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320" r:id="rId3"/>
    <p:sldId id="331" r:id="rId4"/>
    <p:sldId id="333" r:id="rId5"/>
    <p:sldId id="334" r:id="rId6"/>
    <p:sldId id="328" r:id="rId7"/>
    <p:sldId id="330" r:id="rId8"/>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2579" autoAdjust="0"/>
  </p:normalViewPr>
  <p:slideViewPr>
    <p:cSldViewPr showGuides="1">
      <p:cViewPr varScale="1">
        <p:scale>
          <a:sx n="90" d="100"/>
          <a:sy n="90" d="100"/>
        </p:scale>
        <p:origin x="1290"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强" userId="633faa5c58ce3e78" providerId="LiveId" clId="{75E64ACF-B3A1-46B3-99E8-E4C48F231FC2}"/>
    <pc:docChg chg="custSel modSld">
      <pc:chgData name="李 强" userId="633faa5c58ce3e78" providerId="LiveId" clId="{75E64ACF-B3A1-46B3-99E8-E4C48F231FC2}" dt="2018-12-22T23:38:41.375" v="53" actId="14100"/>
      <pc:docMkLst>
        <pc:docMk/>
      </pc:docMkLst>
      <pc:sldChg chg="addSp delSp modSp">
        <pc:chgData name="李 强" userId="633faa5c58ce3e78" providerId="LiveId" clId="{75E64ACF-B3A1-46B3-99E8-E4C48F231FC2}" dt="2018-12-22T23:38:41.375" v="53" actId="14100"/>
        <pc:sldMkLst>
          <pc:docMk/>
          <pc:sldMk cId="765136849" sldId="333"/>
        </pc:sldMkLst>
        <pc:spChg chg="mod">
          <ac:chgData name="李 强" userId="633faa5c58ce3e78" providerId="LiveId" clId="{75E64ACF-B3A1-46B3-99E8-E4C48F231FC2}" dt="2018-12-22T23:38:29.599" v="52" actId="20577"/>
          <ac:spMkLst>
            <pc:docMk/>
            <pc:sldMk cId="765136849" sldId="333"/>
            <ac:spMk id="3" creationId="{C578C671-B69C-4BEB-8AD4-3A86A9EC2E70}"/>
          </ac:spMkLst>
        </pc:spChg>
        <pc:picChg chg="add mod">
          <ac:chgData name="李 强" userId="633faa5c58ce3e78" providerId="LiveId" clId="{75E64ACF-B3A1-46B3-99E8-E4C48F231FC2}" dt="2018-12-22T23:38:41.375" v="53" actId="14100"/>
          <ac:picMkLst>
            <pc:docMk/>
            <pc:sldMk cId="765136849" sldId="333"/>
            <ac:picMk id="2" creationId="{E415CD44-5392-407C-B245-26C6DF9902CF}"/>
          </ac:picMkLst>
        </pc:picChg>
        <pc:picChg chg="del">
          <ac:chgData name="李 强" userId="633faa5c58ce3e78" providerId="LiveId" clId="{75E64ACF-B3A1-46B3-99E8-E4C48F231FC2}" dt="2018-12-22T13:32:06.526" v="0" actId="478"/>
          <ac:picMkLst>
            <pc:docMk/>
            <pc:sldMk cId="765136849" sldId="333"/>
            <ac:picMk id="4" creationId="{96875CB9-6A4D-4ED5-97D0-EF755A5BF926}"/>
          </ac:picMkLst>
        </pc:picChg>
      </pc:sldChg>
    </pc:docChg>
  </pc:docChgLst>
  <pc:docChgLst>
    <pc:chgData name="李 强" userId="633faa5c58ce3e78" providerId="LiveId" clId="{458983C2-7B53-4B7C-A8B1-F4861E222153}"/>
    <pc:docChg chg="custSel modSld">
      <pc:chgData name="李 强" userId="633faa5c58ce3e78" providerId="LiveId" clId="{458983C2-7B53-4B7C-A8B1-F4861E222153}" dt="2018-11-03T04:07:51.107" v="3" actId="255"/>
      <pc:docMkLst>
        <pc:docMk/>
      </pc:docMkLst>
      <pc:sldChg chg="modSp">
        <pc:chgData name="李 强" userId="633faa5c58ce3e78" providerId="LiveId" clId="{458983C2-7B53-4B7C-A8B1-F4861E222153}" dt="2018-11-03T04:07:51.107" v="3" actId="255"/>
        <pc:sldMkLst>
          <pc:docMk/>
          <pc:sldMk cId="0" sldId="256"/>
        </pc:sldMkLst>
        <pc:spChg chg="mod">
          <ac:chgData name="李 强" userId="633faa5c58ce3e78" providerId="LiveId" clId="{458983C2-7B53-4B7C-A8B1-F4861E222153}" dt="2018-11-03T04:07:51.107" v="3" actId="255"/>
          <ac:spMkLst>
            <pc:docMk/>
            <pc:sldMk cId="0" sldId="256"/>
            <ac:spMk id="7170" creationId="{C38FCE21-CC3E-4C81-B95A-118DE7524B3B}"/>
          </ac:spMkLst>
        </pc:spChg>
      </pc:sldChg>
    </pc:docChg>
  </pc:docChgLst>
  <pc:docChgLst>
    <pc:chgData name="李 强" userId="633faa5c58ce3e78" providerId="LiveId" clId="{3CB4146A-B0F5-4690-95C8-DF0D66115085}"/>
    <pc:docChg chg="undo custSel addSld delSld modSld sldOrd">
      <pc:chgData name="李 强" userId="633faa5c58ce3e78" providerId="LiveId" clId="{3CB4146A-B0F5-4690-95C8-DF0D66115085}" dt="2018-11-03T23:04:21.491" v="292"/>
      <pc:docMkLst>
        <pc:docMk/>
      </pc:docMkLst>
      <pc:sldChg chg="modSp">
        <pc:chgData name="李 强" userId="633faa5c58ce3e78" providerId="LiveId" clId="{3CB4146A-B0F5-4690-95C8-DF0D66115085}" dt="2018-11-03T22:23:10.667" v="172" actId="1076"/>
        <pc:sldMkLst>
          <pc:docMk/>
          <pc:sldMk cId="0" sldId="256"/>
        </pc:sldMkLst>
        <pc:spChg chg="mod">
          <ac:chgData name="李 强" userId="633faa5c58ce3e78" providerId="LiveId" clId="{3CB4146A-B0F5-4690-95C8-DF0D66115085}" dt="2018-11-03T22:23:10.667" v="172" actId="1076"/>
          <ac:spMkLst>
            <pc:docMk/>
            <pc:sldMk cId="0" sldId="256"/>
            <ac:spMk id="7170" creationId="{C38FCE21-CC3E-4C81-B95A-118DE7524B3B}"/>
          </ac:spMkLst>
        </pc:spChg>
      </pc:sldChg>
      <pc:sldChg chg="modSp">
        <pc:chgData name="李 强" userId="633faa5c58ce3e78" providerId="LiveId" clId="{3CB4146A-B0F5-4690-95C8-DF0D66115085}" dt="2018-11-03T06:14:52.845" v="99" actId="20577"/>
        <pc:sldMkLst>
          <pc:docMk/>
          <pc:sldMk cId="2884677596" sldId="328"/>
        </pc:sldMkLst>
        <pc:spChg chg="mod">
          <ac:chgData name="李 强" userId="633faa5c58ce3e78" providerId="LiveId" clId="{3CB4146A-B0F5-4690-95C8-DF0D66115085}" dt="2018-11-03T06:14:52.845" v="99" actId="20577"/>
          <ac:spMkLst>
            <pc:docMk/>
            <pc:sldMk cId="2884677596" sldId="328"/>
            <ac:spMk id="5123" creationId="{823B1026-6B98-4FD8-8DA8-D78FA979416E}"/>
          </ac:spMkLst>
        </pc:spChg>
      </pc:sldChg>
      <pc:sldChg chg="addSp delSp modSp add ord">
        <pc:chgData name="李 强" userId="633faa5c58ce3e78" providerId="LiveId" clId="{3CB4146A-B0F5-4690-95C8-DF0D66115085}" dt="2018-11-03T21:11:19.311" v="105" actId="14100"/>
        <pc:sldMkLst>
          <pc:docMk/>
          <pc:sldMk cId="765136849" sldId="333"/>
        </pc:sldMkLst>
        <pc:spChg chg="del">
          <ac:chgData name="李 强" userId="633faa5c58ce3e78" providerId="LiveId" clId="{3CB4146A-B0F5-4690-95C8-DF0D66115085}" dt="2018-11-03T05:32:29.466" v="19" actId="478"/>
          <ac:spMkLst>
            <pc:docMk/>
            <pc:sldMk cId="765136849" sldId="333"/>
            <ac:spMk id="5" creationId="{57E12E9A-0642-4297-A29D-224CEC6B2381}"/>
          </ac:spMkLst>
        </pc:spChg>
        <pc:spChg chg="mod">
          <ac:chgData name="李 强" userId="633faa5c58ce3e78" providerId="LiveId" clId="{3CB4146A-B0F5-4690-95C8-DF0D66115085}" dt="2018-11-03T05:33:50.576" v="25" actId="113"/>
          <ac:spMkLst>
            <pc:docMk/>
            <pc:sldMk cId="765136849" sldId="333"/>
            <ac:spMk id="7" creationId="{0E73E572-7196-40EA-8C21-74E502C8F480}"/>
          </ac:spMkLst>
        </pc:spChg>
        <pc:picChg chg="add del mod">
          <ac:chgData name="李 强" userId="633faa5c58ce3e78" providerId="LiveId" clId="{3CB4146A-B0F5-4690-95C8-DF0D66115085}" dt="2018-11-03T21:11:01.529" v="100" actId="478"/>
          <ac:picMkLst>
            <pc:docMk/>
            <pc:sldMk cId="765136849" sldId="333"/>
            <ac:picMk id="2" creationId="{F3FE6AD8-BADE-4524-AEAB-BED5ECC2F4B5}"/>
          </ac:picMkLst>
        </pc:picChg>
        <pc:picChg chg="add mod">
          <ac:chgData name="李 强" userId="633faa5c58ce3e78" providerId="LiveId" clId="{3CB4146A-B0F5-4690-95C8-DF0D66115085}" dt="2018-11-03T21:11:19.311" v="105" actId="14100"/>
          <ac:picMkLst>
            <pc:docMk/>
            <pc:sldMk cId="765136849" sldId="333"/>
            <ac:picMk id="4" creationId="{96875CB9-6A4D-4ED5-97D0-EF755A5BF926}"/>
          </ac:picMkLst>
        </pc:picChg>
        <pc:picChg chg="del">
          <ac:chgData name="李 强" userId="633faa5c58ce3e78" providerId="LiveId" clId="{3CB4146A-B0F5-4690-95C8-DF0D66115085}" dt="2018-11-03T05:31:34.487" v="5" actId="478"/>
          <ac:picMkLst>
            <pc:docMk/>
            <pc:sldMk cId="765136849" sldId="333"/>
            <ac:picMk id="6" creationId="{7709F3AE-5B78-441F-BF58-B200F9E73941}"/>
          </ac:picMkLst>
        </pc:picChg>
      </pc:sldChg>
      <pc:sldChg chg="modSp add ord">
        <pc:chgData name="李 强" userId="633faa5c58ce3e78" providerId="LiveId" clId="{3CB4146A-B0F5-4690-95C8-DF0D66115085}" dt="2018-11-03T23:04:21.491" v="292"/>
        <pc:sldMkLst>
          <pc:docMk/>
          <pc:sldMk cId="2208621919" sldId="334"/>
        </pc:sldMkLst>
        <pc:spChg chg="mod">
          <ac:chgData name="李 强" userId="633faa5c58ce3e78" providerId="LiveId" clId="{3CB4146A-B0F5-4690-95C8-DF0D66115085}" dt="2018-11-03T23:04:21.491" v="292"/>
          <ac:spMkLst>
            <pc:docMk/>
            <pc:sldMk cId="2208621919" sldId="334"/>
            <ac:spMk id="5123" creationId="{823B1026-6B98-4FD8-8DA8-D78FA97941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909AB5F-6E94-4660-9FE5-B6D1FC692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6D1437F4-05CC-4768-9495-D48D7895B04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D3CF063-56F2-42DD-A32C-24D15B67612C}" type="datetimeFigureOut">
              <a:rPr lang="zh-CN" altLang="en-US"/>
              <a:pPr>
                <a:defRPr/>
              </a:pPr>
              <a:t>2018/12/23</a:t>
            </a:fld>
            <a:endParaRPr lang="zh-CN" altLang="en-US"/>
          </a:p>
        </p:txBody>
      </p:sp>
      <p:sp>
        <p:nvSpPr>
          <p:cNvPr id="4" name="幻灯片图像占位符 3">
            <a:extLst>
              <a:ext uri="{FF2B5EF4-FFF2-40B4-BE49-F238E27FC236}">
                <a16:creationId xmlns:a16="http://schemas.microsoft.com/office/drawing/2014/main" id="{C7DD23A6-CB0F-46B3-935A-976AD05C1EE9}"/>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68FE576-0A9F-4DE3-8D2A-334BA3BA320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EDDE239D-7969-4554-82FD-E03D57194CC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106B08FB-BB3E-413E-9A9E-25E75D5085C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2C7B1039-7A70-4775-909F-09FCF8FEC98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AD921145-BE81-43B5-B900-B4386CBAF7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B5492672-9CD7-4947-B1F0-BA237F1CB7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196" name="灯片编号占位符 3">
            <a:extLst>
              <a:ext uri="{FF2B5EF4-FFF2-40B4-BE49-F238E27FC236}">
                <a16:creationId xmlns:a16="http://schemas.microsoft.com/office/drawing/2014/main" id="{050AC9F4-DAB5-469C-9974-4025D307AB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90091F8-5555-4714-AFE4-C839B62DDA00}"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随着社会的发展，科技进步，人类越来越深入的参与到社会、自然的生态环境中，对于疾病的医治我们有微创手术，我们有靶向药物，甚至我们有基因诊断和治疗等等。这些先进的医疗技术，他的确可以医治我们身体上的某些疾病，但是他是否可以真正成为我们患病时期的依靠和盼望呢？</a:t>
            </a:r>
          </a:p>
          <a:p>
            <a:r>
              <a:rPr lang="zh-CN" altLang="zh-CN" sz="1200" kern="1200" dirty="0">
                <a:solidFill>
                  <a:schemeClr val="tx1"/>
                </a:solidFill>
                <a:effectLst/>
                <a:latin typeface="+mn-lt"/>
                <a:ea typeface="+mn-ea"/>
                <a:cs typeface="+mn-cs"/>
              </a:rPr>
              <a:t>我们今天通过一段我们很熟悉的经文来看，在没有先进的医疗技术的耶稣时代，耶稣是如何来医治一个患病三十八年的病人，（虽然没有经文明确说明这个病人是瘫子，但是今天我们暂且用瘫子来代替他的病），今天我证道的题目是《基督的医治》，经文是约翰福音</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节。下面我们一起祷告。。。</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词：</a:t>
            </a:r>
          </a:p>
          <a:p>
            <a:r>
              <a:rPr lang="zh-CN" altLang="zh-CN" sz="1200" kern="1200" dirty="0">
                <a:solidFill>
                  <a:schemeClr val="tx1"/>
                </a:solidFill>
                <a:effectLst/>
                <a:latin typeface="+mn-lt"/>
                <a:ea typeface="+mn-ea"/>
                <a:cs typeface="+mn-cs"/>
              </a:rPr>
              <a:t>观察此段经文，我们可以看到这段经文重复最多的两个词是“病了”和“痊愈”。</a:t>
            </a:r>
          </a:p>
          <a:p>
            <a:r>
              <a:rPr lang="zh-CN" altLang="zh-CN" sz="1200" kern="1200" dirty="0">
                <a:solidFill>
                  <a:schemeClr val="tx1"/>
                </a:solidFill>
                <a:effectLst/>
                <a:latin typeface="+mn-lt"/>
                <a:ea typeface="+mn-ea"/>
                <a:cs typeface="+mn-cs"/>
              </a:rPr>
              <a:t>针对“病了”具体有“许多的病人”、“病了三十八年”、“病了许久”。而另外我们同样可以看到跟病相反的一个词就是“痊愈”，而整段这个词都是由耶稣作为主动者发出的，具体有“你要痊愈吗”、“立刻痊愈”、“使我痊愈”和“已经痊愈”等等。</a:t>
            </a:r>
          </a:p>
          <a:p>
            <a:r>
              <a:rPr lang="zh-CN" altLang="zh-CN" sz="1200" kern="1200" dirty="0">
                <a:solidFill>
                  <a:schemeClr val="tx1"/>
                </a:solidFill>
                <a:effectLst/>
                <a:latin typeface="+mn-lt"/>
                <a:ea typeface="+mn-ea"/>
                <a:cs typeface="+mn-cs"/>
              </a:rPr>
              <a:t>通过这两个词我们可以看到，这段经文有很强烈的对比感，一个未遇见耶稣的人他一无所有，有的仅仅是病，而遇见耶稣之后，我们能看到他有的是痊愈，彻底的、立刻的痊愈。</a:t>
            </a:r>
          </a:p>
          <a:p>
            <a:r>
              <a:rPr lang="zh-CN" altLang="zh-CN" sz="1200" kern="1200" dirty="0">
                <a:solidFill>
                  <a:schemeClr val="tx1"/>
                </a:solidFill>
                <a:effectLst/>
                <a:latin typeface="+mn-lt"/>
                <a:ea typeface="+mn-ea"/>
                <a:cs typeface="+mn-cs"/>
              </a:rPr>
              <a:t>句子：</a:t>
            </a:r>
          </a:p>
          <a:p>
            <a:r>
              <a:rPr lang="zh-CN" altLang="zh-CN" sz="1200" kern="1200" dirty="0">
                <a:solidFill>
                  <a:schemeClr val="tx1"/>
                </a:solidFill>
                <a:effectLst/>
                <a:latin typeface="+mn-lt"/>
                <a:ea typeface="+mn-ea"/>
                <a:cs typeface="+mn-cs"/>
              </a:rPr>
              <a:t>观察这段经文，我们可以看到两个主角各有一句很长的对话，对于三十八年的病人，他有一句（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），对于耶稣也同样有一句（你要</a:t>
            </a:r>
            <a:r>
              <a:rPr lang="zh-CN" altLang="zh-CN" sz="1200" b="1" kern="1200" dirty="0">
                <a:solidFill>
                  <a:schemeClr val="tx1"/>
                </a:solidFill>
                <a:effectLst/>
                <a:latin typeface="+mn-lt"/>
                <a:ea typeface="+mn-ea"/>
                <a:cs typeface="+mn-cs"/>
              </a:rPr>
              <a:t>痊愈吗</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本段经文所记录的节期没有定论，旧约时代犹太人有三个节期一定要过的，即逾越节、五旬节、和住棚节。律法规定凡是住在耶路撒冷二十哩以内的成年男子都要守这些节期。有人说是逾越节，也有可能是圣殿节、五旬节。加尔文的观点，按照时间顺序这个节期应该理解为五旬节，这个节期不是本文的重点，我们暂且放过。</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同时本段经文所记录的三十八年的病人具体是什么病，经文病没有明确说明，但是从病人的叙述中，应该是行动不便方面的病症，这个也不是本文的重点，我们暂且放过。</a:t>
            </a:r>
          </a:p>
          <a:p>
            <a:r>
              <a:rPr lang="zh-CN" altLang="zh-CN" sz="1200" kern="1200" dirty="0">
                <a:solidFill>
                  <a:schemeClr val="tx1"/>
                </a:solidFill>
                <a:effectLst/>
                <a:latin typeface="+mn-lt"/>
                <a:ea typeface="+mn-ea"/>
                <a:cs typeface="+mn-cs"/>
              </a:rPr>
              <a:t>我们知道整本圣经是见证耶稣是基督是神的儿子，同样约翰福音也遵循这个目的。</a:t>
            </a:r>
          </a:p>
          <a:p>
            <a:r>
              <a:rPr lang="zh-CN" altLang="zh-CN" sz="1200" kern="1200" dirty="0">
                <a:solidFill>
                  <a:schemeClr val="tx1"/>
                </a:solidFill>
                <a:effectLst/>
                <a:latin typeface="+mn-lt"/>
                <a:ea typeface="+mn-ea"/>
                <a:cs typeface="+mn-cs"/>
              </a:rPr>
              <a:t>约翰福音第一章我们看到开篇就是太初有道，道与神同在，道就是神。这道太初与神同在，万物是借着祂造的，凡被造的没有一样不是借着祂被造的。生命在祂里面，这生命就是人的光，光照在黑暗里，黑暗却不接受光。到第</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节，道成肉身，住在我们中间，充充满满有恩典，有真理。我们也见过他的荣光，正是父独生子的荣光。我们可以看到是施洗约翰对耶稣的见证，经文：看呢，神的羔羊，除去世人罪孽的。接下来就是耶稣呼召腓力和那单业，经文说：你们要看到天开了，神的使者上来下去在人子身上。</a:t>
            </a:r>
          </a:p>
          <a:p>
            <a:r>
              <a:rPr lang="zh-CN" altLang="zh-CN" sz="1200" kern="1200" dirty="0">
                <a:solidFill>
                  <a:schemeClr val="tx1"/>
                </a:solidFill>
                <a:effectLst/>
                <a:latin typeface="+mn-lt"/>
                <a:ea typeface="+mn-ea"/>
                <a:cs typeface="+mn-cs"/>
              </a:rPr>
              <a:t>第二章记载了迦拿的婚宴，耶稣把神变成酒。耶稣洁净圣殿，耶稣不把自己交给他们，因为他知道人心所存的。</a:t>
            </a:r>
          </a:p>
          <a:p>
            <a:r>
              <a:rPr lang="zh-CN" altLang="zh-CN" sz="1200" kern="1200" dirty="0">
                <a:solidFill>
                  <a:schemeClr val="tx1"/>
                </a:solidFill>
                <a:effectLst/>
                <a:latin typeface="+mn-lt"/>
                <a:ea typeface="+mn-ea"/>
                <a:cs typeface="+mn-cs"/>
              </a:rPr>
              <a:t>第三章记载了耶稣与尼哥底母的论道，并且明确提出：人若不重生就不能见神的国，人若不是从水和圣灵生的，就不能进神的国。信子的人有永生，不信子的人得不着永生，神的震怒常在他身上。</a:t>
            </a:r>
          </a:p>
          <a:p>
            <a:r>
              <a:rPr lang="zh-CN" altLang="zh-CN" sz="1200" kern="1200" dirty="0">
                <a:solidFill>
                  <a:schemeClr val="tx1"/>
                </a:solidFill>
                <a:effectLst/>
                <a:latin typeface="+mn-lt"/>
                <a:ea typeface="+mn-ea"/>
                <a:cs typeface="+mn-cs"/>
              </a:rPr>
              <a:t>第四章记载了耶稣撒玛利亚妇人论道，耶稣说，人若喝我所赐的水就永远不渴，我所赐的水要在他里面成为泉源直涌到永生，后来撒玛利亚人说：我们信不是因为你的话，是因为我们亲自听见了，知道这真是救世主。后来耶稣又医治了加利利大臣的儿子，经文记载：他自己和他全家就都信了。</a:t>
            </a:r>
          </a:p>
          <a:p>
            <a:r>
              <a:rPr lang="zh-CN" altLang="zh-CN" sz="1200" kern="1200" dirty="0">
                <a:solidFill>
                  <a:schemeClr val="tx1"/>
                </a:solidFill>
                <a:effectLst/>
                <a:latin typeface="+mn-lt"/>
                <a:ea typeface="+mn-ea"/>
                <a:cs typeface="+mn-cs"/>
              </a:rPr>
              <a:t>第五章记载了毕士大池子病人得医治后来描述了耶稣圣子的权柄和为耶稣做见证的父。</a:t>
            </a:r>
          </a:p>
          <a:p>
            <a:r>
              <a:rPr lang="zh-CN" altLang="zh-CN" sz="1200" kern="1200" dirty="0">
                <a:solidFill>
                  <a:schemeClr val="tx1"/>
                </a:solidFill>
                <a:effectLst/>
                <a:latin typeface="+mn-lt"/>
                <a:ea typeface="+mn-ea"/>
                <a:cs typeface="+mn-cs"/>
              </a:rPr>
              <a:t>第六章记载了五千人吃饱，并且耶稣是生命的粮，耶稣说：我就是生命的粮，到我这里来的，必定不饿，信我的永远不渴。又说：我的肉真是可吃的，我的血真是可喝的，吃我肉喝我血的人常在我里面，我也常在他里面。</a:t>
            </a:r>
          </a:p>
          <a:p>
            <a:r>
              <a:rPr lang="zh-CN" altLang="zh-CN" sz="1200" kern="1200" dirty="0">
                <a:solidFill>
                  <a:schemeClr val="tx1"/>
                </a:solidFill>
                <a:effectLst/>
                <a:latin typeface="+mn-lt"/>
                <a:ea typeface="+mn-ea"/>
                <a:cs typeface="+mn-cs"/>
              </a:rPr>
              <a:t>最后一段是整个约翰福音的高潮也是整本圣经中心即彼得的宣告：主啊，你有永生之道，我们还归从谁呢？我们已经信了又知道你是神的圣者。</a:t>
            </a:r>
          </a:p>
          <a:p>
            <a:r>
              <a:rPr lang="zh-CN" altLang="zh-CN" sz="1200" kern="1200" dirty="0">
                <a:solidFill>
                  <a:schemeClr val="tx1"/>
                </a:solidFill>
                <a:effectLst/>
                <a:latin typeface="+mn-lt"/>
                <a:ea typeface="+mn-ea"/>
                <a:cs typeface="+mn-cs"/>
              </a:rPr>
              <a:t>所以从整卷书的脉络来看，都在见证耶稣是基督，神的圣者。而我们在来到本段，我们看到这段毕士大池边的医治一方面是见证基督，另外一方面也是教导我们神对人的医治。</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随着社会的发展，科技进步，人类越来越深入的参与到社会、自然的生态环境中，对于疾病的医治我们有微创手术，我们有靶向药物，甚至我们有基因诊断和治疗等等。这些先进的医疗技术，他的确可以医治我们身体上的某些疾病，但是他是否可以真正成为我们患病时期的依靠和盼望呢？</a:t>
            </a:r>
          </a:p>
          <a:p>
            <a:r>
              <a:rPr lang="zh-CN" altLang="zh-CN" sz="1200" kern="1200" dirty="0">
                <a:solidFill>
                  <a:schemeClr val="tx1"/>
                </a:solidFill>
                <a:effectLst/>
                <a:latin typeface="+mn-lt"/>
                <a:ea typeface="+mn-ea"/>
                <a:cs typeface="+mn-cs"/>
              </a:rPr>
              <a:t>我们今天通过一段我们很熟悉的经文来看，在没有先进的医疗技术的耶稣时代，耶稣是如何来医治一个患病三十八年的病人，（虽然没有经文明确说明这个病人是瘫子，但是今天我们暂且用瘫子来代替他的病），今天我证道的题目是《基督的医治》，经文是约翰福音</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节。下面我们一起祷告。。。</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词：</a:t>
            </a:r>
          </a:p>
          <a:p>
            <a:r>
              <a:rPr lang="zh-CN" altLang="zh-CN" sz="1200" kern="1200" dirty="0">
                <a:solidFill>
                  <a:schemeClr val="tx1"/>
                </a:solidFill>
                <a:effectLst/>
                <a:latin typeface="+mn-lt"/>
                <a:ea typeface="+mn-ea"/>
                <a:cs typeface="+mn-cs"/>
              </a:rPr>
              <a:t>观察此段经文，我们可以看到这段经文重复最多的两个词是“病了”和“痊愈”。</a:t>
            </a:r>
          </a:p>
          <a:p>
            <a:r>
              <a:rPr lang="zh-CN" altLang="zh-CN" sz="1200" kern="1200" dirty="0">
                <a:solidFill>
                  <a:schemeClr val="tx1"/>
                </a:solidFill>
                <a:effectLst/>
                <a:latin typeface="+mn-lt"/>
                <a:ea typeface="+mn-ea"/>
                <a:cs typeface="+mn-cs"/>
              </a:rPr>
              <a:t>针对“病了”具体有“许多的病人”、“病了三十八年”、“病了许久”。而另外我们同样可以看到跟病相反的一个词就是“痊愈”，而整段这个词都是由耶稣作为主动者发出的，具体有“你要痊愈吗”、“立刻痊愈”、“使我痊愈”和“已经痊愈”等等。</a:t>
            </a:r>
          </a:p>
          <a:p>
            <a:r>
              <a:rPr lang="zh-CN" altLang="zh-CN" sz="1200" kern="1200" dirty="0">
                <a:solidFill>
                  <a:schemeClr val="tx1"/>
                </a:solidFill>
                <a:effectLst/>
                <a:latin typeface="+mn-lt"/>
                <a:ea typeface="+mn-ea"/>
                <a:cs typeface="+mn-cs"/>
              </a:rPr>
              <a:t>通过这两个词我们可以看到，这段经文有很强烈的对比感，一个未遇见耶稣的人他一无所有，有的仅仅是病，而遇见耶稣之后，我们能看到他有的是痊愈，彻底的、立刻的痊愈。</a:t>
            </a:r>
          </a:p>
          <a:p>
            <a:r>
              <a:rPr lang="zh-CN" altLang="zh-CN" sz="1200" kern="1200" dirty="0">
                <a:solidFill>
                  <a:schemeClr val="tx1"/>
                </a:solidFill>
                <a:effectLst/>
                <a:latin typeface="+mn-lt"/>
                <a:ea typeface="+mn-ea"/>
                <a:cs typeface="+mn-cs"/>
              </a:rPr>
              <a:t>句子：</a:t>
            </a:r>
          </a:p>
          <a:p>
            <a:r>
              <a:rPr lang="zh-CN" altLang="zh-CN" sz="1200" kern="1200" dirty="0">
                <a:solidFill>
                  <a:schemeClr val="tx1"/>
                </a:solidFill>
                <a:effectLst/>
                <a:latin typeface="+mn-lt"/>
                <a:ea typeface="+mn-ea"/>
                <a:cs typeface="+mn-cs"/>
              </a:rPr>
              <a:t>观察这段经文，我们可以看到两个主角各有一句很长的对话，对于三十八年的病人，他有一句（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），对于耶稣也同样有一句（你要</a:t>
            </a:r>
            <a:r>
              <a:rPr lang="zh-CN" altLang="zh-CN" sz="1200" b="1" kern="1200" dirty="0">
                <a:solidFill>
                  <a:schemeClr val="tx1"/>
                </a:solidFill>
                <a:effectLst/>
                <a:latin typeface="+mn-lt"/>
                <a:ea typeface="+mn-ea"/>
                <a:cs typeface="+mn-cs"/>
              </a:rPr>
              <a:t>痊愈吗</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本段经文所记录的节期没有定论，旧约时代犹太人有三个节期一定要过的，即逾越节、五旬节、和住棚节。律法规定凡是住在耶路撒冷二十哩以内的成年男子都要守这些节期。有人说是逾越节，也有可能是圣殿节、五旬节。加尔文的观点，按照时间顺序这个节期应该理解为五旬节，这个节期不是本文的重点，我们暂且放过。</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同时本段经文所记录的三十八年的病人具体是什么病，经文病没有明确说明，但是从病人的叙述中，应该是行动不便方面的病症，这个也不是本文的重点，我们暂且放过。</a:t>
            </a:r>
          </a:p>
          <a:p>
            <a:r>
              <a:rPr lang="zh-CN" altLang="zh-CN" sz="1200" kern="1200" dirty="0">
                <a:solidFill>
                  <a:schemeClr val="tx1"/>
                </a:solidFill>
                <a:effectLst/>
                <a:latin typeface="+mn-lt"/>
                <a:ea typeface="+mn-ea"/>
                <a:cs typeface="+mn-cs"/>
              </a:rPr>
              <a:t>我们知道整本圣经是见证耶稣是基督是神的儿子，同样约翰福音也遵循这个目的。</a:t>
            </a:r>
          </a:p>
          <a:p>
            <a:r>
              <a:rPr lang="zh-CN" altLang="zh-CN" sz="1200" kern="1200" dirty="0">
                <a:solidFill>
                  <a:schemeClr val="tx1"/>
                </a:solidFill>
                <a:effectLst/>
                <a:latin typeface="+mn-lt"/>
                <a:ea typeface="+mn-ea"/>
                <a:cs typeface="+mn-cs"/>
              </a:rPr>
              <a:t>约翰福音第一章我们看到开篇就是太初有道，道与神同在，道就是神。这道太初与神同在，万物是借着祂造的，凡被造的没有一样不是借着祂被造的。生命在祂里面，这生命就是人的光，光照在黑暗里，黑暗却不接受光。到第</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节，道成肉身，住在我们中间，充充满满有恩典，有真理。我们也见过他的荣光，正是父独生子的荣光。我们可以看到是施洗约翰对耶稣的见证，经文：看呢，神的羔羊，除去世人罪孽的。接下来就是耶稣呼召腓力和那单业，经文说：你们要看到天开了，神的使者上来下去在人子身上。</a:t>
            </a:r>
          </a:p>
          <a:p>
            <a:r>
              <a:rPr lang="zh-CN" altLang="zh-CN" sz="1200" kern="1200" dirty="0">
                <a:solidFill>
                  <a:schemeClr val="tx1"/>
                </a:solidFill>
                <a:effectLst/>
                <a:latin typeface="+mn-lt"/>
                <a:ea typeface="+mn-ea"/>
                <a:cs typeface="+mn-cs"/>
              </a:rPr>
              <a:t>第二章记载了迦拿的婚宴，耶稣把神变成酒。耶稣洁净圣殿，耶稣不把自己交给他们，因为他知道人心所存的。</a:t>
            </a:r>
          </a:p>
          <a:p>
            <a:r>
              <a:rPr lang="zh-CN" altLang="zh-CN" sz="1200" kern="1200" dirty="0">
                <a:solidFill>
                  <a:schemeClr val="tx1"/>
                </a:solidFill>
                <a:effectLst/>
                <a:latin typeface="+mn-lt"/>
                <a:ea typeface="+mn-ea"/>
                <a:cs typeface="+mn-cs"/>
              </a:rPr>
              <a:t>第三章记载了耶稣与尼哥底母的论道，并且明确提出：人若不重生就不能见神的国，人若不是从水和圣灵生的，就不能进神的国。信子的人有永生，不信子的人得不着永生，神的震怒常在他身上。</a:t>
            </a:r>
          </a:p>
          <a:p>
            <a:r>
              <a:rPr lang="zh-CN" altLang="zh-CN" sz="1200" kern="1200" dirty="0">
                <a:solidFill>
                  <a:schemeClr val="tx1"/>
                </a:solidFill>
                <a:effectLst/>
                <a:latin typeface="+mn-lt"/>
                <a:ea typeface="+mn-ea"/>
                <a:cs typeface="+mn-cs"/>
              </a:rPr>
              <a:t>第四章记载了耶稣撒玛利亚妇人论道，耶稣说，人若喝我所赐的水就永远不渴，我所赐的水要在他里面成为泉源直涌到永生，后来撒玛利亚人说：我们信不是因为你的话，是因为我们亲自听见了，知道这真是救世主。后来耶稣又医治了加利利大臣的儿子，经文记载：他自己和他全家就都信了。</a:t>
            </a:r>
          </a:p>
          <a:p>
            <a:r>
              <a:rPr lang="zh-CN" altLang="zh-CN" sz="1200" kern="1200" dirty="0">
                <a:solidFill>
                  <a:schemeClr val="tx1"/>
                </a:solidFill>
                <a:effectLst/>
                <a:latin typeface="+mn-lt"/>
                <a:ea typeface="+mn-ea"/>
                <a:cs typeface="+mn-cs"/>
              </a:rPr>
              <a:t>第五章记载了毕士大池子病人得医治后来描述了耶稣圣子的权柄和为耶稣做见证的父。</a:t>
            </a:r>
          </a:p>
          <a:p>
            <a:r>
              <a:rPr lang="zh-CN" altLang="zh-CN" sz="1200" kern="1200" dirty="0">
                <a:solidFill>
                  <a:schemeClr val="tx1"/>
                </a:solidFill>
                <a:effectLst/>
                <a:latin typeface="+mn-lt"/>
                <a:ea typeface="+mn-ea"/>
                <a:cs typeface="+mn-cs"/>
              </a:rPr>
              <a:t>第六章记载了五千人吃饱，并且耶稣是生命的粮，耶稣说：我就是生命的粮，到我这里来的，必定不饿，信我的永远不渴。又说：我的肉真是可吃的，我的血真是可喝的，吃我肉喝我血的人常在我里面，我也常在他里面。</a:t>
            </a:r>
          </a:p>
          <a:p>
            <a:r>
              <a:rPr lang="zh-CN" altLang="zh-CN" sz="1200" kern="1200" dirty="0">
                <a:solidFill>
                  <a:schemeClr val="tx1"/>
                </a:solidFill>
                <a:effectLst/>
                <a:latin typeface="+mn-lt"/>
                <a:ea typeface="+mn-ea"/>
                <a:cs typeface="+mn-cs"/>
              </a:rPr>
              <a:t>最后一段是整个约翰福音的高潮也是整本圣经中心即彼得的宣告：主啊，你有永生之道，我们还归从谁呢？我们已经信了又知道你是神的圣者。</a:t>
            </a:r>
          </a:p>
          <a:p>
            <a:r>
              <a:rPr lang="zh-CN" altLang="zh-CN" sz="1200" kern="1200" dirty="0">
                <a:solidFill>
                  <a:schemeClr val="tx1"/>
                </a:solidFill>
                <a:effectLst/>
                <a:latin typeface="+mn-lt"/>
                <a:ea typeface="+mn-ea"/>
                <a:cs typeface="+mn-cs"/>
              </a:rPr>
              <a:t>所以从整卷书的脉络来看，都在见证耶稣是基督，神的圣者。而我们在来到本段，我们看到这段毕士大池边的医治一方面是见证基督，另外一方面也是教导我们神对人的医治。</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3</a:t>
            </a:fld>
            <a:endParaRPr lang="zh-CN" altLang="en-US"/>
          </a:p>
        </p:txBody>
      </p:sp>
    </p:spTree>
    <p:extLst>
      <p:ext uri="{BB962C8B-B14F-4D97-AF65-F5344CB8AC3E}">
        <p14:creationId xmlns:p14="http://schemas.microsoft.com/office/powerpoint/2010/main" val="832046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4</a:t>
            </a:fld>
            <a:endParaRPr lang="zh-CN" altLang="en-US"/>
          </a:p>
        </p:txBody>
      </p:sp>
    </p:spTree>
    <p:extLst>
      <p:ext uri="{BB962C8B-B14F-4D97-AF65-F5344CB8AC3E}">
        <p14:creationId xmlns:p14="http://schemas.microsoft.com/office/powerpoint/2010/main" val="1120292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5</a:t>
            </a:fld>
            <a:endParaRPr lang="zh-CN" altLang="en-US"/>
          </a:p>
        </p:txBody>
      </p:sp>
    </p:spTree>
    <p:extLst>
      <p:ext uri="{BB962C8B-B14F-4D97-AF65-F5344CB8AC3E}">
        <p14:creationId xmlns:p14="http://schemas.microsoft.com/office/powerpoint/2010/main" val="1665277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6</a:t>
            </a:fld>
            <a:endParaRPr lang="zh-CN" altLang="en-US"/>
          </a:p>
        </p:txBody>
      </p:sp>
    </p:spTree>
    <p:extLst>
      <p:ext uri="{BB962C8B-B14F-4D97-AF65-F5344CB8AC3E}">
        <p14:creationId xmlns:p14="http://schemas.microsoft.com/office/powerpoint/2010/main" val="8016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7</a:t>
            </a:fld>
            <a:endParaRPr lang="zh-CN" altLang="en-US"/>
          </a:p>
        </p:txBody>
      </p:sp>
    </p:spTree>
    <p:extLst>
      <p:ext uri="{BB962C8B-B14F-4D97-AF65-F5344CB8AC3E}">
        <p14:creationId xmlns:p14="http://schemas.microsoft.com/office/powerpoint/2010/main" val="2738150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15F2983B-D420-4632-8957-D097E0831B1C}"/>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0EC511B7-02F2-47CA-9584-06EE5B5A7AF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7C4A4387-CACF-4109-926C-A66A58C99899}"/>
              </a:ext>
            </a:extLst>
          </p:cNvPr>
          <p:cNvSpPr>
            <a:spLocks noGrp="1" noChangeArrowheads="1"/>
          </p:cNvSpPr>
          <p:nvPr>
            <p:ph type="sldNum" sz="quarter" idx="12"/>
          </p:nvPr>
        </p:nvSpPr>
        <p:spPr>
          <a:ln/>
        </p:spPr>
        <p:txBody>
          <a:bodyPr/>
          <a:lstStyle>
            <a:lvl1pPr>
              <a:defRPr/>
            </a:lvl1pPr>
          </a:lstStyle>
          <a:p>
            <a:pPr>
              <a:defRPr/>
            </a:pPr>
            <a:fld id="{78488E35-BAE7-45D4-BD06-7FC34383A799}" type="slidenum">
              <a:rPr lang="es-ES" altLang="zh-CN"/>
              <a:pPr>
                <a:defRPr/>
              </a:pPr>
              <a:t>‹#›</a:t>
            </a:fld>
            <a:endParaRPr lang="es-ES" altLang="zh-CN"/>
          </a:p>
        </p:txBody>
      </p:sp>
    </p:spTree>
    <p:extLst>
      <p:ext uri="{BB962C8B-B14F-4D97-AF65-F5344CB8AC3E}">
        <p14:creationId xmlns:p14="http://schemas.microsoft.com/office/powerpoint/2010/main" val="49367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1938"/>
            <a:ext cx="8229600" cy="1143000"/>
          </a:xfrm>
        </p:spPr>
        <p:txBody>
          <a:bodyPr/>
          <a:lstStyle>
            <a:lvl1pPr>
              <a:defRPr>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chemeClr val="bg1"/>
                </a:solidFill>
                <a:latin typeface="微软雅黑" panose="020B0503020204020204" pitchFamily="34" charset="-122"/>
                <a:ea typeface="微软雅黑" panose="020B0503020204020204" pitchFamily="34" charset="-122"/>
              </a:defRPr>
            </a:lvl1pPr>
            <a:lvl2pPr>
              <a:defRPr>
                <a:solidFill>
                  <a:schemeClr val="bg1"/>
                </a:solidFill>
                <a:latin typeface="微软雅黑" panose="020B0503020204020204" pitchFamily="34" charset="-122"/>
                <a:ea typeface="微软雅黑" panose="020B0503020204020204" pitchFamily="34" charset="-122"/>
              </a:defRPr>
            </a:lvl2pPr>
            <a:lvl3pPr>
              <a:defRPr>
                <a:solidFill>
                  <a:schemeClr val="bg1"/>
                </a:solidFill>
                <a:latin typeface="微软雅黑" panose="020B0503020204020204" pitchFamily="34" charset="-122"/>
                <a:ea typeface="微软雅黑" panose="020B0503020204020204" pitchFamily="34" charset="-122"/>
              </a:defRPr>
            </a:lvl3pPr>
            <a:lvl4pPr>
              <a:defRPr>
                <a:solidFill>
                  <a:schemeClr val="bg1"/>
                </a:solidFill>
                <a:latin typeface="微软雅黑" panose="020B0503020204020204" pitchFamily="34" charset="-122"/>
                <a:ea typeface="微软雅黑" panose="020B0503020204020204" pitchFamily="34" charset="-122"/>
              </a:defRPr>
            </a:lvl4pPr>
            <a:lvl5pPr>
              <a:defRPr>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3F31DBBB-1397-49C2-BFDB-19E2BBD6CB5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42535772-B1A0-41CC-A2B4-84BE1ADAB68F}"/>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002CFD53-CF8B-4B2A-9BDD-68139D201822}"/>
              </a:ext>
            </a:extLst>
          </p:cNvPr>
          <p:cNvSpPr>
            <a:spLocks noGrp="1" noChangeArrowheads="1"/>
          </p:cNvSpPr>
          <p:nvPr>
            <p:ph type="sldNum" sz="quarter" idx="12"/>
          </p:nvPr>
        </p:nvSpPr>
        <p:spPr>
          <a:ln/>
        </p:spPr>
        <p:txBody>
          <a:bodyPr/>
          <a:lstStyle>
            <a:lvl1pPr>
              <a:defRPr/>
            </a:lvl1pPr>
          </a:lstStyle>
          <a:p>
            <a:pPr>
              <a:defRPr/>
            </a:pPr>
            <a:fld id="{1CD78F9C-AB71-4B0C-AA10-B844AADCEB42}" type="slidenum">
              <a:rPr lang="es-ES" altLang="zh-CN"/>
              <a:pPr>
                <a:defRPr/>
              </a:pPr>
              <a:t>‹#›</a:t>
            </a:fld>
            <a:endParaRPr lang="es-ES" altLang="zh-CN"/>
          </a:p>
        </p:txBody>
      </p:sp>
    </p:spTree>
    <p:extLst>
      <p:ext uri="{BB962C8B-B14F-4D97-AF65-F5344CB8AC3E}">
        <p14:creationId xmlns:p14="http://schemas.microsoft.com/office/powerpoint/2010/main" val="324120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atin typeface="+mn-ea"/>
                <a:ea typeface="+mn-ea"/>
              </a:defRPr>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9F41CD45-CF44-4D8E-806C-21CD179D99C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9F9C0A1B-A467-49D9-A8A3-6A6F9CAC3C2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21B35E12-403C-46AC-9BC2-64EF81D7AE5B}"/>
              </a:ext>
            </a:extLst>
          </p:cNvPr>
          <p:cNvSpPr>
            <a:spLocks noGrp="1" noChangeArrowheads="1"/>
          </p:cNvSpPr>
          <p:nvPr>
            <p:ph type="sldNum" sz="quarter" idx="12"/>
          </p:nvPr>
        </p:nvSpPr>
        <p:spPr>
          <a:ln/>
        </p:spPr>
        <p:txBody>
          <a:bodyPr/>
          <a:lstStyle>
            <a:lvl1pPr>
              <a:defRPr/>
            </a:lvl1pPr>
          </a:lstStyle>
          <a:p>
            <a:pPr>
              <a:defRPr/>
            </a:pPr>
            <a:fld id="{052D12B0-91D6-4193-92AD-67CB04DF2432}" type="slidenum">
              <a:rPr lang="es-ES" altLang="zh-CN"/>
              <a:pPr>
                <a:defRPr/>
              </a:pPr>
              <a:t>‹#›</a:t>
            </a:fld>
            <a:endParaRPr lang="es-ES" altLang="zh-CN"/>
          </a:p>
        </p:txBody>
      </p:sp>
    </p:spTree>
    <p:extLst>
      <p:ext uri="{BB962C8B-B14F-4D97-AF65-F5344CB8AC3E}">
        <p14:creationId xmlns:p14="http://schemas.microsoft.com/office/powerpoint/2010/main" val="3107802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A51105F-87CB-4064-877E-5230DED796B4}"/>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F3DD6787-9F21-4353-BAE7-560A8D1D366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427353BA-8F27-4D6C-AD50-B6EB475ED99F}"/>
              </a:ext>
            </a:extLst>
          </p:cNvPr>
          <p:cNvSpPr>
            <a:spLocks noGrp="1" noChangeArrowheads="1"/>
          </p:cNvSpPr>
          <p:nvPr>
            <p:ph type="sldNum" sz="quarter" idx="12"/>
          </p:nvPr>
        </p:nvSpPr>
        <p:spPr>
          <a:ln/>
        </p:spPr>
        <p:txBody>
          <a:bodyPr/>
          <a:lstStyle>
            <a:lvl1pPr>
              <a:defRPr/>
            </a:lvl1pPr>
          </a:lstStyle>
          <a:p>
            <a:pPr>
              <a:defRPr/>
            </a:pPr>
            <a:fld id="{F7CA7591-EAEA-426F-A6CF-9BF515447587}" type="slidenum">
              <a:rPr lang="es-ES" altLang="zh-CN"/>
              <a:pPr>
                <a:defRPr/>
              </a:pPr>
              <a:t>‹#›</a:t>
            </a:fld>
            <a:endParaRPr lang="es-ES" altLang="zh-CN"/>
          </a:p>
        </p:txBody>
      </p:sp>
    </p:spTree>
    <p:extLst>
      <p:ext uri="{BB962C8B-B14F-4D97-AF65-F5344CB8AC3E}">
        <p14:creationId xmlns:p14="http://schemas.microsoft.com/office/powerpoint/2010/main" val="109749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54C4882-4030-4551-AF2A-604B13C147E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8" name="Rectangle 5">
            <a:extLst>
              <a:ext uri="{FF2B5EF4-FFF2-40B4-BE49-F238E27FC236}">
                <a16:creationId xmlns:a16="http://schemas.microsoft.com/office/drawing/2014/main" id="{005574A5-382E-4CDB-BF34-04C7C8D1D24A}"/>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9" name="Rectangle 6">
            <a:extLst>
              <a:ext uri="{FF2B5EF4-FFF2-40B4-BE49-F238E27FC236}">
                <a16:creationId xmlns:a16="http://schemas.microsoft.com/office/drawing/2014/main" id="{0B5DCB6A-E20F-482F-98C2-BEF1CF7CC890}"/>
              </a:ext>
            </a:extLst>
          </p:cNvPr>
          <p:cNvSpPr>
            <a:spLocks noGrp="1" noChangeArrowheads="1"/>
          </p:cNvSpPr>
          <p:nvPr>
            <p:ph type="sldNum" sz="quarter" idx="12"/>
          </p:nvPr>
        </p:nvSpPr>
        <p:spPr>
          <a:ln/>
        </p:spPr>
        <p:txBody>
          <a:bodyPr/>
          <a:lstStyle>
            <a:lvl1pPr>
              <a:defRPr/>
            </a:lvl1pPr>
          </a:lstStyle>
          <a:p>
            <a:pPr>
              <a:defRPr/>
            </a:pPr>
            <a:fld id="{9D3EA9D3-1937-4284-A088-A09838326C94}" type="slidenum">
              <a:rPr lang="es-ES" altLang="zh-CN"/>
              <a:pPr>
                <a:defRPr/>
              </a:pPr>
              <a:t>‹#›</a:t>
            </a:fld>
            <a:endParaRPr lang="es-ES" altLang="zh-CN"/>
          </a:p>
        </p:txBody>
      </p:sp>
    </p:spTree>
    <p:extLst>
      <p:ext uri="{BB962C8B-B14F-4D97-AF65-F5344CB8AC3E}">
        <p14:creationId xmlns:p14="http://schemas.microsoft.com/office/powerpoint/2010/main" val="294533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16D69BB-90D9-4D6E-9AD4-811AB804D37E}"/>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4" name="Rectangle 5">
            <a:extLst>
              <a:ext uri="{FF2B5EF4-FFF2-40B4-BE49-F238E27FC236}">
                <a16:creationId xmlns:a16="http://schemas.microsoft.com/office/drawing/2014/main" id="{1B29C593-DD8D-4D80-8DEA-E1AC9CE86416}"/>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5" name="Rectangle 6">
            <a:extLst>
              <a:ext uri="{FF2B5EF4-FFF2-40B4-BE49-F238E27FC236}">
                <a16:creationId xmlns:a16="http://schemas.microsoft.com/office/drawing/2014/main" id="{B24C40ED-72EF-41C5-9CE4-35B94B8CEBE1}"/>
              </a:ext>
            </a:extLst>
          </p:cNvPr>
          <p:cNvSpPr>
            <a:spLocks noGrp="1" noChangeArrowheads="1"/>
          </p:cNvSpPr>
          <p:nvPr>
            <p:ph type="sldNum" sz="quarter" idx="12"/>
          </p:nvPr>
        </p:nvSpPr>
        <p:spPr>
          <a:ln/>
        </p:spPr>
        <p:txBody>
          <a:bodyPr/>
          <a:lstStyle>
            <a:lvl1pPr>
              <a:defRPr/>
            </a:lvl1pPr>
          </a:lstStyle>
          <a:p>
            <a:pPr>
              <a:defRPr/>
            </a:pPr>
            <a:fld id="{CB24F1E1-55F5-4A59-AEE6-5BEEFA3D3611}" type="slidenum">
              <a:rPr lang="es-ES" altLang="zh-CN"/>
              <a:pPr>
                <a:defRPr/>
              </a:pPr>
              <a:t>‹#›</a:t>
            </a:fld>
            <a:endParaRPr lang="es-ES" altLang="zh-CN"/>
          </a:p>
        </p:txBody>
      </p:sp>
    </p:spTree>
    <p:extLst>
      <p:ext uri="{BB962C8B-B14F-4D97-AF65-F5344CB8AC3E}">
        <p14:creationId xmlns:p14="http://schemas.microsoft.com/office/powerpoint/2010/main" val="140588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B529430-00AB-4612-B492-F6FDB811182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3" name="Rectangle 5">
            <a:extLst>
              <a:ext uri="{FF2B5EF4-FFF2-40B4-BE49-F238E27FC236}">
                <a16:creationId xmlns:a16="http://schemas.microsoft.com/office/drawing/2014/main" id="{EAF8F7E6-1245-4F85-8FB1-7C120AE4508B}"/>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4" name="Rectangle 6">
            <a:extLst>
              <a:ext uri="{FF2B5EF4-FFF2-40B4-BE49-F238E27FC236}">
                <a16:creationId xmlns:a16="http://schemas.microsoft.com/office/drawing/2014/main" id="{62E633C2-7DB4-432C-B810-1C33BDFBC069}"/>
              </a:ext>
            </a:extLst>
          </p:cNvPr>
          <p:cNvSpPr>
            <a:spLocks noGrp="1" noChangeArrowheads="1"/>
          </p:cNvSpPr>
          <p:nvPr>
            <p:ph type="sldNum" sz="quarter" idx="12"/>
          </p:nvPr>
        </p:nvSpPr>
        <p:spPr>
          <a:ln/>
        </p:spPr>
        <p:txBody>
          <a:bodyPr/>
          <a:lstStyle>
            <a:lvl1pPr>
              <a:defRPr/>
            </a:lvl1pPr>
          </a:lstStyle>
          <a:p>
            <a:pPr>
              <a:defRPr/>
            </a:pPr>
            <a:fld id="{B0E49A2C-9CD2-4C7A-A1D2-3CBD16CC691A}" type="slidenum">
              <a:rPr lang="es-ES" altLang="zh-CN"/>
              <a:pPr>
                <a:defRPr/>
              </a:pPr>
              <a:t>‹#›</a:t>
            </a:fld>
            <a:endParaRPr lang="es-ES" altLang="zh-CN"/>
          </a:p>
        </p:txBody>
      </p:sp>
    </p:spTree>
    <p:extLst>
      <p:ext uri="{BB962C8B-B14F-4D97-AF65-F5344CB8AC3E}">
        <p14:creationId xmlns:p14="http://schemas.microsoft.com/office/powerpoint/2010/main" val="278803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1CE38FA-AC78-43F9-874C-7F9362FA348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3E51434-F35A-47E4-9D77-3DEFC4B1AB6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11ED52B8-170D-446B-A0CA-86B3BF84B474}"/>
              </a:ext>
            </a:extLst>
          </p:cNvPr>
          <p:cNvSpPr>
            <a:spLocks noGrp="1" noChangeArrowheads="1"/>
          </p:cNvSpPr>
          <p:nvPr>
            <p:ph type="sldNum" sz="quarter" idx="12"/>
          </p:nvPr>
        </p:nvSpPr>
        <p:spPr>
          <a:ln/>
        </p:spPr>
        <p:txBody>
          <a:bodyPr/>
          <a:lstStyle>
            <a:lvl1pPr>
              <a:defRPr/>
            </a:lvl1pPr>
          </a:lstStyle>
          <a:p>
            <a:pPr>
              <a:defRPr/>
            </a:pPr>
            <a:fld id="{8B17A878-4AB6-4221-93ED-128AB758D1C2}" type="slidenum">
              <a:rPr lang="es-ES" altLang="zh-CN"/>
              <a:pPr>
                <a:defRPr/>
              </a:pPr>
              <a:t>‹#›</a:t>
            </a:fld>
            <a:endParaRPr lang="es-ES" altLang="zh-CN"/>
          </a:p>
        </p:txBody>
      </p:sp>
    </p:spTree>
    <p:extLst>
      <p:ext uri="{BB962C8B-B14F-4D97-AF65-F5344CB8AC3E}">
        <p14:creationId xmlns:p14="http://schemas.microsoft.com/office/powerpoint/2010/main" val="140471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1A3E51F-5DA1-4810-B799-081B9080CF32}"/>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11843C6-6CB6-47B7-BC82-8DCE9897628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093C44D6-AA9E-4140-A152-867869D32815}"/>
              </a:ext>
            </a:extLst>
          </p:cNvPr>
          <p:cNvSpPr>
            <a:spLocks noGrp="1" noChangeArrowheads="1"/>
          </p:cNvSpPr>
          <p:nvPr>
            <p:ph type="sldNum" sz="quarter" idx="12"/>
          </p:nvPr>
        </p:nvSpPr>
        <p:spPr>
          <a:ln/>
        </p:spPr>
        <p:txBody>
          <a:bodyPr/>
          <a:lstStyle>
            <a:lvl1pPr>
              <a:defRPr/>
            </a:lvl1pPr>
          </a:lstStyle>
          <a:p>
            <a:pPr>
              <a:defRPr/>
            </a:pPr>
            <a:fld id="{5FCB7166-2AE7-430A-B399-B7645AF39F4E}" type="slidenum">
              <a:rPr lang="es-ES" altLang="zh-CN"/>
              <a:pPr>
                <a:defRPr/>
              </a:pPr>
              <a:t>‹#›</a:t>
            </a:fld>
            <a:endParaRPr lang="es-ES" altLang="zh-CN"/>
          </a:p>
        </p:txBody>
      </p:sp>
    </p:spTree>
    <p:extLst>
      <p:ext uri="{BB962C8B-B14F-4D97-AF65-F5344CB8AC3E}">
        <p14:creationId xmlns:p14="http://schemas.microsoft.com/office/powerpoint/2010/main" val="131507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A74BCC-44DF-4398-A140-708FD8DD41E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E750864B-CBA7-47D3-9545-AC9AF7C7AD2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EE7E91F5-09AC-4851-98A0-DD2A5F51539F}"/>
              </a:ext>
            </a:extLst>
          </p:cNvPr>
          <p:cNvSpPr>
            <a:spLocks noGrp="1" noChangeArrowheads="1"/>
          </p:cNvSpPr>
          <p:nvPr>
            <p:ph type="sldNum" sz="quarter" idx="12"/>
          </p:nvPr>
        </p:nvSpPr>
        <p:spPr>
          <a:ln/>
        </p:spPr>
        <p:txBody>
          <a:bodyPr/>
          <a:lstStyle>
            <a:lvl1pPr>
              <a:defRPr/>
            </a:lvl1pPr>
          </a:lstStyle>
          <a:p>
            <a:pPr>
              <a:defRPr/>
            </a:pPr>
            <a:fld id="{6BA5C569-D32D-4EC6-BB87-AB8D60CE8C7A}" type="slidenum">
              <a:rPr lang="es-ES" altLang="zh-CN"/>
              <a:pPr>
                <a:defRPr/>
              </a:pPr>
              <a:t>‹#›</a:t>
            </a:fld>
            <a:endParaRPr lang="es-ES" altLang="zh-CN"/>
          </a:p>
        </p:txBody>
      </p:sp>
    </p:spTree>
    <p:extLst>
      <p:ext uri="{BB962C8B-B14F-4D97-AF65-F5344CB8AC3E}">
        <p14:creationId xmlns:p14="http://schemas.microsoft.com/office/powerpoint/2010/main" val="185981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980A6AD-9844-47EC-B114-E7C47A9539CA}"/>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AA454E40-DAC4-490A-96CF-1F552658F5B9}"/>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699E1111-0B21-4BC4-A4B1-0CBB65C101B7}"/>
              </a:ext>
            </a:extLst>
          </p:cNvPr>
          <p:cNvSpPr>
            <a:spLocks noGrp="1" noChangeArrowheads="1"/>
          </p:cNvSpPr>
          <p:nvPr>
            <p:ph type="sldNum" sz="quarter" idx="12"/>
          </p:nvPr>
        </p:nvSpPr>
        <p:spPr>
          <a:ln/>
        </p:spPr>
        <p:txBody>
          <a:bodyPr/>
          <a:lstStyle>
            <a:lvl1pPr>
              <a:defRPr/>
            </a:lvl1pPr>
          </a:lstStyle>
          <a:p>
            <a:pPr>
              <a:defRPr/>
            </a:pPr>
            <a:fld id="{A0D8CAEE-F9F5-4642-8844-7AE539B10E19}" type="slidenum">
              <a:rPr lang="es-ES" altLang="zh-CN"/>
              <a:pPr>
                <a:defRPr/>
              </a:pPr>
              <a:t>‹#›</a:t>
            </a:fld>
            <a:endParaRPr lang="es-ES" altLang="zh-CN"/>
          </a:p>
        </p:txBody>
      </p:sp>
    </p:spTree>
    <p:extLst>
      <p:ext uri="{BB962C8B-B14F-4D97-AF65-F5344CB8AC3E}">
        <p14:creationId xmlns:p14="http://schemas.microsoft.com/office/powerpoint/2010/main" val="84304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E9A0C65-DA14-42DE-8CF5-2E34EF89E73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zh-CN"/>
              <a:t>Haga clic para cambiar el estilo de título	</a:t>
            </a:r>
          </a:p>
        </p:txBody>
      </p:sp>
      <p:sp>
        <p:nvSpPr>
          <p:cNvPr id="1027" name="Rectangle 3">
            <a:extLst>
              <a:ext uri="{FF2B5EF4-FFF2-40B4-BE49-F238E27FC236}">
                <a16:creationId xmlns:a16="http://schemas.microsoft.com/office/drawing/2014/main" id="{D1348984-D2BD-4612-AFFE-42EA36E403CB}"/>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1028" name="Rectangle 4">
            <a:extLst>
              <a:ext uri="{FF2B5EF4-FFF2-40B4-BE49-F238E27FC236}">
                <a16:creationId xmlns:a16="http://schemas.microsoft.com/office/drawing/2014/main" id="{F38C8325-8802-455C-BE1C-9A517A76FE9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anose="02010600030101010101" pitchFamily="2" charset="-122"/>
              </a:defRPr>
            </a:lvl1pPr>
          </a:lstStyle>
          <a:p>
            <a:pPr>
              <a:defRPr/>
            </a:pPr>
            <a:endParaRPr lang="es-ES" altLang="zh-CN"/>
          </a:p>
        </p:txBody>
      </p:sp>
      <p:sp>
        <p:nvSpPr>
          <p:cNvPr id="1029" name="Rectangle 5">
            <a:extLst>
              <a:ext uri="{FF2B5EF4-FFF2-40B4-BE49-F238E27FC236}">
                <a16:creationId xmlns:a16="http://schemas.microsoft.com/office/drawing/2014/main" id="{43BF34CE-0BAD-4827-90D2-59CE8EB7F88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pPr>
              <a:defRPr/>
            </a:pPr>
            <a:endParaRPr lang="es-ES" altLang="zh-CN"/>
          </a:p>
        </p:txBody>
      </p:sp>
      <p:sp>
        <p:nvSpPr>
          <p:cNvPr id="1030" name="Rectangle 6">
            <a:extLst>
              <a:ext uri="{FF2B5EF4-FFF2-40B4-BE49-F238E27FC236}">
                <a16:creationId xmlns:a16="http://schemas.microsoft.com/office/drawing/2014/main" id="{222AFF9A-3FF3-4879-AD35-1F594C0F438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宋体" panose="02010600030101010101" pitchFamily="2" charset="-122"/>
              </a:defRPr>
            </a:lvl1pPr>
          </a:lstStyle>
          <a:p>
            <a:pPr>
              <a:defRPr/>
            </a:pPr>
            <a:fld id="{2C15FD87-5F71-4162-BE04-E7686FCB5F56}" type="slidenum">
              <a:rPr lang="es-ES" altLang="zh-CN"/>
              <a:pPr>
                <a:defRPr/>
              </a:pPr>
              <a:t>‹#›</a:t>
            </a:fld>
            <a:endParaRPr lang="es-E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Rectangle 10">
            <a:extLst>
              <a:ext uri="{FF2B5EF4-FFF2-40B4-BE49-F238E27FC236}">
                <a16:creationId xmlns:a16="http://schemas.microsoft.com/office/drawing/2014/main" id="{C38FCE21-CC3E-4C81-B95A-118DE7524B3B}"/>
              </a:ext>
            </a:extLst>
          </p:cNvPr>
          <p:cNvSpPr>
            <a:spLocks noGrp="1" noChangeArrowheads="1"/>
          </p:cNvSpPr>
          <p:nvPr>
            <p:ph type="subTitle" idx="1"/>
          </p:nvPr>
        </p:nvSpPr>
        <p:spPr>
          <a:xfrm>
            <a:off x="3023641" y="3212976"/>
            <a:ext cx="3096717" cy="1752600"/>
          </a:xfrm>
        </p:spPr>
        <p:txBody>
          <a:bodyPr anchor="ctr"/>
          <a:lstStyle/>
          <a:p>
            <a:pPr algn="r" eaLnBrk="1" hangingPunct="1"/>
            <a:r>
              <a:rPr lang="zh-CN" altLang="en-US" sz="3200" dirty="0">
                <a:solidFill>
                  <a:srgbClr val="FF0000"/>
                </a:solidFill>
                <a:latin typeface="微软雅黑" panose="020B0503020204020204" pitchFamily="34" charset="-122"/>
                <a:ea typeface="微软雅黑" panose="020B0503020204020204" pitchFamily="34" charset="-122"/>
              </a:rPr>
              <a:t>五饼二鱼的服侍</a:t>
            </a:r>
            <a:endParaRPr lang="en-US" altLang="zh-CN" sz="3200" dirty="0">
              <a:solidFill>
                <a:srgbClr val="FF0000"/>
              </a:solidFill>
              <a:latin typeface="微软雅黑" panose="020B0503020204020204" pitchFamily="34" charset="-122"/>
              <a:ea typeface="微软雅黑" panose="020B0503020204020204" pitchFamily="34" charset="-122"/>
            </a:endParaRPr>
          </a:p>
          <a:p>
            <a:pPr algn="r" eaLnBrk="1" hangingPunct="1"/>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耶稣的服侍</a:t>
            </a:r>
            <a:endParaRPr lang="en-US" altLang="zh-CN" sz="2000" dirty="0">
              <a:solidFill>
                <a:srgbClr val="FF0000"/>
              </a:solidFill>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约翰福音</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章</a:t>
            </a:r>
            <a:r>
              <a:rPr lang="en-US" altLang="zh-CN" dirty="0">
                <a:latin typeface="微软雅黑" panose="020B0503020204020204" pitchFamily="34" charset="-122"/>
                <a:ea typeface="微软雅黑" panose="020B0503020204020204" pitchFamily="34" charset="-122"/>
              </a:rPr>
              <a:t>1~15</a:t>
            </a:r>
            <a:r>
              <a:rPr lang="zh-CN" altLang="en-US" dirty="0">
                <a:latin typeface="微软雅黑" panose="020B0503020204020204" pitchFamily="34" charset="-122"/>
                <a:ea typeface="微软雅黑" panose="020B0503020204020204" pitchFamily="34" charset="-122"/>
              </a:rPr>
              <a:t>节</a:t>
            </a:r>
            <a:endParaRPr lang="en-US" altLang="zh-CN" dirty="0">
              <a:latin typeface="微软雅黑" panose="020B0503020204020204" pitchFamily="34" charset="-122"/>
              <a:ea typeface="微软雅黑" panose="020B0503020204020204" pitchFamily="34" charset="-122"/>
            </a:endParaRPr>
          </a:p>
          <a:p>
            <a:pPr eaLnBrk="1" hangingPunct="1"/>
            <a:fld id="{618F78D9-BF3A-4923-A8C2-761151026BE5}" type="datetime2">
              <a:rPr lang="zh-CN" altLang="zh-CN" sz="1800">
                <a:latin typeface="微软雅黑" panose="020B0503020204020204" pitchFamily="34" charset="-122"/>
                <a:ea typeface="微软雅黑" panose="020B0503020204020204" pitchFamily="34" charset="-122"/>
              </a:rPr>
              <a:t>2018年12月23日</a:t>
            </a:fld>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zh-CN" altLang="en-US" dirty="0"/>
              <a:t>经文：</a:t>
            </a:r>
            <a:r>
              <a:rPr lang="zh-CN" altLang="en-US" sz="1800" dirty="0"/>
              <a:t>约翰福音</a:t>
            </a:r>
            <a:r>
              <a:rPr lang="en-US" altLang="zh-CN" sz="1800" dirty="0"/>
              <a:t>6</a:t>
            </a:r>
            <a:r>
              <a:rPr lang="zh-CN" altLang="en-US" sz="1800" dirty="0"/>
              <a:t>章</a:t>
            </a:r>
            <a:r>
              <a:rPr lang="en-US" altLang="zh-CN" sz="1800" dirty="0"/>
              <a:t>1~13</a:t>
            </a:r>
            <a:r>
              <a:rPr lang="zh-CN" altLang="en-US" sz="1800" dirty="0"/>
              <a:t>节</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107504" y="1600200"/>
            <a:ext cx="9036496" cy="5257800"/>
          </a:xfrm>
        </p:spPr>
        <p:txBody>
          <a:bodyPr/>
          <a:lstStyle/>
          <a:p>
            <a:pPr marL="0" indent="0">
              <a:buNone/>
            </a:pPr>
            <a:r>
              <a:rPr lang="en-US" altLang="zh-CN" sz="2000" dirty="0"/>
              <a:t>1 </a:t>
            </a:r>
            <a:r>
              <a:rPr lang="zh-CN" altLang="zh-CN" sz="2000" dirty="0"/>
              <a:t>这事以后，耶稣渡过加利利海，就是提比哩亚海。</a:t>
            </a:r>
            <a:r>
              <a:rPr lang="en-US" altLang="zh-CN" sz="2000" dirty="0"/>
              <a:t>2 </a:t>
            </a:r>
            <a:r>
              <a:rPr lang="zh-CN" altLang="zh-CN" sz="2000" dirty="0"/>
              <a:t>有许多人因为看见他在病人身上所行的神迹，就跟随他。</a:t>
            </a:r>
            <a:r>
              <a:rPr lang="en-US" altLang="zh-CN" sz="2000" dirty="0"/>
              <a:t>3 </a:t>
            </a:r>
            <a:r>
              <a:rPr lang="zh-CN" altLang="zh-CN" sz="2000" dirty="0"/>
              <a:t>耶稣上了山，和门徒一同坐在那里。</a:t>
            </a:r>
            <a:r>
              <a:rPr lang="en-US" altLang="zh-CN" sz="2000" dirty="0"/>
              <a:t>4 </a:t>
            </a:r>
            <a:r>
              <a:rPr lang="zh-CN" altLang="zh-CN" sz="2000" dirty="0"/>
              <a:t>那时犹太人的逾越节近了。</a:t>
            </a:r>
            <a:r>
              <a:rPr lang="en-US" altLang="zh-CN" sz="2000" dirty="0"/>
              <a:t>5 </a:t>
            </a:r>
            <a:r>
              <a:rPr lang="zh-CN" altLang="zh-CN" sz="2000" dirty="0"/>
              <a:t>耶稣举目看见许多人来，就</a:t>
            </a:r>
            <a:r>
              <a:rPr lang="zh-CN" altLang="zh-CN" sz="2000" dirty="0">
                <a:solidFill>
                  <a:srgbClr val="FFFF00"/>
                </a:solidFill>
              </a:rPr>
              <a:t>对腓力说：</a:t>
            </a:r>
            <a:r>
              <a:rPr lang="en-US" altLang="zh-CN" sz="2000" dirty="0">
                <a:solidFill>
                  <a:srgbClr val="FFFF00"/>
                </a:solidFill>
              </a:rPr>
              <a:t>“</a:t>
            </a:r>
            <a:r>
              <a:rPr lang="zh-CN" altLang="zh-CN" sz="2000" dirty="0">
                <a:solidFill>
                  <a:srgbClr val="FFFF00"/>
                </a:solidFill>
              </a:rPr>
              <a:t>我们从哪里买饼叫这些人吃呢？</a:t>
            </a:r>
            <a:r>
              <a:rPr lang="en-US" altLang="zh-CN" sz="2000" dirty="0"/>
              <a:t>”6 </a:t>
            </a:r>
            <a:r>
              <a:rPr lang="zh-CN" altLang="zh-CN" sz="2000" dirty="0"/>
              <a:t>他说这话是要试验腓力，他自己原知道要怎样行。</a:t>
            </a:r>
            <a:r>
              <a:rPr lang="en-US" altLang="zh-CN" sz="2000" dirty="0"/>
              <a:t>7 </a:t>
            </a:r>
            <a:r>
              <a:rPr lang="zh-CN" altLang="zh-CN" sz="2000" dirty="0">
                <a:solidFill>
                  <a:srgbClr val="00B050"/>
                </a:solidFill>
              </a:rPr>
              <a:t>腓力</a:t>
            </a:r>
            <a:r>
              <a:rPr lang="zh-CN" altLang="zh-CN" sz="2000" dirty="0"/>
              <a:t>回答说：</a:t>
            </a:r>
            <a:r>
              <a:rPr lang="en-US" altLang="zh-CN" sz="2000" dirty="0"/>
              <a:t>“</a:t>
            </a:r>
            <a:r>
              <a:rPr lang="zh-CN" altLang="zh-CN" sz="2000" dirty="0">
                <a:solidFill>
                  <a:srgbClr val="C00000"/>
                </a:solidFill>
              </a:rPr>
              <a:t>就是二十两银子的饼，叫他们各人吃一点，也是不够的。</a:t>
            </a:r>
            <a:r>
              <a:rPr lang="en-US" altLang="zh-CN" sz="2000" dirty="0"/>
              <a:t>”8 </a:t>
            </a:r>
            <a:r>
              <a:rPr lang="zh-CN" altLang="zh-CN" sz="2000" dirty="0"/>
              <a:t>有一个门徒，就是西门彼得的兄弟</a:t>
            </a:r>
            <a:r>
              <a:rPr lang="zh-CN" altLang="zh-CN" sz="2000" dirty="0">
                <a:solidFill>
                  <a:srgbClr val="00B050"/>
                </a:solidFill>
              </a:rPr>
              <a:t>安得烈</a:t>
            </a:r>
            <a:r>
              <a:rPr lang="zh-CN" altLang="zh-CN" sz="2000" dirty="0"/>
              <a:t>，对耶稣说：</a:t>
            </a:r>
            <a:r>
              <a:rPr lang="en-US" altLang="zh-CN" sz="2000" dirty="0"/>
              <a:t>9 “</a:t>
            </a:r>
            <a:r>
              <a:rPr lang="zh-CN" altLang="zh-CN" sz="2000" dirty="0">
                <a:solidFill>
                  <a:srgbClr val="C00000"/>
                </a:solidFill>
              </a:rPr>
              <a:t>在这里有一个孩童，带着五个大麦饼、两条鱼，只是分给这许多人，还算什么呢？</a:t>
            </a:r>
            <a:r>
              <a:rPr lang="en-US" altLang="zh-CN" sz="2000" dirty="0"/>
              <a:t>”10 </a:t>
            </a:r>
            <a:r>
              <a:rPr lang="zh-CN" altLang="zh-CN" sz="2000" dirty="0"/>
              <a:t>耶稣说：</a:t>
            </a:r>
            <a:r>
              <a:rPr lang="en-US" altLang="zh-CN" sz="2000" dirty="0"/>
              <a:t>“</a:t>
            </a:r>
            <a:r>
              <a:rPr lang="zh-CN" altLang="zh-CN" sz="2000" dirty="0">
                <a:solidFill>
                  <a:srgbClr val="FFFF00"/>
                </a:solidFill>
              </a:rPr>
              <a:t>你们叫众人坐下。</a:t>
            </a:r>
            <a:r>
              <a:rPr lang="zh-CN" altLang="zh-CN" sz="2000" dirty="0"/>
              <a:t>”原来那地方的草多，众人就坐下，数目约有五千。</a:t>
            </a:r>
            <a:r>
              <a:rPr lang="en-US" altLang="zh-CN" sz="2000" dirty="0"/>
              <a:t>11 </a:t>
            </a:r>
            <a:r>
              <a:rPr lang="zh-CN" altLang="zh-CN" sz="2000" dirty="0"/>
              <a:t>耶稣拿起饼来祝谢了，就分给那坐着的人，分鱼也是这样，都随着他们所要的。</a:t>
            </a:r>
            <a:r>
              <a:rPr lang="en-US" altLang="zh-CN" sz="2000" dirty="0"/>
              <a:t>12 </a:t>
            </a:r>
            <a:r>
              <a:rPr lang="zh-CN" altLang="zh-CN" sz="2000" dirty="0"/>
              <a:t>他们吃饱了，耶稣对门徒说：</a:t>
            </a:r>
            <a:r>
              <a:rPr lang="en-US" altLang="zh-CN" sz="2000" dirty="0"/>
              <a:t>“</a:t>
            </a:r>
            <a:r>
              <a:rPr lang="zh-CN" altLang="zh-CN" sz="2000" dirty="0"/>
              <a:t>把剩下的零碎收拾起来，免得有糟蹋的。</a:t>
            </a:r>
            <a:r>
              <a:rPr lang="en-US" altLang="zh-CN" sz="2000" dirty="0"/>
              <a:t>”13 </a:t>
            </a:r>
            <a:r>
              <a:rPr lang="zh-CN" altLang="zh-CN" sz="2000" dirty="0"/>
              <a:t>他们便将那五个大麦饼的零碎，就是众人吃了剩下的，收拾起来，装满了十二个篮子。</a:t>
            </a:r>
            <a:r>
              <a:rPr lang="zh-CN" altLang="en-US" sz="2000" dirty="0"/>
              <a:t> </a:t>
            </a:r>
            <a:r>
              <a:rPr lang="en-US" altLang="zh-CN" sz="2000" dirty="0"/>
              <a:t>14 </a:t>
            </a:r>
            <a:r>
              <a:rPr lang="zh-CN" altLang="en-US" sz="2000" dirty="0"/>
              <a:t>众人看见耶稣所行的神迹，就说：“这真是那要到世间来的先知。”</a:t>
            </a:r>
            <a:r>
              <a:rPr lang="en-US" altLang="zh-CN" sz="2000" dirty="0"/>
              <a:t>15 </a:t>
            </a:r>
            <a:r>
              <a:rPr lang="zh-CN" altLang="en-US" sz="2000" dirty="0"/>
              <a:t>耶稣既知道众人要来强逼他作王，就独自又退到山上去了。</a:t>
            </a:r>
            <a:endParaRPr lang="zh-CN" altLang="zh-C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zh-CN" altLang="en-US" dirty="0"/>
              <a:t>经文：</a:t>
            </a:r>
            <a:r>
              <a:rPr lang="zh-CN" altLang="en-US" sz="1800" dirty="0"/>
              <a:t>马可福音</a:t>
            </a:r>
            <a:r>
              <a:rPr lang="en-US" altLang="zh-CN" sz="1800" dirty="0"/>
              <a:t>6</a:t>
            </a:r>
            <a:r>
              <a:rPr lang="zh-CN" altLang="en-US" sz="1800" dirty="0"/>
              <a:t>章</a:t>
            </a:r>
            <a:r>
              <a:rPr lang="en-US" altLang="zh-CN" sz="1800" dirty="0"/>
              <a:t>30~44</a:t>
            </a:r>
            <a:r>
              <a:rPr lang="zh-CN" altLang="en-US" sz="1800" dirty="0"/>
              <a:t>节：</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107504" y="1600200"/>
            <a:ext cx="9036496" cy="5257800"/>
          </a:xfrm>
        </p:spPr>
        <p:txBody>
          <a:bodyPr/>
          <a:lstStyle/>
          <a:p>
            <a:pPr marL="0" indent="0">
              <a:buNone/>
            </a:pPr>
            <a:r>
              <a:rPr lang="en-US" altLang="zh-CN" sz="2000" dirty="0"/>
              <a:t>30 </a:t>
            </a:r>
            <a:r>
              <a:rPr lang="zh-CN" altLang="en-US" sz="2000" dirty="0"/>
              <a:t>使徒聚集到耶稣那里，将一切所作的事、所传的道全告诉他。</a:t>
            </a:r>
            <a:r>
              <a:rPr lang="en-US" altLang="zh-CN" sz="2000" dirty="0"/>
              <a:t>31 </a:t>
            </a:r>
            <a:r>
              <a:rPr lang="zh-CN" altLang="en-US" sz="2000" dirty="0"/>
              <a:t>他就说：“你们来，同我暗暗的到旷野地方去歇一歇。”这是因为来往的人多，他们连吃饭也没有工夫。</a:t>
            </a:r>
            <a:r>
              <a:rPr lang="en-US" altLang="zh-CN" sz="2000" dirty="0"/>
              <a:t>32 </a:t>
            </a:r>
            <a:r>
              <a:rPr lang="zh-CN" altLang="en-US" sz="2000" dirty="0"/>
              <a:t>他们就坐船，暗暗的往旷野地方去。</a:t>
            </a:r>
            <a:r>
              <a:rPr lang="en-US" altLang="zh-CN" sz="2000" dirty="0"/>
              <a:t>33 </a:t>
            </a:r>
            <a:r>
              <a:rPr lang="zh-CN" altLang="en-US" sz="2000" dirty="0"/>
              <a:t>众人看见他们去，有许多认识他们的，就从各城步行，一同跑到那里，比他们先赶到了。</a:t>
            </a:r>
            <a:r>
              <a:rPr lang="en-US" altLang="zh-CN" sz="2000" dirty="0"/>
              <a:t>34 </a:t>
            </a:r>
            <a:r>
              <a:rPr lang="zh-CN" altLang="en-US" sz="2000" dirty="0"/>
              <a:t>耶稣出来，见有许多的人，就怜悯他们，因为他们如同羊没有牧人一般，于是开口教训他们许多道理。</a:t>
            </a:r>
            <a:r>
              <a:rPr lang="en-US" altLang="zh-CN" sz="2000" dirty="0"/>
              <a:t>35 </a:t>
            </a:r>
            <a:r>
              <a:rPr lang="zh-CN" altLang="en-US" sz="2000" dirty="0"/>
              <a:t>天已经晚了，门徒进前来，说：“这是野地，天已经晚了，</a:t>
            </a:r>
            <a:r>
              <a:rPr lang="en-US" altLang="zh-CN" sz="2000" dirty="0"/>
              <a:t>36 </a:t>
            </a:r>
            <a:r>
              <a:rPr lang="zh-CN" altLang="en-US" sz="2000" dirty="0"/>
              <a:t>请叫众人散开，他们好往四面乡村里去，自己买什么吃。”</a:t>
            </a:r>
            <a:r>
              <a:rPr lang="en-US" altLang="zh-CN" sz="2000" dirty="0"/>
              <a:t>37 </a:t>
            </a:r>
            <a:r>
              <a:rPr lang="zh-CN" altLang="en-US" sz="2000" dirty="0"/>
              <a:t>耶稣回答说：“你们给他们吃吧！”门徒说：“我们可以去买二十两银子的饼，给他们吃吗？”</a:t>
            </a:r>
            <a:r>
              <a:rPr lang="en-US" altLang="zh-CN" sz="2000" dirty="0"/>
              <a:t>38 </a:t>
            </a:r>
            <a:r>
              <a:rPr lang="zh-CN" altLang="en-US" sz="2000" dirty="0"/>
              <a:t>耶稣说：“你们有多少饼，可以去看看。”他们知道了，就说：“五个饼，两条鱼。”</a:t>
            </a:r>
            <a:r>
              <a:rPr lang="en-US" altLang="zh-CN" sz="2000" dirty="0"/>
              <a:t>39 </a:t>
            </a:r>
            <a:r>
              <a:rPr lang="zh-CN" altLang="en-US" sz="2000" dirty="0"/>
              <a:t>耶稣吩咐他们，叫众人一帮一帮的坐在青草地上。</a:t>
            </a:r>
            <a:r>
              <a:rPr lang="en-US" altLang="zh-CN" sz="2000" dirty="0"/>
              <a:t>40 </a:t>
            </a:r>
            <a:r>
              <a:rPr lang="zh-CN" altLang="en-US" sz="2000" dirty="0"/>
              <a:t>众人就一排一排的坐下，有一百一排的，有五十一排的。</a:t>
            </a:r>
            <a:r>
              <a:rPr lang="en-US" altLang="zh-CN" sz="2000" dirty="0"/>
              <a:t>41 </a:t>
            </a:r>
            <a:r>
              <a:rPr lang="zh-CN" altLang="en-US" sz="2000" dirty="0"/>
              <a:t>耶稣拿着这五个饼，两条鱼，望着天祝福，擘开饼，递给门徒，摆在众人面前，也把那两条鱼分给众人。</a:t>
            </a:r>
            <a:r>
              <a:rPr lang="en-US" altLang="zh-CN" sz="2000" dirty="0"/>
              <a:t>42 </a:t>
            </a:r>
            <a:r>
              <a:rPr lang="zh-CN" altLang="en-US" sz="2000" dirty="0"/>
              <a:t>他们都吃，并且吃饱了。</a:t>
            </a:r>
            <a:r>
              <a:rPr lang="en-US" altLang="zh-CN" sz="2000" dirty="0"/>
              <a:t>43 </a:t>
            </a:r>
            <a:r>
              <a:rPr lang="zh-CN" altLang="en-US" sz="2000" dirty="0"/>
              <a:t>门徒就把碎饼、碎鱼收拾起来，装满了十二个篮子。</a:t>
            </a:r>
            <a:r>
              <a:rPr lang="en-US" altLang="zh-CN" sz="2000" dirty="0"/>
              <a:t>44 </a:t>
            </a:r>
            <a:r>
              <a:rPr lang="zh-CN" altLang="en-US" sz="2000" dirty="0"/>
              <a:t>吃饼的男人共有五千。</a:t>
            </a:r>
            <a:endParaRPr lang="zh-CN" altLang="zh-CN" sz="2000" dirty="0"/>
          </a:p>
        </p:txBody>
      </p:sp>
    </p:spTree>
    <p:extLst>
      <p:ext uri="{BB962C8B-B14F-4D97-AF65-F5344CB8AC3E}">
        <p14:creationId xmlns:p14="http://schemas.microsoft.com/office/powerpoint/2010/main" val="458176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en-US" b="1" dirty="0"/>
              <a:t>五饼二鱼：</a:t>
            </a:r>
            <a:br>
              <a:rPr lang="en-US" altLang="zh-CN" b="1" dirty="0"/>
            </a:br>
            <a:r>
              <a:rPr lang="zh-CN" altLang="en-US" b="1" dirty="0"/>
              <a:t>创造            </a:t>
            </a:r>
            <a:endParaRPr lang="zh-CN" altLang="zh-CN" b="1" dirty="0"/>
          </a:p>
        </p:txBody>
      </p:sp>
      <p:sp>
        <p:nvSpPr>
          <p:cNvPr id="7" name="矩形 6">
            <a:extLst>
              <a:ext uri="{FF2B5EF4-FFF2-40B4-BE49-F238E27FC236}">
                <a16:creationId xmlns:a16="http://schemas.microsoft.com/office/drawing/2014/main" id="{0E73E572-7196-40EA-8C21-74E502C8F480}"/>
              </a:ext>
            </a:extLst>
          </p:cNvPr>
          <p:cNvSpPr/>
          <p:nvPr/>
        </p:nvSpPr>
        <p:spPr>
          <a:xfrm>
            <a:off x="1331640" y="5517232"/>
            <a:ext cx="6851104" cy="1200329"/>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因为万有都是靠他造的，无论是天上的、地上的、能看见的、不能看见的，或是有位的、主治的、执政的、掌权的，一概都是藉着他造的，又是为他造的。</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r"/>
            <a:r>
              <a:rPr lang="en-US" altLang="zh-CN"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歌罗西书</a:t>
            </a:r>
            <a:r>
              <a:rPr lang="en-US" altLang="zh-CN"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1:16)</a:t>
            </a:r>
            <a:endParaRPr lang="zh-CN" altLang="en-US" b="1" dirty="0">
              <a:solidFill>
                <a:schemeClr val="bg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E415CD44-5392-407C-B245-26C6DF9902CF}"/>
              </a:ext>
            </a:extLst>
          </p:cNvPr>
          <p:cNvPicPr>
            <a:picLocks noChangeAspect="1"/>
          </p:cNvPicPr>
          <p:nvPr/>
        </p:nvPicPr>
        <p:blipFill>
          <a:blip r:embed="rId3"/>
          <a:stretch>
            <a:fillRect/>
          </a:stretch>
        </p:blipFill>
        <p:spPr>
          <a:xfrm>
            <a:off x="287524" y="140439"/>
            <a:ext cx="8568952" cy="5376793"/>
          </a:xfrm>
          <a:prstGeom prst="rect">
            <a:avLst/>
          </a:prstGeom>
        </p:spPr>
      </p:pic>
    </p:spTree>
    <p:extLst>
      <p:ext uri="{BB962C8B-B14F-4D97-AF65-F5344CB8AC3E}">
        <p14:creationId xmlns:p14="http://schemas.microsoft.com/office/powerpoint/2010/main" val="765136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zh-CN" b="1" dirty="0"/>
              <a:t>耶稣的服侍</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zh-CN" sz="2400" b="1" dirty="0"/>
              <a:t>服侍</a:t>
            </a:r>
            <a:r>
              <a:rPr lang="zh-CN" altLang="en-US" sz="2400" b="1" dirty="0"/>
              <a:t>内容</a:t>
            </a:r>
            <a:r>
              <a:rPr lang="zh-CN" altLang="zh-CN" sz="2400" b="1" dirty="0"/>
              <a:t>：</a:t>
            </a:r>
            <a:endParaRPr lang="en-US" altLang="zh-CN" sz="2400" b="1" dirty="0"/>
          </a:p>
          <a:p>
            <a:pPr lvl="1"/>
            <a:r>
              <a:rPr lang="zh-CN" altLang="en-US" sz="2400" dirty="0"/>
              <a:t>天国的道理</a:t>
            </a:r>
            <a:endParaRPr lang="en-US" altLang="zh-CN" sz="2400" dirty="0"/>
          </a:p>
          <a:p>
            <a:pPr lvl="2"/>
            <a:r>
              <a:rPr lang="zh-CN" altLang="zh-CN" dirty="0"/>
              <a:t>开口教训他们许多道理</a:t>
            </a:r>
            <a:r>
              <a:rPr lang="en-US" altLang="zh-CN" dirty="0"/>
              <a:t>(</a:t>
            </a:r>
            <a:r>
              <a:rPr lang="zh-CN" altLang="zh-CN" dirty="0"/>
              <a:t>马可福音</a:t>
            </a:r>
            <a:r>
              <a:rPr lang="en-US" altLang="zh-CN" dirty="0"/>
              <a:t>6</a:t>
            </a:r>
            <a:r>
              <a:rPr lang="zh-CN" altLang="zh-CN" dirty="0"/>
              <a:t>章</a:t>
            </a:r>
            <a:r>
              <a:rPr lang="en-US" altLang="zh-CN" dirty="0"/>
              <a:t>)</a:t>
            </a:r>
            <a:endParaRPr lang="en-US" altLang="zh-CN" sz="2000" dirty="0"/>
          </a:p>
          <a:p>
            <a:pPr lvl="1"/>
            <a:r>
              <a:rPr lang="zh-CN" altLang="en-US" sz="2400" dirty="0"/>
              <a:t>身体的需要</a:t>
            </a:r>
            <a:endParaRPr lang="en-US" altLang="zh-CN" sz="2400" dirty="0"/>
          </a:p>
          <a:p>
            <a:pPr lvl="2"/>
            <a:r>
              <a:rPr lang="zh-CN" altLang="zh-CN" dirty="0"/>
              <a:t>第</a:t>
            </a:r>
            <a:r>
              <a:rPr lang="en-US" altLang="zh-CN" dirty="0"/>
              <a:t>5</a:t>
            </a:r>
            <a:r>
              <a:rPr lang="zh-CN" altLang="zh-CN" dirty="0"/>
              <a:t>节</a:t>
            </a:r>
            <a:r>
              <a:rPr lang="zh-CN" altLang="en-US" dirty="0"/>
              <a:t>：</a:t>
            </a:r>
            <a:endParaRPr lang="en-US" altLang="zh-CN" dirty="0"/>
          </a:p>
          <a:p>
            <a:pPr marL="914400" lvl="2" indent="0">
              <a:buNone/>
            </a:pPr>
            <a:r>
              <a:rPr lang="zh-CN" altLang="zh-CN" dirty="0"/>
              <a:t>耶稣对腓力说：“我们从哪里买饼叫这些人吃呢？”</a:t>
            </a:r>
            <a:endParaRPr lang="en-US" altLang="zh-CN" sz="2400" b="1" dirty="0"/>
          </a:p>
          <a:p>
            <a:r>
              <a:rPr lang="zh-CN" altLang="en-US" sz="2400" b="1" dirty="0"/>
              <a:t>服侍动力：</a:t>
            </a:r>
            <a:endParaRPr lang="en-US" altLang="zh-CN" sz="2400" b="1" dirty="0"/>
          </a:p>
          <a:p>
            <a:pPr lvl="1"/>
            <a:r>
              <a:rPr lang="zh-CN" altLang="en-US" sz="2400" dirty="0"/>
              <a:t>怜悯的心（爱心）</a:t>
            </a:r>
            <a:endParaRPr lang="en-US" altLang="zh-CN" sz="2400" dirty="0"/>
          </a:p>
          <a:p>
            <a:pPr marL="914400" lvl="2" indent="0">
              <a:buNone/>
            </a:pPr>
            <a:r>
              <a:rPr lang="zh-CN" altLang="zh-CN" dirty="0"/>
              <a:t>“就怜悯他们”</a:t>
            </a:r>
            <a:r>
              <a:rPr lang="zh-CN" altLang="en-US" dirty="0"/>
              <a:t>（马可福音</a:t>
            </a:r>
            <a:r>
              <a:rPr lang="en-US" altLang="zh-CN" dirty="0"/>
              <a:t>6</a:t>
            </a:r>
            <a:r>
              <a:rPr lang="zh-CN" altLang="en-US"/>
              <a:t>章）</a:t>
            </a:r>
            <a:endParaRPr lang="en-US" altLang="zh-CN" sz="2000" dirty="0"/>
          </a:p>
          <a:p>
            <a:endParaRPr lang="en-US" altLang="zh-CN" sz="2400" b="1" dirty="0"/>
          </a:p>
          <a:p>
            <a:endParaRPr lang="en-US" altLang="zh-CN" sz="2400" b="1" dirty="0"/>
          </a:p>
          <a:p>
            <a:pPr marL="914400" lvl="2" indent="0">
              <a:buNone/>
            </a:pPr>
            <a:endParaRPr lang="en-US" altLang="zh-CN" sz="2000" dirty="0"/>
          </a:p>
          <a:p>
            <a:pPr lvl="1"/>
            <a:r>
              <a:rPr lang="zh-CN" altLang="en-US" sz="2400" dirty="0"/>
              <a:t>靠着祷告服侍</a:t>
            </a:r>
            <a:endParaRPr lang="en-US" altLang="zh-CN" sz="2400" dirty="0"/>
          </a:p>
          <a:p>
            <a:pPr lvl="2"/>
            <a:r>
              <a:rPr lang="zh-CN" altLang="zh-CN" dirty="0"/>
              <a:t>第</a:t>
            </a:r>
            <a:r>
              <a:rPr lang="en-US" altLang="zh-CN" dirty="0"/>
              <a:t>11</a:t>
            </a:r>
            <a:r>
              <a:rPr lang="zh-CN" altLang="zh-CN" dirty="0"/>
              <a:t>节</a:t>
            </a:r>
            <a:endParaRPr lang="en-US" altLang="zh-CN" dirty="0"/>
          </a:p>
          <a:p>
            <a:pPr marL="914400" lvl="2" indent="0">
              <a:buNone/>
            </a:pPr>
            <a:r>
              <a:rPr lang="zh-CN" altLang="zh-CN" dirty="0"/>
              <a:t>耶稣拿起饼来祝谢了</a:t>
            </a:r>
            <a:endParaRPr lang="zh-CN" altLang="en-US" dirty="0"/>
          </a:p>
          <a:p>
            <a:pPr marL="914400" lvl="2" indent="0">
              <a:buNone/>
            </a:pPr>
            <a:endParaRPr lang="en-US" altLang="zh-CN" dirty="0"/>
          </a:p>
        </p:txBody>
      </p:sp>
    </p:spTree>
    <p:extLst>
      <p:ext uri="{BB962C8B-B14F-4D97-AF65-F5344CB8AC3E}">
        <p14:creationId xmlns:p14="http://schemas.microsoft.com/office/powerpoint/2010/main" val="2208621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zh-CN" b="1" dirty="0"/>
              <a:t>耶稣的服侍</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zh-CN" sz="2400" b="1" dirty="0"/>
              <a:t>服侍特点：</a:t>
            </a:r>
            <a:endParaRPr lang="en-US" altLang="zh-CN" sz="2400" b="1" dirty="0"/>
          </a:p>
          <a:p>
            <a:pPr lvl="1"/>
            <a:r>
              <a:rPr lang="zh-CN" altLang="en-US" sz="2400"/>
              <a:t>在</a:t>
            </a:r>
            <a:r>
              <a:rPr lang="zh-CN" altLang="zh-CN" sz="2400" dirty="0"/>
              <a:t>服侍</a:t>
            </a:r>
            <a:r>
              <a:rPr lang="zh-CN" altLang="en-US" sz="2400" dirty="0"/>
              <a:t>中教导</a:t>
            </a:r>
            <a:endParaRPr lang="en-US" altLang="zh-CN" sz="2400" dirty="0"/>
          </a:p>
          <a:p>
            <a:pPr lvl="2"/>
            <a:r>
              <a:rPr lang="zh-CN" altLang="zh-CN" dirty="0"/>
              <a:t>第</a:t>
            </a:r>
            <a:r>
              <a:rPr lang="en-US" altLang="zh-CN" dirty="0"/>
              <a:t>5</a:t>
            </a:r>
            <a:r>
              <a:rPr lang="zh-CN" altLang="zh-CN" dirty="0"/>
              <a:t>节</a:t>
            </a:r>
            <a:r>
              <a:rPr lang="zh-CN" altLang="en-US" dirty="0"/>
              <a:t>：</a:t>
            </a:r>
            <a:endParaRPr lang="en-US" altLang="zh-CN" dirty="0"/>
          </a:p>
          <a:p>
            <a:pPr marL="914400" lvl="2" indent="0">
              <a:buNone/>
            </a:pPr>
            <a:r>
              <a:rPr lang="zh-CN" altLang="zh-CN" dirty="0"/>
              <a:t>耶稣对腓力说：“我们从哪里买饼叫这些人吃呢？”</a:t>
            </a:r>
            <a:endParaRPr lang="en-US" altLang="zh-CN" sz="2000" dirty="0"/>
          </a:p>
          <a:p>
            <a:pPr lvl="1"/>
            <a:r>
              <a:rPr lang="zh-CN" altLang="en-US" sz="2400" dirty="0"/>
              <a:t>与门徒和孩童同工的服侍</a:t>
            </a:r>
            <a:endParaRPr lang="en-US" altLang="zh-CN" sz="2400" dirty="0"/>
          </a:p>
          <a:p>
            <a:pPr lvl="2"/>
            <a:r>
              <a:rPr lang="zh-CN" altLang="zh-CN" dirty="0"/>
              <a:t>第</a:t>
            </a:r>
            <a:r>
              <a:rPr lang="en-US" altLang="zh-CN" dirty="0"/>
              <a:t>9</a:t>
            </a:r>
            <a:r>
              <a:rPr lang="zh-CN" altLang="zh-CN" dirty="0"/>
              <a:t>节</a:t>
            </a:r>
            <a:endParaRPr lang="en-US" altLang="zh-CN" dirty="0"/>
          </a:p>
          <a:p>
            <a:pPr marL="914400" lvl="2" indent="0">
              <a:buNone/>
            </a:pPr>
            <a:r>
              <a:rPr lang="zh-CN" altLang="zh-CN" dirty="0"/>
              <a:t>在这里有一个孩童，带着五个大麦饼、两条鱼</a:t>
            </a:r>
            <a:endParaRPr lang="en-US" altLang="zh-CN" sz="2000" dirty="0"/>
          </a:p>
          <a:p>
            <a:pPr lvl="1"/>
            <a:r>
              <a:rPr lang="zh-CN" altLang="en-US" sz="2400" dirty="0"/>
              <a:t>靠着祷告服侍</a:t>
            </a:r>
            <a:endParaRPr lang="en-US" altLang="zh-CN" sz="2400" dirty="0"/>
          </a:p>
          <a:p>
            <a:pPr lvl="2"/>
            <a:r>
              <a:rPr lang="zh-CN" altLang="zh-CN" dirty="0"/>
              <a:t>第</a:t>
            </a:r>
            <a:r>
              <a:rPr lang="en-US" altLang="zh-CN" dirty="0"/>
              <a:t>11</a:t>
            </a:r>
            <a:r>
              <a:rPr lang="zh-CN" altLang="zh-CN" dirty="0"/>
              <a:t>节</a:t>
            </a:r>
            <a:endParaRPr lang="en-US" altLang="zh-CN" dirty="0"/>
          </a:p>
          <a:p>
            <a:pPr marL="914400" lvl="2" indent="0">
              <a:buNone/>
            </a:pPr>
            <a:r>
              <a:rPr lang="zh-CN" altLang="zh-CN" dirty="0"/>
              <a:t>耶稣拿起饼来祝谢了</a:t>
            </a:r>
            <a:endParaRPr lang="en-US" altLang="zh-CN" dirty="0"/>
          </a:p>
        </p:txBody>
      </p:sp>
    </p:spTree>
    <p:extLst>
      <p:ext uri="{BB962C8B-B14F-4D97-AF65-F5344CB8AC3E}">
        <p14:creationId xmlns:p14="http://schemas.microsoft.com/office/powerpoint/2010/main" val="288467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zh-CN" b="1" dirty="0"/>
              <a:t>耶稣的服侍</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en-US" sz="2400" b="1" dirty="0"/>
              <a:t>服侍果效：</a:t>
            </a:r>
            <a:endParaRPr lang="zh-CN" altLang="zh-CN" sz="2400" b="1" dirty="0"/>
          </a:p>
          <a:p>
            <a:pPr lvl="1"/>
            <a:r>
              <a:rPr lang="zh-CN" altLang="zh-CN" sz="2400" dirty="0"/>
              <a:t>充足的恩典</a:t>
            </a:r>
            <a:endParaRPr lang="en-US" altLang="zh-CN" sz="2400" dirty="0"/>
          </a:p>
          <a:p>
            <a:pPr lvl="2"/>
            <a:r>
              <a:rPr lang="zh-CN" altLang="zh-CN" dirty="0"/>
              <a:t>第</a:t>
            </a:r>
            <a:r>
              <a:rPr lang="en-US" altLang="zh-CN" dirty="0"/>
              <a:t>12</a:t>
            </a:r>
            <a:r>
              <a:rPr lang="zh-CN" altLang="zh-CN" dirty="0"/>
              <a:t>节</a:t>
            </a:r>
            <a:r>
              <a:rPr lang="zh-CN" altLang="en-US" dirty="0"/>
              <a:t>：</a:t>
            </a:r>
            <a:endParaRPr lang="en-US" altLang="zh-CN" dirty="0"/>
          </a:p>
          <a:p>
            <a:pPr marL="914400" lvl="2" indent="0">
              <a:buNone/>
            </a:pPr>
            <a:r>
              <a:rPr lang="zh-CN" altLang="zh-CN" dirty="0"/>
              <a:t>随着他们所要的。他们吃饱了</a:t>
            </a:r>
            <a:endParaRPr lang="en-US" altLang="zh-CN" dirty="0"/>
          </a:p>
          <a:p>
            <a:pPr lvl="1"/>
            <a:r>
              <a:rPr lang="zh-CN" altLang="zh-CN" sz="2400" dirty="0"/>
              <a:t>恩典是白白的却不廉价</a:t>
            </a:r>
            <a:endParaRPr lang="en-US" altLang="zh-CN" sz="2400" dirty="0"/>
          </a:p>
          <a:p>
            <a:pPr lvl="2"/>
            <a:r>
              <a:rPr lang="zh-CN" altLang="en-US" dirty="0"/>
              <a:t>第</a:t>
            </a:r>
            <a:r>
              <a:rPr lang="en-US" altLang="zh-CN" dirty="0"/>
              <a:t>12</a:t>
            </a:r>
            <a:r>
              <a:rPr lang="zh-CN" altLang="en-US" dirty="0"/>
              <a:t>节：</a:t>
            </a:r>
            <a:endParaRPr lang="en-US" altLang="zh-CN" dirty="0"/>
          </a:p>
          <a:p>
            <a:pPr marL="914400" lvl="2" indent="0">
              <a:buNone/>
            </a:pPr>
            <a:r>
              <a:rPr lang="zh-CN" altLang="en-US" dirty="0"/>
              <a:t>把剩下的零碎收拾起来，免得有糟蹋的</a:t>
            </a:r>
            <a:endParaRPr lang="en-US" altLang="zh-CN" dirty="0"/>
          </a:p>
          <a:p>
            <a:pPr lvl="1"/>
            <a:r>
              <a:rPr lang="zh-CN" altLang="en-US" sz="2400" dirty="0"/>
              <a:t>见证基督</a:t>
            </a:r>
            <a:endParaRPr lang="en-US" altLang="zh-CN" sz="2400" dirty="0"/>
          </a:p>
          <a:p>
            <a:pPr lvl="2"/>
            <a:r>
              <a:rPr lang="zh-CN" altLang="en-US" dirty="0"/>
              <a:t>第</a:t>
            </a:r>
            <a:r>
              <a:rPr lang="en-US" altLang="zh-CN" dirty="0"/>
              <a:t>14</a:t>
            </a:r>
            <a:r>
              <a:rPr lang="zh-CN" altLang="en-US" dirty="0"/>
              <a:t>节：</a:t>
            </a:r>
            <a:endParaRPr lang="en-US" altLang="zh-CN" dirty="0"/>
          </a:p>
          <a:p>
            <a:pPr marL="914400" lvl="2" indent="0">
              <a:buNone/>
            </a:pPr>
            <a:r>
              <a:rPr lang="zh-CN" altLang="en-US" dirty="0"/>
              <a:t>这真是那要到世间来的先知</a:t>
            </a:r>
            <a:endParaRPr lang="en-US" altLang="zh-CN" dirty="0"/>
          </a:p>
        </p:txBody>
      </p:sp>
    </p:spTree>
    <p:extLst>
      <p:ext uri="{BB962C8B-B14F-4D97-AF65-F5344CB8AC3E}">
        <p14:creationId xmlns:p14="http://schemas.microsoft.com/office/powerpoint/2010/main" val="1668630057"/>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5697</TotalTime>
  <Words>6544</Words>
  <Application>Microsoft Office PowerPoint</Application>
  <PresentationFormat>全屏显示(4:3)</PresentationFormat>
  <Paragraphs>132</Paragraphs>
  <Slides>7</Slides>
  <Notes>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华文新魏</vt:lpstr>
      <vt:lpstr>微软雅黑</vt:lpstr>
      <vt:lpstr>Arial</vt:lpstr>
      <vt:lpstr>Calibri</vt:lpstr>
      <vt:lpstr>Trebuchet MS</vt:lpstr>
      <vt:lpstr>Diseño predeterminado</vt:lpstr>
      <vt:lpstr>PowerPoint 演示文稿</vt:lpstr>
      <vt:lpstr>经文：约翰福音6章1~13节</vt:lpstr>
      <vt:lpstr>经文：马可福音6章30~44节：</vt:lpstr>
      <vt:lpstr>五饼二鱼： 创造            </vt:lpstr>
      <vt:lpstr>耶稣的服侍</vt:lpstr>
      <vt:lpstr>耶稣的服侍</vt:lpstr>
      <vt:lpstr>耶稣的服侍</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李 强</cp:lastModifiedBy>
  <cp:revision>742</cp:revision>
  <dcterms:created xsi:type="dcterms:W3CDTF">2010-05-23T14:28:12Z</dcterms:created>
  <dcterms:modified xsi:type="dcterms:W3CDTF">2018-12-22T23:38:45Z</dcterms:modified>
</cp:coreProperties>
</file>