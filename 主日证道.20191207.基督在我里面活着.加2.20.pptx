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320" r:id="rId3"/>
    <p:sldId id="334" r:id="rId4"/>
    <p:sldId id="338" r:id="rId5"/>
    <p:sldId id="335" r:id="rId6"/>
    <p:sldId id="337" r:id="rId7"/>
  </p:sldIdLst>
  <p:sldSz cx="9144000" cy="6858000" type="screen4x3"/>
  <p:notesSz cx="6858000" cy="9144000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362" autoAdjust="0"/>
  </p:normalViewPr>
  <p:slideViewPr>
    <p:cSldViewPr showGuides="1">
      <p:cViewPr>
        <p:scale>
          <a:sx n="125" d="100"/>
          <a:sy n="125" d="100"/>
        </p:scale>
        <p:origin x="1230" y="-5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 强" userId="633faa5c58ce3e78" providerId="LiveId" clId="{54507C84-230D-4CD0-A1A8-76138742C082}"/>
    <pc:docChg chg="addSld modSld">
      <pc:chgData name="李 强" userId="633faa5c58ce3e78" providerId="LiveId" clId="{54507C84-230D-4CD0-A1A8-76138742C082}" dt="2019-05-26T02:03:32.747" v="454"/>
      <pc:docMkLst>
        <pc:docMk/>
      </pc:docMkLst>
      <pc:sldChg chg="modNotesTx">
        <pc:chgData name="李 强" userId="633faa5c58ce3e78" providerId="LiveId" clId="{54507C84-230D-4CD0-A1A8-76138742C082}" dt="2019-05-25T14:02:11.895" v="0" actId="6549"/>
        <pc:sldMkLst>
          <pc:docMk/>
          <pc:sldMk cId="0" sldId="320"/>
        </pc:sldMkLst>
      </pc:sldChg>
      <pc:sldChg chg="modSp modNotesTx">
        <pc:chgData name="李 强" userId="633faa5c58ce3e78" providerId="LiveId" clId="{54507C84-230D-4CD0-A1A8-76138742C082}" dt="2019-05-25T20:17:50.797" v="209"/>
        <pc:sldMkLst>
          <pc:docMk/>
          <pc:sldMk cId="2208621919" sldId="334"/>
        </pc:sldMkLst>
        <pc:spChg chg="mod">
          <ac:chgData name="李 强" userId="633faa5c58ce3e78" providerId="LiveId" clId="{54507C84-230D-4CD0-A1A8-76138742C082}" dt="2019-05-25T14:57:29.429" v="155"/>
          <ac:spMkLst>
            <pc:docMk/>
            <pc:sldMk cId="2208621919" sldId="334"/>
            <ac:spMk id="3" creationId="{C578C671-B69C-4BEB-8AD4-3A86A9EC2E70}"/>
          </ac:spMkLst>
        </pc:spChg>
        <pc:spChg chg="mod">
          <ac:chgData name="李 强" userId="633faa5c58ce3e78" providerId="LiveId" clId="{54507C84-230D-4CD0-A1A8-76138742C082}" dt="2019-05-25T20:17:50.797" v="209"/>
          <ac:spMkLst>
            <pc:docMk/>
            <pc:sldMk cId="2208621919" sldId="334"/>
            <ac:spMk id="5123" creationId="{823B1026-6B98-4FD8-8DA8-D78FA979416E}"/>
          </ac:spMkLst>
        </pc:spChg>
      </pc:sldChg>
      <pc:sldChg chg="modSp modNotesTx">
        <pc:chgData name="李 强" userId="633faa5c58ce3e78" providerId="LiveId" clId="{54507C84-230D-4CD0-A1A8-76138742C082}" dt="2019-05-26T00:05:10.237" v="453"/>
        <pc:sldMkLst>
          <pc:docMk/>
          <pc:sldMk cId="853825876" sldId="335"/>
        </pc:sldMkLst>
        <pc:spChg chg="mod">
          <ac:chgData name="李 强" userId="633faa5c58ce3e78" providerId="LiveId" clId="{54507C84-230D-4CD0-A1A8-76138742C082}" dt="2019-05-25T21:39:22.918" v="262" actId="20577"/>
          <ac:spMkLst>
            <pc:docMk/>
            <pc:sldMk cId="853825876" sldId="335"/>
            <ac:spMk id="3" creationId="{C578C671-B69C-4BEB-8AD4-3A86A9EC2E70}"/>
          </ac:spMkLst>
        </pc:spChg>
        <pc:spChg chg="mod">
          <ac:chgData name="李 强" userId="633faa5c58ce3e78" providerId="LiveId" clId="{54507C84-230D-4CD0-A1A8-76138742C082}" dt="2019-05-26T00:05:10.237" v="453"/>
          <ac:spMkLst>
            <pc:docMk/>
            <pc:sldMk cId="853825876" sldId="335"/>
            <ac:spMk id="5123" creationId="{823B1026-6B98-4FD8-8DA8-D78FA979416E}"/>
          </ac:spMkLst>
        </pc:spChg>
      </pc:sldChg>
      <pc:sldChg chg="modNotesTx">
        <pc:chgData name="李 强" userId="633faa5c58ce3e78" providerId="LiveId" clId="{54507C84-230D-4CD0-A1A8-76138742C082}" dt="2019-05-25T14:02:30.338" v="4" actId="6549"/>
        <pc:sldMkLst>
          <pc:docMk/>
          <pc:sldMk cId="3709819177" sldId="337"/>
        </pc:sldMkLst>
      </pc:sldChg>
      <pc:sldChg chg="modSp modNotesTx">
        <pc:chgData name="李 强" userId="633faa5c58ce3e78" providerId="LiveId" clId="{54507C84-230D-4CD0-A1A8-76138742C082}" dt="2019-05-26T00:01:09.110" v="388"/>
        <pc:sldMkLst>
          <pc:docMk/>
          <pc:sldMk cId="3550093547" sldId="338"/>
        </pc:sldMkLst>
        <pc:spChg chg="mod">
          <ac:chgData name="李 强" userId="633faa5c58ce3e78" providerId="LiveId" clId="{54507C84-230D-4CD0-A1A8-76138742C082}" dt="2019-05-25T14:52:20.278" v="81" actId="20577"/>
          <ac:spMkLst>
            <pc:docMk/>
            <pc:sldMk cId="3550093547" sldId="338"/>
            <ac:spMk id="3" creationId="{C578C671-B69C-4BEB-8AD4-3A86A9EC2E70}"/>
          </ac:spMkLst>
        </pc:spChg>
        <pc:spChg chg="mod">
          <ac:chgData name="李 强" userId="633faa5c58ce3e78" providerId="LiveId" clId="{54507C84-230D-4CD0-A1A8-76138742C082}" dt="2019-05-26T00:01:09.110" v="388"/>
          <ac:spMkLst>
            <pc:docMk/>
            <pc:sldMk cId="3550093547" sldId="338"/>
            <ac:spMk id="5123" creationId="{823B1026-6B98-4FD8-8DA8-D78FA979416E}"/>
          </ac:spMkLst>
        </pc:spChg>
      </pc:sldChg>
      <pc:sldChg chg="add">
        <pc:chgData name="李 强" userId="633faa5c58ce3e78" providerId="LiveId" clId="{54507C84-230D-4CD0-A1A8-76138742C082}" dt="2019-05-26T02:03:32.747" v="454"/>
        <pc:sldMkLst>
          <pc:docMk/>
          <pc:sldMk cId="3484371180" sldId="339"/>
        </pc:sldMkLst>
      </pc:sldChg>
    </pc:docChg>
  </pc:docChgLst>
  <pc:docChgLst>
    <pc:chgData name="李 强" userId="633faa5c58ce3e78" providerId="LiveId" clId="{4B8AF923-359B-47B2-B5F9-05B7320FB47A}"/>
    <pc:docChg chg="undo redo custSel modSld">
      <pc:chgData name="李 强" userId="633faa5c58ce3e78" providerId="LiveId" clId="{4B8AF923-359B-47B2-B5F9-05B7320FB47A}" dt="2019-12-07T12:19:11.019" v="383" actId="20577"/>
      <pc:docMkLst>
        <pc:docMk/>
      </pc:docMkLst>
      <pc:sldChg chg="modSp">
        <pc:chgData name="李 强" userId="633faa5c58ce3e78" providerId="LiveId" clId="{4B8AF923-359B-47B2-B5F9-05B7320FB47A}" dt="2019-12-07T12:02:59.184" v="259" actId="1076"/>
        <pc:sldMkLst>
          <pc:docMk/>
          <pc:sldMk cId="0" sldId="320"/>
        </pc:sldMkLst>
        <pc:spChg chg="mod">
          <ac:chgData name="李 强" userId="633faa5c58ce3e78" providerId="LiveId" clId="{4B8AF923-359B-47B2-B5F9-05B7320FB47A}" dt="2019-12-07T12:02:54.086" v="258" actId="1076"/>
          <ac:spMkLst>
            <pc:docMk/>
            <pc:sldMk cId="0" sldId="320"/>
            <ac:spMk id="3" creationId="{C578C671-B69C-4BEB-8AD4-3A86A9EC2E70}"/>
          </ac:spMkLst>
        </pc:spChg>
        <pc:spChg chg="mod">
          <ac:chgData name="李 强" userId="633faa5c58ce3e78" providerId="LiveId" clId="{4B8AF923-359B-47B2-B5F9-05B7320FB47A}" dt="2019-12-07T12:02:59.184" v="259" actId="1076"/>
          <ac:spMkLst>
            <pc:docMk/>
            <pc:sldMk cId="0" sldId="320"/>
            <ac:spMk id="5123" creationId="{823B1026-6B98-4FD8-8DA8-D78FA979416E}"/>
          </ac:spMkLst>
        </pc:spChg>
      </pc:sldChg>
      <pc:sldChg chg="modSp">
        <pc:chgData name="李 强" userId="633faa5c58ce3e78" providerId="LiveId" clId="{4B8AF923-359B-47B2-B5F9-05B7320FB47A}" dt="2019-12-07T12:13:26.684" v="303" actId="403"/>
        <pc:sldMkLst>
          <pc:docMk/>
          <pc:sldMk cId="2208621919" sldId="334"/>
        </pc:sldMkLst>
        <pc:spChg chg="mod">
          <ac:chgData name="李 强" userId="633faa5c58ce3e78" providerId="LiveId" clId="{4B8AF923-359B-47B2-B5F9-05B7320FB47A}" dt="2019-12-07T12:01:08.428" v="250" actId="1076"/>
          <ac:spMkLst>
            <pc:docMk/>
            <pc:sldMk cId="2208621919" sldId="334"/>
            <ac:spMk id="3" creationId="{C578C671-B69C-4BEB-8AD4-3A86A9EC2E70}"/>
          </ac:spMkLst>
        </pc:spChg>
        <pc:spChg chg="mod">
          <ac:chgData name="李 强" userId="633faa5c58ce3e78" providerId="LiveId" clId="{4B8AF923-359B-47B2-B5F9-05B7320FB47A}" dt="2019-12-07T12:13:26.684" v="303" actId="403"/>
          <ac:spMkLst>
            <pc:docMk/>
            <pc:sldMk cId="2208621919" sldId="334"/>
            <ac:spMk id="5123" creationId="{823B1026-6B98-4FD8-8DA8-D78FA979416E}"/>
          </ac:spMkLst>
        </pc:spChg>
      </pc:sldChg>
      <pc:sldChg chg="modSp">
        <pc:chgData name="李 强" userId="633faa5c58ce3e78" providerId="LiveId" clId="{4B8AF923-359B-47B2-B5F9-05B7320FB47A}" dt="2019-12-07T12:10:38.983" v="262" actId="1076"/>
        <pc:sldMkLst>
          <pc:docMk/>
          <pc:sldMk cId="853825876" sldId="335"/>
        </pc:sldMkLst>
        <pc:spChg chg="mod">
          <ac:chgData name="李 强" userId="633faa5c58ce3e78" providerId="LiveId" clId="{4B8AF923-359B-47B2-B5F9-05B7320FB47A}" dt="2019-12-07T12:10:31.906" v="261" actId="1076"/>
          <ac:spMkLst>
            <pc:docMk/>
            <pc:sldMk cId="853825876" sldId="335"/>
            <ac:spMk id="3" creationId="{C578C671-B69C-4BEB-8AD4-3A86A9EC2E70}"/>
          </ac:spMkLst>
        </pc:spChg>
        <pc:spChg chg="mod">
          <ac:chgData name="李 强" userId="633faa5c58ce3e78" providerId="LiveId" clId="{4B8AF923-359B-47B2-B5F9-05B7320FB47A}" dt="2019-12-07T12:10:38.983" v="262" actId="1076"/>
          <ac:spMkLst>
            <pc:docMk/>
            <pc:sldMk cId="853825876" sldId="335"/>
            <ac:spMk id="6" creationId="{DD9413C2-BD16-4038-B1FC-D31A25900A06}"/>
          </ac:spMkLst>
        </pc:spChg>
      </pc:sldChg>
      <pc:sldChg chg="modSp">
        <pc:chgData name="李 强" userId="633faa5c58ce3e78" providerId="LiveId" clId="{4B8AF923-359B-47B2-B5F9-05B7320FB47A}" dt="2019-12-07T12:19:11.019" v="383" actId="20577"/>
        <pc:sldMkLst>
          <pc:docMk/>
          <pc:sldMk cId="3550093547" sldId="338"/>
        </pc:sldMkLst>
        <pc:spChg chg="mod">
          <ac:chgData name="李 强" userId="633faa5c58ce3e78" providerId="LiveId" clId="{4B8AF923-359B-47B2-B5F9-05B7320FB47A}" dt="2019-12-07T12:03:17.297" v="260" actId="6549"/>
          <ac:spMkLst>
            <pc:docMk/>
            <pc:sldMk cId="3550093547" sldId="338"/>
            <ac:spMk id="3" creationId="{C578C671-B69C-4BEB-8AD4-3A86A9EC2E70}"/>
          </ac:spMkLst>
        </pc:spChg>
        <pc:spChg chg="mod">
          <ac:chgData name="李 强" userId="633faa5c58ce3e78" providerId="LiveId" clId="{4B8AF923-359B-47B2-B5F9-05B7320FB47A}" dt="2019-12-07T12:19:11.019" v="383" actId="20577"/>
          <ac:spMkLst>
            <pc:docMk/>
            <pc:sldMk cId="3550093547" sldId="338"/>
            <ac:spMk id="5123" creationId="{823B1026-6B98-4FD8-8DA8-D78FA979416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909AB5F-6E94-4660-9FE5-B6D1FC6920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D1437F4-05CC-4768-9495-D48D7895B04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D3CF063-56F2-42DD-A32C-24D15B67612C}" type="datetimeFigureOut">
              <a:rPr lang="zh-CN" altLang="en-US"/>
              <a:pPr>
                <a:defRPr/>
              </a:pPr>
              <a:t>2019/12/7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C7DD23A6-CB0F-46B3-935A-976AD05C1E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E68FE576-0A9F-4DE3-8D2A-334BA3BA32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DE239D-7969-4554-82FD-E03D57194C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6B08FB-BB3E-413E-9A9E-25E75D508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C7B1039-7A70-4775-909F-09FCF8FEC98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>
            <a:extLst>
              <a:ext uri="{FF2B5EF4-FFF2-40B4-BE49-F238E27FC236}">
                <a16:creationId xmlns:a16="http://schemas.microsoft.com/office/drawing/2014/main" id="{AD921145-BE81-43B5-B900-B4386CBAF74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备注占位符 2">
            <a:extLst>
              <a:ext uri="{FF2B5EF4-FFF2-40B4-BE49-F238E27FC236}">
                <a16:creationId xmlns:a16="http://schemas.microsoft.com/office/drawing/2014/main" id="{B5492672-9CD7-4947-B1F0-BA237F1CB70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050AC9F4-DAB5-469C-9974-4025D307AB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90091F8-5555-4714-AFE4-C839B62DDA00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z="1200" b="0" i="0" u="sng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诗篇：</a:t>
            </a:r>
            <a:r>
              <a:rPr lang="en-US" altLang="zh-CN" sz="1200" b="0" i="0" u="sng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139</a:t>
            </a:r>
            <a:r>
              <a:rPr lang="zh-CN" altLang="en-US" sz="1200" b="0" i="0" u="sng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</a:t>
            </a:r>
            <a:endParaRPr lang="en-US" altLang="zh-CN" sz="1200" b="0" i="0" u="sng" kern="1200" baseline="300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u="sng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</a:t>
            </a:r>
            <a:r>
              <a:rPr lang="zh-CN" alt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我的肺腑是你所造的。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我在母腹中，你已覆庇我。</a:t>
            </a:r>
          </a:p>
          <a:p>
            <a:r>
              <a:rPr lang="en-US" altLang="zh-CN" sz="1200" b="0" i="0" u="sng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</a:t>
            </a:r>
            <a:r>
              <a:rPr lang="zh-CN" alt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我要称谢你，因我受造奇妙可畏。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你的作为奇妙，这是我心深知道的。</a:t>
            </a:r>
          </a:p>
          <a:p>
            <a:r>
              <a:rPr lang="en-US" altLang="zh-CN" sz="1200" b="0" i="0" u="sng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</a:t>
            </a:r>
            <a:r>
              <a:rPr lang="zh-CN" alt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我在暗中受造，在地的深处被联络，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那时，我的形体并不向你隐藏。</a:t>
            </a:r>
          </a:p>
          <a:p>
            <a:r>
              <a:rPr lang="en-US" altLang="zh-CN" sz="1200" b="0" i="0" u="sng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</a:t>
            </a:r>
            <a:r>
              <a:rPr lang="zh-CN" alt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我未成形的体质，你的眼早已看见了。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你所定的日子，我尚未度一日</a:t>
            </a:r>
            <a:r>
              <a:rPr lang="zh-CN" alt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（或作“我被造的肢体尚未有其一”）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你都写在你的册上了。</a:t>
            </a:r>
          </a:p>
          <a:p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52775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dirty="0"/>
              <a:t>特别思想：</a:t>
            </a:r>
            <a:endParaRPr lang="en-US" altLang="zh-CN" dirty="0"/>
          </a:p>
          <a:p>
            <a:r>
              <a:rPr lang="zh-CN" altLang="en-US" dirty="0"/>
              <a:t>基督属天的身份</a:t>
            </a:r>
            <a:endParaRPr lang="en-US" altLang="zh-CN" dirty="0"/>
          </a:p>
          <a:p>
            <a:r>
              <a:rPr lang="zh-CN" altLang="en-US" dirty="0"/>
              <a:t>我们罪人的身份</a:t>
            </a: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98156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05510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7386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5F2983B-D420-4632-8957-D097E0831B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EC511B7-02F2-47CA-9584-06EE5B5A7A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C4A4387-CACF-4109-926C-A66A58C998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488E35-BAE7-45D4-BD06-7FC34383A799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493673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61938"/>
            <a:ext cx="8229600" cy="11430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F31DBBB-1397-49C2-BFDB-19E2BBD6CB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2535772-B1A0-41CC-A2B4-84BE1ADAB6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02CFD53-CF8B-4B2A-9BDD-68139D2018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D78F9C-AB71-4B0C-AA10-B844AADCEB42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3241204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F41CD45-CF44-4D8E-806C-21CD179D99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9C0A1B-A467-49D9-A8A3-6A6F9CAC3C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1B35E12-403C-46AC-9BC2-64EF81D7AE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2D12B0-91D6-4193-92AD-67CB04DF2432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3107802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51105F-87CB-4064-877E-5230DED796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DD6787-9F21-4353-BAE7-560A8D1D36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7353BA-8F27-4D6C-AD50-B6EB475ED9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CA7591-EAEA-426F-A6CF-9BF515447587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097497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54C4882-4030-4551-AF2A-604B13C147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05574A5-382E-4CDB-BF34-04C7C8D1D2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B5DCB6A-E20F-482F-98C2-BEF1CF7CC8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3EA9D3-1937-4284-A088-A09838326C94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294533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16D69BB-90D9-4D6E-9AD4-811AB804D3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B29C593-DD8D-4D80-8DEA-E1AC9CE864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24C40ED-72EF-41C5-9CE4-35B94B8CEB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24F1E1-55F5-4A59-AEE6-5BEEFA3D3611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405885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B529430-00AB-4612-B492-F6FDB81118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AF8F7E6-1245-4F85-8FB1-7C120AE450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2E633C2-7DB4-432C-B810-1C33BDFBC0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E49A2C-9CD2-4C7A-A1D2-3CBD16CC691A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2788038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CE38FA-AC78-43F9-874C-7F9362FA34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E51434-F35A-47E4-9D77-3DEFC4B1AB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ED52B8-170D-446B-A0CA-86B3BF84B4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17A878-4AB6-4221-93ED-128AB758D1C2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404719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A3E51F-5DA1-4810-B799-081B9080CF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1843C6-6CB6-47B7-BC82-8DCE989762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3C44D6-AA9E-4140-A152-867869D328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CB7166-2AE7-430A-B399-B7645AF39F4E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315070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EA74BCC-44DF-4398-A140-708FD8DD41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750864B-CBA7-47D3-9545-AC9AF7C7AD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E7E91F5-09AC-4851-98A0-DD2A5F5153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A5C569-D32D-4EC6-BB87-AB8D60CE8C7A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859817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980A6AD-9844-47EC-B114-E7C47A9539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A454E40-DAC4-490A-96CF-1F552658F5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99E1111-0B21-4BC4-A4B1-0CBB65C101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D8CAEE-F9F5-4642-8844-7AE539B10E19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843046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E9A0C65-DA14-42DE-8CF5-2E34EF89E7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CN"/>
              <a:t>Haga clic para cambiar el estilo de título	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1348984-D2BD-4612-AFFE-42EA36E403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CN"/>
              <a:t>Haga clic para modificar el estilo de texto del patrón</a:t>
            </a:r>
          </a:p>
          <a:p>
            <a:pPr lvl="1"/>
            <a:r>
              <a:rPr lang="es-ES" altLang="zh-CN"/>
              <a:t>Segundo nivel</a:t>
            </a:r>
          </a:p>
          <a:p>
            <a:pPr lvl="2"/>
            <a:r>
              <a:rPr lang="es-ES" altLang="zh-CN"/>
              <a:t>Tercer nivel</a:t>
            </a:r>
          </a:p>
          <a:p>
            <a:pPr lvl="3"/>
            <a:r>
              <a:rPr lang="es-ES" altLang="zh-CN"/>
              <a:t>Cuarto nivel</a:t>
            </a:r>
          </a:p>
          <a:p>
            <a:pPr lvl="4"/>
            <a:r>
              <a:rPr lang="es-ES" altLang="zh-CN"/>
              <a:t>Quinto nivel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38C8325-8802-455C-BE1C-9A517A76FE9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3BF34CE-0BAD-4827-90D2-59CE8EB7F88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22AFF9A-3FF3-4879-AD35-1F594C0F438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C15FD87-5F71-4162-BE04-E7686FCB5F56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0">
            <a:extLst>
              <a:ext uri="{FF2B5EF4-FFF2-40B4-BE49-F238E27FC236}">
                <a16:creationId xmlns:a16="http://schemas.microsoft.com/office/drawing/2014/main" id="{C38FCE21-CC3E-4C81-B95A-118DE7524B3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177640" y="3429000"/>
            <a:ext cx="4788719" cy="1752600"/>
          </a:xfrm>
        </p:spPr>
        <p:txBody>
          <a:bodyPr anchor="ctr"/>
          <a:lstStyle/>
          <a:p>
            <a:pPr eaLnBrk="1" hangingPunct="1"/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基督在我里面活着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加拉太书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fld id="{618F78D9-BF3A-4923-A8C2-761151026BE5}" type="datetime2">
              <a:rPr lang="zh-CN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2019年12月7日, Saturday</a:t>
            </a:fld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6808"/>
            <a:ext cx="8229600" cy="1143000"/>
          </a:xfrm>
        </p:spPr>
        <p:txBody>
          <a:bodyPr/>
          <a:lstStyle/>
          <a:p>
            <a:pPr algn="l"/>
            <a:r>
              <a:rPr lang="zh-CN" altLang="en-US" b="1" dirty="0"/>
              <a:t>经文：</a:t>
            </a:r>
            <a:r>
              <a:rPr lang="zh-CN" altLang="zh-CN" sz="1800" dirty="0"/>
              <a:t>加拉太书</a:t>
            </a:r>
            <a:r>
              <a:rPr lang="en-US" altLang="zh-CN" sz="1800" dirty="0"/>
              <a:t>2</a:t>
            </a:r>
            <a:r>
              <a:rPr lang="zh-CN" altLang="zh-CN" sz="1800" dirty="0"/>
              <a:t>章：</a:t>
            </a:r>
            <a:r>
              <a:rPr lang="en-US" altLang="zh-CN" sz="1800" dirty="0"/>
              <a:t>20</a:t>
            </a:r>
            <a:r>
              <a:rPr lang="zh-CN" altLang="zh-CN" sz="1800" dirty="0"/>
              <a:t>节</a:t>
            </a:r>
            <a:endParaRPr lang="zh-CN" altLang="en-US" sz="1800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3940" y="980728"/>
            <a:ext cx="9144000" cy="5589240"/>
          </a:xfrm>
        </p:spPr>
        <p:txBody>
          <a:bodyPr/>
          <a:lstStyle/>
          <a:p>
            <a:r>
              <a:rPr lang="zh-CN" altLang="zh-CN" dirty="0"/>
              <a:t>我已经与基督同钉十字架，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现在</a:t>
            </a:r>
            <a:r>
              <a:rPr lang="zh-CN" altLang="zh-CN" dirty="0">
                <a:solidFill>
                  <a:srgbClr val="FF0000"/>
                </a:solidFill>
              </a:rPr>
              <a:t>活</a:t>
            </a:r>
            <a:r>
              <a:rPr lang="zh-CN" altLang="zh-CN" dirty="0"/>
              <a:t>着的不再是我，乃是基督在我里面</a:t>
            </a:r>
            <a:r>
              <a:rPr lang="zh-CN" altLang="zh-CN" dirty="0">
                <a:solidFill>
                  <a:srgbClr val="FF0000"/>
                </a:solidFill>
              </a:rPr>
              <a:t>活</a:t>
            </a:r>
            <a:r>
              <a:rPr lang="zh-CN" altLang="zh-CN" dirty="0"/>
              <a:t>着；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</a:t>
            </a:r>
            <a:r>
              <a:rPr lang="zh-CN" altLang="zh-CN" dirty="0"/>
              <a:t>并且我如今在肉身</a:t>
            </a:r>
            <a:r>
              <a:rPr lang="zh-CN" altLang="zh-CN" dirty="0">
                <a:solidFill>
                  <a:srgbClr val="FF0000"/>
                </a:solidFill>
              </a:rPr>
              <a:t>活</a:t>
            </a:r>
            <a:r>
              <a:rPr lang="zh-CN" altLang="zh-CN" dirty="0"/>
              <a:t>着，是因信神的儿子而</a:t>
            </a:r>
            <a:r>
              <a:rPr lang="zh-CN" altLang="zh-CN" dirty="0">
                <a:solidFill>
                  <a:srgbClr val="FF0000"/>
                </a:solidFill>
              </a:rPr>
              <a:t>活</a:t>
            </a:r>
            <a:r>
              <a:rPr lang="zh-CN" altLang="zh-CN" dirty="0"/>
              <a:t>，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zh-CN" dirty="0"/>
              <a:t>他是爱我，为我舍己。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0"/>
            <a:ext cx="8229600" cy="1143000"/>
          </a:xfrm>
        </p:spPr>
        <p:txBody>
          <a:bodyPr/>
          <a:lstStyle/>
          <a:p>
            <a:pPr lvl="0" algn="l"/>
            <a:r>
              <a:rPr lang="zh-CN" altLang="en-US" b="1" dirty="0"/>
              <a:t>认识神的真实：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1520" y="1052736"/>
            <a:ext cx="8982236" cy="5257800"/>
          </a:xfrm>
        </p:spPr>
        <p:txBody>
          <a:bodyPr/>
          <a:lstStyle/>
          <a:p>
            <a:r>
              <a:rPr lang="zh-CN" altLang="en-US" sz="2400" b="1" dirty="0"/>
              <a:t>神是创造掌管宇宙万物</a:t>
            </a:r>
            <a:endParaRPr lang="en-US" altLang="zh-CN" sz="2400" b="1" dirty="0"/>
          </a:p>
          <a:p>
            <a:pPr lvl="1"/>
            <a:r>
              <a:rPr lang="zh-CN" altLang="en-US" sz="2000" b="1" dirty="0"/>
              <a:t>创造：</a:t>
            </a:r>
            <a:endParaRPr lang="en-US" altLang="zh-CN" sz="2000" b="1" dirty="0"/>
          </a:p>
          <a:p>
            <a:pPr lvl="2"/>
            <a:r>
              <a:rPr lang="zh-CN" altLang="en-US" sz="1600" b="1" dirty="0"/>
              <a:t>诗篇</a:t>
            </a:r>
            <a:r>
              <a:rPr lang="en-US" altLang="zh-CN" sz="1600" b="1" dirty="0"/>
              <a:t>33</a:t>
            </a:r>
            <a:r>
              <a:rPr lang="zh-CN" altLang="en-US" sz="1600" b="1" dirty="0"/>
              <a:t>章</a:t>
            </a:r>
            <a:r>
              <a:rPr lang="en-US" altLang="zh-CN" sz="1600" b="1" dirty="0"/>
              <a:t>6</a:t>
            </a:r>
            <a:r>
              <a:rPr lang="zh-CN" altLang="en-US" sz="1600" b="1" dirty="0"/>
              <a:t>节：</a:t>
            </a:r>
            <a:r>
              <a:rPr lang="zh-CN" altLang="en-US" sz="1200" dirty="0"/>
              <a:t>诸天藉耶和华的命而造，万象藉他口中的气而成</a:t>
            </a:r>
            <a:r>
              <a:rPr lang="zh-CN" altLang="zh-CN" sz="1200" dirty="0"/>
              <a:t>。</a:t>
            </a:r>
            <a:endParaRPr lang="en-US" altLang="zh-CN" sz="1200" dirty="0"/>
          </a:p>
          <a:p>
            <a:pPr lvl="2"/>
            <a:r>
              <a:rPr lang="zh-CN" altLang="en-US" sz="1600" b="1" dirty="0"/>
              <a:t>约翰福音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章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节：</a:t>
            </a:r>
            <a:r>
              <a:rPr lang="zh-CN" altLang="zh-CN" sz="1200" dirty="0"/>
              <a:t>万物是藉着他造的；凡被造的，没有一样不是藉着他造的。</a:t>
            </a:r>
            <a:endParaRPr lang="en-US" altLang="zh-CN" sz="1200" dirty="0"/>
          </a:p>
          <a:p>
            <a:pPr lvl="1"/>
            <a:r>
              <a:rPr lang="zh-CN" altLang="en-US" sz="1800" dirty="0"/>
              <a:t>掌管：</a:t>
            </a:r>
            <a:endParaRPr lang="en-US" altLang="zh-CN" sz="1800" dirty="0"/>
          </a:p>
          <a:p>
            <a:pPr lvl="2"/>
            <a:r>
              <a:rPr lang="zh-CN" altLang="en-US" sz="1600" b="1" dirty="0"/>
              <a:t>希伯来书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章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节：</a:t>
            </a:r>
            <a:r>
              <a:rPr lang="zh-CN" altLang="en-US" sz="1200" dirty="0"/>
              <a:t>常用他权能的命令托住万有。</a:t>
            </a:r>
            <a:endParaRPr lang="en-US" altLang="zh-CN" sz="1200" dirty="0"/>
          </a:p>
          <a:p>
            <a:pPr lvl="2"/>
            <a:r>
              <a:rPr lang="zh-CN" altLang="en-US" sz="1600" b="1" dirty="0"/>
              <a:t>使徒行传</a:t>
            </a:r>
            <a:r>
              <a:rPr lang="en-US" altLang="zh-CN" sz="1600" b="1" dirty="0"/>
              <a:t>17</a:t>
            </a:r>
            <a:r>
              <a:rPr lang="zh-CN" altLang="en-US" sz="1600" b="1" dirty="0"/>
              <a:t>章</a:t>
            </a:r>
            <a:r>
              <a:rPr lang="en-US" altLang="zh-CN" sz="1600" b="1" dirty="0"/>
              <a:t>28</a:t>
            </a:r>
            <a:r>
              <a:rPr lang="zh-CN" altLang="en-US" sz="1600" b="1" dirty="0"/>
              <a:t>节：</a:t>
            </a:r>
            <a:r>
              <a:rPr lang="zh-CN" altLang="en-US" sz="1200" dirty="0"/>
              <a:t>我们生活、动作、存留都在乎他。就如你们作诗的，有人说：我们也是他所生的。</a:t>
            </a:r>
            <a:endParaRPr lang="en-US" altLang="zh-CN" sz="1200" dirty="0"/>
          </a:p>
          <a:p>
            <a:r>
              <a:rPr lang="zh-CN" altLang="en-US" sz="2400" b="1" dirty="0"/>
              <a:t>神爱我们，甚至将他的独生子赐给我们</a:t>
            </a:r>
            <a:endParaRPr lang="en-US" altLang="zh-CN" sz="2400" b="1" dirty="0"/>
          </a:p>
          <a:p>
            <a:pPr lvl="1"/>
            <a:r>
              <a:rPr lang="zh-CN" altLang="en-US" sz="2000" b="1" dirty="0"/>
              <a:t>信神：</a:t>
            </a:r>
            <a:endParaRPr lang="en-US" altLang="zh-CN" sz="2000" b="1" dirty="0"/>
          </a:p>
          <a:p>
            <a:pPr lvl="2"/>
            <a:r>
              <a:rPr lang="zh-CN" altLang="zh-CN" sz="1600" b="1" dirty="0"/>
              <a:t>雅各书</a:t>
            </a:r>
            <a:r>
              <a:rPr lang="en-US" altLang="zh-CN" sz="1600" b="1" dirty="0"/>
              <a:t>2</a:t>
            </a:r>
            <a:r>
              <a:rPr lang="zh-CN" altLang="zh-CN" sz="1600" b="1" dirty="0"/>
              <a:t>章</a:t>
            </a:r>
            <a:r>
              <a:rPr lang="en-US" altLang="zh-CN" sz="1600" b="1" dirty="0"/>
              <a:t>19</a:t>
            </a:r>
            <a:r>
              <a:rPr lang="zh-CN" altLang="zh-CN" sz="1600" b="1" dirty="0"/>
              <a:t>节</a:t>
            </a:r>
            <a:r>
              <a:rPr lang="zh-CN" altLang="en-US" sz="1600" b="1" dirty="0"/>
              <a:t>：</a:t>
            </a:r>
            <a:r>
              <a:rPr lang="zh-CN" altLang="zh-CN" sz="1200" dirty="0"/>
              <a:t>你信神只有一位，你信的不错，鬼魔也信却是战惊。</a:t>
            </a:r>
            <a:endParaRPr lang="en-US" altLang="zh-CN" sz="1200" b="1" dirty="0"/>
          </a:p>
          <a:p>
            <a:pPr lvl="1"/>
            <a:r>
              <a:rPr lang="zh-CN" altLang="en-US" sz="1800" dirty="0"/>
              <a:t>关系：</a:t>
            </a:r>
            <a:endParaRPr lang="en-US" altLang="zh-CN" sz="1800" dirty="0"/>
          </a:p>
          <a:p>
            <a:pPr lvl="2"/>
            <a:r>
              <a:rPr lang="zh-CN" altLang="en-US" sz="1600" b="1" dirty="0"/>
              <a:t>约翰福音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章</a:t>
            </a:r>
            <a:r>
              <a:rPr lang="en-US" altLang="zh-CN" sz="1600" b="1" dirty="0"/>
              <a:t>16</a:t>
            </a:r>
            <a:r>
              <a:rPr lang="zh-CN" altLang="en-US" sz="1600" b="1" dirty="0"/>
              <a:t>节：</a:t>
            </a:r>
            <a:r>
              <a:rPr lang="zh-CN" altLang="en-US" sz="1200" dirty="0"/>
              <a:t>神爱世人，甚至将祂的独生子赐给他们，叫一切信祂的不至灭亡反的永生。</a:t>
            </a:r>
            <a:r>
              <a:rPr lang="en-US" altLang="zh-CN" sz="1200" dirty="0"/>
              <a:t>	</a:t>
            </a:r>
          </a:p>
          <a:p>
            <a:pPr lvl="2"/>
            <a:r>
              <a:rPr lang="zh-CN" altLang="en-US" sz="1600" b="1" dirty="0"/>
              <a:t>加拉太书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章</a:t>
            </a:r>
            <a:r>
              <a:rPr lang="en-US" altLang="zh-CN" sz="1600" b="1" dirty="0"/>
              <a:t>5-7</a:t>
            </a:r>
            <a:r>
              <a:rPr lang="zh-CN" altLang="en-US" sz="1400" b="1" dirty="0"/>
              <a:t>节：</a:t>
            </a:r>
            <a:r>
              <a:rPr lang="en-US" altLang="zh-CN" sz="1400" b="1" u="sng" baseline="30000" dirty="0"/>
              <a:t> </a:t>
            </a:r>
            <a:r>
              <a:rPr lang="zh-CN" altLang="en-US" sz="1200" dirty="0"/>
              <a:t>要把律法以下的人赎出来，叫我们得着儿子的名分。</a:t>
            </a:r>
            <a:r>
              <a:rPr lang="en-US" altLang="zh-CN" sz="1200" u="sng" baseline="30000" dirty="0"/>
              <a:t>6</a:t>
            </a:r>
            <a:r>
              <a:rPr lang="zh-CN" altLang="en-US" sz="1200" baseline="30000" dirty="0"/>
              <a:t> </a:t>
            </a:r>
            <a:r>
              <a:rPr lang="zh-CN" altLang="en-US" sz="1200" dirty="0"/>
              <a:t>你们既为儿子，　神就差他儿子的灵进入你们的心，呼叫：“阿爸，父！”</a:t>
            </a:r>
            <a:r>
              <a:rPr lang="en-US" altLang="zh-CN" sz="1200" u="sng" baseline="30000" dirty="0"/>
              <a:t>7</a:t>
            </a:r>
            <a:r>
              <a:rPr lang="zh-CN" altLang="en-US" sz="1200" baseline="30000" dirty="0"/>
              <a:t> </a:t>
            </a:r>
            <a:r>
              <a:rPr lang="zh-CN" altLang="en-US" sz="1200" dirty="0"/>
              <a:t>可见，从此以后，你不是奴仆，乃是儿子了。既是儿子，就靠着　神为后嗣。      </a:t>
            </a:r>
            <a:endParaRPr lang="en-US" altLang="zh-CN" sz="1200" b="1" dirty="0"/>
          </a:p>
        </p:txBody>
      </p:sp>
    </p:spTree>
    <p:extLst>
      <p:ext uri="{BB962C8B-B14F-4D97-AF65-F5344CB8AC3E}">
        <p14:creationId xmlns:p14="http://schemas.microsoft.com/office/powerpoint/2010/main" val="2208621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0"/>
            <a:ext cx="8229600" cy="1143000"/>
          </a:xfrm>
        </p:spPr>
        <p:txBody>
          <a:bodyPr/>
          <a:lstStyle/>
          <a:p>
            <a:pPr lvl="0" algn="l"/>
            <a:r>
              <a:rPr lang="zh-CN" altLang="en-US" b="1" dirty="0"/>
              <a:t>他必兴旺，我必衰微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1520" y="980728"/>
            <a:ext cx="8892480" cy="5257800"/>
          </a:xfrm>
        </p:spPr>
        <p:txBody>
          <a:bodyPr/>
          <a:lstStyle/>
          <a:p>
            <a:r>
              <a:rPr lang="zh-CN" altLang="en-US" sz="2800" b="1" dirty="0"/>
              <a:t>认识自己：</a:t>
            </a:r>
            <a:endParaRPr lang="en-US" altLang="zh-CN" sz="2000" b="1" dirty="0"/>
          </a:p>
          <a:p>
            <a:pPr lvl="1"/>
            <a:r>
              <a:rPr lang="zh-CN" altLang="en-US" sz="2000" b="1" dirty="0"/>
              <a:t>不足：</a:t>
            </a:r>
            <a:endParaRPr lang="en-US" altLang="zh-CN" sz="2000" b="1" dirty="0"/>
          </a:p>
          <a:p>
            <a:pPr lvl="2"/>
            <a:r>
              <a:rPr lang="zh-CN" altLang="en-US" sz="1600" b="1" dirty="0"/>
              <a:t>林前书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章</a:t>
            </a:r>
            <a:r>
              <a:rPr lang="en-US" altLang="zh-CN" sz="1600" b="1" dirty="0"/>
              <a:t>26</a:t>
            </a:r>
            <a:r>
              <a:rPr lang="zh-CN" altLang="en-US" sz="1600" b="1" dirty="0"/>
              <a:t>节：</a:t>
            </a:r>
            <a:r>
              <a:rPr lang="zh-CN" altLang="en-US" sz="1200" baseline="30000" dirty="0"/>
              <a:t> </a:t>
            </a:r>
            <a:r>
              <a:rPr lang="zh-CN" altLang="en-US" sz="1200" dirty="0"/>
              <a:t>弟兄们哪，可见你们蒙召的，按着肉体有智慧的不多，有能力的不多，有尊贵的也不多</a:t>
            </a:r>
            <a:endParaRPr lang="en-US" altLang="zh-CN" sz="1200" b="1" dirty="0"/>
          </a:p>
          <a:p>
            <a:pPr lvl="1"/>
            <a:r>
              <a:rPr lang="zh-CN" altLang="en-US" sz="2000" b="1" dirty="0"/>
              <a:t>小信：</a:t>
            </a:r>
            <a:endParaRPr lang="en-US" altLang="zh-CN" sz="2000" b="1" dirty="0"/>
          </a:p>
          <a:p>
            <a:pPr lvl="2"/>
            <a:r>
              <a:rPr lang="zh-CN" altLang="en-US" sz="1600" b="1" dirty="0"/>
              <a:t>路加福音</a:t>
            </a:r>
            <a:r>
              <a:rPr lang="en-US" altLang="zh-CN" sz="1600" b="1" dirty="0"/>
              <a:t>12</a:t>
            </a:r>
            <a:r>
              <a:rPr lang="zh-CN" altLang="en-US" sz="1600" b="1" dirty="0"/>
              <a:t>章</a:t>
            </a:r>
            <a:r>
              <a:rPr lang="en-US" altLang="zh-CN" sz="1600" b="1" dirty="0"/>
              <a:t>28</a:t>
            </a:r>
            <a:r>
              <a:rPr lang="zh-CN" altLang="en-US" sz="1600" b="1" dirty="0"/>
              <a:t>节：</a:t>
            </a:r>
            <a:r>
              <a:rPr lang="zh-CN" altLang="en-US" sz="1200" dirty="0"/>
              <a:t>你们这小信的人哪，野地里的草今天还在，明天就丢在炉里，神还给它这样的妆饰，何况你们呢！</a:t>
            </a:r>
            <a:endParaRPr lang="en-US" altLang="zh-CN" sz="1200" b="1" dirty="0"/>
          </a:p>
          <a:p>
            <a:pPr lvl="1"/>
            <a:r>
              <a:rPr lang="zh-CN" altLang="en-US" sz="2000" b="1" dirty="0"/>
              <a:t>爱世界：</a:t>
            </a:r>
            <a:endParaRPr lang="en-US" altLang="zh-CN" sz="2000" b="1" dirty="0"/>
          </a:p>
          <a:p>
            <a:pPr lvl="2"/>
            <a:r>
              <a:rPr lang="zh-CN" altLang="en-US" sz="1600" b="1" dirty="0"/>
              <a:t>约翰一书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章</a:t>
            </a:r>
            <a:r>
              <a:rPr lang="en-US" altLang="zh-CN" sz="1600" b="1" dirty="0"/>
              <a:t>15</a:t>
            </a:r>
            <a:r>
              <a:rPr lang="zh-CN" altLang="en-US" sz="1600" b="1" dirty="0"/>
              <a:t>节</a:t>
            </a:r>
            <a:r>
              <a:rPr lang="zh-CN" altLang="en-US" sz="1400" b="1" dirty="0"/>
              <a:t>：</a:t>
            </a:r>
            <a:r>
              <a:rPr lang="zh-CN" altLang="en-US" sz="1200" dirty="0"/>
              <a:t>不要爱世界和世界上的事。人若爱世界，爱父的心就不在他里面了</a:t>
            </a:r>
            <a:endParaRPr lang="en-US" altLang="zh-CN" sz="1200" b="1" dirty="0"/>
          </a:p>
          <a:p>
            <a:r>
              <a:rPr lang="zh-CN" altLang="en-US" sz="2800" b="1" dirty="0"/>
              <a:t>依靠基督：</a:t>
            </a:r>
            <a:endParaRPr lang="en-US" altLang="zh-CN" sz="2800" b="1" dirty="0"/>
          </a:p>
          <a:p>
            <a:pPr lvl="1"/>
            <a:r>
              <a:rPr lang="zh-CN" altLang="en-US" sz="2000" b="1" dirty="0"/>
              <a:t>相信应许：</a:t>
            </a:r>
            <a:endParaRPr lang="en-US" altLang="zh-CN" sz="2000" b="1" dirty="0"/>
          </a:p>
          <a:p>
            <a:pPr lvl="2"/>
            <a:r>
              <a:rPr lang="zh-CN" altLang="en-US" sz="1600" b="1" dirty="0"/>
              <a:t>马太福音</a:t>
            </a:r>
            <a:r>
              <a:rPr lang="en-US" altLang="zh-CN" sz="1600" b="1" dirty="0"/>
              <a:t>21</a:t>
            </a:r>
            <a:r>
              <a:rPr lang="zh-CN" altLang="en-US" sz="1600" b="1" dirty="0"/>
              <a:t>章</a:t>
            </a:r>
            <a:r>
              <a:rPr lang="en-US" altLang="zh-CN" sz="1600" b="1" dirty="0"/>
              <a:t>22</a:t>
            </a:r>
            <a:r>
              <a:rPr lang="zh-CN" altLang="en-US" sz="1600" b="1" dirty="0"/>
              <a:t>节：</a:t>
            </a:r>
            <a:r>
              <a:rPr lang="zh-CN" altLang="en-US" sz="1600" dirty="0"/>
              <a:t>你们祷告，无论求什么，只要信，就必得着。</a:t>
            </a:r>
            <a:endParaRPr lang="en-US" altLang="zh-CN" sz="1600" b="1" dirty="0"/>
          </a:p>
          <a:p>
            <a:pPr lvl="2"/>
            <a:r>
              <a:rPr lang="zh-CN" altLang="en-US" sz="1600" b="1" dirty="0"/>
              <a:t>马太福音</a:t>
            </a:r>
            <a:r>
              <a:rPr lang="en-US" altLang="zh-CN" sz="1600" b="1" dirty="0"/>
              <a:t>7</a:t>
            </a:r>
            <a:r>
              <a:rPr lang="zh-CN" altLang="en-US" sz="1600" b="1" dirty="0"/>
              <a:t>章</a:t>
            </a:r>
            <a:r>
              <a:rPr lang="en-US" altLang="zh-CN" sz="1600" b="1" dirty="0"/>
              <a:t>11</a:t>
            </a:r>
            <a:r>
              <a:rPr lang="zh-CN" altLang="en-US" sz="1600" b="1" dirty="0"/>
              <a:t>节：</a:t>
            </a:r>
            <a:r>
              <a:rPr lang="zh-CN" altLang="en-US" sz="1600" dirty="0"/>
              <a:t>你们虽然不好，尚且知道拿好东西给儿女，何况你们在天上</a:t>
            </a:r>
            <a:r>
              <a:rPr lang="zh-CN" altLang="en-US" sz="1600"/>
              <a:t>的父岂不</a:t>
            </a:r>
            <a:r>
              <a:rPr lang="zh-CN" altLang="en-US" sz="1600" dirty="0"/>
              <a:t>更把好东西给求他的人吗？</a:t>
            </a:r>
            <a:endParaRPr lang="en-US" altLang="zh-CN" sz="1600" b="1" dirty="0"/>
          </a:p>
          <a:p>
            <a:pPr lvl="1"/>
            <a:r>
              <a:rPr lang="zh-CN" altLang="en-US" sz="2000" b="1" dirty="0"/>
              <a:t>信靠结果：</a:t>
            </a:r>
            <a:endParaRPr lang="en-US" altLang="zh-CN" sz="2000" b="1" dirty="0"/>
          </a:p>
          <a:p>
            <a:pPr lvl="2"/>
            <a:r>
              <a:rPr lang="zh-CN" altLang="en-US" sz="1800" b="1" dirty="0"/>
              <a:t>彼得前书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章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节：</a:t>
            </a:r>
            <a:r>
              <a:rPr lang="zh-CN" altLang="en-US" sz="1600" dirty="0"/>
              <a:t>因为经上说：“看哪，我把所拣选、所宝贵的房角石安放在</a:t>
            </a:r>
            <a:r>
              <a:rPr lang="zh-CN" altLang="en-US" sz="1600" u="sng" dirty="0"/>
              <a:t>锡安</a:t>
            </a:r>
            <a:r>
              <a:rPr lang="zh-CN" altLang="en-US" sz="1600" dirty="0"/>
              <a:t>，信靠他的人必不至于羞愧。</a:t>
            </a:r>
            <a:r>
              <a:rPr lang="zh-CN" altLang="en-US" sz="1800" dirty="0"/>
              <a:t>”</a:t>
            </a:r>
          </a:p>
          <a:p>
            <a:pPr lvl="2"/>
            <a:endParaRPr lang="en-US" altLang="zh-CN" sz="1600" b="1" dirty="0"/>
          </a:p>
          <a:p>
            <a:pPr lvl="1"/>
            <a:endParaRPr lang="en-US" altLang="zh-CN" b="1" dirty="0"/>
          </a:p>
          <a:p>
            <a:pPr lvl="1"/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3550093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24428"/>
            <a:ext cx="8229600" cy="1143000"/>
          </a:xfrm>
        </p:spPr>
        <p:txBody>
          <a:bodyPr/>
          <a:lstStyle/>
          <a:p>
            <a:pPr lvl="0" algn="l"/>
            <a:r>
              <a:rPr lang="zh-CN" altLang="en-US" b="1" dirty="0"/>
              <a:t>行事为人样式：</a:t>
            </a:r>
            <a:endParaRPr lang="zh-CN" altLang="zh-CN" b="1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D9413C2-BD16-4038-B1FC-D31A25900A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1520" y="1052736"/>
            <a:ext cx="8820472" cy="5257800"/>
          </a:xfrm>
        </p:spPr>
        <p:txBody>
          <a:bodyPr/>
          <a:lstStyle/>
          <a:p>
            <a:r>
              <a:rPr lang="zh-CN" altLang="en-US" sz="2000" b="1" dirty="0"/>
              <a:t>信望爱：</a:t>
            </a:r>
            <a:endParaRPr lang="en-US" altLang="zh-CN" sz="2000" b="1" dirty="0"/>
          </a:p>
          <a:p>
            <a:pPr lvl="1"/>
            <a:r>
              <a:rPr lang="zh-CN" altLang="en-US" sz="1800" b="1" dirty="0"/>
              <a:t>哥林多前书</a:t>
            </a:r>
            <a:r>
              <a:rPr lang="en-US" altLang="zh-CN" sz="1800" b="1" dirty="0"/>
              <a:t>13</a:t>
            </a:r>
            <a:r>
              <a:rPr lang="zh-CN" altLang="en-US" sz="1800" b="1" dirty="0"/>
              <a:t>章</a:t>
            </a:r>
            <a:r>
              <a:rPr lang="en-US" altLang="zh-CN" sz="1800" b="1" dirty="0"/>
              <a:t>13</a:t>
            </a:r>
            <a:r>
              <a:rPr lang="zh-CN" altLang="en-US" sz="1800" b="1" dirty="0"/>
              <a:t>节：</a:t>
            </a:r>
            <a:r>
              <a:rPr lang="zh-CN" altLang="en-US" sz="1400" dirty="0"/>
              <a:t>如今常存的有信，有望，有爱；这三样，其中最大的是爱。</a:t>
            </a:r>
            <a:endParaRPr lang="en-US" altLang="zh-CN" sz="1400" dirty="0"/>
          </a:p>
          <a:p>
            <a:r>
              <a:rPr lang="zh-CN" altLang="en-US" sz="2000" b="1" dirty="0"/>
              <a:t>智慧而行：</a:t>
            </a:r>
            <a:endParaRPr lang="en-US" altLang="zh-CN" sz="2000" b="1" dirty="0"/>
          </a:p>
          <a:p>
            <a:pPr lvl="1"/>
            <a:r>
              <a:rPr lang="zh-CN" altLang="en-US" sz="1800" b="1" dirty="0"/>
              <a:t>以弗所书：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章</a:t>
            </a:r>
            <a:r>
              <a:rPr lang="en-US" altLang="zh-CN" sz="1800" b="1" dirty="0"/>
              <a:t>15</a:t>
            </a:r>
            <a:r>
              <a:rPr lang="zh-CN" altLang="en-US" sz="1800" b="1" dirty="0"/>
              <a:t>节：</a:t>
            </a:r>
            <a:r>
              <a:rPr lang="zh-CN" altLang="en-US" sz="1800" dirty="0"/>
              <a:t>你们要谨慎行事，不要像愚昧人，当像智慧人。</a:t>
            </a:r>
            <a:endParaRPr lang="en-US" altLang="zh-CN" sz="1800" b="1" dirty="0"/>
          </a:p>
          <a:p>
            <a:r>
              <a:rPr lang="zh-CN" altLang="en-US" sz="2000" b="1" dirty="0"/>
              <a:t>凡事努力而行：</a:t>
            </a:r>
            <a:endParaRPr lang="en-US" altLang="zh-CN" sz="2000" b="1" dirty="0"/>
          </a:p>
          <a:p>
            <a:pPr lvl="1"/>
            <a:r>
              <a:rPr lang="zh-CN" altLang="en-US" sz="1800" b="1" dirty="0"/>
              <a:t>以弗所书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章</a:t>
            </a:r>
            <a:r>
              <a:rPr lang="en-US" altLang="zh-CN" sz="1800" b="1" dirty="0"/>
              <a:t>28</a:t>
            </a:r>
            <a:r>
              <a:rPr lang="zh-CN" altLang="en-US" sz="1800" b="1" dirty="0"/>
              <a:t>节：</a:t>
            </a:r>
            <a:r>
              <a:rPr lang="zh-CN" altLang="en-US" sz="1600" dirty="0"/>
              <a:t>从前偷窃的，不要再偷。总要劳力，亲手作正经事，就可有余，分给那缺少的人</a:t>
            </a:r>
            <a:endParaRPr lang="en-US" altLang="zh-CN" dirty="0"/>
          </a:p>
          <a:p>
            <a:pPr lvl="1"/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853825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/>
            <a:r>
              <a:rPr lang="zh-CN" altLang="en-US" b="1" dirty="0"/>
              <a:t>基督在我里面活着：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686800" cy="5257800"/>
          </a:xfrm>
        </p:spPr>
        <p:txBody>
          <a:bodyPr/>
          <a:lstStyle/>
          <a:p>
            <a:pPr marL="342900" lvl="1" indent="-342900">
              <a:buChar char="•"/>
            </a:pPr>
            <a:r>
              <a:rPr lang="zh-CN" altLang="en-US" b="1" dirty="0"/>
              <a:t>应用思考：</a:t>
            </a:r>
            <a:endParaRPr lang="en-US" altLang="zh-CN" b="1" dirty="0"/>
          </a:p>
          <a:p>
            <a:pPr lvl="1"/>
            <a:r>
              <a:rPr lang="zh-CN" altLang="en-US" dirty="0"/>
              <a:t>在我现在的环境中有哪些不顺服基督表现</a:t>
            </a:r>
            <a:endParaRPr lang="en-US" altLang="zh-CN" dirty="0"/>
          </a:p>
          <a:p>
            <a:pPr lvl="1"/>
            <a:r>
              <a:rPr lang="zh-CN" altLang="en-US" dirty="0"/>
              <a:t>如果有，我应该怎么做才是顺服基督表现</a:t>
            </a:r>
            <a:endParaRPr lang="en-US" altLang="zh-CN" dirty="0"/>
          </a:p>
          <a:p>
            <a:pPr lvl="1"/>
            <a:r>
              <a:rPr lang="zh-CN" altLang="en-US" dirty="0"/>
              <a:t>在以后，我应该怎么表现出基督荣耀样式</a:t>
            </a:r>
            <a:endParaRPr lang="en-US" altLang="zh-CN" dirty="0"/>
          </a:p>
          <a:p>
            <a:pPr lvl="1"/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709819177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11549</TotalTime>
  <Words>881</Words>
  <Application>Microsoft Office PowerPoint</Application>
  <PresentationFormat>全屏显示(4:3)</PresentationFormat>
  <Paragraphs>70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华文新魏</vt:lpstr>
      <vt:lpstr>微软雅黑</vt:lpstr>
      <vt:lpstr>Arial</vt:lpstr>
      <vt:lpstr>Calibri</vt:lpstr>
      <vt:lpstr>Trebuchet MS</vt:lpstr>
      <vt:lpstr>Diseño predeterminado</vt:lpstr>
      <vt:lpstr>PowerPoint 演示文稿</vt:lpstr>
      <vt:lpstr>经文：加拉太书2章：20节</vt:lpstr>
      <vt:lpstr>认识神的真实：</vt:lpstr>
      <vt:lpstr>他必兴旺，我必衰微</vt:lpstr>
      <vt:lpstr>行事为人样式：</vt:lpstr>
      <vt:lpstr>基督在我里面活着：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Mariajose</dc:creator>
  <cp:lastModifiedBy>李 强</cp:lastModifiedBy>
  <cp:revision>878</cp:revision>
  <dcterms:created xsi:type="dcterms:W3CDTF">2010-05-23T14:28:12Z</dcterms:created>
  <dcterms:modified xsi:type="dcterms:W3CDTF">2019-12-07T12:19:13Z</dcterms:modified>
</cp:coreProperties>
</file>