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320" r:id="rId3"/>
    <p:sldId id="334" r:id="rId4"/>
    <p:sldId id="338" r:id="rId5"/>
    <p:sldId id="335" r:id="rId6"/>
    <p:sldId id="337" r:id="rId7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299" autoAdjust="0"/>
  </p:normalViewPr>
  <p:slideViewPr>
    <p:cSldViewPr showGuides="1">
      <p:cViewPr varScale="1">
        <p:scale>
          <a:sx n="90" d="100"/>
          <a:sy n="90" d="100"/>
        </p:scale>
        <p:origin x="22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633faa5c58ce3e78" providerId="LiveId" clId="{54507C84-230D-4CD0-A1A8-76138742C082}"/>
    <pc:docChg chg="addSld modSld">
      <pc:chgData name="李 强" userId="633faa5c58ce3e78" providerId="LiveId" clId="{54507C84-230D-4CD0-A1A8-76138742C082}" dt="2019-05-26T02:03:32.747" v="454"/>
      <pc:docMkLst>
        <pc:docMk/>
      </pc:docMkLst>
      <pc:sldChg chg="modNotesTx">
        <pc:chgData name="李 强" userId="633faa5c58ce3e78" providerId="LiveId" clId="{54507C84-230D-4CD0-A1A8-76138742C082}" dt="2019-05-25T14:02:11.895" v="0" actId="6549"/>
        <pc:sldMkLst>
          <pc:docMk/>
          <pc:sldMk cId="0" sldId="320"/>
        </pc:sldMkLst>
      </pc:sldChg>
      <pc:sldChg chg="modSp modNotesTx">
        <pc:chgData name="李 强" userId="633faa5c58ce3e78" providerId="LiveId" clId="{54507C84-230D-4CD0-A1A8-76138742C082}" dt="2019-05-25T20:17:50.797" v="209"/>
        <pc:sldMkLst>
          <pc:docMk/>
          <pc:sldMk cId="2208621919" sldId="334"/>
        </pc:sldMkLst>
        <pc:spChg chg="mod">
          <ac:chgData name="李 强" userId="633faa5c58ce3e78" providerId="LiveId" clId="{54507C84-230D-4CD0-A1A8-76138742C082}" dt="2019-05-25T14:57:29.429" v="155"/>
          <ac:spMkLst>
            <pc:docMk/>
            <pc:sldMk cId="2208621919" sldId="334"/>
            <ac:spMk id="3" creationId="{C578C671-B69C-4BEB-8AD4-3A86A9EC2E70}"/>
          </ac:spMkLst>
        </pc:spChg>
        <pc:spChg chg="mod">
          <ac:chgData name="李 强" userId="633faa5c58ce3e78" providerId="LiveId" clId="{54507C84-230D-4CD0-A1A8-76138742C082}" dt="2019-05-25T20:17:50.797" v="209"/>
          <ac:spMkLst>
            <pc:docMk/>
            <pc:sldMk cId="2208621919" sldId="334"/>
            <ac:spMk id="5123" creationId="{823B1026-6B98-4FD8-8DA8-D78FA979416E}"/>
          </ac:spMkLst>
        </pc:spChg>
      </pc:sldChg>
      <pc:sldChg chg="modSp modNotesTx">
        <pc:chgData name="李 强" userId="633faa5c58ce3e78" providerId="LiveId" clId="{54507C84-230D-4CD0-A1A8-76138742C082}" dt="2019-05-26T00:05:10.237" v="453"/>
        <pc:sldMkLst>
          <pc:docMk/>
          <pc:sldMk cId="853825876" sldId="335"/>
        </pc:sldMkLst>
        <pc:spChg chg="mod">
          <ac:chgData name="李 强" userId="633faa5c58ce3e78" providerId="LiveId" clId="{54507C84-230D-4CD0-A1A8-76138742C082}" dt="2019-05-25T21:39:22.918" v="262" actId="20577"/>
          <ac:spMkLst>
            <pc:docMk/>
            <pc:sldMk cId="853825876" sldId="335"/>
            <ac:spMk id="3" creationId="{C578C671-B69C-4BEB-8AD4-3A86A9EC2E70}"/>
          </ac:spMkLst>
        </pc:spChg>
        <pc:spChg chg="mod">
          <ac:chgData name="李 强" userId="633faa5c58ce3e78" providerId="LiveId" clId="{54507C84-230D-4CD0-A1A8-76138742C082}" dt="2019-05-26T00:05:10.237" v="453"/>
          <ac:spMkLst>
            <pc:docMk/>
            <pc:sldMk cId="853825876" sldId="335"/>
            <ac:spMk id="5123" creationId="{823B1026-6B98-4FD8-8DA8-D78FA979416E}"/>
          </ac:spMkLst>
        </pc:spChg>
      </pc:sldChg>
      <pc:sldChg chg="modNotesTx">
        <pc:chgData name="李 强" userId="633faa5c58ce3e78" providerId="LiveId" clId="{54507C84-230D-4CD0-A1A8-76138742C082}" dt="2019-05-25T14:02:30.338" v="4" actId="6549"/>
        <pc:sldMkLst>
          <pc:docMk/>
          <pc:sldMk cId="3709819177" sldId="337"/>
        </pc:sldMkLst>
      </pc:sldChg>
      <pc:sldChg chg="modSp modNotesTx">
        <pc:chgData name="李 强" userId="633faa5c58ce3e78" providerId="LiveId" clId="{54507C84-230D-4CD0-A1A8-76138742C082}" dt="2019-05-26T00:01:09.110" v="388"/>
        <pc:sldMkLst>
          <pc:docMk/>
          <pc:sldMk cId="3550093547" sldId="338"/>
        </pc:sldMkLst>
        <pc:spChg chg="mod">
          <ac:chgData name="李 强" userId="633faa5c58ce3e78" providerId="LiveId" clId="{54507C84-230D-4CD0-A1A8-76138742C082}" dt="2019-05-25T14:52:20.278" v="81" actId="20577"/>
          <ac:spMkLst>
            <pc:docMk/>
            <pc:sldMk cId="3550093547" sldId="338"/>
            <ac:spMk id="3" creationId="{C578C671-B69C-4BEB-8AD4-3A86A9EC2E70}"/>
          </ac:spMkLst>
        </pc:spChg>
        <pc:spChg chg="mod">
          <ac:chgData name="李 强" userId="633faa5c58ce3e78" providerId="LiveId" clId="{54507C84-230D-4CD0-A1A8-76138742C082}" dt="2019-05-26T00:01:09.110" v="388"/>
          <ac:spMkLst>
            <pc:docMk/>
            <pc:sldMk cId="3550093547" sldId="338"/>
            <ac:spMk id="5123" creationId="{823B1026-6B98-4FD8-8DA8-D78FA979416E}"/>
          </ac:spMkLst>
        </pc:spChg>
      </pc:sldChg>
    </pc:docChg>
  </pc:docChgLst>
  <pc:docChgLst>
    <pc:chgData name="李 强" userId="633faa5c58ce3e78" providerId="LiveId" clId="{E75980F7-9C17-468A-B013-F9A47A71A20F}"/>
    <pc:docChg chg="undo modSld">
      <pc:chgData name="李 强" userId="633faa5c58ce3e78" providerId="LiveId" clId="{E75980F7-9C17-468A-B013-F9A47A71A20F}" dt="2019-08-14T11:44:45.936" v="407" actId="20577"/>
      <pc:docMkLst>
        <pc:docMk/>
      </pc:docMkLst>
      <pc:sldChg chg="modSp">
        <pc:chgData name="李 强" userId="633faa5c58ce3e78" providerId="LiveId" clId="{E75980F7-9C17-468A-B013-F9A47A71A20F}" dt="2019-08-14T08:11:46.434" v="4"/>
        <pc:sldMkLst>
          <pc:docMk/>
          <pc:sldMk cId="0" sldId="256"/>
        </pc:sldMkLst>
        <pc:spChg chg="mod">
          <ac:chgData name="李 强" userId="633faa5c58ce3e78" providerId="LiveId" clId="{E75980F7-9C17-468A-B013-F9A47A71A20F}" dt="2019-08-14T08:11:46.434" v="4"/>
          <ac:spMkLst>
            <pc:docMk/>
            <pc:sldMk cId="0" sldId="256"/>
            <ac:spMk id="7170" creationId="{C38FCE21-CC3E-4C81-B95A-118DE7524B3B}"/>
          </ac:spMkLst>
        </pc:spChg>
      </pc:sldChg>
      <pc:sldChg chg="modSp">
        <pc:chgData name="李 强" userId="633faa5c58ce3e78" providerId="LiveId" clId="{E75980F7-9C17-468A-B013-F9A47A71A20F}" dt="2019-08-14T08:12:08.433" v="7" actId="207"/>
        <pc:sldMkLst>
          <pc:docMk/>
          <pc:sldMk cId="0" sldId="320"/>
        </pc:sldMkLst>
        <pc:spChg chg="mod">
          <ac:chgData name="李 强" userId="633faa5c58ce3e78" providerId="LiveId" clId="{E75980F7-9C17-468A-B013-F9A47A71A20F}" dt="2019-08-14T08:12:08.433" v="7" actId="207"/>
          <ac:spMkLst>
            <pc:docMk/>
            <pc:sldMk cId="0" sldId="320"/>
            <ac:spMk id="5123" creationId="{823B1026-6B98-4FD8-8DA8-D78FA979416E}"/>
          </ac:spMkLst>
        </pc:spChg>
      </pc:sldChg>
      <pc:sldChg chg="modSp">
        <pc:chgData name="李 强" userId="633faa5c58ce3e78" providerId="LiveId" clId="{E75980F7-9C17-468A-B013-F9A47A71A20F}" dt="2019-08-14T11:44:45.936" v="407" actId="20577"/>
        <pc:sldMkLst>
          <pc:docMk/>
          <pc:sldMk cId="2208621919" sldId="334"/>
        </pc:sldMkLst>
        <pc:spChg chg="mod">
          <ac:chgData name="李 强" userId="633faa5c58ce3e78" providerId="LiveId" clId="{E75980F7-9C17-468A-B013-F9A47A71A20F}" dt="2019-08-14T08:12:16.744" v="14"/>
          <ac:spMkLst>
            <pc:docMk/>
            <pc:sldMk cId="2208621919" sldId="334"/>
            <ac:spMk id="3" creationId="{C578C671-B69C-4BEB-8AD4-3A86A9EC2E70}"/>
          </ac:spMkLst>
        </pc:spChg>
        <pc:spChg chg="mod">
          <ac:chgData name="李 强" userId="633faa5c58ce3e78" providerId="LiveId" clId="{E75980F7-9C17-468A-B013-F9A47A71A20F}" dt="2019-08-14T11:44:45.936" v="407" actId="20577"/>
          <ac:spMkLst>
            <pc:docMk/>
            <pc:sldMk cId="2208621919" sldId="334"/>
            <ac:spMk id="5123" creationId="{823B1026-6B98-4FD8-8DA8-D78FA979416E}"/>
          </ac:spMkLst>
        </pc:spChg>
      </pc:sldChg>
      <pc:sldChg chg="modSp">
        <pc:chgData name="李 强" userId="633faa5c58ce3e78" providerId="LiveId" clId="{E75980F7-9C17-468A-B013-F9A47A71A20F}" dt="2019-08-14T08:20:27.055" v="194" actId="108"/>
        <pc:sldMkLst>
          <pc:docMk/>
          <pc:sldMk cId="853825876" sldId="335"/>
        </pc:sldMkLst>
        <pc:spChg chg="mod">
          <ac:chgData name="李 强" userId="633faa5c58ce3e78" providerId="LiveId" clId="{E75980F7-9C17-468A-B013-F9A47A71A20F}" dt="2019-08-14T08:12:42.384" v="28"/>
          <ac:spMkLst>
            <pc:docMk/>
            <pc:sldMk cId="853825876" sldId="335"/>
            <ac:spMk id="3" creationId="{C578C671-B69C-4BEB-8AD4-3A86A9EC2E70}"/>
          </ac:spMkLst>
        </pc:spChg>
        <pc:spChg chg="mod">
          <ac:chgData name="李 强" userId="633faa5c58ce3e78" providerId="LiveId" clId="{E75980F7-9C17-468A-B013-F9A47A71A20F}" dt="2019-08-14T08:20:27.055" v="194" actId="108"/>
          <ac:spMkLst>
            <pc:docMk/>
            <pc:sldMk cId="853825876" sldId="335"/>
            <ac:spMk id="6" creationId="{DD9413C2-BD16-4038-B1FC-D31A25900A06}"/>
          </ac:spMkLst>
        </pc:spChg>
      </pc:sldChg>
      <pc:sldChg chg="modSp">
        <pc:chgData name="李 强" userId="633faa5c58ce3e78" providerId="LiveId" clId="{E75980F7-9C17-468A-B013-F9A47A71A20F}" dt="2019-08-14T08:42:02.835" v="385"/>
        <pc:sldMkLst>
          <pc:docMk/>
          <pc:sldMk cId="3709819177" sldId="337"/>
        </pc:sldMkLst>
        <pc:spChg chg="mod">
          <ac:chgData name="李 强" userId="633faa5c58ce3e78" providerId="LiveId" clId="{E75980F7-9C17-468A-B013-F9A47A71A20F}" dt="2019-08-14T08:41:03.145" v="322"/>
          <ac:spMkLst>
            <pc:docMk/>
            <pc:sldMk cId="3709819177" sldId="337"/>
            <ac:spMk id="3" creationId="{C578C671-B69C-4BEB-8AD4-3A86A9EC2E70}"/>
          </ac:spMkLst>
        </pc:spChg>
        <pc:spChg chg="mod">
          <ac:chgData name="李 强" userId="633faa5c58ce3e78" providerId="LiveId" clId="{E75980F7-9C17-468A-B013-F9A47A71A20F}" dt="2019-08-14T08:42:02.835" v="385"/>
          <ac:spMkLst>
            <pc:docMk/>
            <pc:sldMk cId="3709819177" sldId="337"/>
            <ac:spMk id="5123" creationId="{823B1026-6B98-4FD8-8DA8-D78FA979416E}"/>
          </ac:spMkLst>
        </pc:spChg>
      </pc:sldChg>
      <pc:sldChg chg="modSp">
        <pc:chgData name="李 强" userId="633faa5c58ce3e78" providerId="LiveId" clId="{E75980F7-9C17-468A-B013-F9A47A71A20F}" dt="2019-08-14T08:38:15.835" v="311" actId="113"/>
        <pc:sldMkLst>
          <pc:docMk/>
          <pc:sldMk cId="3550093547" sldId="338"/>
        </pc:sldMkLst>
        <pc:spChg chg="mod">
          <ac:chgData name="李 强" userId="633faa5c58ce3e78" providerId="LiveId" clId="{E75980F7-9C17-468A-B013-F9A47A71A20F}" dt="2019-08-14T08:12:26.133" v="21"/>
          <ac:spMkLst>
            <pc:docMk/>
            <pc:sldMk cId="3550093547" sldId="338"/>
            <ac:spMk id="3" creationId="{C578C671-B69C-4BEB-8AD4-3A86A9EC2E70}"/>
          </ac:spMkLst>
        </pc:spChg>
        <pc:spChg chg="mod">
          <ac:chgData name="李 强" userId="633faa5c58ce3e78" providerId="LiveId" clId="{E75980F7-9C17-468A-B013-F9A47A71A20F}" dt="2019-08-14T08:38:15.835" v="311" actId="113"/>
          <ac:spMkLst>
            <pc:docMk/>
            <pc:sldMk cId="3550093547" sldId="338"/>
            <ac:spMk id="5123" creationId="{823B1026-6B98-4FD8-8DA8-D78FA979416E}"/>
          </ac:spMkLst>
        </pc:spChg>
      </pc:sldChg>
    </pc:docChg>
  </pc:docChgLst>
  <pc:docChgLst>
    <pc:chgData name="李 强" userId="633faa5c58ce3e78" providerId="LiveId" clId="{1F13D325-0F80-4415-B6FC-95D97E417BF7}"/>
    <pc:docChg chg="modSld">
      <pc:chgData name="李 强" userId="633faa5c58ce3e78" providerId="LiveId" clId="{1F13D325-0F80-4415-B6FC-95D97E417BF7}" dt="2019-12-07T23:36:25.526" v="74" actId="113"/>
      <pc:docMkLst>
        <pc:docMk/>
      </pc:docMkLst>
      <pc:sldChg chg="modSp">
        <pc:chgData name="李 强" userId="633faa5c58ce3e78" providerId="LiveId" clId="{1F13D325-0F80-4415-B6FC-95D97E417BF7}" dt="2019-12-07T23:26:38.311" v="8"/>
        <pc:sldMkLst>
          <pc:docMk/>
          <pc:sldMk cId="0" sldId="256"/>
        </pc:sldMkLst>
        <pc:spChg chg="mod">
          <ac:chgData name="李 强" userId="633faa5c58ce3e78" providerId="LiveId" clId="{1F13D325-0F80-4415-B6FC-95D97E417BF7}" dt="2019-12-07T23:26:38.311" v="8"/>
          <ac:spMkLst>
            <pc:docMk/>
            <pc:sldMk cId="0" sldId="256"/>
            <ac:spMk id="7170" creationId="{C38FCE21-CC3E-4C81-B95A-118DE7524B3B}"/>
          </ac:spMkLst>
        </pc:spChg>
      </pc:sldChg>
      <pc:sldChg chg="modSp">
        <pc:chgData name="李 强" userId="633faa5c58ce3e78" providerId="LiveId" clId="{1F13D325-0F80-4415-B6FC-95D97E417BF7}" dt="2019-12-07T23:35:17.566" v="67" actId="113"/>
        <pc:sldMkLst>
          <pc:docMk/>
          <pc:sldMk cId="2208621919" sldId="334"/>
        </pc:sldMkLst>
        <pc:spChg chg="mod">
          <ac:chgData name="李 强" userId="633faa5c58ce3e78" providerId="LiveId" clId="{1F13D325-0F80-4415-B6FC-95D97E417BF7}" dt="2019-12-07T23:35:17.566" v="67" actId="113"/>
          <ac:spMkLst>
            <pc:docMk/>
            <pc:sldMk cId="2208621919" sldId="334"/>
            <ac:spMk id="5123" creationId="{823B1026-6B98-4FD8-8DA8-D78FA979416E}"/>
          </ac:spMkLst>
        </pc:spChg>
      </pc:sldChg>
      <pc:sldChg chg="modSp">
        <pc:chgData name="李 强" userId="633faa5c58ce3e78" providerId="LiveId" clId="{1F13D325-0F80-4415-B6FC-95D97E417BF7}" dt="2019-12-07T23:36:25.526" v="74" actId="113"/>
        <pc:sldMkLst>
          <pc:docMk/>
          <pc:sldMk cId="853825876" sldId="335"/>
        </pc:sldMkLst>
        <pc:spChg chg="mod">
          <ac:chgData name="李 强" userId="633faa5c58ce3e78" providerId="LiveId" clId="{1F13D325-0F80-4415-B6FC-95D97E417BF7}" dt="2019-12-07T23:36:25.526" v="74" actId="113"/>
          <ac:spMkLst>
            <pc:docMk/>
            <pc:sldMk cId="853825876" sldId="335"/>
            <ac:spMk id="6" creationId="{DD9413C2-BD16-4038-B1FC-D31A25900A06}"/>
          </ac:spMkLst>
        </pc:spChg>
      </pc:sldChg>
      <pc:sldChg chg="modSp">
        <pc:chgData name="李 强" userId="633faa5c58ce3e78" providerId="LiveId" clId="{1F13D325-0F80-4415-B6FC-95D97E417BF7}" dt="2019-12-07T23:35:49.675" v="68" actId="113"/>
        <pc:sldMkLst>
          <pc:docMk/>
          <pc:sldMk cId="3550093547" sldId="338"/>
        </pc:sldMkLst>
        <pc:spChg chg="mod">
          <ac:chgData name="李 强" userId="633faa5c58ce3e78" providerId="LiveId" clId="{1F13D325-0F80-4415-B6FC-95D97E417BF7}" dt="2019-12-07T23:35:49.675" v="68" actId="113"/>
          <ac:spMkLst>
            <pc:docMk/>
            <pc:sldMk cId="3550093547" sldId="338"/>
            <ac:spMk id="5123" creationId="{823B1026-6B98-4FD8-8DA8-D78FA97941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909AB5F-6E94-4660-9FE5-B6D1FC6920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437F4-05CC-4768-9495-D48D7895B0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3CF063-56F2-42DD-A32C-24D15B67612C}" type="datetimeFigureOut">
              <a:rPr lang="zh-CN" altLang="en-US"/>
              <a:pPr>
                <a:defRPr/>
              </a:pPr>
              <a:t>2019/12/8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7DD23A6-CB0F-46B3-935A-976AD05C1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68FE576-0A9F-4DE3-8D2A-334BA3BA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239D-7969-4554-82FD-E03D57194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6B08FB-BB3E-413E-9A9E-25E75D50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7B1039-7A70-4775-909F-09FCF8FEC9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AD921145-BE81-43B5-B900-B4386CBAF7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B5492672-9CD7-4947-B1F0-BA237F1CB7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050AC9F4-DAB5-469C-9974-4025D307A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0091F8-5555-4714-AFE4-C839B62DDA0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1200" b="0" i="0" u="sng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诗篇：</a:t>
            </a:r>
            <a:r>
              <a:rPr lang="en-US" altLang="zh-CN" sz="1200" b="0" i="0" u="sng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139</a:t>
            </a:r>
            <a:r>
              <a:rPr lang="zh-CN" altLang="en-US" sz="1200" b="0" i="0" u="sng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</a:t>
            </a:r>
            <a:endParaRPr lang="en-US" altLang="zh-CN" sz="1200" b="0" i="0" u="sng" kern="1200" baseline="300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u="sng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</a:t>
            </a:r>
            <a:r>
              <a:rPr lang="zh-CN" alt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我的肺腑是你所造的。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我在母腹中，你已覆庇我。</a:t>
            </a:r>
          </a:p>
          <a:p>
            <a:r>
              <a:rPr lang="en-US" altLang="zh-CN" sz="1200" b="0" i="0" u="sng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zh-CN" alt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我要称谢你，因我受造奇妙可畏。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你的作为奇妙，这是我心深知道的。</a:t>
            </a:r>
          </a:p>
          <a:p>
            <a:r>
              <a:rPr lang="en-US" altLang="zh-CN" sz="1200" b="0" i="0" u="sng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我在暗中受造，在地的深处被联络，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那时，我的形体并不向你隐藏。</a:t>
            </a:r>
          </a:p>
          <a:p>
            <a:r>
              <a:rPr lang="en-US" altLang="zh-CN" sz="1200" b="0" i="0" u="sng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</a:t>
            </a:r>
            <a:r>
              <a:rPr lang="zh-CN" alt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我未成形的体质，你的眼早已看见了。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你所定的日子，我尚未度一日</a:t>
            </a:r>
            <a:r>
              <a:rPr lang="zh-CN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（或作“我被造的肢体尚未有其一”）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你都写在你的册上了。</a:t>
            </a:r>
          </a:p>
          <a:p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277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特别思想：</a:t>
            </a:r>
            <a:endParaRPr lang="en-US" altLang="zh-CN" dirty="0"/>
          </a:p>
          <a:p>
            <a:r>
              <a:rPr lang="zh-CN" altLang="en-US" dirty="0"/>
              <a:t>基督属天的身份</a:t>
            </a:r>
            <a:endParaRPr lang="en-US" altLang="zh-CN" dirty="0"/>
          </a:p>
          <a:p>
            <a:r>
              <a:rPr lang="zh-CN" altLang="en-US" dirty="0"/>
              <a:t>我们罪人的身份</a:t>
            </a: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815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551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386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2983B-D420-4632-8957-D097E0831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C511B7-02F2-47CA-9584-06EE5B5A7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4A4387-CACF-4109-926C-A66A58C99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88E35-BAE7-45D4-BD06-7FC34383A79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4936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31DBBB-1397-49C2-BFDB-19E2BBD6C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535772-B1A0-41CC-A2B4-84BE1ADAB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2CFD53-CF8B-4B2A-9BDD-68139D2018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78F9C-AB71-4B0C-AA10-B844AADCEB4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2412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41CD45-CF44-4D8E-806C-21CD179D9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9C0A1B-A467-49D9-A8A3-6A6F9CAC3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35E12-403C-46AC-9BC2-64EF81D7AE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D12B0-91D6-4193-92AD-67CB04DF243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10780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1105F-87CB-4064-877E-5230DED79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D6787-9F21-4353-BAE7-560A8D1D3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353BA-8F27-4D6C-AD50-B6EB475ED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7591-EAEA-426F-A6CF-9BF515447587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0974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4C4882-4030-4551-AF2A-604B13C14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574A5-382E-4CDB-BF34-04C7C8D1D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5DCB6A-E20F-482F-98C2-BEF1CF7CC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EA9D3-1937-4284-A088-A09838326C94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94533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6D69BB-90D9-4D6E-9AD4-811AB804D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29C593-DD8D-4D80-8DEA-E1AC9CE8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4C40ED-72EF-41C5-9CE4-35B94B8CE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4F1E1-55F5-4A59-AEE6-5BEEFA3D3611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588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529430-00AB-4612-B492-F6FDB8111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F8F7E6-1245-4F85-8FB1-7C120AE45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E633C2-7DB4-432C-B810-1C33BDFBC0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49A2C-9CD2-4C7A-A1D2-3CBD16CC691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7880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E38FA-AC78-43F9-874C-7F9362FA3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51434-F35A-47E4-9D77-3DEFC4B1AB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52B8-170D-446B-A0CA-86B3BF84B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7A878-4AB6-4221-93ED-128AB758D1C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471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E51F-5DA1-4810-B799-081B9080C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843C6-6CB6-47B7-BC82-8DCE98976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44D6-AA9E-4140-A152-867869D32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B7166-2AE7-430A-B399-B7645AF39F4E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31507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A74BCC-44DF-4398-A140-708FD8DD4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50864B-CBA7-47D3-9545-AC9AF7C7A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7E91F5-09AC-4851-98A0-DD2A5F515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5C569-D32D-4EC6-BB87-AB8D60CE8C7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85981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80A6AD-9844-47EC-B114-E7C47A95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454E40-DAC4-490A-96CF-1F552658F5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9E1111-0B21-4BC4-A4B1-0CBB65C101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8CAEE-F9F5-4642-8844-7AE539B10E1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8430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9A0C65-DA14-42DE-8CF5-2E34EF89E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48984-D2BD-4612-AFFE-42EA36E40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8C8325-8802-455C-BE1C-9A517A76FE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BF34CE-0BAD-4827-90D2-59CE8EB7F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2AFF9A-3FF3-4879-AD35-1F594C0F43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15FD87-5F71-4162-BE04-E7686FCB5F56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>
            <a:extLst>
              <a:ext uri="{FF2B5EF4-FFF2-40B4-BE49-F238E27FC236}">
                <a16:creationId xmlns:a16="http://schemas.microsoft.com/office/drawing/2014/main" id="{C38FCE21-CC3E-4C81-B95A-118DE7524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177640" y="3429000"/>
            <a:ext cx="4788719" cy="1752600"/>
          </a:xfrm>
        </p:spPr>
        <p:txBody>
          <a:bodyPr anchor="ctr"/>
          <a:lstStyle/>
          <a:p>
            <a:pPr eaLnBrk="1" hangingPunct="1"/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舍己的爱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加拉太书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fld id="{618F78D9-BF3A-4923-A8C2-761151026BE5}" type="datetime2"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2019年12月8日, Sunday</a:t>
            </a:fld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经文：</a:t>
            </a:r>
            <a:r>
              <a:rPr lang="zh-CN" altLang="zh-CN" sz="1800" dirty="0"/>
              <a:t>加拉太书</a:t>
            </a:r>
            <a:r>
              <a:rPr lang="en-US" altLang="zh-CN" sz="1800" dirty="0"/>
              <a:t>2</a:t>
            </a:r>
            <a:r>
              <a:rPr lang="zh-CN" altLang="zh-CN" sz="1800" dirty="0"/>
              <a:t>章：</a:t>
            </a:r>
            <a:r>
              <a:rPr lang="en-US" altLang="zh-CN" sz="1800" dirty="0"/>
              <a:t>20</a:t>
            </a:r>
            <a:r>
              <a:rPr lang="zh-CN" altLang="zh-CN" sz="1800" dirty="0"/>
              <a:t>节</a:t>
            </a:r>
            <a:endParaRPr lang="zh-CN" altLang="en-US" sz="1800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268760"/>
            <a:ext cx="9144000" cy="5589240"/>
          </a:xfrm>
        </p:spPr>
        <p:txBody>
          <a:bodyPr/>
          <a:lstStyle/>
          <a:p>
            <a:r>
              <a:rPr lang="zh-CN" altLang="zh-CN" dirty="0"/>
              <a:t>我已经与基督同钉十字架，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现在活着的不再是我，乃是基督在我里面活着；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zh-CN" dirty="0"/>
              <a:t>并且我如今在肉身活着，是因信神的儿子而活，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zh-CN" dirty="0"/>
              <a:t>他是</a:t>
            </a:r>
            <a:r>
              <a:rPr lang="zh-CN" altLang="zh-CN" dirty="0">
                <a:solidFill>
                  <a:srgbClr val="FF0000"/>
                </a:solidFill>
              </a:rPr>
              <a:t>爱</a:t>
            </a:r>
            <a:r>
              <a:rPr lang="zh-CN" altLang="zh-CN" dirty="0"/>
              <a:t>我，为我</a:t>
            </a:r>
            <a:r>
              <a:rPr lang="zh-CN" altLang="zh-CN" dirty="0">
                <a:solidFill>
                  <a:srgbClr val="FF0000"/>
                </a:solidFill>
              </a:rPr>
              <a:t>舍</a:t>
            </a:r>
            <a:r>
              <a:rPr lang="zh-CN" altLang="zh-CN" dirty="0"/>
              <a:t>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lang="zh-CN" altLang="en-US" b="1" dirty="0"/>
              <a:t>神的爱：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1764" y="1268760"/>
            <a:ext cx="8982236" cy="5257800"/>
          </a:xfrm>
        </p:spPr>
        <p:txBody>
          <a:bodyPr/>
          <a:lstStyle/>
          <a:p>
            <a:r>
              <a:rPr lang="zh-CN" altLang="en-US" sz="2400" b="1" dirty="0"/>
              <a:t>长阔高深：</a:t>
            </a:r>
            <a:endParaRPr lang="en-US" altLang="zh-CN" sz="2400" b="1" dirty="0"/>
          </a:p>
          <a:p>
            <a:pPr lvl="1"/>
            <a:r>
              <a:rPr lang="zh-CN" altLang="zh-CN" sz="1600" b="1" dirty="0"/>
              <a:t>创世记</a:t>
            </a:r>
            <a:r>
              <a:rPr lang="en-US" altLang="zh-CN" sz="1600" b="1" dirty="0"/>
              <a:t>8</a:t>
            </a:r>
            <a:r>
              <a:rPr lang="zh-CN" altLang="zh-CN" sz="1600" b="1" dirty="0"/>
              <a:t>章</a:t>
            </a:r>
            <a:r>
              <a:rPr lang="en-US" altLang="zh-CN" sz="1600" b="1" dirty="0"/>
              <a:t>22</a:t>
            </a:r>
            <a:r>
              <a:rPr lang="zh-CN" altLang="zh-CN" sz="1600" b="1" dirty="0"/>
              <a:t>节</a:t>
            </a:r>
            <a:r>
              <a:rPr lang="zh-CN" altLang="en-US" sz="1600" b="1" dirty="0"/>
              <a:t>：</a:t>
            </a:r>
            <a:r>
              <a:rPr lang="zh-CN" altLang="zh-CN" sz="1600" dirty="0"/>
              <a:t>地还存留的时候，稼穑、寒暑、冬夏、昼夜就永不停息了</a:t>
            </a:r>
            <a:endParaRPr lang="en-US" altLang="zh-CN" sz="1600" dirty="0"/>
          </a:p>
          <a:p>
            <a:pPr lvl="1"/>
            <a:r>
              <a:rPr lang="zh-CN" altLang="en-US" sz="1600" b="1" dirty="0"/>
              <a:t>诗篇</a:t>
            </a:r>
            <a:r>
              <a:rPr lang="en-US" altLang="zh-CN" sz="1600" b="1" dirty="0"/>
              <a:t>57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10</a:t>
            </a:r>
            <a:r>
              <a:rPr lang="zh-CN" altLang="en-US" sz="1600" b="1" dirty="0"/>
              <a:t>：</a:t>
            </a:r>
            <a:r>
              <a:rPr lang="zh-CN" altLang="en-US" sz="1600" dirty="0"/>
              <a:t>因为你的慈爱高及诸天，你的诚实达到穹苍。</a:t>
            </a:r>
            <a:endParaRPr lang="en-US" altLang="zh-CN" sz="1600" dirty="0"/>
          </a:p>
          <a:p>
            <a:pPr lvl="1"/>
            <a:r>
              <a:rPr lang="zh-CN" altLang="en-US" sz="1600" b="1" dirty="0"/>
              <a:t>诗篇</a:t>
            </a:r>
            <a:r>
              <a:rPr lang="en-US" altLang="zh-CN" sz="1600" b="1" dirty="0"/>
              <a:t>23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节：</a:t>
            </a:r>
            <a:r>
              <a:rPr lang="zh-CN" altLang="en-US" sz="1600" dirty="0"/>
              <a:t>我一生一世必有恩惠慈爱随着我，我且要住在耶和华的殿中，直到永远。</a:t>
            </a:r>
            <a:endParaRPr lang="en-US" altLang="zh-CN" sz="1600" b="1" dirty="0"/>
          </a:p>
          <a:p>
            <a:r>
              <a:rPr lang="zh-CN" altLang="en-US" sz="2400" b="1" dirty="0"/>
              <a:t>主动的爱，不变的爱：</a:t>
            </a:r>
            <a:endParaRPr lang="en-US" altLang="zh-CN" sz="2400" b="1" dirty="0"/>
          </a:p>
          <a:p>
            <a:pPr lvl="1"/>
            <a:r>
              <a:rPr lang="zh-CN" altLang="en-US" sz="1600" b="1" dirty="0"/>
              <a:t>以弗所书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4~5</a:t>
            </a:r>
            <a:r>
              <a:rPr lang="zh-CN" altLang="en-US" sz="1600" b="1" dirty="0"/>
              <a:t>节：</a:t>
            </a:r>
            <a:r>
              <a:rPr lang="zh-CN" altLang="en-US" sz="1600" dirty="0"/>
              <a:t>就如　神从创立世界以前，在基督里拣选了我们，使我们在他面前成为圣洁，无有瑕疵。</a:t>
            </a:r>
            <a:r>
              <a:rPr lang="en-US" altLang="zh-CN" sz="1600" dirty="0"/>
              <a:t>5</a:t>
            </a:r>
            <a:r>
              <a:rPr lang="zh-CN" altLang="en-US" sz="1600" dirty="0"/>
              <a:t>又因爱我们，就按着自己意旨所喜悦的，预定我们藉着耶稣基督得儿子的名分</a:t>
            </a:r>
            <a:endParaRPr lang="en-US" altLang="zh-CN" sz="1600" dirty="0"/>
          </a:p>
          <a:p>
            <a:pPr lvl="1"/>
            <a:r>
              <a:rPr lang="zh-CN" altLang="en-US" sz="1600" b="1" dirty="0"/>
              <a:t>罗马书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38,39</a:t>
            </a:r>
            <a:r>
              <a:rPr lang="zh-CN" altLang="en-US" sz="1600" b="1" dirty="0"/>
              <a:t>节：</a:t>
            </a:r>
            <a:r>
              <a:rPr lang="zh-CN" altLang="en-US" sz="1600" dirty="0"/>
              <a:t>因为我深信无论是死，是生，是天使，是掌权的，是有能的，是现在的事，是将来的事，</a:t>
            </a:r>
            <a:r>
              <a:rPr lang="en-US" altLang="zh-CN" sz="1600" baseline="30000" dirty="0"/>
              <a:t>39</a:t>
            </a:r>
            <a:r>
              <a:rPr lang="zh-CN" altLang="en-US" sz="1600" dirty="0"/>
              <a:t>是高处的，是低处的，是别的受造之物，都不能叫我们与　神的爱隔绝；这爱是在我们的主基督耶稣里的。</a:t>
            </a:r>
            <a:endParaRPr lang="en-US" altLang="zh-CN" sz="1600" dirty="0"/>
          </a:p>
          <a:p>
            <a:r>
              <a:rPr lang="zh-CN" altLang="en-US" sz="2400" b="1" dirty="0"/>
              <a:t>人的爱：</a:t>
            </a:r>
            <a:endParaRPr lang="en-US" altLang="zh-CN" sz="2400" b="1" dirty="0"/>
          </a:p>
          <a:p>
            <a:pPr lvl="1"/>
            <a:r>
              <a:rPr lang="zh-CN" altLang="en-US" sz="2000" b="1" dirty="0"/>
              <a:t>同等的爱，需要回报，有限的爱，可变的爱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2208621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lang="zh-CN" altLang="en-US" baseline="30000" dirty="0"/>
              <a:t> </a:t>
            </a:r>
            <a:r>
              <a:rPr lang="zh-CN" altLang="en-US" b="1" dirty="0"/>
              <a:t>爱的内容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600200"/>
            <a:ext cx="8820472" cy="5257800"/>
          </a:xfrm>
        </p:spPr>
        <p:txBody>
          <a:bodyPr/>
          <a:lstStyle/>
          <a:p>
            <a:r>
              <a:rPr lang="zh-CN" altLang="en-US" sz="2800" b="1" dirty="0"/>
              <a:t>舍己的爱</a:t>
            </a:r>
            <a:endParaRPr lang="en-US" altLang="zh-CN" sz="2800" b="1" dirty="0"/>
          </a:p>
          <a:p>
            <a:pPr lvl="1"/>
            <a:r>
              <a:rPr lang="zh-CN" altLang="en-US" sz="2000" b="1" dirty="0"/>
              <a:t>腓立比书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章 </a:t>
            </a:r>
            <a:r>
              <a:rPr lang="en-US" altLang="zh-CN" sz="2000" b="1" dirty="0"/>
              <a:t>6~8</a:t>
            </a:r>
            <a:r>
              <a:rPr lang="zh-CN" altLang="en-US" sz="2000" b="1" dirty="0"/>
              <a:t>节：</a:t>
            </a:r>
            <a:r>
              <a:rPr lang="en-US" altLang="zh-CN" sz="2000" b="1" dirty="0"/>
              <a:t> </a:t>
            </a:r>
            <a:r>
              <a:rPr lang="zh-CN" altLang="en-US" sz="2000" dirty="0"/>
              <a:t>他本有　神的形像，不以自己与　神同等为强夺的，反倒虚己，取了奴仆的形像，成为人的样式。既有人的样子，就自己卑微，存心顺服，以至于死，且死在十字架上。</a:t>
            </a:r>
            <a:endParaRPr lang="en-US" altLang="zh-CN" sz="2000" dirty="0"/>
          </a:p>
          <a:p>
            <a:pPr lvl="2"/>
            <a:r>
              <a:rPr lang="zh-CN" altLang="en-US" sz="1600" dirty="0"/>
              <a:t>舍去地位</a:t>
            </a:r>
            <a:endParaRPr lang="en-US" altLang="zh-CN" sz="1600" dirty="0"/>
          </a:p>
          <a:p>
            <a:pPr lvl="2"/>
            <a:r>
              <a:rPr lang="zh-CN" altLang="en-US" sz="1600" dirty="0"/>
              <a:t>降卑自己</a:t>
            </a:r>
            <a:endParaRPr lang="en-US" altLang="zh-CN" sz="1600" dirty="0"/>
          </a:p>
          <a:p>
            <a:pPr lvl="2"/>
            <a:r>
              <a:rPr lang="zh-CN" altLang="en-US" sz="1600" dirty="0"/>
              <a:t>存心顺服</a:t>
            </a:r>
            <a:endParaRPr lang="en-US" altLang="zh-CN" sz="1600" dirty="0"/>
          </a:p>
          <a:p>
            <a:pPr lvl="2"/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55009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lang="zh-CN" altLang="en-US" b="1" dirty="0"/>
              <a:t>爱的果效：</a:t>
            </a:r>
            <a:endParaRPr lang="zh-CN" altLang="zh-CN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D9413C2-BD16-4038-B1FC-D31A25900A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600200"/>
            <a:ext cx="8820472" cy="5257800"/>
          </a:xfrm>
        </p:spPr>
        <p:txBody>
          <a:bodyPr/>
          <a:lstStyle/>
          <a:p>
            <a:r>
              <a:rPr lang="zh-CN" altLang="en-US" sz="2800" b="1" dirty="0"/>
              <a:t>称义：</a:t>
            </a:r>
            <a:endParaRPr lang="en-US" altLang="zh-CN" sz="2800" b="1" dirty="0"/>
          </a:p>
          <a:p>
            <a:pPr lvl="1"/>
            <a:r>
              <a:rPr lang="zh-CN" altLang="en-US" sz="1600" b="1" dirty="0"/>
              <a:t>以弗所书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节：</a:t>
            </a:r>
            <a:r>
              <a:rPr lang="zh-CN" altLang="en-US" sz="1600" dirty="0"/>
              <a:t>我们藉这爱子的血得蒙救赎，过犯得以赦免</a:t>
            </a:r>
            <a:endParaRPr lang="en-US" altLang="zh-CN" sz="1600" b="1" dirty="0"/>
          </a:p>
          <a:p>
            <a:r>
              <a:rPr lang="zh-CN" altLang="en-US" sz="2800" b="1" dirty="0"/>
              <a:t>儿子的名分：</a:t>
            </a:r>
            <a:endParaRPr lang="en-US" altLang="zh-CN" sz="2800" b="1" dirty="0"/>
          </a:p>
          <a:p>
            <a:pPr lvl="1"/>
            <a:r>
              <a:rPr lang="zh-CN" altLang="en-US" sz="1600" b="1" dirty="0"/>
              <a:t>以弗所书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节：</a:t>
            </a:r>
            <a:r>
              <a:rPr lang="zh-CN" altLang="en-US" sz="1600" dirty="0"/>
              <a:t>又因爱我们，就按着自己意旨所喜悦的，预定我们藉着耶稣基督得儿子的名分</a:t>
            </a:r>
            <a:endParaRPr lang="en-US" altLang="zh-CN" sz="1600" b="1" dirty="0"/>
          </a:p>
          <a:p>
            <a:pPr marL="342900" lvl="1" indent="-342900">
              <a:buChar char="•"/>
            </a:pPr>
            <a:r>
              <a:rPr lang="zh-CN" altLang="en-US" b="1" dirty="0"/>
              <a:t>得永生：</a:t>
            </a:r>
            <a:endParaRPr lang="en-US" altLang="zh-CN" b="1" dirty="0"/>
          </a:p>
          <a:p>
            <a:pPr lvl="1"/>
            <a:r>
              <a:rPr lang="zh-CN" altLang="en-US" sz="1600" b="1" dirty="0"/>
              <a:t>约翰福音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章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节：</a:t>
            </a:r>
            <a:r>
              <a:rPr lang="zh-CN" altLang="en-US" sz="1600" dirty="0"/>
              <a:t>神爱世人，甚至将他的独生子赐给他们，叫一切信他的，不至灭亡，反得永生。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85382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lang="zh-CN" altLang="en-US" b="1" dirty="0"/>
              <a:t>基督的爱：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/>
          <a:lstStyle/>
          <a:p>
            <a:pPr marL="342900" lvl="1" indent="-342900">
              <a:buChar char="•"/>
            </a:pPr>
            <a:r>
              <a:rPr lang="zh-CN" altLang="en-US" b="1" dirty="0"/>
              <a:t>应用思考：</a:t>
            </a:r>
            <a:endParaRPr lang="en-US" altLang="zh-CN" b="1" dirty="0"/>
          </a:p>
          <a:p>
            <a:pPr lvl="1"/>
            <a:r>
              <a:rPr lang="zh-CN" altLang="en-US" dirty="0"/>
              <a:t>生活工作中如何表现出基督的爱</a:t>
            </a:r>
            <a:endParaRPr lang="en-US" altLang="zh-CN" dirty="0"/>
          </a:p>
          <a:p>
            <a:pPr lvl="1"/>
            <a:r>
              <a:rPr lang="zh-CN" altLang="en-US" dirty="0"/>
              <a:t>对待身边的弟兄姊妹如何表现出</a:t>
            </a:r>
            <a:endParaRPr lang="en-US" altLang="zh-CN" dirty="0"/>
          </a:p>
          <a:p>
            <a:pPr lvl="1"/>
            <a:r>
              <a:rPr lang="zh-CN" altLang="en-US"/>
              <a:t>在教会的服侍中如何表现出基督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709819177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12801</TotalTime>
  <Words>676</Words>
  <Application>Microsoft Office PowerPoint</Application>
  <PresentationFormat>全屏显示(4:3)</PresentationFormat>
  <Paragraphs>57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华文新魏</vt:lpstr>
      <vt:lpstr>微软雅黑</vt:lpstr>
      <vt:lpstr>Arial</vt:lpstr>
      <vt:lpstr>Calibri</vt:lpstr>
      <vt:lpstr>Trebuchet MS</vt:lpstr>
      <vt:lpstr>Diseño predeterminado</vt:lpstr>
      <vt:lpstr>PowerPoint 演示文稿</vt:lpstr>
      <vt:lpstr>经文：加拉太书2章：20节</vt:lpstr>
      <vt:lpstr>神的爱：</vt:lpstr>
      <vt:lpstr> 爱的内容</vt:lpstr>
      <vt:lpstr>爱的果效：</vt:lpstr>
      <vt:lpstr>基督的爱：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李 强</cp:lastModifiedBy>
  <cp:revision>894</cp:revision>
  <dcterms:created xsi:type="dcterms:W3CDTF">2010-05-23T14:28:12Z</dcterms:created>
  <dcterms:modified xsi:type="dcterms:W3CDTF">2019-12-07T23:36:28Z</dcterms:modified>
</cp:coreProperties>
</file>