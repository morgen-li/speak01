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20" r:id="rId3"/>
    <p:sldId id="334" r:id="rId4"/>
    <p:sldId id="340" r:id="rId5"/>
    <p:sldId id="341" r:id="rId6"/>
    <p:sldId id="342" r:id="rId7"/>
    <p:sldId id="338" r:id="rId8"/>
    <p:sldId id="335" r:id="rId9"/>
    <p:sldId id="339" r:id="rId10"/>
    <p:sldId id="337" r:id="rId11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489" autoAdjust="0"/>
  </p:normalViewPr>
  <p:slideViewPr>
    <p:cSldViewPr showGuides="1">
      <p:cViewPr varScale="1">
        <p:scale>
          <a:sx n="81" d="100"/>
          <a:sy n="81" d="100"/>
        </p:scale>
        <p:origin x="60" y="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强" userId="633faa5c58ce3e78" providerId="LiveId" clId="{4B8AF923-359B-47B2-B5F9-05B7320FB47A}"/>
    <pc:docChg chg="undo redo custSel modSld">
      <pc:chgData name="李 强" userId="633faa5c58ce3e78" providerId="LiveId" clId="{4B8AF923-359B-47B2-B5F9-05B7320FB47A}" dt="2019-12-07T12:19:11.019" v="383" actId="20577"/>
      <pc:docMkLst>
        <pc:docMk/>
      </pc:docMkLst>
      <pc:sldChg chg="modSp">
        <pc:chgData name="李 强" userId="633faa5c58ce3e78" providerId="LiveId" clId="{4B8AF923-359B-47B2-B5F9-05B7320FB47A}" dt="2019-12-07T12:02:59.184" v="259" actId="1076"/>
        <pc:sldMkLst>
          <pc:docMk/>
          <pc:sldMk cId="0" sldId="320"/>
        </pc:sldMkLst>
        <pc:spChg chg="mod">
          <ac:chgData name="李 强" userId="633faa5c58ce3e78" providerId="LiveId" clId="{4B8AF923-359B-47B2-B5F9-05B7320FB47A}" dt="2019-12-07T12:02:54.086" v="258" actId="1076"/>
          <ac:spMkLst>
            <pc:docMk/>
            <pc:sldMk cId="0" sldId="320"/>
            <ac:spMk id="3" creationId="{C578C671-B69C-4BEB-8AD4-3A86A9EC2E70}"/>
          </ac:spMkLst>
        </pc:spChg>
        <pc:spChg chg="mod">
          <ac:chgData name="李 强" userId="633faa5c58ce3e78" providerId="LiveId" clId="{4B8AF923-359B-47B2-B5F9-05B7320FB47A}" dt="2019-12-07T12:02:59.184" v="259" actId="1076"/>
          <ac:spMkLst>
            <pc:docMk/>
            <pc:sldMk cId="0" sldId="320"/>
            <ac:spMk id="5123" creationId="{823B1026-6B98-4FD8-8DA8-D78FA979416E}"/>
          </ac:spMkLst>
        </pc:spChg>
      </pc:sldChg>
      <pc:sldChg chg="modSp">
        <pc:chgData name="李 强" userId="633faa5c58ce3e78" providerId="LiveId" clId="{4B8AF923-359B-47B2-B5F9-05B7320FB47A}" dt="2019-12-07T12:13:26.684" v="303" actId="403"/>
        <pc:sldMkLst>
          <pc:docMk/>
          <pc:sldMk cId="2208621919" sldId="334"/>
        </pc:sldMkLst>
        <pc:spChg chg="mod">
          <ac:chgData name="李 强" userId="633faa5c58ce3e78" providerId="LiveId" clId="{4B8AF923-359B-47B2-B5F9-05B7320FB47A}" dt="2019-12-07T12:01:08.428" v="250" actId="1076"/>
          <ac:spMkLst>
            <pc:docMk/>
            <pc:sldMk cId="2208621919" sldId="334"/>
            <ac:spMk id="3" creationId="{C578C671-B69C-4BEB-8AD4-3A86A9EC2E70}"/>
          </ac:spMkLst>
        </pc:spChg>
        <pc:spChg chg="mod">
          <ac:chgData name="李 强" userId="633faa5c58ce3e78" providerId="LiveId" clId="{4B8AF923-359B-47B2-B5F9-05B7320FB47A}" dt="2019-12-07T12:13:26.684" v="303" actId="403"/>
          <ac:spMkLst>
            <pc:docMk/>
            <pc:sldMk cId="2208621919" sldId="334"/>
            <ac:spMk id="5123" creationId="{823B1026-6B98-4FD8-8DA8-D78FA979416E}"/>
          </ac:spMkLst>
        </pc:spChg>
      </pc:sldChg>
      <pc:sldChg chg="modSp">
        <pc:chgData name="李 强" userId="633faa5c58ce3e78" providerId="LiveId" clId="{4B8AF923-359B-47B2-B5F9-05B7320FB47A}" dt="2019-12-07T12:10:38.983" v="262" actId="1076"/>
        <pc:sldMkLst>
          <pc:docMk/>
          <pc:sldMk cId="853825876" sldId="335"/>
        </pc:sldMkLst>
        <pc:spChg chg="mod">
          <ac:chgData name="李 强" userId="633faa5c58ce3e78" providerId="LiveId" clId="{4B8AF923-359B-47B2-B5F9-05B7320FB47A}" dt="2019-12-07T12:10:31.906" v="261" actId="1076"/>
          <ac:spMkLst>
            <pc:docMk/>
            <pc:sldMk cId="853825876" sldId="335"/>
            <ac:spMk id="3" creationId="{C578C671-B69C-4BEB-8AD4-3A86A9EC2E70}"/>
          </ac:spMkLst>
        </pc:spChg>
        <pc:spChg chg="mod">
          <ac:chgData name="李 强" userId="633faa5c58ce3e78" providerId="LiveId" clId="{4B8AF923-359B-47B2-B5F9-05B7320FB47A}" dt="2019-12-07T12:10:38.983" v="262" actId="1076"/>
          <ac:spMkLst>
            <pc:docMk/>
            <pc:sldMk cId="853825876" sldId="335"/>
            <ac:spMk id="6" creationId="{DD9413C2-BD16-4038-B1FC-D31A25900A06}"/>
          </ac:spMkLst>
        </pc:spChg>
      </pc:sldChg>
      <pc:sldChg chg="modSp">
        <pc:chgData name="李 强" userId="633faa5c58ce3e78" providerId="LiveId" clId="{4B8AF923-359B-47B2-B5F9-05B7320FB47A}" dt="2019-12-07T12:19:11.019" v="383" actId="20577"/>
        <pc:sldMkLst>
          <pc:docMk/>
          <pc:sldMk cId="3550093547" sldId="338"/>
        </pc:sldMkLst>
        <pc:spChg chg="mod">
          <ac:chgData name="李 强" userId="633faa5c58ce3e78" providerId="LiveId" clId="{4B8AF923-359B-47B2-B5F9-05B7320FB47A}" dt="2019-12-07T12:03:17.297" v="260" actId="6549"/>
          <ac:spMkLst>
            <pc:docMk/>
            <pc:sldMk cId="3550093547" sldId="338"/>
            <ac:spMk id="3" creationId="{C578C671-B69C-4BEB-8AD4-3A86A9EC2E70}"/>
          </ac:spMkLst>
        </pc:spChg>
        <pc:spChg chg="mod">
          <ac:chgData name="李 强" userId="633faa5c58ce3e78" providerId="LiveId" clId="{4B8AF923-359B-47B2-B5F9-05B7320FB47A}" dt="2019-12-07T12:19:11.019" v="383" actId="20577"/>
          <ac:spMkLst>
            <pc:docMk/>
            <pc:sldMk cId="3550093547" sldId="338"/>
            <ac:spMk id="5123" creationId="{823B1026-6B98-4FD8-8DA8-D78FA979416E}"/>
          </ac:spMkLst>
        </pc:spChg>
      </pc:sldChg>
    </pc:docChg>
  </pc:docChgLst>
  <pc:docChgLst>
    <pc:chgData name="李 强" userId="633faa5c58ce3e78" providerId="LiveId" clId="{54507C84-230D-4CD0-A1A8-76138742C082}"/>
    <pc:docChg chg="addSld modSld">
      <pc:chgData name="李 强" userId="633faa5c58ce3e78" providerId="LiveId" clId="{54507C84-230D-4CD0-A1A8-76138742C082}" dt="2019-05-26T02:03:32.747" v="454"/>
      <pc:docMkLst>
        <pc:docMk/>
      </pc:docMkLst>
      <pc:sldChg chg="modNotesTx">
        <pc:chgData name="李 强" userId="633faa5c58ce3e78" providerId="LiveId" clId="{54507C84-230D-4CD0-A1A8-76138742C082}" dt="2019-05-25T14:02:11.895" v="0" actId="6549"/>
        <pc:sldMkLst>
          <pc:docMk/>
          <pc:sldMk cId="0" sldId="320"/>
        </pc:sldMkLst>
      </pc:sldChg>
      <pc:sldChg chg="modSp modNotesTx">
        <pc:chgData name="李 强" userId="633faa5c58ce3e78" providerId="LiveId" clId="{54507C84-230D-4CD0-A1A8-76138742C082}" dt="2019-05-25T20:17:50.797" v="209"/>
        <pc:sldMkLst>
          <pc:docMk/>
          <pc:sldMk cId="2208621919" sldId="334"/>
        </pc:sldMkLst>
        <pc:spChg chg="mod">
          <ac:chgData name="李 强" userId="633faa5c58ce3e78" providerId="LiveId" clId="{54507C84-230D-4CD0-A1A8-76138742C082}" dt="2019-05-25T14:57:29.429" v="155"/>
          <ac:spMkLst>
            <pc:docMk/>
            <pc:sldMk cId="2208621919" sldId="334"/>
            <ac:spMk id="3" creationId="{C578C671-B69C-4BEB-8AD4-3A86A9EC2E70}"/>
          </ac:spMkLst>
        </pc:spChg>
        <pc:spChg chg="mod">
          <ac:chgData name="李 强" userId="633faa5c58ce3e78" providerId="LiveId" clId="{54507C84-230D-4CD0-A1A8-76138742C082}" dt="2019-05-25T20:17:50.797" v="209"/>
          <ac:spMkLst>
            <pc:docMk/>
            <pc:sldMk cId="2208621919" sldId="334"/>
            <ac:spMk id="5123" creationId="{823B1026-6B98-4FD8-8DA8-D78FA979416E}"/>
          </ac:spMkLst>
        </pc:spChg>
      </pc:sldChg>
      <pc:sldChg chg="modSp modNotesTx">
        <pc:chgData name="李 强" userId="633faa5c58ce3e78" providerId="LiveId" clId="{54507C84-230D-4CD0-A1A8-76138742C082}" dt="2019-05-26T00:05:10.237" v="453"/>
        <pc:sldMkLst>
          <pc:docMk/>
          <pc:sldMk cId="853825876" sldId="335"/>
        </pc:sldMkLst>
        <pc:spChg chg="mod">
          <ac:chgData name="李 强" userId="633faa5c58ce3e78" providerId="LiveId" clId="{54507C84-230D-4CD0-A1A8-76138742C082}" dt="2019-05-25T21:39:22.918" v="262" actId="20577"/>
          <ac:spMkLst>
            <pc:docMk/>
            <pc:sldMk cId="853825876" sldId="335"/>
            <ac:spMk id="3" creationId="{C578C671-B69C-4BEB-8AD4-3A86A9EC2E70}"/>
          </ac:spMkLst>
        </pc:spChg>
        <pc:spChg chg="mod">
          <ac:chgData name="李 强" userId="633faa5c58ce3e78" providerId="LiveId" clId="{54507C84-230D-4CD0-A1A8-76138742C082}" dt="2019-05-26T00:05:10.237" v="453"/>
          <ac:spMkLst>
            <pc:docMk/>
            <pc:sldMk cId="853825876" sldId="335"/>
            <ac:spMk id="5123" creationId="{823B1026-6B98-4FD8-8DA8-D78FA979416E}"/>
          </ac:spMkLst>
        </pc:spChg>
      </pc:sldChg>
      <pc:sldChg chg="modNotesTx">
        <pc:chgData name="李 强" userId="633faa5c58ce3e78" providerId="LiveId" clId="{54507C84-230D-4CD0-A1A8-76138742C082}" dt="2019-05-25T14:02:30.338" v="4" actId="6549"/>
        <pc:sldMkLst>
          <pc:docMk/>
          <pc:sldMk cId="3709819177" sldId="337"/>
        </pc:sldMkLst>
      </pc:sldChg>
      <pc:sldChg chg="modSp modNotesTx">
        <pc:chgData name="李 强" userId="633faa5c58ce3e78" providerId="LiveId" clId="{54507C84-230D-4CD0-A1A8-76138742C082}" dt="2019-05-26T00:01:09.110" v="388"/>
        <pc:sldMkLst>
          <pc:docMk/>
          <pc:sldMk cId="3550093547" sldId="338"/>
        </pc:sldMkLst>
        <pc:spChg chg="mod">
          <ac:chgData name="李 强" userId="633faa5c58ce3e78" providerId="LiveId" clId="{54507C84-230D-4CD0-A1A8-76138742C082}" dt="2019-05-25T14:52:20.278" v="81" actId="20577"/>
          <ac:spMkLst>
            <pc:docMk/>
            <pc:sldMk cId="3550093547" sldId="338"/>
            <ac:spMk id="3" creationId="{C578C671-B69C-4BEB-8AD4-3A86A9EC2E70}"/>
          </ac:spMkLst>
        </pc:spChg>
        <pc:spChg chg="mod">
          <ac:chgData name="李 强" userId="633faa5c58ce3e78" providerId="LiveId" clId="{54507C84-230D-4CD0-A1A8-76138742C082}" dt="2019-05-26T00:01:09.110" v="388"/>
          <ac:spMkLst>
            <pc:docMk/>
            <pc:sldMk cId="3550093547" sldId="338"/>
            <ac:spMk id="5123" creationId="{823B1026-6B98-4FD8-8DA8-D78FA979416E}"/>
          </ac:spMkLst>
        </pc:spChg>
      </pc:sldChg>
      <pc:sldChg chg="add">
        <pc:chgData name="李 强" userId="633faa5c58ce3e78" providerId="LiveId" clId="{54507C84-230D-4CD0-A1A8-76138742C082}" dt="2019-05-26T02:03:32.747" v="454"/>
        <pc:sldMkLst>
          <pc:docMk/>
          <pc:sldMk cId="3484371180" sldId="3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909AB5F-6E94-4660-9FE5-B6D1FC6920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1437F4-05CC-4768-9495-D48D7895B0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3CF063-56F2-42DD-A32C-24D15B67612C}" type="datetimeFigureOut">
              <a:rPr lang="zh-CN" altLang="en-US"/>
              <a:pPr>
                <a:defRPr/>
              </a:pPr>
              <a:t>2020/5/17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7DD23A6-CB0F-46B3-935A-976AD05C1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68FE576-0A9F-4DE3-8D2A-334BA3BA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E239D-7969-4554-82FD-E03D57194C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6B08FB-BB3E-413E-9A9E-25E75D508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7B1039-7A70-4775-909F-09FCF8FEC9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AD921145-BE81-43B5-B900-B4386CBAF7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B5492672-9CD7-4947-B1F0-BA237F1CB7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050AC9F4-DAB5-469C-9974-4025D307A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90091F8-5555-4714-AFE4-C839B62DDA0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我要尋求祢的律法，使我能行在自由之中</a:t>
            </a: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277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我要尋求祢的律法，使我能行在自由之中</a:t>
            </a: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941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我要尋求祢的律法，使我能行在自由之中</a:t>
            </a: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504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我要尋求祢的律法，使我能行在自由之中</a:t>
            </a: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400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815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551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193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386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2983B-D420-4632-8957-D097E0831B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C511B7-02F2-47CA-9584-06EE5B5A7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4A4387-CACF-4109-926C-A66A58C99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88E35-BAE7-45D4-BD06-7FC34383A79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49367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31DBBB-1397-49C2-BFDB-19E2BBD6C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535772-B1A0-41CC-A2B4-84BE1ADAB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2CFD53-CF8B-4B2A-9BDD-68139D2018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78F9C-AB71-4B0C-AA10-B844AADCEB4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2412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41CD45-CF44-4D8E-806C-21CD179D9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9C0A1B-A467-49D9-A8A3-6A6F9CAC3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B35E12-403C-46AC-9BC2-64EF81D7AE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D12B0-91D6-4193-92AD-67CB04DF243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10780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1105F-87CB-4064-877E-5230DED79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D6787-9F21-4353-BAE7-560A8D1D3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353BA-8F27-4D6C-AD50-B6EB475ED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A7591-EAEA-426F-A6CF-9BF515447587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09749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4C4882-4030-4551-AF2A-604B13C14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5574A5-382E-4CDB-BF34-04C7C8D1D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B5DCB6A-E20F-482F-98C2-BEF1CF7CC8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EA9D3-1937-4284-A088-A09838326C94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94533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6D69BB-90D9-4D6E-9AD4-811AB804D3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29C593-DD8D-4D80-8DEA-E1AC9CE86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4C40ED-72EF-41C5-9CE4-35B94B8CE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4F1E1-55F5-4A59-AEE6-5BEEFA3D3611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588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529430-00AB-4612-B492-F6FDB8111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F8F7E6-1245-4F85-8FB1-7C120AE45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E633C2-7DB4-432C-B810-1C33BDFBC0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49A2C-9CD2-4C7A-A1D2-3CBD16CC691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78803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E38FA-AC78-43F9-874C-7F9362FA3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51434-F35A-47E4-9D77-3DEFC4B1AB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D52B8-170D-446B-A0CA-86B3BF84B4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7A878-4AB6-4221-93ED-128AB758D1C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471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3E51F-5DA1-4810-B799-081B9080CF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843C6-6CB6-47B7-BC82-8DCE989762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44D6-AA9E-4140-A152-867869D32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B7166-2AE7-430A-B399-B7645AF39F4E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31507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A74BCC-44DF-4398-A140-708FD8DD41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50864B-CBA7-47D3-9545-AC9AF7C7A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7E91F5-09AC-4851-98A0-DD2A5F515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5C569-D32D-4EC6-BB87-AB8D60CE8C7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85981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80A6AD-9844-47EC-B114-E7C47A953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454E40-DAC4-490A-96CF-1F552658F5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9E1111-0B21-4BC4-A4B1-0CBB65C101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8CAEE-F9F5-4642-8844-7AE539B10E1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84304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9A0C65-DA14-42DE-8CF5-2E34EF89E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348984-D2BD-4612-AFFE-42EA36E40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8C8325-8802-455C-BE1C-9A517A76FE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BF34CE-0BAD-4827-90D2-59CE8EB7F8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22AFF9A-3FF3-4879-AD35-1F594C0F43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15FD87-5F71-4162-BE04-E7686FCB5F56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>
            <a:extLst>
              <a:ext uri="{FF2B5EF4-FFF2-40B4-BE49-F238E27FC236}">
                <a16:creationId xmlns:a16="http://schemas.microsoft.com/office/drawing/2014/main" id="{C38FCE21-CC3E-4C81-B95A-118DE7524B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177640" y="3429000"/>
            <a:ext cx="4788719" cy="1752600"/>
          </a:xfrm>
        </p:spPr>
        <p:txBody>
          <a:bodyPr anchor="ctr"/>
          <a:lstStyle/>
          <a:p>
            <a:pPr eaLnBrk="1" hangingPunct="1"/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基督里的自由（一）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加拉太书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fld id="{618F78D9-BF3A-4923-A8C2-761151026BE5}" type="datetime2"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2020年5月17日</a:t>
            </a:fld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6808"/>
            <a:ext cx="8229600" cy="1143000"/>
          </a:xfrm>
        </p:spPr>
        <p:txBody>
          <a:bodyPr/>
          <a:lstStyle/>
          <a:p>
            <a:pPr algn="l"/>
            <a:r>
              <a:rPr lang="zh-CN" altLang="en-US" b="1" dirty="0"/>
              <a:t>经文：</a:t>
            </a:r>
            <a:r>
              <a:rPr lang="zh-CN" altLang="zh-CN" sz="1800" dirty="0"/>
              <a:t>加拉太书</a:t>
            </a:r>
            <a:r>
              <a:rPr lang="en-US" altLang="zh-CN" sz="1800" dirty="0"/>
              <a:t>5</a:t>
            </a:r>
            <a:r>
              <a:rPr lang="zh-CN" altLang="zh-CN" sz="1800" dirty="0"/>
              <a:t>章：</a:t>
            </a:r>
            <a:r>
              <a:rPr lang="en-US" altLang="zh-CN" sz="1800" dirty="0"/>
              <a:t>1</a:t>
            </a:r>
            <a:r>
              <a:rPr lang="zh-CN" altLang="zh-CN" sz="1800" dirty="0"/>
              <a:t>节</a:t>
            </a:r>
            <a:endParaRPr lang="zh-CN" altLang="en-US" sz="1800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80728"/>
            <a:ext cx="9144000" cy="5589240"/>
          </a:xfrm>
        </p:spPr>
        <p:txBody>
          <a:bodyPr/>
          <a:lstStyle/>
          <a:p>
            <a:r>
              <a:rPr lang="zh-CN" altLang="en-US" dirty="0"/>
              <a:t>基督释放了我们，叫我们得以自由，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所以要站立得稳，不要再被奴仆的轭挟制。</a:t>
            </a:r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1143000"/>
          </a:xfrm>
        </p:spPr>
        <p:txBody>
          <a:bodyPr/>
          <a:lstStyle/>
          <a:p>
            <a:pPr lvl="0" algn="l"/>
            <a:r>
              <a:rPr lang="zh-CN" altLang="en-US" b="1" dirty="0"/>
              <a:t>不在基督里：被罪辖制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52736"/>
            <a:ext cx="9233756" cy="5257800"/>
          </a:xfrm>
        </p:spPr>
        <p:txBody>
          <a:bodyPr/>
          <a:lstStyle/>
          <a:p>
            <a:r>
              <a:rPr lang="zh-CN" altLang="en-US" sz="2800" b="1" dirty="0"/>
              <a:t>经文：约</a:t>
            </a:r>
            <a:r>
              <a:rPr lang="en-US" altLang="zh-CN" sz="2800" b="1" dirty="0"/>
              <a:t>8</a:t>
            </a:r>
            <a:r>
              <a:rPr lang="zh-CN" altLang="en-US" sz="2800" b="1" dirty="0"/>
              <a:t>章</a:t>
            </a:r>
            <a:r>
              <a:rPr lang="en-US" altLang="zh-CN" sz="2800" b="1" dirty="0"/>
              <a:t>34</a:t>
            </a:r>
            <a:r>
              <a:rPr lang="zh-CN" altLang="en-US" sz="2800" b="1" dirty="0"/>
              <a:t>节：所有犯罪的都是罪的奴仆</a:t>
            </a:r>
            <a:endParaRPr lang="en-US" altLang="zh-CN" sz="2800" b="1" dirty="0"/>
          </a:p>
          <a:p>
            <a:r>
              <a:rPr lang="zh-CN" altLang="en-US" dirty="0"/>
              <a:t>自由：</a:t>
            </a:r>
            <a:endParaRPr lang="en-US" altLang="zh-CN" dirty="0"/>
          </a:p>
          <a:p>
            <a:pPr lvl="1"/>
            <a:r>
              <a:rPr lang="zh-CN" altLang="en-US" dirty="0"/>
              <a:t>消极自由。</a:t>
            </a:r>
            <a:endParaRPr lang="en-US" altLang="zh-CN" sz="1600" b="1" dirty="0"/>
          </a:p>
          <a:p>
            <a:pPr lvl="1"/>
            <a:r>
              <a:rPr lang="zh-CN" altLang="en-US" dirty="0"/>
              <a:t>积极自由。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08621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1143000"/>
          </a:xfrm>
        </p:spPr>
        <p:txBody>
          <a:bodyPr/>
          <a:lstStyle/>
          <a:p>
            <a:pPr lvl="0" algn="l"/>
            <a:r>
              <a:rPr lang="zh-CN" altLang="en-US" b="1" dirty="0"/>
              <a:t>不在基督里：私欲和宴乐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52736"/>
            <a:ext cx="9233756" cy="5257800"/>
          </a:xfrm>
        </p:spPr>
        <p:txBody>
          <a:bodyPr/>
          <a:lstStyle/>
          <a:p>
            <a:r>
              <a:rPr lang="zh-CN" altLang="en-US" sz="2800" b="1" dirty="0"/>
              <a:t>经文：</a:t>
            </a:r>
            <a:endParaRPr lang="en-US" altLang="zh-CN" sz="2800" b="1" dirty="0"/>
          </a:p>
          <a:p>
            <a:pPr lvl="1"/>
            <a:r>
              <a:rPr lang="zh-CN" altLang="en-US" sz="2400" b="1" dirty="0"/>
              <a:t>提多书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章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节：我们从前</a:t>
            </a:r>
            <a:r>
              <a:rPr lang="en-US" altLang="zh-CN" sz="2400" b="1" dirty="0"/>
              <a:t>...</a:t>
            </a:r>
            <a:r>
              <a:rPr lang="zh-CN" altLang="en-US" sz="2400" b="1" dirty="0"/>
              <a:t>，服侍各样私欲和宴乐</a:t>
            </a:r>
            <a:r>
              <a:rPr lang="en-US" altLang="zh-CN" sz="2400" b="1" dirty="0"/>
              <a:t>...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雅各书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章</a:t>
            </a:r>
            <a:r>
              <a:rPr lang="en-US" altLang="zh-CN" sz="2400" b="1" dirty="0"/>
              <a:t>14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15</a:t>
            </a:r>
            <a:r>
              <a:rPr lang="zh-CN" altLang="en-US" sz="2400" b="1" dirty="0"/>
              <a:t>节：但各人被试探，乃是被自己的私欲牵引、诱惑的。私欲既怀了胎，就生出罪来；罪既长成，就生出死来。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出埃及记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章</a:t>
            </a:r>
            <a:r>
              <a:rPr lang="en-US" altLang="zh-CN" sz="2400" b="1" dirty="0"/>
              <a:t>8~16</a:t>
            </a:r>
            <a:r>
              <a:rPr lang="zh-CN" altLang="en-US" sz="2400" b="1" dirty="0"/>
              <a:t>节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撒母耳记下</a:t>
            </a:r>
            <a:r>
              <a:rPr lang="en-US" altLang="zh-CN" sz="2400" b="1" dirty="0"/>
              <a:t>11</a:t>
            </a:r>
            <a:r>
              <a:rPr lang="zh-CN" altLang="en-US" sz="2400" b="1" dirty="0"/>
              <a:t>章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1926608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1143000"/>
          </a:xfrm>
        </p:spPr>
        <p:txBody>
          <a:bodyPr/>
          <a:lstStyle/>
          <a:p>
            <a:pPr lvl="0" algn="l"/>
            <a:r>
              <a:rPr lang="zh-CN" altLang="en-US" b="1" dirty="0"/>
              <a:t>不在基督里：可怒之子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52736"/>
            <a:ext cx="9233756" cy="5257800"/>
          </a:xfrm>
        </p:spPr>
        <p:txBody>
          <a:bodyPr/>
          <a:lstStyle/>
          <a:p>
            <a:r>
              <a:rPr lang="zh-CN" altLang="en-US" sz="2800" b="1" dirty="0"/>
              <a:t>经文：</a:t>
            </a:r>
            <a:endParaRPr lang="en-US" altLang="zh-CN" sz="2800" b="1" dirty="0"/>
          </a:p>
          <a:p>
            <a:pPr lvl="1"/>
            <a:r>
              <a:rPr lang="zh-CN" altLang="en-US" sz="2400" b="1" dirty="0"/>
              <a:t>以弗所书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章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节：我们从前也都在他们中间，放纵肉体的私欲，随着肉体和心中所喜好的去行，本为可怒之子，和别人一样。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1073066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1143000"/>
          </a:xfrm>
        </p:spPr>
        <p:txBody>
          <a:bodyPr/>
          <a:lstStyle/>
          <a:p>
            <a:pPr lvl="0" algn="l"/>
            <a:r>
              <a:rPr lang="zh-CN" altLang="en-US" b="1" dirty="0"/>
              <a:t>不在基督里：死亡的奴隶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52736"/>
            <a:ext cx="9233756" cy="5257800"/>
          </a:xfrm>
        </p:spPr>
        <p:txBody>
          <a:bodyPr/>
          <a:lstStyle/>
          <a:p>
            <a:r>
              <a:rPr lang="zh-CN" altLang="en-US" sz="2800" b="1" dirty="0"/>
              <a:t>经文：</a:t>
            </a:r>
            <a:endParaRPr lang="en-US" altLang="zh-CN" sz="2800" b="1" dirty="0"/>
          </a:p>
          <a:p>
            <a:pPr lvl="1"/>
            <a:r>
              <a:rPr lang="zh-CN" altLang="en-US" sz="2400" b="1" dirty="0"/>
              <a:t>希伯来书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章</a:t>
            </a:r>
            <a:r>
              <a:rPr lang="en-US" altLang="zh-CN" sz="2400" b="1" dirty="0"/>
              <a:t>15</a:t>
            </a:r>
            <a:r>
              <a:rPr lang="zh-CN" altLang="en-US" sz="2400" b="1" dirty="0"/>
              <a:t>节：并要释放那些一生因怕死而为奴仆的人。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606907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1143000"/>
          </a:xfrm>
        </p:spPr>
        <p:txBody>
          <a:bodyPr/>
          <a:lstStyle/>
          <a:p>
            <a:pPr lvl="0" algn="l"/>
            <a:r>
              <a:rPr lang="zh-CN" altLang="en-US" b="1" dirty="0"/>
              <a:t>如何享有自由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52736"/>
            <a:ext cx="9360024" cy="5805264"/>
          </a:xfrm>
        </p:spPr>
        <p:txBody>
          <a:bodyPr/>
          <a:lstStyle/>
          <a:p>
            <a:pPr lvl="1"/>
            <a:r>
              <a:rPr lang="zh-TW" altLang="en-US" sz="2400" dirty="0"/>
              <a:t>约翰福音 </a:t>
            </a:r>
            <a:r>
              <a:rPr lang="en-US" altLang="zh-TW" sz="2400" dirty="0"/>
              <a:t>8</a:t>
            </a:r>
            <a:r>
              <a:rPr lang="zh-CN" altLang="en-US" sz="2400" dirty="0"/>
              <a:t>：</a:t>
            </a:r>
            <a:r>
              <a:rPr lang="en-US" altLang="zh-CN" sz="2400" dirty="0"/>
              <a:t>31</a:t>
            </a:r>
            <a:r>
              <a:rPr lang="zh-CN" altLang="en-US" sz="2400"/>
              <a:t>、</a:t>
            </a:r>
            <a:r>
              <a:rPr lang="en-US" altLang="zh-TW" sz="2400"/>
              <a:t>32</a:t>
            </a:r>
            <a:r>
              <a:rPr lang="zh-TW" altLang="en-US" sz="2400" dirty="0"/>
              <a:t>：</a:t>
            </a:r>
            <a:r>
              <a:rPr lang="zh-CN" altLang="en-US" dirty="0"/>
              <a:t>“你们若常常遵守我的道，就真是我的门徒。</a:t>
            </a:r>
            <a:r>
              <a:rPr lang="zh-TW" altLang="en-US" sz="2400" dirty="0"/>
              <a:t>你们必晓得真理、真理必叫你们得以自由。</a:t>
            </a:r>
            <a:endParaRPr lang="en-US" altLang="zh-TW" sz="2400" dirty="0"/>
          </a:p>
          <a:p>
            <a:pPr lvl="2"/>
            <a:r>
              <a:rPr lang="zh-CN" altLang="en-US" sz="2000" dirty="0"/>
              <a:t>晓得真理才能得自由。</a:t>
            </a:r>
            <a:endParaRPr lang="en-US" altLang="zh-TW" sz="2000" dirty="0"/>
          </a:p>
          <a:p>
            <a:pPr lvl="1"/>
            <a:r>
              <a:rPr lang="zh-CN" altLang="en-US" sz="2400" dirty="0"/>
              <a:t>约翰福音</a:t>
            </a:r>
            <a:r>
              <a:rPr lang="en-US" altLang="zh-CN" sz="2400" dirty="0"/>
              <a:t>14</a:t>
            </a:r>
            <a:r>
              <a:rPr lang="zh-CN" altLang="en-US" sz="2400" dirty="0"/>
              <a:t>：</a:t>
            </a:r>
            <a:r>
              <a:rPr lang="en-US" altLang="zh-CN" sz="2400" dirty="0"/>
              <a:t>6</a:t>
            </a:r>
            <a:r>
              <a:rPr lang="zh-CN" altLang="en-US" sz="2400" dirty="0"/>
              <a:t>节：我就是道路、真理、生命；若不藉着我，没有人能到父那里去。</a:t>
            </a:r>
            <a:endParaRPr lang="en-US" altLang="zh-CN" sz="2400" dirty="0"/>
          </a:p>
          <a:p>
            <a:pPr lvl="2"/>
            <a:r>
              <a:rPr lang="zh-CN" altLang="en-US" sz="2000" dirty="0"/>
              <a:t>基督就是真理。</a:t>
            </a:r>
            <a:endParaRPr lang="en-US" altLang="zh-CN" sz="2000" dirty="0"/>
          </a:p>
          <a:p>
            <a:pPr lvl="1"/>
            <a:r>
              <a:rPr lang="zh-CN" altLang="en-US" sz="2400" dirty="0"/>
              <a:t>加拉太书</a:t>
            </a:r>
            <a:r>
              <a:rPr lang="en-US" altLang="zh-CN" sz="2400" dirty="0"/>
              <a:t>5</a:t>
            </a:r>
            <a:r>
              <a:rPr lang="zh-CN" altLang="en-US" sz="2400" dirty="0"/>
              <a:t>：</a:t>
            </a:r>
            <a:r>
              <a:rPr lang="en-US" altLang="zh-CN" sz="2400" dirty="0"/>
              <a:t>1</a:t>
            </a:r>
            <a:r>
              <a:rPr lang="zh-CN" altLang="en-US" sz="2400" dirty="0"/>
              <a:t>节：基督释放了我们，让我们得自由、所以要站立得稳，不要再被奴仆的轭挟制。</a:t>
            </a:r>
            <a:endParaRPr lang="en-US" altLang="zh-CN" sz="2400" dirty="0"/>
          </a:p>
          <a:p>
            <a:pPr lvl="2"/>
            <a:r>
              <a:rPr lang="zh-CN" altLang="en-US" sz="2000" dirty="0"/>
              <a:t>基督主动释放我们。</a:t>
            </a:r>
            <a:endParaRPr lang="en-US" altLang="zh-CN" sz="2000" dirty="0"/>
          </a:p>
          <a:p>
            <a:pPr lvl="2"/>
            <a:r>
              <a:rPr lang="zh-CN" altLang="en-US" sz="2000" dirty="0"/>
              <a:t>不要再被律法辖制。</a:t>
            </a:r>
            <a:endParaRPr lang="en-US" altLang="zh-CN" sz="2000" dirty="0"/>
          </a:p>
          <a:p>
            <a:pPr lvl="1"/>
            <a:r>
              <a:rPr lang="zh-CN" altLang="en-US" sz="2400" dirty="0"/>
              <a:t>哥林多后书</a:t>
            </a:r>
            <a:r>
              <a:rPr lang="en-US" altLang="zh-CN" sz="2400" dirty="0"/>
              <a:t>3</a:t>
            </a:r>
            <a:r>
              <a:rPr lang="zh-CN" altLang="en-US" sz="2400" dirty="0"/>
              <a:t>：</a:t>
            </a:r>
            <a:r>
              <a:rPr lang="en-US" altLang="zh-CN" sz="2400" dirty="0"/>
              <a:t>17</a:t>
            </a:r>
            <a:r>
              <a:rPr lang="zh-CN" altLang="en-US" sz="2400" dirty="0"/>
              <a:t>：主就是那灵．主的灵在那里、那里就得以自由。</a:t>
            </a:r>
            <a:endParaRPr lang="en-US" altLang="zh-CN" sz="2400" dirty="0"/>
          </a:p>
          <a:p>
            <a:pPr lvl="2"/>
            <a:r>
              <a:rPr lang="zh-CN" altLang="en-US" sz="2000" dirty="0"/>
              <a:t>圣灵重生我们</a:t>
            </a:r>
            <a:endParaRPr lang="en-US" altLang="zh-CN" sz="2000" dirty="0"/>
          </a:p>
          <a:p>
            <a:pPr lvl="2"/>
            <a:r>
              <a:rPr lang="zh-CN" altLang="en-US" sz="2000" dirty="0"/>
              <a:t>圣灵帮助我们</a:t>
            </a:r>
            <a:endParaRPr lang="en-US" altLang="zh-CN" sz="2000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550093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4428"/>
            <a:ext cx="8229600" cy="1143000"/>
          </a:xfrm>
        </p:spPr>
        <p:txBody>
          <a:bodyPr/>
          <a:lstStyle/>
          <a:p>
            <a:pPr lvl="0" algn="l"/>
            <a:r>
              <a:rPr lang="zh-CN" altLang="en-US" b="1" dirty="0"/>
              <a:t>基督徒自由的内容：</a:t>
            </a:r>
            <a:endParaRPr lang="zh-CN" altLang="zh-CN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D9413C2-BD16-4038-B1FC-D31A25900A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52736"/>
            <a:ext cx="9144000" cy="5257800"/>
          </a:xfrm>
        </p:spPr>
        <p:txBody>
          <a:bodyPr/>
          <a:lstStyle/>
          <a:p>
            <a:r>
              <a:rPr lang="zh-CN" altLang="en-US" sz="2800" b="1" dirty="0"/>
              <a:t>得救的自由（救恩稳固）：</a:t>
            </a:r>
            <a:endParaRPr lang="en-US" altLang="zh-CN" sz="2800" b="1" dirty="0"/>
          </a:p>
          <a:p>
            <a:pPr lvl="1"/>
            <a:r>
              <a:rPr lang="zh-CN" altLang="en-US" sz="2000" dirty="0"/>
              <a:t>约翰福音</a:t>
            </a:r>
            <a:r>
              <a:rPr lang="en-US" altLang="zh-CN" sz="2000" dirty="0"/>
              <a:t>8</a:t>
            </a:r>
            <a:r>
              <a:rPr lang="zh-CN" altLang="en-US" sz="2000" dirty="0"/>
              <a:t>：</a:t>
            </a:r>
            <a:r>
              <a:rPr lang="en-US" altLang="zh-CN" sz="2000" dirty="0"/>
              <a:t>36</a:t>
            </a:r>
            <a:r>
              <a:rPr lang="zh-CN" altLang="en-US" sz="2000" dirty="0"/>
              <a:t>所以天父的儿子若叫你们自由，你们就真自由了。</a:t>
            </a:r>
            <a:endParaRPr lang="en-US" altLang="zh-CN" sz="2000" dirty="0"/>
          </a:p>
          <a:p>
            <a:r>
              <a:rPr lang="zh-CN" altLang="en-US" sz="2800" b="1" dirty="0"/>
              <a:t>行为上自由：</a:t>
            </a:r>
            <a:endParaRPr lang="en-US" altLang="zh-CN" sz="2800" b="1" dirty="0"/>
          </a:p>
          <a:p>
            <a:pPr lvl="1"/>
            <a:r>
              <a:rPr lang="zh-CN" altLang="en-US" sz="2400" dirty="0"/>
              <a:t>歌罗西书</a:t>
            </a:r>
            <a:r>
              <a:rPr lang="en-US" altLang="zh-CN" sz="2400" dirty="0"/>
              <a:t>2</a:t>
            </a:r>
            <a:r>
              <a:rPr lang="zh-CN" altLang="en-US" sz="2400" dirty="0"/>
              <a:t>章</a:t>
            </a:r>
            <a:r>
              <a:rPr lang="en-US" altLang="zh-CN" sz="2400" dirty="0"/>
              <a:t>20</a:t>
            </a:r>
            <a:r>
              <a:rPr lang="zh-CN" altLang="en-US" sz="2400" dirty="0"/>
              <a:t>节：为什么仍像在世俗中活着，服从那“不可拿、不可尝、不可摸”等类的规条呢？</a:t>
            </a:r>
            <a:endParaRPr lang="en-US" altLang="zh-CN" sz="2000" b="1" dirty="0"/>
          </a:p>
          <a:p>
            <a:r>
              <a:rPr lang="zh-CN" altLang="en-US" sz="2800" b="1" dirty="0"/>
              <a:t>心里得自由：</a:t>
            </a:r>
            <a:endParaRPr lang="en-US" altLang="zh-CN" sz="2800" b="1" dirty="0"/>
          </a:p>
          <a:p>
            <a:pPr lvl="1"/>
            <a:r>
              <a:rPr lang="zh-CN" altLang="en-US" sz="2000" dirty="0"/>
              <a:t>以弗所书</a:t>
            </a:r>
            <a:r>
              <a:rPr lang="en-US" altLang="zh-CN" sz="2000" dirty="0"/>
              <a:t>2</a:t>
            </a:r>
            <a:r>
              <a:rPr lang="zh-CN" altLang="en-US" sz="2000" dirty="0"/>
              <a:t>章</a:t>
            </a:r>
            <a:r>
              <a:rPr lang="en-US" altLang="zh-CN" sz="2000" dirty="0"/>
              <a:t>2</a:t>
            </a:r>
            <a:r>
              <a:rPr lang="zh-CN" altLang="en-US" sz="2000" dirty="0"/>
              <a:t>节：</a:t>
            </a:r>
            <a:r>
              <a:rPr lang="zh-CN" altLang="en-US" sz="2400" dirty="0"/>
              <a:t>你们在其中行事为人，随从今世的风俗，顺服空中掌权者的首领，就是现今在悖逆之子心中运行的邪灵。</a:t>
            </a:r>
            <a:endParaRPr lang="en-US" altLang="zh-CN" sz="2000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53825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4428"/>
            <a:ext cx="8229600" cy="1143000"/>
          </a:xfrm>
        </p:spPr>
        <p:txBody>
          <a:bodyPr/>
          <a:lstStyle/>
          <a:p>
            <a:pPr lvl="0" algn="l"/>
            <a:r>
              <a:rPr lang="zh-CN" altLang="en-US" b="1" dirty="0"/>
              <a:t>基督徒自由：效法基督</a:t>
            </a:r>
            <a:endParaRPr lang="zh-CN" altLang="zh-CN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D9413C2-BD16-4038-B1FC-D31A25900A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1052736"/>
            <a:ext cx="8820472" cy="5257800"/>
          </a:xfrm>
        </p:spPr>
        <p:txBody>
          <a:bodyPr/>
          <a:lstStyle/>
          <a:p>
            <a:r>
              <a:rPr lang="zh-CN" altLang="en-US" sz="2800" b="1" dirty="0"/>
              <a:t>基督的榜样：</a:t>
            </a:r>
            <a:endParaRPr lang="en-US" altLang="zh-CN" sz="2800" b="1" dirty="0"/>
          </a:p>
          <a:p>
            <a:pPr lvl="1"/>
            <a:r>
              <a:rPr lang="zh-CN" altLang="en-US" sz="2000" dirty="0"/>
              <a:t>约翰福音</a:t>
            </a:r>
            <a:r>
              <a:rPr lang="en-US" altLang="zh-CN" sz="2000" dirty="0"/>
              <a:t>1</a:t>
            </a:r>
            <a:r>
              <a:rPr lang="zh-CN" altLang="en-US" sz="2000" dirty="0"/>
              <a:t>章</a:t>
            </a:r>
            <a:r>
              <a:rPr lang="en-US" altLang="zh-CN" sz="2000" dirty="0"/>
              <a:t>1</a:t>
            </a:r>
            <a:r>
              <a:rPr lang="zh-CN" altLang="en-US" sz="2000" dirty="0"/>
              <a:t>节：太初有道，道与　神同在，道就是　神。</a:t>
            </a:r>
            <a:endParaRPr lang="en-US" altLang="zh-CN" sz="2000" dirty="0"/>
          </a:p>
          <a:p>
            <a:pPr lvl="2"/>
            <a:r>
              <a:rPr lang="zh-CN" altLang="en-US" sz="1600" dirty="0"/>
              <a:t>基督是神</a:t>
            </a:r>
            <a:endParaRPr lang="en-US" altLang="zh-CN" sz="1600" dirty="0"/>
          </a:p>
          <a:p>
            <a:pPr lvl="1"/>
            <a:r>
              <a:rPr lang="zh-CN" altLang="en-US" sz="2000" dirty="0"/>
              <a:t>约翰福音</a:t>
            </a:r>
            <a:r>
              <a:rPr lang="en-US" altLang="zh-CN" sz="2000" dirty="0"/>
              <a:t>1</a:t>
            </a:r>
            <a:r>
              <a:rPr lang="zh-CN" altLang="en-US" sz="2000" dirty="0"/>
              <a:t>章</a:t>
            </a:r>
            <a:r>
              <a:rPr lang="en-US" altLang="zh-CN" sz="2000" dirty="0"/>
              <a:t>14</a:t>
            </a:r>
            <a:r>
              <a:rPr lang="zh-CN" altLang="en-US" sz="2000" dirty="0"/>
              <a:t>节：道成了肉身，住在我们中间，充充满满地有恩典，有真理。我们也见过他的荣光，正是父独生子的荣光。</a:t>
            </a:r>
            <a:endParaRPr lang="en-US" altLang="zh-CN" sz="2000" dirty="0"/>
          </a:p>
          <a:p>
            <a:pPr lvl="1"/>
            <a:r>
              <a:rPr lang="zh-CN" altLang="en-US" sz="2000" dirty="0"/>
              <a:t>路加福音</a:t>
            </a:r>
            <a:r>
              <a:rPr lang="en-US" altLang="zh-CN" sz="2000" dirty="0"/>
              <a:t>9</a:t>
            </a:r>
            <a:r>
              <a:rPr lang="zh-CN" altLang="en-US" sz="2000" dirty="0"/>
              <a:t>章</a:t>
            </a:r>
            <a:r>
              <a:rPr lang="en-US" altLang="zh-CN" sz="2000" dirty="0"/>
              <a:t>22</a:t>
            </a:r>
            <a:r>
              <a:rPr lang="zh-CN" altLang="en-US" sz="2000" dirty="0"/>
              <a:t>节：又说：“人子必须受许多的苦，被长老、祭司长和文士弃绝，并且被杀，第三日复活。</a:t>
            </a:r>
            <a:endParaRPr lang="en-US" altLang="zh-CN" sz="2000" dirty="0"/>
          </a:p>
          <a:p>
            <a:pPr lvl="2"/>
            <a:r>
              <a:rPr lang="zh-CN" altLang="en-US" sz="1600" dirty="0"/>
              <a:t>基督甘愿因着爱自由受限制，受苦、被杀且三日后复活。</a:t>
            </a:r>
            <a:endParaRPr lang="en-US" altLang="zh-CN" sz="2000" dirty="0"/>
          </a:p>
          <a:p>
            <a:r>
              <a:rPr lang="zh-CN" altLang="en-US" sz="2800" b="1" dirty="0"/>
              <a:t>效法基督：</a:t>
            </a:r>
            <a:endParaRPr lang="en-US" altLang="zh-CN" sz="2800" b="1" dirty="0"/>
          </a:p>
          <a:p>
            <a:pPr lvl="1"/>
            <a:r>
              <a:rPr lang="zh-CN" altLang="en-US" sz="2000" dirty="0"/>
              <a:t>经文：</a:t>
            </a:r>
            <a:r>
              <a:rPr lang="zh-TW" altLang="en-US" sz="2000" dirty="0"/>
              <a:t>哥林多前书</a:t>
            </a:r>
            <a:r>
              <a:rPr lang="en-US" altLang="zh-TW" sz="2000" dirty="0"/>
              <a:t>9:19</a:t>
            </a:r>
            <a:r>
              <a:rPr lang="zh-TW" altLang="en-US" sz="2000" dirty="0"/>
              <a:t>保罗说：「我虽是自由的，无人辖管；然而我甘心作了众人的仆人，为要多得人。」</a:t>
            </a:r>
            <a:endParaRPr lang="en-US" altLang="zh-TW" sz="2000" dirty="0"/>
          </a:p>
          <a:p>
            <a:pPr lvl="2"/>
            <a:r>
              <a:rPr lang="zh-CN" altLang="en-US" sz="1600" dirty="0"/>
              <a:t>生活见证，让人看到基督荣耀</a:t>
            </a:r>
            <a:endParaRPr lang="en-US" altLang="zh-CN" sz="1600" dirty="0"/>
          </a:p>
          <a:p>
            <a:pPr lvl="2"/>
            <a:r>
              <a:rPr lang="zh-CN" altLang="en-US" sz="1600" dirty="0"/>
              <a:t>广传福音，让更多的人得自由。</a:t>
            </a:r>
            <a:endParaRPr lang="en-US" altLang="zh-CN" sz="1600" dirty="0"/>
          </a:p>
          <a:p>
            <a:pPr lvl="1"/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710390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/>
            <a:r>
              <a:rPr lang="zh-CN" altLang="en-US" b="1" dirty="0"/>
              <a:t>基督里的自由：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/>
          <a:lstStyle/>
          <a:p>
            <a:pPr marL="342900" lvl="1" indent="-342900">
              <a:buChar char="•"/>
            </a:pPr>
            <a:r>
              <a:rPr lang="zh-CN" altLang="en-US" b="1" dirty="0"/>
              <a:t>应用思考：</a:t>
            </a:r>
            <a:endParaRPr lang="en-US" altLang="zh-CN" b="1" dirty="0"/>
          </a:p>
          <a:p>
            <a:pPr lvl="1"/>
            <a:r>
              <a:rPr lang="zh-CN" altLang="en-US" dirty="0"/>
              <a:t>基督徒拥有什么自由？</a:t>
            </a:r>
            <a:endParaRPr lang="en-US" altLang="zh-CN" dirty="0"/>
          </a:p>
          <a:p>
            <a:pPr lvl="1"/>
            <a:r>
              <a:rPr lang="zh-CN" altLang="en-US" dirty="0"/>
              <a:t>如何区别自由和放纵？</a:t>
            </a:r>
            <a:endParaRPr lang="en-US" altLang="zh-CN" dirty="0"/>
          </a:p>
          <a:p>
            <a:pPr lvl="1"/>
            <a:r>
              <a:rPr lang="zh-CN" altLang="en-US" dirty="0"/>
              <a:t>自由理当有什么限制？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709819177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12257</TotalTime>
  <Words>803</Words>
  <Application>Microsoft Office PowerPoint</Application>
  <PresentationFormat>全屏显示(4:3)</PresentationFormat>
  <Paragraphs>72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华文新魏</vt:lpstr>
      <vt:lpstr>微软雅黑</vt:lpstr>
      <vt:lpstr>Arial</vt:lpstr>
      <vt:lpstr>Calibri</vt:lpstr>
      <vt:lpstr>Trebuchet MS</vt:lpstr>
      <vt:lpstr>Diseño predeterminado</vt:lpstr>
      <vt:lpstr>PowerPoint 演示文稿</vt:lpstr>
      <vt:lpstr>经文：加拉太书5章：1节</vt:lpstr>
      <vt:lpstr>不在基督里：被罪辖制</vt:lpstr>
      <vt:lpstr>不在基督里：私欲和宴乐</vt:lpstr>
      <vt:lpstr>不在基督里：可怒之子</vt:lpstr>
      <vt:lpstr>不在基督里：死亡的奴隶</vt:lpstr>
      <vt:lpstr>如何享有自由</vt:lpstr>
      <vt:lpstr>基督徒自由的内容：</vt:lpstr>
      <vt:lpstr>基督徒自由：效法基督</vt:lpstr>
      <vt:lpstr>基督里的自由：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李强</cp:lastModifiedBy>
  <cp:revision>970</cp:revision>
  <dcterms:created xsi:type="dcterms:W3CDTF">2010-05-23T14:28:12Z</dcterms:created>
  <dcterms:modified xsi:type="dcterms:W3CDTF">2020-05-16T23:01:44Z</dcterms:modified>
</cp:coreProperties>
</file>