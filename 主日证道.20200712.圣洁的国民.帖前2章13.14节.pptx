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320" r:id="rId3"/>
    <p:sldId id="334" r:id="rId4"/>
    <p:sldId id="328" r:id="rId5"/>
    <p:sldId id="335" r:id="rId6"/>
    <p:sldId id="330" r:id="rId7"/>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92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5" autoAdjust="0"/>
    <p:restoredTop sz="92579" autoAdjust="0"/>
  </p:normalViewPr>
  <p:slideViewPr>
    <p:cSldViewPr showGuides="1">
      <p:cViewPr varScale="1">
        <p:scale>
          <a:sx n="80" d="100"/>
          <a:sy n="80" d="100"/>
        </p:scale>
        <p:origin x="788" y="44"/>
      </p:cViewPr>
      <p:guideLst>
        <p:guide orient="horz" pos="2160"/>
        <p:guide pos="2925"/>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李 强" userId="633faa5c58ce3e78" providerId="LiveId" clId="{112BE702-2AF4-453B-9B4C-8FC3042B4546}"/>
    <pc:docChg chg="undo custSel addSld delSld modSld">
      <pc:chgData name="李 强" userId="633faa5c58ce3e78" providerId="LiveId" clId="{112BE702-2AF4-453B-9B4C-8FC3042B4546}" dt="2020-07-12T02:29:36.971" v="292" actId="113"/>
      <pc:docMkLst>
        <pc:docMk/>
      </pc:docMkLst>
      <pc:sldChg chg="modSp mod">
        <pc:chgData name="李 强" userId="633faa5c58ce3e78" providerId="LiveId" clId="{112BE702-2AF4-453B-9B4C-8FC3042B4546}" dt="2020-07-11T15:07:03.677" v="15" actId="1076"/>
        <pc:sldMkLst>
          <pc:docMk/>
          <pc:sldMk cId="0" sldId="256"/>
        </pc:sldMkLst>
        <pc:spChg chg="mod">
          <ac:chgData name="李 强" userId="633faa5c58ce3e78" providerId="LiveId" clId="{112BE702-2AF4-453B-9B4C-8FC3042B4546}" dt="2020-07-11T15:07:03.677" v="15" actId="1076"/>
          <ac:spMkLst>
            <pc:docMk/>
            <pc:sldMk cId="0" sldId="256"/>
            <ac:spMk id="7170" creationId="{C38FCE21-CC3E-4C81-B95A-118DE7524B3B}"/>
          </ac:spMkLst>
        </pc:spChg>
      </pc:sldChg>
      <pc:sldChg chg="modSp mod">
        <pc:chgData name="李 强" userId="633faa5c58ce3e78" providerId="LiveId" clId="{112BE702-2AF4-453B-9B4C-8FC3042B4546}" dt="2020-07-12T02:29:36.971" v="292" actId="113"/>
        <pc:sldMkLst>
          <pc:docMk/>
          <pc:sldMk cId="0" sldId="320"/>
        </pc:sldMkLst>
        <pc:spChg chg="mod">
          <ac:chgData name="李 强" userId="633faa5c58ce3e78" providerId="LiveId" clId="{112BE702-2AF4-453B-9B4C-8FC3042B4546}" dt="2020-07-11T15:08:09.801" v="31"/>
          <ac:spMkLst>
            <pc:docMk/>
            <pc:sldMk cId="0" sldId="320"/>
            <ac:spMk id="3" creationId="{C578C671-B69C-4BEB-8AD4-3A86A9EC2E70}"/>
          </ac:spMkLst>
        </pc:spChg>
        <pc:spChg chg="mod">
          <ac:chgData name="李 强" userId="633faa5c58ce3e78" providerId="LiveId" clId="{112BE702-2AF4-453B-9B4C-8FC3042B4546}" dt="2020-07-12T02:29:36.971" v="292" actId="113"/>
          <ac:spMkLst>
            <pc:docMk/>
            <pc:sldMk cId="0" sldId="320"/>
            <ac:spMk id="5123" creationId="{823B1026-6B98-4FD8-8DA8-D78FA979416E}"/>
          </ac:spMkLst>
        </pc:spChg>
      </pc:sldChg>
      <pc:sldChg chg="modSp mod">
        <pc:chgData name="李 强" userId="633faa5c58ce3e78" providerId="LiveId" clId="{112BE702-2AF4-453B-9B4C-8FC3042B4546}" dt="2020-07-11T15:16:00.266" v="169" actId="15"/>
        <pc:sldMkLst>
          <pc:docMk/>
          <pc:sldMk cId="2884677596" sldId="328"/>
        </pc:sldMkLst>
        <pc:spChg chg="mod">
          <ac:chgData name="李 强" userId="633faa5c58ce3e78" providerId="LiveId" clId="{112BE702-2AF4-453B-9B4C-8FC3042B4546}" dt="2020-07-11T15:14:08.920" v="139" actId="20577"/>
          <ac:spMkLst>
            <pc:docMk/>
            <pc:sldMk cId="2884677596" sldId="328"/>
            <ac:spMk id="3" creationId="{C578C671-B69C-4BEB-8AD4-3A86A9EC2E70}"/>
          </ac:spMkLst>
        </pc:spChg>
        <pc:spChg chg="mod">
          <ac:chgData name="李 强" userId="633faa5c58ce3e78" providerId="LiveId" clId="{112BE702-2AF4-453B-9B4C-8FC3042B4546}" dt="2020-07-11T15:16:00.266" v="169" actId="15"/>
          <ac:spMkLst>
            <pc:docMk/>
            <pc:sldMk cId="2884677596" sldId="328"/>
            <ac:spMk id="5123" creationId="{823B1026-6B98-4FD8-8DA8-D78FA979416E}"/>
          </ac:spMkLst>
        </pc:spChg>
      </pc:sldChg>
      <pc:sldChg chg="modSp mod">
        <pc:chgData name="李 强" userId="633faa5c58ce3e78" providerId="LiveId" clId="{112BE702-2AF4-453B-9B4C-8FC3042B4546}" dt="2020-07-11T15:19:23.334" v="273"/>
        <pc:sldMkLst>
          <pc:docMk/>
          <pc:sldMk cId="1668630057" sldId="330"/>
        </pc:sldMkLst>
        <pc:spChg chg="mod">
          <ac:chgData name="李 强" userId="633faa5c58ce3e78" providerId="LiveId" clId="{112BE702-2AF4-453B-9B4C-8FC3042B4546}" dt="2020-07-11T15:15:01.060" v="152"/>
          <ac:spMkLst>
            <pc:docMk/>
            <pc:sldMk cId="1668630057" sldId="330"/>
            <ac:spMk id="3" creationId="{C578C671-B69C-4BEB-8AD4-3A86A9EC2E70}"/>
          </ac:spMkLst>
        </pc:spChg>
        <pc:spChg chg="mod">
          <ac:chgData name="李 强" userId="633faa5c58ce3e78" providerId="LiveId" clId="{112BE702-2AF4-453B-9B4C-8FC3042B4546}" dt="2020-07-11T15:19:23.334" v="273"/>
          <ac:spMkLst>
            <pc:docMk/>
            <pc:sldMk cId="1668630057" sldId="330"/>
            <ac:spMk id="5123" creationId="{823B1026-6B98-4FD8-8DA8-D78FA979416E}"/>
          </ac:spMkLst>
        </pc:spChg>
      </pc:sldChg>
      <pc:sldChg chg="del">
        <pc:chgData name="李 强" userId="633faa5c58ce3e78" providerId="LiveId" clId="{112BE702-2AF4-453B-9B4C-8FC3042B4546}" dt="2020-07-12T01:08:44.088" v="287" actId="47"/>
        <pc:sldMkLst>
          <pc:docMk/>
          <pc:sldMk cId="458176998" sldId="331"/>
        </pc:sldMkLst>
      </pc:sldChg>
      <pc:sldChg chg="del">
        <pc:chgData name="李 强" userId="633faa5c58ce3e78" providerId="LiveId" clId="{112BE702-2AF4-453B-9B4C-8FC3042B4546}" dt="2020-07-11T15:08:14.853" v="32" actId="47"/>
        <pc:sldMkLst>
          <pc:docMk/>
          <pc:sldMk cId="765136849" sldId="333"/>
        </pc:sldMkLst>
      </pc:sldChg>
      <pc:sldChg chg="modSp mod">
        <pc:chgData name="李 强" userId="633faa5c58ce3e78" providerId="LiveId" clId="{112BE702-2AF4-453B-9B4C-8FC3042B4546}" dt="2020-07-11T15:12:21.076" v="98"/>
        <pc:sldMkLst>
          <pc:docMk/>
          <pc:sldMk cId="2208621919" sldId="334"/>
        </pc:sldMkLst>
        <pc:spChg chg="mod">
          <ac:chgData name="李 强" userId="633faa5c58ce3e78" providerId="LiveId" clId="{112BE702-2AF4-453B-9B4C-8FC3042B4546}" dt="2020-07-11T15:08:33.652" v="33"/>
          <ac:spMkLst>
            <pc:docMk/>
            <pc:sldMk cId="2208621919" sldId="334"/>
            <ac:spMk id="3" creationId="{C578C671-B69C-4BEB-8AD4-3A86A9EC2E70}"/>
          </ac:spMkLst>
        </pc:spChg>
        <pc:spChg chg="mod">
          <ac:chgData name="李 强" userId="633faa5c58ce3e78" providerId="LiveId" clId="{112BE702-2AF4-453B-9B4C-8FC3042B4546}" dt="2020-07-11T15:12:21.076" v="98"/>
          <ac:spMkLst>
            <pc:docMk/>
            <pc:sldMk cId="2208621919" sldId="334"/>
            <ac:spMk id="5123" creationId="{823B1026-6B98-4FD8-8DA8-D78FA979416E}"/>
          </ac:spMkLst>
        </pc:spChg>
      </pc:sldChg>
      <pc:sldChg chg="modSp add mod">
        <pc:chgData name="李 强" userId="633faa5c58ce3e78" providerId="LiveId" clId="{112BE702-2AF4-453B-9B4C-8FC3042B4546}" dt="2020-07-11T15:18:18.091" v="249"/>
        <pc:sldMkLst>
          <pc:docMk/>
          <pc:sldMk cId="2407168797" sldId="335"/>
        </pc:sldMkLst>
        <pc:spChg chg="mod">
          <ac:chgData name="李 强" userId="633faa5c58ce3e78" providerId="LiveId" clId="{112BE702-2AF4-453B-9B4C-8FC3042B4546}" dt="2020-07-11T15:14:14.100" v="145" actId="20577"/>
          <ac:spMkLst>
            <pc:docMk/>
            <pc:sldMk cId="2407168797" sldId="335"/>
            <ac:spMk id="3" creationId="{C578C671-B69C-4BEB-8AD4-3A86A9EC2E70}"/>
          </ac:spMkLst>
        </pc:spChg>
        <pc:spChg chg="mod">
          <ac:chgData name="李 强" userId="633faa5c58ce3e78" providerId="LiveId" clId="{112BE702-2AF4-453B-9B4C-8FC3042B4546}" dt="2020-07-11T15:18:18.091" v="249"/>
          <ac:spMkLst>
            <pc:docMk/>
            <pc:sldMk cId="2407168797" sldId="335"/>
            <ac:spMk id="5123" creationId="{823B1026-6B98-4FD8-8DA8-D78FA979416E}"/>
          </ac:spMkLst>
        </pc:spChg>
      </pc:sldChg>
    </pc:docChg>
  </pc:docChgLst>
  <pc:docChgLst>
    <pc:chgData name="李 强" userId="633faa5c58ce3e78" providerId="LiveId" clId="{75E64ACF-B3A1-46B3-99E8-E4C48F231FC2}"/>
    <pc:docChg chg="custSel modSld">
      <pc:chgData name="李 强" userId="633faa5c58ce3e78" providerId="LiveId" clId="{75E64ACF-B3A1-46B3-99E8-E4C48F231FC2}" dt="2018-12-22T23:38:41.375" v="53" actId="14100"/>
      <pc:docMkLst>
        <pc:docMk/>
      </pc:docMkLst>
      <pc:sldChg chg="addSp delSp modSp">
        <pc:chgData name="李 强" userId="633faa5c58ce3e78" providerId="LiveId" clId="{75E64ACF-B3A1-46B3-99E8-E4C48F231FC2}" dt="2018-12-22T23:38:41.375" v="53" actId="14100"/>
        <pc:sldMkLst>
          <pc:docMk/>
          <pc:sldMk cId="765136849" sldId="333"/>
        </pc:sldMkLst>
        <pc:spChg chg="mod">
          <ac:chgData name="李 强" userId="633faa5c58ce3e78" providerId="LiveId" clId="{75E64ACF-B3A1-46B3-99E8-E4C48F231FC2}" dt="2018-12-22T23:38:29.599" v="52" actId="20577"/>
          <ac:spMkLst>
            <pc:docMk/>
            <pc:sldMk cId="765136849" sldId="333"/>
            <ac:spMk id="3" creationId="{C578C671-B69C-4BEB-8AD4-3A86A9EC2E70}"/>
          </ac:spMkLst>
        </pc:spChg>
        <pc:picChg chg="add mod">
          <ac:chgData name="李 强" userId="633faa5c58ce3e78" providerId="LiveId" clId="{75E64ACF-B3A1-46B3-99E8-E4C48F231FC2}" dt="2018-12-22T23:38:41.375" v="53" actId="14100"/>
          <ac:picMkLst>
            <pc:docMk/>
            <pc:sldMk cId="765136849" sldId="333"/>
            <ac:picMk id="2" creationId="{E415CD44-5392-407C-B245-26C6DF9902CF}"/>
          </ac:picMkLst>
        </pc:picChg>
        <pc:picChg chg="del">
          <ac:chgData name="李 强" userId="633faa5c58ce3e78" providerId="LiveId" clId="{75E64ACF-B3A1-46B3-99E8-E4C48F231FC2}" dt="2018-12-22T13:32:06.526" v="0" actId="478"/>
          <ac:picMkLst>
            <pc:docMk/>
            <pc:sldMk cId="765136849" sldId="333"/>
            <ac:picMk id="4" creationId="{96875CB9-6A4D-4ED5-97D0-EF755A5BF926}"/>
          </ac:picMkLst>
        </pc:picChg>
      </pc:sldChg>
    </pc:docChg>
  </pc:docChgLst>
  <pc:docChgLst>
    <pc:chgData name="李 强" userId="633faa5c58ce3e78" providerId="LiveId" clId="{458983C2-7B53-4B7C-A8B1-F4861E222153}"/>
    <pc:docChg chg="custSel modSld">
      <pc:chgData name="李 强" userId="633faa5c58ce3e78" providerId="LiveId" clId="{458983C2-7B53-4B7C-A8B1-F4861E222153}" dt="2018-11-03T04:07:51.107" v="3" actId="255"/>
      <pc:docMkLst>
        <pc:docMk/>
      </pc:docMkLst>
      <pc:sldChg chg="modSp">
        <pc:chgData name="李 强" userId="633faa5c58ce3e78" providerId="LiveId" clId="{458983C2-7B53-4B7C-A8B1-F4861E222153}" dt="2018-11-03T04:07:51.107" v="3" actId="255"/>
        <pc:sldMkLst>
          <pc:docMk/>
          <pc:sldMk cId="0" sldId="256"/>
        </pc:sldMkLst>
        <pc:spChg chg="mod">
          <ac:chgData name="李 强" userId="633faa5c58ce3e78" providerId="LiveId" clId="{458983C2-7B53-4B7C-A8B1-F4861E222153}" dt="2018-11-03T04:07:51.107" v="3" actId="255"/>
          <ac:spMkLst>
            <pc:docMk/>
            <pc:sldMk cId="0" sldId="256"/>
            <ac:spMk id="7170" creationId="{C38FCE21-CC3E-4C81-B95A-118DE7524B3B}"/>
          </ac:spMkLst>
        </pc:spChg>
      </pc:sldChg>
    </pc:docChg>
  </pc:docChgLst>
  <pc:docChgLst>
    <pc:chgData name="李 强" userId="633faa5c58ce3e78" providerId="LiveId" clId="{3CB4146A-B0F5-4690-95C8-DF0D66115085}"/>
    <pc:docChg chg="undo custSel addSld delSld modSld sldOrd">
      <pc:chgData name="李 强" userId="633faa5c58ce3e78" providerId="LiveId" clId="{3CB4146A-B0F5-4690-95C8-DF0D66115085}" dt="2018-11-03T23:04:21.491" v="292"/>
      <pc:docMkLst>
        <pc:docMk/>
      </pc:docMkLst>
      <pc:sldChg chg="modSp">
        <pc:chgData name="李 强" userId="633faa5c58ce3e78" providerId="LiveId" clId="{3CB4146A-B0F5-4690-95C8-DF0D66115085}" dt="2018-11-03T22:23:10.667" v="172" actId="1076"/>
        <pc:sldMkLst>
          <pc:docMk/>
          <pc:sldMk cId="0" sldId="256"/>
        </pc:sldMkLst>
        <pc:spChg chg="mod">
          <ac:chgData name="李 强" userId="633faa5c58ce3e78" providerId="LiveId" clId="{3CB4146A-B0F5-4690-95C8-DF0D66115085}" dt="2018-11-03T22:23:10.667" v="172" actId="1076"/>
          <ac:spMkLst>
            <pc:docMk/>
            <pc:sldMk cId="0" sldId="256"/>
            <ac:spMk id="7170" creationId="{C38FCE21-CC3E-4C81-B95A-118DE7524B3B}"/>
          </ac:spMkLst>
        </pc:spChg>
      </pc:sldChg>
      <pc:sldChg chg="modSp">
        <pc:chgData name="李 强" userId="633faa5c58ce3e78" providerId="LiveId" clId="{3CB4146A-B0F5-4690-95C8-DF0D66115085}" dt="2018-11-03T06:14:52.845" v="99" actId="20577"/>
        <pc:sldMkLst>
          <pc:docMk/>
          <pc:sldMk cId="2884677596" sldId="328"/>
        </pc:sldMkLst>
        <pc:spChg chg="mod">
          <ac:chgData name="李 强" userId="633faa5c58ce3e78" providerId="LiveId" clId="{3CB4146A-B0F5-4690-95C8-DF0D66115085}" dt="2018-11-03T06:14:52.845" v="99" actId="20577"/>
          <ac:spMkLst>
            <pc:docMk/>
            <pc:sldMk cId="2884677596" sldId="328"/>
            <ac:spMk id="5123" creationId="{823B1026-6B98-4FD8-8DA8-D78FA979416E}"/>
          </ac:spMkLst>
        </pc:spChg>
      </pc:sldChg>
      <pc:sldChg chg="addSp delSp modSp add ord">
        <pc:chgData name="李 强" userId="633faa5c58ce3e78" providerId="LiveId" clId="{3CB4146A-B0F5-4690-95C8-DF0D66115085}" dt="2018-11-03T21:11:19.311" v="105" actId="14100"/>
        <pc:sldMkLst>
          <pc:docMk/>
          <pc:sldMk cId="765136849" sldId="333"/>
        </pc:sldMkLst>
        <pc:spChg chg="del">
          <ac:chgData name="李 强" userId="633faa5c58ce3e78" providerId="LiveId" clId="{3CB4146A-B0F5-4690-95C8-DF0D66115085}" dt="2018-11-03T05:32:29.466" v="19" actId="478"/>
          <ac:spMkLst>
            <pc:docMk/>
            <pc:sldMk cId="765136849" sldId="333"/>
            <ac:spMk id="5" creationId="{57E12E9A-0642-4297-A29D-224CEC6B2381}"/>
          </ac:spMkLst>
        </pc:spChg>
        <pc:spChg chg="mod">
          <ac:chgData name="李 强" userId="633faa5c58ce3e78" providerId="LiveId" clId="{3CB4146A-B0F5-4690-95C8-DF0D66115085}" dt="2018-11-03T05:33:50.576" v="25" actId="113"/>
          <ac:spMkLst>
            <pc:docMk/>
            <pc:sldMk cId="765136849" sldId="333"/>
            <ac:spMk id="7" creationId="{0E73E572-7196-40EA-8C21-74E502C8F480}"/>
          </ac:spMkLst>
        </pc:spChg>
        <pc:picChg chg="add del mod">
          <ac:chgData name="李 强" userId="633faa5c58ce3e78" providerId="LiveId" clId="{3CB4146A-B0F5-4690-95C8-DF0D66115085}" dt="2018-11-03T21:11:01.529" v="100" actId="478"/>
          <ac:picMkLst>
            <pc:docMk/>
            <pc:sldMk cId="765136849" sldId="333"/>
            <ac:picMk id="2" creationId="{F3FE6AD8-BADE-4524-AEAB-BED5ECC2F4B5}"/>
          </ac:picMkLst>
        </pc:picChg>
        <pc:picChg chg="add mod">
          <ac:chgData name="李 强" userId="633faa5c58ce3e78" providerId="LiveId" clId="{3CB4146A-B0F5-4690-95C8-DF0D66115085}" dt="2018-11-03T21:11:19.311" v="105" actId="14100"/>
          <ac:picMkLst>
            <pc:docMk/>
            <pc:sldMk cId="765136849" sldId="333"/>
            <ac:picMk id="4" creationId="{96875CB9-6A4D-4ED5-97D0-EF755A5BF926}"/>
          </ac:picMkLst>
        </pc:picChg>
        <pc:picChg chg="del">
          <ac:chgData name="李 强" userId="633faa5c58ce3e78" providerId="LiveId" clId="{3CB4146A-B0F5-4690-95C8-DF0D66115085}" dt="2018-11-03T05:31:34.487" v="5" actId="478"/>
          <ac:picMkLst>
            <pc:docMk/>
            <pc:sldMk cId="765136849" sldId="333"/>
            <ac:picMk id="6" creationId="{7709F3AE-5B78-441F-BF58-B200F9E73941}"/>
          </ac:picMkLst>
        </pc:picChg>
      </pc:sldChg>
      <pc:sldChg chg="modSp add ord">
        <pc:chgData name="李 强" userId="633faa5c58ce3e78" providerId="LiveId" clId="{3CB4146A-B0F5-4690-95C8-DF0D66115085}" dt="2018-11-03T23:04:21.491" v="292"/>
        <pc:sldMkLst>
          <pc:docMk/>
          <pc:sldMk cId="2208621919" sldId="334"/>
        </pc:sldMkLst>
        <pc:spChg chg="mod">
          <ac:chgData name="李 强" userId="633faa5c58ce3e78" providerId="LiveId" clId="{3CB4146A-B0F5-4690-95C8-DF0D66115085}" dt="2018-11-03T23:04:21.491" v="292"/>
          <ac:spMkLst>
            <pc:docMk/>
            <pc:sldMk cId="2208621919" sldId="334"/>
            <ac:spMk id="5123" creationId="{823B1026-6B98-4FD8-8DA8-D78FA979416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909AB5F-6E94-4660-9FE5-B6D1FC6920C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6D1437F4-05CC-4768-9495-D48D7895B04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0D3CF063-56F2-42DD-A32C-24D15B67612C}" type="datetimeFigureOut">
              <a:rPr lang="zh-CN" altLang="en-US"/>
              <a:pPr>
                <a:defRPr/>
              </a:pPr>
              <a:t>2020/7/12</a:t>
            </a:fld>
            <a:endParaRPr lang="zh-CN" altLang="en-US"/>
          </a:p>
        </p:txBody>
      </p:sp>
      <p:sp>
        <p:nvSpPr>
          <p:cNvPr id="4" name="幻灯片图像占位符 3">
            <a:extLst>
              <a:ext uri="{FF2B5EF4-FFF2-40B4-BE49-F238E27FC236}">
                <a16:creationId xmlns:a16="http://schemas.microsoft.com/office/drawing/2014/main" id="{C7DD23A6-CB0F-46B3-935A-976AD05C1EE9}"/>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E68FE576-0A9F-4DE3-8D2A-334BA3BA320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EDDE239D-7969-4554-82FD-E03D57194CC8}"/>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a:extLst>
              <a:ext uri="{FF2B5EF4-FFF2-40B4-BE49-F238E27FC236}">
                <a16:creationId xmlns:a16="http://schemas.microsoft.com/office/drawing/2014/main" id="{106B08FB-BB3E-413E-9A9E-25E75D5085C8}"/>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2C7B1039-7A70-4775-909F-09FCF8FEC98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AD921145-BE81-43B5-B900-B4386CBAF7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备注占位符 2">
            <a:extLst>
              <a:ext uri="{FF2B5EF4-FFF2-40B4-BE49-F238E27FC236}">
                <a16:creationId xmlns:a16="http://schemas.microsoft.com/office/drawing/2014/main" id="{B5492672-9CD7-4947-B1F0-BA237F1CB70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8196" name="灯片编号占位符 3">
            <a:extLst>
              <a:ext uri="{FF2B5EF4-FFF2-40B4-BE49-F238E27FC236}">
                <a16:creationId xmlns:a16="http://schemas.microsoft.com/office/drawing/2014/main" id="{050AC9F4-DAB5-469C-9974-4025D307ABD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90091F8-5555-4714-AFE4-C839B62DDA00}"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随着社会的发展，科技进步，人类越来越深入的参与到社会、自然的生态环境中，对于疾病的医治我们有微创手术，我们有靶向药物，甚至我们有基因诊断和治疗等等。这些先进的医疗技术，他的确可以医治我们身体上的某些疾病，但是他是否可以真正成为我们患病时期的依靠和盼望呢？</a:t>
            </a:r>
          </a:p>
          <a:p>
            <a:r>
              <a:rPr lang="zh-CN" altLang="zh-CN" sz="1200" kern="1200" dirty="0">
                <a:solidFill>
                  <a:schemeClr val="tx1"/>
                </a:solidFill>
                <a:effectLst/>
                <a:latin typeface="+mn-lt"/>
                <a:ea typeface="+mn-ea"/>
                <a:cs typeface="+mn-cs"/>
              </a:rPr>
              <a:t>我们今天通过一段我们很熟悉的经文来看，在没有先进的医疗技术的耶稣时代，耶稣是如何来医治一个患病三十八年的病人，（虽然没有经文明确说明这个病人是瘫子，但是今天我们暂且用瘫子来代替他的病），今天我证道的题目是《基督的医治》，经文是约翰福音</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1~9</a:t>
            </a:r>
            <a:r>
              <a:rPr lang="zh-CN" altLang="zh-CN" sz="1200" kern="1200" dirty="0">
                <a:solidFill>
                  <a:schemeClr val="tx1"/>
                </a:solidFill>
                <a:effectLst/>
                <a:latin typeface="+mn-lt"/>
                <a:ea typeface="+mn-ea"/>
                <a:cs typeface="+mn-cs"/>
              </a:rPr>
              <a:t>节。下面我们一起祷告。。。</a:t>
            </a: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词：</a:t>
            </a:r>
          </a:p>
          <a:p>
            <a:r>
              <a:rPr lang="zh-CN" altLang="zh-CN" sz="1200" kern="1200" dirty="0">
                <a:solidFill>
                  <a:schemeClr val="tx1"/>
                </a:solidFill>
                <a:effectLst/>
                <a:latin typeface="+mn-lt"/>
                <a:ea typeface="+mn-ea"/>
                <a:cs typeface="+mn-cs"/>
              </a:rPr>
              <a:t>观察此段经文，我们可以看到这段经文重复最多的两个词是“病了”和“痊愈”。</a:t>
            </a:r>
          </a:p>
          <a:p>
            <a:r>
              <a:rPr lang="zh-CN" altLang="zh-CN" sz="1200" kern="1200" dirty="0">
                <a:solidFill>
                  <a:schemeClr val="tx1"/>
                </a:solidFill>
                <a:effectLst/>
                <a:latin typeface="+mn-lt"/>
                <a:ea typeface="+mn-ea"/>
                <a:cs typeface="+mn-cs"/>
              </a:rPr>
              <a:t>针对“病了”具体有“许多的病人”、“病了三十八年”、“病了许久”。而另外我们同样可以看到跟病相反的一个词就是“痊愈”，而整段这个词都是由耶稣作为主动者发出的，具体有“你要痊愈吗”、“立刻痊愈”、“使我痊愈”和“已经痊愈”等等。</a:t>
            </a:r>
          </a:p>
          <a:p>
            <a:r>
              <a:rPr lang="zh-CN" altLang="zh-CN" sz="1200" kern="1200" dirty="0">
                <a:solidFill>
                  <a:schemeClr val="tx1"/>
                </a:solidFill>
                <a:effectLst/>
                <a:latin typeface="+mn-lt"/>
                <a:ea typeface="+mn-ea"/>
                <a:cs typeface="+mn-cs"/>
              </a:rPr>
              <a:t>通过这两个词我们可以看到，这段经文有很强烈的对比感，一个未遇见耶稣的人他一无所有，有的仅仅是病，而遇见耶稣之后，我们能看到他有的是痊愈，彻底的、立刻的痊愈。</a:t>
            </a:r>
          </a:p>
          <a:p>
            <a:r>
              <a:rPr lang="zh-CN" altLang="zh-CN" sz="1200" kern="1200" dirty="0">
                <a:solidFill>
                  <a:schemeClr val="tx1"/>
                </a:solidFill>
                <a:effectLst/>
                <a:latin typeface="+mn-lt"/>
                <a:ea typeface="+mn-ea"/>
                <a:cs typeface="+mn-cs"/>
              </a:rPr>
              <a:t>句子：</a:t>
            </a:r>
          </a:p>
          <a:p>
            <a:r>
              <a:rPr lang="zh-CN" altLang="zh-CN" sz="1200" kern="1200" dirty="0">
                <a:solidFill>
                  <a:schemeClr val="tx1"/>
                </a:solidFill>
                <a:effectLst/>
                <a:latin typeface="+mn-lt"/>
                <a:ea typeface="+mn-ea"/>
                <a:cs typeface="+mn-cs"/>
              </a:rPr>
              <a:t>观察这段经文，我们可以看到两个主角各有一句很长的对话，对于三十八年的病人，他有一句（</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先生，水动的时候，没有人把我放在池子里；我正去的时候，就有别人比我先下去。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），对于耶稣也同样有一句（你要</a:t>
            </a:r>
            <a:r>
              <a:rPr lang="zh-CN" altLang="zh-CN" sz="1200" b="1" kern="1200" dirty="0">
                <a:solidFill>
                  <a:schemeClr val="tx1"/>
                </a:solidFill>
                <a:effectLst/>
                <a:latin typeface="+mn-lt"/>
                <a:ea typeface="+mn-ea"/>
                <a:cs typeface="+mn-cs"/>
              </a:rPr>
              <a:t>痊愈吗</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本段经文所记录的节期没有定论，旧约时代犹太人有三个节期一定要过的，即逾越节、五旬节、和住棚节。律法规定凡是住在耶路撒冷二十哩以内的成年男子都要守这些节期。有人说是逾越节，也有可能是圣殿节、五旬节。加尔文的观点，按照时间顺序这个节期应该理解为五旬节，这个节期不是本文的重点，我们暂且放过。</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同时本段经文所记录的三十八年的病人具体是什么病，经文病没有明确说明，但是从病人的叙述中，应该是行动不便方面的病症，这个也不是本文的重点，我们暂且放过。</a:t>
            </a:r>
          </a:p>
          <a:p>
            <a:r>
              <a:rPr lang="zh-CN" altLang="zh-CN" sz="1200" kern="1200" dirty="0">
                <a:solidFill>
                  <a:schemeClr val="tx1"/>
                </a:solidFill>
                <a:effectLst/>
                <a:latin typeface="+mn-lt"/>
                <a:ea typeface="+mn-ea"/>
                <a:cs typeface="+mn-cs"/>
              </a:rPr>
              <a:t>我们知道整本圣经是见证耶稣是基督是神的儿子，同样约翰福音也遵循这个目的。</a:t>
            </a:r>
          </a:p>
          <a:p>
            <a:r>
              <a:rPr lang="zh-CN" altLang="zh-CN" sz="1200" kern="1200" dirty="0">
                <a:solidFill>
                  <a:schemeClr val="tx1"/>
                </a:solidFill>
                <a:effectLst/>
                <a:latin typeface="+mn-lt"/>
                <a:ea typeface="+mn-ea"/>
                <a:cs typeface="+mn-cs"/>
              </a:rPr>
              <a:t>约翰福音第一章我们看到开篇就是太初有道，道与神同在，道就是神。这道太初与神同在，万物是借着祂造的，凡被造的没有一样不是借着祂被造的。生命在祂里面，这生命就是人的光，光照在黑暗里，黑暗却不接受光。到第</a:t>
            </a:r>
            <a:r>
              <a:rPr lang="en-US" altLang="zh-CN" sz="1200" kern="1200" dirty="0">
                <a:solidFill>
                  <a:schemeClr val="tx1"/>
                </a:solidFill>
                <a:effectLst/>
                <a:latin typeface="+mn-lt"/>
                <a:ea typeface="+mn-ea"/>
                <a:cs typeface="+mn-cs"/>
              </a:rPr>
              <a:t>14</a:t>
            </a:r>
            <a:r>
              <a:rPr lang="zh-CN" altLang="zh-CN" sz="1200" kern="1200" dirty="0">
                <a:solidFill>
                  <a:schemeClr val="tx1"/>
                </a:solidFill>
                <a:effectLst/>
                <a:latin typeface="+mn-lt"/>
                <a:ea typeface="+mn-ea"/>
                <a:cs typeface="+mn-cs"/>
              </a:rPr>
              <a:t>节，道成肉身，住在我们中间，充充满满有恩典，有真理。我们也见过他的荣光，正是父独生子的荣光。我们可以看到是施洗约翰对耶稣的见证，经文：看呢，神的羔羊，除去世人罪孽的。接下来就是耶稣呼召腓力和那单业，经文说：你们要看到天开了，神的使者上来下去在人子身上。</a:t>
            </a:r>
          </a:p>
          <a:p>
            <a:r>
              <a:rPr lang="zh-CN" altLang="zh-CN" sz="1200" kern="1200" dirty="0">
                <a:solidFill>
                  <a:schemeClr val="tx1"/>
                </a:solidFill>
                <a:effectLst/>
                <a:latin typeface="+mn-lt"/>
                <a:ea typeface="+mn-ea"/>
                <a:cs typeface="+mn-cs"/>
              </a:rPr>
              <a:t>第二章记载了迦拿的婚宴，耶稣把神变成酒。耶稣洁净圣殿，耶稣不把自己交给他们，因为他知道人心所存的。</a:t>
            </a:r>
          </a:p>
          <a:p>
            <a:r>
              <a:rPr lang="zh-CN" altLang="zh-CN" sz="1200" kern="1200" dirty="0">
                <a:solidFill>
                  <a:schemeClr val="tx1"/>
                </a:solidFill>
                <a:effectLst/>
                <a:latin typeface="+mn-lt"/>
                <a:ea typeface="+mn-ea"/>
                <a:cs typeface="+mn-cs"/>
              </a:rPr>
              <a:t>第三章记载了耶稣与尼哥底母的论道，并且明确提出：人若不重生就不能见神的国，人若不是从水和圣灵生的，就不能进神的国。信子的人有永生，不信子的人得不着永生，神的震怒常在他身上。</a:t>
            </a:r>
          </a:p>
          <a:p>
            <a:r>
              <a:rPr lang="zh-CN" altLang="zh-CN" sz="1200" kern="1200" dirty="0">
                <a:solidFill>
                  <a:schemeClr val="tx1"/>
                </a:solidFill>
                <a:effectLst/>
                <a:latin typeface="+mn-lt"/>
                <a:ea typeface="+mn-ea"/>
                <a:cs typeface="+mn-cs"/>
              </a:rPr>
              <a:t>第四章记载了耶稣撒玛利亚妇人论道，耶稣说，人若喝我所赐的水就永远不渴，我所赐的水要在他里面成为泉源直涌到永生，后来撒玛利亚人说：我们信不是因为你的话，是因为我们亲自听见了，知道这真是救世主。后来耶稣又医治了加利利大臣的儿子，经文记载：他自己和他全家就都信了。</a:t>
            </a:r>
          </a:p>
          <a:p>
            <a:r>
              <a:rPr lang="zh-CN" altLang="zh-CN" sz="1200" kern="1200" dirty="0">
                <a:solidFill>
                  <a:schemeClr val="tx1"/>
                </a:solidFill>
                <a:effectLst/>
                <a:latin typeface="+mn-lt"/>
                <a:ea typeface="+mn-ea"/>
                <a:cs typeface="+mn-cs"/>
              </a:rPr>
              <a:t>第五章记载了毕士大池子病人得医治后来描述了耶稣圣子的权柄和为耶稣做见证的父。</a:t>
            </a:r>
          </a:p>
          <a:p>
            <a:r>
              <a:rPr lang="zh-CN" altLang="zh-CN" sz="1200" kern="1200" dirty="0">
                <a:solidFill>
                  <a:schemeClr val="tx1"/>
                </a:solidFill>
                <a:effectLst/>
                <a:latin typeface="+mn-lt"/>
                <a:ea typeface="+mn-ea"/>
                <a:cs typeface="+mn-cs"/>
              </a:rPr>
              <a:t>第六章记载了五千人吃饱，并且耶稣是生命的粮，耶稣说：我就是生命的粮，到我这里来的，必定不饿，信我的永远不渴。又说：我的肉真是可吃的，我的血真是可喝的，吃我肉喝我血的人常在我里面，我也常在他里面。</a:t>
            </a:r>
          </a:p>
          <a:p>
            <a:r>
              <a:rPr lang="zh-CN" altLang="zh-CN" sz="1200" kern="1200" dirty="0">
                <a:solidFill>
                  <a:schemeClr val="tx1"/>
                </a:solidFill>
                <a:effectLst/>
                <a:latin typeface="+mn-lt"/>
                <a:ea typeface="+mn-ea"/>
                <a:cs typeface="+mn-cs"/>
              </a:rPr>
              <a:t>最后一段是整个约翰福音的高潮也是整本圣经中心即彼得的宣告：主啊，你有永生之道，我们还归从谁呢？我们已经信了又知道你是神的圣者。</a:t>
            </a:r>
          </a:p>
          <a:p>
            <a:r>
              <a:rPr lang="zh-CN" altLang="zh-CN" sz="1200" kern="1200" dirty="0">
                <a:solidFill>
                  <a:schemeClr val="tx1"/>
                </a:solidFill>
                <a:effectLst/>
                <a:latin typeface="+mn-lt"/>
                <a:ea typeface="+mn-ea"/>
                <a:cs typeface="+mn-cs"/>
              </a:rPr>
              <a:t>所以从整卷书的脉络来看，都在见证耶稣是基督，神的圣者。而我们在来到本段，我们看到这段毕士大池边的医治一方面是见证基督，另外一方面也是教导我们神对人的医治。</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经文</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节很直接记录说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耶稣看见他躺着，知道他病了许久</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就是三十八年病人现在最真实的现状，他躺着、他病了许久、内心没有了盼望，相反却充满了嫉妒和抱怨等各样的罪。他甚至可能就是在单单等待死亡的来临。一个毫无盼望、毫无喜乐且行动不便的人。他在自己医治的事情上，毫无任何能力。他曾经想依靠别人的帮助被医治，但是失败了，“没有人把我放到”。他也曾经希望依靠自己的能力被医治，但是也失败了，“等我要下去的时候”。随着年龄越来越大，身体也越来越不方便，他能做的只能毫无盼望的等待。经文对他的描述是“躺着”，失去任何主动寻求机会的信心。他也已经知道凭借别人的帮助和自己的主动性已经不可能被医治，所以只能是毫无盼望的“躺着”。</a:t>
            </a:r>
          </a:p>
          <a:p>
            <a:r>
              <a:rPr lang="zh-CN" altLang="zh-CN" sz="1200" kern="1200" dirty="0">
                <a:solidFill>
                  <a:schemeClr val="tx1"/>
                </a:solidFill>
                <a:effectLst/>
                <a:latin typeface="+mn-lt"/>
                <a:ea typeface="+mn-ea"/>
                <a:cs typeface="+mn-cs"/>
              </a:rPr>
              <a:t>同样，我们把注意力回到今天我们的社会和我们自己，即使在未信主之前凭借我们生活常识我们也知道我们身上有各种的罪，我们内心会有嫉妒、骄傲、诡诈等等。我们希望我们能不嫉妒、不自夸。我们也努力去禁戒我们不做害羞的事，但是我们做不到。不说其他的就拿骄傲着一个问题来说，我们希望我们能不骄傲，但是我们知道任何人都能从自己身上找出骄傲的资本。举例说来：有人以自己的财产骄傲，有人以自己姣好面容骄傲，有人以自己好行为骄傲，有人以自己的知识学历骄傲等等，就是一个乞丐你问他也有骄傲的地方。这个就是我们的罪性所在。但是我们却禁戒不住自己的骄傲。这个就是我们在医治上毫无能力。你可能说如果拥有好的修养是不是会不骄傲，不会，即使你外在不表现出来，其实你的内心还是在骄傲。</a:t>
            </a:r>
          </a:p>
          <a:p>
            <a:r>
              <a:rPr lang="zh-CN" altLang="zh-CN" sz="1200" kern="1200" dirty="0">
                <a:solidFill>
                  <a:schemeClr val="tx1"/>
                </a:solidFill>
                <a:effectLst/>
                <a:latin typeface="+mn-lt"/>
                <a:ea typeface="+mn-ea"/>
                <a:cs typeface="+mn-cs"/>
              </a:rPr>
              <a:t>同样，我们在属灵的医治“生命得救”事情上也是如此，自从亚当夏娃犯罪被赶出伊甸园之后，我们人类在罪上就是全然堕落，罪已经污染了我们方方面面，我们在属灵上已经是一个“死人”，我们能有的仅仅是犯罪得罪神，在我们未重生得救之前，我们不能做任何神眼中看为善的事情，我们也不可能主动寻求那位至善至圣的神，我们在得救的事情上是毫无行动的能力，我们愿意自己享受那罪中之乐，我们喜欢犯罪，我们从未思想过要口称耶稣为主，我们认为我们自己就是主，我们骄傲、自满、自以为是等等。这就是我们未认识这位至高神之前我们的状态。那么为什么我们可以转回被医治呢？以致于得救成为神的儿女呢？或者我们回到经文，为什么这个三十八年的瘫子被神所医治呢？</a:t>
            </a:r>
          </a:p>
          <a:p>
            <a:r>
              <a:rPr lang="en-US" altLang="zh-CN" sz="1200" b="1" kern="1200" dirty="0">
                <a:solidFill>
                  <a:schemeClr val="tx1"/>
                </a:solidFill>
                <a:effectLst/>
                <a:latin typeface="+mn-lt"/>
                <a:ea typeface="+mn-ea"/>
                <a:cs typeface="+mn-cs"/>
              </a:rPr>
              <a:t>B</a:t>
            </a:r>
            <a:r>
              <a:rPr lang="zh-CN" altLang="zh-CN" sz="1200" b="1" kern="1200" dirty="0">
                <a:solidFill>
                  <a:schemeClr val="tx1"/>
                </a:solidFill>
                <a:effectLst/>
                <a:latin typeface="+mn-lt"/>
                <a:ea typeface="+mn-ea"/>
                <a:cs typeface="+mn-cs"/>
              </a:rPr>
              <a:t>、耶稣主动寻找失丧的人</a:t>
            </a:r>
          </a:p>
          <a:p>
            <a:r>
              <a:rPr lang="zh-CN" altLang="zh-CN" sz="1200" kern="1200" dirty="0">
                <a:solidFill>
                  <a:schemeClr val="tx1"/>
                </a:solidFill>
                <a:effectLst/>
                <a:latin typeface="+mn-lt"/>
                <a:ea typeface="+mn-ea"/>
                <a:cs typeface="+mn-cs"/>
              </a:rPr>
              <a:t>经文第</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节“耶稣看见他躺着，知道他病了许久”，甚至耶稣可能是专门来到毕士大池子来找寻他，基督是神，他清楚他所有的情况。耶稣主动来到他面前，耶稣主动开口问他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你要痊愈吗？</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简短的问话触及了这个病人的心灵。耶稣的问话是直接切入人心腹，他了解人的需要，躺了三十八年的病人最需要的是痊愈，所以耶稣主动且直接向这个病人发问。而我们这灵性瞎眼瘸腿的人最需要的是主的恩典，但是这恩典不是我们自己愿意去找寻的，除非基督主动找寻我们，否则我们还在那错误的池子旁边苦苦等待蒙怜悯。圣经中所记载的医治有的是病人呼求耶稣的医治，有的是基督主动发出医治。而这个是耶稣主动去毕士大池子旁边医治这个三十八年的瘫子，这个神迹耶稣是主动者，他主动寻找被需要被医治的人，按着他的主权他主动医治需要的人。还有一个跟他比较类似的就是撒玛利亚妇人，她也是耶稣主动找到她来传福音给她。</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你要痊愈吗？”这个也是主问我们所有人的问题，我们在未预见耶稣之前，我们渴望痊愈、渴望被爱、渴望身体得痊愈，但是我们却得不到。我们不能凭我们已有的知识、能力或财力得到医治，我们有的是装满了各样不义</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满心是嫉妒、凶杀、争竞、诡诈，我们希望得到是自己欲望的满足，但是我们却得不到。我们希望用各种各样的欲望填满我们自己的内心，但是却发现我们自己内心是个无底洞，他越来越吞噬着我们自己。我们开始失望，就像那个三十八年的病人在一次一次的失望中我们开始绝望，我们没有了依靠和盼望，我们进入出生入死的境界。唯有耶稣来到我们面前，他简单直接的问题来问我们，“你要痊愈吗？”你要得着医治吗？这个不是我们自己可以找寻的，是神的恩典在创世之初就预定拣选我们成为他蒙爱的儿女，从而进入他圣洁的国度。</a:t>
            </a:r>
          </a:p>
          <a:p>
            <a:r>
              <a:rPr lang="zh-CN" altLang="zh-CN" sz="1200" kern="1200" dirty="0">
                <a:solidFill>
                  <a:schemeClr val="tx1"/>
                </a:solidFill>
                <a:effectLst/>
                <a:latin typeface="+mn-lt"/>
                <a:ea typeface="+mn-ea"/>
                <a:cs typeface="+mn-cs"/>
              </a:rPr>
              <a:t>现在耶稣对我们每个人发出了邀请“你要痊愈吗？”，我们需要再次问我们自己，我们生命是否真正被耶稣所医治，我们是否跟耶稣真正有生命的联结。</a:t>
            </a:r>
          </a:p>
          <a:p>
            <a:r>
              <a:rPr lang="zh-CN" altLang="zh-CN" sz="1200" kern="1200" dirty="0">
                <a:solidFill>
                  <a:schemeClr val="tx1"/>
                </a:solidFill>
                <a:effectLst/>
                <a:latin typeface="+mn-lt"/>
                <a:ea typeface="+mn-ea"/>
                <a:cs typeface="+mn-cs"/>
              </a:rPr>
              <a:t>经文中三十八年病人并没有正面回答耶稣，而是说了一些不相干的话，我们来看耶稣是否真正医治了这个病人？那接下来具体发生了什么？</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3</a:t>
            </a:fld>
            <a:endParaRPr lang="zh-CN" altLang="en-US"/>
          </a:p>
        </p:txBody>
      </p:sp>
    </p:spTree>
    <p:extLst>
      <p:ext uri="{BB962C8B-B14F-4D97-AF65-F5344CB8AC3E}">
        <p14:creationId xmlns:p14="http://schemas.microsoft.com/office/powerpoint/2010/main" val="1665277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经文</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节很直接记录说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耶稣看见他躺着，知道他病了许久</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就是三十八年病人现在最真实的现状，他躺着、他病了许久、内心没有了盼望，相反却充满了嫉妒和抱怨等各样的罪。他甚至可能就是在单单等待死亡的来临。一个毫无盼望、毫无喜乐且行动不便的人。他在自己医治的事情上，毫无任何能力。他曾经想依靠别人的帮助被医治，但是失败了，“没有人把我放到”。他也曾经希望依靠自己的能力被医治，但是也失败了，“等我要下去的时候”。随着年龄越来越大，身体也越来越不方便，他能做的只能毫无盼望的等待。经文对他的描述是“躺着”，失去任何主动寻求机会的信心。他也已经知道凭借别人的帮助和自己的主动性已经不可能被医治，所以只能是毫无盼望的“躺着”。</a:t>
            </a:r>
          </a:p>
          <a:p>
            <a:r>
              <a:rPr lang="zh-CN" altLang="zh-CN" sz="1200" kern="1200" dirty="0">
                <a:solidFill>
                  <a:schemeClr val="tx1"/>
                </a:solidFill>
                <a:effectLst/>
                <a:latin typeface="+mn-lt"/>
                <a:ea typeface="+mn-ea"/>
                <a:cs typeface="+mn-cs"/>
              </a:rPr>
              <a:t>同样，我们把注意力回到今天我们的社会和我们自己，即使在未信主之前凭借我们生活常识我们也知道我们身上有各种的罪，我们内心会有嫉妒、骄傲、诡诈等等。我们希望我们能不嫉妒、不自夸。我们也努力去禁戒我们不做害羞的事，但是我们做不到。不说其他的就拿骄傲着一个问题来说，我们希望我们能不骄傲，但是我们知道任何人都能从自己身上找出骄傲的资本。举例说来：有人以自己的财产骄傲，有人以自己姣好面容骄傲，有人以自己好行为骄傲，有人以自己的知识学历骄傲等等，就是一个乞丐你问他也有骄傲的地方。这个就是我们的罪性所在。但是我们却禁戒不住自己的骄傲。这个就是我们在医治上毫无能力。你可能说如果拥有好的修养是不是会不骄傲，不会，即使你外在不表现出来，其实你的内心还是在骄傲。</a:t>
            </a:r>
          </a:p>
          <a:p>
            <a:r>
              <a:rPr lang="zh-CN" altLang="zh-CN" sz="1200" kern="1200" dirty="0">
                <a:solidFill>
                  <a:schemeClr val="tx1"/>
                </a:solidFill>
                <a:effectLst/>
                <a:latin typeface="+mn-lt"/>
                <a:ea typeface="+mn-ea"/>
                <a:cs typeface="+mn-cs"/>
              </a:rPr>
              <a:t>同样，我们在属灵的医治“生命得救”事情上也是如此，自从亚当夏娃犯罪被赶出伊甸园之后，我们人类在罪上就是全然堕落，罪已经污染了我们方方面面，我们在属灵上已经是一个“死人”，我们能有的仅仅是犯罪得罪神，在我们未重生得救之前，我们不能做任何神眼中看为善的事情，我们也不可能主动寻求那位至善至圣的神，我们在得救的事情上是毫无行动的能力，我们愿意自己享受那罪中之乐，我们喜欢犯罪，我们从未思想过要口称耶稣为主，我们认为我们自己就是主，我们骄傲、自满、自以为是等等。这就是我们未认识这位至高神之前我们的状态。那么为什么我们可以转回被医治呢？以致于得救成为神的儿女呢？或者我们回到经文，为什么这个三十八年的瘫子被神所医治呢？</a:t>
            </a:r>
          </a:p>
          <a:p>
            <a:r>
              <a:rPr lang="en-US" altLang="zh-CN" sz="1200" b="1" kern="1200" dirty="0">
                <a:solidFill>
                  <a:schemeClr val="tx1"/>
                </a:solidFill>
                <a:effectLst/>
                <a:latin typeface="+mn-lt"/>
                <a:ea typeface="+mn-ea"/>
                <a:cs typeface="+mn-cs"/>
              </a:rPr>
              <a:t>B</a:t>
            </a:r>
            <a:r>
              <a:rPr lang="zh-CN" altLang="zh-CN" sz="1200" b="1" kern="1200" dirty="0">
                <a:solidFill>
                  <a:schemeClr val="tx1"/>
                </a:solidFill>
                <a:effectLst/>
                <a:latin typeface="+mn-lt"/>
                <a:ea typeface="+mn-ea"/>
                <a:cs typeface="+mn-cs"/>
              </a:rPr>
              <a:t>、耶稣主动寻找失丧的人</a:t>
            </a:r>
          </a:p>
          <a:p>
            <a:r>
              <a:rPr lang="zh-CN" altLang="zh-CN" sz="1200" kern="1200" dirty="0">
                <a:solidFill>
                  <a:schemeClr val="tx1"/>
                </a:solidFill>
                <a:effectLst/>
                <a:latin typeface="+mn-lt"/>
                <a:ea typeface="+mn-ea"/>
                <a:cs typeface="+mn-cs"/>
              </a:rPr>
              <a:t>经文第</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节“耶稣看见他躺着，知道他病了许久”，甚至耶稣可能是专门来到毕士大池子来找寻他，基督是神，他清楚他所有的情况。耶稣主动来到他面前，耶稣主动开口问他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你要痊愈吗？</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简短的问话触及了这个病人的心灵。耶稣的问话是直接切入人心腹，他了解人的需要，躺了三十八年的病人最需要的是痊愈，所以耶稣主动且直接向这个病人发问。而我们这灵性瞎眼瘸腿的人最需要的是主的恩典，但是这恩典不是我们自己愿意去找寻的，除非基督主动找寻我们，否则我们还在那错误的池子旁边苦苦等待蒙怜悯。圣经中所记载的医治有的是病人呼求耶稣的医治，有的是基督主动发出医治。而这个是耶稣主动去毕士大池子旁边医治这个三十八年的瘫子，这个神迹耶稣是主动者，他主动寻找被需要被医治的人，按着他的主权他主动医治需要的人。还有一个跟他比较类似的就是撒玛利亚妇人，她也是耶稣主动找到她来传福音给她。</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你要痊愈吗？”这个也是主问我们所有人的问题，我们在未预见耶稣之前，我们渴望痊愈、渴望被爱、渴望身体得痊愈，但是我们却得不到。我们不能凭我们已有的知识、能力或财力得到医治，我们有的是装满了各样不义</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满心是嫉妒、凶杀、争竞、诡诈，我们希望得到是自己欲望的满足，但是我们却得不到。我们希望用各种各样的欲望填满我们自己的内心，但是却发现我们自己内心是个无底洞，他越来越吞噬着我们自己。我们开始失望，就像那个三十八年的病人在一次一次的失望中我们开始绝望，我们没有了依靠和盼望，我们进入出生入死的境界。唯有耶稣来到我们面前，他简单直接的问题来问我们，“你要痊愈吗？”你要得着医治吗？这个不是我们自己可以找寻的，是神的恩典在创世之初就预定拣选我们成为他蒙爱的儿女，从而进入他圣洁的国度。</a:t>
            </a:r>
          </a:p>
          <a:p>
            <a:r>
              <a:rPr lang="zh-CN" altLang="zh-CN" sz="1200" kern="1200" dirty="0">
                <a:solidFill>
                  <a:schemeClr val="tx1"/>
                </a:solidFill>
                <a:effectLst/>
                <a:latin typeface="+mn-lt"/>
                <a:ea typeface="+mn-ea"/>
                <a:cs typeface="+mn-cs"/>
              </a:rPr>
              <a:t>现在耶稣对我们每个人发出了邀请“你要痊愈吗？”，我们需要再次问我们自己，我们生命是否真正被耶稣所医治，我们是否跟耶稣真正有生命的联结。</a:t>
            </a:r>
          </a:p>
          <a:p>
            <a:r>
              <a:rPr lang="zh-CN" altLang="zh-CN" sz="1200" kern="1200" dirty="0">
                <a:solidFill>
                  <a:schemeClr val="tx1"/>
                </a:solidFill>
                <a:effectLst/>
                <a:latin typeface="+mn-lt"/>
                <a:ea typeface="+mn-ea"/>
                <a:cs typeface="+mn-cs"/>
              </a:rPr>
              <a:t>经文中三十八年病人并没有正面回答耶稣，而是说了一些不相干的话，我们来看耶稣是否真正医治了这个病人？那接下来具体发生了什么？</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4</a:t>
            </a:fld>
            <a:endParaRPr lang="zh-CN" altLang="en-US"/>
          </a:p>
        </p:txBody>
      </p:sp>
    </p:spTree>
    <p:extLst>
      <p:ext uri="{BB962C8B-B14F-4D97-AF65-F5344CB8AC3E}">
        <p14:creationId xmlns:p14="http://schemas.microsoft.com/office/powerpoint/2010/main" val="801665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经文</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节很直接记录说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耶稣看见他躺着，知道他病了许久</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就是三十八年病人现在最真实的现状，他躺着、他病了许久、内心没有了盼望，相反却充满了嫉妒和抱怨等各样的罪。他甚至可能就是在单单等待死亡的来临。一个毫无盼望、毫无喜乐且行动不便的人。他在自己医治的事情上，毫无任何能力。他曾经想依靠别人的帮助被医治，但是失败了，“没有人把我放到”。他也曾经希望依靠自己的能力被医治，但是也失败了，“等我要下去的时候”。随着年龄越来越大，身体也越来越不方便，他能做的只能毫无盼望的等待。经文对他的描述是“躺着”，失去任何主动寻求机会的信心。他也已经知道凭借别人的帮助和自己的主动性已经不可能被医治，所以只能是毫无盼望的“躺着”。</a:t>
            </a:r>
          </a:p>
          <a:p>
            <a:r>
              <a:rPr lang="zh-CN" altLang="zh-CN" sz="1200" kern="1200" dirty="0">
                <a:solidFill>
                  <a:schemeClr val="tx1"/>
                </a:solidFill>
                <a:effectLst/>
                <a:latin typeface="+mn-lt"/>
                <a:ea typeface="+mn-ea"/>
                <a:cs typeface="+mn-cs"/>
              </a:rPr>
              <a:t>同样，我们把注意力回到今天我们的社会和我们自己，即使在未信主之前凭借我们生活常识我们也知道我们身上有各种的罪，我们内心会有嫉妒、骄傲、诡诈等等。我们希望我们能不嫉妒、不自夸。我们也努力去禁戒我们不做害羞的事，但是我们做不到。不说其他的就拿骄傲着一个问题来说，我们希望我们能不骄傲，但是我们知道任何人都能从自己身上找出骄傲的资本。举例说来：有人以自己的财产骄傲，有人以自己姣好面容骄傲，有人以自己好行为骄傲，有人以自己的知识学历骄傲等等，就是一个乞丐你问他也有骄傲的地方。这个就是我们的罪性所在。但是我们却禁戒不住自己的骄傲。这个就是我们在医治上毫无能力。你可能说如果拥有好的修养是不是会不骄傲，不会，即使你外在不表现出来，其实你的内心还是在骄傲。</a:t>
            </a:r>
          </a:p>
          <a:p>
            <a:r>
              <a:rPr lang="zh-CN" altLang="zh-CN" sz="1200" kern="1200" dirty="0">
                <a:solidFill>
                  <a:schemeClr val="tx1"/>
                </a:solidFill>
                <a:effectLst/>
                <a:latin typeface="+mn-lt"/>
                <a:ea typeface="+mn-ea"/>
                <a:cs typeface="+mn-cs"/>
              </a:rPr>
              <a:t>同样，我们在属灵的医治“生命得救”事情上也是如此，自从亚当夏娃犯罪被赶出伊甸园之后，我们人类在罪上就是全然堕落，罪已经污染了我们方方面面，我们在属灵上已经是一个“死人”，我们能有的仅仅是犯罪得罪神，在我们未重生得救之前，我们不能做任何神眼中看为善的事情，我们也不可能主动寻求那位至善至圣的神，我们在得救的事情上是毫无行动的能力，我们愿意自己享受那罪中之乐，我们喜欢犯罪，我们从未思想过要口称耶稣为主，我们认为我们自己就是主，我们骄傲、自满、自以为是等等。这就是我们未认识这位至高神之前我们的状态。那么为什么我们可以转回被医治呢？以致于得救成为神的儿女呢？或者我们回到经文，为什么这个三十八年的瘫子被神所医治呢？</a:t>
            </a:r>
          </a:p>
          <a:p>
            <a:r>
              <a:rPr lang="en-US" altLang="zh-CN" sz="1200" b="1" kern="1200" dirty="0">
                <a:solidFill>
                  <a:schemeClr val="tx1"/>
                </a:solidFill>
                <a:effectLst/>
                <a:latin typeface="+mn-lt"/>
                <a:ea typeface="+mn-ea"/>
                <a:cs typeface="+mn-cs"/>
              </a:rPr>
              <a:t>B</a:t>
            </a:r>
            <a:r>
              <a:rPr lang="zh-CN" altLang="zh-CN" sz="1200" b="1" kern="1200" dirty="0">
                <a:solidFill>
                  <a:schemeClr val="tx1"/>
                </a:solidFill>
                <a:effectLst/>
                <a:latin typeface="+mn-lt"/>
                <a:ea typeface="+mn-ea"/>
                <a:cs typeface="+mn-cs"/>
              </a:rPr>
              <a:t>、耶稣主动寻找失丧的人</a:t>
            </a:r>
          </a:p>
          <a:p>
            <a:r>
              <a:rPr lang="zh-CN" altLang="zh-CN" sz="1200" kern="1200" dirty="0">
                <a:solidFill>
                  <a:schemeClr val="tx1"/>
                </a:solidFill>
                <a:effectLst/>
                <a:latin typeface="+mn-lt"/>
                <a:ea typeface="+mn-ea"/>
                <a:cs typeface="+mn-cs"/>
              </a:rPr>
              <a:t>经文第</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节“耶稣看见他躺着，知道他病了许久”，甚至耶稣可能是专门来到毕士大池子来找寻他，基督是神，他清楚他所有的情况。耶稣主动来到他面前，耶稣主动开口问他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你要痊愈吗？</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简短的问话触及了这个病人的心灵。耶稣的问话是直接切入人心腹，他了解人的需要，躺了三十八年的病人最需要的是痊愈，所以耶稣主动且直接向这个病人发问。而我们这灵性瞎眼瘸腿的人最需要的是主的恩典，但是这恩典不是我们自己愿意去找寻的，除非基督主动找寻我们，否则我们还在那错误的池子旁边苦苦等待蒙怜悯。圣经中所记载的医治有的是病人呼求耶稣的医治，有的是基督主动发出医治。而这个是耶稣主动去毕士大池子旁边医治这个三十八年的瘫子，这个神迹耶稣是主动者，他主动寻找被需要被医治的人，按着他的主权他主动医治需要的人。还有一个跟他比较类似的就是撒玛利亚妇人，她也是耶稣主动找到她来传福音给她。</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你要痊愈吗？”这个也是主问我们所有人的问题，我们在未预见耶稣之前，我们渴望痊愈、渴望被爱、渴望身体得痊愈，但是我们却得不到。我们不能凭我们已有的知识、能力或财力得到医治，我们有的是装满了各样不义</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满心是嫉妒、凶杀、争竞、诡诈，我们希望得到是自己欲望的满足，但是我们却得不到。我们希望用各种各样的欲望填满我们自己的内心，但是却发现我们自己内心是个无底洞，他越来越吞噬着我们自己。我们开始失望，就像那个三十八年的病人在一次一次的失望中我们开始绝望，我们没有了依靠和盼望，我们进入出生入死的境界。唯有耶稣来到我们面前，他简单直接的问题来问我们，“你要痊愈吗？”你要得着医治吗？这个不是我们自己可以找寻的，是神的恩典在创世之初就预定拣选我们成为他蒙爱的儿女，从而进入他圣洁的国度。</a:t>
            </a:r>
          </a:p>
          <a:p>
            <a:r>
              <a:rPr lang="zh-CN" altLang="zh-CN" sz="1200" kern="1200" dirty="0">
                <a:solidFill>
                  <a:schemeClr val="tx1"/>
                </a:solidFill>
                <a:effectLst/>
                <a:latin typeface="+mn-lt"/>
                <a:ea typeface="+mn-ea"/>
                <a:cs typeface="+mn-cs"/>
              </a:rPr>
              <a:t>现在耶稣对我们每个人发出了邀请“你要痊愈吗？”，我们需要再次问我们自己，我们生命是否真正被耶稣所医治，我们是否跟耶稣真正有生命的联结。</a:t>
            </a:r>
          </a:p>
          <a:p>
            <a:r>
              <a:rPr lang="zh-CN" altLang="zh-CN" sz="1200" kern="1200" dirty="0">
                <a:solidFill>
                  <a:schemeClr val="tx1"/>
                </a:solidFill>
                <a:effectLst/>
                <a:latin typeface="+mn-lt"/>
                <a:ea typeface="+mn-ea"/>
                <a:cs typeface="+mn-cs"/>
              </a:rPr>
              <a:t>经文中三十八年病人并没有正面回答耶稣，而是说了一些不相干的话，我们来看耶稣是否真正医治了这个病人？那接下来具体发生了什么？</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5</a:t>
            </a:fld>
            <a:endParaRPr lang="zh-CN" altLang="en-US"/>
          </a:p>
        </p:txBody>
      </p:sp>
    </p:spTree>
    <p:extLst>
      <p:ext uri="{BB962C8B-B14F-4D97-AF65-F5344CB8AC3E}">
        <p14:creationId xmlns:p14="http://schemas.microsoft.com/office/powerpoint/2010/main" val="801665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经文</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节很直接记录说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耶稣看见他躺着，知道他病了许久</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就是三十八年病人现在最真实的现状，他躺着、他病了许久、内心没有了盼望，相反却充满了嫉妒和抱怨等各样的罪。他甚至可能就是在单单等待死亡的来临。一个毫无盼望、毫无喜乐且行动不便的人。他在自己医治的事情上，毫无任何能力。他曾经想依靠别人的帮助被医治，但是失败了，“没有人把我放到”。他也曾经希望依靠自己的能力被医治，但是也失败了，“等我要下去的时候”。随着年龄越来越大，身体也越来越不方便，他能做的只能毫无盼望的等待。经文对他的描述是“躺着”，失去任何主动寻求机会的信心。他也已经知道凭借别人的帮助和自己的主动性已经不可能被医治，所以只能是毫无盼望的“躺着”。</a:t>
            </a:r>
          </a:p>
          <a:p>
            <a:r>
              <a:rPr lang="zh-CN" altLang="zh-CN" sz="1200" kern="1200" dirty="0">
                <a:solidFill>
                  <a:schemeClr val="tx1"/>
                </a:solidFill>
                <a:effectLst/>
                <a:latin typeface="+mn-lt"/>
                <a:ea typeface="+mn-ea"/>
                <a:cs typeface="+mn-cs"/>
              </a:rPr>
              <a:t>同样，我们把注意力回到今天我们的社会和我们自己，即使在未信主之前凭借我们生活常识我们也知道我们身上有各种的罪，我们内心会有嫉妒、骄傲、诡诈等等。我们希望我们能不嫉妒、不自夸。我们也努力去禁戒我们不做害羞的事，但是我们做不到。不说其他的就拿骄傲着一个问题来说，我们希望我们能不骄傲，但是我们知道任何人都能从自己身上找出骄傲的资本。举例说来：有人以自己的财产骄傲，有人以自己姣好面容骄傲，有人以自己好行为骄傲，有人以自己的知识学历骄傲等等，就是一个乞丐你问他也有骄傲的地方。这个就是我们的罪性所在。但是我们却禁戒不住自己的骄傲。这个就是我们在医治上毫无能力。你可能说如果拥有好的修养是不是会不骄傲，不会，即使你外在不表现出来，其实你的内心还是在骄傲。</a:t>
            </a:r>
          </a:p>
          <a:p>
            <a:r>
              <a:rPr lang="zh-CN" altLang="zh-CN" sz="1200" kern="1200" dirty="0">
                <a:solidFill>
                  <a:schemeClr val="tx1"/>
                </a:solidFill>
                <a:effectLst/>
                <a:latin typeface="+mn-lt"/>
                <a:ea typeface="+mn-ea"/>
                <a:cs typeface="+mn-cs"/>
              </a:rPr>
              <a:t>同样，我们在属灵的医治“生命得救”事情上也是如此，自从亚当夏娃犯罪被赶出伊甸园之后，我们人类在罪上就是全然堕落，罪已经污染了我们方方面面，我们在属灵上已经是一个“死人”，我们能有的仅仅是犯罪得罪神，在我们未重生得救之前，我们不能做任何神眼中看为善的事情，我们也不可能主动寻求那位至善至圣的神，我们在得救的事情上是毫无行动的能力，我们愿意自己享受那罪中之乐，我们喜欢犯罪，我们从未思想过要口称耶稣为主，我们认为我们自己就是主，我们骄傲、自满、自以为是等等。这就是我们未认识这位至高神之前我们的状态。那么为什么我们可以转回被医治呢？以致于得救成为神的儿女呢？或者我们回到经文，为什么这个三十八年的瘫子被神所医治呢？</a:t>
            </a:r>
          </a:p>
          <a:p>
            <a:r>
              <a:rPr lang="en-US" altLang="zh-CN" sz="1200" b="1" kern="1200" dirty="0">
                <a:solidFill>
                  <a:schemeClr val="tx1"/>
                </a:solidFill>
                <a:effectLst/>
                <a:latin typeface="+mn-lt"/>
                <a:ea typeface="+mn-ea"/>
                <a:cs typeface="+mn-cs"/>
              </a:rPr>
              <a:t>B</a:t>
            </a:r>
            <a:r>
              <a:rPr lang="zh-CN" altLang="zh-CN" sz="1200" b="1" kern="1200" dirty="0">
                <a:solidFill>
                  <a:schemeClr val="tx1"/>
                </a:solidFill>
                <a:effectLst/>
                <a:latin typeface="+mn-lt"/>
                <a:ea typeface="+mn-ea"/>
                <a:cs typeface="+mn-cs"/>
              </a:rPr>
              <a:t>、耶稣主动寻找失丧的人</a:t>
            </a:r>
          </a:p>
          <a:p>
            <a:r>
              <a:rPr lang="zh-CN" altLang="zh-CN" sz="1200" kern="1200" dirty="0">
                <a:solidFill>
                  <a:schemeClr val="tx1"/>
                </a:solidFill>
                <a:effectLst/>
                <a:latin typeface="+mn-lt"/>
                <a:ea typeface="+mn-ea"/>
                <a:cs typeface="+mn-cs"/>
              </a:rPr>
              <a:t>经文第</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节“耶稣看见他躺着，知道他病了许久”，甚至耶稣可能是专门来到毕士大池子来找寻他，基督是神，他清楚他所有的情况。耶稣主动来到他面前，耶稣主动开口问他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你要痊愈吗？</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简短的问话触及了这个病人的心灵。耶稣的问话是直接切入人心腹，他了解人的需要，躺了三十八年的病人最需要的是痊愈，所以耶稣主动且直接向这个病人发问。而我们这灵性瞎眼瘸腿的人最需要的是主的恩典，但是这恩典不是我们自己愿意去找寻的，除非基督主动找寻我们，否则我们还在那错误的池子旁边苦苦等待蒙怜悯。圣经中所记载的医治有的是病人呼求耶稣的医治，有的是基督主动发出医治。而这个是耶稣主动去毕士大池子旁边医治这个三十八年的瘫子，这个神迹耶稣是主动者，他主动寻找被需要被医治的人，按着他的主权他主动医治需要的人。还有一个跟他比较类似的就是撒玛利亚妇人，她也是耶稣主动找到她来传福音给她。</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你要痊愈吗？”这个也是主问我们所有人的问题，我们在未预见耶稣之前，我们渴望痊愈、渴望被爱、渴望身体得痊愈，但是我们却得不到。我们不能凭我们已有的知识、能力或财力得到医治，我们有的是装满了各样不义</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满心是嫉妒、凶杀、争竞、诡诈，我们希望得到是自己欲望的满足，但是我们却得不到。我们希望用各种各样的欲望填满我们自己的内心，但是却发现我们自己内心是个无底洞，他越来越吞噬着我们自己。我们开始失望，就像那个三十八年的病人在一次一次的失望中我们开始绝望，我们没有了依靠和盼望，我们进入出生入死的境界。唯有耶稣来到我们面前，他简单直接的问题来问我们，“你要痊愈吗？”你要得着医治吗？这个不是我们自己可以找寻的，是神的恩典在创世之初就预定拣选我们成为他蒙爱的儿女，从而进入他圣洁的国度。</a:t>
            </a:r>
          </a:p>
          <a:p>
            <a:r>
              <a:rPr lang="zh-CN" altLang="zh-CN" sz="1200" kern="1200" dirty="0">
                <a:solidFill>
                  <a:schemeClr val="tx1"/>
                </a:solidFill>
                <a:effectLst/>
                <a:latin typeface="+mn-lt"/>
                <a:ea typeface="+mn-ea"/>
                <a:cs typeface="+mn-cs"/>
              </a:rPr>
              <a:t>现在耶稣对我们每个人发出了邀请“你要痊愈吗？”，我们需要再次问我们自己，我们生命是否真正被耶稣所医治，我们是否跟耶稣真正有生命的联结。</a:t>
            </a:r>
          </a:p>
          <a:p>
            <a:r>
              <a:rPr lang="zh-CN" altLang="zh-CN" sz="1200" kern="1200" dirty="0">
                <a:solidFill>
                  <a:schemeClr val="tx1"/>
                </a:solidFill>
                <a:effectLst/>
                <a:latin typeface="+mn-lt"/>
                <a:ea typeface="+mn-ea"/>
                <a:cs typeface="+mn-cs"/>
              </a:rPr>
              <a:t>经文中三十八年病人并没有正面回答耶稣，而是说了一些不相干的话，我们来看耶稣是否真正医治了这个病人？那接下来具体发生了什么？</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6</a:t>
            </a:fld>
            <a:endParaRPr lang="zh-CN" altLang="en-US"/>
          </a:p>
        </p:txBody>
      </p:sp>
    </p:spTree>
    <p:extLst>
      <p:ext uri="{BB962C8B-B14F-4D97-AF65-F5344CB8AC3E}">
        <p14:creationId xmlns:p14="http://schemas.microsoft.com/office/powerpoint/2010/main" val="2738150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15F2983B-D420-4632-8957-D097E0831B1C}"/>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a16="http://schemas.microsoft.com/office/drawing/2014/main" id="{0EC511B7-02F2-47CA-9584-06EE5B5A7AFC}"/>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a16="http://schemas.microsoft.com/office/drawing/2014/main" id="{7C4A4387-CACF-4109-926C-A66A58C99899}"/>
              </a:ext>
            </a:extLst>
          </p:cNvPr>
          <p:cNvSpPr>
            <a:spLocks noGrp="1" noChangeArrowheads="1"/>
          </p:cNvSpPr>
          <p:nvPr>
            <p:ph type="sldNum" sz="quarter" idx="12"/>
          </p:nvPr>
        </p:nvSpPr>
        <p:spPr>
          <a:ln/>
        </p:spPr>
        <p:txBody>
          <a:bodyPr/>
          <a:lstStyle>
            <a:lvl1pPr>
              <a:defRPr/>
            </a:lvl1pPr>
          </a:lstStyle>
          <a:p>
            <a:pPr>
              <a:defRPr/>
            </a:pPr>
            <a:fld id="{78488E35-BAE7-45D4-BD06-7FC34383A799}" type="slidenum">
              <a:rPr lang="es-ES" altLang="zh-CN"/>
              <a:pPr>
                <a:defRPr/>
              </a:pPr>
              <a:t>‹#›</a:t>
            </a:fld>
            <a:endParaRPr lang="es-ES" altLang="zh-CN"/>
          </a:p>
        </p:txBody>
      </p:sp>
    </p:spTree>
    <p:extLst>
      <p:ext uri="{BB962C8B-B14F-4D97-AF65-F5344CB8AC3E}">
        <p14:creationId xmlns:p14="http://schemas.microsoft.com/office/powerpoint/2010/main" val="493673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61938"/>
            <a:ext cx="8229600" cy="1143000"/>
          </a:xfrm>
        </p:spPr>
        <p:txBody>
          <a:bodyPr/>
          <a:lstStyle>
            <a:lvl1pPr>
              <a:defRPr>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solidFill>
                  <a:schemeClr val="bg1"/>
                </a:solidFill>
                <a:latin typeface="微软雅黑" panose="020B0503020204020204" pitchFamily="34" charset="-122"/>
                <a:ea typeface="微软雅黑" panose="020B0503020204020204" pitchFamily="34" charset="-122"/>
              </a:defRPr>
            </a:lvl1pPr>
            <a:lvl2pPr>
              <a:defRPr>
                <a:solidFill>
                  <a:schemeClr val="bg1"/>
                </a:solidFill>
                <a:latin typeface="微软雅黑" panose="020B0503020204020204" pitchFamily="34" charset="-122"/>
                <a:ea typeface="微软雅黑" panose="020B0503020204020204" pitchFamily="34" charset="-122"/>
              </a:defRPr>
            </a:lvl2pPr>
            <a:lvl3pPr>
              <a:defRPr>
                <a:solidFill>
                  <a:schemeClr val="bg1"/>
                </a:solidFill>
                <a:latin typeface="微软雅黑" panose="020B0503020204020204" pitchFamily="34" charset="-122"/>
                <a:ea typeface="微软雅黑" panose="020B0503020204020204" pitchFamily="34" charset="-122"/>
              </a:defRPr>
            </a:lvl3pPr>
            <a:lvl4pPr>
              <a:defRPr>
                <a:solidFill>
                  <a:schemeClr val="bg1"/>
                </a:solidFill>
                <a:latin typeface="微软雅黑" panose="020B0503020204020204" pitchFamily="34" charset="-122"/>
                <a:ea typeface="微软雅黑" panose="020B0503020204020204" pitchFamily="34" charset="-122"/>
              </a:defRPr>
            </a:lvl4pPr>
            <a:lvl5pPr>
              <a:defRPr>
                <a:solidFill>
                  <a:schemeClr val="bg1"/>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a16="http://schemas.microsoft.com/office/drawing/2014/main" id="{3F31DBBB-1397-49C2-BFDB-19E2BBD6CB56}"/>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a16="http://schemas.microsoft.com/office/drawing/2014/main" id="{42535772-B1A0-41CC-A2B4-84BE1ADAB68F}"/>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a16="http://schemas.microsoft.com/office/drawing/2014/main" id="{002CFD53-CF8B-4B2A-9BDD-68139D201822}"/>
              </a:ext>
            </a:extLst>
          </p:cNvPr>
          <p:cNvSpPr>
            <a:spLocks noGrp="1" noChangeArrowheads="1"/>
          </p:cNvSpPr>
          <p:nvPr>
            <p:ph type="sldNum" sz="quarter" idx="12"/>
          </p:nvPr>
        </p:nvSpPr>
        <p:spPr>
          <a:ln/>
        </p:spPr>
        <p:txBody>
          <a:bodyPr/>
          <a:lstStyle>
            <a:lvl1pPr>
              <a:defRPr/>
            </a:lvl1pPr>
          </a:lstStyle>
          <a:p>
            <a:pPr>
              <a:defRPr/>
            </a:pPr>
            <a:fld id="{1CD78F9C-AB71-4B0C-AA10-B844AADCEB42}" type="slidenum">
              <a:rPr lang="es-ES" altLang="zh-CN"/>
              <a:pPr>
                <a:defRPr/>
              </a:pPr>
              <a:t>‹#›</a:t>
            </a:fld>
            <a:endParaRPr lang="es-ES" altLang="zh-CN"/>
          </a:p>
        </p:txBody>
      </p:sp>
    </p:spTree>
    <p:extLst>
      <p:ext uri="{BB962C8B-B14F-4D97-AF65-F5344CB8AC3E}">
        <p14:creationId xmlns:p14="http://schemas.microsoft.com/office/powerpoint/2010/main" val="3241204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atin typeface="+mn-ea"/>
                <a:ea typeface="+mn-ea"/>
              </a:defRPr>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dirty="0"/>
              <a:t>单击此处编辑母版文本样式</a:t>
            </a:r>
          </a:p>
        </p:txBody>
      </p:sp>
      <p:sp>
        <p:nvSpPr>
          <p:cNvPr id="4" name="Rectangle 4">
            <a:extLst>
              <a:ext uri="{FF2B5EF4-FFF2-40B4-BE49-F238E27FC236}">
                <a16:creationId xmlns:a16="http://schemas.microsoft.com/office/drawing/2014/main" id="{9F41CD45-CF44-4D8E-806C-21CD179D99C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a16="http://schemas.microsoft.com/office/drawing/2014/main" id="{9F9C0A1B-A467-49D9-A8A3-6A6F9CAC3C2E}"/>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a16="http://schemas.microsoft.com/office/drawing/2014/main" id="{21B35E12-403C-46AC-9BC2-64EF81D7AE5B}"/>
              </a:ext>
            </a:extLst>
          </p:cNvPr>
          <p:cNvSpPr>
            <a:spLocks noGrp="1" noChangeArrowheads="1"/>
          </p:cNvSpPr>
          <p:nvPr>
            <p:ph type="sldNum" sz="quarter" idx="12"/>
          </p:nvPr>
        </p:nvSpPr>
        <p:spPr>
          <a:ln/>
        </p:spPr>
        <p:txBody>
          <a:bodyPr/>
          <a:lstStyle>
            <a:lvl1pPr>
              <a:defRPr/>
            </a:lvl1pPr>
          </a:lstStyle>
          <a:p>
            <a:pPr>
              <a:defRPr/>
            </a:pPr>
            <a:fld id="{052D12B0-91D6-4193-92AD-67CB04DF2432}" type="slidenum">
              <a:rPr lang="es-ES" altLang="zh-CN"/>
              <a:pPr>
                <a:defRPr/>
              </a:pPr>
              <a:t>‹#›</a:t>
            </a:fld>
            <a:endParaRPr lang="es-ES" altLang="zh-CN"/>
          </a:p>
        </p:txBody>
      </p:sp>
    </p:spTree>
    <p:extLst>
      <p:ext uri="{BB962C8B-B14F-4D97-AF65-F5344CB8AC3E}">
        <p14:creationId xmlns:p14="http://schemas.microsoft.com/office/powerpoint/2010/main" val="3107802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8A51105F-87CB-4064-877E-5230DED796B4}"/>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6" name="Rectangle 5">
            <a:extLst>
              <a:ext uri="{FF2B5EF4-FFF2-40B4-BE49-F238E27FC236}">
                <a16:creationId xmlns:a16="http://schemas.microsoft.com/office/drawing/2014/main" id="{F3DD6787-9F21-4353-BAE7-560A8D1D366E}"/>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7" name="Rectangle 6">
            <a:extLst>
              <a:ext uri="{FF2B5EF4-FFF2-40B4-BE49-F238E27FC236}">
                <a16:creationId xmlns:a16="http://schemas.microsoft.com/office/drawing/2014/main" id="{427353BA-8F27-4D6C-AD50-B6EB475ED99F}"/>
              </a:ext>
            </a:extLst>
          </p:cNvPr>
          <p:cNvSpPr>
            <a:spLocks noGrp="1" noChangeArrowheads="1"/>
          </p:cNvSpPr>
          <p:nvPr>
            <p:ph type="sldNum" sz="quarter" idx="12"/>
          </p:nvPr>
        </p:nvSpPr>
        <p:spPr>
          <a:ln/>
        </p:spPr>
        <p:txBody>
          <a:bodyPr/>
          <a:lstStyle>
            <a:lvl1pPr>
              <a:defRPr/>
            </a:lvl1pPr>
          </a:lstStyle>
          <a:p>
            <a:pPr>
              <a:defRPr/>
            </a:pPr>
            <a:fld id="{F7CA7591-EAEA-426F-A6CF-9BF515447587}" type="slidenum">
              <a:rPr lang="es-ES" altLang="zh-CN"/>
              <a:pPr>
                <a:defRPr/>
              </a:pPr>
              <a:t>‹#›</a:t>
            </a:fld>
            <a:endParaRPr lang="es-ES" altLang="zh-CN"/>
          </a:p>
        </p:txBody>
      </p:sp>
    </p:spTree>
    <p:extLst>
      <p:ext uri="{BB962C8B-B14F-4D97-AF65-F5344CB8AC3E}">
        <p14:creationId xmlns:p14="http://schemas.microsoft.com/office/powerpoint/2010/main" val="1097497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154C4882-4030-4551-AF2A-604B13C147E6}"/>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8" name="Rectangle 5">
            <a:extLst>
              <a:ext uri="{FF2B5EF4-FFF2-40B4-BE49-F238E27FC236}">
                <a16:creationId xmlns:a16="http://schemas.microsoft.com/office/drawing/2014/main" id="{005574A5-382E-4CDB-BF34-04C7C8D1D24A}"/>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9" name="Rectangle 6">
            <a:extLst>
              <a:ext uri="{FF2B5EF4-FFF2-40B4-BE49-F238E27FC236}">
                <a16:creationId xmlns:a16="http://schemas.microsoft.com/office/drawing/2014/main" id="{0B5DCB6A-E20F-482F-98C2-BEF1CF7CC890}"/>
              </a:ext>
            </a:extLst>
          </p:cNvPr>
          <p:cNvSpPr>
            <a:spLocks noGrp="1" noChangeArrowheads="1"/>
          </p:cNvSpPr>
          <p:nvPr>
            <p:ph type="sldNum" sz="quarter" idx="12"/>
          </p:nvPr>
        </p:nvSpPr>
        <p:spPr>
          <a:ln/>
        </p:spPr>
        <p:txBody>
          <a:bodyPr/>
          <a:lstStyle>
            <a:lvl1pPr>
              <a:defRPr/>
            </a:lvl1pPr>
          </a:lstStyle>
          <a:p>
            <a:pPr>
              <a:defRPr/>
            </a:pPr>
            <a:fld id="{9D3EA9D3-1937-4284-A088-A09838326C94}" type="slidenum">
              <a:rPr lang="es-ES" altLang="zh-CN"/>
              <a:pPr>
                <a:defRPr/>
              </a:pPr>
              <a:t>‹#›</a:t>
            </a:fld>
            <a:endParaRPr lang="es-ES" altLang="zh-CN"/>
          </a:p>
        </p:txBody>
      </p:sp>
    </p:spTree>
    <p:extLst>
      <p:ext uri="{BB962C8B-B14F-4D97-AF65-F5344CB8AC3E}">
        <p14:creationId xmlns:p14="http://schemas.microsoft.com/office/powerpoint/2010/main" val="2945339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B16D69BB-90D9-4D6E-9AD4-811AB804D37E}"/>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4" name="Rectangle 5">
            <a:extLst>
              <a:ext uri="{FF2B5EF4-FFF2-40B4-BE49-F238E27FC236}">
                <a16:creationId xmlns:a16="http://schemas.microsoft.com/office/drawing/2014/main" id="{1B29C593-DD8D-4D80-8DEA-E1AC9CE86416}"/>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5" name="Rectangle 6">
            <a:extLst>
              <a:ext uri="{FF2B5EF4-FFF2-40B4-BE49-F238E27FC236}">
                <a16:creationId xmlns:a16="http://schemas.microsoft.com/office/drawing/2014/main" id="{B24C40ED-72EF-41C5-9CE4-35B94B8CEBE1}"/>
              </a:ext>
            </a:extLst>
          </p:cNvPr>
          <p:cNvSpPr>
            <a:spLocks noGrp="1" noChangeArrowheads="1"/>
          </p:cNvSpPr>
          <p:nvPr>
            <p:ph type="sldNum" sz="quarter" idx="12"/>
          </p:nvPr>
        </p:nvSpPr>
        <p:spPr>
          <a:ln/>
        </p:spPr>
        <p:txBody>
          <a:bodyPr/>
          <a:lstStyle>
            <a:lvl1pPr>
              <a:defRPr/>
            </a:lvl1pPr>
          </a:lstStyle>
          <a:p>
            <a:pPr>
              <a:defRPr/>
            </a:pPr>
            <a:fld id="{CB24F1E1-55F5-4A59-AEE6-5BEEFA3D3611}" type="slidenum">
              <a:rPr lang="es-ES" altLang="zh-CN"/>
              <a:pPr>
                <a:defRPr/>
              </a:pPr>
              <a:t>‹#›</a:t>
            </a:fld>
            <a:endParaRPr lang="es-ES" altLang="zh-CN"/>
          </a:p>
        </p:txBody>
      </p:sp>
    </p:spTree>
    <p:extLst>
      <p:ext uri="{BB962C8B-B14F-4D97-AF65-F5344CB8AC3E}">
        <p14:creationId xmlns:p14="http://schemas.microsoft.com/office/powerpoint/2010/main" val="1405885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B529430-00AB-4612-B492-F6FDB811182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3" name="Rectangle 5">
            <a:extLst>
              <a:ext uri="{FF2B5EF4-FFF2-40B4-BE49-F238E27FC236}">
                <a16:creationId xmlns:a16="http://schemas.microsoft.com/office/drawing/2014/main" id="{EAF8F7E6-1245-4F85-8FB1-7C120AE4508B}"/>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4" name="Rectangle 6">
            <a:extLst>
              <a:ext uri="{FF2B5EF4-FFF2-40B4-BE49-F238E27FC236}">
                <a16:creationId xmlns:a16="http://schemas.microsoft.com/office/drawing/2014/main" id="{62E633C2-7DB4-432C-B810-1C33BDFBC069}"/>
              </a:ext>
            </a:extLst>
          </p:cNvPr>
          <p:cNvSpPr>
            <a:spLocks noGrp="1" noChangeArrowheads="1"/>
          </p:cNvSpPr>
          <p:nvPr>
            <p:ph type="sldNum" sz="quarter" idx="12"/>
          </p:nvPr>
        </p:nvSpPr>
        <p:spPr>
          <a:ln/>
        </p:spPr>
        <p:txBody>
          <a:bodyPr/>
          <a:lstStyle>
            <a:lvl1pPr>
              <a:defRPr/>
            </a:lvl1pPr>
          </a:lstStyle>
          <a:p>
            <a:pPr>
              <a:defRPr/>
            </a:pPr>
            <a:fld id="{B0E49A2C-9CD2-4C7A-A1D2-3CBD16CC691A}" type="slidenum">
              <a:rPr lang="es-ES" altLang="zh-CN"/>
              <a:pPr>
                <a:defRPr/>
              </a:pPr>
              <a:t>‹#›</a:t>
            </a:fld>
            <a:endParaRPr lang="es-ES" altLang="zh-CN"/>
          </a:p>
        </p:txBody>
      </p:sp>
    </p:spTree>
    <p:extLst>
      <p:ext uri="{BB962C8B-B14F-4D97-AF65-F5344CB8AC3E}">
        <p14:creationId xmlns:p14="http://schemas.microsoft.com/office/powerpoint/2010/main" val="2788038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1CE38FA-AC78-43F9-874C-7F9362FA348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6" name="Rectangle 5">
            <a:extLst>
              <a:ext uri="{FF2B5EF4-FFF2-40B4-BE49-F238E27FC236}">
                <a16:creationId xmlns:a16="http://schemas.microsoft.com/office/drawing/2014/main" id="{83E51434-F35A-47E4-9D77-3DEFC4B1AB68}"/>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7" name="Rectangle 6">
            <a:extLst>
              <a:ext uri="{FF2B5EF4-FFF2-40B4-BE49-F238E27FC236}">
                <a16:creationId xmlns:a16="http://schemas.microsoft.com/office/drawing/2014/main" id="{11ED52B8-170D-446B-A0CA-86B3BF84B474}"/>
              </a:ext>
            </a:extLst>
          </p:cNvPr>
          <p:cNvSpPr>
            <a:spLocks noGrp="1" noChangeArrowheads="1"/>
          </p:cNvSpPr>
          <p:nvPr>
            <p:ph type="sldNum" sz="quarter" idx="12"/>
          </p:nvPr>
        </p:nvSpPr>
        <p:spPr>
          <a:ln/>
        </p:spPr>
        <p:txBody>
          <a:bodyPr/>
          <a:lstStyle>
            <a:lvl1pPr>
              <a:defRPr/>
            </a:lvl1pPr>
          </a:lstStyle>
          <a:p>
            <a:pPr>
              <a:defRPr/>
            </a:pPr>
            <a:fld id="{8B17A878-4AB6-4221-93ED-128AB758D1C2}" type="slidenum">
              <a:rPr lang="es-ES" altLang="zh-CN"/>
              <a:pPr>
                <a:defRPr/>
              </a:pPr>
              <a:t>‹#›</a:t>
            </a:fld>
            <a:endParaRPr lang="es-ES" altLang="zh-CN"/>
          </a:p>
        </p:txBody>
      </p:sp>
    </p:spTree>
    <p:extLst>
      <p:ext uri="{BB962C8B-B14F-4D97-AF65-F5344CB8AC3E}">
        <p14:creationId xmlns:p14="http://schemas.microsoft.com/office/powerpoint/2010/main" val="1404719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1A3E51F-5DA1-4810-B799-081B9080CF32}"/>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6" name="Rectangle 5">
            <a:extLst>
              <a:ext uri="{FF2B5EF4-FFF2-40B4-BE49-F238E27FC236}">
                <a16:creationId xmlns:a16="http://schemas.microsoft.com/office/drawing/2014/main" id="{811843C6-6CB6-47B7-BC82-8DCE9897628C}"/>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7" name="Rectangle 6">
            <a:extLst>
              <a:ext uri="{FF2B5EF4-FFF2-40B4-BE49-F238E27FC236}">
                <a16:creationId xmlns:a16="http://schemas.microsoft.com/office/drawing/2014/main" id="{093C44D6-AA9E-4140-A152-867869D32815}"/>
              </a:ext>
            </a:extLst>
          </p:cNvPr>
          <p:cNvSpPr>
            <a:spLocks noGrp="1" noChangeArrowheads="1"/>
          </p:cNvSpPr>
          <p:nvPr>
            <p:ph type="sldNum" sz="quarter" idx="12"/>
          </p:nvPr>
        </p:nvSpPr>
        <p:spPr>
          <a:ln/>
        </p:spPr>
        <p:txBody>
          <a:bodyPr/>
          <a:lstStyle>
            <a:lvl1pPr>
              <a:defRPr/>
            </a:lvl1pPr>
          </a:lstStyle>
          <a:p>
            <a:pPr>
              <a:defRPr/>
            </a:pPr>
            <a:fld id="{5FCB7166-2AE7-430A-B399-B7645AF39F4E}" type="slidenum">
              <a:rPr lang="es-ES" altLang="zh-CN"/>
              <a:pPr>
                <a:defRPr/>
              </a:pPr>
              <a:t>‹#›</a:t>
            </a:fld>
            <a:endParaRPr lang="es-ES" altLang="zh-CN"/>
          </a:p>
        </p:txBody>
      </p:sp>
    </p:spTree>
    <p:extLst>
      <p:ext uri="{BB962C8B-B14F-4D97-AF65-F5344CB8AC3E}">
        <p14:creationId xmlns:p14="http://schemas.microsoft.com/office/powerpoint/2010/main" val="1315070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EA74BCC-44DF-4398-A140-708FD8DD41E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a16="http://schemas.microsoft.com/office/drawing/2014/main" id="{E750864B-CBA7-47D3-9545-AC9AF7C7AD28}"/>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a16="http://schemas.microsoft.com/office/drawing/2014/main" id="{EE7E91F5-09AC-4851-98A0-DD2A5F51539F}"/>
              </a:ext>
            </a:extLst>
          </p:cNvPr>
          <p:cNvSpPr>
            <a:spLocks noGrp="1" noChangeArrowheads="1"/>
          </p:cNvSpPr>
          <p:nvPr>
            <p:ph type="sldNum" sz="quarter" idx="12"/>
          </p:nvPr>
        </p:nvSpPr>
        <p:spPr>
          <a:ln/>
        </p:spPr>
        <p:txBody>
          <a:bodyPr/>
          <a:lstStyle>
            <a:lvl1pPr>
              <a:defRPr/>
            </a:lvl1pPr>
          </a:lstStyle>
          <a:p>
            <a:pPr>
              <a:defRPr/>
            </a:pPr>
            <a:fld id="{6BA5C569-D32D-4EC6-BB87-AB8D60CE8C7A}" type="slidenum">
              <a:rPr lang="es-ES" altLang="zh-CN"/>
              <a:pPr>
                <a:defRPr/>
              </a:pPr>
              <a:t>‹#›</a:t>
            </a:fld>
            <a:endParaRPr lang="es-ES" altLang="zh-CN"/>
          </a:p>
        </p:txBody>
      </p:sp>
    </p:spTree>
    <p:extLst>
      <p:ext uri="{BB962C8B-B14F-4D97-AF65-F5344CB8AC3E}">
        <p14:creationId xmlns:p14="http://schemas.microsoft.com/office/powerpoint/2010/main" val="1859817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980A6AD-9844-47EC-B114-E7C47A9539CA}"/>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a16="http://schemas.microsoft.com/office/drawing/2014/main" id="{AA454E40-DAC4-490A-96CF-1F552658F5B9}"/>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a16="http://schemas.microsoft.com/office/drawing/2014/main" id="{699E1111-0B21-4BC4-A4B1-0CBB65C101B7}"/>
              </a:ext>
            </a:extLst>
          </p:cNvPr>
          <p:cNvSpPr>
            <a:spLocks noGrp="1" noChangeArrowheads="1"/>
          </p:cNvSpPr>
          <p:nvPr>
            <p:ph type="sldNum" sz="quarter" idx="12"/>
          </p:nvPr>
        </p:nvSpPr>
        <p:spPr>
          <a:ln/>
        </p:spPr>
        <p:txBody>
          <a:bodyPr/>
          <a:lstStyle>
            <a:lvl1pPr>
              <a:defRPr/>
            </a:lvl1pPr>
          </a:lstStyle>
          <a:p>
            <a:pPr>
              <a:defRPr/>
            </a:pPr>
            <a:fld id="{A0D8CAEE-F9F5-4642-8844-7AE539B10E19}" type="slidenum">
              <a:rPr lang="es-ES" altLang="zh-CN"/>
              <a:pPr>
                <a:defRPr/>
              </a:pPr>
              <a:t>‹#›</a:t>
            </a:fld>
            <a:endParaRPr lang="es-ES" altLang="zh-CN"/>
          </a:p>
        </p:txBody>
      </p:sp>
    </p:spTree>
    <p:extLst>
      <p:ext uri="{BB962C8B-B14F-4D97-AF65-F5344CB8AC3E}">
        <p14:creationId xmlns:p14="http://schemas.microsoft.com/office/powerpoint/2010/main" val="84304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E9A0C65-DA14-42DE-8CF5-2E34EF89E738}"/>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s-ES" altLang="zh-CN"/>
              <a:t>Haga clic para cambiar el estilo de título	</a:t>
            </a:r>
          </a:p>
        </p:txBody>
      </p:sp>
      <p:sp>
        <p:nvSpPr>
          <p:cNvPr id="1027" name="Rectangle 3">
            <a:extLst>
              <a:ext uri="{FF2B5EF4-FFF2-40B4-BE49-F238E27FC236}">
                <a16:creationId xmlns:a16="http://schemas.microsoft.com/office/drawing/2014/main" id="{D1348984-D2BD-4612-AFFE-42EA36E403CB}"/>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altLang="zh-CN"/>
              <a:t>Haga clic para modificar el estilo de texto del patrón</a:t>
            </a:r>
          </a:p>
          <a:p>
            <a:pPr lvl="1"/>
            <a:r>
              <a:rPr lang="es-ES" altLang="zh-CN"/>
              <a:t>Segundo nivel</a:t>
            </a:r>
          </a:p>
          <a:p>
            <a:pPr lvl="2"/>
            <a:r>
              <a:rPr lang="es-ES" altLang="zh-CN"/>
              <a:t>Tercer nivel</a:t>
            </a:r>
          </a:p>
          <a:p>
            <a:pPr lvl="3"/>
            <a:r>
              <a:rPr lang="es-ES" altLang="zh-CN"/>
              <a:t>Cuarto nivel</a:t>
            </a:r>
          </a:p>
          <a:p>
            <a:pPr lvl="4"/>
            <a:r>
              <a:rPr lang="es-ES" altLang="zh-CN"/>
              <a:t>Quinto nivel</a:t>
            </a:r>
          </a:p>
        </p:txBody>
      </p:sp>
      <p:sp>
        <p:nvSpPr>
          <p:cNvPr id="1028" name="Rectangle 4">
            <a:extLst>
              <a:ext uri="{FF2B5EF4-FFF2-40B4-BE49-F238E27FC236}">
                <a16:creationId xmlns:a16="http://schemas.microsoft.com/office/drawing/2014/main" id="{F38C8325-8802-455C-BE1C-9A517A76FE95}"/>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ea typeface="宋体" panose="02010600030101010101" pitchFamily="2" charset="-122"/>
              </a:defRPr>
            </a:lvl1pPr>
          </a:lstStyle>
          <a:p>
            <a:pPr>
              <a:defRPr/>
            </a:pPr>
            <a:endParaRPr lang="es-ES" altLang="zh-CN"/>
          </a:p>
        </p:txBody>
      </p:sp>
      <p:sp>
        <p:nvSpPr>
          <p:cNvPr id="1029" name="Rectangle 5">
            <a:extLst>
              <a:ext uri="{FF2B5EF4-FFF2-40B4-BE49-F238E27FC236}">
                <a16:creationId xmlns:a16="http://schemas.microsoft.com/office/drawing/2014/main" id="{43BF34CE-0BAD-4827-90D2-59CE8EB7F881}"/>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ea typeface="宋体" panose="02010600030101010101" pitchFamily="2" charset="-122"/>
              </a:defRPr>
            </a:lvl1pPr>
          </a:lstStyle>
          <a:p>
            <a:pPr>
              <a:defRPr/>
            </a:pPr>
            <a:endParaRPr lang="es-ES" altLang="zh-CN"/>
          </a:p>
        </p:txBody>
      </p:sp>
      <p:sp>
        <p:nvSpPr>
          <p:cNvPr id="1030" name="Rectangle 6">
            <a:extLst>
              <a:ext uri="{FF2B5EF4-FFF2-40B4-BE49-F238E27FC236}">
                <a16:creationId xmlns:a16="http://schemas.microsoft.com/office/drawing/2014/main" id="{222AFF9A-3FF3-4879-AD35-1F594C0F438C}"/>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ea typeface="宋体" panose="02010600030101010101" pitchFamily="2" charset="-122"/>
              </a:defRPr>
            </a:lvl1pPr>
          </a:lstStyle>
          <a:p>
            <a:pPr>
              <a:defRPr/>
            </a:pPr>
            <a:fld id="{2C15FD87-5F71-4162-BE04-E7686FCB5F56}" type="slidenum">
              <a:rPr lang="es-ES" altLang="zh-CN"/>
              <a:pPr>
                <a:defRPr/>
              </a:pPr>
              <a:t>‹#›</a:t>
            </a:fld>
            <a:endParaRPr lang="es-E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7170" name="Rectangle 10">
            <a:extLst>
              <a:ext uri="{FF2B5EF4-FFF2-40B4-BE49-F238E27FC236}">
                <a16:creationId xmlns:a16="http://schemas.microsoft.com/office/drawing/2014/main" id="{C38FCE21-CC3E-4C81-B95A-118DE7524B3B}"/>
              </a:ext>
            </a:extLst>
          </p:cNvPr>
          <p:cNvSpPr>
            <a:spLocks noGrp="1" noChangeArrowheads="1"/>
          </p:cNvSpPr>
          <p:nvPr>
            <p:ph type="subTitle" idx="1"/>
          </p:nvPr>
        </p:nvSpPr>
        <p:spPr>
          <a:xfrm>
            <a:off x="2474720" y="3140968"/>
            <a:ext cx="4194560" cy="1752600"/>
          </a:xfrm>
        </p:spPr>
        <p:txBody>
          <a:bodyPr anchor="ctr"/>
          <a:lstStyle/>
          <a:p>
            <a:pPr eaLnBrk="1" hangingPunct="1"/>
            <a:r>
              <a:rPr lang="zh-CN" altLang="en-US" sz="3200" dirty="0">
                <a:solidFill>
                  <a:srgbClr val="FF0000"/>
                </a:solidFill>
                <a:latin typeface="微软雅黑" panose="020B0503020204020204" pitchFamily="34" charset="-122"/>
                <a:ea typeface="微软雅黑" panose="020B0503020204020204" pitchFamily="34" charset="-122"/>
              </a:rPr>
              <a:t>圣洁的国民</a:t>
            </a:r>
            <a:endParaRPr lang="en-US" altLang="zh-CN" sz="3200" dirty="0">
              <a:solidFill>
                <a:srgbClr val="FF0000"/>
              </a:solidFill>
              <a:latin typeface="微软雅黑" panose="020B0503020204020204" pitchFamily="34" charset="-122"/>
              <a:ea typeface="微软雅黑" panose="020B0503020204020204" pitchFamily="34" charset="-122"/>
            </a:endParaRPr>
          </a:p>
          <a:p>
            <a:pPr eaLnBrk="1" hangingPunct="1"/>
            <a:endParaRPr lang="en-US" altLang="zh-CN" sz="2000" dirty="0">
              <a:solidFill>
                <a:srgbClr val="FF0000"/>
              </a:solidFill>
              <a:latin typeface="微软雅黑" panose="020B0503020204020204" pitchFamily="34" charset="-122"/>
              <a:ea typeface="微软雅黑" panose="020B0503020204020204" pitchFamily="34" charset="-122"/>
            </a:endParaRPr>
          </a:p>
          <a:p>
            <a:pPr eaLnBrk="1" hangingPunct="1"/>
            <a:r>
              <a:rPr lang="zh-CN" altLang="en-US" dirty="0">
                <a:latin typeface="微软雅黑" panose="020B0503020204020204" pitchFamily="34" charset="-122"/>
                <a:ea typeface="微软雅黑" panose="020B0503020204020204" pitchFamily="34" charset="-122"/>
              </a:rPr>
              <a:t>帖撒罗尼迦后书</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章</a:t>
            </a:r>
            <a:r>
              <a:rPr lang="en-US" altLang="zh-CN" dirty="0">
                <a:latin typeface="微软雅黑" panose="020B0503020204020204" pitchFamily="34" charset="-122"/>
                <a:ea typeface="微软雅黑" panose="020B0503020204020204" pitchFamily="34" charset="-122"/>
              </a:rPr>
              <a:t>13</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14</a:t>
            </a:r>
            <a:r>
              <a:rPr lang="zh-CN" altLang="en-US" dirty="0">
                <a:latin typeface="微软雅黑" panose="020B0503020204020204" pitchFamily="34" charset="-122"/>
                <a:ea typeface="微软雅黑" panose="020B0503020204020204" pitchFamily="34" charset="-122"/>
              </a:rPr>
              <a:t>节</a:t>
            </a:r>
            <a:endParaRPr lang="en-US" altLang="zh-CN" dirty="0">
              <a:latin typeface="微软雅黑" panose="020B0503020204020204" pitchFamily="34" charset="-122"/>
              <a:ea typeface="微软雅黑" panose="020B0503020204020204" pitchFamily="34" charset="-122"/>
            </a:endParaRPr>
          </a:p>
          <a:p>
            <a:pPr eaLnBrk="1" hangingPunct="1"/>
            <a:fld id="{618F78D9-BF3A-4923-A8C2-761151026BE5}" type="datetime2">
              <a:rPr lang="zh-CN" altLang="zh-CN" sz="1800" smtClean="0">
                <a:latin typeface="微软雅黑" panose="020B0503020204020204" pitchFamily="34" charset="-122"/>
                <a:ea typeface="微软雅黑" panose="020B0503020204020204" pitchFamily="34" charset="-122"/>
              </a:rPr>
              <a:t>2020年7月12日</a:t>
            </a:fld>
            <a:endParaRPr lang="en-US" altLang="zh-CN" sz="1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algn="l"/>
            <a:r>
              <a:rPr lang="zh-CN" altLang="en-US" dirty="0"/>
              <a:t>经文：</a:t>
            </a:r>
            <a:r>
              <a:rPr lang="zh-CN" altLang="en-US" sz="1800" dirty="0"/>
              <a:t>帖撒罗尼迦后书</a:t>
            </a:r>
            <a:r>
              <a:rPr lang="en-US" altLang="zh-CN" sz="1800" dirty="0"/>
              <a:t>2</a:t>
            </a:r>
            <a:r>
              <a:rPr lang="zh-CN" altLang="en-US" sz="1800" dirty="0"/>
              <a:t>章</a:t>
            </a:r>
            <a:r>
              <a:rPr lang="en-US" altLang="zh-CN" sz="1800" dirty="0"/>
              <a:t>13</a:t>
            </a:r>
            <a:r>
              <a:rPr lang="zh-CN" altLang="en-US" sz="1800" dirty="0"/>
              <a:t>、</a:t>
            </a:r>
            <a:r>
              <a:rPr lang="en-US" altLang="zh-CN" sz="1800" dirty="0"/>
              <a:t>14</a:t>
            </a:r>
            <a:r>
              <a:rPr lang="zh-CN" altLang="en-US" sz="1800" dirty="0"/>
              <a:t>节</a:t>
            </a:r>
          </a:p>
        </p:txBody>
      </p:sp>
      <p:sp>
        <p:nvSpPr>
          <p:cNvPr id="5123" name="Rectangle 3">
            <a:extLst>
              <a:ext uri="{FF2B5EF4-FFF2-40B4-BE49-F238E27FC236}">
                <a16:creationId xmlns:a16="http://schemas.microsoft.com/office/drawing/2014/main" id="{823B1026-6B98-4FD8-8DA8-D78FA979416E}"/>
              </a:ext>
            </a:extLst>
          </p:cNvPr>
          <p:cNvSpPr>
            <a:spLocks noGrp="1" noChangeArrowheads="1"/>
          </p:cNvSpPr>
          <p:nvPr>
            <p:ph idx="1"/>
          </p:nvPr>
        </p:nvSpPr>
        <p:spPr>
          <a:xfrm>
            <a:off x="107504" y="1600200"/>
            <a:ext cx="9036496" cy="5257800"/>
          </a:xfrm>
        </p:spPr>
        <p:txBody>
          <a:bodyPr/>
          <a:lstStyle/>
          <a:p>
            <a:pPr marL="0" indent="0">
              <a:buNone/>
            </a:pPr>
            <a:r>
              <a:rPr lang="en-US" altLang="zh-CN" sz="2800" dirty="0"/>
              <a:t>13 </a:t>
            </a:r>
            <a:r>
              <a:rPr lang="zh-CN" altLang="en-US" sz="2800" dirty="0"/>
              <a:t>主所爱的弟兄们哪，我们本该常为你们感谢　神，</a:t>
            </a:r>
            <a:endParaRPr lang="en-US" altLang="zh-CN" sz="2800" dirty="0"/>
          </a:p>
          <a:p>
            <a:pPr marL="0" indent="0">
              <a:buNone/>
            </a:pPr>
            <a:r>
              <a:rPr lang="en-US" altLang="zh-CN" sz="2800" dirty="0"/>
              <a:t>     </a:t>
            </a:r>
            <a:r>
              <a:rPr lang="zh-CN" altLang="en-US" sz="2800" dirty="0"/>
              <a:t>因为他从起初拣选了你们，</a:t>
            </a:r>
            <a:endParaRPr lang="en-US" altLang="zh-CN" sz="2800" dirty="0"/>
          </a:p>
          <a:p>
            <a:pPr marL="0" indent="0">
              <a:buNone/>
            </a:pPr>
            <a:r>
              <a:rPr lang="en-US" altLang="zh-CN" sz="2800" dirty="0"/>
              <a:t>     </a:t>
            </a:r>
            <a:r>
              <a:rPr lang="zh-CN" altLang="en-US" sz="2800" dirty="0"/>
              <a:t>叫你们</a:t>
            </a:r>
            <a:r>
              <a:rPr lang="zh-CN" altLang="en-US" sz="2800" dirty="0">
                <a:solidFill>
                  <a:srgbClr val="FF0000"/>
                </a:solidFill>
              </a:rPr>
              <a:t>因信真道，又被圣灵感动</a:t>
            </a:r>
            <a:r>
              <a:rPr lang="zh-CN" altLang="en-US" sz="2800" dirty="0"/>
              <a:t>，</a:t>
            </a:r>
            <a:endParaRPr lang="en-US" altLang="zh-CN" sz="2800" dirty="0"/>
          </a:p>
          <a:p>
            <a:pPr marL="0" indent="0">
              <a:buNone/>
            </a:pPr>
            <a:r>
              <a:rPr lang="en-US" altLang="zh-CN" sz="2800" dirty="0"/>
              <a:t>     </a:t>
            </a:r>
            <a:r>
              <a:rPr lang="zh-CN" altLang="en-US" sz="2800" dirty="0"/>
              <a:t>成为</a:t>
            </a:r>
            <a:r>
              <a:rPr lang="zh-CN" altLang="en-US" sz="2800" dirty="0">
                <a:highlight>
                  <a:srgbClr val="FF0000"/>
                </a:highlight>
              </a:rPr>
              <a:t>圣洁</a:t>
            </a:r>
            <a:r>
              <a:rPr lang="zh-CN" altLang="en-US" sz="2800" dirty="0"/>
              <a:t>，能以</a:t>
            </a:r>
            <a:r>
              <a:rPr lang="zh-CN" altLang="en-US" sz="2800" dirty="0">
                <a:solidFill>
                  <a:srgbClr val="FF0000"/>
                </a:solidFill>
              </a:rPr>
              <a:t>得救</a:t>
            </a:r>
            <a:r>
              <a:rPr lang="zh-CN" altLang="en-US" sz="2800" dirty="0"/>
              <a:t>。</a:t>
            </a:r>
            <a:endParaRPr lang="en-US" altLang="zh-CN" sz="2800" dirty="0"/>
          </a:p>
          <a:p>
            <a:pPr marL="0" indent="0">
              <a:buNone/>
            </a:pPr>
            <a:r>
              <a:rPr lang="en-US" altLang="zh-CN" sz="2800" dirty="0"/>
              <a:t>14</a:t>
            </a:r>
            <a:r>
              <a:rPr lang="zh-CN" altLang="en-US" sz="2800" dirty="0"/>
              <a:t>　神藉我们所传的福音</a:t>
            </a:r>
            <a:r>
              <a:rPr lang="zh-CN" altLang="en-US" sz="2800" dirty="0">
                <a:solidFill>
                  <a:srgbClr val="FFC000"/>
                </a:solidFill>
              </a:rPr>
              <a:t>召</a:t>
            </a:r>
            <a:r>
              <a:rPr lang="zh-CN" altLang="en-US" sz="2800" dirty="0"/>
              <a:t>你们到这</a:t>
            </a:r>
            <a:r>
              <a:rPr lang="zh-CN" altLang="en-US" sz="2800" b="1" dirty="0"/>
              <a:t>地步</a:t>
            </a:r>
            <a:r>
              <a:rPr lang="zh-CN" altLang="en-US" sz="2800" dirty="0"/>
              <a:t>，</a:t>
            </a:r>
            <a:endParaRPr lang="en-US" altLang="zh-CN" sz="2800" dirty="0"/>
          </a:p>
          <a:p>
            <a:pPr marL="0" indent="0">
              <a:buNone/>
            </a:pPr>
            <a:r>
              <a:rPr lang="en-US" altLang="zh-CN" sz="2800" dirty="0"/>
              <a:t>     </a:t>
            </a:r>
            <a:r>
              <a:rPr lang="zh-CN" altLang="en-US" sz="2800" dirty="0"/>
              <a:t>好得着我们主耶稣基督的荣光。</a:t>
            </a:r>
            <a:endParaRPr lang="zh-CN" altLang="zh-C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lvl="0" algn="l"/>
            <a:r>
              <a:rPr lang="zh-CN" altLang="en-US" b="1" dirty="0"/>
              <a:t>如何成为圣洁</a:t>
            </a:r>
            <a:endParaRPr lang="zh-CN" altLang="zh-CN" b="1" dirty="0"/>
          </a:p>
        </p:txBody>
      </p:sp>
      <p:sp>
        <p:nvSpPr>
          <p:cNvPr id="5123" name="Rectangle 3">
            <a:extLst>
              <a:ext uri="{FF2B5EF4-FFF2-40B4-BE49-F238E27FC236}">
                <a16:creationId xmlns:a16="http://schemas.microsoft.com/office/drawing/2014/main" id="{823B1026-6B98-4FD8-8DA8-D78FA979416E}"/>
              </a:ext>
            </a:extLst>
          </p:cNvPr>
          <p:cNvSpPr>
            <a:spLocks noGrp="1" noChangeArrowheads="1"/>
          </p:cNvSpPr>
          <p:nvPr>
            <p:ph idx="1"/>
          </p:nvPr>
        </p:nvSpPr>
        <p:spPr>
          <a:xfrm>
            <a:off x="457200" y="1600200"/>
            <a:ext cx="8686800" cy="5257800"/>
          </a:xfrm>
        </p:spPr>
        <p:txBody>
          <a:bodyPr/>
          <a:lstStyle/>
          <a:p>
            <a:r>
              <a:rPr lang="zh-CN" altLang="en-US" sz="2400" b="1" dirty="0"/>
              <a:t>以赛亚书六十四章</a:t>
            </a:r>
            <a:r>
              <a:rPr lang="en-US" altLang="zh-CN" sz="2400" b="1" dirty="0"/>
              <a:t>6</a:t>
            </a:r>
            <a:r>
              <a:rPr lang="zh-CN" altLang="en-US" sz="2400" b="1" dirty="0"/>
              <a:t>节：我们都像不洁净的人，所有的义都像污秽的衣服；我们都像叶子渐渐枯干，我们的罪孽好像风把我们吹去。</a:t>
            </a:r>
            <a:endParaRPr lang="en-US" altLang="zh-CN" sz="2400" b="1" dirty="0"/>
          </a:p>
          <a:p>
            <a:r>
              <a:rPr lang="zh-CN" altLang="en-US" sz="2400" b="1" dirty="0"/>
              <a:t>罗马书三章</a:t>
            </a:r>
            <a:r>
              <a:rPr lang="en-US" altLang="zh-CN" sz="2400" b="1" dirty="0"/>
              <a:t>23</a:t>
            </a:r>
            <a:r>
              <a:rPr lang="zh-CN" altLang="en-US" sz="2400" b="1" dirty="0"/>
              <a:t>节：世人都犯了罪，亏缺了神的荣耀。</a:t>
            </a:r>
            <a:endParaRPr lang="en-US" altLang="zh-CN" sz="2400" b="1" dirty="0"/>
          </a:p>
          <a:p>
            <a:r>
              <a:rPr lang="zh-CN" altLang="en-US" sz="2400" b="1" dirty="0"/>
              <a:t>雅二章</a:t>
            </a:r>
            <a:r>
              <a:rPr lang="en-US" altLang="zh-CN" sz="2400" b="1" dirty="0"/>
              <a:t>10</a:t>
            </a:r>
            <a:r>
              <a:rPr lang="zh-CN" altLang="en-US" sz="2400" b="1" dirty="0"/>
              <a:t>节：因为凡遵守全律法的，只在一条上跌倒，他就是犯了众条</a:t>
            </a:r>
            <a:endParaRPr lang="en-US" altLang="zh-CN" sz="2400" b="1" dirty="0"/>
          </a:p>
          <a:p>
            <a:r>
              <a:rPr lang="zh-CN" altLang="en-US" sz="2400" b="1" dirty="0"/>
              <a:t>成为圣洁：</a:t>
            </a:r>
            <a:endParaRPr lang="en-US" altLang="zh-CN" sz="2400" b="1" dirty="0"/>
          </a:p>
          <a:p>
            <a:pPr lvl="1"/>
            <a:r>
              <a:rPr lang="en-US" altLang="zh-CN" sz="2000" b="1" dirty="0"/>
              <a:t>1</a:t>
            </a:r>
            <a:r>
              <a:rPr lang="zh-CN" altLang="en-US" sz="2000" b="1" dirty="0"/>
              <a:t>：神的预定与拣选。</a:t>
            </a:r>
          </a:p>
          <a:p>
            <a:pPr lvl="1"/>
            <a:r>
              <a:rPr lang="en-US" altLang="zh-CN" sz="2000" b="1" dirty="0"/>
              <a:t>2</a:t>
            </a:r>
            <a:r>
              <a:rPr lang="zh-CN" altLang="en-US" sz="2000" b="1" dirty="0"/>
              <a:t>：因信真道，又被圣灵感动</a:t>
            </a:r>
          </a:p>
          <a:p>
            <a:pPr lvl="1"/>
            <a:r>
              <a:rPr lang="en-US" altLang="zh-CN" sz="2000" b="1" dirty="0"/>
              <a:t>3</a:t>
            </a:r>
            <a:r>
              <a:rPr lang="zh-CN" altLang="en-US" sz="2000" b="1" dirty="0"/>
              <a:t>，成为圣洁</a:t>
            </a:r>
          </a:p>
          <a:p>
            <a:pPr lvl="1"/>
            <a:r>
              <a:rPr lang="en-US" altLang="zh-CN" sz="2000" b="1" dirty="0"/>
              <a:t>4</a:t>
            </a:r>
            <a:r>
              <a:rPr lang="zh-CN" altLang="en-US" sz="2000" b="1" dirty="0"/>
              <a:t>，能以得救</a:t>
            </a:r>
            <a:endParaRPr lang="en-US" altLang="zh-CN" sz="2000" b="1" dirty="0"/>
          </a:p>
        </p:txBody>
      </p:sp>
    </p:spTree>
    <p:extLst>
      <p:ext uri="{BB962C8B-B14F-4D97-AF65-F5344CB8AC3E}">
        <p14:creationId xmlns:p14="http://schemas.microsoft.com/office/powerpoint/2010/main" val="2208621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lvl="0" algn="l"/>
            <a:r>
              <a:rPr lang="zh-CN" altLang="en-US" b="1" dirty="0"/>
              <a:t>神的儿女圣洁 </a:t>
            </a:r>
            <a:r>
              <a:rPr lang="en-US" altLang="zh-CN" b="1" dirty="0"/>
              <a:t>-1 </a:t>
            </a:r>
            <a:endParaRPr lang="zh-CN" altLang="zh-CN" b="1" dirty="0"/>
          </a:p>
        </p:txBody>
      </p:sp>
      <p:sp>
        <p:nvSpPr>
          <p:cNvPr id="5123" name="Rectangle 3">
            <a:extLst>
              <a:ext uri="{FF2B5EF4-FFF2-40B4-BE49-F238E27FC236}">
                <a16:creationId xmlns:a16="http://schemas.microsoft.com/office/drawing/2014/main" id="{823B1026-6B98-4FD8-8DA8-D78FA979416E}"/>
              </a:ext>
            </a:extLst>
          </p:cNvPr>
          <p:cNvSpPr>
            <a:spLocks noGrp="1" noChangeArrowheads="1"/>
          </p:cNvSpPr>
          <p:nvPr>
            <p:ph idx="1"/>
          </p:nvPr>
        </p:nvSpPr>
        <p:spPr>
          <a:xfrm>
            <a:off x="457200" y="1600200"/>
            <a:ext cx="8686800" cy="5257800"/>
          </a:xfrm>
        </p:spPr>
        <p:txBody>
          <a:bodyPr/>
          <a:lstStyle/>
          <a:p>
            <a:r>
              <a:rPr lang="zh-CN" altLang="en-US" sz="2400" dirty="0"/>
              <a:t>彼得前书一章</a:t>
            </a:r>
            <a:r>
              <a:rPr lang="en-US" altLang="zh-CN" sz="2400" dirty="0"/>
              <a:t>15</a:t>
            </a:r>
            <a:r>
              <a:rPr lang="zh-CN" altLang="en-US" sz="2400" dirty="0"/>
              <a:t>、</a:t>
            </a:r>
            <a:r>
              <a:rPr lang="en-US" altLang="zh-CN" sz="2400" dirty="0"/>
              <a:t>16</a:t>
            </a:r>
            <a:r>
              <a:rPr lang="zh-CN" altLang="en-US" sz="2400" dirty="0"/>
              <a:t>节：</a:t>
            </a:r>
            <a:endParaRPr lang="en-US" altLang="zh-CN" sz="2400" dirty="0"/>
          </a:p>
          <a:p>
            <a:pPr lvl="1"/>
            <a:r>
              <a:rPr lang="zh-CN" altLang="en-US" sz="2000" dirty="0"/>
              <a:t>那召你们的既是圣洁，你们在一切所行的事上也要圣洁。因为经上记着说：“你们要圣洁，因为我是圣洁的。”</a:t>
            </a:r>
          </a:p>
          <a:p>
            <a:r>
              <a:rPr lang="zh-CN" altLang="en-US" sz="2400" dirty="0"/>
              <a:t>提多书一章</a:t>
            </a:r>
            <a:r>
              <a:rPr lang="en-US" altLang="zh-CN" sz="2400" dirty="0"/>
              <a:t>8</a:t>
            </a:r>
            <a:r>
              <a:rPr lang="zh-CN" altLang="en-US" sz="2400" dirty="0"/>
              <a:t>节：</a:t>
            </a:r>
            <a:endParaRPr lang="en-US" altLang="zh-CN" sz="2400" dirty="0"/>
          </a:p>
          <a:p>
            <a:pPr lvl="1"/>
            <a:r>
              <a:rPr lang="zh-CN" altLang="en-US" sz="2000" dirty="0"/>
              <a:t>乐意接待远人，好善、庄重、公平、圣洁、自持。</a:t>
            </a:r>
          </a:p>
          <a:p>
            <a:r>
              <a:rPr lang="zh-CN" altLang="en-US" sz="2400" dirty="0"/>
              <a:t>帖撒罗尼迦前书四章</a:t>
            </a:r>
            <a:r>
              <a:rPr lang="en-US" altLang="zh-CN" sz="2400" dirty="0"/>
              <a:t>3</a:t>
            </a:r>
            <a:r>
              <a:rPr lang="zh-CN" altLang="en-US" sz="2400" dirty="0"/>
              <a:t>、</a:t>
            </a:r>
            <a:r>
              <a:rPr lang="en-US" altLang="zh-CN" sz="2400" dirty="0"/>
              <a:t>4</a:t>
            </a:r>
            <a:r>
              <a:rPr lang="zh-CN" altLang="en-US" sz="2400" dirty="0"/>
              <a:t>、</a:t>
            </a:r>
            <a:r>
              <a:rPr lang="en-US" altLang="zh-CN" sz="2400" dirty="0"/>
              <a:t>7</a:t>
            </a:r>
            <a:r>
              <a:rPr lang="zh-CN" altLang="en-US" sz="2400" dirty="0"/>
              <a:t>节：</a:t>
            </a:r>
            <a:endParaRPr lang="en-US" altLang="zh-CN" sz="2400" dirty="0"/>
          </a:p>
          <a:p>
            <a:pPr lvl="1"/>
            <a:r>
              <a:rPr lang="en-US" altLang="zh-CN" sz="2000" dirty="0"/>
              <a:t>3</a:t>
            </a:r>
            <a:r>
              <a:rPr lang="zh-CN" altLang="en-US" sz="2000" dirty="0"/>
              <a:t>　神的旨意就是要你们成为圣洁，远避淫行；</a:t>
            </a:r>
            <a:r>
              <a:rPr lang="en-US" altLang="zh-CN" sz="2000" dirty="0"/>
              <a:t>4</a:t>
            </a:r>
            <a:r>
              <a:rPr lang="zh-CN" altLang="en-US" sz="2000" dirty="0"/>
              <a:t>要你们各人晓得怎样用圣洁、尊贵守着自己的身体，</a:t>
            </a:r>
            <a:r>
              <a:rPr lang="en-US" altLang="zh-CN" sz="2000" dirty="0"/>
              <a:t>7</a:t>
            </a:r>
            <a:r>
              <a:rPr lang="zh-CN" altLang="en-US" sz="2000" dirty="0"/>
              <a:t>　神召我们，本不是要我们沾染污秽，乃是要我们成为圣洁。</a:t>
            </a:r>
          </a:p>
          <a:p>
            <a:r>
              <a:rPr lang="zh-CN" altLang="en-US" sz="2400" dirty="0"/>
              <a:t>帖撒罗尼迦前书五章</a:t>
            </a:r>
            <a:r>
              <a:rPr lang="en-US" altLang="zh-CN" sz="2400" dirty="0"/>
              <a:t>26</a:t>
            </a:r>
            <a:r>
              <a:rPr lang="zh-CN" altLang="en-US" sz="2400" dirty="0"/>
              <a:t>节：</a:t>
            </a:r>
            <a:endParaRPr lang="en-US" altLang="zh-CN" sz="2400" dirty="0"/>
          </a:p>
          <a:p>
            <a:pPr lvl="1"/>
            <a:r>
              <a:rPr lang="zh-CN" altLang="en-US" sz="2000" dirty="0"/>
              <a:t>与众弟兄亲嘴问安，务要圣洁</a:t>
            </a:r>
            <a:endParaRPr lang="en-US" altLang="zh-CN" sz="2000" dirty="0"/>
          </a:p>
        </p:txBody>
      </p:sp>
    </p:spTree>
    <p:extLst>
      <p:ext uri="{BB962C8B-B14F-4D97-AF65-F5344CB8AC3E}">
        <p14:creationId xmlns:p14="http://schemas.microsoft.com/office/powerpoint/2010/main" val="2884677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lvl="0" algn="l"/>
            <a:r>
              <a:rPr lang="zh-CN" altLang="en-US" b="1" dirty="0"/>
              <a:t>神的儿女圣洁 </a:t>
            </a:r>
            <a:r>
              <a:rPr lang="en-US" altLang="zh-CN" b="1" dirty="0"/>
              <a:t>-2</a:t>
            </a:r>
            <a:endParaRPr lang="zh-CN" altLang="zh-CN" b="1" dirty="0"/>
          </a:p>
        </p:txBody>
      </p:sp>
      <p:sp>
        <p:nvSpPr>
          <p:cNvPr id="5123" name="Rectangle 3">
            <a:extLst>
              <a:ext uri="{FF2B5EF4-FFF2-40B4-BE49-F238E27FC236}">
                <a16:creationId xmlns:a16="http://schemas.microsoft.com/office/drawing/2014/main" id="{823B1026-6B98-4FD8-8DA8-D78FA979416E}"/>
              </a:ext>
            </a:extLst>
          </p:cNvPr>
          <p:cNvSpPr>
            <a:spLocks noGrp="1" noChangeArrowheads="1"/>
          </p:cNvSpPr>
          <p:nvPr>
            <p:ph idx="1"/>
          </p:nvPr>
        </p:nvSpPr>
        <p:spPr>
          <a:xfrm>
            <a:off x="457200" y="1600200"/>
            <a:ext cx="8686800" cy="5257800"/>
          </a:xfrm>
        </p:spPr>
        <p:txBody>
          <a:bodyPr/>
          <a:lstStyle/>
          <a:p>
            <a:r>
              <a:rPr lang="en-US" altLang="zh-CN" sz="2400" dirty="0"/>
              <a:t>1</a:t>
            </a:r>
            <a:r>
              <a:rPr lang="zh-CN" altLang="en-US" sz="2400" dirty="0"/>
              <a:t>，外在圣洁：</a:t>
            </a:r>
            <a:endParaRPr lang="en-US" altLang="zh-CN" sz="2400" dirty="0"/>
          </a:p>
          <a:p>
            <a:pPr lvl="1"/>
            <a:r>
              <a:rPr lang="zh-CN" altLang="en-US" sz="2000" dirty="0"/>
              <a:t>总结：</a:t>
            </a:r>
            <a:endParaRPr lang="en-US" altLang="zh-CN" sz="2000" dirty="0"/>
          </a:p>
          <a:p>
            <a:pPr lvl="2"/>
            <a:r>
              <a:rPr lang="zh-CN" altLang="en-US" sz="1600" dirty="0"/>
              <a:t>不是指得救，是我们得救之后，我们作为一个基督徒外在的行为神荣耀的彰显。</a:t>
            </a:r>
          </a:p>
          <a:p>
            <a:pPr lvl="2"/>
            <a:r>
              <a:rPr lang="zh-CN" altLang="en-US" sz="1600" dirty="0"/>
              <a:t>外在的圣洁指的是具体行为表现。我们应该用天国国民的要求来过我们的生活，而非仅仅满足地上法律法规的要求。</a:t>
            </a:r>
            <a:r>
              <a:rPr lang="en-US" altLang="zh-CN" sz="1600" dirty="0"/>
              <a:t>	</a:t>
            </a:r>
          </a:p>
          <a:p>
            <a:r>
              <a:rPr lang="en-US" altLang="zh-CN" sz="2400" dirty="0"/>
              <a:t>2</a:t>
            </a:r>
            <a:r>
              <a:rPr lang="zh-CN" altLang="en-US" sz="2400" dirty="0"/>
              <a:t>，内在圣洁：</a:t>
            </a:r>
            <a:endParaRPr lang="en-US" altLang="zh-CN" sz="2400" dirty="0"/>
          </a:p>
          <a:p>
            <a:pPr lvl="1"/>
            <a:r>
              <a:rPr lang="zh-CN" altLang="en-US" sz="2000" dirty="0"/>
              <a:t>总结：</a:t>
            </a:r>
            <a:endParaRPr lang="en-US" altLang="zh-CN" sz="2000" dirty="0"/>
          </a:p>
          <a:p>
            <a:pPr lvl="2"/>
            <a:r>
              <a:rPr lang="zh-CN" altLang="en-US" sz="1600" dirty="0"/>
              <a:t>我们每个人不光要追求外在的圣洁，更要追求内在是圣洁。</a:t>
            </a:r>
          </a:p>
          <a:p>
            <a:pPr lvl="2"/>
            <a:r>
              <a:rPr lang="zh-CN" altLang="en-US" sz="1600" dirty="0"/>
              <a:t>我们要时常反省求神光照我们赦免我们那些隐而未现的罪。</a:t>
            </a:r>
            <a:endParaRPr lang="en-US" altLang="zh-CN" sz="1600" dirty="0"/>
          </a:p>
          <a:p>
            <a:r>
              <a:rPr lang="en-US" altLang="zh-CN" sz="2400" dirty="0"/>
              <a:t>3</a:t>
            </a:r>
            <a:r>
              <a:rPr lang="zh-CN" altLang="en-US" sz="2400" dirty="0"/>
              <a:t>，完全圣洁：</a:t>
            </a:r>
            <a:endParaRPr lang="en-US" altLang="zh-CN" sz="2400" dirty="0"/>
          </a:p>
          <a:p>
            <a:pPr lvl="1"/>
            <a:r>
              <a:rPr lang="zh-CN" altLang="en-US" sz="2000" dirty="0"/>
              <a:t>总结：</a:t>
            </a:r>
            <a:endParaRPr lang="en-US" altLang="zh-CN" sz="2000" dirty="0"/>
          </a:p>
          <a:p>
            <a:pPr lvl="2"/>
            <a:r>
              <a:rPr lang="zh-CN" altLang="en-US" sz="1600" dirty="0"/>
              <a:t>今生是不能达到的</a:t>
            </a:r>
            <a:endParaRPr lang="en-US" altLang="zh-CN" sz="1600" dirty="0"/>
          </a:p>
          <a:p>
            <a:pPr lvl="2"/>
            <a:r>
              <a:rPr lang="zh-CN" altLang="en-US" sz="1600" dirty="0"/>
              <a:t>一生都在努力成圣</a:t>
            </a:r>
            <a:endParaRPr lang="en-US" altLang="zh-CN" sz="1600" dirty="0"/>
          </a:p>
        </p:txBody>
      </p:sp>
    </p:spTree>
    <p:extLst>
      <p:ext uri="{BB962C8B-B14F-4D97-AF65-F5344CB8AC3E}">
        <p14:creationId xmlns:p14="http://schemas.microsoft.com/office/powerpoint/2010/main" val="2407168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lvl="0" algn="l"/>
            <a:r>
              <a:rPr lang="zh-CN" altLang="en-US" b="1" dirty="0"/>
              <a:t>追求圣洁：</a:t>
            </a:r>
            <a:endParaRPr lang="zh-CN" altLang="zh-CN" b="1" dirty="0"/>
          </a:p>
        </p:txBody>
      </p:sp>
      <p:sp>
        <p:nvSpPr>
          <p:cNvPr id="5123" name="Rectangle 3">
            <a:extLst>
              <a:ext uri="{FF2B5EF4-FFF2-40B4-BE49-F238E27FC236}">
                <a16:creationId xmlns:a16="http://schemas.microsoft.com/office/drawing/2014/main" id="{823B1026-6B98-4FD8-8DA8-D78FA979416E}"/>
              </a:ext>
            </a:extLst>
          </p:cNvPr>
          <p:cNvSpPr>
            <a:spLocks noGrp="1" noChangeArrowheads="1"/>
          </p:cNvSpPr>
          <p:nvPr>
            <p:ph idx="1"/>
          </p:nvPr>
        </p:nvSpPr>
        <p:spPr>
          <a:xfrm>
            <a:off x="457200" y="1600200"/>
            <a:ext cx="8686800" cy="5257800"/>
          </a:xfrm>
        </p:spPr>
        <p:txBody>
          <a:bodyPr/>
          <a:lstStyle/>
          <a:p>
            <a:r>
              <a:rPr lang="zh-CN" altLang="en-US" dirty="0"/>
              <a:t>以基督为我们的榜样</a:t>
            </a:r>
            <a:endParaRPr lang="en-US" altLang="zh-CN" dirty="0"/>
          </a:p>
          <a:p>
            <a:pPr lvl="1"/>
            <a:r>
              <a:rPr lang="zh-CN" altLang="en-US" dirty="0"/>
              <a:t>彼得前书二章</a:t>
            </a:r>
            <a:r>
              <a:rPr lang="en-US" altLang="zh-CN" dirty="0"/>
              <a:t>21</a:t>
            </a:r>
            <a:r>
              <a:rPr lang="zh-CN" altLang="en-US" dirty="0"/>
              <a:t>节：你们蒙召原是为此，因基督也为你们受过苦，给你们留下榜样，叫你们跟随他的脚踪行。</a:t>
            </a:r>
            <a:endParaRPr lang="en-US" altLang="zh-CN" dirty="0"/>
          </a:p>
          <a:p>
            <a:r>
              <a:rPr lang="zh-CN" altLang="en-US" dirty="0"/>
              <a:t>祂必兴旺，我必衰微</a:t>
            </a:r>
            <a:endParaRPr lang="en-US" altLang="zh-CN" dirty="0"/>
          </a:p>
          <a:p>
            <a:pPr lvl="1"/>
            <a:r>
              <a:rPr lang="zh-CN" altLang="en-US"/>
              <a:t>约翰福音</a:t>
            </a:r>
            <a:r>
              <a:rPr lang="zh-CN" altLang="en-US" dirty="0"/>
              <a:t>三</a:t>
            </a:r>
            <a:r>
              <a:rPr lang="zh-CN" altLang="en-US"/>
              <a:t>章</a:t>
            </a:r>
            <a:r>
              <a:rPr lang="en-US" altLang="zh-CN" dirty="0"/>
              <a:t>30</a:t>
            </a:r>
            <a:r>
              <a:rPr lang="zh-CN" altLang="en-US" dirty="0"/>
              <a:t>节</a:t>
            </a:r>
            <a:endParaRPr lang="en-US" altLang="zh-CN" dirty="0"/>
          </a:p>
          <a:p>
            <a:r>
              <a:rPr lang="zh-CN" altLang="en-US" dirty="0"/>
              <a:t>攻克己身，叫身服我</a:t>
            </a:r>
            <a:endParaRPr lang="en-US" altLang="zh-CN" dirty="0"/>
          </a:p>
          <a:p>
            <a:pPr lvl="1"/>
            <a:r>
              <a:rPr lang="zh-CN" altLang="en-US" dirty="0"/>
              <a:t>哥林多前书九章</a:t>
            </a:r>
            <a:r>
              <a:rPr lang="en-US" altLang="zh-CN" dirty="0"/>
              <a:t>27</a:t>
            </a:r>
            <a:r>
              <a:rPr lang="zh-CN" altLang="en-US" dirty="0"/>
              <a:t>节</a:t>
            </a:r>
            <a:endParaRPr lang="en-US" altLang="zh-CN" dirty="0"/>
          </a:p>
        </p:txBody>
      </p:sp>
    </p:spTree>
    <p:extLst>
      <p:ext uri="{BB962C8B-B14F-4D97-AF65-F5344CB8AC3E}">
        <p14:creationId xmlns:p14="http://schemas.microsoft.com/office/powerpoint/2010/main" val="1668630057"/>
      </p:ext>
    </p:extLst>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5838</TotalTime>
  <Words>6327</Words>
  <Application>Microsoft Office PowerPoint</Application>
  <PresentationFormat>全屏显示(4:3)</PresentationFormat>
  <Paragraphs>109</Paragraphs>
  <Slides>6</Slides>
  <Notes>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vt:i4>
      </vt:variant>
    </vt:vector>
  </HeadingPairs>
  <TitlesOfParts>
    <vt:vector size="12" baseType="lpstr">
      <vt:lpstr>华文新魏</vt:lpstr>
      <vt:lpstr>微软雅黑</vt:lpstr>
      <vt:lpstr>Arial</vt:lpstr>
      <vt:lpstr>Calibri</vt:lpstr>
      <vt:lpstr>Trebuchet MS</vt:lpstr>
      <vt:lpstr>Diseño predeterminado</vt:lpstr>
      <vt:lpstr>PowerPoint 演示文稿</vt:lpstr>
      <vt:lpstr>经文：帖撒罗尼迦后书2章13、14节</vt:lpstr>
      <vt:lpstr>如何成为圣洁</vt:lpstr>
      <vt:lpstr>神的儿女圣洁 -1 </vt:lpstr>
      <vt:lpstr>神的儿女圣洁 -2</vt:lpstr>
      <vt:lpstr>追求圣洁：</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李 强</cp:lastModifiedBy>
  <cp:revision>743</cp:revision>
  <dcterms:created xsi:type="dcterms:W3CDTF">2010-05-23T14:28:12Z</dcterms:created>
  <dcterms:modified xsi:type="dcterms:W3CDTF">2020-07-12T03:16:31Z</dcterms:modified>
</cp:coreProperties>
</file>