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changesInfos/changesInfo1.xml" ContentType="application/vnd.ms-powerpoint.changesinfo+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320" r:id="rId3"/>
    <p:sldId id="334" r:id="rId4"/>
    <p:sldId id="335" r:id="rId5"/>
    <p:sldId id="336" r:id="rId6"/>
    <p:sldId id="337" r:id="rId7"/>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0758" autoAdjust="0"/>
  </p:normalViewPr>
  <p:slideViewPr>
    <p:cSldViewPr showGuides="1">
      <p:cViewPr varScale="1">
        <p:scale>
          <a:sx n="114" d="100"/>
          <a:sy n="114" d="100"/>
        </p:scale>
        <p:origin x="-1542" y="-96"/>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 强" userId="633faa5c58ce3e78" providerId="LiveId" clId="{75E64ACF-B3A1-46B3-99E8-E4C48F231FC2}"/>
  </pc:docChgLst>
  <pc:docChgLst>
    <pc:chgData name="李 强" userId="633faa5c58ce3e78" providerId="LiveId" clId="{458983C2-7B53-4B7C-A8B1-F4861E222153}"/>
  </pc:docChgLst>
  <pc:docChgLst>
    <pc:chgData name="强 李" userId="633faa5c58ce3e78" providerId="LiveId" clId="{3EFBA242-AF03-45F6-A126-4F07EC69F4D2}"/>
    <pc:docChg chg="modSld">
      <pc:chgData name="强 李" userId="633faa5c58ce3e78" providerId="LiveId" clId="{3EFBA242-AF03-45F6-A126-4F07EC69F4D2}" dt="2019-04-20T23:46:13.459" v="216" actId="108"/>
      <pc:docMkLst>
        <pc:docMk/>
      </pc:docMkLst>
      <pc:sldChg chg="modSp">
        <pc:chgData name="强 李" userId="633faa5c58ce3e78" providerId="LiveId" clId="{3EFBA242-AF03-45F6-A126-4F07EC69F4D2}" dt="2019-01-26T20:52:51.923" v="1" actId="207"/>
        <pc:sldMkLst>
          <pc:docMk/>
          <pc:sldMk cId="0" sldId="320"/>
        </pc:sldMkLst>
        <pc:spChg chg="mod">
          <ac:chgData name="强 李" userId="633faa5c58ce3e78" providerId="LiveId" clId="{3EFBA242-AF03-45F6-A126-4F07EC69F4D2}" dt="2019-01-26T20:52:51.923" v="1" actId="207"/>
          <ac:spMkLst>
            <pc:docMk/>
            <pc:sldMk cId="0" sldId="320"/>
            <ac:spMk id="5123" creationId="{823B1026-6B98-4FD8-8DA8-D78FA979416E}"/>
          </ac:spMkLst>
        </pc:spChg>
      </pc:sldChg>
      <pc:sldChg chg="modSp">
        <pc:chgData name="强 李" userId="633faa5c58ce3e78" providerId="LiveId" clId="{3EFBA242-AF03-45F6-A126-4F07EC69F4D2}" dt="2019-02-17T04:50:13.785" v="83" actId="20577"/>
        <pc:sldMkLst>
          <pc:docMk/>
          <pc:sldMk cId="2208621919" sldId="334"/>
        </pc:sldMkLst>
        <pc:spChg chg="mod">
          <ac:chgData name="强 李" userId="633faa5c58ce3e78" providerId="LiveId" clId="{3EFBA242-AF03-45F6-A126-4F07EC69F4D2}" dt="2019-02-17T04:50:13.785" v="83" actId="20577"/>
          <ac:spMkLst>
            <pc:docMk/>
            <pc:sldMk cId="2208621919" sldId="334"/>
            <ac:spMk id="5123" creationId="{823B1026-6B98-4FD8-8DA8-D78FA979416E}"/>
          </ac:spMkLst>
        </pc:spChg>
      </pc:sldChg>
      <pc:sldChg chg="modSp">
        <pc:chgData name="强 李" userId="633faa5c58ce3e78" providerId="LiveId" clId="{3EFBA242-AF03-45F6-A126-4F07EC69F4D2}" dt="2019-04-20T23:42:08.099" v="215"/>
        <pc:sldMkLst>
          <pc:docMk/>
          <pc:sldMk cId="853825876" sldId="335"/>
        </pc:sldMkLst>
        <pc:spChg chg="mod">
          <ac:chgData name="强 李" userId="633faa5c58ce3e78" providerId="LiveId" clId="{3EFBA242-AF03-45F6-A126-4F07EC69F4D2}" dt="2019-04-20T23:42:08.099" v="215"/>
          <ac:spMkLst>
            <pc:docMk/>
            <pc:sldMk cId="853825876" sldId="335"/>
            <ac:spMk id="5123" creationId="{823B1026-6B98-4FD8-8DA8-D78FA979416E}"/>
          </ac:spMkLst>
        </pc:spChg>
      </pc:sldChg>
      <pc:sldChg chg="modSp">
        <pc:chgData name="强 李" userId="633faa5c58ce3e78" providerId="LiveId" clId="{3EFBA242-AF03-45F6-A126-4F07EC69F4D2}" dt="2019-04-20T23:46:13.459" v="216" actId="108"/>
        <pc:sldMkLst>
          <pc:docMk/>
          <pc:sldMk cId="769890453" sldId="336"/>
        </pc:sldMkLst>
        <pc:spChg chg="mod">
          <ac:chgData name="强 李" userId="633faa5c58ce3e78" providerId="LiveId" clId="{3EFBA242-AF03-45F6-A126-4F07EC69F4D2}" dt="2019-04-20T23:46:13.459" v="216" actId="108"/>
          <ac:spMkLst>
            <pc:docMk/>
            <pc:sldMk cId="769890453" sldId="336"/>
            <ac:spMk id="5123" creationId="{823B1026-6B98-4FD8-8DA8-D78FA979416E}"/>
          </ac:spMkLst>
        </pc:spChg>
      </pc:sldChg>
      <pc:sldChg chg="modSp">
        <pc:chgData name="强 李" userId="633faa5c58ce3e78" providerId="LiveId" clId="{3EFBA242-AF03-45F6-A126-4F07EC69F4D2}" dt="2019-01-26T22:44:42.802" v="53" actId="15"/>
        <pc:sldMkLst>
          <pc:docMk/>
          <pc:sldMk cId="3709819177" sldId="337"/>
        </pc:sldMkLst>
        <pc:spChg chg="mod">
          <ac:chgData name="强 李" userId="633faa5c58ce3e78" providerId="LiveId" clId="{3EFBA242-AF03-45F6-A126-4F07EC69F4D2}" dt="2019-01-26T22:44:42.802" v="53" actId="15"/>
          <ac:spMkLst>
            <pc:docMk/>
            <pc:sldMk cId="3709819177" sldId="337"/>
            <ac:spMk id="5123" creationId="{823B1026-6B98-4FD8-8DA8-D78FA979416E}"/>
          </ac:spMkLst>
        </pc:spChg>
      </pc:sldChg>
    </pc:docChg>
  </pc:docChgLst>
  <pc:docChgLst>
    <pc:chgData name="李 强" userId="633faa5c58ce3e78" providerId="LiveId" clId="{AAC010A8-FDAF-49B5-945B-896B8866C69F}"/>
    <pc:docChg chg="undo addSld delSld modSld">
      <pc:chgData name="李 强" userId="633faa5c58ce3e78" providerId="LiveId" clId="{AAC010A8-FDAF-49B5-945B-896B8866C69F}" dt="2019-01-26T11:55:47.262" v="279" actId="20577"/>
      <pc:docMkLst>
        <pc:docMk/>
      </pc:docMkLst>
      <pc:sldChg chg="modSp">
        <pc:chgData name="李 强" userId="633faa5c58ce3e78" providerId="LiveId" clId="{AAC010A8-FDAF-49B5-945B-896B8866C69F}" dt="2019-01-26T08:21:38.556" v="19" actId="255"/>
        <pc:sldMkLst>
          <pc:docMk/>
          <pc:sldMk cId="0" sldId="256"/>
        </pc:sldMkLst>
        <pc:spChg chg="mod">
          <ac:chgData name="李 强" userId="633faa5c58ce3e78" providerId="LiveId" clId="{AAC010A8-FDAF-49B5-945B-896B8866C69F}" dt="2019-01-26T08:21:38.556" v="19" actId="255"/>
          <ac:spMkLst>
            <pc:docMk/>
            <pc:sldMk cId="0" sldId="256"/>
            <ac:spMk id="7170" creationId="{C38FCE21-CC3E-4C81-B95A-118DE7524B3B}"/>
          </ac:spMkLst>
        </pc:spChg>
      </pc:sldChg>
      <pc:sldChg chg="modSp">
        <pc:chgData name="李 强" userId="633faa5c58ce3e78" providerId="LiveId" clId="{AAC010A8-FDAF-49B5-945B-896B8866C69F}" dt="2019-01-26T08:24:41.440" v="39" actId="207"/>
        <pc:sldMkLst>
          <pc:docMk/>
          <pc:sldMk cId="0" sldId="320"/>
        </pc:sldMkLst>
        <pc:spChg chg="mod">
          <ac:chgData name="李 强" userId="633faa5c58ce3e78" providerId="LiveId" clId="{AAC010A8-FDAF-49B5-945B-896B8866C69F}" dt="2019-01-26T08:22:09.910" v="23" actId="20577"/>
          <ac:spMkLst>
            <pc:docMk/>
            <pc:sldMk cId="0" sldId="320"/>
            <ac:spMk id="3" creationId="{C578C671-B69C-4BEB-8AD4-3A86A9EC2E70}"/>
          </ac:spMkLst>
        </pc:spChg>
        <pc:spChg chg="mod">
          <ac:chgData name="李 强" userId="633faa5c58ce3e78" providerId="LiveId" clId="{AAC010A8-FDAF-49B5-945B-896B8866C69F}" dt="2019-01-26T08:24:41.440" v="39" actId="207"/>
          <ac:spMkLst>
            <pc:docMk/>
            <pc:sldMk cId="0" sldId="320"/>
            <ac:spMk id="5123" creationId="{823B1026-6B98-4FD8-8DA8-D78FA979416E}"/>
          </ac:spMkLst>
        </pc:spChg>
      </pc:sldChg>
      <pc:sldChg chg="modSp">
        <pc:chgData name="李 强" userId="633faa5c58ce3e78" providerId="LiveId" clId="{AAC010A8-FDAF-49B5-945B-896B8866C69F}" dt="2019-01-26T11:35:55.829" v="189" actId="20577"/>
        <pc:sldMkLst>
          <pc:docMk/>
          <pc:sldMk cId="2208621919" sldId="334"/>
        </pc:sldMkLst>
        <pc:spChg chg="mod">
          <ac:chgData name="李 强" userId="633faa5c58ce3e78" providerId="LiveId" clId="{AAC010A8-FDAF-49B5-945B-896B8866C69F}" dt="2019-01-26T08:25:19.731" v="43" actId="20577"/>
          <ac:spMkLst>
            <pc:docMk/>
            <pc:sldMk cId="2208621919" sldId="334"/>
            <ac:spMk id="3" creationId="{C578C671-B69C-4BEB-8AD4-3A86A9EC2E70}"/>
          </ac:spMkLst>
        </pc:spChg>
        <pc:spChg chg="mod">
          <ac:chgData name="李 强" userId="633faa5c58ce3e78" providerId="LiveId" clId="{AAC010A8-FDAF-49B5-945B-896B8866C69F}" dt="2019-01-26T11:35:55.829" v="189" actId="20577"/>
          <ac:spMkLst>
            <pc:docMk/>
            <pc:sldMk cId="2208621919" sldId="334"/>
            <ac:spMk id="5123" creationId="{823B1026-6B98-4FD8-8DA8-D78FA979416E}"/>
          </ac:spMkLst>
        </pc:spChg>
      </pc:sldChg>
      <pc:sldChg chg="modSp add">
        <pc:chgData name="李 强" userId="633faa5c58ce3e78" providerId="LiveId" clId="{AAC010A8-FDAF-49B5-945B-896B8866C69F}" dt="2019-01-26T11:55:47.262" v="279" actId="20577"/>
        <pc:sldMkLst>
          <pc:docMk/>
          <pc:sldMk cId="853825876" sldId="335"/>
        </pc:sldMkLst>
        <pc:spChg chg="mod">
          <ac:chgData name="李 强" userId="633faa5c58ce3e78" providerId="LiveId" clId="{AAC010A8-FDAF-49B5-945B-896B8866C69F}" dt="2019-01-26T11:55:47.262" v="279" actId="20577"/>
          <ac:spMkLst>
            <pc:docMk/>
            <pc:sldMk cId="853825876" sldId="335"/>
            <ac:spMk id="5123" creationId="{823B1026-6B98-4FD8-8DA8-D78FA979416E}"/>
          </ac:spMkLst>
        </pc:spChg>
      </pc:sldChg>
      <pc:sldChg chg="modSp add">
        <pc:chgData name="李 强" userId="633faa5c58ce3e78" providerId="LiveId" clId="{AAC010A8-FDAF-49B5-945B-896B8866C69F}" dt="2019-01-26T11:41:50.582" v="272" actId="20577"/>
        <pc:sldMkLst>
          <pc:docMk/>
          <pc:sldMk cId="769890453" sldId="336"/>
        </pc:sldMkLst>
        <pc:spChg chg="mod">
          <ac:chgData name="李 强" userId="633faa5c58ce3e78" providerId="LiveId" clId="{AAC010A8-FDAF-49B5-945B-896B8866C69F}" dt="2019-01-26T11:41:50.582" v="272" actId="20577"/>
          <ac:spMkLst>
            <pc:docMk/>
            <pc:sldMk cId="769890453" sldId="336"/>
            <ac:spMk id="5123" creationId="{823B1026-6B98-4FD8-8DA8-D78FA979416E}"/>
          </ac:spMkLst>
        </pc:spChg>
      </pc:sldChg>
      <pc:sldChg chg="modSp add">
        <pc:chgData name="李 强" userId="633faa5c58ce3e78" providerId="LiveId" clId="{AAC010A8-FDAF-49B5-945B-896B8866C69F}" dt="2019-01-26T08:30:27.209" v="127" actId="255"/>
        <pc:sldMkLst>
          <pc:docMk/>
          <pc:sldMk cId="3709819177" sldId="337"/>
        </pc:sldMkLst>
        <pc:spChg chg="mod">
          <ac:chgData name="李 强" userId="633faa5c58ce3e78" providerId="LiveId" clId="{AAC010A8-FDAF-49B5-945B-896B8866C69F}" dt="2019-01-26T08:30:27.209" v="127" actId="255"/>
          <ac:spMkLst>
            <pc:docMk/>
            <pc:sldMk cId="3709819177" sldId="337"/>
            <ac:spMk id="5123" creationId="{823B1026-6B98-4FD8-8DA8-D78FA979416E}"/>
          </ac:spMkLst>
        </pc:spChg>
      </pc:sldChg>
    </pc:docChg>
  </pc:docChgLst>
  <pc:docChgLst>
    <pc:chgData name="李 强" userId="633faa5c58ce3e78" providerId="LiveId" clId="{3CB4146A-B0F5-4690-95C8-DF0D66115085}"/>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C909AB5F-6E94-4660-9FE5-B6D1FC6920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 xmlns:a16="http://schemas.microsoft.com/office/drawing/2014/main" id="{6D1437F4-05CC-4768-9495-D48D7895B04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D3CF063-56F2-42DD-A32C-24D15B67612C}" type="datetimeFigureOut">
              <a:rPr lang="zh-CN" altLang="en-US"/>
              <a:pPr>
                <a:defRPr/>
              </a:pPr>
              <a:t>2020/10/18</a:t>
            </a:fld>
            <a:endParaRPr lang="zh-CN" altLang="en-US"/>
          </a:p>
        </p:txBody>
      </p:sp>
      <p:sp>
        <p:nvSpPr>
          <p:cNvPr id="4" name="幻灯片图像占位符 3">
            <a:extLst>
              <a:ext uri="{FF2B5EF4-FFF2-40B4-BE49-F238E27FC236}">
                <a16:creationId xmlns="" xmlns:a16="http://schemas.microsoft.com/office/drawing/2014/main" id="{C7DD23A6-CB0F-46B3-935A-976AD05C1EE9}"/>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 xmlns:a16="http://schemas.microsoft.com/office/drawing/2014/main" id="{E68FE576-0A9F-4DE3-8D2A-334BA3BA320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 xmlns:a16="http://schemas.microsoft.com/office/drawing/2014/main" id="{EDDE239D-7969-4554-82FD-E03D57194CC8}"/>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a:extLst>
              <a:ext uri="{FF2B5EF4-FFF2-40B4-BE49-F238E27FC236}">
                <a16:creationId xmlns="" xmlns:a16="http://schemas.microsoft.com/office/drawing/2014/main" id="{106B08FB-BB3E-413E-9A9E-25E75D5085C8}"/>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2C7B1039-7A70-4775-909F-09FCF8FEC98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 xmlns:a16="http://schemas.microsoft.com/office/drawing/2014/main" id="{AD921145-BE81-43B5-B900-B4386CBAF7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8195" name="备注占位符 2">
            <a:extLst>
              <a:ext uri="{FF2B5EF4-FFF2-40B4-BE49-F238E27FC236}">
                <a16:creationId xmlns="" xmlns:a16="http://schemas.microsoft.com/office/drawing/2014/main" id="{B5492672-9CD7-4947-B1F0-BA237F1CB702}"/>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196" name="灯片编号占位符 3">
            <a:extLst>
              <a:ext uri="{FF2B5EF4-FFF2-40B4-BE49-F238E27FC236}">
                <a16:creationId xmlns="" xmlns:a16="http://schemas.microsoft.com/office/drawing/2014/main" id="{050AC9F4-DAB5-469C-9974-4025D307ABDD}"/>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90091F8-5555-4714-AFE4-C839B62DDA00}"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147" name="备注占位符 2">
            <a:extLst>
              <a:ext uri="{FF2B5EF4-FFF2-40B4-BE49-F238E27FC236}">
                <a16:creationId xmlns="" xmlns:a16="http://schemas.microsoft.com/office/drawing/2014/main" id="{3C4017DF-A48A-431C-B0D6-691FA87AA52A}"/>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随着社会的发展，科技进步，人类越来越深入的参与到社会、自然的生态环境中，对于疾病的医治我们有微创手术，我们有靶向药物，甚至我们有基因诊断和治疗等等。这些先进的医疗技术，他的确可以医治我们身体上的某些疾病，但是他是否可以真正成为我们患病时期的依靠和盼望呢？</a:t>
            </a:r>
          </a:p>
          <a:p>
            <a:r>
              <a:rPr lang="zh-CN" altLang="zh-CN" sz="1200" kern="1200" dirty="0">
                <a:solidFill>
                  <a:schemeClr val="tx1"/>
                </a:solidFill>
                <a:effectLst/>
                <a:latin typeface="+mn-lt"/>
                <a:ea typeface="+mn-ea"/>
                <a:cs typeface="+mn-cs"/>
              </a:rPr>
              <a:t>我们今天通过一段我们很熟悉的经文来看，在没有先进的医疗技术的耶稣时代，耶稣是如何来医治一个患病三十八年的病人，（虽然没有经文明确说明这个病人是瘫子，但是今天我们暂且用瘫子来代替他的病），今天我证道的题目是《基督的医治》，经文是约翰福音</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1~9</a:t>
            </a:r>
            <a:r>
              <a:rPr lang="zh-CN" altLang="zh-CN" sz="1200" kern="1200" dirty="0">
                <a:solidFill>
                  <a:schemeClr val="tx1"/>
                </a:solidFill>
                <a:effectLst/>
                <a:latin typeface="+mn-lt"/>
                <a:ea typeface="+mn-ea"/>
                <a:cs typeface="+mn-cs"/>
              </a:rPr>
              <a:t>节。下面我们一起祷告。。。</a:t>
            </a: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词：</a:t>
            </a:r>
          </a:p>
          <a:p>
            <a:r>
              <a:rPr lang="zh-CN" altLang="zh-CN" sz="1200" kern="1200" dirty="0">
                <a:solidFill>
                  <a:schemeClr val="tx1"/>
                </a:solidFill>
                <a:effectLst/>
                <a:latin typeface="+mn-lt"/>
                <a:ea typeface="+mn-ea"/>
                <a:cs typeface="+mn-cs"/>
              </a:rPr>
              <a:t>观察此段经文，我们可以看到这段经文重复最多的两个词是“病了”和“痊愈”。</a:t>
            </a:r>
          </a:p>
          <a:p>
            <a:r>
              <a:rPr lang="zh-CN" altLang="zh-CN" sz="1200" kern="1200" dirty="0">
                <a:solidFill>
                  <a:schemeClr val="tx1"/>
                </a:solidFill>
                <a:effectLst/>
                <a:latin typeface="+mn-lt"/>
                <a:ea typeface="+mn-ea"/>
                <a:cs typeface="+mn-cs"/>
              </a:rPr>
              <a:t>针对“病了”具体有“许多的病人”、“病了三十八年”、“病了许久”。而另外我们同样可以看到跟病相反的一个词就是“痊愈”，而整段这个词都是由耶稣作为主动者发出的，具体有“你要痊愈吗”、“立刻痊愈”、“使我痊愈”和“已经痊愈”等等。</a:t>
            </a:r>
          </a:p>
          <a:p>
            <a:r>
              <a:rPr lang="zh-CN" altLang="zh-CN" sz="1200" kern="1200" dirty="0">
                <a:solidFill>
                  <a:schemeClr val="tx1"/>
                </a:solidFill>
                <a:effectLst/>
                <a:latin typeface="+mn-lt"/>
                <a:ea typeface="+mn-ea"/>
                <a:cs typeface="+mn-cs"/>
              </a:rPr>
              <a:t>通过这两个词我们可以看到，这段经文有很强烈的对比感，一个未遇见耶稣的人他一无所有，有的仅仅是病，而遇见耶稣之后，我们能看到他有的是痊愈，彻底的、立刻的痊愈。</a:t>
            </a:r>
          </a:p>
          <a:p>
            <a:r>
              <a:rPr lang="zh-CN" altLang="zh-CN" sz="1200" kern="1200" dirty="0">
                <a:solidFill>
                  <a:schemeClr val="tx1"/>
                </a:solidFill>
                <a:effectLst/>
                <a:latin typeface="+mn-lt"/>
                <a:ea typeface="+mn-ea"/>
                <a:cs typeface="+mn-cs"/>
              </a:rPr>
              <a:t>句子：</a:t>
            </a:r>
          </a:p>
          <a:p>
            <a:r>
              <a:rPr lang="zh-CN" altLang="zh-CN" sz="1200" kern="1200" dirty="0">
                <a:solidFill>
                  <a:schemeClr val="tx1"/>
                </a:solidFill>
                <a:effectLst/>
                <a:latin typeface="+mn-lt"/>
                <a:ea typeface="+mn-ea"/>
                <a:cs typeface="+mn-cs"/>
              </a:rPr>
              <a:t>观察这段经文，我们可以看到两个主角各有一句很长的对话，对于三十八年的病人，他有一句（</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先生，水动的时候，没有人把我放在池子里；我正去的时候，就有别人比我先下去。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），对于耶稣也同样有一句（你要</a:t>
            </a:r>
            <a:r>
              <a:rPr lang="zh-CN" altLang="zh-CN" sz="1200" b="1" kern="1200" dirty="0">
                <a:solidFill>
                  <a:schemeClr val="tx1"/>
                </a:solidFill>
                <a:effectLst/>
                <a:latin typeface="+mn-lt"/>
                <a:ea typeface="+mn-ea"/>
                <a:cs typeface="+mn-cs"/>
              </a:rPr>
              <a:t>痊愈吗</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本段经文所记录的节期没有定论，旧约时代犹太人有三个节期一定要过的，即逾越节、五旬节、和住棚节。律法规定凡是住在耶路撒冷二十哩以内的成年男子都要守这些节期。有人说是逾越节，也有可能是圣殿节、五旬节。加尔文的观点，按照时间顺序这个节期应该理解为五旬节，这个节期不是本文的重点，我们暂且放过。</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同时本段经文所记录的三十八年的病人具体是什么病，经文病没有明确说明，但是从病人的叙述中，应该是行动不便方面的病症，这个也不是本文的重点，我们暂且放过。</a:t>
            </a:r>
          </a:p>
          <a:p>
            <a:r>
              <a:rPr lang="zh-CN" altLang="zh-CN" sz="1200" kern="1200" dirty="0">
                <a:solidFill>
                  <a:schemeClr val="tx1"/>
                </a:solidFill>
                <a:effectLst/>
                <a:latin typeface="+mn-lt"/>
                <a:ea typeface="+mn-ea"/>
                <a:cs typeface="+mn-cs"/>
              </a:rPr>
              <a:t>我们知道整本圣经是见证耶稣是基督是神的儿子，同样约翰福音也遵循这个目的。</a:t>
            </a:r>
          </a:p>
          <a:p>
            <a:r>
              <a:rPr lang="zh-CN" altLang="zh-CN" sz="1200" kern="1200" dirty="0">
                <a:solidFill>
                  <a:schemeClr val="tx1"/>
                </a:solidFill>
                <a:effectLst/>
                <a:latin typeface="+mn-lt"/>
                <a:ea typeface="+mn-ea"/>
                <a:cs typeface="+mn-cs"/>
              </a:rPr>
              <a:t>约翰福音第一章我们看到开篇就是太初有道，道与神同在，道就是神。这道太初与神同在，万物是借着祂造的，凡被造的没有一样不是借着祂被造的。生命在祂里面，这生命就是人的光，光照在黑暗里，黑暗却不接受光。到第</a:t>
            </a:r>
            <a:r>
              <a:rPr lang="en-US" altLang="zh-CN" sz="1200" kern="1200" dirty="0">
                <a:solidFill>
                  <a:schemeClr val="tx1"/>
                </a:solidFill>
                <a:effectLst/>
                <a:latin typeface="+mn-lt"/>
                <a:ea typeface="+mn-ea"/>
                <a:cs typeface="+mn-cs"/>
              </a:rPr>
              <a:t>14</a:t>
            </a:r>
            <a:r>
              <a:rPr lang="zh-CN" altLang="zh-CN" sz="1200" kern="1200" dirty="0">
                <a:solidFill>
                  <a:schemeClr val="tx1"/>
                </a:solidFill>
                <a:effectLst/>
                <a:latin typeface="+mn-lt"/>
                <a:ea typeface="+mn-ea"/>
                <a:cs typeface="+mn-cs"/>
              </a:rPr>
              <a:t>节，道成肉身，住在我们中间，充充满满有恩典，有真理。我们也见过他的荣光，正是父独生子的荣光。我们可以看到是施洗约翰对耶稣的见证，经文：看呢，神的羔羊，除去世人罪孽的。接下来就是耶稣呼召腓力和那单业，经文说：你们要看到天开了，神的使者上来下去在人子身上。</a:t>
            </a:r>
          </a:p>
          <a:p>
            <a:r>
              <a:rPr lang="zh-CN" altLang="zh-CN" sz="1200" kern="1200" dirty="0">
                <a:solidFill>
                  <a:schemeClr val="tx1"/>
                </a:solidFill>
                <a:effectLst/>
                <a:latin typeface="+mn-lt"/>
                <a:ea typeface="+mn-ea"/>
                <a:cs typeface="+mn-cs"/>
              </a:rPr>
              <a:t>第二章记载了迦拿的婚宴，耶稣把神变成酒。耶稣洁净圣殿，耶稣不把自己交给他们，因为他知道人心所存的。</a:t>
            </a:r>
          </a:p>
          <a:p>
            <a:r>
              <a:rPr lang="zh-CN" altLang="zh-CN" sz="1200" kern="1200" dirty="0">
                <a:solidFill>
                  <a:schemeClr val="tx1"/>
                </a:solidFill>
                <a:effectLst/>
                <a:latin typeface="+mn-lt"/>
                <a:ea typeface="+mn-ea"/>
                <a:cs typeface="+mn-cs"/>
              </a:rPr>
              <a:t>第三章记载了耶稣与尼哥底母的论道，并且明确提出：人若不重生就不能见神的国，人若不是从水和圣灵生的，就不能进神的国。信子的人有永生，不信子的人得不着永生，神的震怒常在他身上。</a:t>
            </a:r>
          </a:p>
          <a:p>
            <a:r>
              <a:rPr lang="zh-CN" altLang="zh-CN" sz="1200" kern="1200" dirty="0">
                <a:solidFill>
                  <a:schemeClr val="tx1"/>
                </a:solidFill>
                <a:effectLst/>
                <a:latin typeface="+mn-lt"/>
                <a:ea typeface="+mn-ea"/>
                <a:cs typeface="+mn-cs"/>
              </a:rPr>
              <a:t>第四章记载了耶稣撒玛利亚妇人论道，耶稣说，人若喝我所赐的水就永远不渴，我所赐的水要在他里面成为泉源直涌到永生，后来撒玛利亚人说：我们信不是因为你的话，是因为我们亲自听见了，知道这真是救世主。后来耶稣又医治了加利利大臣的儿子，经文记载：他自己和他全家就都信了。</a:t>
            </a:r>
          </a:p>
          <a:p>
            <a:r>
              <a:rPr lang="zh-CN" altLang="zh-CN" sz="1200" kern="1200" dirty="0">
                <a:solidFill>
                  <a:schemeClr val="tx1"/>
                </a:solidFill>
                <a:effectLst/>
                <a:latin typeface="+mn-lt"/>
                <a:ea typeface="+mn-ea"/>
                <a:cs typeface="+mn-cs"/>
              </a:rPr>
              <a:t>第五章记载了毕士大池子病人得医治后来描述了耶稣圣子的权柄和为耶稣做见证的父。</a:t>
            </a:r>
          </a:p>
          <a:p>
            <a:r>
              <a:rPr lang="zh-CN" altLang="zh-CN" sz="1200" kern="1200" dirty="0">
                <a:solidFill>
                  <a:schemeClr val="tx1"/>
                </a:solidFill>
                <a:effectLst/>
                <a:latin typeface="+mn-lt"/>
                <a:ea typeface="+mn-ea"/>
                <a:cs typeface="+mn-cs"/>
              </a:rPr>
              <a:t>第六章记载了五千人吃饱，并且耶稣是生命的粮，耶稣说：我就是生命的粮，到我这里来的，必定不饿，信我的永远不渴。又说：我的肉真是可吃的，我的血真是可喝的，吃我肉喝我血的人常在我里面，我也常在他里面。</a:t>
            </a:r>
          </a:p>
          <a:p>
            <a:r>
              <a:rPr lang="zh-CN" altLang="zh-CN" sz="1200" kern="1200" dirty="0">
                <a:solidFill>
                  <a:schemeClr val="tx1"/>
                </a:solidFill>
                <a:effectLst/>
                <a:latin typeface="+mn-lt"/>
                <a:ea typeface="+mn-ea"/>
                <a:cs typeface="+mn-cs"/>
              </a:rPr>
              <a:t>最后一段是整个约翰福音的高潮也是整本圣经中心即彼得的宣告：主啊，你有永生之道，我们还归从谁呢？我们已经信了又知道你是神的圣者。</a:t>
            </a:r>
          </a:p>
          <a:p>
            <a:r>
              <a:rPr lang="zh-CN" altLang="zh-CN" sz="1200" kern="1200" dirty="0">
                <a:solidFill>
                  <a:schemeClr val="tx1"/>
                </a:solidFill>
                <a:effectLst/>
                <a:latin typeface="+mn-lt"/>
                <a:ea typeface="+mn-ea"/>
                <a:cs typeface="+mn-cs"/>
              </a:rPr>
              <a:t>所以从整卷书的脉络来看，都在见证耶稣是基督，神的圣者。而我们在来到本段，我们看到这段毕士大池边的医治一方面是见证基督，另外一方面也是教导我们神对人的医治。</a:t>
            </a:r>
          </a:p>
          <a:p>
            <a:pPr eaLnBrk="1" hangingPunct="1">
              <a:spcBef>
                <a:spcPct val="0"/>
              </a:spcBef>
            </a:pPr>
            <a:endParaRPr lang="en-US" altLang="zh-CN" dirty="0"/>
          </a:p>
        </p:txBody>
      </p:sp>
      <p:sp>
        <p:nvSpPr>
          <p:cNvPr id="6148" name="灯片编号占位符 3">
            <a:extLst>
              <a:ext uri="{FF2B5EF4-FFF2-40B4-BE49-F238E27FC236}">
                <a16:creationId xmlns=""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147" name="备注占位符 2">
            <a:extLst>
              <a:ext uri="{FF2B5EF4-FFF2-40B4-BE49-F238E27FC236}">
                <a16:creationId xmlns="" xmlns:a16="http://schemas.microsoft.com/office/drawing/2014/main" id="{3C4017DF-A48A-431C-B0D6-691FA87AA52A}"/>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福音的源头是神，福音的信息是从神儿来，而非人意所发明的，同时保罗在经文中多出强调了启示性的信息。在经文</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11~12</a:t>
            </a:r>
            <a:r>
              <a:rPr lang="zh-CN" altLang="zh-CN" sz="1200" kern="1200" dirty="0">
                <a:solidFill>
                  <a:schemeClr val="tx1"/>
                </a:solidFill>
                <a:effectLst/>
                <a:latin typeface="+mn-lt"/>
                <a:ea typeface="+mn-ea"/>
                <a:cs typeface="+mn-cs"/>
              </a:rPr>
              <a:t>节，</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节，</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节都分别说到保罗所传的福音信息是受启示而来的。</a:t>
            </a: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11~12</a:t>
            </a:r>
            <a:r>
              <a:rPr lang="zh-CN" altLang="zh-CN" sz="1200" kern="1200" dirty="0">
                <a:solidFill>
                  <a:schemeClr val="tx1"/>
                </a:solidFill>
                <a:effectLst/>
                <a:latin typeface="+mn-lt"/>
                <a:ea typeface="+mn-ea"/>
                <a:cs typeface="+mn-cs"/>
              </a:rPr>
              <a:t>节：“弟兄们，我告诉你们，我素来所传的福音，不是出于人的意思。因为我不是从人领受的，也不是人教导我的，乃是从耶稣基督启示来的。”经文中说，素来所传的福音不是出于人的意思，也不是从人领受和教导的，乃是从耶稣基督启示而来。那么保罗被启示了什么福音信息呢？前面第</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节说【基督照我们父神的旨意为我们的罪舍己，要救我们脱离这罪恶的世代】，林前</a:t>
            </a:r>
            <a:r>
              <a:rPr lang="en-US" altLang="zh-CN" sz="1200" kern="1200" dirty="0">
                <a:solidFill>
                  <a:schemeClr val="tx1"/>
                </a:solidFill>
                <a:effectLst/>
                <a:latin typeface="+mn-lt"/>
                <a:ea typeface="+mn-ea"/>
                <a:cs typeface="+mn-cs"/>
              </a:rPr>
              <a:t>15</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3~4</a:t>
            </a:r>
            <a:r>
              <a:rPr lang="zh-CN" altLang="zh-CN" sz="1200" kern="1200" dirty="0">
                <a:solidFill>
                  <a:schemeClr val="tx1"/>
                </a:solidFill>
                <a:effectLst/>
                <a:latin typeface="+mn-lt"/>
                <a:ea typeface="+mn-ea"/>
                <a:cs typeface="+mn-cs"/>
              </a:rPr>
              <a:t>节也说【就是基督照圣经所说，为我们的罪死了，而且埋葬了，又照圣经所说，第三天复活了】，这就是福音，他不是从人意来的，也不是人能发现或者发明的道理，而是神照圣经所说启示给我们，属于从上而下的启示，而非人意发明或者发现。我们通过了解现在宗教的各种得救之道，就能发现我们所信的神是多么的伟大和奇妙。他的福音也是人所不能想象和理解的。所以保罗在林前</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21~24</a:t>
            </a:r>
            <a:r>
              <a:rPr lang="zh-CN" altLang="zh-CN" sz="1200" kern="1200" dirty="0">
                <a:solidFill>
                  <a:schemeClr val="tx1"/>
                </a:solidFill>
                <a:effectLst/>
                <a:latin typeface="+mn-lt"/>
                <a:ea typeface="+mn-ea"/>
                <a:cs typeface="+mn-cs"/>
              </a:rPr>
              <a:t>节中说：“</a:t>
            </a:r>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世人凭自己的智慧，既不认识　神，　神就乐意用人所当作愚拙的道理拯救那些信的人，这就是　神的智慧了。</a:t>
            </a:r>
            <a:r>
              <a:rPr lang="en-US" altLang="zh-CN" sz="1200" kern="1200" dirty="0">
                <a:solidFill>
                  <a:schemeClr val="tx1"/>
                </a:solidFill>
                <a:effectLst/>
                <a:latin typeface="+mn-lt"/>
                <a:ea typeface="+mn-ea"/>
                <a:cs typeface="+mn-cs"/>
              </a:rPr>
              <a:t>22 </a:t>
            </a:r>
            <a:r>
              <a:rPr lang="zh-CN" altLang="zh-CN" sz="1200" kern="1200" dirty="0">
                <a:solidFill>
                  <a:schemeClr val="tx1"/>
                </a:solidFill>
                <a:effectLst/>
                <a:latin typeface="+mn-lt"/>
                <a:ea typeface="+mn-ea"/>
                <a:cs typeface="+mn-cs"/>
              </a:rPr>
              <a:t>犹太人是要神迹，希腊人是求智慧；</a:t>
            </a:r>
            <a:r>
              <a:rPr lang="en-US" altLang="zh-CN" sz="1200" kern="1200" dirty="0">
                <a:solidFill>
                  <a:schemeClr val="tx1"/>
                </a:solidFill>
                <a:effectLst/>
                <a:latin typeface="+mn-lt"/>
                <a:ea typeface="+mn-ea"/>
                <a:cs typeface="+mn-cs"/>
              </a:rPr>
              <a:t>23 </a:t>
            </a:r>
            <a:r>
              <a:rPr lang="zh-CN" altLang="zh-CN" sz="1200" kern="1200" dirty="0">
                <a:solidFill>
                  <a:schemeClr val="tx1"/>
                </a:solidFill>
                <a:effectLst/>
                <a:latin typeface="+mn-lt"/>
                <a:ea typeface="+mn-ea"/>
                <a:cs typeface="+mn-cs"/>
              </a:rPr>
              <a:t>我们却是传钉十字架的基督。在犹太人为绊脚石，在外邦人为愚拙，</a:t>
            </a:r>
            <a:r>
              <a:rPr lang="en-US" altLang="zh-CN" sz="1200" kern="1200" dirty="0">
                <a:solidFill>
                  <a:schemeClr val="tx1"/>
                </a:solidFill>
                <a:effectLst/>
                <a:latin typeface="+mn-lt"/>
                <a:ea typeface="+mn-ea"/>
                <a:cs typeface="+mn-cs"/>
              </a:rPr>
              <a:t>24 </a:t>
            </a:r>
            <a:r>
              <a:rPr lang="zh-CN" altLang="zh-CN" sz="1200" kern="1200" dirty="0">
                <a:solidFill>
                  <a:schemeClr val="tx1"/>
                </a:solidFill>
                <a:effectLst/>
                <a:latin typeface="+mn-lt"/>
                <a:ea typeface="+mn-ea"/>
                <a:cs typeface="+mn-cs"/>
              </a:rPr>
              <a:t>但在那蒙召的，无论是犹太人、希腊人，基督总为　神的能力，　神的智慧。”世界三大宗教中佛教需要靠自己的修行，伊斯兰教也需要信徒的行为来赚取去天堂的门票，天主教传统太多，又靠行为又靠基督，类似于当时的加拉太教会里面的别的福音。而唯独基督教是单单依靠信来得蒙拯救的。所以我们从中也可以看到，人所发明的宗教一般都是依靠人自己的行为来赚取救恩，而神所启示的真理则是依靠神的恩典和怜悯来主动的拯救堕落的人。这就是神乐意用人所当做愚拙（</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，我们信的主已经被钉死在十字架上了，不是神。</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，得救之道太简单，只要信就可以得救。）的道理拯救我们这些信的人。在不信的人看来，不可行的事情，但是在神凡是都可行。</a:t>
            </a:r>
          </a:p>
          <a:p>
            <a:r>
              <a:rPr lang="zh-CN" altLang="zh-CN" sz="1200" kern="1200" dirty="0">
                <a:solidFill>
                  <a:schemeClr val="tx1"/>
                </a:solidFill>
                <a:effectLst/>
                <a:latin typeface="+mn-lt"/>
                <a:ea typeface="+mn-ea"/>
                <a:cs typeface="+mn-cs"/>
              </a:rPr>
              <a:t>从第</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节我们可以看到保罗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希奇</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加拉太教会的人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这么快</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离开</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藉着基督之恩召你们的</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也就是神。保罗希奇加拉太教会的人这么快，保罗在这句经文中希奇的是加拉太教会的人离开神的到速度之快，是离开的速度让保罗感到希奇。这同时也说明人的罪性，如不是神的恩典，人的本性就是喜欢悖逆神，离开神的恩典，用自己所谓的聪明来发明救恩。</a:t>
            </a:r>
          </a:p>
          <a:p>
            <a:r>
              <a:rPr lang="zh-CN" altLang="zh-CN" sz="1200" kern="1200" dirty="0">
                <a:solidFill>
                  <a:schemeClr val="tx1"/>
                </a:solidFill>
                <a:effectLst/>
                <a:latin typeface="+mn-lt"/>
                <a:ea typeface="+mn-ea"/>
                <a:cs typeface="+mn-cs"/>
              </a:rPr>
              <a:t>我们再来看“离开”的目标，保罗没有说加拉太人离开保罗自己所传的福音，而是很肯定的说加拉太人离开了“籍着基督之恩召你们的”神，也就意味着离开了从神而来的真正的福音。在本章的第</a:t>
            </a:r>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节保罗用很清楚的经文告诉加拉太人【我素来所传的福音，不是出于人的意思。因为我不是从人领受的，也不是人教导我的，乃是从耶稣基督启示来的】。后面保罗从两点来说明自己福音的正统性，一是保罗怎样成为使徒的经历，二是保罗被其他使徒接纳。保罗为什么使用了这么多的篇幅来讲述这些，就是要论证自己所传讲的福音是从神而来的，不是靠着人意发明的。保罗很清楚自己身份，他知道自己使徒的职分，他知道自己所传讲的是那位在大马色的路上光照他所托付给他的，所以他非常确信他所传讲的福音是从神儿来的。而人是不能发明真正的福音的，唯有神借着圣经的启示才可以给人真正的福音。</a:t>
            </a:r>
          </a:p>
          <a:p>
            <a:r>
              <a:rPr lang="zh-CN" altLang="zh-CN" sz="1200" kern="1200" dirty="0">
                <a:solidFill>
                  <a:schemeClr val="tx1"/>
                </a:solidFill>
                <a:effectLst/>
                <a:latin typeface="+mn-lt"/>
                <a:ea typeface="+mn-ea"/>
                <a:cs typeface="+mn-cs"/>
              </a:rPr>
              <a:t>保罗的福音信息是从天上启示儿来的，那我们看在加拉太传别的福音的人他们福音的源头从哪儿儿来呢？首先传别的福音的人是来到加拉太的犹太人，他们有着看似正确的教义，有着外人羡慕的宗教历史，有着正统的旧约律法。那这一切让加拉太教会的人感觉来源很正统。他们也就很自然相信了他们所传的福音信息。这就是类似</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节中所说“天上来的使者”，他们看中的是人的身份，人的传统和传福音者的能力，而非真正的神所启示的得救的信息。</a:t>
            </a:r>
          </a:p>
          <a:p>
            <a:r>
              <a:rPr lang="zh-CN" altLang="zh-CN" sz="1200" kern="1200" dirty="0">
                <a:solidFill>
                  <a:schemeClr val="tx1"/>
                </a:solidFill>
                <a:effectLst/>
                <a:latin typeface="+mn-lt"/>
                <a:ea typeface="+mn-ea"/>
                <a:cs typeface="+mn-cs"/>
              </a:rPr>
              <a:t>同时处在现在的我们也应该警醒，我们是否也“离开了那藉着基督之恩召我们的”，我们的眼目是否集中在神或者神的话语身上，我们是否被外在的光环所影响，被人的名望、金钱、能力或者地位所影响，而离开了神自己。加拉太人信从的是从犹太而来的信徒，可能被这些信徒的正宗出身而信服。因为连耶稣也说过【我们所拜的，我们知道，因为救恩是从犹太人出来的】（约翰福音</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22</a:t>
            </a:r>
            <a:r>
              <a:rPr lang="zh-CN" altLang="zh-CN" sz="1200" kern="1200" dirty="0">
                <a:solidFill>
                  <a:schemeClr val="tx1"/>
                </a:solidFill>
                <a:effectLst/>
                <a:latin typeface="+mn-lt"/>
                <a:ea typeface="+mn-ea"/>
                <a:cs typeface="+mn-cs"/>
              </a:rPr>
              <a:t>节）。但是保罗说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无论是我们，无论是天上来的使者</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，只要不同，就应当被</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咒诅</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是何等重的语气！你们相信从犹太而来的信徒，那么保罗在这里说，不要说从犹太来的信徒，即使是我保罗自己，【比我本国许多同岁的人更有长进，为我祖宗的遗传更加热心。】如果传不同的福音一样应当受咒诅。从人来的我们暂且不说，那么从天上来的使者如果传不一样的福音那该怎么样呢？那么从天上来的使者岂不是更有能力和让人更应该相信？天上来的使者他们可能带有更大的神迹奇事和能力，他们可以行很多人看为惊奇的事情。但是保罗同样很肯定的说，只要传不一样的福音就是当受咒诅的。这就彻底断绝了福音外在的因素。福音不在乎是谁传，多么有能力的人传，带着多么多的神迹奇事和异能，但是只要脱离基督那就是背离福音，该受咒诅。</a:t>
            </a:r>
          </a:p>
          <a:p>
            <a:r>
              <a:rPr lang="zh-CN" altLang="zh-CN" sz="1200" b="1" kern="1200" dirty="0">
                <a:solidFill>
                  <a:schemeClr val="tx1"/>
                </a:solidFill>
                <a:effectLst/>
                <a:latin typeface="+mn-lt"/>
                <a:ea typeface="+mn-ea"/>
                <a:cs typeface="+mn-cs"/>
              </a:rPr>
              <a:t>福音是需要被众教会所认同：</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9</a:t>
            </a:r>
            <a:r>
              <a:rPr lang="zh-CN" altLang="zh-CN" sz="1200" kern="1200" dirty="0">
                <a:solidFill>
                  <a:schemeClr val="tx1"/>
                </a:solidFill>
                <a:effectLst/>
                <a:latin typeface="+mn-lt"/>
                <a:ea typeface="+mn-ea"/>
                <a:cs typeface="+mn-cs"/>
              </a:rPr>
              <a:t>节中说“又知道所赐给我的恩典，那称为教会柱石的雅各、矶法、约翰，就向我和巴拿巴用右手行相交之礼”。这意味着保罗所传讲的福音，行右手相交之礼即被当时教会领袖雅各、彼得和约翰所接受，等价于被当时众教会所接受。我们知道教会分为大公教会和地方教会，大公教会是说从耶稣来教会建立到基督再来所有在神里面的教会统称为大公教会，而地方教会就是我们眼见的可以参与的教会。而所有在大公教会里面的每一间地方教会不可能所有的规章制度都一样，但是强调一点的是所有在大公教会里面的他们的核心教义是完全一样的。什么是核心教义：包括神论，基督论，救恩论等等，主要是指得救的道理这些都是一样的。比如说基督论，我们强调基督是神人二性的基督，而有的异端教会说，基督是处于神人之间的一个地位的基督如耶和华见证会，这就是异端。反过来说，涉及到非核心教义，每个地方教会可以不同，比如几点开始聚会，什么形式，用什么语言讲道等等。举个具体的例子，受洗的形式，圣经说“信而受洗的必然得救”，但是没有说怎么受洗，有的教会是采用点水礼，有的教会采用的是浸水礼，而有的教会则采用浇灌礼等等，由于这不是核心教会，所以都同样被接纳在大公教会中。同样，福音就是得救的根本道理，这是需要被众教会所认可的，保罗在这个地方强调了自己所传的被当时的教会领袖们所认可，并且被差遣到外邦人中传福音，这是说明保罗是被教会所认可并被教会所差遣的。</a:t>
            </a:r>
          </a:p>
          <a:p>
            <a:r>
              <a:rPr lang="zh-CN" altLang="zh-CN" sz="1200" kern="1200" dirty="0">
                <a:solidFill>
                  <a:schemeClr val="tx1"/>
                </a:solidFill>
                <a:effectLst/>
                <a:latin typeface="+mn-lt"/>
                <a:ea typeface="+mn-ea"/>
                <a:cs typeface="+mn-cs"/>
              </a:rPr>
              <a:t>保罗在第</a:t>
            </a:r>
            <a:r>
              <a:rPr lang="en-US" altLang="zh-CN" sz="1200" kern="1200" dirty="0">
                <a:solidFill>
                  <a:schemeClr val="tx1"/>
                </a:solidFill>
                <a:effectLst/>
                <a:latin typeface="+mn-lt"/>
                <a:ea typeface="+mn-ea"/>
                <a:cs typeface="+mn-cs"/>
              </a:rPr>
              <a:t>9</a:t>
            </a:r>
            <a:r>
              <a:rPr lang="zh-CN" altLang="zh-CN" sz="1200" kern="1200" dirty="0">
                <a:solidFill>
                  <a:schemeClr val="tx1"/>
                </a:solidFill>
                <a:effectLst/>
                <a:latin typeface="+mn-lt"/>
                <a:ea typeface="+mn-ea"/>
                <a:cs typeface="+mn-cs"/>
              </a:rPr>
              <a:t>节中重点强调“已经说了，现在又说”，说明保罗之前应该就已经提醒过加拉太人防备犹太人的教训。随着我们信仰的时间越来越长，我们对神的认识可能越来越丰富，同时神的真理我们可能懂的越来越多，但是最基本的真理是永远不变的，这就是圣经在耶利米书</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章【你们当站在路上察看，访问古道】，不是追寻新奇的知识，不是探究神秘的问题，不是发明新的得救之法，而是单单信靠圣经所启示出来的真正的福音信息，虽然看似简单，在不信的人看来是愚拙的，但是在信的人却是神的智慧。</a:t>
            </a:r>
            <a:endParaRPr lang="en-US" altLang="zh-CN" dirty="0"/>
          </a:p>
        </p:txBody>
      </p:sp>
      <p:sp>
        <p:nvSpPr>
          <p:cNvPr id="6148" name="灯片编号占位符 3">
            <a:extLst>
              <a:ext uri="{FF2B5EF4-FFF2-40B4-BE49-F238E27FC236}">
                <a16:creationId xmlns=""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3</a:t>
            </a:fld>
            <a:endParaRPr lang="zh-CN" altLang="en-US"/>
          </a:p>
        </p:txBody>
      </p:sp>
    </p:spTree>
    <p:extLst>
      <p:ext uri="{BB962C8B-B14F-4D97-AF65-F5344CB8AC3E}">
        <p14:creationId xmlns="" xmlns:p14="http://schemas.microsoft.com/office/powerpoint/2010/main" val="1665277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147" name="备注占位符 2">
            <a:extLst>
              <a:ext uri="{FF2B5EF4-FFF2-40B4-BE49-F238E27FC236}">
                <a16:creationId xmlns="" xmlns:a16="http://schemas.microsoft.com/office/drawing/2014/main" id="{3C4017DF-A48A-431C-B0D6-691FA87AA52A}"/>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福音只有一个，福音是清晰而明确，福音就是单信耶稣是基督。</a:t>
            </a:r>
          </a:p>
          <a:p>
            <a:r>
              <a:rPr lang="zh-CN" altLang="zh-CN" sz="1200" kern="1200" dirty="0">
                <a:solidFill>
                  <a:schemeClr val="tx1"/>
                </a:solidFill>
                <a:effectLst/>
                <a:latin typeface="+mn-lt"/>
                <a:ea typeface="+mn-ea"/>
                <a:cs typeface="+mn-cs"/>
              </a:rPr>
              <a:t>在经文</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16</a:t>
            </a:r>
            <a:r>
              <a:rPr lang="zh-CN" altLang="zh-CN" sz="1200" kern="1200" dirty="0">
                <a:solidFill>
                  <a:schemeClr val="tx1"/>
                </a:solidFill>
                <a:effectLst/>
                <a:latin typeface="+mn-lt"/>
                <a:ea typeface="+mn-ea"/>
                <a:cs typeface="+mn-cs"/>
              </a:rPr>
              <a:t>节中说“既知道人称义不是因行律法，乃是因信耶稣基督，连我们也信了基督耶稣，使我们因信基督称义，不因行律法称义，因为凡有血气的，没有一人因行律法称义。”经文说的很明白，就是人称义不是因行律法，就是靠信耶稣基督。连犹太人也是因信耶稣基督而称义，而非靠祖宗的遗传而称义。不是因遵守律法，不是依靠自己的行为，因为所有的人没有因行律法而可以称义的。</a:t>
            </a:r>
          </a:p>
          <a:p>
            <a:r>
              <a:rPr lang="zh-CN" altLang="zh-CN" sz="1200" kern="1200" dirty="0">
                <a:solidFill>
                  <a:schemeClr val="tx1"/>
                </a:solidFill>
                <a:effectLst/>
                <a:latin typeface="+mn-lt"/>
                <a:ea typeface="+mn-ea"/>
                <a:cs typeface="+mn-cs"/>
              </a:rPr>
              <a:t>在经文</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节中说“我们靠着圣灵，凭着信心，等候所盼望的义。</a:t>
            </a:r>
            <a:r>
              <a:rPr lang="en-US" altLang="zh-CN" sz="1200" kern="1200" dirty="0">
                <a:solidFill>
                  <a:schemeClr val="tx1"/>
                </a:solidFill>
                <a:effectLst/>
                <a:latin typeface="+mn-lt"/>
                <a:ea typeface="+mn-ea"/>
                <a:cs typeface="+mn-cs"/>
              </a:rPr>
              <a:t>6 </a:t>
            </a:r>
            <a:r>
              <a:rPr lang="zh-CN" altLang="zh-CN" sz="1200" kern="1200" dirty="0">
                <a:solidFill>
                  <a:schemeClr val="tx1"/>
                </a:solidFill>
                <a:effectLst/>
                <a:latin typeface="+mn-lt"/>
                <a:ea typeface="+mn-ea"/>
                <a:cs typeface="+mn-cs"/>
              </a:rPr>
              <a:t>原来在基督耶稣里，受割礼不受割礼全无功效，惟独使人生发仁爱的信心才有功效。”加拉太人“去从别的福音”，保罗首先对别的福音有清晰而肯定的定论就是“并不是福音”。</a:t>
            </a:r>
          </a:p>
          <a:p>
            <a:r>
              <a:rPr lang="zh-CN" altLang="zh-CN" sz="1200" kern="1200" dirty="0">
                <a:solidFill>
                  <a:schemeClr val="tx1"/>
                </a:solidFill>
                <a:effectLst/>
                <a:latin typeface="+mn-lt"/>
                <a:ea typeface="+mn-ea"/>
                <a:cs typeface="+mn-cs"/>
              </a:rPr>
              <a:t>那加拉太人所信从的别的福音到底是什么，跟保罗所传的有什么区别呢？前面我们从源头来做了讨论，先找我们从内容来看。我们从</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节“我只要问你们这一件：你们受了圣灵，是因行律法呢？是因听信福音呢？”跟</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节“弟兄们，我若仍旧传割礼，为什么还受逼迫呢？若是这样，那十字架讨厌的地方就没有了。”我们可以知道，那别的福音应该是在十字架即信耶稣再加上割礼的行为。</a:t>
            </a:r>
          </a:p>
          <a:p>
            <a:r>
              <a:rPr lang="zh-CN" altLang="zh-CN" sz="1200" kern="1200" dirty="0">
                <a:solidFill>
                  <a:schemeClr val="tx1"/>
                </a:solidFill>
                <a:effectLst/>
                <a:latin typeface="+mn-lt"/>
                <a:ea typeface="+mn-ea"/>
                <a:cs typeface="+mn-cs"/>
              </a:rPr>
              <a:t>到这里我们就知道加拉太人所信的所谓的福音是在信耶稣上再加上行割礼也就是遵守律法的行为。但是就这看似外添的一点，却让保罗大大的责备其所信的福音。尽管那别的福音仅仅是“更改了”“基督的福音”。保罗所传讲的“福音本是神的大能，要救一切相信的”（罗马书</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16</a:t>
            </a:r>
            <a:r>
              <a:rPr lang="zh-CN" altLang="zh-CN" sz="1200" kern="1200" dirty="0">
                <a:solidFill>
                  <a:schemeClr val="tx1"/>
                </a:solidFill>
                <a:effectLst/>
                <a:latin typeface="+mn-lt"/>
                <a:ea typeface="+mn-ea"/>
                <a:cs typeface="+mn-cs"/>
              </a:rPr>
              <a:t>节）。首先福音的发起者是神，而非人。福音是神能力的彰显，圣灵的重生的工作。【你们得救是本乎恩，也因着信。这并不是出于自己，乃是神所赐的；也不是出于行为，免得有人自夸。】（以弗所书</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节）圣经明确说到人得救是神白白的恩典，同时是圣灵重生让我们相信，而这个相信不是出于我们自己的能力，而是出于神的恩典。最后也可以看到不是出于行为，免的有人自夸。而犹太人恰恰因此而自夸，保罗在罗马书</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章中说犹太人【从律法中受了教训，就晓得神的旨意，也能分别是非】【在律法上有知识和真理的模范】【因为外面作犹太人的，不是真犹太人；外面肉身的割礼，也不是真割礼。惟有里面作的，才是真犹太人；真割礼也是心里的，在乎灵，不在乎仪文。】那么加拉太人所信靠更改了的</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福音</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就是基督再加上行割礼，这就跟真正的福音是背离的，这就是保罗所说的“并不是福音”。背离的福音是让人远离神的恩典，而靠自己的行为去赚取救恩，他让人得救不再是完全的依靠神，而是靠人的行为来获得救恩，自己就是自己的救主，不需要神，更深层次上说也不需要耶稣。这个跟之前保罗所传讲的福音是彻底的背离，完完全全的相反。</a:t>
            </a:r>
          </a:p>
          <a:p>
            <a:r>
              <a:rPr lang="zh-CN" altLang="zh-CN" sz="1200" kern="1200" dirty="0">
                <a:solidFill>
                  <a:schemeClr val="tx1"/>
                </a:solidFill>
                <a:effectLst/>
                <a:latin typeface="+mn-lt"/>
                <a:ea typeface="+mn-ea"/>
                <a:cs typeface="+mn-cs"/>
              </a:rPr>
              <a:t>罗马书</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24</a:t>
            </a:r>
            <a:r>
              <a:rPr lang="zh-CN" altLang="zh-CN" sz="1200" kern="1200" dirty="0">
                <a:solidFill>
                  <a:schemeClr val="tx1"/>
                </a:solidFill>
                <a:effectLst/>
                <a:latin typeface="+mn-lt"/>
                <a:ea typeface="+mn-ea"/>
                <a:cs typeface="+mn-cs"/>
              </a:rPr>
              <a:t>节中说“如今却蒙神的恩典，因基督耶稣的救赎，就白白的称义。”人得救是神的恩典，人得救是唯独依靠神的恩典白白的称义得生命的。但是加拉太的传别的福音的人却更改的福音的本质，人得救是要靠自己去遵守律法，然后再加上信靠耶稣。</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福音就是单单信靠，而非加上行为。那么我们成为神的儿女真的单单仅靠信耶稣就可以了吗？我想在我们罪人的思想里面并不是，我们罪人的思想往往还需要加上行为。因为我们罪人始终是想在得救的道路上依靠自己作些什么才感觉更加的安全和可靠。我们很多时候有一个误区，就是信耶稣再加上好的行为才能成为一个基督徒，就像加拉太人所信的别样的福音一样信耶稣再加上割礼，那么一个人如果仅仅是信如果没有好的行为他就不能算做一个基督徒。或许我们嘴上不说，但是我们的心里会嘀咕，他没有重生得救吧？耶稣在马太福音</a:t>
            </a:r>
            <a:r>
              <a:rPr lang="en-US" altLang="zh-CN" sz="1200" kern="1200" dirty="0">
                <a:solidFill>
                  <a:schemeClr val="tx1"/>
                </a:solidFill>
                <a:effectLst/>
                <a:latin typeface="+mn-lt"/>
                <a:ea typeface="+mn-ea"/>
                <a:cs typeface="+mn-cs"/>
              </a:rPr>
              <a:t>21</a:t>
            </a:r>
            <a:r>
              <a:rPr lang="zh-CN" altLang="zh-CN" sz="1200" kern="1200" dirty="0">
                <a:solidFill>
                  <a:schemeClr val="tx1"/>
                </a:solidFill>
                <a:effectLst/>
                <a:latin typeface="+mn-lt"/>
                <a:ea typeface="+mn-ea"/>
                <a:cs typeface="+mn-cs"/>
              </a:rPr>
              <a:t>章中说【“我实在告诉你们：税吏和娼妓倒比你们先进神的国。】税吏是当时被看为行为不好，敲诈勒索、强取豪夺等等，娼妓也是在行为上被人所诟病的，但是他们因着信，被拯救。而那些看似行为敬虔的文士和法利赛人却沉沦了。那么到底我们的行为做到什么地步才能被称为基督徒呢？所以犹太人说“你要得救，单单信耶稣是不够的，还需要遵守摩西的律法”。就是这样保罗跟犹太人有根本的冲突，保罗强调人得救就是神白白的恩典，不需要人任何的行为才能赚的救恩，但是犹太人唯恐人行为不好，在信耶稣上再加上律法，看似给神的荣耀上了保险，但是其实却是牢笼了人的自由给人带上了沉重的枷锁。</a:t>
            </a:r>
          </a:p>
          <a:p>
            <a:r>
              <a:rPr lang="zh-CN" altLang="zh-CN" sz="1200" kern="1200" dirty="0">
                <a:solidFill>
                  <a:schemeClr val="tx1"/>
                </a:solidFill>
                <a:effectLst/>
                <a:latin typeface="+mn-lt"/>
                <a:ea typeface="+mn-ea"/>
                <a:cs typeface="+mn-cs"/>
              </a:rPr>
              <a:t>所以两者的冲突字面上看似很小，其实却是无底的深渊。所以保罗很清晰肯定的说那不是基督的福音。</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我们再回到引言我们提出的问题加拉太教会发生什么问题？我们通过前面的分析了解到他们更改了福音，而更改的福音会导致人永远的沉沦不能得救，与神永远隔绝。所以保罗心里着急如同火烧，所以保罗为福音的缘故用词严厉，咒诅，割绝等等很多严厉的用词，但这不是为了保罗自己，而是为加拉太人的灵魂的益处。</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同样我们也是，我们有没有清楚正确的福音，我们有没有从根本上理解福音是神的莫大的恩典，而非我们可以做什么能赚取的。</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那我们改如何理解雅各书所说“信心没有行为是死的”呢？那么基督徒到底要不要有好的行为呢？这个问题是我们容易困惑的问题。其实只要把先后顺序摆顺就很容易明白了。首先我们人得救是不需要任何行为做依靠的，得救就是一个条件信耶稣。这个永远是正确且为一个真理。得救不需要加上行为，得救不需要加上传统和遗传，得救也不需要那位伟大的传道人给你讲解福音，得救仅需要你“口里承认，心里相信”耶稣是你的救主，生命的主。那么要不要有好的行为？我们说要，那是不是就是又陷入了加拉太人的境况了呢？我们说不是的。我们所说基督徒要有好的行为，是说的，你已经得救，你已经是神的儿女。我们既然是神的儿女，就要体贴神的心意，爱神，以基督的心为我们的心，我们知道律法是神的心意，所以我们愿意遵守律法来满足神的心意，而非靠守律法来赚取救恩，这个就是根本的区别，也是一个正确的逻辑顺序。但是我们又知道我们不可能完全遵守律法，所以每次我们犯罪得罪神，我们就更加的感恩，因为知道基督已经为我们成全了律法。我们所要做的就是认罪悔改依靠基督。</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所以总结一下：福音的源头是神，福音是信靠基督，福音完全是神的恩典。</a:t>
            </a:r>
            <a:endParaRPr lang="en-US" altLang="zh-CN" dirty="0"/>
          </a:p>
        </p:txBody>
      </p:sp>
      <p:sp>
        <p:nvSpPr>
          <p:cNvPr id="6148" name="灯片编号占位符 3">
            <a:extLst>
              <a:ext uri="{FF2B5EF4-FFF2-40B4-BE49-F238E27FC236}">
                <a16:creationId xmlns=""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4</a:t>
            </a:fld>
            <a:endParaRPr lang="zh-CN" altLang="en-US"/>
          </a:p>
        </p:txBody>
      </p:sp>
    </p:spTree>
    <p:extLst>
      <p:ext uri="{BB962C8B-B14F-4D97-AF65-F5344CB8AC3E}">
        <p14:creationId xmlns="" xmlns:p14="http://schemas.microsoft.com/office/powerpoint/2010/main" val="3390551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147" name="备注占位符 2">
            <a:extLst>
              <a:ext uri="{FF2B5EF4-FFF2-40B4-BE49-F238E27FC236}">
                <a16:creationId xmlns="" xmlns:a16="http://schemas.microsoft.com/office/drawing/2014/main" id="{3C4017DF-A48A-431C-B0D6-691FA87AA52A}"/>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kern="1200" dirty="0">
                <a:solidFill>
                  <a:schemeClr val="tx1"/>
                </a:solidFill>
                <a:effectLst/>
                <a:latin typeface="+mn-lt"/>
                <a:ea typeface="+mn-ea"/>
                <a:cs typeface="+mn-cs"/>
              </a:rPr>
              <a:t>10 </a:t>
            </a:r>
            <a:r>
              <a:rPr lang="zh-CN" altLang="zh-CN" sz="1200" kern="1200" dirty="0">
                <a:solidFill>
                  <a:schemeClr val="tx1"/>
                </a:solidFill>
                <a:effectLst/>
                <a:latin typeface="+mn-lt"/>
                <a:ea typeface="+mn-ea"/>
                <a:cs typeface="+mn-cs"/>
              </a:rPr>
              <a:t>我现在是要得人的心呢，还是要得　神的心呢？我岂是讨人的喜欢吗？若仍旧讨人的喜欢，我就不是基督的仆人了。</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保罗在多处经文中都强调他是基督的仆人，如罗马书</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章、腓立比书</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章和提多书</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章以及哥林多后书</a:t>
            </a:r>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章，在此保罗提及他是基督的仆人，就意味着他做仆人所做的事情，完全要顺服基督，他真实的传讲从神儿来信耶稣赦罪得救的道理。保罗在此强调他是基督的仆人，他要的是神的心，而非人的心。保罗在这里讲给加拉太人的福音就是单单的信靠耶稣，从加拉太人眼里看似轻省的担子，但是保罗明确说明他并不是为了要得加拉太人的心才传这看似轻省担子的福音，而恰恰相反，保罗要得神的心，保罗传福音并不是看人，而是单单看神。保罗在本卷书</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章第</a:t>
            </a:r>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节中在安提阿当面责备彼得【矶法到了安提阿，因他有可责之处，我就当面抵挡他】他也是要得神的心。无论何时保罗都以神的心为心，努力讨神的喜悦。</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罗马书</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16</a:t>
            </a:r>
            <a:r>
              <a:rPr lang="zh-CN" altLang="zh-CN" sz="1200" kern="1200" dirty="0">
                <a:solidFill>
                  <a:schemeClr val="tx1"/>
                </a:solidFill>
                <a:effectLst/>
                <a:latin typeface="+mn-lt"/>
                <a:ea typeface="+mn-ea"/>
                <a:cs typeface="+mn-cs"/>
              </a:rPr>
              <a:t>节所说真正的福音就是不要我们再做罪的奴仆，做真正神的顺命仆人，以至成圣得生命。首先我们要做的及时离弃罪，而归向圣洁的神。不再与世俗为伍，而努力追求圣洁，不在以世俗的三观来看待我们的人生，而是以圣经所教导的三观来看待我们的人生。就像罗马书</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节所说“随从肉体的人体贴肉体的事；随从圣灵的人体贴圣灵的事”。我们要随从圣灵体贴圣灵，讨神的喜悦来过我们的生活。</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我们作为神的儿女，作为被神独生爱子宝血所赎买回来的属神的儿女，我们内心是否真实是讨神的喜悦呢？当然我们必须说讨人的喜悦和讨神的喜悦不一定是冲突的，我们也希望我们能同时讨人的喜悦和神的喜悦，但是我们必须很清楚我们作为神的儿女，我们生活工作目的就是唯有讨神的喜悦。在我们的生活或者教会中，我们传讲的信息是否真的是把神放在第一位？我们面对慕道友是否敢勇敢的传讲罪及赦罪的真理，我们面对教会小组弟兄姊妹有过错我们是否凭爱心敢勇敢的发声，甚至当地位比我们高权利比我们大的人有过错，神给我们责任我们是否可以勇敢的站出来发声，忠于神的真理而可能生活在冲突之中。教会历史中亚那他修主教，一声经历</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个朝代，被流放</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次累计</a:t>
            </a:r>
            <a:r>
              <a:rPr lang="en-US" altLang="zh-CN" sz="1200" kern="1200" dirty="0">
                <a:solidFill>
                  <a:schemeClr val="tx1"/>
                </a:solidFill>
                <a:effectLst/>
                <a:latin typeface="+mn-lt"/>
                <a:ea typeface="+mn-ea"/>
                <a:cs typeface="+mn-cs"/>
              </a:rPr>
              <a:t>16</a:t>
            </a:r>
            <a:r>
              <a:rPr lang="zh-CN" altLang="zh-CN" sz="1200" kern="1200" dirty="0">
                <a:solidFill>
                  <a:schemeClr val="tx1"/>
                </a:solidFill>
                <a:effectLst/>
                <a:latin typeface="+mn-lt"/>
                <a:ea typeface="+mn-ea"/>
                <a:cs typeface="+mn-cs"/>
              </a:rPr>
              <a:t>年之久，但是他坚持真理，不妥协为三位一体教义打下了基础，成就了尼西亚信经。历史上的马克西姆修道士，一个人坚持耶稣的神人二性的真理，公元</a:t>
            </a:r>
            <a:r>
              <a:rPr lang="en-US" altLang="zh-CN" sz="1200" kern="1200" dirty="0">
                <a:solidFill>
                  <a:schemeClr val="tx1"/>
                </a:solidFill>
                <a:effectLst/>
                <a:latin typeface="+mn-lt"/>
                <a:ea typeface="+mn-ea"/>
                <a:cs typeface="+mn-cs"/>
              </a:rPr>
              <a:t>661</a:t>
            </a:r>
            <a:r>
              <a:rPr lang="zh-CN" altLang="zh-CN" sz="1200" kern="1200" dirty="0">
                <a:solidFill>
                  <a:schemeClr val="tx1"/>
                </a:solidFill>
                <a:effectLst/>
                <a:latin typeface="+mn-lt"/>
                <a:ea typeface="+mn-ea"/>
                <a:cs typeface="+mn-cs"/>
              </a:rPr>
              <a:t>处以极刑舌头被割除，右手也被切断并被流放，目的是为了不让他说话和写字，次年去世。他们都是为了坚持真理，做神的仆人而非人的仆人。这是我们的榜样，我们目前所遭遇的肯定远远小于他们，但是我们有没有按照圣经的教导来努力行出真理让基督得荣耀。</a:t>
            </a:r>
          </a:p>
          <a:p>
            <a:r>
              <a:rPr lang="zh-CN" altLang="zh-CN" sz="1200" kern="1200" dirty="0">
                <a:solidFill>
                  <a:schemeClr val="tx1"/>
                </a:solidFill>
                <a:effectLst/>
                <a:latin typeface="+mn-lt"/>
                <a:ea typeface="+mn-ea"/>
                <a:cs typeface="+mn-cs"/>
              </a:rPr>
              <a:t>保罗说我岂是要得人的喜欢，要讨好你们来让你们称赞和顺从别的福音呢，不，我不是这样，我是基督的仆人。保罗在此用反问的语句来强调他是基督的仆人。</a:t>
            </a:r>
          </a:p>
          <a:p>
            <a:r>
              <a:rPr lang="zh-CN" altLang="zh-CN" sz="1200" kern="1200" dirty="0">
                <a:solidFill>
                  <a:schemeClr val="tx1"/>
                </a:solidFill>
                <a:effectLst/>
                <a:latin typeface="+mn-lt"/>
                <a:ea typeface="+mn-ea"/>
                <a:cs typeface="+mn-cs"/>
              </a:rPr>
              <a:t>我们在本章经文中看到保罗的两个身份：保罗是使徒，所以他有权柄传讲福音，众人也理当相信他所传讲的福音。但是同时保罗又说他是基督的仆人，他凭借他自己不能做什么，他所做的仅仅是基督让他做的，所以他作为使徒身份所传讲的都是他作为基督仆人基督让他传讲的，再一次强调他所传讲的基督的福音的是从神儿来的，而非从人意而来。再次重申福音是从神而来，福音是神的大能，福音是单单因信称义，福音是做神的仆人而非做罪的仆人。</a:t>
            </a:r>
          </a:p>
          <a:p>
            <a:r>
              <a:rPr lang="zh-CN" altLang="zh-CN" sz="1200" kern="1200" dirty="0">
                <a:solidFill>
                  <a:schemeClr val="tx1"/>
                </a:solidFill>
                <a:effectLst/>
                <a:latin typeface="+mn-lt"/>
                <a:ea typeface="+mn-ea"/>
                <a:cs typeface="+mn-cs"/>
              </a:rPr>
              <a:t>愿我们能在新的一年中，能深入的学习福音，真实的传讲福音，切实的行出福音来让基督得荣耀，让我们的家人特别是回家的弟兄姊妹们，让自己的父母身边的亲戚朋友听闻福音，信靠福音，把荣耀归给神。</a:t>
            </a:r>
          </a:p>
        </p:txBody>
      </p:sp>
      <p:sp>
        <p:nvSpPr>
          <p:cNvPr id="6148" name="灯片编号占位符 3">
            <a:extLst>
              <a:ext uri="{FF2B5EF4-FFF2-40B4-BE49-F238E27FC236}">
                <a16:creationId xmlns=""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5</a:t>
            </a:fld>
            <a:endParaRPr lang="zh-CN" altLang="en-US"/>
          </a:p>
        </p:txBody>
      </p:sp>
    </p:spTree>
    <p:extLst>
      <p:ext uri="{BB962C8B-B14F-4D97-AF65-F5344CB8AC3E}">
        <p14:creationId xmlns="" xmlns:p14="http://schemas.microsoft.com/office/powerpoint/2010/main" val="3083355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147" name="备注占位符 2">
            <a:extLst>
              <a:ext uri="{FF2B5EF4-FFF2-40B4-BE49-F238E27FC236}">
                <a16:creationId xmlns="" xmlns:a16="http://schemas.microsoft.com/office/drawing/2014/main" id="{3C4017DF-A48A-431C-B0D6-691FA87AA52A}"/>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经文</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节很直接记录说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耶稣看见他躺着，知道他病了许久</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就是三十八年病人现在最真实的现状，他躺着、他病了许久、内心没有了盼望，相反却充满了嫉妒和抱怨等各样的罪。他甚至可能就是在单单等待死亡的来临。一个毫无盼望、毫无喜乐且行动不便的人。他在自己医治的事情上，毫无任何能力。他曾经想依靠别人的帮助被医治，但是失败了，“没有人把我放到”。他也曾经希望依靠自己的能力被医治，但是也失败了，“等我要下去的时候”。随着年龄越来越大，身体也越来越不方便，他能做的只能毫无盼望的等待。经文对他的描述是“躺着”，失去任何主动寻求机会的信心。他也已经知道凭借别人的帮助和自己的主动性已经不可能被医治，所以只能是毫无盼望的“躺着”。</a:t>
            </a:r>
          </a:p>
          <a:p>
            <a:r>
              <a:rPr lang="zh-CN" altLang="zh-CN" sz="1200" kern="1200" dirty="0">
                <a:solidFill>
                  <a:schemeClr val="tx1"/>
                </a:solidFill>
                <a:effectLst/>
                <a:latin typeface="+mn-lt"/>
                <a:ea typeface="+mn-ea"/>
                <a:cs typeface="+mn-cs"/>
              </a:rPr>
              <a:t>同样，我们把注意力回到今天我们的社会和我们自己，即使在未信主之前凭借我们生活常识我们也知道我们身上有各种的罪，我们内心会有嫉妒、骄傲、诡诈等等。我们希望我们能不嫉妒、不自夸。我们也努力去禁戒我们不做害羞的事，但是我们做不到。不说其他的就拿骄傲着一个问题来说，我们希望我们能不骄傲，但是我们知道任何人都能从自己身上找出骄傲的资本。举例说来：有人以自己的财产骄傲，有人以自己姣好面容骄傲，有人以自己好行为骄傲，有人以自己的知识学历骄傲等等，就是一个乞丐你问他也有骄傲的地方。这个就是我们的罪性所在。但是我们却禁戒不住自己的骄傲。这个就是我们在医治上毫无能力。你可能说如果拥有好的修养是不是会不骄傲，不会，即使你外在不表现出来，其实你的内心还是在骄傲。</a:t>
            </a:r>
          </a:p>
          <a:p>
            <a:r>
              <a:rPr lang="zh-CN" altLang="zh-CN" sz="1200" kern="1200" dirty="0">
                <a:solidFill>
                  <a:schemeClr val="tx1"/>
                </a:solidFill>
                <a:effectLst/>
                <a:latin typeface="+mn-lt"/>
                <a:ea typeface="+mn-ea"/>
                <a:cs typeface="+mn-cs"/>
              </a:rPr>
              <a:t>同样，我们在属灵的医治“生命得救”事情上也是如此，自从亚当夏娃犯罪被赶出伊甸园之后，我们人类在罪上就是全然堕落，罪已经污染了我们方方面面，我们在属灵上已经是一个“死人”，我们能有的仅仅是犯罪得罪神，在我们未重生得救之前，我们不能做任何神眼中看为善的事情，我们也不可能主动寻求那位至善至圣的神，我们在得救的事情上是毫无行动的能力，我们愿意自己享受那罪中之乐，我们喜欢犯罪，我们从未思想过要口称耶稣为主，我们认为我们自己就是主，我们骄傲、自满、自以为是等等。这就是我们未认识这位至高神之前我们的状态。那么为什么我们可以转回被医治呢？以致于得救成为神的儿女呢？或者我们回到经文，为什么这个三十八年的瘫子被神所医治呢？</a:t>
            </a:r>
          </a:p>
          <a:p>
            <a:r>
              <a:rPr lang="en-US" altLang="zh-CN" sz="1200" b="1" kern="1200" dirty="0">
                <a:solidFill>
                  <a:schemeClr val="tx1"/>
                </a:solidFill>
                <a:effectLst/>
                <a:latin typeface="+mn-lt"/>
                <a:ea typeface="+mn-ea"/>
                <a:cs typeface="+mn-cs"/>
              </a:rPr>
              <a:t>B</a:t>
            </a:r>
            <a:r>
              <a:rPr lang="zh-CN" altLang="zh-CN" sz="1200" b="1" kern="1200" dirty="0">
                <a:solidFill>
                  <a:schemeClr val="tx1"/>
                </a:solidFill>
                <a:effectLst/>
                <a:latin typeface="+mn-lt"/>
                <a:ea typeface="+mn-ea"/>
                <a:cs typeface="+mn-cs"/>
              </a:rPr>
              <a:t>、耶稣主动寻找失丧的人</a:t>
            </a:r>
          </a:p>
          <a:p>
            <a:r>
              <a:rPr lang="zh-CN" altLang="zh-CN" sz="1200" kern="1200" dirty="0">
                <a:solidFill>
                  <a:schemeClr val="tx1"/>
                </a:solidFill>
                <a:effectLst/>
                <a:latin typeface="+mn-lt"/>
                <a:ea typeface="+mn-ea"/>
                <a:cs typeface="+mn-cs"/>
              </a:rPr>
              <a:t>经文第</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节“耶稣看见他躺着，知道他病了许久”，甚至耶稣可能是专门来到毕士大池子来找寻他，基督是神，他清楚他所有的情况。耶稣主动来到他面前，耶稣主动开口问他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你要痊愈吗？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简短的问话触及了这个病人的心灵。耶稣的问话是直接切入人心腹，他了解人的需要，躺了三十八年的病人最需要的是痊愈，所以耶稣主动且直接向这个病人发问。而我们这灵性瞎眼瘸腿的人最需要的是主的恩典，但是这恩典不是我们自己愿意去找寻的，除非基督主动找寻我们，否则我们还在那错误的池子旁边苦苦等待蒙怜悯。圣经中所记载的医治有的是病人呼求耶稣的医治，有的是基督主动发出医治。而这个是耶稣主动去毕士大池子旁边医治这个三十八年的瘫子，这个神迹耶稣是主动者，他主动寻找被需要被医治的人，按着他的主权他主动医治需要的人。还有一个跟他比较类似的就是撒玛利亚妇人，她也是耶稣主动找到她来传福音给她。</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你要痊愈吗？”这个也是主问我们所有人的问题，我们在未预见耶稣之前，我们渴望痊愈、渴望被爱、渴望身体得痊愈，但是我们却得不到。我们不能凭我们已有的知识、能力或财力得到医治，我们有的是装满了各样不义</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满心是嫉妒、凶杀、争竞、诡诈，我们希望得到是自己欲望的满足，但是我们却得不到。我们希望用各种各样的欲望填满我们自己的内心，但是却发现我们自己内心是个无底洞，他越来越吞噬着我们自己。我们开始失望，就像那个三十八年的病人在一次一次的失望中我们开始绝望，我们没有了依靠和盼望，我们进入出生入死的境界。唯有耶稣来到我们面前，他简单直接的问题来问我们，“你要痊愈吗？”你要得着医治吗？这个不是我们自己可以找寻的，是神的恩典在创世之初就预定拣选我们成为他蒙爱的儿女，从而进入他圣洁的国度。</a:t>
            </a:r>
          </a:p>
          <a:p>
            <a:r>
              <a:rPr lang="zh-CN" altLang="zh-CN" sz="1200" kern="1200" dirty="0">
                <a:solidFill>
                  <a:schemeClr val="tx1"/>
                </a:solidFill>
                <a:effectLst/>
                <a:latin typeface="+mn-lt"/>
                <a:ea typeface="+mn-ea"/>
                <a:cs typeface="+mn-cs"/>
              </a:rPr>
              <a:t>现在耶稣对我们每个人发出了邀请“你要痊愈吗？”，我们需要再次问我们自己，我们生命是否真正被耶稣所医治，我们是否跟耶稣真正有生命的联结。</a:t>
            </a:r>
          </a:p>
          <a:p>
            <a:r>
              <a:rPr lang="zh-CN" altLang="zh-CN" sz="1200" kern="1200" dirty="0">
                <a:solidFill>
                  <a:schemeClr val="tx1"/>
                </a:solidFill>
                <a:effectLst/>
                <a:latin typeface="+mn-lt"/>
                <a:ea typeface="+mn-ea"/>
                <a:cs typeface="+mn-cs"/>
              </a:rPr>
              <a:t>经文中三十八年病人并没有正面回答耶稣，而是说了一些不相干的话，我们来看耶稣是否真正医治了这个病人？那接下来具体发生了什么？</a:t>
            </a:r>
          </a:p>
          <a:p>
            <a:pPr eaLnBrk="1" hangingPunct="1">
              <a:spcBef>
                <a:spcPct val="0"/>
              </a:spcBef>
            </a:pPr>
            <a:endParaRPr lang="en-US" altLang="zh-CN" dirty="0"/>
          </a:p>
        </p:txBody>
      </p:sp>
      <p:sp>
        <p:nvSpPr>
          <p:cNvPr id="6148" name="灯片编号占位符 3">
            <a:extLst>
              <a:ext uri="{FF2B5EF4-FFF2-40B4-BE49-F238E27FC236}">
                <a16:creationId xmlns=""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6</a:t>
            </a:fld>
            <a:endParaRPr lang="zh-CN" altLang="en-US"/>
          </a:p>
        </p:txBody>
      </p:sp>
    </p:spTree>
    <p:extLst>
      <p:ext uri="{BB962C8B-B14F-4D97-AF65-F5344CB8AC3E}">
        <p14:creationId xmlns="" xmlns:p14="http://schemas.microsoft.com/office/powerpoint/2010/main" val="4247386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 xmlns:a16="http://schemas.microsoft.com/office/drawing/2014/main" id="{15F2983B-D420-4632-8957-D097E0831B1C}"/>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 xmlns:a16="http://schemas.microsoft.com/office/drawing/2014/main" id="{0EC511B7-02F2-47CA-9584-06EE5B5A7AFC}"/>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 xmlns:a16="http://schemas.microsoft.com/office/drawing/2014/main" id="{7C4A4387-CACF-4109-926C-A66A58C99899}"/>
              </a:ext>
            </a:extLst>
          </p:cNvPr>
          <p:cNvSpPr>
            <a:spLocks noGrp="1" noChangeArrowheads="1"/>
          </p:cNvSpPr>
          <p:nvPr>
            <p:ph type="sldNum" sz="quarter" idx="12"/>
          </p:nvPr>
        </p:nvSpPr>
        <p:spPr>
          <a:ln/>
        </p:spPr>
        <p:txBody>
          <a:bodyPr/>
          <a:lstStyle>
            <a:lvl1pPr>
              <a:defRPr/>
            </a:lvl1pPr>
          </a:lstStyle>
          <a:p>
            <a:pPr>
              <a:defRPr/>
            </a:pPr>
            <a:fld id="{78488E35-BAE7-45D4-BD06-7FC34383A799}" type="slidenum">
              <a:rPr lang="es-ES" altLang="zh-CN"/>
              <a:pPr>
                <a:defRPr/>
              </a:pPr>
              <a:t>‹#›</a:t>
            </a:fld>
            <a:endParaRPr lang="es-ES" altLang="zh-CN"/>
          </a:p>
        </p:txBody>
      </p:sp>
    </p:spTree>
    <p:extLst>
      <p:ext uri="{BB962C8B-B14F-4D97-AF65-F5344CB8AC3E}">
        <p14:creationId xmlns="" xmlns:p14="http://schemas.microsoft.com/office/powerpoint/2010/main" val="493673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1938"/>
            <a:ext cx="8229600" cy="1143000"/>
          </a:xfrm>
        </p:spPr>
        <p:txBody>
          <a:bodyPr/>
          <a:lstStyle>
            <a:lvl1pPr>
              <a:defRPr>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solidFill>
                  <a:schemeClr val="bg1"/>
                </a:solidFill>
                <a:latin typeface="微软雅黑" panose="020B0503020204020204" pitchFamily="34" charset="-122"/>
                <a:ea typeface="微软雅黑" panose="020B0503020204020204" pitchFamily="34" charset="-122"/>
              </a:defRPr>
            </a:lvl1pPr>
            <a:lvl2pPr>
              <a:defRPr>
                <a:solidFill>
                  <a:schemeClr val="bg1"/>
                </a:solidFill>
                <a:latin typeface="微软雅黑" panose="020B0503020204020204" pitchFamily="34" charset="-122"/>
                <a:ea typeface="微软雅黑" panose="020B0503020204020204" pitchFamily="34" charset="-122"/>
              </a:defRPr>
            </a:lvl2pPr>
            <a:lvl3pPr>
              <a:defRPr>
                <a:solidFill>
                  <a:schemeClr val="bg1"/>
                </a:solidFill>
                <a:latin typeface="微软雅黑" panose="020B0503020204020204" pitchFamily="34" charset="-122"/>
                <a:ea typeface="微软雅黑" panose="020B0503020204020204" pitchFamily="34" charset="-122"/>
              </a:defRPr>
            </a:lvl3pPr>
            <a:lvl4pPr>
              <a:defRPr>
                <a:solidFill>
                  <a:schemeClr val="bg1"/>
                </a:solidFill>
                <a:latin typeface="微软雅黑" panose="020B0503020204020204" pitchFamily="34" charset="-122"/>
                <a:ea typeface="微软雅黑" panose="020B0503020204020204" pitchFamily="34" charset="-122"/>
              </a:defRPr>
            </a:lvl4pPr>
            <a:lvl5pPr>
              <a:defRPr>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 xmlns:a16="http://schemas.microsoft.com/office/drawing/2014/main" id="{3F31DBBB-1397-49C2-BFDB-19E2BBD6CB56}"/>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 xmlns:a16="http://schemas.microsoft.com/office/drawing/2014/main" id="{42535772-B1A0-41CC-A2B4-84BE1ADAB68F}"/>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 xmlns:a16="http://schemas.microsoft.com/office/drawing/2014/main" id="{002CFD53-CF8B-4B2A-9BDD-68139D201822}"/>
              </a:ext>
            </a:extLst>
          </p:cNvPr>
          <p:cNvSpPr>
            <a:spLocks noGrp="1" noChangeArrowheads="1"/>
          </p:cNvSpPr>
          <p:nvPr>
            <p:ph type="sldNum" sz="quarter" idx="12"/>
          </p:nvPr>
        </p:nvSpPr>
        <p:spPr>
          <a:ln/>
        </p:spPr>
        <p:txBody>
          <a:bodyPr/>
          <a:lstStyle>
            <a:lvl1pPr>
              <a:defRPr/>
            </a:lvl1pPr>
          </a:lstStyle>
          <a:p>
            <a:pPr>
              <a:defRPr/>
            </a:pPr>
            <a:fld id="{1CD78F9C-AB71-4B0C-AA10-B844AADCEB42}" type="slidenum">
              <a:rPr lang="es-ES" altLang="zh-CN"/>
              <a:pPr>
                <a:defRPr/>
              </a:pPr>
              <a:t>‹#›</a:t>
            </a:fld>
            <a:endParaRPr lang="es-ES" altLang="zh-CN"/>
          </a:p>
        </p:txBody>
      </p:sp>
    </p:spTree>
    <p:extLst>
      <p:ext uri="{BB962C8B-B14F-4D97-AF65-F5344CB8AC3E}">
        <p14:creationId xmlns="" xmlns:p14="http://schemas.microsoft.com/office/powerpoint/2010/main" val="3241204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atin typeface="+mn-ea"/>
                <a:ea typeface="+mn-ea"/>
              </a:defRPr>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dirty="0"/>
              <a:t>单击此处编辑母版文本样式</a:t>
            </a:r>
          </a:p>
        </p:txBody>
      </p:sp>
      <p:sp>
        <p:nvSpPr>
          <p:cNvPr id="4" name="Rectangle 4">
            <a:extLst>
              <a:ext uri="{FF2B5EF4-FFF2-40B4-BE49-F238E27FC236}">
                <a16:creationId xmlns="" xmlns:a16="http://schemas.microsoft.com/office/drawing/2014/main" id="{9F41CD45-CF44-4D8E-806C-21CD179D99C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 xmlns:a16="http://schemas.microsoft.com/office/drawing/2014/main" id="{9F9C0A1B-A467-49D9-A8A3-6A6F9CAC3C2E}"/>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 xmlns:a16="http://schemas.microsoft.com/office/drawing/2014/main" id="{21B35E12-403C-46AC-9BC2-64EF81D7AE5B}"/>
              </a:ext>
            </a:extLst>
          </p:cNvPr>
          <p:cNvSpPr>
            <a:spLocks noGrp="1" noChangeArrowheads="1"/>
          </p:cNvSpPr>
          <p:nvPr>
            <p:ph type="sldNum" sz="quarter" idx="12"/>
          </p:nvPr>
        </p:nvSpPr>
        <p:spPr>
          <a:ln/>
        </p:spPr>
        <p:txBody>
          <a:bodyPr/>
          <a:lstStyle>
            <a:lvl1pPr>
              <a:defRPr/>
            </a:lvl1pPr>
          </a:lstStyle>
          <a:p>
            <a:pPr>
              <a:defRPr/>
            </a:pPr>
            <a:fld id="{052D12B0-91D6-4193-92AD-67CB04DF2432}" type="slidenum">
              <a:rPr lang="es-ES" altLang="zh-CN"/>
              <a:pPr>
                <a:defRPr/>
              </a:pPr>
              <a:t>‹#›</a:t>
            </a:fld>
            <a:endParaRPr lang="es-ES" altLang="zh-CN"/>
          </a:p>
        </p:txBody>
      </p:sp>
    </p:spTree>
    <p:extLst>
      <p:ext uri="{BB962C8B-B14F-4D97-AF65-F5344CB8AC3E}">
        <p14:creationId xmlns="" xmlns:p14="http://schemas.microsoft.com/office/powerpoint/2010/main" val="3107802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 xmlns:a16="http://schemas.microsoft.com/office/drawing/2014/main" id="{8A51105F-87CB-4064-877E-5230DED796B4}"/>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6" name="Rectangle 5">
            <a:extLst>
              <a:ext uri="{FF2B5EF4-FFF2-40B4-BE49-F238E27FC236}">
                <a16:creationId xmlns="" xmlns:a16="http://schemas.microsoft.com/office/drawing/2014/main" id="{F3DD6787-9F21-4353-BAE7-560A8D1D366E}"/>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7" name="Rectangle 6">
            <a:extLst>
              <a:ext uri="{FF2B5EF4-FFF2-40B4-BE49-F238E27FC236}">
                <a16:creationId xmlns="" xmlns:a16="http://schemas.microsoft.com/office/drawing/2014/main" id="{427353BA-8F27-4D6C-AD50-B6EB475ED99F}"/>
              </a:ext>
            </a:extLst>
          </p:cNvPr>
          <p:cNvSpPr>
            <a:spLocks noGrp="1" noChangeArrowheads="1"/>
          </p:cNvSpPr>
          <p:nvPr>
            <p:ph type="sldNum" sz="quarter" idx="12"/>
          </p:nvPr>
        </p:nvSpPr>
        <p:spPr>
          <a:ln/>
        </p:spPr>
        <p:txBody>
          <a:bodyPr/>
          <a:lstStyle>
            <a:lvl1pPr>
              <a:defRPr/>
            </a:lvl1pPr>
          </a:lstStyle>
          <a:p>
            <a:pPr>
              <a:defRPr/>
            </a:pPr>
            <a:fld id="{F7CA7591-EAEA-426F-A6CF-9BF515447587}" type="slidenum">
              <a:rPr lang="es-ES" altLang="zh-CN"/>
              <a:pPr>
                <a:defRPr/>
              </a:pPr>
              <a:t>‹#›</a:t>
            </a:fld>
            <a:endParaRPr lang="es-ES" altLang="zh-CN"/>
          </a:p>
        </p:txBody>
      </p:sp>
    </p:spTree>
    <p:extLst>
      <p:ext uri="{BB962C8B-B14F-4D97-AF65-F5344CB8AC3E}">
        <p14:creationId xmlns="" xmlns:p14="http://schemas.microsoft.com/office/powerpoint/2010/main" val="1097497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 xmlns:a16="http://schemas.microsoft.com/office/drawing/2014/main" id="{154C4882-4030-4551-AF2A-604B13C147E6}"/>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8" name="Rectangle 5">
            <a:extLst>
              <a:ext uri="{FF2B5EF4-FFF2-40B4-BE49-F238E27FC236}">
                <a16:creationId xmlns="" xmlns:a16="http://schemas.microsoft.com/office/drawing/2014/main" id="{005574A5-382E-4CDB-BF34-04C7C8D1D24A}"/>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9" name="Rectangle 6">
            <a:extLst>
              <a:ext uri="{FF2B5EF4-FFF2-40B4-BE49-F238E27FC236}">
                <a16:creationId xmlns="" xmlns:a16="http://schemas.microsoft.com/office/drawing/2014/main" id="{0B5DCB6A-E20F-482F-98C2-BEF1CF7CC890}"/>
              </a:ext>
            </a:extLst>
          </p:cNvPr>
          <p:cNvSpPr>
            <a:spLocks noGrp="1" noChangeArrowheads="1"/>
          </p:cNvSpPr>
          <p:nvPr>
            <p:ph type="sldNum" sz="quarter" idx="12"/>
          </p:nvPr>
        </p:nvSpPr>
        <p:spPr>
          <a:ln/>
        </p:spPr>
        <p:txBody>
          <a:bodyPr/>
          <a:lstStyle>
            <a:lvl1pPr>
              <a:defRPr/>
            </a:lvl1pPr>
          </a:lstStyle>
          <a:p>
            <a:pPr>
              <a:defRPr/>
            </a:pPr>
            <a:fld id="{9D3EA9D3-1937-4284-A088-A09838326C94}" type="slidenum">
              <a:rPr lang="es-ES" altLang="zh-CN"/>
              <a:pPr>
                <a:defRPr/>
              </a:pPr>
              <a:t>‹#›</a:t>
            </a:fld>
            <a:endParaRPr lang="es-ES" altLang="zh-CN"/>
          </a:p>
        </p:txBody>
      </p:sp>
    </p:spTree>
    <p:extLst>
      <p:ext uri="{BB962C8B-B14F-4D97-AF65-F5344CB8AC3E}">
        <p14:creationId xmlns="" xmlns:p14="http://schemas.microsoft.com/office/powerpoint/2010/main" val="2945339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 xmlns:a16="http://schemas.microsoft.com/office/drawing/2014/main" id="{B16D69BB-90D9-4D6E-9AD4-811AB804D37E}"/>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4" name="Rectangle 5">
            <a:extLst>
              <a:ext uri="{FF2B5EF4-FFF2-40B4-BE49-F238E27FC236}">
                <a16:creationId xmlns="" xmlns:a16="http://schemas.microsoft.com/office/drawing/2014/main" id="{1B29C593-DD8D-4D80-8DEA-E1AC9CE86416}"/>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5" name="Rectangle 6">
            <a:extLst>
              <a:ext uri="{FF2B5EF4-FFF2-40B4-BE49-F238E27FC236}">
                <a16:creationId xmlns="" xmlns:a16="http://schemas.microsoft.com/office/drawing/2014/main" id="{B24C40ED-72EF-41C5-9CE4-35B94B8CEBE1}"/>
              </a:ext>
            </a:extLst>
          </p:cNvPr>
          <p:cNvSpPr>
            <a:spLocks noGrp="1" noChangeArrowheads="1"/>
          </p:cNvSpPr>
          <p:nvPr>
            <p:ph type="sldNum" sz="quarter" idx="12"/>
          </p:nvPr>
        </p:nvSpPr>
        <p:spPr>
          <a:ln/>
        </p:spPr>
        <p:txBody>
          <a:bodyPr/>
          <a:lstStyle>
            <a:lvl1pPr>
              <a:defRPr/>
            </a:lvl1pPr>
          </a:lstStyle>
          <a:p>
            <a:pPr>
              <a:defRPr/>
            </a:pPr>
            <a:fld id="{CB24F1E1-55F5-4A59-AEE6-5BEEFA3D3611}" type="slidenum">
              <a:rPr lang="es-ES" altLang="zh-CN"/>
              <a:pPr>
                <a:defRPr/>
              </a:pPr>
              <a:t>‹#›</a:t>
            </a:fld>
            <a:endParaRPr lang="es-ES" altLang="zh-CN"/>
          </a:p>
        </p:txBody>
      </p:sp>
    </p:spTree>
    <p:extLst>
      <p:ext uri="{BB962C8B-B14F-4D97-AF65-F5344CB8AC3E}">
        <p14:creationId xmlns="" xmlns:p14="http://schemas.microsoft.com/office/powerpoint/2010/main" val="1405885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 xmlns:a16="http://schemas.microsoft.com/office/drawing/2014/main" id="{0B529430-00AB-4612-B492-F6FDB811182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3" name="Rectangle 5">
            <a:extLst>
              <a:ext uri="{FF2B5EF4-FFF2-40B4-BE49-F238E27FC236}">
                <a16:creationId xmlns="" xmlns:a16="http://schemas.microsoft.com/office/drawing/2014/main" id="{EAF8F7E6-1245-4F85-8FB1-7C120AE4508B}"/>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4" name="Rectangle 6">
            <a:extLst>
              <a:ext uri="{FF2B5EF4-FFF2-40B4-BE49-F238E27FC236}">
                <a16:creationId xmlns="" xmlns:a16="http://schemas.microsoft.com/office/drawing/2014/main" id="{62E633C2-7DB4-432C-B810-1C33BDFBC069}"/>
              </a:ext>
            </a:extLst>
          </p:cNvPr>
          <p:cNvSpPr>
            <a:spLocks noGrp="1" noChangeArrowheads="1"/>
          </p:cNvSpPr>
          <p:nvPr>
            <p:ph type="sldNum" sz="quarter" idx="12"/>
          </p:nvPr>
        </p:nvSpPr>
        <p:spPr>
          <a:ln/>
        </p:spPr>
        <p:txBody>
          <a:bodyPr/>
          <a:lstStyle>
            <a:lvl1pPr>
              <a:defRPr/>
            </a:lvl1pPr>
          </a:lstStyle>
          <a:p>
            <a:pPr>
              <a:defRPr/>
            </a:pPr>
            <a:fld id="{B0E49A2C-9CD2-4C7A-A1D2-3CBD16CC691A}" type="slidenum">
              <a:rPr lang="es-ES" altLang="zh-CN"/>
              <a:pPr>
                <a:defRPr/>
              </a:pPr>
              <a:t>‹#›</a:t>
            </a:fld>
            <a:endParaRPr lang="es-ES" altLang="zh-CN"/>
          </a:p>
        </p:txBody>
      </p:sp>
    </p:spTree>
    <p:extLst>
      <p:ext uri="{BB962C8B-B14F-4D97-AF65-F5344CB8AC3E}">
        <p14:creationId xmlns="" xmlns:p14="http://schemas.microsoft.com/office/powerpoint/2010/main" val="278803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 xmlns:a16="http://schemas.microsoft.com/office/drawing/2014/main" id="{E1CE38FA-AC78-43F9-874C-7F9362FA348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6" name="Rectangle 5">
            <a:extLst>
              <a:ext uri="{FF2B5EF4-FFF2-40B4-BE49-F238E27FC236}">
                <a16:creationId xmlns="" xmlns:a16="http://schemas.microsoft.com/office/drawing/2014/main" id="{83E51434-F35A-47E4-9D77-3DEFC4B1AB68}"/>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7" name="Rectangle 6">
            <a:extLst>
              <a:ext uri="{FF2B5EF4-FFF2-40B4-BE49-F238E27FC236}">
                <a16:creationId xmlns="" xmlns:a16="http://schemas.microsoft.com/office/drawing/2014/main" id="{11ED52B8-170D-446B-A0CA-86B3BF84B474}"/>
              </a:ext>
            </a:extLst>
          </p:cNvPr>
          <p:cNvSpPr>
            <a:spLocks noGrp="1" noChangeArrowheads="1"/>
          </p:cNvSpPr>
          <p:nvPr>
            <p:ph type="sldNum" sz="quarter" idx="12"/>
          </p:nvPr>
        </p:nvSpPr>
        <p:spPr>
          <a:ln/>
        </p:spPr>
        <p:txBody>
          <a:bodyPr/>
          <a:lstStyle>
            <a:lvl1pPr>
              <a:defRPr/>
            </a:lvl1pPr>
          </a:lstStyle>
          <a:p>
            <a:pPr>
              <a:defRPr/>
            </a:pPr>
            <a:fld id="{8B17A878-4AB6-4221-93ED-128AB758D1C2}" type="slidenum">
              <a:rPr lang="es-ES" altLang="zh-CN"/>
              <a:pPr>
                <a:defRPr/>
              </a:pPr>
              <a:t>‹#›</a:t>
            </a:fld>
            <a:endParaRPr lang="es-ES" altLang="zh-CN"/>
          </a:p>
        </p:txBody>
      </p:sp>
    </p:spTree>
    <p:extLst>
      <p:ext uri="{BB962C8B-B14F-4D97-AF65-F5344CB8AC3E}">
        <p14:creationId xmlns="" xmlns:p14="http://schemas.microsoft.com/office/powerpoint/2010/main" val="1404719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 xmlns:a16="http://schemas.microsoft.com/office/drawing/2014/main" id="{31A3E51F-5DA1-4810-B799-081B9080CF32}"/>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6" name="Rectangle 5">
            <a:extLst>
              <a:ext uri="{FF2B5EF4-FFF2-40B4-BE49-F238E27FC236}">
                <a16:creationId xmlns="" xmlns:a16="http://schemas.microsoft.com/office/drawing/2014/main" id="{811843C6-6CB6-47B7-BC82-8DCE9897628C}"/>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7" name="Rectangle 6">
            <a:extLst>
              <a:ext uri="{FF2B5EF4-FFF2-40B4-BE49-F238E27FC236}">
                <a16:creationId xmlns="" xmlns:a16="http://schemas.microsoft.com/office/drawing/2014/main" id="{093C44D6-AA9E-4140-A152-867869D32815}"/>
              </a:ext>
            </a:extLst>
          </p:cNvPr>
          <p:cNvSpPr>
            <a:spLocks noGrp="1" noChangeArrowheads="1"/>
          </p:cNvSpPr>
          <p:nvPr>
            <p:ph type="sldNum" sz="quarter" idx="12"/>
          </p:nvPr>
        </p:nvSpPr>
        <p:spPr>
          <a:ln/>
        </p:spPr>
        <p:txBody>
          <a:bodyPr/>
          <a:lstStyle>
            <a:lvl1pPr>
              <a:defRPr/>
            </a:lvl1pPr>
          </a:lstStyle>
          <a:p>
            <a:pPr>
              <a:defRPr/>
            </a:pPr>
            <a:fld id="{5FCB7166-2AE7-430A-B399-B7645AF39F4E}" type="slidenum">
              <a:rPr lang="es-ES" altLang="zh-CN"/>
              <a:pPr>
                <a:defRPr/>
              </a:pPr>
              <a:t>‹#›</a:t>
            </a:fld>
            <a:endParaRPr lang="es-ES" altLang="zh-CN"/>
          </a:p>
        </p:txBody>
      </p:sp>
    </p:spTree>
    <p:extLst>
      <p:ext uri="{BB962C8B-B14F-4D97-AF65-F5344CB8AC3E}">
        <p14:creationId xmlns="" xmlns:p14="http://schemas.microsoft.com/office/powerpoint/2010/main" val="1315070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 xmlns:a16="http://schemas.microsoft.com/office/drawing/2014/main" id="{BEA74BCC-44DF-4398-A140-708FD8DD41E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 xmlns:a16="http://schemas.microsoft.com/office/drawing/2014/main" id="{E750864B-CBA7-47D3-9545-AC9AF7C7AD28}"/>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 xmlns:a16="http://schemas.microsoft.com/office/drawing/2014/main" id="{EE7E91F5-09AC-4851-98A0-DD2A5F51539F}"/>
              </a:ext>
            </a:extLst>
          </p:cNvPr>
          <p:cNvSpPr>
            <a:spLocks noGrp="1" noChangeArrowheads="1"/>
          </p:cNvSpPr>
          <p:nvPr>
            <p:ph type="sldNum" sz="quarter" idx="12"/>
          </p:nvPr>
        </p:nvSpPr>
        <p:spPr>
          <a:ln/>
        </p:spPr>
        <p:txBody>
          <a:bodyPr/>
          <a:lstStyle>
            <a:lvl1pPr>
              <a:defRPr/>
            </a:lvl1pPr>
          </a:lstStyle>
          <a:p>
            <a:pPr>
              <a:defRPr/>
            </a:pPr>
            <a:fld id="{6BA5C569-D32D-4EC6-BB87-AB8D60CE8C7A}" type="slidenum">
              <a:rPr lang="es-ES" altLang="zh-CN"/>
              <a:pPr>
                <a:defRPr/>
              </a:pPr>
              <a:t>‹#›</a:t>
            </a:fld>
            <a:endParaRPr lang="es-ES" altLang="zh-CN"/>
          </a:p>
        </p:txBody>
      </p:sp>
    </p:spTree>
    <p:extLst>
      <p:ext uri="{BB962C8B-B14F-4D97-AF65-F5344CB8AC3E}">
        <p14:creationId xmlns="" xmlns:p14="http://schemas.microsoft.com/office/powerpoint/2010/main" val="1859817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 xmlns:a16="http://schemas.microsoft.com/office/drawing/2014/main" id="{8980A6AD-9844-47EC-B114-E7C47A9539CA}"/>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 xmlns:a16="http://schemas.microsoft.com/office/drawing/2014/main" id="{AA454E40-DAC4-490A-96CF-1F552658F5B9}"/>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 xmlns:a16="http://schemas.microsoft.com/office/drawing/2014/main" id="{699E1111-0B21-4BC4-A4B1-0CBB65C101B7}"/>
              </a:ext>
            </a:extLst>
          </p:cNvPr>
          <p:cNvSpPr>
            <a:spLocks noGrp="1" noChangeArrowheads="1"/>
          </p:cNvSpPr>
          <p:nvPr>
            <p:ph type="sldNum" sz="quarter" idx="12"/>
          </p:nvPr>
        </p:nvSpPr>
        <p:spPr>
          <a:ln/>
        </p:spPr>
        <p:txBody>
          <a:bodyPr/>
          <a:lstStyle>
            <a:lvl1pPr>
              <a:defRPr/>
            </a:lvl1pPr>
          </a:lstStyle>
          <a:p>
            <a:pPr>
              <a:defRPr/>
            </a:pPr>
            <a:fld id="{A0D8CAEE-F9F5-4642-8844-7AE539B10E19}" type="slidenum">
              <a:rPr lang="es-ES" altLang="zh-CN"/>
              <a:pPr>
                <a:defRPr/>
              </a:pPr>
              <a:t>‹#›</a:t>
            </a:fld>
            <a:endParaRPr lang="es-ES" altLang="zh-CN"/>
          </a:p>
        </p:txBody>
      </p:sp>
    </p:spTree>
    <p:extLst>
      <p:ext uri="{BB962C8B-B14F-4D97-AF65-F5344CB8AC3E}">
        <p14:creationId xmlns="" xmlns:p14="http://schemas.microsoft.com/office/powerpoint/2010/main" val="84304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 xmlns:a16="http://schemas.microsoft.com/office/drawing/2014/main" id="{CE9A0C65-DA14-42DE-8CF5-2E34EF89E738}"/>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altLang="zh-CN"/>
              <a:t>Haga clic para cambiar el estilo de título	</a:t>
            </a:r>
          </a:p>
        </p:txBody>
      </p:sp>
      <p:sp>
        <p:nvSpPr>
          <p:cNvPr id="1027" name="Rectangle 3">
            <a:extLst>
              <a:ext uri="{FF2B5EF4-FFF2-40B4-BE49-F238E27FC236}">
                <a16:creationId xmlns="" xmlns:a16="http://schemas.microsoft.com/office/drawing/2014/main" id="{D1348984-D2BD-4612-AFFE-42EA36E403CB}"/>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ltLang="zh-CN"/>
              <a:t>Haga clic para modificar el estilo de texto del patrón</a:t>
            </a:r>
          </a:p>
          <a:p>
            <a:pPr lvl="1"/>
            <a:r>
              <a:rPr lang="es-ES" altLang="zh-CN"/>
              <a:t>Segundo nivel</a:t>
            </a:r>
          </a:p>
          <a:p>
            <a:pPr lvl="2"/>
            <a:r>
              <a:rPr lang="es-ES" altLang="zh-CN"/>
              <a:t>Tercer nivel</a:t>
            </a:r>
          </a:p>
          <a:p>
            <a:pPr lvl="3"/>
            <a:r>
              <a:rPr lang="es-ES" altLang="zh-CN"/>
              <a:t>Cuarto nivel</a:t>
            </a:r>
          </a:p>
          <a:p>
            <a:pPr lvl="4"/>
            <a:r>
              <a:rPr lang="es-ES" altLang="zh-CN"/>
              <a:t>Quinto nivel</a:t>
            </a:r>
          </a:p>
        </p:txBody>
      </p:sp>
      <p:sp>
        <p:nvSpPr>
          <p:cNvPr id="1028" name="Rectangle 4">
            <a:extLst>
              <a:ext uri="{FF2B5EF4-FFF2-40B4-BE49-F238E27FC236}">
                <a16:creationId xmlns="" xmlns:a16="http://schemas.microsoft.com/office/drawing/2014/main" id="{F38C8325-8802-455C-BE1C-9A517A76FE95}"/>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ea typeface="宋体" panose="02010600030101010101" pitchFamily="2" charset="-122"/>
              </a:defRPr>
            </a:lvl1pPr>
          </a:lstStyle>
          <a:p>
            <a:pPr>
              <a:defRPr/>
            </a:pPr>
            <a:endParaRPr lang="es-ES" altLang="zh-CN"/>
          </a:p>
        </p:txBody>
      </p:sp>
      <p:sp>
        <p:nvSpPr>
          <p:cNvPr id="1029" name="Rectangle 5">
            <a:extLst>
              <a:ext uri="{FF2B5EF4-FFF2-40B4-BE49-F238E27FC236}">
                <a16:creationId xmlns="" xmlns:a16="http://schemas.microsoft.com/office/drawing/2014/main" id="{43BF34CE-0BAD-4827-90D2-59CE8EB7F881}"/>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ea typeface="宋体" panose="02010600030101010101" pitchFamily="2" charset="-122"/>
              </a:defRPr>
            </a:lvl1pPr>
          </a:lstStyle>
          <a:p>
            <a:pPr>
              <a:defRPr/>
            </a:pPr>
            <a:endParaRPr lang="es-ES" altLang="zh-CN"/>
          </a:p>
        </p:txBody>
      </p:sp>
      <p:sp>
        <p:nvSpPr>
          <p:cNvPr id="1030" name="Rectangle 6">
            <a:extLst>
              <a:ext uri="{FF2B5EF4-FFF2-40B4-BE49-F238E27FC236}">
                <a16:creationId xmlns="" xmlns:a16="http://schemas.microsoft.com/office/drawing/2014/main" id="{222AFF9A-3FF3-4879-AD35-1F594C0F438C}"/>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ea typeface="宋体" panose="02010600030101010101" pitchFamily="2" charset="-122"/>
              </a:defRPr>
            </a:lvl1pPr>
          </a:lstStyle>
          <a:p>
            <a:pPr>
              <a:defRPr/>
            </a:pPr>
            <a:fld id="{2C15FD87-5F71-4162-BE04-E7686FCB5F56}" type="slidenum">
              <a:rPr lang="es-ES" altLang="zh-CN"/>
              <a:pPr>
                <a:defRPr/>
              </a:pPr>
              <a:t>‹#›</a:t>
            </a:fld>
            <a:endParaRPr lang="es-E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7170" name="Rectangle 10">
            <a:extLst>
              <a:ext uri="{FF2B5EF4-FFF2-40B4-BE49-F238E27FC236}">
                <a16:creationId xmlns="" xmlns:a16="http://schemas.microsoft.com/office/drawing/2014/main" id="{C38FCE21-CC3E-4C81-B95A-118DE7524B3B}"/>
              </a:ext>
            </a:extLst>
          </p:cNvPr>
          <p:cNvSpPr>
            <a:spLocks noGrp="1" noChangeArrowheads="1"/>
          </p:cNvSpPr>
          <p:nvPr>
            <p:ph type="subTitle" idx="1"/>
          </p:nvPr>
        </p:nvSpPr>
        <p:spPr>
          <a:xfrm>
            <a:off x="3023641" y="3212976"/>
            <a:ext cx="3096717" cy="1752600"/>
          </a:xfrm>
        </p:spPr>
        <p:txBody>
          <a:bodyPr anchor="ctr"/>
          <a:lstStyle/>
          <a:p>
            <a:pPr eaLnBrk="1" hangingPunct="1"/>
            <a:r>
              <a:rPr lang="zh-CN" altLang="en-US" sz="4000" dirty="0">
                <a:latin typeface="微软雅黑" panose="020B0503020204020204" pitchFamily="34" charset="-122"/>
                <a:ea typeface="微软雅黑" panose="020B0503020204020204" pitchFamily="34" charset="-122"/>
              </a:rPr>
              <a:t>神的福音</a:t>
            </a:r>
            <a:endParaRPr lang="en-US" altLang="zh-CN" sz="4000" dirty="0">
              <a:latin typeface="微软雅黑" panose="020B0503020204020204" pitchFamily="34" charset="-122"/>
              <a:ea typeface="微软雅黑" panose="020B0503020204020204" pitchFamily="34" charset="-122"/>
            </a:endParaRPr>
          </a:p>
          <a:p>
            <a:pPr eaLnBrk="1" hangingPunct="1"/>
            <a:r>
              <a:rPr lang="zh-CN" altLang="en-US" sz="1400" dirty="0">
                <a:latin typeface="微软雅黑" panose="020B0503020204020204" pitchFamily="34" charset="-122"/>
                <a:ea typeface="微软雅黑" panose="020B0503020204020204" pitchFamily="34" charset="-122"/>
              </a:rPr>
              <a:t>加拉太书</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章</a:t>
            </a:r>
            <a:r>
              <a:rPr lang="en-US" altLang="zh-CN" sz="1400" dirty="0">
                <a:latin typeface="微软雅黑" panose="020B0503020204020204" pitchFamily="34" charset="-122"/>
                <a:ea typeface="微软雅黑" panose="020B0503020204020204" pitchFamily="34" charset="-122"/>
              </a:rPr>
              <a:t>6~10</a:t>
            </a:r>
            <a:r>
              <a:rPr lang="zh-CN" altLang="en-US" sz="1400" dirty="0">
                <a:latin typeface="微软雅黑" panose="020B0503020204020204" pitchFamily="34" charset="-122"/>
                <a:ea typeface="微软雅黑" panose="020B0503020204020204" pitchFamily="34" charset="-122"/>
              </a:rPr>
              <a:t>节</a:t>
            </a:r>
            <a:endParaRPr lang="en-US" altLang="zh-CN" sz="1400" dirty="0">
              <a:latin typeface="微软雅黑" panose="020B0503020204020204" pitchFamily="34" charset="-122"/>
              <a:ea typeface="微软雅黑" panose="020B0503020204020204" pitchFamily="34" charset="-122"/>
            </a:endParaRPr>
          </a:p>
          <a:p>
            <a:pPr eaLnBrk="1" hangingPunct="1"/>
            <a:fld id="{618F78D9-BF3A-4923-A8C2-761151026BE5}" type="datetime2">
              <a:rPr lang="zh-CN" altLang="zh-CN" sz="1400">
                <a:latin typeface="微软雅黑" panose="020B0503020204020204" pitchFamily="34" charset="-122"/>
                <a:ea typeface="微软雅黑" panose="020B0503020204020204" pitchFamily="34" charset="-122"/>
              </a:rPr>
              <a:pPr eaLnBrk="1" hangingPunct="1"/>
              <a:t>2020年10月18日</a:t>
            </a:fld>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 xmlns:a16="http://schemas.microsoft.com/office/drawing/2014/main" id="{C578C671-B69C-4BEB-8AD4-3A86A9EC2E70}"/>
              </a:ext>
            </a:extLst>
          </p:cNvPr>
          <p:cNvSpPr>
            <a:spLocks noGrp="1"/>
          </p:cNvSpPr>
          <p:nvPr>
            <p:ph type="title"/>
          </p:nvPr>
        </p:nvSpPr>
        <p:spPr/>
        <p:txBody>
          <a:bodyPr/>
          <a:lstStyle/>
          <a:p>
            <a:pPr algn="l"/>
            <a:r>
              <a:rPr lang="zh-CN" altLang="en-US" dirty="0"/>
              <a:t>经文：</a:t>
            </a:r>
            <a:r>
              <a:rPr lang="zh-CN" altLang="zh-CN" sz="1800" dirty="0"/>
              <a:t>加拉太书</a:t>
            </a:r>
            <a:r>
              <a:rPr lang="en-US" altLang="zh-CN" sz="1800" dirty="0"/>
              <a:t>1</a:t>
            </a:r>
            <a:r>
              <a:rPr lang="zh-CN" altLang="zh-CN" sz="1800" dirty="0"/>
              <a:t>章：</a:t>
            </a:r>
            <a:r>
              <a:rPr lang="en-US" altLang="zh-CN" sz="1800" dirty="0"/>
              <a:t>6~10</a:t>
            </a:r>
            <a:r>
              <a:rPr lang="zh-CN" altLang="zh-CN" sz="1800" dirty="0"/>
              <a:t>节</a:t>
            </a:r>
            <a:endParaRPr lang="zh-CN" altLang="en-US" sz="1800" dirty="0"/>
          </a:p>
        </p:txBody>
      </p:sp>
      <p:sp>
        <p:nvSpPr>
          <p:cNvPr id="5123" name="Rectangle 3">
            <a:extLst>
              <a:ext uri="{FF2B5EF4-FFF2-40B4-BE49-F238E27FC236}">
                <a16:creationId xmlns="" xmlns:a16="http://schemas.microsoft.com/office/drawing/2014/main" id="{823B1026-6B98-4FD8-8DA8-D78FA979416E}"/>
              </a:ext>
            </a:extLst>
          </p:cNvPr>
          <p:cNvSpPr>
            <a:spLocks noGrp="1" noChangeArrowheads="1"/>
          </p:cNvSpPr>
          <p:nvPr>
            <p:ph idx="1"/>
          </p:nvPr>
        </p:nvSpPr>
        <p:spPr>
          <a:xfrm>
            <a:off x="107504" y="1268760"/>
            <a:ext cx="9036496" cy="5589240"/>
          </a:xfrm>
        </p:spPr>
        <p:txBody>
          <a:bodyPr/>
          <a:lstStyle/>
          <a:p>
            <a:r>
              <a:rPr lang="en-US" altLang="zh-CN" sz="2800" dirty="0"/>
              <a:t>6 </a:t>
            </a:r>
            <a:r>
              <a:rPr lang="zh-CN" altLang="zh-CN" sz="2800" dirty="0"/>
              <a:t>我希奇你们这么快离开那藉着基督之恩召你们的去从</a:t>
            </a:r>
            <a:r>
              <a:rPr lang="zh-CN" altLang="zh-CN" sz="2800" dirty="0">
                <a:solidFill>
                  <a:srgbClr val="FF0000"/>
                </a:solidFill>
              </a:rPr>
              <a:t>别的福音</a:t>
            </a:r>
            <a:r>
              <a:rPr lang="zh-CN" altLang="zh-CN" sz="2800" dirty="0"/>
              <a:t>。</a:t>
            </a:r>
            <a:endParaRPr lang="en-US" altLang="zh-CN" sz="2800" dirty="0"/>
          </a:p>
          <a:p>
            <a:r>
              <a:rPr lang="en-US" altLang="zh-CN" sz="2800" dirty="0"/>
              <a:t>7 </a:t>
            </a:r>
            <a:r>
              <a:rPr lang="zh-CN" altLang="zh-CN" sz="2800" dirty="0"/>
              <a:t>那</a:t>
            </a:r>
            <a:r>
              <a:rPr lang="zh-CN" altLang="zh-CN" sz="2800" dirty="0">
                <a:solidFill>
                  <a:srgbClr val="FF0000"/>
                </a:solidFill>
              </a:rPr>
              <a:t>并不是福音</a:t>
            </a:r>
            <a:r>
              <a:rPr lang="zh-CN" altLang="zh-CN" sz="2800" dirty="0"/>
              <a:t>，不过有些人搅扰你们，要把基督的</a:t>
            </a:r>
            <a:r>
              <a:rPr lang="zh-CN" altLang="zh-CN" sz="2800" dirty="0">
                <a:solidFill>
                  <a:srgbClr val="FF0000"/>
                </a:solidFill>
              </a:rPr>
              <a:t>福音更改</a:t>
            </a:r>
            <a:r>
              <a:rPr lang="zh-CN" altLang="zh-CN" sz="2800" dirty="0"/>
              <a:t>了。</a:t>
            </a:r>
            <a:endParaRPr lang="en-US" altLang="zh-CN" sz="2800" dirty="0"/>
          </a:p>
          <a:p>
            <a:r>
              <a:rPr lang="en-US" altLang="zh-CN" sz="2800" dirty="0"/>
              <a:t>8 </a:t>
            </a:r>
            <a:r>
              <a:rPr lang="zh-CN" altLang="zh-CN" sz="2800" dirty="0"/>
              <a:t>但无论是</a:t>
            </a:r>
            <a:r>
              <a:rPr lang="zh-CN" altLang="zh-CN" sz="2800" dirty="0">
                <a:solidFill>
                  <a:srgbClr val="92D050"/>
                </a:solidFill>
              </a:rPr>
              <a:t>我们</a:t>
            </a:r>
            <a:r>
              <a:rPr lang="zh-CN" altLang="zh-CN" sz="2800" dirty="0"/>
              <a:t>，是</a:t>
            </a:r>
            <a:r>
              <a:rPr lang="zh-CN" altLang="zh-CN" sz="2800" dirty="0">
                <a:solidFill>
                  <a:srgbClr val="92D050"/>
                </a:solidFill>
              </a:rPr>
              <a:t>天上来的使者</a:t>
            </a:r>
            <a:r>
              <a:rPr lang="zh-CN" altLang="zh-CN" sz="2800" dirty="0"/>
              <a:t>，若</a:t>
            </a:r>
            <a:r>
              <a:rPr lang="zh-CN" altLang="zh-CN" sz="2800" dirty="0">
                <a:solidFill>
                  <a:srgbClr val="FF0000"/>
                </a:solidFill>
              </a:rPr>
              <a:t>传福音</a:t>
            </a:r>
            <a:r>
              <a:rPr lang="zh-CN" altLang="zh-CN" sz="2800" dirty="0"/>
              <a:t>给你们，与我们所传给你们的</a:t>
            </a:r>
            <a:r>
              <a:rPr lang="zh-CN" altLang="zh-CN" sz="2800" dirty="0">
                <a:solidFill>
                  <a:srgbClr val="FFFF00"/>
                </a:solidFill>
              </a:rPr>
              <a:t>不同</a:t>
            </a:r>
            <a:r>
              <a:rPr lang="zh-CN" altLang="zh-CN" sz="2800" dirty="0"/>
              <a:t>，他就应当被</a:t>
            </a:r>
            <a:r>
              <a:rPr lang="zh-CN" altLang="zh-CN" sz="2800" dirty="0">
                <a:solidFill>
                  <a:srgbClr val="FFC000"/>
                </a:solidFill>
              </a:rPr>
              <a:t>咒诅</a:t>
            </a:r>
            <a:r>
              <a:rPr lang="zh-CN" altLang="zh-CN" sz="2800" dirty="0"/>
              <a:t>。</a:t>
            </a:r>
            <a:endParaRPr lang="en-US" altLang="zh-CN" sz="2800" dirty="0"/>
          </a:p>
          <a:p>
            <a:r>
              <a:rPr lang="en-US" altLang="zh-CN" sz="2800" dirty="0"/>
              <a:t>9 </a:t>
            </a:r>
            <a:r>
              <a:rPr lang="zh-CN" altLang="zh-CN" sz="2800" dirty="0"/>
              <a:t>我们已经说了，现在又说，若有人</a:t>
            </a:r>
            <a:r>
              <a:rPr lang="zh-CN" altLang="zh-CN" sz="2800" dirty="0">
                <a:solidFill>
                  <a:srgbClr val="FF0000"/>
                </a:solidFill>
              </a:rPr>
              <a:t>传福音</a:t>
            </a:r>
            <a:r>
              <a:rPr lang="zh-CN" altLang="zh-CN" sz="2800" dirty="0"/>
              <a:t>给你们，与你们所领受的</a:t>
            </a:r>
            <a:r>
              <a:rPr lang="zh-CN" altLang="zh-CN" sz="2800" dirty="0">
                <a:solidFill>
                  <a:srgbClr val="FFFF00"/>
                </a:solidFill>
              </a:rPr>
              <a:t>不同</a:t>
            </a:r>
            <a:r>
              <a:rPr lang="zh-CN" altLang="zh-CN" sz="2800" dirty="0"/>
              <a:t>，他就应当被</a:t>
            </a:r>
            <a:r>
              <a:rPr lang="zh-CN" altLang="zh-CN" sz="2800" dirty="0">
                <a:solidFill>
                  <a:srgbClr val="FFC000"/>
                </a:solidFill>
              </a:rPr>
              <a:t>咒诅</a:t>
            </a:r>
            <a:r>
              <a:rPr lang="zh-CN" altLang="zh-CN" sz="2800" dirty="0"/>
              <a:t>。</a:t>
            </a:r>
          </a:p>
          <a:p>
            <a:r>
              <a:rPr lang="en-US" altLang="zh-CN" sz="2800" dirty="0"/>
              <a:t>10 </a:t>
            </a:r>
            <a:r>
              <a:rPr lang="zh-CN" altLang="zh-CN" sz="2800" dirty="0"/>
              <a:t>我现在是要得人的心呢，还是要得神的心呢？我岂是讨人的喜欢吗？若仍旧讨人的喜欢，我就不是基督的仆人了。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 xmlns:a16="http://schemas.microsoft.com/office/drawing/2014/main" id="{C578C671-B69C-4BEB-8AD4-3A86A9EC2E70}"/>
              </a:ext>
            </a:extLst>
          </p:cNvPr>
          <p:cNvSpPr>
            <a:spLocks noGrp="1"/>
          </p:cNvSpPr>
          <p:nvPr>
            <p:ph type="title"/>
          </p:nvPr>
        </p:nvSpPr>
        <p:spPr/>
        <p:txBody>
          <a:bodyPr/>
          <a:lstStyle/>
          <a:p>
            <a:pPr lvl="0" algn="l"/>
            <a:r>
              <a:rPr lang="zh-CN" altLang="en-US" b="1" dirty="0"/>
              <a:t>神的福音</a:t>
            </a:r>
            <a:endParaRPr lang="zh-CN" altLang="zh-CN" b="1" dirty="0"/>
          </a:p>
        </p:txBody>
      </p:sp>
      <p:sp>
        <p:nvSpPr>
          <p:cNvPr id="5123" name="Rectangle 3">
            <a:extLst>
              <a:ext uri="{FF2B5EF4-FFF2-40B4-BE49-F238E27FC236}">
                <a16:creationId xmlns="" xmlns:a16="http://schemas.microsoft.com/office/drawing/2014/main" id="{823B1026-6B98-4FD8-8DA8-D78FA979416E}"/>
              </a:ext>
            </a:extLst>
          </p:cNvPr>
          <p:cNvSpPr>
            <a:spLocks noGrp="1" noChangeArrowheads="1"/>
          </p:cNvSpPr>
          <p:nvPr>
            <p:ph idx="1"/>
          </p:nvPr>
        </p:nvSpPr>
        <p:spPr>
          <a:xfrm>
            <a:off x="323528" y="1600200"/>
            <a:ext cx="8820472" cy="5257800"/>
          </a:xfrm>
        </p:spPr>
        <p:txBody>
          <a:bodyPr/>
          <a:lstStyle/>
          <a:p>
            <a:r>
              <a:rPr lang="zh-CN" altLang="en-US" sz="2800" b="1" dirty="0"/>
              <a:t>福音的源头是神</a:t>
            </a:r>
            <a:r>
              <a:rPr lang="zh-CN" altLang="zh-CN" sz="2800" b="1" dirty="0"/>
              <a:t>：</a:t>
            </a:r>
            <a:endParaRPr lang="en-US" altLang="zh-CN" sz="2800" b="1" dirty="0"/>
          </a:p>
          <a:p>
            <a:pPr lvl="1"/>
            <a:r>
              <a:rPr lang="zh-CN" altLang="en-US" sz="2400" dirty="0"/>
              <a:t>福音是神的自上而下的启示</a:t>
            </a:r>
            <a:endParaRPr lang="en-US" altLang="zh-CN" sz="2400" dirty="0"/>
          </a:p>
          <a:p>
            <a:pPr lvl="2"/>
            <a:r>
              <a:rPr lang="en-US" altLang="zh-CN" sz="2000" dirty="0"/>
              <a:t>1</a:t>
            </a:r>
            <a:r>
              <a:rPr lang="zh-CN" altLang="en-US" sz="2000" dirty="0"/>
              <a:t>章</a:t>
            </a:r>
            <a:r>
              <a:rPr lang="en-US" altLang="zh-CN" sz="2000" dirty="0"/>
              <a:t>11~12</a:t>
            </a:r>
            <a:r>
              <a:rPr lang="zh-CN" altLang="en-US" sz="2000" dirty="0"/>
              <a:t>节</a:t>
            </a:r>
            <a:endParaRPr lang="en-US" altLang="zh-CN" sz="2000" dirty="0"/>
          </a:p>
          <a:p>
            <a:pPr lvl="2"/>
            <a:r>
              <a:rPr lang="en-US" altLang="zh-CN" sz="2000" dirty="0"/>
              <a:t>1</a:t>
            </a:r>
            <a:r>
              <a:rPr lang="zh-CN" altLang="en-US" sz="2000" dirty="0"/>
              <a:t>章</a:t>
            </a:r>
            <a:r>
              <a:rPr lang="en-US" altLang="zh-CN" sz="2000" dirty="0"/>
              <a:t>16</a:t>
            </a:r>
            <a:r>
              <a:rPr lang="zh-CN" altLang="en-US" sz="2000" dirty="0"/>
              <a:t>节</a:t>
            </a:r>
            <a:endParaRPr lang="en-US" altLang="zh-CN" sz="2000" dirty="0"/>
          </a:p>
          <a:p>
            <a:pPr lvl="2"/>
            <a:endParaRPr lang="en-US" altLang="zh-CN" sz="2000" dirty="0"/>
          </a:p>
          <a:p>
            <a:pPr lvl="1"/>
            <a:r>
              <a:rPr lang="zh-CN" altLang="en-US" sz="2400" dirty="0"/>
              <a:t>福音是众教会认同</a:t>
            </a:r>
            <a:endParaRPr lang="en-US" altLang="zh-CN" sz="2400" dirty="0"/>
          </a:p>
          <a:p>
            <a:pPr lvl="2"/>
            <a:r>
              <a:rPr lang="en-US" altLang="zh-CN" sz="2000" dirty="0"/>
              <a:t>2</a:t>
            </a:r>
            <a:r>
              <a:rPr lang="zh-CN" altLang="en-US" sz="2000" dirty="0"/>
              <a:t>章</a:t>
            </a:r>
            <a:r>
              <a:rPr lang="en-US" altLang="zh-CN" sz="2000" dirty="0"/>
              <a:t>8</a:t>
            </a:r>
            <a:r>
              <a:rPr lang="zh-CN" altLang="en-US" sz="2000" dirty="0"/>
              <a:t>节</a:t>
            </a:r>
            <a:endParaRPr lang="en-US" altLang="zh-CN" sz="2000" dirty="0"/>
          </a:p>
          <a:p>
            <a:pPr lvl="2"/>
            <a:r>
              <a:rPr lang="en-US" altLang="zh-CN" sz="2000" dirty="0"/>
              <a:t>2</a:t>
            </a:r>
            <a:r>
              <a:rPr lang="zh-CN" altLang="en-US" sz="2000" dirty="0"/>
              <a:t>章</a:t>
            </a:r>
            <a:r>
              <a:rPr lang="en-US" altLang="zh-CN" sz="2000" dirty="0"/>
              <a:t>9</a:t>
            </a:r>
            <a:r>
              <a:rPr lang="zh-CN" altLang="en-US" sz="2000" dirty="0"/>
              <a:t>节</a:t>
            </a:r>
            <a:endParaRPr lang="en-US" altLang="zh-CN" sz="2000" dirty="0"/>
          </a:p>
        </p:txBody>
      </p:sp>
    </p:spTree>
    <p:extLst>
      <p:ext uri="{BB962C8B-B14F-4D97-AF65-F5344CB8AC3E}">
        <p14:creationId xmlns="" xmlns:p14="http://schemas.microsoft.com/office/powerpoint/2010/main" val="2208621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 xmlns:a16="http://schemas.microsoft.com/office/drawing/2014/main" id="{C578C671-B69C-4BEB-8AD4-3A86A9EC2E70}"/>
              </a:ext>
            </a:extLst>
          </p:cNvPr>
          <p:cNvSpPr>
            <a:spLocks noGrp="1"/>
          </p:cNvSpPr>
          <p:nvPr>
            <p:ph type="title"/>
          </p:nvPr>
        </p:nvSpPr>
        <p:spPr/>
        <p:txBody>
          <a:bodyPr/>
          <a:lstStyle/>
          <a:p>
            <a:pPr lvl="0" algn="l"/>
            <a:r>
              <a:rPr lang="zh-CN" altLang="en-US" b="1" dirty="0"/>
              <a:t>神的福音</a:t>
            </a:r>
            <a:endParaRPr lang="zh-CN" altLang="zh-CN" b="1" dirty="0"/>
          </a:p>
        </p:txBody>
      </p:sp>
      <p:sp>
        <p:nvSpPr>
          <p:cNvPr id="5123" name="Rectangle 3">
            <a:extLst>
              <a:ext uri="{FF2B5EF4-FFF2-40B4-BE49-F238E27FC236}">
                <a16:creationId xmlns=""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r>
              <a:rPr lang="zh-CN" altLang="en-US" sz="2800" b="1" dirty="0"/>
              <a:t>福音的内容是信靠耶稣：</a:t>
            </a:r>
            <a:endParaRPr lang="en-US" altLang="zh-CN" sz="2800" b="1" dirty="0"/>
          </a:p>
          <a:p>
            <a:pPr lvl="1"/>
            <a:r>
              <a:rPr lang="zh-CN" altLang="en-US" sz="2400" dirty="0"/>
              <a:t>福音是单单的信靠</a:t>
            </a:r>
            <a:endParaRPr lang="en-US" altLang="zh-CN" sz="2400" dirty="0"/>
          </a:p>
          <a:p>
            <a:pPr lvl="2"/>
            <a:r>
              <a:rPr lang="en-US" altLang="zh-CN" sz="2000" dirty="0"/>
              <a:t>2</a:t>
            </a:r>
            <a:r>
              <a:rPr lang="zh-CN" altLang="en-US" sz="2000" dirty="0"/>
              <a:t>章</a:t>
            </a:r>
            <a:r>
              <a:rPr lang="en-US" altLang="zh-CN" sz="2000" dirty="0"/>
              <a:t>16</a:t>
            </a:r>
            <a:r>
              <a:rPr lang="zh-CN" altLang="en-US" sz="2000" dirty="0"/>
              <a:t>节</a:t>
            </a:r>
            <a:endParaRPr lang="en-US" altLang="zh-CN" sz="2000" dirty="0"/>
          </a:p>
          <a:p>
            <a:pPr lvl="2"/>
            <a:r>
              <a:rPr lang="en-US" altLang="zh-CN" sz="2000" dirty="0"/>
              <a:t>3</a:t>
            </a:r>
            <a:r>
              <a:rPr lang="zh-CN" altLang="en-US" sz="2000" dirty="0"/>
              <a:t>章</a:t>
            </a:r>
            <a:r>
              <a:rPr lang="en-US" altLang="zh-CN" sz="2000" dirty="0"/>
              <a:t>11</a:t>
            </a:r>
            <a:r>
              <a:rPr lang="zh-CN" altLang="en-US" sz="2000" dirty="0"/>
              <a:t>节</a:t>
            </a:r>
            <a:endParaRPr lang="en-US" altLang="zh-CN" sz="2000" dirty="0"/>
          </a:p>
          <a:p>
            <a:pPr lvl="2"/>
            <a:r>
              <a:rPr lang="en-US" altLang="zh-CN" sz="2000" dirty="0"/>
              <a:t>5</a:t>
            </a:r>
            <a:r>
              <a:rPr lang="zh-CN" altLang="en-US" sz="2000" dirty="0"/>
              <a:t>章</a:t>
            </a:r>
            <a:r>
              <a:rPr lang="en-US" altLang="zh-CN" sz="2000" dirty="0"/>
              <a:t>3</a:t>
            </a:r>
            <a:r>
              <a:rPr lang="zh-CN" altLang="en-US" sz="2000" dirty="0"/>
              <a:t>、</a:t>
            </a:r>
            <a:r>
              <a:rPr lang="en-US" altLang="zh-CN" sz="2000" dirty="0"/>
              <a:t>6</a:t>
            </a:r>
            <a:r>
              <a:rPr lang="zh-CN" altLang="en-US" sz="2000" dirty="0"/>
              <a:t>节</a:t>
            </a:r>
            <a:endParaRPr lang="en-US" altLang="zh-CN" sz="2000" dirty="0"/>
          </a:p>
          <a:p>
            <a:pPr lvl="2"/>
            <a:endParaRPr lang="en-US" altLang="zh-CN" sz="2000" dirty="0"/>
          </a:p>
          <a:p>
            <a:pPr lvl="1"/>
            <a:r>
              <a:rPr lang="zh-CN" altLang="en-US" sz="2400" dirty="0"/>
              <a:t>福音是单单神的恩典</a:t>
            </a:r>
            <a:endParaRPr lang="en-US" altLang="zh-CN" sz="2400" dirty="0"/>
          </a:p>
          <a:p>
            <a:pPr lvl="2"/>
            <a:r>
              <a:rPr lang="zh-CN" altLang="en-US" sz="2000" dirty="0"/>
              <a:t>以弗所书</a:t>
            </a:r>
            <a:r>
              <a:rPr lang="en-US" altLang="zh-CN" sz="2000" dirty="0"/>
              <a:t>2</a:t>
            </a:r>
            <a:r>
              <a:rPr lang="zh-CN" altLang="en-US" sz="2000" dirty="0"/>
              <a:t>章</a:t>
            </a:r>
            <a:r>
              <a:rPr lang="en-US" altLang="zh-CN" sz="2000" dirty="0"/>
              <a:t>8</a:t>
            </a:r>
            <a:r>
              <a:rPr lang="zh-CN" altLang="en-US" sz="2000" dirty="0"/>
              <a:t>节</a:t>
            </a:r>
            <a:endParaRPr lang="en-US" altLang="zh-CN" sz="2000" dirty="0"/>
          </a:p>
          <a:p>
            <a:pPr lvl="2"/>
            <a:r>
              <a:rPr lang="zh-CN" altLang="en-US" sz="2000" dirty="0"/>
              <a:t>罗马书</a:t>
            </a:r>
            <a:r>
              <a:rPr lang="en-US" altLang="zh-CN" sz="2000" dirty="0"/>
              <a:t>3</a:t>
            </a:r>
            <a:r>
              <a:rPr lang="zh-CN" altLang="en-US" sz="2000" dirty="0"/>
              <a:t>章</a:t>
            </a:r>
            <a:r>
              <a:rPr lang="en-US" altLang="zh-CN" sz="2000" dirty="0"/>
              <a:t>24</a:t>
            </a:r>
            <a:r>
              <a:rPr lang="zh-CN" altLang="en-US" sz="2000" dirty="0"/>
              <a:t>节</a:t>
            </a:r>
            <a:endParaRPr lang="en-US" altLang="zh-CN" sz="2000" dirty="0"/>
          </a:p>
          <a:p>
            <a:pPr lvl="2"/>
            <a:r>
              <a:rPr lang="zh-CN" altLang="en-US" sz="2000" dirty="0"/>
              <a:t>马太福音</a:t>
            </a:r>
            <a:r>
              <a:rPr lang="en-US" altLang="zh-CN" sz="2000" dirty="0"/>
              <a:t>21</a:t>
            </a:r>
            <a:r>
              <a:rPr lang="zh-CN" altLang="en-US" sz="2000" dirty="0"/>
              <a:t>章</a:t>
            </a:r>
            <a:r>
              <a:rPr lang="en-US" altLang="zh-CN" sz="2000" dirty="0"/>
              <a:t>31</a:t>
            </a:r>
            <a:r>
              <a:rPr lang="zh-CN" altLang="en-US" sz="2000" dirty="0"/>
              <a:t>节</a:t>
            </a:r>
            <a:r>
              <a:rPr lang="zh-CN" altLang="en-US" sz="2000" dirty="0" smtClean="0"/>
              <a:t>下</a:t>
            </a:r>
            <a:endParaRPr lang="en-US" altLang="zh-CN" sz="2000" dirty="0" smtClean="0"/>
          </a:p>
          <a:p>
            <a:pPr lvl="3"/>
            <a:r>
              <a:rPr lang="zh-CN" altLang="en-US" sz="1600" dirty="0" smtClean="0"/>
              <a:t>正确：福音</a:t>
            </a:r>
            <a:r>
              <a:rPr lang="en-US" altLang="zh-CN" sz="1600" dirty="0" smtClean="0"/>
              <a:t>-&gt;</a:t>
            </a:r>
            <a:r>
              <a:rPr lang="zh-CN" altLang="en-US" sz="1600" dirty="0" smtClean="0"/>
              <a:t>得救</a:t>
            </a:r>
            <a:r>
              <a:rPr lang="en-US" altLang="zh-CN" sz="1600" dirty="0" smtClean="0"/>
              <a:t>-&gt;</a:t>
            </a:r>
            <a:r>
              <a:rPr lang="zh-CN" altLang="en-US" sz="1600" dirty="0" smtClean="0"/>
              <a:t>善行</a:t>
            </a:r>
            <a:endParaRPr lang="en-US" altLang="zh-CN" sz="1600" dirty="0" smtClean="0"/>
          </a:p>
          <a:p>
            <a:pPr lvl="3"/>
            <a:r>
              <a:rPr lang="zh-CN" altLang="en-US" sz="1600" dirty="0" smtClean="0"/>
              <a:t>错</a:t>
            </a:r>
            <a:r>
              <a:rPr lang="zh-CN" altLang="en-US" sz="1600" dirty="0" smtClean="0"/>
              <a:t>误：福音</a:t>
            </a:r>
            <a:r>
              <a:rPr lang="en-US" altLang="zh-CN" sz="1600" dirty="0" smtClean="0"/>
              <a:t>-&gt;</a:t>
            </a:r>
            <a:r>
              <a:rPr lang="zh-CN" altLang="en-US" sz="1600" dirty="0" smtClean="0"/>
              <a:t>善行</a:t>
            </a:r>
            <a:r>
              <a:rPr lang="en-US" altLang="zh-CN" sz="1600" dirty="0" smtClean="0"/>
              <a:t>-&gt;</a:t>
            </a:r>
            <a:r>
              <a:rPr lang="zh-CN" altLang="en-US" sz="1600" dirty="0" smtClean="0"/>
              <a:t>得救</a:t>
            </a:r>
            <a:endParaRPr lang="en-US" altLang="zh-CN" sz="1200" dirty="0"/>
          </a:p>
          <a:p>
            <a:pPr marL="914400" lvl="2" indent="0">
              <a:buNone/>
            </a:pPr>
            <a:endParaRPr lang="en-US" altLang="zh-CN" sz="2000" dirty="0"/>
          </a:p>
          <a:p>
            <a:pPr lvl="1"/>
            <a:endParaRPr lang="en-US" altLang="zh-CN" sz="2400" dirty="0"/>
          </a:p>
        </p:txBody>
      </p:sp>
    </p:spTree>
    <p:extLst>
      <p:ext uri="{BB962C8B-B14F-4D97-AF65-F5344CB8AC3E}">
        <p14:creationId xmlns="" xmlns:p14="http://schemas.microsoft.com/office/powerpoint/2010/main" val="853825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 xmlns:a16="http://schemas.microsoft.com/office/drawing/2014/main" id="{C578C671-B69C-4BEB-8AD4-3A86A9EC2E70}"/>
              </a:ext>
            </a:extLst>
          </p:cNvPr>
          <p:cNvSpPr>
            <a:spLocks noGrp="1"/>
          </p:cNvSpPr>
          <p:nvPr>
            <p:ph type="title"/>
          </p:nvPr>
        </p:nvSpPr>
        <p:spPr/>
        <p:txBody>
          <a:bodyPr/>
          <a:lstStyle/>
          <a:p>
            <a:pPr lvl="0" algn="l"/>
            <a:r>
              <a:rPr lang="zh-CN" altLang="en-US" b="1" dirty="0"/>
              <a:t>神的福音</a:t>
            </a:r>
            <a:endParaRPr lang="zh-CN" altLang="zh-CN" b="1" dirty="0"/>
          </a:p>
        </p:txBody>
      </p:sp>
      <p:sp>
        <p:nvSpPr>
          <p:cNvPr id="5123" name="Rectangle 3">
            <a:extLst>
              <a:ext uri="{FF2B5EF4-FFF2-40B4-BE49-F238E27FC236}">
                <a16:creationId xmlns=""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pPr marL="342900" lvl="1" indent="-342900">
              <a:buChar char="•"/>
            </a:pPr>
            <a:r>
              <a:rPr lang="zh-CN" altLang="en-US" b="1" dirty="0"/>
              <a:t>福音是做神的仆人：</a:t>
            </a:r>
            <a:endParaRPr lang="en-US" altLang="zh-CN" b="1" dirty="0"/>
          </a:p>
          <a:p>
            <a:pPr lvl="1"/>
            <a:r>
              <a:rPr lang="zh-CN" altLang="en-US" sz="2400" dirty="0"/>
              <a:t>福音不做罪的奴仆，而是神的奴仆</a:t>
            </a:r>
            <a:endParaRPr lang="en-US" altLang="zh-CN" sz="2400" dirty="0"/>
          </a:p>
          <a:p>
            <a:pPr lvl="2"/>
            <a:r>
              <a:rPr lang="en-US" altLang="zh-CN" sz="2000" dirty="0"/>
              <a:t>1</a:t>
            </a:r>
            <a:r>
              <a:rPr lang="zh-CN" altLang="en-US" sz="2000" dirty="0"/>
              <a:t>章</a:t>
            </a:r>
            <a:r>
              <a:rPr lang="en-US" altLang="zh-CN" sz="2000" dirty="0"/>
              <a:t>10</a:t>
            </a:r>
            <a:r>
              <a:rPr lang="zh-CN" altLang="en-US" sz="2000" dirty="0"/>
              <a:t>节</a:t>
            </a:r>
            <a:endParaRPr lang="en-US" altLang="zh-CN" sz="2000" dirty="0"/>
          </a:p>
          <a:p>
            <a:pPr lvl="2"/>
            <a:r>
              <a:rPr lang="en-US" altLang="zh-CN" sz="2000" dirty="0"/>
              <a:t>2</a:t>
            </a:r>
            <a:r>
              <a:rPr lang="zh-CN" altLang="en-US" sz="2000" dirty="0"/>
              <a:t>章</a:t>
            </a:r>
            <a:r>
              <a:rPr lang="en-US" altLang="zh-CN" sz="2000" dirty="0"/>
              <a:t>2</a:t>
            </a:r>
            <a:r>
              <a:rPr lang="zh-CN" altLang="en-US" sz="2000" dirty="0"/>
              <a:t>节</a:t>
            </a:r>
            <a:endParaRPr lang="en-US" altLang="zh-CN" sz="2000" dirty="0"/>
          </a:p>
          <a:p>
            <a:pPr lvl="2"/>
            <a:r>
              <a:rPr lang="zh-CN" altLang="en-US" sz="2000" dirty="0"/>
              <a:t>罗马书</a:t>
            </a:r>
            <a:r>
              <a:rPr lang="en-US" altLang="zh-CN" sz="2000" dirty="0"/>
              <a:t>6</a:t>
            </a:r>
            <a:r>
              <a:rPr lang="zh-CN" altLang="en-US" sz="2000" dirty="0"/>
              <a:t>章</a:t>
            </a:r>
            <a:r>
              <a:rPr lang="en-US" altLang="zh-CN" sz="2000" dirty="0"/>
              <a:t>16</a:t>
            </a:r>
            <a:r>
              <a:rPr lang="zh-CN" altLang="en-US" sz="2000" dirty="0"/>
              <a:t>节</a:t>
            </a:r>
            <a:endParaRPr lang="en-US" altLang="zh-CN" sz="2000" dirty="0"/>
          </a:p>
          <a:p>
            <a:pPr lvl="2"/>
            <a:endParaRPr lang="en-US" altLang="zh-CN" sz="2000" dirty="0"/>
          </a:p>
          <a:p>
            <a:pPr lvl="1"/>
            <a:r>
              <a:rPr lang="zh-CN" altLang="en-US" sz="2400" dirty="0"/>
              <a:t>福音体贴神的心</a:t>
            </a:r>
            <a:endParaRPr lang="en-US" altLang="zh-CN" sz="2400" dirty="0"/>
          </a:p>
          <a:p>
            <a:pPr lvl="2"/>
            <a:r>
              <a:rPr lang="en-US" altLang="zh-CN" sz="2000" dirty="0"/>
              <a:t>2</a:t>
            </a:r>
            <a:r>
              <a:rPr lang="zh-CN" altLang="en-US" sz="2000" dirty="0"/>
              <a:t>章</a:t>
            </a:r>
            <a:r>
              <a:rPr lang="en-US" altLang="zh-CN" sz="2000" dirty="0"/>
              <a:t>14</a:t>
            </a:r>
            <a:r>
              <a:rPr lang="zh-CN" altLang="en-US" sz="2000" dirty="0"/>
              <a:t>节</a:t>
            </a:r>
            <a:endParaRPr lang="en-US" altLang="zh-CN" sz="2000" dirty="0"/>
          </a:p>
          <a:p>
            <a:pPr lvl="2"/>
            <a:r>
              <a:rPr lang="zh-CN" altLang="en-US" sz="2000" dirty="0"/>
              <a:t>罗马书</a:t>
            </a:r>
            <a:r>
              <a:rPr lang="en-US" altLang="zh-CN" sz="2000" dirty="0"/>
              <a:t>8</a:t>
            </a:r>
            <a:r>
              <a:rPr lang="zh-CN" altLang="en-US" sz="2000" dirty="0"/>
              <a:t>章</a:t>
            </a:r>
            <a:r>
              <a:rPr lang="en-US" altLang="zh-CN" sz="2000" dirty="0"/>
              <a:t>5</a:t>
            </a:r>
            <a:r>
              <a:rPr lang="zh-CN" altLang="en-US" sz="2000" dirty="0"/>
              <a:t>、</a:t>
            </a:r>
            <a:r>
              <a:rPr lang="en-US" altLang="zh-CN" sz="2000" dirty="0"/>
              <a:t>6</a:t>
            </a:r>
            <a:r>
              <a:rPr lang="zh-CN" altLang="en-US" sz="2000" dirty="0"/>
              <a:t>节</a:t>
            </a:r>
            <a:endParaRPr lang="en-US" altLang="zh-CN" sz="2000" dirty="0"/>
          </a:p>
          <a:p>
            <a:pPr lvl="2"/>
            <a:endParaRPr lang="en-US" altLang="zh-CN" dirty="0"/>
          </a:p>
          <a:p>
            <a:pPr lvl="2"/>
            <a:r>
              <a:rPr lang="zh-CN" altLang="zh-CN" sz="1100" dirty="0"/>
              <a:t>教会历史中亚那他修主教，一声经历</a:t>
            </a:r>
            <a:r>
              <a:rPr lang="en-US" altLang="zh-CN" sz="1100" dirty="0"/>
              <a:t>5</a:t>
            </a:r>
            <a:r>
              <a:rPr lang="zh-CN" altLang="zh-CN" sz="1100" dirty="0"/>
              <a:t>个朝代，被流放</a:t>
            </a:r>
            <a:r>
              <a:rPr lang="en-US" altLang="zh-CN" sz="1100" dirty="0"/>
              <a:t>5</a:t>
            </a:r>
            <a:r>
              <a:rPr lang="zh-CN" altLang="zh-CN" sz="1100" dirty="0"/>
              <a:t>次累计</a:t>
            </a:r>
            <a:r>
              <a:rPr lang="en-US" altLang="zh-CN" sz="1100" dirty="0"/>
              <a:t>16</a:t>
            </a:r>
            <a:r>
              <a:rPr lang="zh-CN" altLang="zh-CN" sz="1100" dirty="0"/>
              <a:t>年之久，但是他坚持真理，不妥协为</a:t>
            </a:r>
            <a:r>
              <a:rPr lang="zh-CN" altLang="zh-CN" sz="1100" b="1" dirty="0">
                <a:solidFill>
                  <a:srgbClr val="FF0000"/>
                </a:solidFill>
              </a:rPr>
              <a:t>三位一体</a:t>
            </a:r>
            <a:r>
              <a:rPr lang="zh-CN" altLang="zh-CN" sz="1100" dirty="0"/>
              <a:t>教义打下了基础，成就了尼西亚信经</a:t>
            </a:r>
            <a:endParaRPr lang="en-US" altLang="zh-CN" sz="1100" dirty="0"/>
          </a:p>
          <a:p>
            <a:pPr lvl="2"/>
            <a:r>
              <a:rPr lang="zh-CN" altLang="zh-CN" sz="1100" dirty="0"/>
              <a:t>历史上的马克西姆修道士，一个人坚持耶稣的</a:t>
            </a:r>
            <a:r>
              <a:rPr lang="zh-CN" altLang="zh-CN" sz="1100" b="1" dirty="0">
                <a:solidFill>
                  <a:srgbClr val="FF0000"/>
                </a:solidFill>
              </a:rPr>
              <a:t>神人二性</a:t>
            </a:r>
            <a:r>
              <a:rPr lang="zh-CN" altLang="zh-CN" sz="1100" dirty="0"/>
              <a:t>的真理，公元</a:t>
            </a:r>
            <a:r>
              <a:rPr lang="en-US" altLang="zh-CN" sz="1100" dirty="0"/>
              <a:t>661</a:t>
            </a:r>
            <a:r>
              <a:rPr lang="zh-CN" altLang="zh-CN" sz="1100" dirty="0"/>
              <a:t>处以极刑舌头被割除，右手也被切断并被流放，目的是为了不让他说话和写字，次年去世</a:t>
            </a:r>
            <a:endParaRPr lang="en-US" altLang="zh-CN" sz="1100" dirty="0"/>
          </a:p>
        </p:txBody>
      </p:sp>
    </p:spTree>
    <p:extLst>
      <p:ext uri="{BB962C8B-B14F-4D97-AF65-F5344CB8AC3E}">
        <p14:creationId xmlns="" xmlns:p14="http://schemas.microsoft.com/office/powerpoint/2010/main" val="769890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 xmlns:a16="http://schemas.microsoft.com/office/drawing/2014/main" id="{C578C671-B69C-4BEB-8AD4-3A86A9EC2E70}"/>
              </a:ext>
            </a:extLst>
          </p:cNvPr>
          <p:cNvSpPr>
            <a:spLocks noGrp="1"/>
          </p:cNvSpPr>
          <p:nvPr>
            <p:ph type="title"/>
          </p:nvPr>
        </p:nvSpPr>
        <p:spPr/>
        <p:txBody>
          <a:bodyPr/>
          <a:lstStyle/>
          <a:p>
            <a:pPr lvl="0" algn="l"/>
            <a:r>
              <a:rPr lang="zh-CN" altLang="en-US" b="1" dirty="0"/>
              <a:t>神的福音</a:t>
            </a:r>
            <a:endParaRPr lang="zh-CN" altLang="zh-CN" b="1" dirty="0"/>
          </a:p>
        </p:txBody>
      </p:sp>
      <p:sp>
        <p:nvSpPr>
          <p:cNvPr id="5123" name="Rectangle 3">
            <a:extLst>
              <a:ext uri="{FF2B5EF4-FFF2-40B4-BE49-F238E27FC236}">
                <a16:creationId xmlns=""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pPr marL="342900" lvl="1" indent="-342900">
              <a:buChar char="•"/>
            </a:pPr>
            <a:r>
              <a:rPr lang="zh-CN" altLang="en-US" b="1" dirty="0"/>
              <a:t>应用思考：</a:t>
            </a:r>
            <a:endParaRPr lang="en-US" altLang="zh-CN" b="1" dirty="0"/>
          </a:p>
          <a:p>
            <a:pPr lvl="1"/>
            <a:r>
              <a:rPr lang="zh-CN" altLang="zh-CN" dirty="0"/>
              <a:t>如何避免错误福音？</a:t>
            </a:r>
          </a:p>
          <a:p>
            <a:pPr lvl="1"/>
            <a:r>
              <a:rPr lang="zh-CN" altLang="zh-CN" dirty="0"/>
              <a:t>正确福音的内容是？</a:t>
            </a:r>
          </a:p>
          <a:p>
            <a:pPr lvl="1"/>
            <a:r>
              <a:rPr lang="zh-CN" altLang="zh-CN" dirty="0"/>
              <a:t>如何讨神的心喜悦？</a:t>
            </a:r>
          </a:p>
          <a:p>
            <a:pPr lvl="2"/>
            <a:r>
              <a:rPr lang="zh-CN" altLang="zh-CN" dirty="0"/>
              <a:t>了解亚那他修主教事迹。</a:t>
            </a:r>
          </a:p>
          <a:p>
            <a:pPr lvl="2"/>
            <a:r>
              <a:rPr lang="zh-CN" altLang="zh-CN" dirty="0"/>
              <a:t>了解马克西姆修道士的事迹。</a:t>
            </a:r>
          </a:p>
        </p:txBody>
      </p:sp>
    </p:spTree>
    <p:extLst>
      <p:ext uri="{BB962C8B-B14F-4D97-AF65-F5344CB8AC3E}">
        <p14:creationId xmlns="" xmlns:p14="http://schemas.microsoft.com/office/powerpoint/2010/main" val="3709819177"/>
      </p:ext>
    </p:extLst>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rebuchet MS">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7302</TotalTime>
  <Words>4727</Words>
  <Application>Microsoft Office PowerPoint</Application>
  <PresentationFormat>全屏显示(4:3)</PresentationFormat>
  <Paragraphs>115</Paragraphs>
  <Slides>6</Slides>
  <Notes>6</Notes>
  <HiddenSlides>0</HiddenSlides>
  <MMClips>0</MMClips>
  <ScaleCrop>false</ScaleCrop>
  <HeadingPairs>
    <vt:vector size="4" baseType="variant">
      <vt:variant>
        <vt:lpstr>主题</vt:lpstr>
      </vt:variant>
      <vt:variant>
        <vt:i4>1</vt:i4>
      </vt:variant>
      <vt:variant>
        <vt:lpstr>幻灯片标题</vt:lpstr>
      </vt:variant>
      <vt:variant>
        <vt:i4>6</vt:i4>
      </vt:variant>
    </vt:vector>
  </HeadingPairs>
  <TitlesOfParts>
    <vt:vector size="7" baseType="lpstr">
      <vt:lpstr>Diseño predeterminado</vt:lpstr>
      <vt:lpstr>幻灯片 1</vt:lpstr>
      <vt:lpstr>经文：加拉太书1章：6~10节</vt:lpstr>
      <vt:lpstr>神的福音</vt:lpstr>
      <vt:lpstr>神的福音</vt:lpstr>
      <vt:lpstr>神的福音</vt:lpstr>
      <vt:lpstr>神的福音</vt:lpstr>
    </vt:vector>
  </TitlesOfParts>
  <Company>Toshiba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xbany</cp:lastModifiedBy>
  <cp:revision>746</cp:revision>
  <dcterms:created xsi:type="dcterms:W3CDTF">2010-05-23T14:28:12Z</dcterms:created>
  <dcterms:modified xsi:type="dcterms:W3CDTF">2020-10-17T22:23:35Z</dcterms:modified>
</cp:coreProperties>
</file>