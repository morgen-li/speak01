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20" r:id="rId3"/>
    <p:sldId id="327" r:id="rId4"/>
    <p:sldId id="321" r:id="rId5"/>
    <p:sldId id="329" r:id="rId6"/>
    <p:sldId id="326" r:id="rId7"/>
    <p:sldId id="328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25" r:id="rId17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94" autoAdjust="0"/>
    <p:restoredTop sz="96387" autoAdjust="0"/>
  </p:normalViewPr>
  <p:slideViewPr>
    <p:cSldViewPr showGuides="1">
      <p:cViewPr varScale="1">
        <p:scale>
          <a:sx n="115" d="100"/>
          <a:sy n="115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36D67B5E-0C28-43BD-ADAB-1495D34F31F8}"/>
  </pc:docChgLst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1590BB94-0377-48E9-889F-ECD869654993}"/>
  </pc:docChgLst>
  <pc:docChgLst>
    <pc:chgData name="李 强" userId="633faa5c58ce3e78" providerId="LiveId" clId="{1168CA87-03A7-4C1D-A516-A7E0D38255B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2021/2/21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8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02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48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79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903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609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537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351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355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976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42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002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9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不能隔绝的爱</a:t>
            </a:r>
            <a:endParaRPr lang="en-US" altLang="zh-CN" sz="3200" dirty="0" smtClean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en-US" altLang="zh-CN" sz="200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200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神</a:t>
            </a:r>
            <a:r>
              <a:rPr lang="zh-CN" altLang="en-US" sz="2000" dirty="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的爱</a:t>
            </a:r>
            <a:endParaRPr lang="en-US" altLang="zh-CN" sz="20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罗马书</a:t>
            </a:r>
            <a:r>
              <a:rPr lang="en-US" altLang="zh-CN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8</a:t>
            </a:r>
            <a:r>
              <a:rPr lang="zh-CN" altLang="en-US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28~39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fld id="{07A0B90A-60B9-467C-9F08-64A645997050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2021年2月21日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</a:t>
            </a:r>
            <a:r>
              <a:rPr lang="zh-CN" altLang="en-US" dirty="0" smtClean="0"/>
              <a:t>：</a:t>
            </a:r>
            <a:r>
              <a:rPr lang="zh-CN" altLang="en-US" sz="2400" dirty="0" smtClean="0"/>
              <a:t>罗马书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章</a:t>
            </a:r>
            <a:r>
              <a:rPr lang="en-US" altLang="zh-CN" sz="2400" dirty="0" smtClean="0"/>
              <a:t>28~39</a:t>
            </a:r>
            <a:r>
              <a:rPr lang="zh-CN" altLang="en-US" sz="2400" dirty="0" smtClean="0"/>
              <a:t>节</a:t>
            </a:r>
            <a:endParaRPr lang="zh-CN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217326" cy="56612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28</a:t>
            </a:r>
            <a:r>
              <a:rPr lang="zh-CN" altLang="en-US" sz="1800" dirty="0"/>
              <a:t>我们晓得万事都互相效力，叫爱　神的人得益处，就是</a:t>
            </a:r>
            <a:r>
              <a:rPr lang="zh-CN" altLang="en-US" sz="2800" b="1" u="sng" dirty="0">
                <a:solidFill>
                  <a:srgbClr val="C00000"/>
                </a:solidFill>
              </a:rPr>
              <a:t>按他旨意被召的人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29</a:t>
            </a:r>
            <a:r>
              <a:rPr lang="zh-CN" altLang="en-US" sz="1800" dirty="0"/>
              <a:t>因为他</a:t>
            </a:r>
            <a:r>
              <a:rPr lang="zh-CN" altLang="en-US" sz="1800" dirty="0">
                <a:solidFill>
                  <a:srgbClr val="00B050"/>
                </a:solidFill>
              </a:rPr>
              <a:t>预先</a:t>
            </a:r>
            <a:r>
              <a:rPr lang="zh-CN" altLang="en-US" sz="1800" dirty="0"/>
              <a:t>所知道的人，就</a:t>
            </a:r>
            <a:r>
              <a:rPr lang="zh-CN" altLang="en-US" sz="1800" dirty="0">
                <a:solidFill>
                  <a:srgbClr val="00B050"/>
                </a:solidFill>
              </a:rPr>
              <a:t>预先</a:t>
            </a:r>
            <a:r>
              <a:rPr lang="zh-CN" altLang="en-US" sz="1800" dirty="0"/>
              <a:t>定下效法他儿子的模样，使他儿子在许多弟兄中作</a:t>
            </a:r>
            <a:r>
              <a:rPr lang="zh-CN" altLang="en-US" sz="1800" dirty="0" smtClean="0"/>
              <a:t>长子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30</a:t>
            </a:r>
            <a:r>
              <a:rPr lang="zh-CN" altLang="en-US" sz="1800" dirty="0">
                <a:solidFill>
                  <a:srgbClr val="00B050"/>
                </a:solidFill>
              </a:rPr>
              <a:t>预先</a:t>
            </a:r>
            <a:r>
              <a:rPr lang="zh-CN" altLang="en-US" sz="1800" dirty="0"/>
              <a:t>所定下的人又</a:t>
            </a:r>
            <a:r>
              <a:rPr lang="zh-CN" altLang="en-US" sz="1800" dirty="0">
                <a:solidFill>
                  <a:srgbClr val="FFC000"/>
                </a:solidFill>
              </a:rPr>
              <a:t>召</a:t>
            </a:r>
            <a:r>
              <a:rPr lang="zh-CN" altLang="en-US" sz="1800" dirty="0"/>
              <a:t>他们来，所</a:t>
            </a:r>
            <a:r>
              <a:rPr lang="zh-CN" altLang="en-US" sz="1800" dirty="0">
                <a:solidFill>
                  <a:srgbClr val="FFC000"/>
                </a:solidFill>
              </a:rPr>
              <a:t>召</a:t>
            </a:r>
            <a:r>
              <a:rPr lang="zh-CN" altLang="en-US" sz="1800" dirty="0"/>
              <a:t>来的人又称他们为义，所称为义的人又叫他们</a:t>
            </a:r>
            <a:r>
              <a:rPr lang="zh-CN" altLang="en-US" sz="2000" b="1" dirty="0">
                <a:solidFill>
                  <a:srgbClr val="00B0F0"/>
                </a:solidFill>
              </a:rPr>
              <a:t>得</a:t>
            </a:r>
            <a:r>
              <a:rPr lang="zh-CN" altLang="en-US" sz="2000" b="1" dirty="0" smtClean="0">
                <a:solidFill>
                  <a:srgbClr val="00B0F0"/>
                </a:solidFill>
              </a:rPr>
              <a:t>荣耀</a:t>
            </a:r>
            <a:endParaRPr lang="zh-CN" altLang="en-US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zh-CN" sz="1800" dirty="0"/>
              <a:t>31</a:t>
            </a:r>
            <a:r>
              <a:rPr lang="zh-CN" altLang="en-US" sz="1800" dirty="0"/>
              <a:t>既是这样，还有什么说的呢？　神若帮助我们，</a:t>
            </a:r>
            <a:r>
              <a:rPr lang="zh-CN" altLang="en-US" sz="1800" b="1" dirty="0">
                <a:solidFill>
                  <a:srgbClr val="FF0000"/>
                </a:solidFill>
              </a:rPr>
              <a:t>谁能</a:t>
            </a:r>
            <a:r>
              <a:rPr lang="zh-CN" altLang="en-US" sz="1800" dirty="0">
                <a:solidFill>
                  <a:srgbClr val="00B050"/>
                </a:solidFill>
              </a:rPr>
              <a:t>敌挡</a:t>
            </a:r>
            <a:r>
              <a:rPr lang="zh-CN" altLang="en-US" sz="1800" dirty="0"/>
              <a:t>我们呢</a:t>
            </a:r>
            <a:r>
              <a:rPr lang="zh-CN" altLang="en-US" sz="1800" dirty="0" smtClean="0"/>
              <a:t>？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32</a:t>
            </a:r>
            <a:r>
              <a:rPr lang="zh-CN" altLang="en-US" sz="1800" dirty="0"/>
              <a:t>　神既不爱惜自己的儿子为我们众人舍了，岂不也把万物和他一同白白地赐给我们吗？</a:t>
            </a:r>
          </a:p>
          <a:p>
            <a:pPr marL="0" indent="0">
              <a:buNone/>
            </a:pPr>
            <a:r>
              <a:rPr lang="en-US" altLang="zh-CN" sz="1800" dirty="0"/>
              <a:t>33</a:t>
            </a:r>
            <a:r>
              <a:rPr lang="zh-CN" altLang="en-US" sz="1800" b="1" dirty="0">
                <a:solidFill>
                  <a:srgbClr val="FF0000"/>
                </a:solidFill>
              </a:rPr>
              <a:t>谁能</a:t>
            </a:r>
            <a:r>
              <a:rPr lang="zh-CN" altLang="en-US" sz="1800" dirty="0">
                <a:solidFill>
                  <a:srgbClr val="00B050"/>
                </a:solidFill>
              </a:rPr>
              <a:t>控告</a:t>
            </a:r>
            <a:r>
              <a:rPr lang="zh-CN" altLang="en-US" sz="1800" dirty="0"/>
              <a:t>　神所拣选的人呢？有　神称他们为义了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34</a:t>
            </a:r>
            <a:r>
              <a:rPr lang="zh-CN" altLang="en-US" sz="1800" b="1" dirty="0">
                <a:solidFill>
                  <a:srgbClr val="FF0000"/>
                </a:solidFill>
              </a:rPr>
              <a:t>谁能</a:t>
            </a:r>
            <a:r>
              <a:rPr lang="zh-CN" altLang="en-US" sz="1800" dirty="0">
                <a:solidFill>
                  <a:srgbClr val="00B050"/>
                </a:solidFill>
              </a:rPr>
              <a:t>定他们的罪</a:t>
            </a:r>
            <a:r>
              <a:rPr lang="zh-CN" altLang="en-US" sz="1800" dirty="0"/>
              <a:t>呢？有基督耶稣已经死了，而且从死里复活，现今在　神的右边，也替我们</a:t>
            </a:r>
            <a:r>
              <a:rPr lang="zh-CN" altLang="en-US" sz="1800"/>
              <a:t>祈求</a:t>
            </a:r>
            <a:r>
              <a:rPr lang="zh-CN" altLang="en-US" sz="180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35</a:t>
            </a:r>
            <a:r>
              <a:rPr lang="zh-CN" altLang="en-US" sz="1800" b="1" dirty="0">
                <a:solidFill>
                  <a:srgbClr val="FF0000"/>
                </a:solidFill>
              </a:rPr>
              <a:t>谁能</a:t>
            </a:r>
            <a:r>
              <a:rPr lang="zh-CN" altLang="en-US" sz="1800" dirty="0">
                <a:solidFill>
                  <a:srgbClr val="00B050"/>
                </a:solidFill>
              </a:rPr>
              <a:t>使我们与基督的爱隔绝</a:t>
            </a:r>
            <a:r>
              <a:rPr lang="zh-CN" altLang="en-US" sz="1800" dirty="0"/>
              <a:t>呢？难道是患难吗？是困苦吗？是逼迫吗？是饥饿吗？是赤身露体吗？是危险吗？是刀剑吗？</a:t>
            </a:r>
          </a:p>
          <a:p>
            <a:pPr marL="0" indent="0">
              <a:buNone/>
            </a:pPr>
            <a:r>
              <a:rPr lang="en-US" altLang="zh-CN" sz="1800" dirty="0"/>
              <a:t>36</a:t>
            </a:r>
            <a:r>
              <a:rPr lang="zh-CN" altLang="en-US" sz="1800" dirty="0"/>
              <a:t>如经上所记：“我们为你的缘故终日被杀，人看我们如将宰的羊。”</a:t>
            </a:r>
          </a:p>
          <a:p>
            <a:pPr marL="0" indent="0">
              <a:buNone/>
            </a:pPr>
            <a:r>
              <a:rPr lang="en-US" altLang="zh-CN" sz="1800" dirty="0"/>
              <a:t>37</a:t>
            </a:r>
            <a:r>
              <a:rPr lang="zh-CN" altLang="en-US" sz="1800" dirty="0"/>
              <a:t>然而，靠着爱我们的主，在这一切的事上已经得胜有余了。</a:t>
            </a:r>
          </a:p>
          <a:p>
            <a:pPr marL="0" indent="0">
              <a:buNone/>
            </a:pPr>
            <a:r>
              <a:rPr lang="en-US" altLang="zh-CN" sz="1800" dirty="0"/>
              <a:t>38</a:t>
            </a:r>
            <a:r>
              <a:rPr lang="zh-CN" altLang="en-US" sz="1800" dirty="0"/>
              <a:t>因为我深信无论是死，是生，是天使，是掌权的，是有能的，是现在的事，是将来的</a:t>
            </a:r>
            <a:r>
              <a:rPr lang="zh-CN" altLang="en-US" sz="1800" dirty="0" smtClean="0"/>
              <a:t>事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39</a:t>
            </a:r>
            <a:r>
              <a:rPr lang="zh-CN" altLang="en-US" sz="1800" dirty="0"/>
              <a:t>是高处的，是低处的，是别的受造之物，都不能叫我们与　神的爱隔绝；这爱是在我们的主基督耶稣里的。</a:t>
            </a:r>
            <a:endParaRPr lang="zh-CN" alt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</a:t>
            </a:r>
            <a:r>
              <a:rPr lang="zh-CN" altLang="en-US" dirty="0" smtClean="0"/>
              <a:t>：</a:t>
            </a:r>
            <a:r>
              <a:rPr lang="zh-CN" altLang="en-US" sz="2400" dirty="0" smtClean="0"/>
              <a:t>罗马书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章</a:t>
            </a:r>
            <a:r>
              <a:rPr lang="en-US" altLang="zh-CN" sz="2400" dirty="0" smtClean="0"/>
              <a:t>28~39</a:t>
            </a:r>
            <a:r>
              <a:rPr lang="zh-CN" altLang="en-US" sz="2400" dirty="0" smtClean="0"/>
              <a:t>节</a:t>
            </a:r>
            <a:endParaRPr lang="zh-CN" altLang="en-US" sz="24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8051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0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zh-CN" b="1" dirty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神的爱让我们得益处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1800" b="1" dirty="0"/>
              <a:t>林前</a:t>
            </a:r>
            <a:r>
              <a:rPr lang="en-US" altLang="zh-CN" sz="1800" b="1" dirty="0"/>
              <a:t>2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9</a:t>
            </a:r>
            <a:r>
              <a:rPr lang="zh-CN" altLang="zh-CN" sz="1800" b="1" dirty="0"/>
              <a:t>节：如经上所记：</a:t>
            </a:r>
            <a:r>
              <a:rPr lang="en-US" altLang="zh-CN" sz="1800" b="1" dirty="0"/>
              <a:t>“</a:t>
            </a:r>
            <a:r>
              <a:rPr lang="zh-CN" altLang="zh-CN" sz="1800" b="1" dirty="0"/>
              <a:t>　神为爱他的人所预备的，是眼睛未曾看见，耳朵未曾听见，人心也未曾想到的。</a:t>
            </a:r>
            <a:r>
              <a:rPr lang="en-US" altLang="zh-CN" sz="1800" b="1" dirty="0" smtClean="0"/>
              <a:t>”</a:t>
            </a:r>
            <a:endParaRPr lang="en-US" altLang="zh-CN" sz="1800" dirty="0"/>
          </a:p>
          <a:p>
            <a:r>
              <a:rPr lang="zh-CN" altLang="zh-CN" sz="1800" b="1" dirty="0" smtClean="0"/>
              <a:t>约翰</a:t>
            </a:r>
            <a:r>
              <a:rPr lang="zh-CN" altLang="zh-CN" sz="1800" b="1" dirty="0"/>
              <a:t>福音</a:t>
            </a:r>
            <a:r>
              <a:rPr lang="en-US" altLang="zh-CN" sz="1800" b="1" dirty="0"/>
              <a:t>3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16</a:t>
            </a:r>
            <a:r>
              <a:rPr lang="zh-CN" altLang="zh-CN" sz="1800" b="1" dirty="0"/>
              <a:t>节中说：“神爱世人，甚至将他的独生子赐给他们，叫一切信他的，不至灭亡，反得永生。</a:t>
            </a:r>
            <a:r>
              <a:rPr lang="zh-CN" altLang="zh-CN" sz="1800" b="1" dirty="0" smtClean="0"/>
              <a:t>”</a:t>
            </a:r>
            <a:endParaRPr lang="en-US" altLang="zh-CN" sz="1800" b="1" dirty="0"/>
          </a:p>
          <a:p>
            <a:r>
              <a:rPr lang="zh-CN" altLang="zh-CN" sz="1800" b="1" dirty="0" smtClean="0"/>
              <a:t>创世纪</a:t>
            </a:r>
            <a:r>
              <a:rPr lang="en-US" altLang="zh-CN" sz="1800" b="1" dirty="0"/>
              <a:t>8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21</a:t>
            </a:r>
            <a:r>
              <a:rPr lang="zh-CN" altLang="zh-CN" sz="1800" b="1" dirty="0"/>
              <a:t>、</a:t>
            </a:r>
            <a:r>
              <a:rPr lang="en-US" altLang="zh-CN" sz="1800" b="1" dirty="0"/>
              <a:t>22</a:t>
            </a:r>
            <a:r>
              <a:rPr lang="zh-CN" altLang="zh-CN" sz="1800" b="1" dirty="0"/>
              <a:t>节：耶和华闻那馨香之气，就心里说：“我不再因人的缘故咒诅地（人从小时心里怀着恶念），也不再按着我才行的，灭各种的活物了。</a:t>
            </a:r>
            <a:r>
              <a:rPr lang="en-US" altLang="zh-CN" sz="1800" b="1" dirty="0"/>
              <a:t>22</a:t>
            </a:r>
            <a:r>
              <a:rPr lang="zh-CN" altLang="zh-CN" sz="1800" b="1" dirty="0"/>
              <a:t>地还存留的时候，稼穑、寒暑、冬夏、昼夜就永不停息了。</a:t>
            </a:r>
            <a:r>
              <a:rPr lang="en-US" altLang="zh-CN" sz="1800" b="1" dirty="0" smtClean="0"/>
              <a:t>”</a:t>
            </a:r>
          </a:p>
          <a:p>
            <a:r>
              <a:rPr lang="zh-CN" altLang="zh-CN" sz="1800" b="1" dirty="0"/>
              <a:t>创世纪</a:t>
            </a:r>
            <a:r>
              <a:rPr lang="en-US" altLang="zh-CN" sz="1800" b="1" dirty="0"/>
              <a:t>50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20</a:t>
            </a:r>
            <a:r>
              <a:rPr lang="zh-CN" altLang="zh-CN" sz="1800" b="1" dirty="0"/>
              <a:t>节：“从前你们的意思是要害我，但　神的意思原是好的，要保全许多人的性命，成就今日的光景。</a:t>
            </a:r>
            <a:r>
              <a:rPr lang="zh-CN" altLang="zh-CN" sz="1800" b="1" dirty="0" smtClean="0"/>
              <a:t>”</a:t>
            </a:r>
            <a:endParaRPr lang="en-US" altLang="zh-CN" sz="1800" b="1" dirty="0" smtClean="0"/>
          </a:p>
          <a:p>
            <a:r>
              <a:rPr lang="zh-CN" altLang="zh-CN" sz="1800" b="1" dirty="0"/>
              <a:t>林前</a:t>
            </a:r>
            <a:r>
              <a:rPr lang="en-US" altLang="zh-CN" sz="1800" b="1" dirty="0"/>
              <a:t>16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22</a:t>
            </a:r>
            <a:r>
              <a:rPr lang="zh-CN" altLang="zh-CN" sz="1800" b="1" dirty="0"/>
              <a:t>：“若有人不爱主，这人可诅可咒。主必要来。</a:t>
            </a:r>
            <a:r>
              <a:rPr lang="zh-CN" altLang="zh-CN" sz="1800" b="1" dirty="0" smtClean="0"/>
              <a:t>”</a:t>
            </a:r>
            <a:endParaRPr lang="en-US" altLang="zh-CN" sz="1800" b="1" dirty="0"/>
          </a:p>
          <a:p>
            <a:r>
              <a:rPr lang="zh-CN" altLang="en-US" sz="1800" b="1" dirty="0" smtClean="0"/>
              <a:t>爱的分类：</a:t>
            </a:r>
            <a:endParaRPr lang="en-US" altLang="zh-CN" sz="1800" b="1" dirty="0" smtClean="0"/>
          </a:p>
          <a:p>
            <a:r>
              <a:rPr lang="zh-CN" altLang="en-US" sz="1800" b="1" dirty="0" smtClean="0"/>
              <a:t>神的爱：</a:t>
            </a:r>
            <a:endParaRPr lang="en-US" altLang="zh-CN" sz="1800" b="1" dirty="0" smtClean="0"/>
          </a:p>
          <a:p>
            <a:r>
              <a:rPr lang="zh-CN" altLang="en-US" sz="1800" b="1" dirty="0" smtClean="0"/>
              <a:t>神爱我们是要我们凡事得益处（神的三观看问题）</a:t>
            </a:r>
            <a:endParaRPr lang="en-US" altLang="zh-CN" sz="1800" b="1" dirty="0" smtClean="0"/>
          </a:p>
          <a:p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zh-CN" b="1" dirty="0"/>
              <a:t>，</a:t>
            </a:r>
            <a:r>
              <a:rPr lang="en-US" altLang="zh-CN" b="1" dirty="0"/>
              <a:t>		</a:t>
            </a:r>
            <a:r>
              <a:rPr lang="zh-CN" altLang="en-US" b="1" dirty="0"/>
              <a:t>神的爱让我们得益处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pPr marL="0" indent="0">
              <a:buNone/>
            </a:pPr>
            <a:endParaRPr lang="en-US" altLang="zh-CN" sz="1800" b="1" dirty="0" smtClean="0"/>
          </a:p>
          <a:p>
            <a:r>
              <a:rPr lang="zh-CN" altLang="en-US" sz="1800" b="1" dirty="0" smtClean="0"/>
              <a:t>爱的分类：</a:t>
            </a:r>
            <a:endParaRPr lang="en-US" altLang="zh-CN" sz="1800" b="1" dirty="0" smtClean="0"/>
          </a:p>
          <a:p>
            <a:r>
              <a:rPr lang="zh-CN" altLang="en-US" sz="1800" b="1" dirty="0" smtClean="0"/>
              <a:t>神的爱：</a:t>
            </a:r>
            <a:endParaRPr lang="en-US" altLang="zh-CN" sz="1800" b="1" dirty="0" smtClean="0"/>
          </a:p>
          <a:p>
            <a:r>
              <a:rPr lang="zh-CN" altLang="en-US" sz="1800" b="1" dirty="0" smtClean="0"/>
              <a:t>神爱我们是要我们凡事得益处（神的三观看问题）</a:t>
            </a:r>
            <a:endParaRPr lang="en-US" altLang="zh-CN" sz="1800" b="1" dirty="0" smtClean="0"/>
          </a:p>
          <a:p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179512" y="1425898"/>
            <a:ext cx="6525587" cy="33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5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2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神是爱的主动发起人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1800" b="1" dirty="0"/>
              <a:t>彼得前书</a:t>
            </a:r>
            <a:r>
              <a:rPr lang="en-US" altLang="zh-CN" sz="1800" b="1" dirty="0"/>
              <a:t>1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2</a:t>
            </a:r>
            <a:r>
              <a:rPr lang="zh-CN" altLang="zh-CN" sz="1800" b="1" dirty="0"/>
              <a:t>节：就是照父　神的先见被拣选，藉着圣灵得成圣洁，以致顺服耶稣基督，又蒙他血所洒的人。愿恩惠、平安多多地加给你们！</a:t>
            </a:r>
            <a:endParaRPr lang="zh-CN" altLang="zh-CN" sz="1800" dirty="0"/>
          </a:p>
          <a:p>
            <a:r>
              <a:rPr lang="zh-CN" altLang="zh-CN" sz="1800" b="1" dirty="0"/>
              <a:t>以弗所书</a:t>
            </a:r>
            <a:r>
              <a:rPr lang="en-US" altLang="zh-CN" sz="1800" b="1" dirty="0"/>
              <a:t>1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4</a:t>
            </a:r>
            <a:r>
              <a:rPr lang="zh-CN" altLang="zh-CN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zh-CN" sz="1800" b="1" dirty="0"/>
              <a:t>节：就如　神从创立世界以前，在基督里拣选了我们，使我们在他面前成为圣洁，无有瑕疵。又因爱我们，就按着自己意旨所喜悦的，预定我们藉着耶稣基督得儿子的名分。</a:t>
            </a:r>
            <a:endParaRPr lang="zh-CN" altLang="zh-CN" sz="1800" dirty="0"/>
          </a:p>
          <a:p>
            <a:r>
              <a:rPr lang="zh-CN" altLang="zh-CN" sz="1800" b="1" dirty="0"/>
              <a:t>使徒行传</a:t>
            </a:r>
            <a:r>
              <a:rPr lang="en-US" altLang="zh-CN" sz="1800" b="1" dirty="0"/>
              <a:t>13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48</a:t>
            </a:r>
            <a:r>
              <a:rPr lang="zh-CN" altLang="zh-CN" sz="1800" b="1" dirty="0"/>
              <a:t>节：外邦人听见这话，就欢喜了，赞美　神的道，凡预定得永生的人都信了。</a:t>
            </a:r>
            <a:endParaRPr lang="zh-CN" altLang="zh-CN" sz="1800" dirty="0"/>
          </a:p>
          <a:p>
            <a:r>
              <a:rPr lang="zh-CN" altLang="zh-CN" sz="1800" b="1" dirty="0"/>
              <a:t>林前</a:t>
            </a:r>
            <a:r>
              <a:rPr lang="en-US" altLang="zh-CN" sz="1800" b="1" dirty="0"/>
              <a:t>2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7</a:t>
            </a:r>
            <a:r>
              <a:rPr lang="zh-CN" altLang="zh-CN" sz="1800" b="1" dirty="0"/>
              <a:t>节：我们讲的，乃是从前所隐藏、　神奥秘的智慧，就是　神在万世以前预定使我们得荣耀的</a:t>
            </a:r>
            <a:r>
              <a:rPr lang="zh-CN" altLang="zh-CN" sz="1800" b="1" dirty="0" smtClean="0"/>
              <a:t>。</a:t>
            </a:r>
            <a:endParaRPr lang="en-US" altLang="zh-CN" sz="1800" b="1" dirty="0" smtClean="0"/>
          </a:p>
          <a:p>
            <a:r>
              <a:rPr lang="zh-CN" altLang="zh-CN" sz="1800" b="1" dirty="0"/>
              <a:t>罗马书</a:t>
            </a:r>
            <a:r>
              <a:rPr lang="en-US" altLang="zh-CN" sz="1800" b="1" dirty="0"/>
              <a:t>8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17</a:t>
            </a:r>
            <a:r>
              <a:rPr lang="zh-CN" altLang="zh-CN" sz="1800" b="1" dirty="0"/>
              <a:t>节：“既是儿女，便是后嗣，就是　神的后嗣，和基督同作后嗣。如果我们和他一同受苦，也必和他一同得荣耀。”</a:t>
            </a:r>
            <a:endParaRPr lang="zh-CN" altLang="zh-CN" sz="1800" dirty="0"/>
          </a:p>
          <a:p>
            <a:r>
              <a:rPr lang="zh-CN" altLang="zh-CN" sz="1800" b="1" dirty="0"/>
              <a:t>腓立比书</a:t>
            </a:r>
            <a:r>
              <a:rPr lang="en-US" altLang="zh-CN" sz="1800" b="1" dirty="0"/>
              <a:t>1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6</a:t>
            </a:r>
            <a:r>
              <a:rPr lang="zh-CN" altLang="zh-CN" sz="1800" b="1" dirty="0"/>
              <a:t>节：我深信那在你们心里动了善工的，必成全这工，直到耶稣基督的日子。</a:t>
            </a:r>
            <a:endParaRPr lang="zh-CN" altLang="zh-CN" sz="1800" dirty="0"/>
          </a:p>
          <a:p>
            <a:r>
              <a:rPr lang="zh-CN" altLang="zh-CN" sz="1800" b="1" dirty="0"/>
              <a:t>约书亚记</a:t>
            </a:r>
            <a:r>
              <a:rPr lang="en-US" altLang="zh-CN" sz="1800" b="1" dirty="0"/>
              <a:t>5</a:t>
            </a:r>
            <a:r>
              <a:rPr lang="zh-CN" altLang="zh-CN" sz="1800" b="1" dirty="0"/>
              <a:t>章</a:t>
            </a:r>
            <a:r>
              <a:rPr lang="en-US" altLang="zh-CN" sz="1800" b="1" dirty="0"/>
              <a:t>13</a:t>
            </a:r>
            <a:r>
              <a:rPr lang="zh-CN" altLang="zh-CN" sz="1800" b="1" dirty="0"/>
              <a:t>、</a:t>
            </a:r>
            <a:r>
              <a:rPr lang="en-US" altLang="zh-CN" sz="1800" b="1" dirty="0"/>
              <a:t>14</a:t>
            </a:r>
            <a:r>
              <a:rPr lang="zh-CN" altLang="zh-CN" sz="1800" b="1" dirty="0"/>
              <a:t>节</a:t>
            </a:r>
            <a:r>
              <a:rPr lang="zh-CN" altLang="zh-CN" sz="1800" b="1" dirty="0" smtClean="0"/>
              <a:t>：约</a:t>
            </a:r>
            <a:r>
              <a:rPr lang="zh-CN" altLang="zh-CN" sz="1800" b="1" dirty="0"/>
              <a:t>书亚靠近耶利哥的时候，举目观看，不料，有一个人手里有拔出来的刀，对面站立。约书亚到他那里，问他说：</a:t>
            </a:r>
            <a:r>
              <a:rPr lang="en-US" altLang="zh-CN" sz="1800" b="1" dirty="0"/>
              <a:t>“</a:t>
            </a:r>
            <a:r>
              <a:rPr lang="zh-CN" altLang="zh-CN" sz="1800" b="1" dirty="0"/>
              <a:t>你是帮助我们呢？是帮助我们敌人呢？</a:t>
            </a:r>
            <a:r>
              <a:rPr lang="en-US" altLang="zh-CN" sz="1800" b="1" dirty="0"/>
              <a:t>”</a:t>
            </a:r>
            <a:r>
              <a:rPr lang="zh-CN" altLang="zh-CN" sz="1800" b="1" dirty="0"/>
              <a:t>他回答说：</a:t>
            </a:r>
            <a:r>
              <a:rPr lang="en-US" altLang="zh-CN" sz="1800" b="1" dirty="0"/>
              <a:t>“</a:t>
            </a:r>
            <a:r>
              <a:rPr lang="zh-CN" altLang="zh-CN" sz="1800" b="1" dirty="0"/>
              <a:t>不是的，我来是要作耶和华军队的元帅。</a:t>
            </a:r>
            <a:r>
              <a:rPr lang="en-US" altLang="zh-CN" sz="1800" b="1" dirty="0"/>
              <a:t>”</a:t>
            </a:r>
            <a:r>
              <a:rPr lang="zh-CN" altLang="zh-CN" sz="1800" b="1" dirty="0"/>
              <a:t>约书亚就俯伏在地下拜，说：</a:t>
            </a:r>
            <a:r>
              <a:rPr lang="en-US" altLang="zh-CN" sz="1800" b="1" dirty="0"/>
              <a:t>“</a:t>
            </a:r>
            <a:r>
              <a:rPr lang="zh-CN" altLang="zh-CN" sz="1800" b="1" dirty="0"/>
              <a:t>我主有什么话吩咐仆人？</a:t>
            </a:r>
            <a:r>
              <a:rPr lang="en-US" altLang="zh-CN" sz="1800" b="1" dirty="0"/>
              <a:t>”</a:t>
            </a:r>
            <a:endParaRPr lang="zh-CN" altLang="zh-CN" sz="1800" dirty="0"/>
          </a:p>
          <a:p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81680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2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en-US" b="1" dirty="0"/>
              <a:t>神是爱的主动发起人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 smtClean="0"/>
              <a:t>神预定，神预先爱我们</a:t>
            </a:r>
            <a:endParaRPr lang="en-US" altLang="zh-CN" sz="1800" b="1" dirty="0" smtClean="0"/>
          </a:p>
          <a:p>
            <a:r>
              <a:rPr lang="zh-CN" altLang="en-US" sz="1800" b="1" dirty="0" smtClean="0"/>
              <a:t>神目的是要人神得荣耀</a:t>
            </a:r>
            <a:endParaRPr lang="en-US" altLang="zh-CN" sz="1800" b="1" dirty="0" smtClean="0"/>
          </a:p>
          <a:p>
            <a:endParaRPr lang="zh-CN" altLang="zh-CN" sz="1800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1404938"/>
            <a:ext cx="6525587" cy="33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9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31  </a:t>
            </a:r>
            <a:r>
              <a:rPr lang="zh-CN" altLang="zh-CN" b="1" i="1" dirty="0"/>
              <a:t>神若帮助我们，谁能敌挡我们呢？</a:t>
            </a:r>
            <a:endParaRPr lang="zh-CN" altLang="zh-CN" dirty="0"/>
          </a:p>
          <a:p>
            <a:pPr lvl="1"/>
            <a:r>
              <a:rPr lang="zh-CN" altLang="en-US" sz="2400" b="1" dirty="0" smtClean="0"/>
              <a:t>世界会抵挡我们</a:t>
            </a:r>
            <a:endParaRPr lang="en-US" altLang="zh-CN" sz="2400" b="1" dirty="0" smtClean="0"/>
          </a:p>
          <a:p>
            <a:r>
              <a:rPr lang="zh-CN" altLang="zh-CN" sz="1400" dirty="0"/>
              <a:t>约翰福音</a:t>
            </a:r>
            <a:r>
              <a:rPr lang="en-US" altLang="zh-CN" sz="1400" dirty="0"/>
              <a:t>15</a:t>
            </a:r>
            <a:r>
              <a:rPr lang="zh-CN" altLang="zh-CN" sz="1400" dirty="0"/>
              <a:t>章</a:t>
            </a:r>
            <a:r>
              <a:rPr lang="en-US" altLang="zh-CN" sz="1400" dirty="0"/>
              <a:t>19</a:t>
            </a:r>
            <a:r>
              <a:rPr lang="zh-CN" altLang="zh-CN" sz="1400" dirty="0"/>
              <a:t>你们若属世界，世界必爱属自己的；只因你们不属世界，乃是我从世界中拣选了你们，所以世界就恨你们。</a:t>
            </a:r>
          </a:p>
          <a:p>
            <a:r>
              <a:rPr lang="zh-CN" altLang="zh-CN" sz="1400" dirty="0"/>
              <a:t>约翰福音</a:t>
            </a:r>
            <a:r>
              <a:rPr lang="en-US" altLang="zh-CN" sz="1400" dirty="0"/>
              <a:t>17</a:t>
            </a:r>
            <a:r>
              <a:rPr lang="zh-CN" altLang="zh-CN" sz="1400" dirty="0"/>
              <a:t>章</a:t>
            </a:r>
            <a:r>
              <a:rPr lang="en-US" altLang="zh-CN" sz="1400" dirty="0"/>
              <a:t>14</a:t>
            </a:r>
            <a:r>
              <a:rPr lang="zh-CN" altLang="zh-CN" sz="1400" dirty="0"/>
              <a:t>我已将你的道赐给他们，世界又恨他们；因为他们不属世界，正如我不属世界一样。</a:t>
            </a:r>
          </a:p>
          <a:p>
            <a:r>
              <a:rPr lang="zh-CN" altLang="zh-CN" sz="1400" dirty="0"/>
              <a:t>约翰一书</a:t>
            </a:r>
            <a:r>
              <a:rPr lang="en-US" altLang="zh-CN" sz="1400" dirty="0"/>
              <a:t>2</a:t>
            </a:r>
            <a:r>
              <a:rPr lang="zh-CN" altLang="zh-CN" sz="1400" dirty="0"/>
              <a:t>章</a:t>
            </a:r>
            <a:r>
              <a:rPr lang="en-US" altLang="zh-CN" sz="1400" dirty="0"/>
              <a:t>15</a:t>
            </a:r>
            <a:r>
              <a:rPr lang="zh-CN" altLang="zh-CN" sz="1400" dirty="0"/>
              <a:t>不要爱世界和世界上的事。人若爱世界，爱父的心就不在他里面了</a:t>
            </a:r>
            <a:r>
              <a:rPr lang="zh-CN" altLang="zh-CN" sz="1400" dirty="0" smtClean="0"/>
              <a:t>。</a:t>
            </a:r>
            <a:endParaRPr lang="en-US" altLang="zh-CN" sz="1400" dirty="0" smtClean="0"/>
          </a:p>
          <a:p>
            <a:r>
              <a:rPr lang="zh-CN" altLang="zh-CN" sz="1400" dirty="0"/>
              <a:t>出埃及记</a:t>
            </a:r>
            <a:r>
              <a:rPr lang="en-US" altLang="zh-CN" sz="1400" dirty="0"/>
              <a:t>1</a:t>
            </a:r>
            <a:r>
              <a:rPr lang="zh-CN" altLang="zh-CN" sz="1400" dirty="0"/>
              <a:t>章</a:t>
            </a:r>
            <a:r>
              <a:rPr lang="en-US" altLang="zh-CN" sz="1400" dirty="0"/>
              <a:t>11</a:t>
            </a:r>
            <a:r>
              <a:rPr lang="zh-CN" altLang="zh-CN" sz="1400" dirty="0"/>
              <a:t>于是埃及人派督工的辖制他们，加重担苦害他们。他们为法老建造两座积货城，就是比东和兰塞。</a:t>
            </a:r>
          </a:p>
          <a:p>
            <a:r>
              <a:rPr lang="zh-CN" altLang="zh-CN" sz="1400" dirty="0"/>
              <a:t>士师记</a:t>
            </a:r>
            <a:r>
              <a:rPr lang="en-US" altLang="zh-CN" sz="1400" dirty="0"/>
              <a:t>15</a:t>
            </a:r>
            <a:r>
              <a:rPr lang="zh-CN" altLang="zh-CN" sz="1400" dirty="0"/>
              <a:t>章</a:t>
            </a:r>
            <a:r>
              <a:rPr lang="en-US" altLang="zh-CN" sz="1400" dirty="0"/>
              <a:t>20</a:t>
            </a:r>
            <a:r>
              <a:rPr lang="zh-CN" altLang="zh-CN" sz="1400" dirty="0"/>
              <a:t>当非利士人辖制以色列人的时候 罗马书</a:t>
            </a:r>
            <a:r>
              <a:rPr lang="en-US" altLang="zh-CN" sz="1400" dirty="0"/>
              <a:t>8</a:t>
            </a:r>
            <a:r>
              <a:rPr lang="zh-CN" altLang="zh-CN" sz="1400" dirty="0"/>
              <a:t>章</a:t>
            </a:r>
            <a:r>
              <a:rPr lang="en-US" altLang="zh-CN" sz="1400" dirty="0"/>
              <a:t>21</a:t>
            </a:r>
            <a:r>
              <a:rPr lang="zh-CN" altLang="zh-CN" sz="1400" dirty="0"/>
              <a:t>但受造之物仍然指望脱离败坏的辖制，得享　神儿女自由的荣耀</a:t>
            </a:r>
            <a:r>
              <a:rPr lang="zh-CN" altLang="zh-CN" sz="1400" dirty="0" smtClean="0"/>
              <a:t>。</a:t>
            </a:r>
            <a:endParaRPr lang="en-US" altLang="zh-CN" sz="1400" dirty="0" smtClean="0"/>
          </a:p>
          <a:p>
            <a:r>
              <a:rPr lang="zh-CN" altLang="en-US" sz="1400" dirty="0" smtClean="0"/>
              <a:t>撒母耳记上</a:t>
            </a:r>
            <a:r>
              <a:rPr lang="en-US" altLang="zh-CN" sz="1400" dirty="0" smtClean="0"/>
              <a:t>13</a:t>
            </a:r>
            <a:r>
              <a:rPr lang="zh-CN" altLang="en-US" sz="1400" dirty="0" smtClean="0"/>
              <a:t>章</a:t>
            </a:r>
            <a:r>
              <a:rPr lang="en-US" altLang="zh-CN" sz="1400" dirty="0" smtClean="0"/>
              <a:t>19</a:t>
            </a:r>
            <a:r>
              <a:rPr lang="zh-CN" altLang="en-US" sz="1400" dirty="0" smtClean="0"/>
              <a:t>那时，以色列全地没有一个铁匠，因为非利士人说，恐怕希伯来人制造刀枪。</a:t>
            </a:r>
          </a:p>
          <a:p>
            <a:r>
              <a:rPr lang="en-US" altLang="zh-CN" sz="1400" dirty="0" smtClean="0"/>
              <a:t>20</a:t>
            </a:r>
            <a:r>
              <a:rPr lang="zh-CN" altLang="en-US" sz="1400" dirty="0" smtClean="0"/>
              <a:t>以色列人要磨锄、犁、斧、铲，就下到非利士人那里去磨。</a:t>
            </a:r>
            <a:endParaRPr lang="en-US" altLang="zh-CN" sz="1400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 smtClean="0"/>
              <a:t>神预定，神预先爱我们</a:t>
            </a:r>
            <a:endParaRPr lang="en-US" altLang="zh-CN" sz="1800" b="1" dirty="0" smtClean="0"/>
          </a:p>
          <a:p>
            <a:r>
              <a:rPr lang="zh-CN" altLang="en-US" sz="1800" b="1" dirty="0" smtClean="0"/>
              <a:t>神目的是要人神得荣耀</a:t>
            </a:r>
            <a:endParaRPr lang="en-US" altLang="zh-CN" sz="1800" b="1" dirty="0" smtClean="0"/>
          </a:p>
          <a:p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18117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31  </a:t>
            </a:r>
            <a:r>
              <a:rPr lang="zh-CN" altLang="zh-CN" b="1" i="1" dirty="0"/>
              <a:t>神若帮助我们，谁能敌挡我们呢？</a:t>
            </a:r>
            <a:endParaRPr lang="zh-CN" altLang="zh-CN" dirty="0"/>
          </a:p>
          <a:p>
            <a:pPr lvl="1"/>
            <a:r>
              <a:rPr lang="zh-CN" altLang="en-US" sz="2400" b="1" dirty="0"/>
              <a:t>肉体</a:t>
            </a:r>
            <a:r>
              <a:rPr lang="zh-CN" altLang="en-US" sz="2400" b="1" dirty="0" smtClean="0"/>
              <a:t>会抵挡我们</a:t>
            </a:r>
            <a:endParaRPr lang="en-US" altLang="zh-CN" sz="2400" b="1" dirty="0" smtClean="0"/>
          </a:p>
          <a:p>
            <a:r>
              <a:rPr lang="zh-CN" altLang="zh-CN" sz="1400" dirty="0"/>
              <a:t>罗马书</a:t>
            </a:r>
            <a:r>
              <a:rPr lang="en-US" altLang="zh-CN" sz="1400" dirty="0"/>
              <a:t>8</a:t>
            </a:r>
            <a:r>
              <a:rPr lang="zh-CN" altLang="zh-CN" sz="1400" dirty="0"/>
              <a:t>章 </a:t>
            </a:r>
            <a:r>
              <a:rPr lang="en-US" altLang="zh-CN" sz="1400" dirty="0"/>
              <a:t>5</a:t>
            </a:r>
            <a:r>
              <a:rPr lang="zh-CN" altLang="zh-CN" sz="1400" dirty="0"/>
              <a:t>因为随从肉体的人体贴肉体的事；随从圣灵的人体贴圣灵的事。</a:t>
            </a:r>
            <a:r>
              <a:rPr lang="en-US" altLang="zh-CN" sz="1400" dirty="0"/>
              <a:t>6</a:t>
            </a:r>
            <a:r>
              <a:rPr lang="zh-CN" altLang="zh-CN" sz="1400" dirty="0"/>
              <a:t>体贴肉体的就是死，体贴圣灵的乃是生命平安</a:t>
            </a:r>
            <a:r>
              <a:rPr lang="zh-CN" altLang="zh-CN" sz="1400" dirty="0" smtClean="0"/>
              <a:t>。</a:t>
            </a:r>
            <a:endParaRPr lang="en-US" altLang="zh-CN" sz="1400" dirty="0" smtClean="0"/>
          </a:p>
          <a:p>
            <a:r>
              <a:rPr lang="zh-CN" altLang="en-US" sz="1400" dirty="0"/>
              <a:t>马可福音</a:t>
            </a:r>
            <a:r>
              <a:rPr lang="en-US" altLang="zh-CN" sz="1400" dirty="0"/>
              <a:t>14</a:t>
            </a:r>
            <a:r>
              <a:rPr lang="zh-CN" altLang="en-US" sz="1400" dirty="0"/>
              <a:t>章</a:t>
            </a:r>
            <a:r>
              <a:rPr lang="en-US" altLang="zh-CN" sz="1400" dirty="0"/>
              <a:t>38</a:t>
            </a:r>
            <a:r>
              <a:rPr lang="zh-CN" altLang="en-US" sz="1400" dirty="0"/>
              <a:t>总要警醒祷告，免得入了迷惑。你们心灵固然愿意，肉体却软弱了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zh-CN" altLang="zh-CN" sz="1400" dirty="0"/>
              <a:t>路加福音</a:t>
            </a:r>
            <a:r>
              <a:rPr lang="en-US" altLang="zh-CN" sz="1400" dirty="0"/>
              <a:t>9</a:t>
            </a:r>
            <a:r>
              <a:rPr lang="zh-CN" altLang="zh-CN" sz="1400" dirty="0"/>
              <a:t>章</a:t>
            </a:r>
            <a:r>
              <a:rPr lang="en-US" altLang="zh-CN" sz="1400" dirty="0"/>
              <a:t>23</a:t>
            </a:r>
            <a:r>
              <a:rPr lang="zh-CN" altLang="zh-CN" sz="1400" dirty="0"/>
              <a:t>耶稣又对众人说：“若有人要跟从我，就当舍己，天天背起他的十字架来跟从我。</a:t>
            </a:r>
          </a:p>
          <a:p>
            <a:pPr marL="0" indent="0">
              <a:buNone/>
            </a:pPr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5163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31  </a:t>
            </a:r>
            <a:r>
              <a:rPr lang="zh-CN" altLang="zh-CN" b="1" i="1" dirty="0"/>
              <a:t>神若帮助我们，谁能敌挡我们呢？</a:t>
            </a:r>
            <a:endParaRPr lang="zh-CN" altLang="zh-CN" dirty="0"/>
          </a:p>
          <a:p>
            <a:pPr lvl="1"/>
            <a:r>
              <a:rPr lang="zh-CN" altLang="en-US" sz="2400" b="1" dirty="0"/>
              <a:t>魔鬼</a:t>
            </a:r>
            <a:r>
              <a:rPr lang="zh-CN" altLang="en-US" sz="2400" b="1" dirty="0" smtClean="0"/>
              <a:t>会抵挡我们</a:t>
            </a:r>
            <a:endParaRPr lang="en-US" altLang="zh-CN" sz="2400" b="1" dirty="0" smtClean="0"/>
          </a:p>
          <a:p>
            <a:r>
              <a:rPr lang="zh-CN" altLang="zh-CN" sz="1400" dirty="0" smtClean="0"/>
              <a:t>以</a:t>
            </a:r>
            <a:r>
              <a:rPr lang="zh-CN" altLang="zh-CN" sz="1400" dirty="0"/>
              <a:t>弗所书</a:t>
            </a:r>
            <a:r>
              <a:rPr lang="en-US" altLang="zh-CN" sz="1400" dirty="0"/>
              <a:t>2</a:t>
            </a:r>
            <a:r>
              <a:rPr lang="zh-CN" altLang="zh-CN" sz="1400" dirty="0"/>
              <a:t>章</a:t>
            </a:r>
            <a:r>
              <a:rPr lang="en-US" altLang="zh-CN" sz="1400" dirty="0"/>
              <a:t>2</a:t>
            </a:r>
            <a:r>
              <a:rPr lang="zh-CN" altLang="zh-CN" sz="1400" dirty="0"/>
              <a:t>那时，你们在其中行事为人，随从今世的风俗，顺服空中掌权者的首领，就是现今在悖逆之子心中运行的邪灵。</a:t>
            </a:r>
            <a:endParaRPr lang="en-US" altLang="zh-CN" sz="1400" dirty="0"/>
          </a:p>
          <a:p>
            <a:r>
              <a:rPr lang="zh-CN" altLang="zh-CN" sz="1400" dirty="0" smtClean="0"/>
              <a:t>彼</a:t>
            </a:r>
            <a:r>
              <a:rPr lang="zh-CN" altLang="zh-CN" sz="1400" dirty="0"/>
              <a:t>得前书</a:t>
            </a:r>
            <a:r>
              <a:rPr lang="en-US" altLang="zh-CN" sz="1400" dirty="0"/>
              <a:t>5</a:t>
            </a:r>
            <a:r>
              <a:rPr lang="zh-CN" altLang="zh-CN" sz="1400" dirty="0"/>
              <a:t>章</a:t>
            </a:r>
            <a:r>
              <a:rPr lang="en-US" altLang="zh-CN" sz="1400" dirty="0"/>
              <a:t>8</a:t>
            </a:r>
            <a:r>
              <a:rPr lang="zh-CN" altLang="zh-CN" sz="1400" dirty="0"/>
              <a:t>务要谨守、警醒，因为你们的仇敌魔鬼，如同吼叫的狮子，遍地游行，寻找可吞吃的人。</a:t>
            </a:r>
          </a:p>
          <a:p>
            <a:pPr marL="0" indent="0">
              <a:buNone/>
            </a:pPr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23099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32</a:t>
            </a:r>
            <a:r>
              <a:rPr lang="zh-CN" altLang="zh-CN" b="1" i="1" dirty="0" smtClean="0"/>
              <a:t>神</a:t>
            </a:r>
            <a:r>
              <a:rPr lang="zh-CN" altLang="zh-CN" b="1" i="1" dirty="0"/>
              <a:t>既不爱惜自己的儿子为我们众人舍了，岂不也把万物和他一同白白地赐给我们吗</a:t>
            </a:r>
            <a:r>
              <a:rPr lang="zh-CN" altLang="zh-CN" b="1" i="1" dirty="0" smtClean="0"/>
              <a:t>？</a:t>
            </a:r>
            <a:endParaRPr lang="en-US" altLang="zh-CN" b="1" i="1" dirty="0" smtClean="0"/>
          </a:p>
          <a:p>
            <a:r>
              <a:rPr lang="zh-CN" altLang="en-US" sz="1400" dirty="0" smtClean="0"/>
              <a:t>父母例子：孩子 </a:t>
            </a:r>
            <a:r>
              <a:rPr lang="en-US" altLang="zh-CN" sz="1400" dirty="0" smtClean="0"/>
              <a:t>+ </a:t>
            </a:r>
            <a:r>
              <a:rPr lang="zh-CN" altLang="en-US" sz="1400" dirty="0" smtClean="0"/>
              <a:t>财产</a:t>
            </a:r>
            <a:endParaRPr lang="en-US" altLang="zh-CN" sz="1400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160853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33</a:t>
            </a:r>
            <a:r>
              <a:rPr lang="zh-CN" altLang="zh-CN" b="1" i="1" dirty="0" smtClean="0"/>
              <a:t>谁</a:t>
            </a:r>
            <a:r>
              <a:rPr lang="zh-CN" altLang="zh-CN" b="1" i="1" dirty="0"/>
              <a:t>能控告　神所拣选的人呢？有　神称他们为义了</a:t>
            </a:r>
            <a:r>
              <a:rPr lang="zh-CN" altLang="zh-CN" b="1" i="1" dirty="0" smtClean="0"/>
              <a:t>。</a:t>
            </a:r>
            <a:endParaRPr lang="en-US" altLang="zh-CN" b="1" i="1" dirty="0" smtClean="0"/>
          </a:p>
          <a:p>
            <a:r>
              <a:rPr lang="zh-CN" altLang="en-US" sz="1600" dirty="0" smtClean="0"/>
              <a:t>撒迦利亚书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章</a:t>
            </a:r>
            <a:r>
              <a:rPr lang="en-US" altLang="zh-CN" sz="1600" dirty="0" smtClean="0"/>
              <a:t>4</a:t>
            </a:r>
            <a:r>
              <a:rPr lang="zh-CN" altLang="en-US" sz="1600" dirty="0" smtClean="0"/>
              <a:t>节 </a:t>
            </a:r>
            <a:r>
              <a:rPr lang="zh-CN" altLang="zh-CN" sz="1600" dirty="0" smtClean="0"/>
              <a:t>使者</a:t>
            </a:r>
            <a:r>
              <a:rPr lang="zh-CN" altLang="zh-CN" sz="1600" dirty="0"/>
              <a:t>吩咐站在面前的说：“你们要脱去他污秽的衣服。”又对约书亚说：“我使你脱离罪孽，要给你穿上华美的衣服</a:t>
            </a:r>
            <a:r>
              <a:rPr lang="zh-CN" altLang="zh-CN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2400" b="1" dirty="0" smtClean="0"/>
              <a:t>世界控告我们</a:t>
            </a:r>
            <a:endParaRPr lang="en-US" altLang="zh-CN" sz="2800" b="1" dirty="0" smtClean="0"/>
          </a:p>
          <a:p>
            <a:r>
              <a:rPr lang="zh-CN" altLang="zh-CN" sz="1800" dirty="0"/>
              <a:t>马可福音</a:t>
            </a:r>
            <a:r>
              <a:rPr lang="en-US" altLang="zh-CN" sz="1800" dirty="0"/>
              <a:t>14</a:t>
            </a:r>
            <a:r>
              <a:rPr lang="zh-CN" altLang="zh-CN" sz="1800" dirty="0"/>
              <a:t>章</a:t>
            </a:r>
            <a:r>
              <a:rPr lang="en-US" altLang="zh-CN" sz="1800" dirty="0"/>
              <a:t>55</a:t>
            </a:r>
            <a:r>
              <a:rPr lang="zh-CN" altLang="zh-CN" sz="1800" dirty="0"/>
              <a:t>祭司长和全公会寻找见证控告耶稣，要治死他，却寻不着。</a:t>
            </a:r>
          </a:p>
          <a:p>
            <a:r>
              <a:rPr lang="zh-CN" altLang="zh-CN" sz="1800" dirty="0"/>
              <a:t>使徒行传</a:t>
            </a:r>
            <a:r>
              <a:rPr lang="en-US" altLang="zh-CN" sz="1800" dirty="0"/>
              <a:t>25</a:t>
            </a:r>
            <a:r>
              <a:rPr lang="zh-CN" altLang="zh-CN" sz="1800" dirty="0"/>
              <a:t>章</a:t>
            </a:r>
            <a:r>
              <a:rPr lang="en-US" altLang="zh-CN" sz="1800" dirty="0"/>
              <a:t>2</a:t>
            </a:r>
            <a:r>
              <a:rPr lang="zh-CN" altLang="zh-CN" sz="1800" dirty="0"/>
              <a:t>祭司长和犹太人的首领向他控告保罗 </a:t>
            </a:r>
            <a:endParaRPr lang="en-US" altLang="zh-CN" sz="1100" dirty="0"/>
          </a:p>
          <a:p>
            <a:r>
              <a:rPr lang="zh-CN" altLang="en-US" sz="2400" b="1" dirty="0" smtClean="0"/>
              <a:t>自己控告我们自己</a:t>
            </a:r>
            <a:endParaRPr lang="en-US" altLang="zh-CN" sz="2400" b="1" dirty="0" smtClean="0"/>
          </a:p>
          <a:p>
            <a:r>
              <a:rPr lang="zh-CN" altLang="zh-CN" sz="1800" dirty="0"/>
              <a:t>约翰一书</a:t>
            </a:r>
            <a:r>
              <a:rPr lang="en-US" altLang="zh-CN" sz="1800" dirty="0"/>
              <a:t>1</a:t>
            </a:r>
            <a:r>
              <a:rPr lang="zh-CN" altLang="zh-CN" sz="1800" dirty="0"/>
              <a:t>章</a:t>
            </a:r>
            <a:r>
              <a:rPr lang="en-US" altLang="zh-CN" sz="1800" dirty="0"/>
              <a:t>9</a:t>
            </a:r>
            <a:r>
              <a:rPr lang="zh-CN" altLang="zh-CN" sz="1800" dirty="0"/>
              <a:t>我们若认自己的罪，　神是信实的，是公义的，必要赦免我们的罪，洗净我们一切的不义</a:t>
            </a:r>
            <a:r>
              <a:rPr lang="zh-CN" altLang="zh-CN" sz="1800" dirty="0" smtClean="0"/>
              <a:t>；</a:t>
            </a:r>
            <a:endParaRPr lang="en-US" altLang="zh-CN" sz="1800" dirty="0" smtClean="0"/>
          </a:p>
          <a:p>
            <a:endParaRPr lang="zh-CN" altLang="zh-CN" sz="1800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123284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33</a:t>
            </a:r>
            <a:r>
              <a:rPr lang="zh-CN" altLang="zh-CN" b="1" i="1" dirty="0" smtClean="0"/>
              <a:t>谁</a:t>
            </a:r>
            <a:r>
              <a:rPr lang="zh-CN" altLang="zh-CN" b="1" i="1" dirty="0"/>
              <a:t>能控告　神所拣选的人呢？有　神称他们为义了</a:t>
            </a:r>
            <a:r>
              <a:rPr lang="zh-CN" altLang="zh-CN" b="1" i="1" dirty="0" smtClean="0"/>
              <a:t>。</a:t>
            </a:r>
            <a:endParaRPr lang="en-US" altLang="zh-CN" b="1" i="1" dirty="0" smtClean="0"/>
          </a:p>
          <a:p>
            <a:r>
              <a:rPr lang="zh-CN" altLang="zh-CN" sz="2400" b="1" dirty="0"/>
              <a:t>魔鬼也会控告</a:t>
            </a:r>
            <a:r>
              <a:rPr lang="zh-CN" altLang="zh-CN" sz="2400" b="1" dirty="0" smtClean="0"/>
              <a:t>我们</a:t>
            </a:r>
            <a:endParaRPr lang="en-US" altLang="zh-CN" sz="2400" b="1" dirty="0" smtClean="0"/>
          </a:p>
          <a:p>
            <a:r>
              <a:rPr lang="zh-CN" altLang="zh-CN" sz="2400" dirty="0"/>
              <a:t>约伯记</a:t>
            </a:r>
            <a:r>
              <a:rPr lang="en-US" altLang="zh-CN" sz="2400" dirty="0"/>
              <a:t>1</a:t>
            </a:r>
            <a:r>
              <a:rPr lang="zh-CN" altLang="zh-CN" sz="2400" dirty="0"/>
              <a:t>章</a:t>
            </a:r>
            <a:r>
              <a:rPr lang="en-US" altLang="zh-CN" sz="2400" dirty="0"/>
              <a:t>9</a:t>
            </a:r>
            <a:r>
              <a:rPr lang="zh-CN" altLang="zh-CN" sz="2400" dirty="0"/>
              <a:t>撒但回答耶和华说：</a:t>
            </a:r>
            <a:r>
              <a:rPr lang="en-US" altLang="zh-CN" sz="2400" dirty="0"/>
              <a:t>“</a:t>
            </a:r>
            <a:r>
              <a:rPr lang="zh-CN" altLang="zh-CN" sz="2400" dirty="0"/>
              <a:t>约伯敬畏　神岂是无故呢？ 约伯记</a:t>
            </a:r>
            <a:r>
              <a:rPr lang="en-US" altLang="zh-CN" sz="2400" dirty="0"/>
              <a:t>2</a:t>
            </a:r>
            <a:r>
              <a:rPr lang="zh-CN" altLang="zh-CN" sz="2400" dirty="0"/>
              <a:t>章</a:t>
            </a:r>
            <a:r>
              <a:rPr lang="en-US" altLang="zh-CN" sz="2400" dirty="0"/>
              <a:t>4</a:t>
            </a:r>
            <a:r>
              <a:rPr lang="zh-CN" altLang="zh-CN" sz="2400" dirty="0"/>
              <a:t>撒但回答耶和华说：</a:t>
            </a:r>
            <a:r>
              <a:rPr lang="en-US" altLang="zh-CN" sz="2400" dirty="0"/>
              <a:t>“</a:t>
            </a:r>
            <a:r>
              <a:rPr lang="zh-CN" altLang="zh-CN" sz="2400" dirty="0"/>
              <a:t>人以皮代皮，情愿舍去一切所有的保全性命。 </a:t>
            </a:r>
            <a:endParaRPr lang="en-US" altLang="zh-CN" sz="1800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202772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34</a:t>
            </a:r>
            <a:r>
              <a:rPr lang="zh-CN" altLang="zh-CN" b="1" i="1" dirty="0"/>
              <a:t>谁能定他们的罪呢？有基督耶稣已经死了，而且从死里复活，现今在　神的右边，也替我们祈求</a:t>
            </a:r>
            <a:r>
              <a:rPr lang="zh-CN" altLang="zh-CN" b="1" i="1" dirty="0" smtClean="0"/>
              <a:t>。</a:t>
            </a:r>
            <a:endParaRPr lang="en-US" altLang="zh-CN" b="1" i="1" dirty="0"/>
          </a:p>
          <a:p>
            <a:endParaRPr lang="zh-CN" altLang="zh-CN" dirty="0"/>
          </a:p>
          <a:p>
            <a:r>
              <a:rPr lang="zh-CN" altLang="zh-CN" sz="1400" dirty="0"/>
              <a:t>希伯来书</a:t>
            </a:r>
            <a:r>
              <a:rPr lang="en-US" altLang="zh-CN" sz="1400" dirty="0"/>
              <a:t>10</a:t>
            </a:r>
            <a:r>
              <a:rPr lang="zh-CN" altLang="zh-CN" sz="1400" dirty="0"/>
              <a:t>章</a:t>
            </a:r>
            <a:r>
              <a:rPr lang="en-US" altLang="zh-CN" sz="1400" dirty="0"/>
              <a:t>10</a:t>
            </a:r>
            <a:r>
              <a:rPr lang="zh-CN" altLang="zh-CN" sz="1400" dirty="0"/>
              <a:t>我们凭这旨意，靠耶稣基督只一次献上他的身体，就得以成圣。</a:t>
            </a:r>
          </a:p>
          <a:p>
            <a:r>
              <a:rPr lang="en-US" altLang="zh-CN" sz="1400" dirty="0"/>
              <a:t>11</a:t>
            </a:r>
            <a:r>
              <a:rPr lang="zh-CN" altLang="zh-CN" sz="1400" dirty="0"/>
              <a:t>凡祭司天天站着侍奉　神，屡次献上一样的祭物，这祭物永不能除罪。</a:t>
            </a:r>
          </a:p>
          <a:p>
            <a:r>
              <a:rPr lang="en-US" altLang="zh-CN" sz="1400" dirty="0"/>
              <a:t>12</a:t>
            </a:r>
            <a:r>
              <a:rPr lang="zh-CN" altLang="zh-CN" sz="1400" dirty="0"/>
              <a:t>但基督献了一次永远的赎罪祭，就在　神的右边坐下了，</a:t>
            </a:r>
          </a:p>
          <a:p>
            <a:r>
              <a:rPr lang="en-US" altLang="zh-CN" sz="1400" dirty="0"/>
              <a:t>13</a:t>
            </a:r>
            <a:r>
              <a:rPr lang="zh-CN" altLang="zh-CN" sz="1400" dirty="0"/>
              <a:t>从此等候他仇敌成了他的脚凳。</a:t>
            </a:r>
          </a:p>
          <a:p>
            <a:r>
              <a:rPr lang="en-US" altLang="zh-CN" sz="1400" dirty="0"/>
              <a:t>14</a:t>
            </a:r>
            <a:r>
              <a:rPr lang="zh-CN" altLang="zh-CN" sz="1400" dirty="0"/>
              <a:t>因为他一次献祭，便叫那得以成圣的人永远完全。</a:t>
            </a:r>
          </a:p>
          <a:p>
            <a:r>
              <a:rPr lang="zh-CN" altLang="en-US" sz="1400" dirty="0" smtClean="0"/>
              <a:t>腓立比书</a:t>
            </a:r>
            <a:r>
              <a:rPr lang="en-US" altLang="zh-CN" sz="1400" dirty="0" smtClean="0"/>
              <a:t>4</a:t>
            </a:r>
            <a:r>
              <a:rPr lang="zh-CN" altLang="en-US" sz="1400" dirty="0" smtClean="0"/>
              <a:t>章</a:t>
            </a:r>
            <a:r>
              <a:rPr lang="en-US" altLang="zh-CN" sz="1400" dirty="0" smtClean="0"/>
              <a:t>19</a:t>
            </a:r>
            <a:r>
              <a:rPr lang="zh-CN" altLang="en-US" sz="1400" dirty="0" smtClean="0"/>
              <a:t>节 </a:t>
            </a:r>
            <a:r>
              <a:rPr lang="zh-CN" altLang="zh-CN" sz="1400" dirty="0" smtClean="0"/>
              <a:t>我</a:t>
            </a:r>
            <a:r>
              <a:rPr lang="zh-CN" altLang="zh-CN" sz="1400" dirty="0"/>
              <a:t>的神必照他荣耀的丰富，在基督耶稣里使你们一切所需用的都充足</a:t>
            </a:r>
            <a:r>
              <a:rPr lang="zh-CN" altLang="zh-CN" sz="1400" dirty="0" smtClean="0"/>
              <a:t>”</a:t>
            </a:r>
            <a:endParaRPr lang="en-US" altLang="zh-CN" sz="1400" dirty="0"/>
          </a:p>
          <a:p>
            <a:r>
              <a:rPr lang="zh-CN" altLang="zh-CN" sz="1400" dirty="0"/>
              <a:t>提摩太前书</a:t>
            </a:r>
            <a:r>
              <a:rPr lang="en-US" altLang="zh-CN" sz="1400" dirty="0"/>
              <a:t>3</a:t>
            </a:r>
            <a:r>
              <a:rPr lang="zh-CN" altLang="zh-CN" sz="1400" dirty="0"/>
              <a:t>章“大哉！敬虔的奥秘，无人不以为然，就是：　神在肉身显现，被圣灵称义（或作“在灵性称义”），被天使看见，被传于外邦，被世人信服，被接在荣耀里。”</a:t>
            </a:r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44705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爱是神爱子成就的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altLang="zh-CN" b="1" i="1" dirty="0" smtClean="0"/>
              <a:t>33</a:t>
            </a:r>
            <a:r>
              <a:rPr lang="zh-CN" altLang="zh-CN" b="1" i="1" dirty="0" smtClean="0"/>
              <a:t>谁</a:t>
            </a:r>
            <a:r>
              <a:rPr lang="zh-CN" altLang="zh-CN" b="1" i="1" dirty="0"/>
              <a:t>能控告　神所拣选的人呢？有　神称他们为义了</a:t>
            </a:r>
            <a:r>
              <a:rPr lang="zh-CN" altLang="zh-CN" b="1" i="1" dirty="0" smtClean="0"/>
              <a:t>。</a:t>
            </a:r>
            <a:endParaRPr lang="en-US" altLang="zh-CN" b="1" i="1" dirty="0" smtClean="0"/>
          </a:p>
          <a:p>
            <a:r>
              <a:rPr lang="zh-CN" altLang="en-US" sz="1600" dirty="0" smtClean="0"/>
              <a:t>撒迦利亚书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章</a:t>
            </a:r>
            <a:r>
              <a:rPr lang="en-US" altLang="zh-CN" sz="1600" dirty="0" smtClean="0"/>
              <a:t>4</a:t>
            </a:r>
            <a:r>
              <a:rPr lang="zh-CN" altLang="en-US" sz="1600" dirty="0" smtClean="0"/>
              <a:t>节 </a:t>
            </a:r>
            <a:r>
              <a:rPr lang="zh-CN" altLang="zh-CN" sz="1600" dirty="0" smtClean="0"/>
              <a:t>使者</a:t>
            </a:r>
            <a:r>
              <a:rPr lang="zh-CN" altLang="zh-CN" sz="1600" dirty="0"/>
              <a:t>吩咐站在面前的说：“你们要脱去他污秽的衣服。”又对约书亚说：“我使你脱离罪孽，要给你穿上华美的衣服</a:t>
            </a:r>
            <a:r>
              <a:rPr lang="zh-CN" altLang="zh-CN" sz="1600" dirty="0" smtClean="0"/>
              <a:t>。</a:t>
            </a:r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106548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应用思考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lvl="0"/>
            <a:r>
              <a:rPr lang="zh-CN" altLang="en-US" dirty="0" smtClean="0"/>
              <a:t>新的一年如何以神为乐</a:t>
            </a:r>
            <a:r>
              <a:rPr lang="zh-CN" altLang="zh-CN" dirty="0" smtClean="0"/>
              <a:t>（</a:t>
            </a:r>
            <a:r>
              <a:rPr lang="zh-CN" altLang="zh-CN" dirty="0"/>
              <a:t>具体表现）？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en-US" dirty="0" smtClean="0"/>
              <a:t>新的一年如何成为耶和华军队</a:t>
            </a:r>
            <a:r>
              <a:rPr lang="zh-CN" altLang="zh-CN" dirty="0" smtClean="0"/>
              <a:t>（</a:t>
            </a:r>
            <a:r>
              <a:rPr lang="zh-CN" altLang="zh-CN" dirty="0"/>
              <a:t>具体改变）</a:t>
            </a:r>
            <a:r>
              <a:rPr lang="zh-CN" altLang="zh-CN" dirty="0" smtClean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362002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5230</TotalTime>
  <Words>634</Words>
  <Application>Microsoft Office PowerPoint</Application>
  <PresentationFormat>全屏显示(4:3)</PresentationFormat>
  <Paragraphs>178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方正姚体</vt:lpstr>
      <vt:lpstr>华文琥珀</vt:lpstr>
      <vt:lpstr>华文新魏</vt:lpstr>
      <vt:lpstr>宋体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经文：罗马书8章28~39节</vt:lpstr>
      <vt:lpstr>经文：罗马书8章28~39节</vt:lpstr>
      <vt:lpstr>1， 神的爱让我们得益处</vt:lpstr>
      <vt:lpstr>1，  神的爱让我们得益处</vt:lpstr>
      <vt:lpstr>2， 神是爱的主动发起人</vt:lpstr>
      <vt:lpstr>2， 神是爱的主动发起人</vt:lpstr>
      <vt:lpstr>3， 爱是神爱子成就的</vt:lpstr>
      <vt:lpstr>3， 爱是神爱子成就的</vt:lpstr>
      <vt:lpstr>3， 爱是神爱子成就的</vt:lpstr>
      <vt:lpstr>3， 爱是神爱子成就的</vt:lpstr>
      <vt:lpstr>3， 爱是神爱子成就的</vt:lpstr>
      <vt:lpstr>3， 爱是神爱子成就的</vt:lpstr>
      <vt:lpstr>3， 爱是神爱子成就的</vt:lpstr>
      <vt:lpstr>3， 爱是神爱子成就的</vt:lpstr>
      <vt:lpstr>3， 应用思考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794</cp:revision>
  <dcterms:created xsi:type="dcterms:W3CDTF">2010-05-23T14:28:12Z</dcterms:created>
  <dcterms:modified xsi:type="dcterms:W3CDTF">2021-02-20T23:39:02Z</dcterms:modified>
</cp:coreProperties>
</file>