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20" r:id="rId3"/>
    <p:sldId id="327" r:id="rId4"/>
    <p:sldId id="321" r:id="rId5"/>
    <p:sldId id="338" r:id="rId6"/>
    <p:sldId id="339" r:id="rId7"/>
    <p:sldId id="340" r:id="rId8"/>
    <p:sldId id="326" r:id="rId9"/>
    <p:sldId id="341" r:id="rId10"/>
    <p:sldId id="342" r:id="rId11"/>
    <p:sldId id="343" r:id="rId12"/>
    <p:sldId id="325" r:id="rId13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94" autoAdjust="0"/>
    <p:restoredTop sz="96387" autoAdjust="0"/>
  </p:normalViewPr>
  <p:slideViewPr>
    <p:cSldViewPr showGuides="1">
      <p:cViewPr varScale="1">
        <p:scale>
          <a:sx n="77" d="100"/>
          <a:sy n="77" d="100"/>
        </p:scale>
        <p:origin x="14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36D67B5E-0C28-43BD-ADAB-1495D34F31F8}"/>
  </pc:docChgLst>
  <pc:docChgLst>
    <pc:chgData name="李 强" userId="633faa5c58ce3e78" providerId="LiveId" clId="{870F3BC4-CB90-4805-820E-208591D60CC8}"/>
    <pc:docChg chg="modSld">
      <pc:chgData name="李 强" userId="633faa5c58ce3e78" providerId="LiveId" clId="{870F3BC4-CB90-4805-820E-208591D60CC8}" dt="2018-12-30T00:00:37.965" v="9" actId="20577"/>
      <pc:docMkLst>
        <pc:docMk/>
      </pc:docMkLst>
      <pc:sldChg chg="modSp">
        <pc:chgData name="李 强" userId="633faa5c58ce3e78" providerId="LiveId" clId="{870F3BC4-CB90-4805-820E-208591D60CC8}" dt="2018-12-30T00:00:37.965" v="9" actId="20577"/>
        <pc:sldMkLst>
          <pc:docMk/>
          <pc:sldMk cId="2071616175" sldId="321"/>
        </pc:sldMkLst>
        <pc:spChg chg="mod">
          <ac:chgData name="李 强" userId="633faa5c58ce3e78" providerId="LiveId" clId="{870F3BC4-CB90-4805-820E-208591D60CC8}" dt="2018-12-30T00:00:37.965" v="9" actId="20577"/>
          <ac:spMkLst>
            <pc:docMk/>
            <pc:sldMk cId="2071616175" sldId="321"/>
            <ac:spMk id="5123" creationId="{823B1026-6B98-4FD8-8DA8-D78FA979416E}"/>
          </ac:spMkLst>
        </pc:spChg>
      </pc:sldChg>
    </pc:docChg>
  </pc:docChgLst>
  <pc:docChgLst>
    <pc:chgData name="李 强" userId="633faa5c58ce3e78" providerId="LiveId" clId="{1590BB94-0377-48E9-889F-ECD869654993}"/>
  </pc:docChgLst>
  <pc:docChgLst>
    <pc:chgData name="李 强" userId="633faa5c58ce3e78" providerId="LiveId" clId="{1168CA87-03A7-4C1D-A516-A7E0D38255BD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2021/3/17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184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159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864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10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448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63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340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214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9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200" dirty="0" smtClean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不能隔绝的爱</a:t>
            </a:r>
            <a:r>
              <a:rPr lang="en-US" altLang="zh-CN" sz="3200" dirty="0" smtClean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2</a:t>
            </a:r>
          </a:p>
          <a:p>
            <a:pPr eaLnBrk="1" hangingPunct="1"/>
            <a:r>
              <a:rPr lang="en-US" altLang="zh-CN" sz="2000" dirty="0" smtClean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2000" dirty="0" smtClean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神的爱</a:t>
            </a:r>
            <a:endParaRPr lang="en-US" altLang="zh-CN" sz="20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罗马书</a:t>
            </a:r>
            <a:r>
              <a:rPr lang="en-US" altLang="zh-CN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8</a:t>
            </a:r>
            <a:r>
              <a:rPr lang="zh-CN" altLang="en-US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 dirty="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28~39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节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fld id="{07A0B90A-60B9-467C-9F08-64A645997050}" type="datetime2">
              <a:rPr lang="zh-CN" altLang="en-US" sz="160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2021年3月17日</a:t>
            </a:fld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</a:t>
            </a:r>
            <a:r>
              <a:rPr lang="zh-CN" altLang="en-US" dirty="0" smtClean="0"/>
              <a:t>：</a:t>
            </a:r>
            <a:r>
              <a:rPr lang="zh-CN" altLang="en-US" sz="2400" dirty="0" smtClean="0"/>
              <a:t>罗马书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章</a:t>
            </a:r>
            <a:r>
              <a:rPr lang="en-US" altLang="zh-CN" sz="2400" dirty="0" smtClean="0"/>
              <a:t>28~39</a:t>
            </a:r>
            <a:r>
              <a:rPr lang="zh-CN" altLang="en-US" sz="2400" dirty="0" smtClean="0"/>
              <a:t>节</a:t>
            </a:r>
            <a:endParaRPr lang="zh-CN" altLang="en-US" sz="24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24744"/>
            <a:ext cx="9217326" cy="566124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28</a:t>
            </a:r>
            <a:r>
              <a:rPr lang="zh-CN" altLang="en-US" sz="1800" dirty="0"/>
              <a:t>我们晓得万事都互相效力，叫爱　神的人得益处，就是</a:t>
            </a:r>
            <a:r>
              <a:rPr lang="zh-CN" altLang="en-US" sz="2800" b="1" dirty="0">
                <a:solidFill>
                  <a:srgbClr val="C00000"/>
                </a:solidFill>
              </a:rPr>
              <a:t>按他旨意被召的人</a:t>
            </a:r>
            <a:r>
              <a:rPr lang="zh-CN" altLang="en-US" sz="1800" dirty="0" smtClean="0"/>
              <a:t>。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29</a:t>
            </a:r>
            <a:r>
              <a:rPr lang="zh-CN" altLang="en-US" sz="1800" dirty="0"/>
              <a:t>因为他</a:t>
            </a:r>
            <a:r>
              <a:rPr lang="zh-CN" altLang="en-US" sz="1800" dirty="0">
                <a:solidFill>
                  <a:srgbClr val="00B050"/>
                </a:solidFill>
              </a:rPr>
              <a:t>预先</a:t>
            </a:r>
            <a:r>
              <a:rPr lang="zh-CN" altLang="en-US" sz="1800" dirty="0"/>
              <a:t>所知道的人，就</a:t>
            </a:r>
            <a:r>
              <a:rPr lang="zh-CN" altLang="en-US" sz="1800" dirty="0">
                <a:solidFill>
                  <a:srgbClr val="00B050"/>
                </a:solidFill>
              </a:rPr>
              <a:t>预先</a:t>
            </a:r>
            <a:r>
              <a:rPr lang="zh-CN" altLang="en-US" sz="1800" dirty="0"/>
              <a:t>定下效法他儿子的模样，使他儿子在许多弟兄中作</a:t>
            </a:r>
            <a:r>
              <a:rPr lang="zh-CN" altLang="en-US" sz="1800" dirty="0" smtClean="0"/>
              <a:t>长子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30</a:t>
            </a:r>
            <a:r>
              <a:rPr lang="zh-CN" altLang="en-US" sz="1800" dirty="0">
                <a:solidFill>
                  <a:srgbClr val="00B050"/>
                </a:solidFill>
              </a:rPr>
              <a:t>预先</a:t>
            </a:r>
            <a:r>
              <a:rPr lang="zh-CN" altLang="en-US" sz="1800" dirty="0"/>
              <a:t>所定下的人又</a:t>
            </a:r>
            <a:r>
              <a:rPr lang="zh-CN" altLang="en-US" sz="1800" dirty="0">
                <a:solidFill>
                  <a:srgbClr val="FFC000"/>
                </a:solidFill>
              </a:rPr>
              <a:t>召</a:t>
            </a:r>
            <a:r>
              <a:rPr lang="zh-CN" altLang="en-US" sz="1800" dirty="0"/>
              <a:t>他们来，所</a:t>
            </a:r>
            <a:r>
              <a:rPr lang="zh-CN" altLang="en-US" sz="1800" dirty="0">
                <a:solidFill>
                  <a:srgbClr val="FFC000"/>
                </a:solidFill>
              </a:rPr>
              <a:t>召</a:t>
            </a:r>
            <a:r>
              <a:rPr lang="zh-CN" altLang="en-US" sz="1800" dirty="0"/>
              <a:t>来的人又称他们为义，所称为义的人又叫他们</a:t>
            </a:r>
            <a:r>
              <a:rPr lang="zh-CN" altLang="en-US" sz="2000" b="1" dirty="0">
                <a:solidFill>
                  <a:srgbClr val="00B0F0"/>
                </a:solidFill>
              </a:rPr>
              <a:t>得</a:t>
            </a:r>
            <a:r>
              <a:rPr lang="zh-CN" altLang="en-US" sz="2000" b="1" dirty="0" smtClean="0">
                <a:solidFill>
                  <a:srgbClr val="00B0F0"/>
                </a:solidFill>
              </a:rPr>
              <a:t>荣耀</a:t>
            </a:r>
            <a:endParaRPr lang="zh-CN" altLang="en-US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zh-CN" sz="2000" i="1" u="sng" dirty="0"/>
              <a:t>31</a:t>
            </a:r>
            <a:r>
              <a:rPr lang="zh-CN" altLang="en-US" sz="2000" i="1" u="sng" dirty="0"/>
              <a:t>既是这样，还有什么说的呢？　神若帮助我们，</a:t>
            </a:r>
            <a:r>
              <a:rPr lang="zh-CN" altLang="en-US" sz="2000" b="1" i="1" u="sng" dirty="0">
                <a:solidFill>
                  <a:srgbClr val="FF0000"/>
                </a:solidFill>
              </a:rPr>
              <a:t>谁能</a:t>
            </a:r>
            <a:r>
              <a:rPr lang="zh-CN" altLang="en-US" sz="2000" i="1" u="sng" dirty="0">
                <a:solidFill>
                  <a:srgbClr val="00B050"/>
                </a:solidFill>
              </a:rPr>
              <a:t>敌挡</a:t>
            </a:r>
            <a:r>
              <a:rPr lang="zh-CN" altLang="en-US" sz="2000" i="1" u="sng" dirty="0"/>
              <a:t>我们呢</a:t>
            </a:r>
            <a:r>
              <a:rPr lang="zh-CN" altLang="en-US" sz="2000" i="1" u="sng" dirty="0" smtClean="0"/>
              <a:t>？</a:t>
            </a:r>
            <a:endParaRPr lang="zh-CN" altLang="en-US" sz="2000" i="1" u="sng" dirty="0"/>
          </a:p>
          <a:p>
            <a:pPr marL="0" indent="0">
              <a:buNone/>
            </a:pPr>
            <a:r>
              <a:rPr lang="en-US" altLang="zh-CN" sz="2000" i="1" u="sng" dirty="0" smtClean="0"/>
              <a:t>32</a:t>
            </a:r>
            <a:r>
              <a:rPr lang="zh-CN" altLang="en-US" sz="2000" i="1" u="sng" dirty="0" smtClean="0"/>
              <a:t>神</a:t>
            </a:r>
            <a:r>
              <a:rPr lang="zh-CN" altLang="en-US" sz="2000" i="1" u="sng" dirty="0"/>
              <a:t>既不爱惜自己的儿子为我们众人舍了，岂不也把万物和他一同白白地赐给我们吗？</a:t>
            </a:r>
          </a:p>
          <a:p>
            <a:pPr marL="0" indent="0">
              <a:buNone/>
            </a:pPr>
            <a:r>
              <a:rPr lang="en-US" altLang="zh-CN" sz="2000" i="1" u="sng" dirty="0"/>
              <a:t>33</a:t>
            </a:r>
            <a:r>
              <a:rPr lang="zh-CN" altLang="en-US" sz="2000" b="1" i="1" u="sng" dirty="0">
                <a:solidFill>
                  <a:srgbClr val="FF0000"/>
                </a:solidFill>
              </a:rPr>
              <a:t>谁能</a:t>
            </a:r>
            <a:r>
              <a:rPr lang="zh-CN" altLang="en-US" sz="2000" i="1" u="sng" dirty="0" smtClean="0">
                <a:solidFill>
                  <a:srgbClr val="00B050"/>
                </a:solidFill>
              </a:rPr>
              <a:t>控告</a:t>
            </a:r>
            <a:r>
              <a:rPr lang="zh-CN" altLang="en-US" sz="2000" i="1" u="sng" dirty="0" smtClean="0"/>
              <a:t>神</a:t>
            </a:r>
            <a:r>
              <a:rPr lang="zh-CN" altLang="en-US" sz="2000" i="1" u="sng" dirty="0"/>
              <a:t>所拣选的人呢？</a:t>
            </a:r>
            <a:r>
              <a:rPr lang="zh-CN" altLang="en-US" sz="2000" i="1" u="sng" dirty="0" smtClean="0"/>
              <a:t>有神</a:t>
            </a:r>
            <a:r>
              <a:rPr lang="zh-CN" altLang="en-US" sz="2000" i="1" u="sng" dirty="0"/>
              <a:t>称他们为义了</a:t>
            </a:r>
            <a:r>
              <a:rPr lang="zh-CN" altLang="en-US" sz="2000" i="1" u="sng" dirty="0" smtClean="0"/>
              <a:t>。</a:t>
            </a:r>
            <a:endParaRPr lang="en-US" altLang="zh-CN" sz="2000" i="1" u="sng" dirty="0" smtClean="0"/>
          </a:p>
          <a:p>
            <a:pPr marL="0" indent="0">
              <a:buNone/>
            </a:pPr>
            <a:r>
              <a:rPr lang="en-US" altLang="zh-CN" sz="2000" i="1" u="sng" dirty="0" smtClean="0"/>
              <a:t>34</a:t>
            </a:r>
            <a:r>
              <a:rPr lang="zh-CN" altLang="en-US" sz="2000" b="1" i="1" u="sng" dirty="0">
                <a:solidFill>
                  <a:srgbClr val="FF0000"/>
                </a:solidFill>
              </a:rPr>
              <a:t>谁能</a:t>
            </a:r>
            <a:r>
              <a:rPr lang="zh-CN" altLang="en-US" sz="2000" i="1" u="sng" dirty="0">
                <a:solidFill>
                  <a:srgbClr val="00B050"/>
                </a:solidFill>
              </a:rPr>
              <a:t>定他们的罪</a:t>
            </a:r>
            <a:r>
              <a:rPr lang="zh-CN" altLang="en-US" sz="2000" i="1" u="sng" dirty="0"/>
              <a:t>呢？有基督耶稣已经死了，而且从死里复活，现今在　神的右边，也替我们祈求</a:t>
            </a:r>
            <a:r>
              <a:rPr lang="zh-CN" altLang="en-US" sz="2000" i="1" u="sng" dirty="0" smtClean="0"/>
              <a:t>。</a:t>
            </a:r>
            <a:endParaRPr lang="en-US" altLang="zh-CN" sz="2000" i="1" u="sng" dirty="0" smtClean="0"/>
          </a:p>
          <a:p>
            <a:pPr marL="0" indent="0">
              <a:buNone/>
            </a:pPr>
            <a:r>
              <a:rPr lang="en-US" altLang="zh-CN" sz="1800" dirty="0" smtClean="0"/>
              <a:t>35</a:t>
            </a:r>
            <a:r>
              <a:rPr lang="zh-CN" altLang="en-US" sz="1800" dirty="0"/>
              <a:t>谁能使我们与基督的爱隔绝呢？难道是患难吗？是困苦吗？是逼迫吗？是饥饿吗？是赤身露体吗？是危险吗？是刀剑吗？</a:t>
            </a:r>
          </a:p>
          <a:p>
            <a:pPr marL="0" indent="0">
              <a:buNone/>
            </a:pPr>
            <a:r>
              <a:rPr lang="en-US" altLang="zh-CN" sz="1800" dirty="0"/>
              <a:t>36</a:t>
            </a:r>
            <a:r>
              <a:rPr lang="zh-CN" altLang="en-US" sz="1800" dirty="0"/>
              <a:t>如经上所记：“我们为你的缘故终日被杀，人看我们如将宰的羊。”</a:t>
            </a:r>
          </a:p>
          <a:p>
            <a:pPr marL="0" indent="0">
              <a:buNone/>
            </a:pPr>
            <a:r>
              <a:rPr lang="en-US" altLang="zh-CN" sz="1800" dirty="0"/>
              <a:t>37</a:t>
            </a:r>
            <a:r>
              <a:rPr lang="zh-CN" altLang="en-US" sz="1800" dirty="0"/>
              <a:t>然而，靠着爱我们的主，在这一切的事上已经得胜有余了。</a:t>
            </a:r>
          </a:p>
          <a:p>
            <a:pPr marL="0" indent="0">
              <a:buNone/>
            </a:pPr>
            <a:r>
              <a:rPr lang="en-US" altLang="zh-CN" sz="1800" dirty="0"/>
              <a:t>38</a:t>
            </a:r>
            <a:r>
              <a:rPr lang="zh-CN" altLang="en-US" sz="1800" dirty="0"/>
              <a:t>因为我深信无论是死，是生，是天使，是掌权的，是有能的，是现在的事，是将来的</a:t>
            </a:r>
            <a:r>
              <a:rPr lang="zh-CN" altLang="en-US" sz="1800" dirty="0" smtClean="0"/>
              <a:t>事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39</a:t>
            </a:r>
            <a:r>
              <a:rPr lang="zh-CN" altLang="en-US" sz="1800" dirty="0"/>
              <a:t>是高处的，是低处的，是别的受造之物，都不能叫我们与　神的爱隔绝；这爱是在我们的主基督耶稣里的。</a:t>
            </a:r>
            <a:endParaRPr lang="zh-CN" alt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</a:t>
            </a:r>
            <a:r>
              <a:rPr lang="zh-CN" altLang="en-US" dirty="0" smtClean="0"/>
              <a:t>：</a:t>
            </a:r>
            <a:r>
              <a:rPr lang="zh-CN" altLang="en-US" sz="2400" dirty="0" smtClean="0"/>
              <a:t>罗马书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章</a:t>
            </a:r>
            <a:r>
              <a:rPr lang="en-US" altLang="zh-CN" sz="2400" dirty="0" smtClean="0"/>
              <a:t>31~34</a:t>
            </a:r>
            <a:r>
              <a:rPr lang="zh-CN" altLang="en-US" sz="2400" dirty="0" smtClean="0"/>
              <a:t>节</a:t>
            </a:r>
            <a:endParaRPr lang="zh-CN" altLang="en-US" sz="24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581528"/>
            <a:ext cx="89916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0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1</a:t>
            </a:r>
            <a:r>
              <a:rPr lang="zh-CN" altLang="zh-CN" b="1" dirty="0"/>
              <a:t>，</a:t>
            </a:r>
            <a:r>
              <a:rPr lang="en-US" altLang="zh-CN" b="1" dirty="0"/>
              <a:t>	</a:t>
            </a:r>
            <a:r>
              <a:rPr lang="zh-CN" altLang="en-US" b="1" dirty="0" smtClean="0"/>
              <a:t>谁能抵挡我们？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世界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2000" b="1" i="1" dirty="0"/>
              <a:t>约翰福音</a:t>
            </a:r>
            <a:r>
              <a:rPr lang="en-US" altLang="zh-CN" sz="2000" b="1" i="1" dirty="0"/>
              <a:t>15</a:t>
            </a:r>
            <a:r>
              <a:rPr lang="zh-CN" altLang="zh-CN" sz="2000" b="1" i="1" dirty="0"/>
              <a:t>章</a:t>
            </a:r>
            <a:r>
              <a:rPr lang="en-US" altLang="zh-CN" sz="2000" b="1" i="1" dirty="0" smtClean="0"/>
              <a:t>19</a:t>
            </a:r>
            <a:r>
              <a:rPr lang="zh-CN" altLang="en-US" sz="2000" b="1" i="1" dirty="0" smtClean="0"/>
              <a:t>：</a:t>
            </a:r>
            <a:r>
              <a:rPr lang="zh-CN" altLang="zh-CN" sz="2000" b="1" i="1" dirty="0" smtClean="0"/>
              <a:t>你们</a:t>
            </a:r>
            <a:r>
              <a:rPr lang="zh-CN" altLang="zh-CN" sz="2000" b="1" i="1" dirty="0"/>
              <a:t>若属世界，世界必爱属自己的；只因你们不属世界，乃是我从世界中拣选了你们，所以世界就恨你们。</a:t>
            </a:r>
            <a:endParaRPr lang="zh-CN" altLang="zh-CN" sz="2000" dirty="0"/>
          </a:p>
          <a:p>
            <a:r>
              <a:rPr lang="zh-CN" altLang="zh-CN" sz="2000" b="1" i="1" dirty="0"/>
              <a:t>约翰福音</a:t>
            </a:r>
            <a:r>
              <a:rPr lang="en-US" altLang="zh-CN" sz="2000" b="1" i="1" dirty="0"/>
              <a:t>17</a:t>
            </a:r>
            <a:r>
              <a:rPr lang="zh-CN" altLang="zh-CN" sz="2000" b="1" i="1" dirty="0"/>
              <a:t>章</a:t>
            </a:r>
            <a:r>
              <a:rPr lang="en-US" altLang="zh-CN" sz="2000" b="1" i="1" dirty="0" smtClean="0"/>
              <a:t>14</a:t>
            </a:r>
            <a:r>
              <a:rPr lang="zh-CN" altLang="en-US" sz="2000" b="1" i="1" dirty="0" smtClean="0"/>
              <a:t>：</a:t>
            </a:r>
            <a:r>
              <a:rPr lang="zh-CN" altLang="zh-CN" sz="2000" b="1" i="1" dirty="0" smtClean="0"/>
              <a:t>我</a:t>
            </a:r>
            <a:r>
              <a:rPr lang="zh-CN" altLang="zh-CN" sz="2000" b="1" i="1" dirty="0"/>
              <a:t>已将你的道赐给他们，世界又恨他们；因为他们不属世界，正如我不属世界一样。</a:t>
            </a:r>
            <a:endParaRPr lang="zh-CN" altLang="zh-CN" sz="2000" dirty="0"/>
          </a:p>
          <a:p>
            <a:r>
              <a:rPr lang="zh-CN" altLang="zh-CN" sz="2000" b="1" i="1" dirty="0"/>
              <a:t>约翰一书</a:t>
            </a:r>
            <a:r>
              <a:rPr lang="en-US" altLang="zh-CN" sz="2000" b="1" i="1" dirty="0"/>
              <a:t>2</a:t>
            </a:r>
            <a:r>
              <a:rPr lang="zh-CN" altLang="zh-CN" sz="2000" b="1" i="1" dirty="0"/>
              <a:t>章</a:t>
            </a:r>
            <a:r>
              <a:rPr lang="en-US" altLang="zh-CN" sz="2000" b="1" i="1" dirty="0" smtClean="0"/>
              <a:t>15</a:t>
            </a:r>
            <a:r>
              <a:rPr lang="zh-CN" altLang="en-US" sz="2000" b="1" i="1" dirty="0" smtClean="0"/>
              <a:t>：</a:t>
            </a:r>
            <a:r>
              <a:rPr lang="zh-CN" altLang="zh-CN" sz="2000" b="1" i="1" dirty="0" smtClean="0"/>
              <a:t>不要</a:t>
            </a:r>
            <a:r>
              <a:rPr lang="zh-CN" altLang="zh-CN" sz="2000" b="1" i="1" dirty="0"/>
              <a:t>爱世界和世界上的事。人若爱世界，爱父的心就不在他里面了</a:t>
            </a:r>
            <a:r>
              <a:rPr lang="zh-CN" altLang="zh-CN" sz="2000" b="1" i="1" dirty="0" smtClean="0"/>
              <a:t>。</a:t>
            </a:r>
            <a:endParaRPr lang="en-US" altLang="zh-CN" sz="1800" b="1" dirty="0"/>
          </a:p>
          <a:p>
            <a:pPr lvl="1"/>
            <a:r>
              <a:rPr lang="zh-CN" altLang="en-US" sz="1600" dirty="0" smtClean="0"/>
              <a:t>埃及的法老</a:t>
            </a:r>
            <a:endParaRPr lang="en-US" altLang="zh-CN" sz="1600" dirty="0" smtClean="0"/>
          </a:p>
          <a:p>
            <a:pPr lvl="1"/>
            <a:r>
              <a:rPr lang="zh-CN" altLang="en-US" sz="1600" dirty="0"/>
              <a:t>非利</a:t>
            </a:r>
            <a:r>
              <a:rPr lang="zh-CN" altLang="en-US" sz="1600" dirty="0" smtClean="0"/>
              <a:t>士人的辖制</a:t>
            </a:r>
            <a:endParaRPr lang="en-US" altLang="zh-CN" sz="1600" dirty="0" smtClean="0"/>
          </a:p>
          <a:p>
            <a:pPr lvl="1"/>
            <a:r>
              <a:rPr lang="zh-CN" altLang="en-US" sz="1600" dirty="0" smtClean="0"/>
              <a:t>世界的喜好</a:t>
            </a:r>
            <a:endParaRPr lang="en-US" altLang="zh-CN" sz="1600" dirty="0" smtClean="0"/>
          </a:p>
          <a:p>
            <a:pPr lvl="1"/>
            <a:endParaRPr lang="zh-CN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1</a:t>
            </a:r>
            <a:r>
              <a:rPr lang="zh-CN" altLang="zh-CN" b="1" dirty="0"/>
              <a:t>，</a:t>
            </a:r>
            <a:r>
              <a:rPr lang="en-US" altLang="zh-CN" b="1" dirty="0"/>
              <a:t>	</a:t>
            </a:r>
            <a:r>
              <a:rPr lang="zh-CN" altLang="en-US" b="1" dirty="0" smtClean="0"/>
              <a:t>谁能抵挡我们？</a:t>
            </a:r>
            <a:r>
              <a:rPr lang="en-US" altLang="zh-CN" b="1" dirty="0" smtClean="0"/>
              <a:t>-</a:t>
            </a:r>
            <a:r>
              <a:rPr lang="zh-CN" altLang="en-US" b="1" dirty="0"/>
              <a:t>血气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2000" b="1" i="1" dirty="0" smtClean="0"/>
              <a:t>罗马</a:t>
            </a:r>
            <a:r>
              <a:rPr lang="zh-CN" altLang="zh-CN" sz="2000" b="1" i="1" dirty="0"/>
              <a:t>书</a:t>
            </a:r>
            <a:r>
              <a:rPr lang="en-US" altLang="zh-CN" sz="2000" b="1" i="1" dirty="0"/>
              <a:t>8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 </a:t>
            </a:r>
            <a:r>
              <a:rPr lang="en-US" altLang="zh-CN" sz="2000" b="1" i="1" dirty="0" smtClean="0"/>
              <a:t>5</a:t>
            </a:r>
            <a:r>
              <a:rPr lang="zh-CN" altLang="en-US" sz="2000" b="1" i="1" dirty="0" smtClean="0"/>
              <a:t>：</a:t>
            </a:r>
            <a:r>
              <a:rPr lang="zh-CN" altLang="zh-CN" sz="2000" b="1" i="1" dirty="0" smtClean="0"/>
              <a:t>因为</a:t>
            </a:r>
            <a:r>
              <a:rPr lang="zh-CN" altLang="zh-CN" sz="2000" b="1" i="1" dirty="0"/>
              <a:t>随从肉体的人体贴肉体的事；随从圣灵的人体贴圣灵的事。</a:t>
            </a:r>
            <a:r>
              <a:rPr lang="en-US" altLang="zh-CN" sz="2000" b="1" i="1" dirty="0"/>
              <a:t>6</a:t>
            </a:r>
            <a:r>
              <a:rPr lang="zh-CN" altLang="zh-CN" sz="2000" b="1" i="1" dirty="0"/>
              <a:t>体贴肉体的就是死，体贴圣灵的乃是生命平安</a:t>
            </a:r>
            <a:r>
              <a:rPr lang="zh-CN" altLang="zh-CN" sz="2000" b="1" i="1" dirty="0" smtClean="0"/>
              <a:t>。</a:t>
            </a:r>
            <a:endParaRPr lang="en-US" altLang="zh-CN" sz="2000" b="1" i="1" dirty="0" smtClean="0"/>
          </a:p>
          <a:p>
            <a:r>
              <a:rPr lang="zh-CN" altLang="zh-CN" sz="2000" b="1" i="1" dirty="0"/>
              <a:t>马可福音</a:t>
            </a:r>
            <a:r>
              <a:rPr lang="en-US" altLang="zh-CN" sz="2000" b="1" i="1" dirty="0"/>
              <a:t>14</a:t>
            </a:r>
            <a:r>
              <a:rPr lang="zh-CN" altLang="zh-CN" sz="2000" b="1" i="1" dirty="0"/>
              <a:t>章</a:t>
            </a:r>
            <a:r>
              <a:rPr lang="en-US" altLang="zh-CN" sz="2000" b="1" i="1" dirty="0" smtClean="0"/>
              <a:t>38</a:t>
            </a:r>
            <a:r>
              <a:rPr lang="zh-CN" altLang="en-US" sz="2000" b="1" i="1" dirty="0" smtClean="0"/>
              <a:t>：</a:t>
            </a:r>
            <a:r>
              <a:rPr lang="zh-CN" altLang="zh-CN" sz="2000" b="1" i="1" dirty="0" smtClean="0"/>
              <a:t>总</a:t>
            </a:r>
            <a:r>
              <a:rPr lang="zh-CN" altLang="zh-CN" sz="2000" b="1" i="1" dirty="0"/>
              <a:t>要警醒祷告，免得入了迷惑。你们心灵固然愿意，肉体却软弱了</a:t>
            </a:r>
            <a:r>
              <a:rPr lang="zh-CN" altLang="zh-CN" sz="2000" b="1" i="1" dirty="0" smtClean="0"/>
              <a:t>。</a:t>
            </a:r>
            <a:endParaRPr lang="en-US" altLang="zh-CN" sz="2000" b="1" i="1" dirty="0" smtClean="0"/>
          </a:p>
          <a:p>
            <a:r>
              <a:rPr lang="zh-CN" altLang="zh-CN" sz="2000" b="1" i="1" dirty="0"/>
              <a:t>路加福音</a:t>
            </a:r>
            <a:r>
              <a:rPr lang="en-US" altLang="zh-CN" sz="2000" b="1" i="1" dirty="0"/>
              <a:t>9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23</a:t>
            </a:r>
            <a:r>
              <a:rPr lang="zh-CN" altLang="zh-CN" sz="2000" b="1" i="1" dirty="0"/>
              <a:t>耶稣又对众人说：“若有人要跟从我，就当舍己，天天背起他的十字架来跟从我</a:t>
            </a:r>
            <a:r>
              <a:rPr lang="zh-CN" altLang="zh-CN" sz="2000" b="1" i="1" dirty="0" smtClean="0"/>
              <a:t>。</a:t>
            </a:r>
            <a:endParaRPr lang="en-US" altLang="zh-CN" sz="1000" b="1" i="1" dirty="0"/>
          </a:p>
          <a:p>
            <a:pPr lvl="1"/>
            <a:r>
              <a:rPr lang="zh-CN" altLang="en-US" sz="1400" b="1" i="1" dirty="0" smtClean="0"/>
              <a:t>我们的喜好</a:t>
            </a:r>
            <a:endParaRPr lang="en-US" altLang="zh-CN" sz="1400" b="1" i="1" dirty="0" smtClean="0"/>
          </a:p>
          <a:p>
            <a:pPr lvl="1"/>
            <a:r>
              <a:rPr lang="zh-CN" altLang="en-US" sz="1400" b="1" i="1" dirty="0" smtClean="0"/>
              <a:t>我们的软弱</a:t>
            </a:r>
            <a:endParaRPr lang="en-US" altLang="zh-CN" sz="1400" b="1" i="1" dirty="0" smtClean="0"/>
          </a:p>
          <a:p>
            <a:pPr lvl="1"/>
            <a:r>
              <a:rPr lang="zh-CN" altLang="en-US" sz="1400" b="1" i="1" dirty="0" smtClean="0"/>
              <a:t>警醒</a:t>
            </a:r>
            <a:r>
              <a:rPr lang="en-US" altLang="zh-CN" sz="1400" b="1" i="1" dirty="0" smtClean="0"/>
              <a:t>&amp;</a:t>
            </a:r>
            <a:r>
              <a:rPr lang="zh-CN" altLang="en-US" sz="1400" b="1" i="1" dirty="0" smtClean="0"/>
              <a:t>祷告</a:t>
            </a:r>
            <a:endParaRPr lang="en-US" altLang="zh-CN" sz="1400" b="1" i="1" dirty="0" smtClean="0"/>
          </a:p>
          <a:p>
            <a:endParaRPr lang="en-US" altLang="zh-CN" sz="4000" b="1" dirty="0"/>
          </a:p>
        </p:txBody>
      </p:sp>
    </p:spTree>
    <p:extLst>
      <p:ext uri="{BB962C8B-B14F-4D97-AF65-F5344CB8AC3E}">
        <p14:creationId xmlns:p14="http://schemas.microsoft.com/office/powerpoint/2010/main" val="5032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1</a:t>
            </a:r>
            <a:r>
              <a:rPr lang="zh-CN" altLang="zh-CN" b="1" dirty="0"/>
              <a:t>，</a:t>
            </a:r>
            <a:r>
              <a:rPr lang="en-US" altLang="zh-CN" b="1" dirty="0"/>
              <a:t>	</a:t>
            </a:r>
            <a:r>
              <a:rPr lang="zh-CN" altLang="en-US" b="1" dirty="0" smtClean="0"/>
              <a:t>谁能抵挡我们？</a:t>
            </a:r>
            <a:r>
              <a:rPr lang="en-US" altLang="zh-CN" b="1" dirty="0" smtClean="0"/>
              <a:t>-</a:t>
            </a:r>
            <a:r>
              <a:rPr lang="zh-CN" altLang="en-US" b="1" dirty="0"/>
              <a:t>血气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2000" b="1" i="1" dirty="0" smtClean="0"/>
              <a:t>罗马</a:t>
            </a:r>
            <a:r>
              <a:rPr lang="zh-CN" altLang="zh-CN" sz="2000" b="1" i="1" dirty="0"/>
              <a:t>书</a:t>
            </a:r>
            <a:r>
              <a:rPr lang="en-US" altLang="zh-CN" sz="2000" b="1" i="1" dirty="0"/>
              <a:t>8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 </a:t>
            </a:r>
            <a:r>
              <a:rPr lang="en-US" altLang="zh-CN" sz="2000" b="1" i="1" dirty="0" smtClean="0"/>
              <a:t>5</a:t>
            </a:r>
            <a:r>
              <a:rPr lang="zh-CN" altLang="en-US" sz="2000" b="1" i="1" dirty="0" smtClean="0"/>
              <a:t>：</a:t>
            </a:r>
            <a:r>
              <a:rPr lang="zh-CN" altLang="zh-CN" sz="2000" b="1" i="1" dirty="0" smtClean="0"/>
              <a:t>因为</a:t>
            </a:r>
            <a:r>
              <a:rPr lang="zh-CN" altLang="zh-CN" sz="2000" b="1" i="1" dirty="0"/>
              <a:t>随从肉体的人体贴肉体的事；随从圣灵的人体贴圣灵的事。</a:t>
            </a:r>
            <a:r>
              <a:rPr lang="en-US" altLang="zh-CN" sz="2000" b="1" i="1" dirty="0"/>
              <a:t>6</a:t>
            </a:r>
            <a:r>
              <a:rPr lang="zh-CN" altLang="zh-CN" sz="2000" b="1" i="1" dirty="0"/>
              <a:t>体贴肉体的就是死，体贴圣灵的乃是生命平安</a:t>
            </a:r>
            <a:r>
              <a:rPr lang="zh-CN" altLang="zh-CN" sz="2000" b="1" i="1" dirty="0" smtClean="0"/>
              <a:t>。</a:t>
            </a:r>
            <a:endParaRPr lang="en-US" altLang="zh-CN" sz="2000" b="1" i="1" dirty="0" smtClean="0"/>
          </a:p>
          <a:p>
            <a:r>
              <a:rPr lang="zh-CN" altLang="zh-CN" sz="2000" b="1" i="1" dirty="0"/>
              <a:t>马可福音</a:t>
            </a:r>
            <a:r>
              <a:rPr lang="en-US" altLang="zh-CN" sz="2000" b="1" i="1" dirty="0"/>
              <a:t>14</a:t>
            </a:r>
            <a:r>
              <a:rPr lang="zh-CN" altLang="zh-CN" sz="2000" b="1" i="1" dirty="0"/>
              <a:t>章</a:t>
            </a:r>
            <a:r>
              <a:rPr lang="en-US" altLang="zh-CN" sz="2000" b="1" i="1" dirty="0" smtClean="0"/>
              <a:t>38</a:t>
            </a:r>
            <a:r>
              <a:rPr lang="zh-CN" altLang="en-US" sz="2000" b="1" i="1" dirty="0" smtClean="0"/>
              <a:t>：</a:t>
            </a:r>
            <a:r>
              <a:rPr lang="zh-CN" altLang="zh-CN" sz="2000" b="1" i="1" dirty="0" smtClean="0"/>
              <a:t>总</a:t>
            </a:r>
            <a:r>
              <a:rPr lang="zh-CN" altLang="zh-CN" sz="2000" b="1" i="1" dirty="0"/>
              <a:t>要警醒祷告，免得入了迷惑。你们心灵固然愿意，肉体却软弱了</a:t>
            </a:r>
            <a:r>
              <a:rPr lang="zh-CN" altLang="zh-CN" sz="2000" b="1" i="1" dirty="0" smtClean="0"/>
              <a:t>。</a:t>
            </a:r>
            <a:endParaRPr lang="en-US" altLang="zh-CN" sz="2000" b="1" i="1" dirty="0" smtClean="0"/>
          </a:p>
          <a:p>
            <a:r>
              <a:rPr lang="zh-CN" altLang="zh-CN" sz="2000" b="1" i="1" dirty="0"/>
              <a:t>路加福音</a:t>
            </a:r>
            <a:r>
              <a:rPr lang="en-US" altLang="zh-CN" sz="2000" b="1" i="1" dirty="0"/>
              <a:t>9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23</a:t>
            </a:r>
            <a:r>
              <a:rPr lang="zh-CN" altLang="zh-CN" sz="2000" b="1" i="1" dirty="0"/>
              <a:t>耶稣又对众人说：“若有人要跟从我，就当舍己，天天背起他的十字架来跟从我</a:t>
            </a:r>
            <a:r>
              <a:rPr lang="zh-CN" altLang="zh-CN" sz="2000" b="1" i="1" dirty="0" smtClean="0"/>
              <a:t>。</a:t>
            </a:r>
            <a:endParaRPr lang="en-US" altLang="zh-CN" sz="1000" b="1" i="1" dirty="0"/>
          </a:p>
          <a:p>
            <a:pPr lvl="1"/>
            <a:r>
              <a:rPr lang="zh-CN" altLang="en-US" sz="1400" b="1" i="1" dirty="0" smtClean="0"/>
              <a:t>我们的喜好</a:t>
            </a:r>
            <a:endParaRPr lang="en-US" altLang="zh-CN" sz="1400" b="1" i="1" dirty="0" smtClean="0"/>
          </a:p>
          <a:p>
            <a:pPr lvl="1"/>
            <a:r>
              <a:rPr lang="zh-CN" altLang="en-US" sz="1400" b="1" i="1" dirty="0" smtClean="0"/>
              <a:t>我们的软弱</a:t>
            </a:r>
            <a:endParaRPr lang="en-US" altLang="zh-CN" sz="1400" b="1" i="1" dirty="0" smtClean="0"/>
          </a:p>
          <a:p>
            <a:pPr lvl="1"/>
            <a:r>
              <a:rPr lang="zh-CN" altLang="en-US" sz="1400" b="1" i="1" dirty="0" smtClean="0"/>
              <a:t>警醒</a:t>
            </a:r>
            <a:r>
              <a:rPr lang="en-US" altLang="zh-CN" sz="1400" b="1" i="1" dirty="0" smtClean="0"/>
              <a:t>&amp;</a:t>
            </a:r>
            <a:r>
              <a:rPr lang="zh-CN" altLang="en-US" sz="1400" b="1" i="1" dirty="0" smtClean="0"/>
              <a:t>祷告</a:t>
            </a:r>
            <a:endParaRPr lang="en-US" altLang="zh-CN" sz="1400" b="1" i="1" dirty="0" smtClean="0"/>
          </a:p>
          <a:p>
            <a:endParaRPr lang="en-US" altLang="zh-CN" sz="4000" b="1" dirty="0"/>
          </a:p>
        </p:txBody>
      </p:sp>
    </p:spTree>
    <p:extLst>
      <p:ext uri="{BB962C8B-B14F-4D97-AF65-F5344CB8AC3E}">
        <p14:creationId xmlns:p14="http://schemas.microsoft.com/office/powerpoint/2010/main" val="321988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1</a:t>
            </a:r>
            <a:r>
              <a:rPr lang="zh-CN" altLang="zh-CN" b="1" dirty="0"/>
              <a:t>，</a:t>
            </a:r>
            <a:r>
              <a:rPr lang="en-US" altLang="zh-CN" b="1" dirty="0"/>
              <a:t>	</a:t>
            </a:r>
            <a:r>
              <a:rPr lang="zh-CN" altLang="en-US" b="1" dirty="0" smtClean="0"/>
              <a:t>谁能抵挡我们？</a:t>
            </a:r>
            <a:r>
              <a:rPr lang="en-US" altLang="zh-CN" b="1" dirty="0" smtClean="0"/>
              <a:t>-</a:t>
            </a:r>
            <a:r>
              <a:rPr lang="zh-CN" altLang="en-US" b="1" dirty="0"/>
              <a:t>魔鬼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2000" b="1" i="1" dirty="0"/>
              <a:t>彼得前书</a:t>
            </a:r>
            <a:r>
              <a:rPr lang="en-US" altLang="zh-CN" sz="2000" b="1" i="1" dirty="0"/>
              <a:t>5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8</a:t>
            </a:r>
            <a:r>
              <a:rPr lang="zh-CN" altLang="zh-CN" sz="2000" b="1" i="1" dirty="0"/>
              <a:t>务要谨守、警醒，因为你们的仇敌魔鬼，如同吼叫的狮子，遍地游行，寻找可吞吃的人。</a:t>
            </a:r>
            <a:endParaRPr lang="zh-CN" altLang="zh-CN" sz="2000" dirty="0"/>
          </a:p>
          <a:p>
            <a:endParaRPr lang="en-US" altLang="zh-CN" sz="4000" b="1" dirty="0"/>
          </a:p>
        </p:txBody>
      </p:sp>
    </p:spTree>
    <p:extLst>
      <p:ext uri="{BB962C8B-B14F-4D97-AF65-F5344CB8AC3E}">
        <p14:creationId xmlns:p14="http://schemas.microsoft.com/office/powerpoint/2010/main" val="34993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1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en-US" b="1" dirty="0" smtClean="0"/>
              <a:t>神赐我们祂的独生爱子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1800" dirty="0" smtClean="0"/>
              <a:t>神的的独生爱子，神赐给了我们</a:t>
            </a:r>
            <a:endParaRPr lang="en-US" altLang="zh-CN" sz="1800" dirty="0" smtClean="0"/>
          </a:p>
          <a:p>
            <a:r>
              <a:rPr lang="zh-CN" altLang="en-US" sz="1800" dirty="0" smtClean="0"/>
              <a:t>世间万物都是被神造的，也是为其造的</a:t>
            </a:r>
            <a:endParaRPr lang="en-US" altLang="zh-CN" sz="1800" dirty="0" smtClean="0"/>
          </a:p>
          <a:p>
            <a:r>
              <a:rPr lang="zh-CN" altLang="en-US" sz="1800" dirty="0" smtClean="0"/>
              <a:t>世间万物在神的眼中不重要</a:t>
            </a:r>
            <a:endParaRPr lang="en-US" altLang="zh-CN" sz="1800" dirty="0" smtClean="0"/>
          </a:p>
          <a:p>
            <a:r>
              <a:rPr lang="zh-CN" altLang="en-US" sz="1800" dirty="0" smtClean="0"/>
              <a:t>但是基督是神的爱子，重要</a:t>
            </a:r>
            <a:endParaRPr lang="en-US" altLang="zh-CN" sz="1800" dirty="0" smtClean="0"/>
          </a:p>
          <a:p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81680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2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en-US" b="1" dirty="0" smtClean="0"/>
              <a:t>谁能控告我们？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2000" b="1" dirty="0" smtClean="0"/>
              <a:t>撒迦利亚书</a:t>
            </a:r>
            <a:r>
              <a:rPr lang="en-US" altLang="zh-CN" sz="2000" b="1" dirty="0" smtClean="0"/>
              <a:t>3</a:t>
            </a:r>
            <a:r>
              <a:rPr lang="zh-CN" altLang="en-US" sz="2000" b="1" dirty="0" smtClean="0"/>
              <a:t>章</a:t>
            </a:r>
            <a:r>
              <a:rPr lang="en-US" altLang="zh-CN" sz="2000" b="1" dirty="0" smtClean="0"/>
              <a:t>4</a:t>
            </a:r>
            <a:r>
              <a:rPr lang="zh-CN" altLang="en-US" sz="2000" b="1" dirty="0" smtClean="0"/>
              <a:t>：使者</a:t>
            </a:r>
            <a:r>
              <a:rPr lang="zh-CN" altLang="en-US" sz="2000" b="1" dirty="0"/>
              <a:t>吩咐站在面前的说：“你们要脱去他污秽的衣服。”又对约书亚说：“我使你脱离罪孽，要给你穿上华美的衣服。”</a:t>
            </a:r>
            <a:endParaRPr lang="zh-CN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367372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200" b="1" dirty="0" smtClean="0"/>
              <a:t>2</a:t>
            </a:r>
            <a:r>
              <a:rPr lang="zh-CN" altLang="zh-CN" sz="3200" b="1" dirty="0" smtClean="0"/>
              <a:t>，</a:t>
            </a:r>
            <a:r>
              <a:rPr lang="en-US" altLang="zh-CN" sz="3200" b="1" dirty="0"/>
              <a:t>	</a:t>
            </a:r>
            <a:r>
              <a:rPr lang="zh-CN" altLang="en-US" sz="3200" b="1" dirty="0" smtClean="0"/>
              <a:t>谁能控告我们？ </a:t>
            </a:r>
            <a:r>
              <a:rPr lang="en-US" altLang="zh-CN" sz="3200" b="1" dirty="0" smtClean="0"/>
              <a:t>- </a:t>
            </a:r>
            <a:r>
              <a:rPr lang="zh-CN" altLang="en-US" sz="3200" b="1" dirty="0" smtClean="0"/>
              <a:t>世界，自己，魔鬼</a:t>
            </a:r>
            <a:endParaRPr lang="zh-CN" altLang="zh-CN" sz="3200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2000" b="1" i="1" dirty="0"/>
              <a:t>马可福音</a:t>
            </a:r>
            <a:r>
              <a:rPr lang="en-US" altLang="zh-CN" sz="2000" b="1" i="1" dirty="0"/>
              <a:t>14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55</a:t>
            </a:r>
            <a:r>
              <a:rPr lang="zh-CN" altLang="zh-CN" sz="2000" b="1" i="1" dirty="0"/>
              <a:t>祭司长和全公会寻找见证控告耶稣，要治死他，却寻不着。</a:t>
            </a:r>
            <a:endParaRPr lang="zh-CN" altLang="zh-CN" sz="2000" dirty="0"/>
          </a:p>
          <a:p>
            <a:r>
              <a:rPr lang="zh-CN" altLang="zh-CN" sz="2000" b="1" i="1" dirty="0"/>
              <a:t>使徒行传</a:t>
            </a:r>
            <a:r>
              <a:rPr lang="en-US" altLang="zh-CN" sz="2000" b="1" i="1" dirty="0"/>
              <a:t>25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2</a:t>
            </a:r>
            <a:r>
              <a:rPr lang="zh-CN" altLang="zh-CN" sz="2000" b="1" i="1" dirty="0"/>
              <a:t>祭司长和犹太人的首领向他控告保</a:t>
            </a:r>
            <a:r>
              <a:rPr lang="zh-CN" altLang="zh-CN" sz="2000" b="1" i="1" dirty="0" smtClean="0"/>
              <a:t>罗</a:t>
            </a:r>
            <a:endParaRPr lang="en-US" altLang="zh-CN" sz="2000" b="1" i="1" dirty="0" smtClean="0"/>
          </a:p>
          <a:p>
            <a:endParaRPr lang="en-US" altLang="zh-CN" sz="2000" b="1" i="1" dirty="0"/>
          </a:p>
          <a:p>
            <a:r>
              <a:rPr lang="zh-CN" altLang="zh-CN" sz="2000" b="1" i="1" dirty="0"/>
              <a:t>约伯记</a:t>
            </a:r>
            <a:r>
              <a:rPr lang="en-US" altLang="zh-CN" sz="2000" b="1" i="1" dirty="0"/>
              <a:t>1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9</a:t>
            </a:r>
            <a:r>
              <a:rPr lang="zh-CN" altLang="zh-CN" sz="2000" b="1" i="1" dirty="0"/>
              <a:t>撒但回答耶和华说：</a:t>
            </a:r>
            <a:r>
              <a:rPr lang="en-US" altLang="zh-CN" sz="2000" b="1" i="1" dirty="0"/>
              <a:t>“</a:t>
            </a:r>
            <a:r>
              <a:rPr lang="zh-CN" altLang="zh-CN" sz="2000" b="1" i="1" dirty="0"/>
              <a:t>约伯敬畏　神岂是无故呢？</a:t>
            </a:r>
            <a:endParaRPr lang="zh-CN" altLang="zh-CN" sz="2000" dirty="0"/>
          </a:p>
          <a:p>
            <a:r>
              <a:rPr lang="zh-CN" altLang="zh-CN" sz="2000" b="1" i="1" dirty="0"/>
              <a:t>约伯记</a:t>
            </a:r>
            <a:r>
              <a:rPr lang="en-US" altLang="zh-CN" sz="2000" b="1" i="1" dirty="0"/>
              <a:t>2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4</a:t>
            </a:r>
            <a:r>
              <a:rPr lang="zh-CN" altLang="zh-CN" sz="2000" b="1" i="1" dirty="0"/>
              <a:t>撒但回答耶和华说：</a:t>
            </a:r>
            <a:r>
              <a:rPr lang="en-US" altLang="zh-CN" sz="2000" b="1" i="1" dirty="0"/>
              <a:t>“</a:t>
            </a:r>
            <a:r>
              <a:rPr lang="zh-CN" altLang="zh-CN" sz="2000" b="1" i="1" dirty="0"/>
              <a:t>人以皮代皮，情愿舍去一切所有的保全性命。</a:t>
            </a:r>
            <a:endParaRPr lang="zh-CN" altLang="zh-CN" sz="2000" dirty="0"/>
          </a:p>
          <a:p>
            <a:endParaRPr lang="zh-CN" altLang="zh-CN" sz="2000" dirty="0"/>
          </a:p>
          <a:p>
            <a:r>
              <a:rPr lang="zh-CN" altLang="en-US" sz="2000" dirty="0" smtClean="0"/>
              <a:t>神的应许：</a:t>
            </a:r>
            <a:endParaRPr lang="en-US" altLang="zh-CN" sz="2000" dirty="0" smtClean="0"/>
          </a:p>
          <a:p>
            <a:r>
              <a:rPr lang="zh-CN" altLang="zh-CN" sz="2000" b="1" i="1" dirty="0"/>
              <a:t>约翰一书</a:t>
            </a:r>
            <a:r>
              <a:rPr lang="en-US" altLang="zh-CN" sz="2000" b="1" i="1" dirty="0"/>
              <a:t>1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9</a:t>
            </a:r>
            <a:r>
              <a:rPr lang="zh-CN" altLang="zh-CN" sz="2000" b="1" i="1" dirty="0"/>
              <a:t>我们若认自己的罪，　神是信实的，是公义的，必要赦免我们的罪，洗净我们一切的不义；</a:t>
            </a:r>
            <a:endParaRPr lang="zh-CN" altLang="zh-CN" sz="2000" dirty="0"/>
          </a:p>
          <a:p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8525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200" b="1" dirty="0" smtClean="0"/>
              <a:t>2</a:t>
            </a:r>
            <a:r>
              <a:rPr lang="zh-CN" altLang="zh-CN" sz="3200" b="1" dirty="0" smtClean="0"/>
              <a:t>，</a:t>
            </a:r>
            <a:r>
              <a:rPr lang="en-US" altLang="zh-CN" sz="3200" b="1" dirty="0"/>
              <a:t>	</a:t>
            </a:r>
            <a:r>
              <a:rPr lang="zh-CN" altLang="en-US" sz="3200" b="1" dirty="0" smtClean="0"/>
              <a:t>谁能定我们的罪？</a:t>
            </a:r>
            <a:endParaRPr lang="zh-CN" altLang="zh-CN" sz="3200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zh-CN" sz="2000" b="1" i="1" dirty="0"/>
              <a:t>希伯来书</a:t>
            </a:r>
            <a:r>
              <a:rPr lang="en-US" altLang="zh-CN" sz="2000" b="1" i="1" dirty="0"/>
              <a:t>10</a:t>
            </a:r>
            <a:r>
              <a:rPr lang="zh-CN" altLang="zh-CN" sz="2000" b="1" i="1" dirty="0"/>
              <a:t>章</a:t>
            </a:r>
            <a:r>
              <a:rPr lang="en-US" altLang="zh-CN" sz="2000" b="1" i="1" dirty="0"/>
              <a:t>10</a:t>
            </a:r>
            <a:r>
              <a:rPr lang="zh-CN" altLang="zh-CN" sz="2000" b="1" i="1" dirty="0"/>
              <a:t>我们凭这旨意，靠耶稣基督只一次献上他的身体，就得以成圣。</a:t>
            </a:r>
            <a:endParaRPr lang="zh-CN" altLang="zh-CN" sz="2000" dirty="0"/>
          </a:p>
          <a:p>
            <a:r>
              <a:rPr lang="en-US" altLang="zh-CN" sz="2000" b="1" i="1" dirty="0"/>
              <a:t>11</a:t>
            </a:r>
            <a:r>
              <a:rPr lang="zh-CN" altLang="zh-CN" sz="2000" b="1" i="1" dirty="0"/>
              <a:t>凡祭司天天站着侍奉　神，屡次献上一样的祭物，这祭物永不能除罪。</a:t>
            </a:r>
            <a:endParaRPr lang="zh-CN" altLang="zh-CN" sz="2000" dirty="0"/>
          </a:p>
          <a:p>
            <a:r>
              <a:rPr lang="en-US" altLang="zh-CN" sz="2000" b="1" i="1" dirty="0"/>
              <a:t>12</a:t>
            </a:r>
            <a:r>
              <a:rPr lang="zh-CN" altLang="zh-CN" sz="2000" b="1" i="1" dirty="0"/>
              <a:t>但基督献了一次永远的赎罪祭，就在　神的右边坐下了，</a:t>
            </a:r>
            <a:endParaRPr lang="zh-CN" altLang="zh-CN" sz="2000" dirty="0"/>
          </a:p>
          <a:p>
            <a:r>
              <a:rPr lang="en-US" altLang="zh-CN" sz="2000" b="1" i="1" dirty="0"/>
              <a:t>13</a:t>
            </a:r>
            <a:r>
              <a:rPr lang="zh-CN" altLang="zh-CN" sz="2000" b="1" i="1" dirty="0"/>
              <a:t>从此等候他仇敌成了他的脚凳。</a:t>
            </a:r>
            <a:endParaRPr lang="zh-CN" altLang="zh-CN" sz="2000" dirty="0"/>
          </a:p>
          <a:p>
            <a:r>
              <a:rPr lang="en-US" altLang="zh-CN" sz="2000" b="1" i="1" dirty="0"/>
              <a:t>14</a:t>
            </a:r>
            <a:r>
              <a:rPr lang="zh-CN" altLang="zh-CN" sz="2000" b="1" i="1" dirty="0"/>
              <a:t>因为他一次献祭，便叫那得以成圣的人永远完全。</a:t>
            </a:r>
            <a:endParaRPr lang="zh-CN" altLang="zh-CN" sz="2000" dirty="0"/>
          </a:p>
          <a:p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92710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/>
              <a:t>3</a:t>
            </a:r>
            <a:r>
              <a:rPr lang="zh-CN" altLang="zh-CN" b="1" dirty="0" smtClean="0"/>
              <a:t>，</a:t>
            </a:r>
            <a:r>
              <a:rPr lang="en-US" altLang="zh-CN" b="1" dirty="0"/>
              <a:t>	</a:t>
            </a:r>
            <a:r>
              <a:rPr lang="zh-CN" altLang="zh-CN" dirty="0"/>
              <a:t>应用思考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lvl="0"/>
            <a:r>
              <a:rPr lang="zh-CN" altLang="en-US" dirty="0" smtClean="0"/>
              <a:t>当你朗读罗马书</a:t>
            </a:r>
            <a:r>
              <a:rPr lang="en-US" altLang="zh-CN" dirty="0" smtClean="0"/>
              <a:t>8</a:t>
            </a:r>
            <a:r>
              <a:rPr lang="zh-CN" altLang="en-US" dirty="0" smtClean="0"/>
              <a:t>章</a:t>
            </a:r>
            <a:r>
              <a:rPr lang="en-US" altLang="zh-CN" dirty="0" smtClean="0"/>
              <a:t>31</a:t>
            </a:r>
            <a:r>
              <a:rPr lang="zh-CN" altLang="en-US" dirty="0" smtClean="0"/>
              <a:t>节下的时候，你的体会</a:t>
            </a:r>
            <a:r>
              <a:rPr lang="zh-CN" altLang="zh-CN" dirty="0" smtClean="0"/>
              <a:t>？</a:t>
            </a:r>
            <a:endParaRPr lang="en-US" altLang="zh-CN" smtClean="0"/>
          </a:p>
          <a:p>
            <a:pPr lvl="0"/>
            <a:endParaRPr lang="en-US" altLang="zh-CN" dirty="0"/>
          </a:p>
          <a:p>
            <a:pPr lvl="0"/>
            <a:r>
              <a:rPr lang="zh-CN" altLang="en-US" dirty="0" smtClean="0"/>
              <a:t>如何对待手机对我们生活学习和信仰的影响</a:t>
            </a:r>
            <a:r>
              <a:rPr lang="zh-CN" altLang="zh-CN" dirty="0" smtClean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362002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5474</TotalTime>
  <Words>651</Words>
  <Application>Microsoft Office PowerPoint</Application>
  <PresentationFormat>全屏显示(4:3)</PresentationFormat>
  <Paragraphs>79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方正姚体</vt:lpstr>
      <vt:lpstr>华文琥珀</vt:lpstr>
      <vt:lpstr>华文新魏</vt:lpstr>
      <vt:lpstr>宋体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经文：罗马书8章28~39节</vt:lpstr>
      <vt:lpstr>经文：罗马书8章31~34节</vt:lpstr>
      <vt:lpstr>1， 谁能抵挡我们？-世界</vt:lpstr>
      <vt:lpstr>1， 谁能抵挡我们？-血气</vt:lpstr>
      <vt:lpstr>1， 谁能抵挡我们？-血气</vt:lpstr>
      <vt:lpstr>1， 谁能抵挡我们？-魔鬼</vt:lpstr>
      <vt:lpstr>1， 神赐我们祂的独生爱子</vt:lpstr>
      <vt:lpstr>2， 谁能控告我们？</vt:lpstr>
      <vt:lpstr>2， 谁能控告我们？ - 世界，自己，魔鬼</vt:lpstr>
      <vt:lpstr>2， 谁能定我们的罪？</vt:lpstr>
      <vt:lpstr>3， 应用思考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864</cp:revision>
  <dcterms:created xsi:type="dcterms:W3CDTF">2010-05-23T14:28:12Z</dcterms:created>
  <dcterms:modified xsi:type="dcterms:W3CDTF">2021-03-17T12:13:22Z</dcterms:modified>
</cp:coreProperties>
</file>