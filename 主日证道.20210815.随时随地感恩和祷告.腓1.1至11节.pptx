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20" r:id="rId3"/>
    <p:sldId id="327" r:id="rId4"/>
    <p:sldId id="345" r:id="rId5"/>
    <p:sldId id="346" r:id="rId6"/>
    <p:sldId id="347" r:id="rId7"/>
    <p:sldId id="338" r:id="rId8"/>
    <p:sldId id="339" r:id="rId9"/>
    <p:sldId id="340" r:id="rId10"/>
    <p:sldId id="321" r:id="rId11"/>
    <p:sldId id="341" r:id="rId12"/>
    <p:sldId id="342" r:id="rId13"/>
    <p:sldId id="343" r:id="rId14"/>
    <p:sldId id="344" r:id="rId15"/>
    <p:sldId id="325" r:id="rId16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94" autoAdjust="0"/>
    <p:restoredTop sz="96387" autoAdjust="0"/>
  </p:normalViewPr>
  <p:slideViewPr>
    <p:cSldViewPr showGuides="1">
      <p:cViewPr varScale="1">
        <p:scale>
          <a:sx n="90" d="100"/>
          <a:sy n="90" d="100"/>
        </p:scale>
        <p:origin x="147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强" userId="633faa5c58ce3e78" providerId="LiveId" clId="{B1E340B0-C462-4557-99F1-A76C5B2939A2}"/>
    <pc:docChg chg="modSld">
      <pc:chgData name="李 强" userId="633faa5c58ce3e78" providerId="LiveId" clId="{B1E340B0-C462-4557-99F1-A76C5B2939A2}" dt="2021-08-15T00:17:17.726" v="91"/>
      <pc:docMkLst>
        <pc:docMk/>
      </pc:docMkLst>
      <pc:sldChg chg="modSp mod">
        <pc:chgData name="李 强" userId="633faa5c58ce3e78" providerId="LiveId" clId="{B1E340B0-C462-4557-99F1-A76C5B2939A2}" dt="2021-08-15T00:17:17.726" v="91"/>
        <pc:sldMkLst>
          <pc:docMk/>
          <pc:sldMk cId="4183620022" sldId="325"/>
        </pc:sldMkLst>
        <pc:spChg chg="mod">
          <ac:chgData name="李 强" userId="633faa5c58ce3e78" providerId="LiveId" clId="{B1E340B0-C462-4557-99F1-A76C5B2939A2}" dt="2021-08-15T00:17:17.726" v="91"/>
          <ac:spMkLst>
            <pc:docMk/>
            <pc:sldMk cId="4183620022" sldId="325"/>
            <ac:spMk id="5123" creationId="{823B1026-6B98-4FD8-8DA8-D78FA979416E}"/>
          </ac:spMkLst>
        </pc:spChg>
      </pc:sldChg>
      <pc:sldChg chg="modSp mod">
        <pc:chgData name="李 强" userId="633faa5c58ce3e78" providerId="LiveId" clId="{B1E340B0-C462-4557-99F1-A76C5B2939A2}" dt="2021-08-14T21:10:46.217" v="5"/>
        <pc:sldMkLst>
          <pc:docMk/>
          <pc:sldMk cId="2853406107" sldId="327"/>
        </pc:sldMkLst>
        <pc:spChg chg="mod">
          <ac:chgData name="李 强" userId="633faa5c58ce3e78" providerId="LiveId" clId="{B1E340B0-C462-4557-99F1-A76C5B2939A2}" dt="2021-08-14T21:10:46.217" v="5"/>
          <ac:spMkLst>
            <pc:docMk/>
            <pc:sldMk cId="2853406107" sldId="327"/>
            <ac:spMk id="2" creationId="{C6D1F273-E680-40A2-87B5-888679D9E09C}"/>
          </ac:spMkLst>
        </pc:spChg>
      </pc:sldChg>
      <pc:sldChg chg="addSp modSp mod modAnim">
        <pc:chgData name="李 强" userId="633faa5c58ce3e78" providerId="LiveId" clId="{B1E340B0-C462-4557-99F1-A76C5B2939A2}" dt="2021-08-14T21:27:29.687" v="15" actId="1076"/>
        <pc:sldMkLst>
          <pc:docMk/>
          <pc:sldMk cId="296523886" sldId="347"/>
        </pc:sldMkLst>
        <pc:spChg chg="mod">
          <ac:chgData name="李 强" userId="633faa5c58ce3e78" providerId="LiveId" clId="{B1E340B0-C462-4557-99F1-A76C5B2939A2}" dt="2021-08-14T21:27:22.334" v="14" actId="1076"/>
          <ac:spMkLst>
            <pc:docMk/>
            <pc:sldMk cId="296523886" sldId="347"/>
            <ac:spMk id="6" creationId="{904BE843-108C-4309-B0ED-14487C467F62}"/>
          </ac:spMkLst>
        </pc:spChg>
        <pc:picChg chg="add mod">
          <ac:chgData name="李 强" userId="633faa5c58ce3e78" providerId="LiveId" clId="{B1E340B0-C462-4557-99F1-A76C5B2939A2}" dt="2021-08-14T21:27:29.687" v="15" actId="1076"/>
          <ac:picMkLst>
            <pc:docMk/>
            <pc:sldMk cId="296523886" sldId="347"/>
            <ac:picMk id="2" creationId="{DC5A30ED-0AAE-4458-ABD7-9CE5EDEE5573}"/>
          </ac:picMkLst>
        </pc:picChg>
        <pc:picChg chg="mod">
          <ac:chgData name="李 强" userId="633faa5c58ce3e78" providerId="LiveId" clId="{B1E340B0-C462-4557-99F1-A76C5B2939A2}" dt="2021-08-14T21:26:20.316" v="11" actId="1076"/>
          <ac:picMkLst>
            <pc:docMk/>
            <pc:sldMk cId="296523886" sldId="347"/>
            <ac:picMk id="1026" creationId="{4F32FA61-2F57-4DD3-8FB1-988FC3415DBC}"/>
          </ac:picMkLst>
        </pc:picChg>
      </pc:sldChg>
    </pc:docChg>
  </pc:docChgLst>
  <pc:docChgLst>
    <pc:chgData name="李 强" userId="633faa5c58ce3e78" providerId="LiveId" clId="{870F3BC4-CB90-4805-820E-208591D60CC8}"/>
    <pc:docChg chg="modSld">
      <pc:chgData name="李 强" userId="633faa5c58ce3e78" providerId="LiveId" clId="{870F3BC4-CB90-4805-820E-208591D60CC8}" dt="2018-12-30T00:00:37.965" v="9" actId="20577"/>
      <pc:docMkLst>
        <pc:docMk/>
      </pc:docMkLst>
      <pc:sldChg chg="modSp">
        <pc:chgData name="李 强" userId="633faa5c58ce3e78" providerId="LiveId" clId="{870F3BC4-CB90-4805-820E-208591D60CC8}" dt="2018-12-30T00:00:37.965" v="9" actId="20577"/>
        <pc:sldMkLst>
          <pc:docMk/>
          <pc:sldMk cId="2071616175" sldId="321"/>
        </pc:sldMkLst>
        <pc:spChg chg="mod">
          <ac:chgData name="李 强" userId="633faa5c58ce3e78" providerId="LiveId" clId="{870F3BC4-CB90-4805-820E-208591D60CC8}" dt="2018-12-30T00:00:37.965" v="9" actId="20577"/>
          <ac:spMkLst>
            <pc:docMk/>
            <pc:sldMk cId="2071616175" sldId="321"/>
            <ac:spMk id="5123" creationId="{823B1026-6B98-4FD8-8DA8-D78FA97941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909AB5F-6E94-4660-9FE5-B6D1FC6920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1437F4-05CC-4768-9495-D48D7895B0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3CF063-56F2-42DD-A32C-24D15B67612C}" type="datetimeFigureOut">
              <a:rPr lang="zh-CN" altLang="en-US"/>
              <a:pPr>
                <a:defRPr/>
              </a:pPr>
              <a:t>2021/8/15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7DD23A6-CB0F-46B3-935A-976AD05C1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68FE576-0A9F-4DE3-8D2A-334BA3BA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E239D-7969-4554-82FD-E03D57194C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6B08FB-BB3E-413E-9A9E-25E75D508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7B1039-7A70-4775-909F-09FCF8FEC9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AD921145-BE81-43B5-B900-B4386CBAF7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B5492672-9CD7-4947-B1F0-BA237F1CB7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050AC9F4-DAB5-469C-9974-4025D307A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90091F8-5555-4714-AFE4-C839B62DDA0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184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875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411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671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362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031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3361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176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024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243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109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783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398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2983B-D420-4632-8957-D097E0831B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C511B7-02F2-47CA-9584-06EE5B5A7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4A4387-CACF-4109-926C-A66A58C99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88E35-BAE7-45D4-BD06-7FC34383A79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49367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31DBBB-1397-49C2-BFDB-19E2BBD6C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535772-B1A0-41CC-A2B4-84BE1ADAB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2CFD53-CF8B-4B2A-9BDD-68139D2018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78F9C-AB71-4B0C-AA10-B844AADCEB4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2412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41CD45-CF44-4D8E-806C-21CD179D9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9C0A1B-A467-49D9-A8A3-6A6F9CAC3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B35E12-403C-46AC-9BC2-64EF81D7AE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D12B0-91D6-4193-92AD-67CB04DF243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10780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1105F-87CB-4064-877E-5230DED79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D6787-9F21-4353-BAE7-560A8D1D3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353BA-8F27-4D6C-AD50-B6EB475ED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A7591-EAEA-426F-A6CF-9BF515447587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09749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4C4882-4030-4551-AF2A-604B13C14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5574A5-382E-4CDB-BF34-04C7C8D1D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B5DCB6A-E20F-482F-98C2-BEF1CF7CC8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EA9D3-1937-4284-A088-A09838326C94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94533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6D69BB-90D9-4D6E-9AD4-811AB804D3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29C593-DD8D-4D80-8DEA-E1AC9CE86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4C40ED-72EF-41C5-9CE4-35B94B8CE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4F1E1-55F5-4A59-AEE6-5BEEFA3D3611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588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529430-00AB-4612-B492-F6FDB8111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F8F7E6-1245-4F85-8FB1-7C120AE45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E633C2-7DB4-432C-B810-1C33BDFBC0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49A2C-9CD2-4C7A-A1D2-3CBD16CC691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78803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E38FA-AC78-43F9-874C-7F9362FA3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51434-F35A-47E4-9D77-3DEFC4B1AB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D52B8-170D-446B-A0CA-86B3BF84B4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7A878-4AB6-4221-93ED-128AB758D1C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471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3E51F-5DA1-4810-B799-081B9080CF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843C6-6CB6-47B7-BC82-8DCE989762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44D6-AA9E-4140-A152-867869D32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B7166-2AE7-430A-B399-B7645AF39F4E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31507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A74BCC-44DF-4398-A140-708FD8DD41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50864B-CBA7-47D3-9545-AC9AF7C7A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7E91F5-09AC-4851-98A0-DD2A5F515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5C569-D32D-4EC6-BB87-AB8D60CE8C7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85981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80A6AD-9844-47EC-B114-E7C47A953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454E40-DAC4-490A-96CF-1F552658F5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9E1111-0B21-4BC4-A4B1-0CBB65C101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8CAEE-F9F5-4642-8844-7AE539B10E1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84304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9A0C65-DA14-42DE-8CF5-2E34EF89E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348984-D2BD-4612-AFFE-42EA36E40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8C8325-8802-455C-BE1C-9A517A76FE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BF34CE-0BAD-4827-90D2-59CE8EB7F8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22AFF9A-3FF3-4879-AD35-1F594C0F43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15FD87-5F71-4162-BE04-E7686FCB5F56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>
            <a:extLst>
              <a:ext uri="{FF2B5EF4-FFF2-40B4-BE49-F238E27FC236}">
                <a16:creationId xmlns:a16="http://schemas.microsoft.com/office/drawing/2014/main" id="{C38FCE21-CC3E-4C81-B95A-118DE7524B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84313" y="3189288"/>
            <a:ext cx="6400800" cy="1752600"/>
          </a:xfrm>
        </p:spPr>
        <p:txBody>
          <a:bodyPr anchor="ctr"/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随时随地感恩和祷告</a:t>
            </a:r>
            <a:endParaRPr lang="en-US" altLang="zh-CN" sz="3200" dirty="0">
              <a:solidFill>
                <a:srgbClr val="FF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腓</a:t>
            </a:r>
            <a:r>
              <a:rPr lang="en-US" altLang="zh-CN" dirty="0">
                <a:latin typeface="华文琥珀" panose="02010800040101010101" pitchFamily="2" charset="-122"/>
                <a:ea typeface="华文琥珀" panose="02010800040101010101" pitchFamily="2" charset="-122"/>
              </a:rPr>
              <a:t>1</a:t>
            </a:r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章</a:t>
            </a:r>
            <a:r>
              <a:rPr lang="en-US" altLang="zh-CN" dirty="0">
                <a:latin typeface="华文琥珀" panose="02010800040101010101" pitchFamily="2" charset="-122"/>
                <a:ea typeface="华文琥珀" panose="02010800040101010101" pitchFamily="2" charset="-122"/>
              </a:rPr>
              <a:t>1</a:t>
            </a:r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至</a:t>
            </a:r>
            <a:r>
              <a:rPr lang="en-US" altLang="zh-CN" dirty="0">
                <a:latin typeface="华文琥珀" panose="02010800040101010101" pitchFamily="2" charset="-122"/>
                <a:ea typeface="华文琥珀" panose="02010800040101010101" pitchFamily="2" charset="-122"/>
              </a:rPr>
              <a:t>11</a:t>
            </a:r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节</a:t>
            </a:r>
            <a:endParaRPr lang="en-US" altLang="zh-CN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fld id="{07A0B90A-60B9-467C-9F08-64A645997050}" type="datetime2">
              <a:rPr lang="zh-CN" altLang="en-US" sz="1600" smtClean="0">
                <a:latin typeface="华文琥珀" panose="02010800040101010101" pitchFamily="2" charset="-122"/>
                <a:ea typeface="华文琥珀" panose="02010800040101010101" pitchFamily="2" charset="-122"/>
              </a:rPr>
              <a:t>2021年8月15日</a:t>
            </a:fld>
            <a:endParaRPr lang="en-US" altLang="zh-CN" sz="1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经文：</a:t>
            </a:r>
            <a:r>
              <a:rPr lang="zh-CN" altLang="en-US" sz="2400" dirty="0"/>
              <a:t>腓</a:t>
            </a:r>
            <a:r>
              <a:rPr lang="en-US" altLang="zh-CN" sz="2400" dirty="0"/>
              <a:t>1</a:t>
            </a:r>
            <a:r>
              <a:rPr lang="zh-CN" altLang="en-US" sz="2400" dirty="0"/>
              <a:t>章</a:t>
            </a:r>
            <a:r>
              <a:rPr lang="en-US" altLang="zh-CN" sz="2400" dirty="0"/>
              <a:t>1</a:t>
            </a:r>
            <a:r>
              <a:rPr lang="zh-CN" altLang="en-US" sz="2400" dirty="0"/>
              <a:t>至</a:t>
            </a:r>
            <a:r>
              <a:rPr lang="en-US" altLang="zh-CN" sz="2400" dirty="0"/>
              <a:t>11</a:t>
            </a:r>
            <a:r>
              <a:rPr lang="zh-CN" altLang="en-US" sz="2400" dirty="0"/>
              <a:t>节</a:t>
            </a:r>
            <a:br>
              <a:rPr lang="en-US" altLang="zh-CN" sz="1200" dirty="0">
                <a:latin typeface="华文琥珀" panose="02010800040101010101" pitchFamily="2" charset="-122"/>
                <a:ea typeface="华文琥珀" panose="02010800040101010101" pitchFamily="2" charset="-122"/>
              </a:rPr>
            </a:br>
            <a:endParaRPr lang="zh-CN" altLang="en-US" sz="2400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24744"/>
            <a:ext cx="9217326" cy="566124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/>
              <a:t>1 </a:t>
            </a:r>
            <a:r>
              <a:rPr lang="zh-CN" altLang="en-US" sz="1800" dirty="0"/>
              <a:t>基督耶稣的</a:t>
            </a:r>
            <a:r>
              <a:rPr lang="zh-CN" altLang="en-US" sz="1800" b="1" dirty="0"/>
              <a:t>仆人</a:t>
            </a:r>
            <a:r>
              <a:rPr lang="zh-CN" altLang="en-US" sz="1800" dirty="0"/>
              <a:t>保罗和提摩太写信给凡住腓立比、在基督耶稣里的</a:t>
            </a:r>
            <a:r>
              <a:rPr lang="zh-CN" altLang="en-US" sz="1800" b="1" dirty="0"/>
              <a:t>众圣徒</a:t>
            </a:r>
            <a:r>
              <a:rPr lang="zh-CN" altLang="en-US" sz="1800" dirty="0"/>
              <a:t>和</a:t>
            </a:r>
            <a:r>
              <a:rPr lang="zh-CN" altLang="en-US" sz="1800" b="1" dirty="0"/>
              <a:t>诸位监督</a:t>
            </a:r>
            <a:r>
              <a:rPr lang="zh-CN" altLang="en-US" sz="1800" dirty="0"/>
              <a:t>、</a:t>
            </a:r>
            <a:r>
              <a:rPr lang="zh-CN" altLang="en-US" sz="1800" b="1" dirty="0"/>
              <a:t>诸位执事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2 </a:t>
            </a:r>
            <a:r>
              <a:rPr lang="zh-CN" altLang="en-US" sz="1800" dirty="0"/>
              <a:t>愿</a:t>
            </a:r>
            <a:r>
              <a:rPr lang="zh-CN" altLang="en-US" sz="1800" b="1" dirty="0"/>
              <a:t>恩惠、平安</a:t>
            </a:r>
            <a:r>
              <a:rPr lang="zh-CN" altLang="en-US" sz="1800" dirty="0"/>
              <a:t>从　神我们的父并主耶稣基督归与你们！</a:t>
            </a:r>
          </a:p>
          <a:p>
            <a:pPr marL="0" indent="0">
              <a:buNone/>
            </a:pPr>
            <a:r>
              <a:rPr lang="en-US" altLang="zh-CN" sz="1800" dirty="0"/>
              <a:t>3 </a:t>
            </a:r>
            <a:r>
              <a:rPr lang="zh-CN" altLang="en-US" sz="1800" dirty="0"/>
              <a:t>我每逢想念你们，就感谢我的　神；</a:t>
            </a:r>
            <a:r>
              <a:rPr lang="en-US" altLang="zh-CN" sz="1800" dirty="0"/>
              <a:t>4 </a:t>
            </a:r>
            <a:r>
              <a:rPr lang="zh-CN" altLang="en-US" sz="1800" dirty="0"/>
              <a:t>（每逢为你们众人祈求的时候，常是欢欢喜喜地祈求。）</a:t>
            </a:r>
            <a:r>
              <a:rPr lang="en-US" altLang="zh-CN" sz="1800" dirty="0"/>
              <a:t>5 </a:t>
            </a:r>
            <a:r>
              <a:rPr lang="zh-CN" altLang="en-US" sz="1800" dirty="0"/>
              <a:t>因为从头一天直到如今，你们是同心合意的兴旺福音。</a:t>
            </a:r>
            <a:r>
              <a:rPr lang="en-US" altLang="zh-CN" sz="1800" dirty="0"/>
              <a:t>6 </a:t>
            </a:r>
            <a:r>
              <a:rPr lang="zh-CN" altLang="en-US" sz="1800" dirty="0"/>
              <a:t>我深信那在你们心里动了善工的，必成全这工，直到耶稣基督的日子。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7 </a:t>
            </a:r>
            <a:r>
              <a:rPr lang="zh-CN" altLang="en-US" sz="1800" dirty="0"/>
              <a:t>我为你们众人有这样的意念，原是应当的，因你们常在我心里，无论我是在捆锁之中，是辩明证实福音的时候，你们都与我一同得恩。</a:t>
            </a:r>
            <a:r>
              <a:rPr lang="en-US" altLang="zh-CN" sz="1800" dirty="0"/>
              <a:t>8 </a:t>
            </a:r>
            <a:r>
              <a:rPr lang="zh-CN" altLang="en-US" sz="1800" dirty="0"/>
              <a:t>我体会基督耶稣的心肠，切切地想念你们众人，这是　神可以给我作见证的。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9 </a:t>
            </a:r>
            <a:r>
              <a:rPr lang="zh-CN" altLang="en-US" sz="1800" dirty="0"/>
              <a:t>我所祷告的，就是要你们的爱心在知识和各样见识上多而又多，</a:t>
            </a:r>
            <a:r>
              <a:rPr lang="en-US" altLang="zh-CN" sz="1800" dirty="0"/>
              <a:t>10 </a:t>
            </a:r>
            <a:r>
              <a:rPr lang="zh-CN" altLang="en-US" sz="1800" dirty="0"/>
              <a:t>使你们能分别是非（或作“喜爱那美好的事”），作诚实无过的人，直到基督的日子；</a:t>
            </a:r>
            <a:r>
              <a:rPr lang="en-US" altLang="zh-CN" sz="1800" dirty="0"/>
              <a:t>11 </a:t>
            </a:r>
            <a:r>
              <a:rPr lang="zh-CN" altLang="en-US" sz="1800" dirty="0"/>
              <a:t>并靠着耶稣基督结满了仁义的果子，叫荣耀称赞归与　神。</a:t>
            </a:r>
            <a:endParaRPr lang="zh-CN" altLang="zh-C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背景</a:t>
            </a:r>
            <a:r>
              <a:rPr lang="zh-CN" altLang="en-US" sz="2400" dirty="0"/>
              <a:t>：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6D1F273-E680-40A2-87B5-888679D9E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腓立比教会建立：</a:t>
            </a:r>
            <a:endParaRPr lang="en-US" altLang="zh-CN" sz="2400" dirty="0"/>
          </a:p>
          <a:p>
            <a:pPr lvl="1"/>
            <a:r>
              <a:rPr lang="zh-CN" altLang="en-US" sz="2000" dirty="0"/>
              <a:t>通读</a:t>
            </a:r>
            <a:r>
              <a:rPr lang="en-US" altLang="zh-CN" sz="2000" dirty="0"/>
              <a:t>《</a:t>
            </a:r>
            <a:r>
              <a:rPr lang="zh-CN" altLang="en-US" sz="2000" dirty="0"/>
              <a:t>使徒行传</a:t>
            </a:r>
            <a:r>
              <a:rPr lang="en-US" altLang="zh-CN" sz="2000" dirty="0"/>
              <a:t>》16</a:t>
            </a:r>
            <a:r>
              <a:rPr lang="zh-CN" altLang="en-US" sz="2000" dirty="0"/>
              <a:t>章</a:t>
            </a:r>
            <a:endParaRPr lang="en-US" altLang="zh-CN" sz="2000" dirty="0"/>
          </a:p>
          <a:p>
            <a:r>
              <a:rPr lang="zh-CN" altLang="en-US" sz="2400" dirty="0"/>
              <a:t>对保罗的支持：</a:t>
            </a:r>
            <a:endParaRPr lang="en-US" altLang="zh-CN" sz="2400" dirty="0"/>
          </a:p>
          <a:p>
            <a:pPr lvl="1"/>
            <a:r>
              <a:rPr lang="zh-CN" altLang="en-US" sz="2000" dirty="0"/>
              <a:t>财物</a:t>
            </a:r>
            <a:endParaRPr lang="en-US" altLang="zh-CN" sz="2000" dirty="0"/>
          </a:p>
          <a:p>
            <a:pPr lvl="1"/>
            <a:r>
              <a:rPr lang="zh-CN" altLang="en-US" sz="2000" dirty="0"/>
              <a:t>人力</a:t>
            </a:r>
            <a:r>
              <a:rPr lang="en-US" altLang="zh-CN" sz="2000" dirty="0"/>
              <a:t>-</a:t>
            </a:r>
            <a:r>
              <a:rPr lang="zh-CN" altLang="en-US" sz="2000" dirty="0"/>
              <a:t>以巴弗提</a:t>
            </a:r>
            <a:endParaRPr lang="en-US" altLang="zh-CN" sz="2000" dirty="0"/>
          </a:p>
          <a:p>
            <a:r>
              <a:rPr lang="zh-CN" altLang="en-US" sz="2400" dirty="0"/>
              <a:t>地理位置</a:t>
            </a:r>
            <a:r>
              <a:rPr lang="zh-CN" altLang="en-US" sz="2400" dirty="0">
                <a:sym typeface="Wingdings" panose="05000000000000000000" pitchFamily="2" charset="2"/>
              </a:rPr>
              <a:t>（保罗第二次和第三次宣教旅程地图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/>
            <a:r>
              <a:rPr lang="zh-CN" altLang="en-US" sz="2000" dirty="0"/>
              <a:t>亚欧大陆要道</a:t>
            </a:r>
            <a:endParaRPr lang="en-US" altLang="zh-CN" sz="2000" dirty="0"/>
          </a:p>
          <a:p>
            <a:pPr lvl="1"/>
            <a:r>
              <a:rPr lang="zh-CN" altLang="en-US" sz="2000" dirty="0"/>
              <a:t>盛产黄金</a:t>
            </a:r>
            <a:endParaRPr lang="en-US" altLang="zh-CN" sz="2000" dirty="0"/>
          </a:p>
          <a:p>
            <a:pPr lvl="1"/>
            <a:r>
              <a:rPr lang="zh-CN" altLang="en-US" sz="2000" dirty="0"/>
              <a:t>欧洲第一个教会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85340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地理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Wingdings" panose="05000000000000000000" pitchFamily="2" charset="2"/>
              </a:rPr>
              <a:t>保罗第二次宣教旅程地图</a:t>
            </a:r>
            <a:endParaRPr lang="zh-CN" altLang="en-US" sz="24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4EB1FD8-06C6-4599-8C58-CA2877DEB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36" y="1289526"/>
            <a:ext cx="7524328" cy="5563158"/>
          </a:xfrm>
        </p:spPr>
      </p:pic>
    </p:spTree>
    <p:extLst>
      <p:ext uri="{BB962C8B-B14F-4D97-AF65-F5344CB8AC3E}">
        <p14:creationId xmlns:p14="http://schemas.microsoft.com/office/powerpoint/2010/main" val="4103611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地理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Wingdings" panose="05000000000000000000" pitchFamily="2" charset="2"/>
              </a:rPr>
              <a:t>保罗第三次宣教旅程地图</a:t>
            </a:r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7979224-CF8D-478B-8EA0-36390AFBE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372639"/>
            <a:ext cx="6835707" cy="5223423"/>
          </a:xfrm>
          <a:prstGeom prst="rect">
            <a:avLst/>
          </a:prstGeom>
        </p:spPr>
      </p:pic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1F492E9-C6A2-4D45-B5E4-3CA93FB32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6404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地理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Wingdings" panose="05000000000000000000" pitchFamily="2" charset="2"/>
              </a:rPr>
              <a:t>腓立比地理位置：</a:t>
            </a:r>
            <a:r>
              <a:rPr lang="zh-CN" altLang="en-US" sz="2400" dirty="0"/>
              <a:t>伊格那丟大道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32FA61-2F57-4DD3-8FB1-988FC3415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64704" y="1402995"/>
            <a:ext cx="6552728" cy="535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04BE843-108C-4309-B0ED-14487C467F62}"/>
              </a:ext>
            </a:extLst>
          </p:cNvPr>
          <p:cNvSpPr/>
          <p:nvPr/>
        </p:nvSpPr>
        <p:spPr>
          <a:xfrm>
            <a:off x="1691680" y="2636912"/>
            <a:ext cx="576064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C5A30ED-0AAE-4458-ABD7-9CE5EDEE5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419763"/>
            <a:ext cx="9144000" cy="578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52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目的：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6D1F273-E680-40A2-87B5-888679D9E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对腓立比教会感谢</a:t>
            </a:r>
            <a:endParaRPr lang="en-US" altLang="zh-CN" sz="2400" dirty="0"/>
          </a:p>
          <a:p>
            <a:r>
              <a:rPr lang="zh-CN" altLang="zh-CN" sz="2400" dirty="0"/>
              <a:t>在灵性和道理上都有些错误，因而要藉这机会改正他们</a:t>
            </a:r>
            <a:endParaRPr lang="en-US" altLang="zh-CN" sz="2400" dirty="0"/>
          </a:p>
          <a:p>
            <a:pPr lvl="1"/>
            <a:r>
              <a:rPr lang="zh-CN" altLang="zh-CN" sz="2000" dirty="0"/>
              <a:t>对保罗的下监受苦感到不安</a:t>
            </a: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章</a:t>
            </a:r>
            <a:r>
              <a:rPr lang="en-US" altLang="zh-CN" sz="2000" dirty="0"/>
              <a:t>12~14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zh-CN" altLang="zh-CN" sz="2000" dirty="0"/>
              <a:t>割礼异端在他们当中</a:t>
            </a:r>
            <a:r>
              <a:rPr lang="zh-CN" altLang="en-US" sz="2000" dirty="0"/>
              <a:t>搅扰（</a:t>
            </a:r>
            <a:r>
              <a:rPr lang="en-US" altLang="zh-CN" sz="2000" dirty="0"/>
              <a:t>3</a:t>
            </a:r>
            <a:r>
              <a:rPr lang="zh-CN" altLang="en-US" sz="2000" dirty="0"/>
              <a:t>章</a:t>
            </a:r>
            <a:r>
              <a:rPr lang="en-US" altLang="zh-CN" sz="2000" dirty="0"/>
              <a:t>2~3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zh-CN" altLang="en-US" sz="2000" dirty="0"/>
              <a:t>纵欲主义（</a:t>
            </a:r>
            <a:r>
              <a:rPr lang="en-US" altLang="zh-CN" sz="2000" dirty="0"/>
              <a:t>3</a:t>
            </a:r>
            <a:r>
              <a:rPr lang="zh-CN" altLang="en-US" sz="2000" dirty="0"/>
              <a:t>章</a:t>
            </a:r>
            <a:r>
              <a:rPr lang="en-US" altLang="zh-CN" sz="2000" dirty="0"/>
              <a:t>17~19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zh-CN" altLang="zh-CN" sz="2000" dirty="0"/>
              <a:t>不和睦的事发生（腓</a:t>
            </a:r>
            <a:r>
              <a:rPr lang="en-US" altLang="zh-CN" sz="2000" dirty="0"/>
              <a:t>4:2-3</a:t>
            </a:r>
            <a:r>
              <a:rPr lang="zh-CN" altLang="zh-CN" sz="2000" dirty="0"/>
              <a:t>）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324517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内容：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6D1F273-E680-40A2-87B5-888679D9E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400" dirty="0"/>
              <a:t>基督的福音</a:t>
            </a:r>
            <a:endParaRPr lang="en-US" altLang="zh-CN" sz="2400" dirty="0"/>
          </a:p>
          <a:p>
            <a:pPr lvl="1"/>
            <a:r>
              <a:rPr lang="zh-CN" altLang="zh-CN" sz="2000" dirty="0"/>
              <a:t>“辨明证实福音”、“叫福音兴旺”和“辨明福音”</a:t>
            </a:r>
            <a:endParaRPr lang="en-US" altLang="zh-CN" sz="2000" dirty="0"/>
          </a:p>
          <a:p>
            <a:r>
              <a:rPr lang="zh-CN" altLang="zh-CN" sz="2400" dirty="0"/>
              <a:t>基督里的群体</a:t>
            </a:r>
            <a:endParaRPr lang="en-US" altLang="zh-CN" sz="2400" dirty="0"/>
          </a:p>
          <a:p>
            <a:pPr lvl="1"/>
            <a:r>
              <a:rPr lang="zh-CN" altLang="zh-CN" sz="2000" dirty="0"/>
              <a:t>“在基督里”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3034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特点：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6D1F273-E680-40A2-87B5-888679D9E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喜乐的书卷</a:t>
            </a:r>
            <a:endParaRPr lang="en-US" altLang="zh-CN" sz="2400" dirty="0"/>
          </a:p>
          <a:p>
            <a:r>
              <a:rPr lang="zh-CN" altLang="en-US" sz="2400" dirty="0"/>
              <a:t>强调基督的地位</a:t>
            </a:r>
            <a:endParaRPr lang="en-US" altLang="zh-CN" sz="2400" dirty="0"/>
          </a:p>
          <a:p>
            <a:r>
              <a:rPr lang="zh-CN" altLang="en-US" sz="2400" dirty="0"/>
              <a:t>大量使用了“我”（</a:t>
            </a:r>
            <a:r>
              <a:rPr lang="en-US" altLang="zh-CN" sz="2400" dirty="0"/>
              <a:t>100</a:t>
            </a:r>
            <a:r>
              <a:rPr lang="zh-CN" altLang="en-US" sz="2400" dirty="0"/>
              <a:t>多次），个人性书信，热情</a:t>
            </a:r>
            <a:endParaRPr lang="en-US" altLang="zh-CN" sz="2400" dirty="0"/>
          </a:p>
          <a:p>
            <a:r>
              <a:rPr lang="zh-CN" altLang="zh-CN" sz="2400" dirty="0"/>
              <a:t>语气最温和、称赞最多的一卷</a:t>
            </a:r>
            <a:r>
              <a:rPr lang="zh-CN" altLang="en-US" sz="2400" dirty="0"/>
              <a:t>书信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831957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大纲：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en-US" sz="2000" b="1" dirty="0"/>
              <a:t>一、在基督问候（一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～</a:t>
            </a:r>
            <a:r>
              <a:rPr lang="en-US" altLang="zh-CN" sz="2000" b="1" dirty="0"/>
              <a:t>11</a:t>
            </a:r>
            <a:r>
              <a:rPr lang="zh-CN" altLang="en-US" sz="2000" b="1" dirty="0"/>
              <a:t>）</a:t>
            </a:r>
          </a:p>
          <a:p>
            <a:r>
              <a:rPr lang="zh-CN" altLang="en-US" sz="2000" b="1" dirty="0"/>
              <a:t>二、	基督是中心（一</a:t>
            </a:r>
            <a:r>
              <a:rPr lang="en-US" altLang="zh-CN" sz="2000" b="1" dirty="0"/>
              <a:t>12</a:t>
            </a:r>
            <a:r>
              <a:rPr lang="zh-CN" altLang="en-US" sz="2000" b="1" dirty="0"/>
              <a:t>～</a:t>
            </a:r>
            <a:r>
              <a:rPr lang="en-US" altLang="zh-CN" sz="2000" b="1" dirty="0"/>
              <a:t>26</a:t>
            </a:r>
            <a:r>
              <a:rPr lang="zh-CN" altLang="en-US" sz="2000" b="1" dirty="0"/>
              <a:t>）</a:t>
            </a:r>
          </a:p>
          <a:p>
            <a:r>
              <a:rPr lang="zh-CN" altLang="en-US" sz="2000" b="1" dirty="0"/>
              <a:t>三、	基督是榜样（一</a:t>
            </a:r>
            <a:r>
              <a:rPr lang="en-US" altLang="zh-CN" sz="2000" b="1" dirty="0"/>
              <a:t>27</a:t>
            </a:r>
            <a:r>
              <a:rPr lang="zh-CN" altLang="en-US" sz="2000" b="1" dirty="0"/>
              <a:t>～二</a:t>
            </a:r>
            <a:r>
              <a:rPr lang="en-US" altLang="zh-CN" sz="2000" b="1" dirty="0"/>
              <a:t>30</a:t>
            </a:r>
            <a:r>
              <a:rPr lang="zh-CN" altLang="en-US" sz="2000" b="1" dirty="0"/>
              <a:t>）</a:t>
            </a:r>
          </a:p>
          <a:p>
            <a:r>
              <a:rPr lang="zh-CN" altLang="en-US" sz="2000" b="1" dirty="0"/>
              <a:t>四、	基督是标竿（三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～四</a:t>
            </a:r>
            <a:r>
              <a:rPr lang="en-US" altLang="zh-CN" sz="2000" b="1" dirty="0"/>
              <a:t>l</a:t>
            </a:r>
            <a:r>
              <a:rPr lang="zh-CN" altLang="en-US" sz="2000" b="1" dirty="0"/>
              <a:t>）</a:t>
            </a:r>
          </a:p>
          <a:p>
            <a:r>
              <a:rPr lang="zh-CN" altLang="en-US" sz="2000" b="1" dirty="0"/>
              <a:t>五、	基督是力量（四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～</a:t>
            </a:r>
            <a:r>
              <a:rPr lang="en-US" altLang="zh-CN" sz="2000" b="1" dirty="0"/>
              <a:t>23</a:t>
            </a:r>
            <a:r>
              <a:rPr lang="zh-CN" altLang="en-US" sz="2000" b="1" dirty="0"/>
              <a:t>）</a:t>
            </a:r>
          </a:p>
          <a:p>
            <a:endParaRPr lang="zh-CN" altLang="zh-CN" sz="1800" b="1" dirty="0"/>
          </a:p>
          <a:p>
            <a:pPr marL="0" indent="0">
              <a:buNone/>
            </a:pPr>
            <a:endParaRPr lang="en-US" altLang="zh-CN" sz="900" dirty="0"/>
          </a:p>
        </p:txBody>
      </p:sp>
    </p:spTree>
    <p:extLst>
      <p:ext uri="{BB962C8B-B14F-4D97-AF65-F5344CB8AC3E}">
        <p14:creationId xmlns:p14="http://schemas.microsoft.com/office/powerpoint/2010/main" val="2071616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分段：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algn="just"/>
            <a:r>
              <a:rPr lang="zh-CN" altLang="zh-CN" sz="1800" kern="100" dirty="0">
                <a:effectLst/>
                <a:cs typeface="Times New Roman" panose="02020603050405020304" pitchFamily="18" charset="0"/>
              </a:rPr>
              <a:t>第一段：</a:t>
            </a:r>
            <a:r>
              <a:rPr lang="en-US" altLang="zh-CN" sz="1800" kern="100" dirty="0">
                <a:effectLst/>
                <a:cs typeface="Times New Roman" panose="02020603050405020304" pitchFamily="18" charset="0"/>
              </a:rPr>
              <a:t>1~2</a:t>
            </a:r>
            <a:r>
              <a:rPr lang="zh-CN" altLang="zh-CN" sz="1800" kern="100" dirty="0">
                <a:effectLst/>
                <a:cs typeface="Times New Roman" panose="02020603050405020304" pitchFamily="18" charset="0"/>
              </a:rPr>
              <a:t>节，</a:t>
            </a:r>
            <a:r>
              <a:rPr lang="zh-CN" altLang="en-US" sz="1800" kern="100" dirty="0">
                <a:effectLst/>
                <a:cs typeface="Times New Roman" panose="02020603050405020304" pitchFamily="18" charset="0"/>
              </a:rPr>
              <a:t>问候</a:t>
            </a:r>
            <a:endParaRPr lang="en-US" altLang="zh-CN" sz="1800" kern="100" dirty="0">
              <a:effectLst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1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</a:t>
            </a:r>
            <a:r>
              <a:rPr lang="en-US" altLang="zh-CN" sz="1400" kern="100" dirty="0">
                <a:cs typeface="Times New Roman" panose="02020603050405020304" pitchFamily="18" charset="0"/>
              </a:rPr>
              <a:t>a</a:t>
            </a:r>
            <a:r>
              <a:rPr lang="zh-CN" altLang="en-US" sz="1400" kern="100" dirty="0">
                <a:cs typeface="Times New Roman" panose="02020603050405020304" pitchFamily="18" charset="0"/>
              </a:rPr>
              <a:t>：写信的人</a:t>
            </a:r>
            <a:endParaRPr lang="en-US" altLang="zh-CN" sz="14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effectLst/>
                <a:cs typeface="Times New Roman" panose="02020603050405020304" pitchFamily="18" charset="0"/>
              </a:rPr>
              <a:t>1</a:t>
            </a:r>
            <a:r>
              <a:rPr lang="zh-CN" altLang="en-US" sz="1400" kern="100" dirty="0">
                <a:effectLst/>
                <a:cs typeface="Times New Roman" panose="02020603050405020304" pitchFamily="18" charset="0"/>
              </a:rPr>
              <a:t>节</a:t>
            </a:r>
            <a:r>
              <a:rPr lang="en-US" altLang="zh-CN" sz="1400" kern="100" dirty="0">
                <a:effectLst/>
                <a:cs typeface="Times New Roman" panose="02020603050405020304" pitchFamily="18" charset="0"/>
              </a:rPr>
              <a:t>b</a:t>
            </a:r>
            <a:r>
              <a:rPr lang="zh-CN" altLang="en-US" sz="1400" kern="100" dirty="0">
                <a:effectLst/>
                <a:cs typeface="Times New Roman" panose="02020603050405020304" pitchFamily="18" charset="0"/>
              </a:rPr>
              <a:t>：收信的人</a:t>
            </a:r>
            <a:endParaRPr lang="en-US" altLang="zh-CN" sz="1400" kern="100" dirty="0">
              <a:effectLst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2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节：问候、祝福</a:t>
            </a:r>
            <a:endParaRPr lang="zh-CN" altLang="zh-CN" sz="1400" kern="100" dirty="0">
              <a:effectLst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 dirty="0">
                <a:effectLst/>
                <a:cs typeface="Times New Roman" panose="02020603050405020304" pitchFamily="18" charset="0"/>
              </a:rPr>
              <a:t>第二段：</a:t>
            </a:r>
            <a:r>
              <a:rPr lang="en-US" altLang="zh-CN" sz="1800" kern="100" dirty="0">
                <a:effectLst/>
                <a:cs typeface="Times New Roman" panose="02020603050405020304" pitchFamily="18" charset="0"/>
              </a:rPr>
              <a:t>3~8</a:t>
            </a:r>
            <a:r>
              <a:rPr lang="zh-CN" altLang="zh-CN" sz="1800" kern="100" dirty="0">
                <a:cs typeface="Times New Roman" panose="02020603050405020304" pitchFamily="18" charset="0"/>
              </a:rPr>
              <a:t>节，感恩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3~4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节：为神的百姓感恩</a:t>
            </a:r>
            <a:endParaRPr lang="en-US" altLang="zh-CN" sz="14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5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节：感恩的基础</a:t>
            </a:r>
            <a:r>
              <a:rPr lang="en-US" altLang="zh-CN" sz="1400" kern="100" dirty="0">
                <a:cs typeface="Times New Roman" panose="02020603050405020304" pitchFamily="18" charset="0"/>
              </a:rPr>
              <a:t>-</a:t>
            </a:r>
            <a:r>
              <a:rPr lang="zh-CN" altLang="en-US" sz="1400" kern="100" dirty="0">
                <a:cs typeface="Times New Roman" panose="02020603050405020304" pitchFamily="18" charset="0"/>
              </a:rPr>
              <a:t>过去</a:t>
            </a:r>
            <a:endParaRPr lang="en-US" altLang="zh-CN" sz="14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6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节：感恩的基础</a:t>
            </a:r>
            <a:r>
              <a:rPr lang="en-US" altLang="zh-CN" sz="1400" kern="100" dirty="0">
                <a:cs typeface="Times New Roman" panose="02020603050405020304" pitchFamily="18" charset="0"/>
              </a:rPr>
              <a:t>-</a:t>
            </a:r>
            <a:r>
              <a:rPr lang="zh-CN" altLang="en-US" sz="1400" kern="100" dirty="0">
                <a:cs typeface="Times New Roman" panose="02020603050405020304" pitchFamily="18" charset="0"/>
              </a:rPr>
              <a:t>未来</a:t>
            </a:r>
            <a:r>
              <a:rPr lang="en-US" altLang="zh-CN" sz="1400" kern="100" dirty="0">
                <a:cs typeface="Times New Roman" panose="02020603050405020304" pitchFamily="18" charset="0"/>
              </a:rPr>
              <a:t>	</a:t>
            </a: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7</a:t>
            </a:r>
            <a:r>
              <a:rPr lang="zh-CN" altLang="en-US" sz="1400" kern="100" dirty="0">
                <a:cs typeface="Times New Roman" panose="02020603050405020304" pitchFamily="18" charset="0"/>
              </a:rPr>
              <a:t>、</a:t>
            </a:r>
            <a:r>
              <a:rPr lang="en-US" altLang="zh-CN" sz="1400" kern="100" dirty="0">
                <a:cs typeface="Times New Roman" panose="02020603050405020304" pitchFamily="18" charset="0"/>
              </a:rPr>
              <a:t>8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节：信心与感恩的基础</a:t>
            </a:r>
            <a:endParaRPr lang="zh-CN" altLang="zh-CN" sz="1400" kern="100" dirty="0"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 dirty="0">
                <a:effectLst/>
                <a:cs typeface="Times New Roman" panose="02020603050405020304" pitchFamily="18" charset="0"/>
              </a:rPr>
              <a:t>第三段：</a:t>
            </a:r>
            <a:r>
              <a:rPr lang="en-US" altLang="zh-CN" sz="1800" kern="100" dirty="0">
                <a:cs typeface="Times New Roman" panose="02020603050405020304" pitchFamily="18" charset="0"/>
              </a:rPr>
              <a:t>9~11</a:t>
            </a:r>
            <a:r>
              <a:rPr lang="zh-CN" altLang="zh-CN" sz="1800" kern="100" dirty="0">
                <a:cs typeface="Times New Roman" panose="02020603050405020304" pitchFamily="18" charset="0"/>
              </a:rPr>
              <a:t>节，祷告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9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节：祷告内容</a:t>
            </a:r>
            <a:endParaRPr lang="en-US" altLang="zh-CN" sz="14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10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节：祷告原因</a:t>
            </a:r>
            <a:endParaRPr lang="en-US" altLang="zh-CN" sz="14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11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节：祷告的目的</a:t>
            </a:r>
            <a:endParaRPr lang="zh-CN" altLang="zh-CN" sz="1400" kern="100" dirty="0">
              <a:cs typeface="Times New Roman" panose="02020603050405020304" pitchFamily="18" charset="0"/>
            </a:endParaRPr>
          </a:p>
          <a:p>
            <a:endParaRPr lang="zh-CN" altLang="zh-CN" sz="1800" b="1" dirty="0"/>
          </a:p>
          <a:p>
            <a:pPr marL="0" indent="0">
              <a:buNone/>
            </a:pPr>
            <a:endParaRPr lang="en-US" altLang="zh-CN" sz="900" dirty="0"/>
          </a:p>
        </p:txBody>
      </p:sp>
    </p:spTree>
    <p:extLst>
      <p:ext uri="{BB962C8B-B14F-4D97-AF65-F5344CB8AC3E}">
        <p14:creationId xmlns:p14="http://schemas.microsoft.com/office/powerpoint/2010/main" val="2043038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4400" kern="100" dirty="0">
                <a:effectLst/>
                <a:cs typeface="Times New Roman" panose="02020603050405020304" pitchFamily="18" charset="0"/>
              </a:rPr>
              <a:t>第一段：</a:t>
            </a:r>
            <a:r>
              <a:rPr lang="en-US" altLang="zh-CN" sz="4400" kern="100" dirty="0">
                <a:effectLst/>
                <a:cs typeface="Times New Roman" panose="02020603050405020304" pitchFamily="18" charset="0"/>
              </a:rPr>
              <a:t>1~2</a:t>
            </a:r>
            <a:r>
              <a:rPr lang="zh-CN" altLang="zh-CN" sz="4400" kern="100" dirty="0">
                <a:effectLst/>
                <a:cs typeface="Times New Roman" panose="02020603050405020304" pitchFamily="18" charset="0"/>
              </a:rPr>
              <a:t>节</a:t>
            </a:r>
            <a:r>
              <a:rPr lang="zh-CN" altLang="en-US" sz="4400" kern="100" dirty="0">
                <a:effectLst/>
                <a:cs typeface="Times New Roman" panose="02020603050405020304" pitchFamily="18" charset="0"/>
              </a:rPr>
              <a:t>（</a:t>
            </a:r>
            <a:r>
              <a:rPr lang="zh-CN" altLang="en-US" sz="4400" kern="100" dirty="0">
                <a:cs typeface="Times New Roman" panose="02020603050405020304" pitchFamily="18" charset="0"/>
              </a:rPr>
              <a:t>问候</a:t>
            </a:r>
            <a:r>
              <a:rPr lang="zh-CN" altLang="en-US" sz="4400" kern="100" dirty="0">
                <a:effectLst/>
                <a:cs typeface="Times New Roman" panose="02020603050405020304" pitchFamily="18" charset="0"/>
              </a:rPr>
              <a:t>）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1</a:t>
            </a:r>
            <a:r>
              <a:rPr lang="zh-CN" altLang="en-US" sz="1800" kern="100" dirty="0">
                <a:cs typeface="Times New Roman" panose="02020603050405020304" pitchFamily="18" charset="0"/>
              </a:rPr>
              <a:t> 基督耶稣的仆人保罗和提摩太写信给凡住腓立比、在基督耶稣里的众圣徒和诸位监督、诸位执事。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2</a:t>
            </a:r>
            <a:r>
              <a:rPr lang="zh-CN" altLang="en-US" sz="1800" kern="100" dirty="0">
                <a:cs typeface="Times New Roman" panose="02020603050405020304" pitchFamily="18" charset="0"/>
              </a:rPr>
              <a:t> 愿恩惠、平安从　神我们的父并主耶稣基督归与你们！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kern="100" dirty="0">
                <a:cs typeface="Times New Roman" panose="02020603050405020304" pitchFamily="18" charset="0"/>
              </a:rPr>
              <a:t>经文：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400" kern="100" dirty="0">
                <a:cs typeface="Times New Roman" panose="02020603050405020304" pitchFamily="18" charset="0"/>
              </a:rPr>
              <a:t>你们不是自己的人，因为你们是重价买来的。所以，要在你们的身子上荣耀神。……作奴仆蒙召于主的，就是主所释放的人，作自由之人蒙召的，就是基督的奴仆。你们是重价买来的，不要作人的奴仆。（林前六</a:t>
            </a:r>
            <a:r>
              <a:rPr lang="en-US" altLang="zh-CN" sz="1400" kern="100" dirty="0">
                <a:cs typeface="Times New Roman" panose="02020603050405020304" pitchFamily="18" charset="0"/>
              </a:rPr>
              <a:t>19-23</a:t>
            </a:r>
            <a:r>
              <a:rPr lang="zh-CN" altLang="zh-CN" sz="1400" kern="100" dirty="0">
                <a:cs typeface="Times New Roman" panose="02020603050405020304" pitchFamily="18" charset="0"/>
              </a:rPr>
              <a:t>）</a:t>
            </a:r>
            <a:endParaRPr lang="en-US" altLang="zh-CN" sz="14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400" kern="100" dirty="0">
                <a:cs typeface="Times New Roman" panose="02020603050405020304" pitchFamily="18" charset="0"/>
              </a:rPr>
              <a:t>不要只在眼前事奉，像是讨人喜欢的；要像基督的仆人，从心里遵行神的旨意。（弗六</a:t>
            </a:r>
            <a:r>
              <a:rPr lang="en-US" altLang="zh-CN" sz="1400" kern="100" dirty="0">
                <a:cs typeface="Times New Roman" panose="02020603050405020304" pitchFamily="18" charset="0"/>
              </a:rPr>
              <a:t>6-7 </a:t>
            </a:r>
            <a:r>
              <a:rPr lang="zh-CN" altLang="en-US" sz="1400" kern="100" dirty="0">
                <a:cs typeface="Times New Roman" panose="02020603050405020304" pitchFamily="18" charset="0"/>
              </a:rPr>
              <a:t>）</a:t>
            </a:r>
            <a:endParaRPr lang="en-US" altLang="zh-CN" sz="1400" kern="1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zh-CN" sz="1800" b="1" dirty="0"/>
          </a:p>
          <a:p>
            <a:pPr marL="0" indent="0">
              <a:buNone/>
            </a:pPr>
            <a:endParaRPr lang="en-US" altLang="zh-CN" sz="900" dirty="0"/>
          </a:p>
        </p:txBody>
      </p:sp>
    </p:spTree>
    <p:extLst>
      <p:ext uri="{BB962C8B-B14F-4D97-AF65-F5344CB8AC3E}">
        <p14:creationId xmlns:p14="http://schemas.microsoft.com/office/powerpoint/2010/main" val="1666741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4400" kern="100" dirty="0">
                <a:effectLst/>
                <a:cs typeface="Times New Roman" panose="02020603050405020304" pitchFamily="18" charset="0"/>
              </a:rPr>
              <a:t>第二段：</a:t>
            </a:r>
            <a:r>
              <a:rPr lang="en-US" altLang="zh-CN" sz="4400" kern="100" dirty="0">
                <a:effectLst/>
                <a:cs typeface="Times New Roman" panose="02020603050405020304" pitchFamily="18" charset="0"/>
              </a:rPr>
              <a:t>3~8</a:t>
            </a:r>
            <a:r>
              <a:rPr lang="zh-CN" altLang="zh-CN" sz="4400" kern="100" dirty="0">
                <a:effectLst/>
                <a:cs typeface="Times New Roman" panose="02020603050405020304" pitchFamily="18" charset="0"/>
              </a:rPr>
              <a:t>节</a:t>
            </a:r>
            <a:r>
              <a:rPr lang="zh-CN" altLang="en-US" sz="4400" kern="100" dirty="0">
                <a:effectLst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ffectLst/>
                <a:cs typeface="Times New Roman" panose="02020603050405020304" pitchFamily="18" charset="0"/>
              </a:rPr>
              <a:t>感恩</a:t>
            </a:r>
            <a:r>
              <a:rPr lang="zh-CN" altLang="en-US" sz="4400" kern="100" dirty="0">
                <a:effectLst/>
                <a:cs typeface="Times New Roman" panose="02020603050405020304" pitchFamily="18" charset="0"/>
              </a:rPr>
              <a:t>）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3 </a:t>
            </a:r>
            <a:r>
              <a:rPr lang="zh-CN" altLang="en-US" sz="1800" kern="100" dirty="0">
                <a:cs typeface="Times New Roman" panose="02020603050405020304" pitchFamily="18" charset="0"/>
              </a:rPr>
              <a:t>我每逢想念你们，就感谢我的　神；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4 </a:t>
            </a:r>
            <a:r>
              <a:rPr lang="zh-CN" altLang="en-US" sz="1800" kern="100" dirty="0">
                <a:cs typeface="Times New Roman" panose="02020603050405020304" pitchFamily="18" charset="0"/>
              </a:rPr>
              <a:t>（每逢为你们众人祈求的时候，常是欢欢喜喜地祈求。）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5 </a:t>
            </a:r>
            <a:r>
              <a:rPr lang="zh-CN" altLang="en-US" sz="1800" kern="100" dirty="0">
                <a:cs typeface="Times New Roman" panose="02020603050405020304" pitchFamily="18" charset="0"/>
              </a:rPr>
              <a:t>因为从头一天直到如今，你们是同心合意的兴旺福音。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6 </a:t>
            </a:r>
            <a:r>
              <a:rPr lang="zh-CN" altLang="en-US" sz="1800" kern="100" dirty="0">
                <a:cs typeface="Times New Roman" panose="02020603050405020304" pitchFamily="18" charset="0"/>
              </a:rPr>
              <a:t>我深信那在你们心里动了善工的，必成全这工，直到耶稣基督的日子。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7 </a:t>
            </a:r>
            <a:r>
              <a:rPr lang="zh-CN" altLang="en-US" sz="1800" kern="100" dirty="0">
                <a:cs typeface="Times New Roman" panose="02020603050405020304" pitchFamily="18" charset="0"/>
              </a:rPr>
              <a:t>我为你们众人有这样的意念，原是应当的，因你们常在我心里，无论我是在捆锁之中，是辩明证实福音的时候，你们都与我一同得恩。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8 </a:t>
            </a:r>
            <a:r>
              <a:rPr lang="zh-CN" altLang="en-US" sz="1800" kern="100" dirty="0">
                <a:cs typeface="Times New Roman" panose="02020603050405020304" pitchFamily="18" charset="0"/>
              </a:rPr>
              <a:t>我体会基督耶稣的心肠，切切地想念你们众人，这是　神可以给我作见证的。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lvl="1" algn="just"/>
            <a:endParaRPr lang="en-US" altLang="zh-CN" sz="1400" b="1" kern="100" dirty="0">
              <a:cs typeface="Times New Roman" panose="02020603050405020304" pitchFamily="18" charset="0"/>
            </a:endParaRPr>
          </a:p>
          <a:p>
            <a:pPr lvl="1" algn="just"/>
            <a:endParaRPr lang="zh-CN" altLang="zh-CN" sz="1400" b="1" dirty="0"/>
          </a:p>
          <a:p>
            <a:pPr marL="0" indent="0">
              <a:buNone/>
            </a:pPr>
            <a:endParaRPr lang="en-US" altLang="zh-CN" sz="900" dirty="0"/>
          </a:p>
        </p:txBody>
      </p:sp>
    </p:spTree>
    <p:extLst>
      <p:ext uri="{BB962C8B-B14F-4D97-AF65-F5344CB8AC3E}">
        <p14:creationId xmlns:p14="http://schemas.microsoft.com/office/powerpoint/2010/main" val="597648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4400" kern="100" dirty="0">
                <a:effectLst/>
                <a:cs typeface="Times New Roman" panose="02020603050405020304" pitchFamily="18" charset="0"/>
              </a:rPr>
              <a:t>第</a:t>
            </a:r>
            <a:r>
              <a:rPr lang="zh-CN" altLang="en-US" sz="4400" kern="100" dirty="0">
                <a:effectLst/>
                <a:cs typeface="Times New Roman" panose="02020603050405020304" pitchFamily="18" charset="0"/>
              </a:rPr>
              <a:t>三</a:t>
            </a:r>
            <a:r>
              <a:rPr lang="zh-CN" altLang="zh-CN" sz="4400" kern="100" dirty="0">
                <a:effectLst/>
                <a:cs typeface="Times New Roman" panose="02020603050405020304" pitchFamily="18" charset="0"/>
              </a:rPr>
              <a:t>段：</a:t>
            </a:r>
            <a:r>
              <a:rPr lang="en-US" altLang="zh-CN" sz="4400" kern="100">
                <a:effectLst/>
                <a:cs typeface="Times New Roman" panose="02020603050405020304" pitchFamily="18" charset="0"/>
              </a:rPr>
              <a:t>9~11</a:t>
            </a:r>
            <a:r>
              <a:rPr lang="zh-CN" altLang="zh-CN" sz="4400" kern="100">
                <a:effectLst/>
                <a:cs typeface="Times New Roman" panose="02020603050405020304" pitchFamily="18" charset="0"/>
              </a:rPr>
              <a:t>节</a:t>
            </a:r>
            <a:r>
              <a:rPr lang="zh-CN" altLang="en-US" sz="4400" kern="100" dirty="0">
                <a:effectLst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ffectLst/>
                <a:cs typeface="Times New Roman" panose="02020603050405020304" pitchFamily="18" charset="0"/>
              </a:rPr>
              <a:t>祷告</a:t>
            </a:r>
            <a:r>
              <a:rPr lang="zh-CN" altLang="en-US" sz="4400" kern="100" dirty="0">
                <a:effectLst/>
                <a:cs typeface="Times New Roman" panose="02020603050405020304" pitchFamily="18" charset="0"/>
              </a:rPr>
              <a:t>）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9 </a:t>
            </a:r>
            <a:r>
              <a:rPr lang="zh-CN" altLang="en-US" sz="1800" kern="100" dirty="0">
                <a:cs typeface="Times New Roman" panose="02020603050405020304" pitchFamily="18" charset="0"/>
              </a:rPr>
              <a:t>我所祷告的，就是要你们的爱心在知识和各样见识上多而又多，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10 </a:t>
            </a:r>
            <a:r>
              <a:rPr lang="zh-CN" altLang="en-US" sz="1800" kern="100" dirty="0">
                <a:cs typeface="Times New Roman" panose="02020603050405020304" pitchFamily="18" charset="0"/>
              </a:rPr>
              <a:t>使你们能分别是非（或作“喜爱那美好的事”），作诚实无过的人，直到基督的日子；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11 </a:t>
            </a:r>
            <a:r>
              <a:rPr lang="zh-CN" altLang="en-US" sz="1800" kern="100" dirty="0">
                <a:cs typeface="Times New Roman" panose="02020603050405020304" pitchFamily="18" charset="0"/>
              </a:rPr>
              <a:t>并靠着耶稣基督结满了仁义的果子，叫荣耀称赞归与　神。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zh-CN" sz="1800" b="1" dirty="0"/>
          </a:p>
          <a:p>
            <a:pPr marL="0" indent="0">
              <a:buNone/>
            </a:pPr>
            <a:endParaRPr lang="en-US" altLang="zh-CN" sz="900" dirty="0"/>
          </a:p>
        </p:txBody>
      </p:sp>
    </p:spTree>
    <p:extLst>
      <p:ext uri="{BB962C8B-B14F-4D97-AF65-F5344CB8AC3E}">
        <p14:creationId xmlns:p14="http://schemas.microsoft.com/office/powerpoint/2010/main" val="369066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/>
              <a:t>应用思考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/>
          <a:lstStyle/>
          <a:p>
            <a:pPr lvl="0"/>
            <a:r>
              <a:rPr lang="zh-CN" altLang="en-US" dirty="0"/>
              <a:t>你有平安吗？为什么？</a:t>
            </a:r>
            <a:endParaRPr lang="en-US" altLang="zh-CN" dirty="0"/>
          </a:p>
          <a:p>
            <a:pPr lvl="1"/>
            <a:r>
              <a:rPr lang="zh-CN" altLang="en-US" dirty="0"/>
              <a:t>参：一章</a:t>
            </a:r>
            <a:r>
              <a:rPr lang="en-US" altLang="zh-CN" dirty="0"/>
              <a:t>2</a:t>
            </a:r>
            <a:r>
              <a:rPr lang="zh-CN" altLang="en-US" dirty="0"/>
              <a:t>节</a:t>
            </a:r>
            <a:endParaRPr lang="en-US" altLang="zh-CN" dirty="0"/>
          </a:p>
          <a:p>
            <a:pPr lvl="0"/>
            <a:r>
              <a:rPr lang="zh-CN" altLang="en-US" dirty="0"/>
              <a:t>如何靠主喜乐</a:t>
            </a:r>
            <a:r>
              <a:rPr lang="zh-CN" altLang="zh-CN" dirty="0"/>
              <a:t>？</a:t>
            </a:r>
            <a:endParaRPr lang="en-US" altLang="zh-CN" dirty="0"/>
          </a:p>
          <a:p>
            <a:pPr lvl="1"/>
            <a:r>
              <a:rPr lang="zh-CN" altLang="en-US" dirty="0"/>
              <a:t>参：一章</a:t>
            </a:r>
            <a:r>
              <a:rPr lang="en-US" altLang="zh-CN" dirty="0"/>
              <a:t>3~5</a:t>
            </a:r>
            <a:r>
              <a:rPr lang="zh-CN" altLang="en-US"/>
              <a:t>节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83620022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6479</TotalTime>
  <Words>1052</Words>
  <Application>Microsoft Office PowerPoint</Application>
  <PresentationFormat>全屏显示(4:3)</PresentationFormat>
  <Paragraphs>99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华文琥珀</vt:lpstr>
      <vt:lpstr>华文新魏</vt:lpstr>
      <vt:lpstr>微软雅黑</vt:lpstr>
      <vt:lpstr>Arial</vt:lpstr>
      <vt:lpstr>Calibri</vt:lpstr>
      <vt:lpstr>Trebuchet MS</vt:lpstr>
      <vt:lpstr>Diseño predeterminado</vt:lpstr>
      <vt:lpstr>PowerPoint 演示文稿</vt:lpstr>
      <vt:lpstr>经文：腓1章1至11节 </vt:lpstr>
      <vt:lpstr>背景：</vt:lpstr>
      <vt:lpstr>地理：保罗第二次宣教旅程地图</vt:lpstr>
      <vt:lpstr>地理：保罗第三次宣教旅程地图</vt:lpstr>
      <vt:lpstr>地理：腓立比地理位置：伊格那丟大道</vt:lpstr>
      <vt:lpstr>目的：</vt:lpstr>
      <vt:lpstr>内容：</vt:lpstr>
      <vt:lpstr>特点：</vt:lpstr>
      <vt:lpstr>大纲：</vt:lpstr>
      <vt:lpstr>分段：</vt:lpstr>
      <vt:lpstr>第一段：1~2节（问候）</vt:lpstr>
      <vt:lpstr>第二段：3~8节（感恩）</vt:lpstr>
      <vt:lpstr>第三段：9~11节（祷告）</vt:lpstr>
      <vt:lpstr>应用思考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李 强</cp:lastModifiedBy>
  <cp:revision>900</cp:revision>
  <dcterms:created xsi:type="dcterms:W3CDTF">2010-05-23T14:28:12Z</dcterms:created>
  <dcterms:modified xsi:type="dcterms:W3CDTF">2021-08-15T00:17:18Z</dcterms:modified>
</cp:coreProperties>
</file>