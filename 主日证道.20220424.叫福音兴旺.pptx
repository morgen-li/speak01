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4A_CC704092.xml" ContentType="application/vnd.ms-powerpoint.comments+xml"/>
  <Override PartName="/ppt/notesSlides/notesSlide8.xml" ContentType="application/vnd.openxmlformats-officedocument.presentationml.notesSlide+xml"/>
  <Override PartName="/ppt/comments/modernComment_142_98479493.xml" ContentType="application/vnd.ms-powerpoint.comments+xml"/>
  <Override PartName="/ppt/notesSlides/notesSlide9.xml" ContentType="application/vnd.openxmlformats-officedocument.presentationml.notesSlide+xml"/>
  <Override PartName="/ppt/comments/modernComment_144_DDC7ED77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49_466FC702.xml" ContentType="application/vnd.ms-powerpoint.comments+xml"/>
  <Override PartName="/ppt/notesSlides/notesSlide12.xml" ContentType="application/vnd.openxmlformats-officedocument.presentationml.notesSlide+xml"/>
  <Override PartName="/ppt/comments/modernComment_14C_DBC7171A.xml" ContentType="application/vnd.ms-powerpoint.comments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20" r:id="rId3"/>
    <p:sldId id="327" r:id="rId4"/>
    <p:sldId id="333" r:id="rId5"/>
    <p:sldId id="321" r:id="rId6"/>
    <p:sldId id="326" r:id="rId7"/>
    <p:sldId id="330" r:id="rId8"/>
    <p:sldId id="322" r:id="rId9"/>
    <p:sldId id="324" r:id="rId10"/>
    <p:sldId id="331" r:id="rId11"/>
    <p:sldId id="329" r:id="rId12"/>
    <p:sldId id="332" r:id="rId13"/>
    <p:sldId id="325" r:id="rId14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李 强" initials="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94" autoAdjust="0"/>
    <p:restoredTop sz="92579" autoAdjust="0"/>
  </p:normalViewPr>
  <p:slideViewPr>
    <p:cSldViewPr showGuides="1">
      <p:cViewPr varScale="1">
        <p:scale>
          <a:sx n="81" d="100"/>
          <a:sy n="81" d="100"/>
        </p:scale>
        <p:origin x="114" y="8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cd6c7ec7188785ae" providerId="LiveId" clId="{A7CCC4BD-6CFE-49E6-8D79-BD0A1A6F0AD8}"/>
    <pc:docChg chg="undo custSel addSld modSld">
      <pc:chgData name="李 强" userId="cd6c7ec7188785ae" providerId="LiveId" clId="{A7CCC4BD-6CFE-49E6-8D79-BD0A1A6F0AD8}" dt="2022-04-24T10:30:20.493" v="258" actId="13926"/>
      <pc:docMkLst>
        <pc:docMk/>
      </pc:docMkLst>
      <pc:sldChg chg="modSp mod">
        <pc:chgData name="李 强" userId="cd6c7ec7188785ae" providerId="LiveId" clId="{A7CCC4BD-6CFE-49E6-8D79-BD0A1A6F0AD8}" dt="2022-04-24T06:30:16.905" v="21"/>
        <pc:sldMkLst>
          <pc:docMk/>
          <pc:sldMk cId="0" sldId="320"/>
        </pc:sldMkLst>
        <pc:spChg chg="mod">
          <ac:chgData name="李 强" userId="cd6c7ec7188785ae" providerId="LiveId" clId="{A7CCC4BD-6CFE-49E6-8D79-BD0A1A6F0AD8}" dt="2022-04-24T06:30:16.905" v="21"/>
          <ac:spMkLst>
            <pc:docMk/>
            <pc:sldMk cId="0" sldId="320"/>
            <ac:spMk id="5123" creationId="{823B1026-6B98-4FD8-8DA8-D78FA979416E}"/>
          </ac:spMkLst>
        </pc:spChg>
      </pc:sldChg>
      <pc:sldChg chg="modSp mod">
        <pc:chgData name="李 强" userId="cd6c7ec7188785ae" providerId="LiveId" clId="{A7CCC4BD-6CFE-49E6-8D79-BD0A1A6F0AD8}" dt="2022-04-24T10:30:20.493" v="258" actId="13926"/>
        <pc:sldMkLst>
          <pc:docMk/>
          <pc:sldMk cId="3720867191" sldId="324"/>
        </pc:sldMkLst>
        <pc:spChg chg="mod">
          <ac:chgData name="李 强" userId="cd6c7ec7188785ae" providerId="LiveId" clId="{A7CCC4BD-6CFE-49E6-8D79-BD0A1A6F0AD8}" dt="2022-04-24T10:30:20.493" v="258" actId="13926"/>
          <ac:spMkLst>
            <pc:docMk/>
            <pc:sldMk cId="3720867191" sldId="324"/>
            <ac:spMk id="5123" creationId="{823B1026-6B98-4FD8-8DA8-D78FA979416E}"/>
          </ac:spMkLst>
        </pc:spChg>
      </pc:sldChg>
      <pc:sldChg chg="modSp mod">
        <pc:chgData name="李 强" userId="cd6c7ec7188785ae" providerId="LiveId" clId="{A7CCC4BD-6CFE-49E6-8D79-BD0A1A6F0AD8}" dt="2022-04-24T06:52:47.525" v="189"/>
        <pc:sldMkLst>
          <pc:docMk/>
          <pc:sldMk cId="3085677427" sldId="327"/>
        </pc:sldMkLst>
        <pc:spChg chg="mod">
          <ac:chgData name="李 强" userId="cd6c7ec7188785ae" providerId="LiveId" clId="{A7CCC4BD-6CFE-49E6-8D79-BD0A1A6F0AD8}" dt="2022-04-24T06:51:00.170" v="54"/>
          <ac:spMkLst>
            <pc:docMk/>
            <pc:sldMk cId="3085677427" sldId="327"/>
            <ac:spMk id="3" creationId="{C578C671-B69C-4BEB-8AD4-3A86A9EC2E70}"/>
          </ac:spMkLst>
        </pc:spChg>
        <pc:spChg chg="mod">
          <ac:chgData name="李 强" userId="cd6c7ec7188785ae" providerId="LiveId" clId="{A7CCC4BD-6CFE-49E6-8D79-BD0A1A6F0AD8}" dt="2022-04-24T06:52:47.525" v="189"/>
          <ac:spMkLst>
            <pc:docMk/>
            <pc:sldMk cId="3085677427" sldId="327"/>
            <ac:spMk id="5123" creationId="{823B1026-6B98-4FD8-8DA8-D78FA979416E}"/>
          </ac:spMkLst>
        </pc:spChg>
      </pc:sldChg>
      <pc:sldChg chg="modSp mod modCm">
        <pc:chgData name="李 强" userId="cd6c7ec7188785ae" providerId="LiveId" clId="{A7CCC4BD-6CFE-49E6-8D79-BD0A1A6F0AD8}" dt="2022-04-24T07:08:11.774" v="246"/>
        <pc:sldMkLst>
          <pc:docMk/>
          <pc:sldMk cId="3429908626" sldId="330"/>
        </pc:sldMkLst>
        <pc:spChg chg="mod">
          <ac:chgData name="李 强" userId="cd6c7ec7188785ae" providerId="LiveId" clId="{A7CCC4BD-6CFE-49E6-8D79-BD0A1A6F0AD8}" dt="2022-04-24T07:08:11.774" v="246"/>
          <ac:spMkLst>
            <pc:docMk/>
            <pc:sldMk cId="3429908626" sldId="330"/>
            <ac:spMk id="5123" creationId="{823B1026-6B98-4FD8-8DA8-D78FA979416E}"/>
          </ac:spMkLst>
        </pc:spChg>
      </pc:sldChg>
      <pc:sldChg chg="modSp add mod">
        <pc:chgData name="李 强" userId="cd6c7ec7188785ae" providerId="LiveId" clId="{A7CCC4BD-6CFE-49E6-8D79-BD0A1A6F0AD8}" dt="2022-04-24T06:55:54.527" v="237" actId="20577"/>
        <pc:sldMkLst>
          <pc:docMk/>
          <pc:sldMk cId="3508947776" sldId="333"/>
        </pc:sldMkLst>
        <pc:spChg chg="mod">
          <ac:chgData name="李 强" userId="cd6c7ec7188785ae" providerId="LiveId" clId="{A7CCC4BD-6CFE-49E6-8D79-BD0A1A6F0AD8}" dt="2022-04-24T06:55:54.527" v="237" actId="20577"/>
          <ac:spMkLst>
            <pc:docMk/>
            <pc:sldMk cId="3508947776" sldId="333"/>
            <ac:spMk id="5123" creationId="{823B1026-6B98-4FD8-8DA8-D78FA979416E}"/>
          </ac:spMkLst>
        </pc:spChg>
      </pc:sldChg>
    </pc:docChg>
  </pc:docChgLst>
  <pc:docChgLst>
    <pc:chgData name="李 强" userId="633faa5c58ce3e78" providerId="LiveId" clId="{870F3BC4-CB90-4805-820E-208591D60CC8}"/>
    <pc:docChg chg="modSld">
      <pc:chgData name="李 强" userId="633faa5c58ce3e78" providerId="LiveId" clId="{870F3BC4-CB90-4805-820E-208591D60CC8}" dt="2018-12-30T00:00:37.965" v="9" actId="20577"/>
      <pc:docMkLst>
        <pc:docMk/>
      </pc:docMkLst>
      <pc:sldChg chg="modSp">
        <pc:chgData name="李 强" userId="633faa5c58ce3e78" providerId="LiveId" clId="{870F3BC4-CB90-4805-820E-208591D60CC8}" dt="2018-12-30T00:00:37.965" v="9" actId="20577"/>
        <pc:sldMkLst>
          <pc:docMk/>
          <pc:sldMk cId="2071616175" sldId="321"/>
        </pc:sldMkLst>
        <pc:spChg chg="mod">
          <ac:chgData name="李 强" userId="633faa5c58ce3e78" providerId="LiveId" clId="{870F3BC4-CB90-4805-820E-208591D60CC8}" dt="2018-12-30T00:00:37.965" v="9" actId="20577"/>
          <ac:spMkLst>
            <pc:docMk/>
            <pc:sldMk cId="2071616175" sldId="321"/>
            <ac:spMk id="5123" creationId="{823B1026-6B98-4FD8-8DA8-D78FA979416E}"/>
          </ac:spMkLst>
        </pc:spChg>
      </pc:sldChg>
    </pc:docChg>
  </pc:docChgLst>
  <pc:docChgLst>
    <pc:chgData name="李 强" userId="cd6c7ec7188785ae" providerId="LiveId" clId="{527ED9F3-1BB0-4499-A4B5-C07C2E72A6C8}"/>
    <pc:docChg chg="undo custSel addSld delSld modSld sldOrd">
      <pc:chgData name="李 强" userId="cd6c7ec7188785ae" providerId="LiveId" clId="{527ED9F3-1BB0-4499-A4B5-C07C2E72A6C8}" dt="2022-02-19T22:28:04.948" v="879" actId="20577"/>
      <pc:docMkLst>
        <pc:docMk/>
      </pc:docMkLst>
      <pc:sldChg chg="modSp mod">
        <pc:chgData name="李 强" userId="cd6c7ec7188785ae" providerId="LiveId" clId="{527ED9F3-1BB0-4499-A4B5-C07C2E72A6C8}" dt="2022-02-19T22:20:44.752" v="790" actId="768"/>
        <pc:sldMkLst>
          <pc:docMk/>
          <pc:sldMk cId="0" sldId="256"/>
        </pc:sldMkLst>
        <pc:spChg chg="mod">
          <ac:chgData name="李 强" userId="cd6c7ec7188785ae" providerId="LiveId" clId="{527ED9F3-1BB0-4499-A4B5-C07C2E72A6C8}" dt="2022-02-19T22:20:44.752" v="790" actId="768"/>
          <ac:spMkLst>
            <pc:docMk/>
            <pc:sldMk cId="0" sldId="256"/>
            <ac:spMk id="7170" creationId="{C38FCE21-CC3E-4C81-B95A-118DE7524B3B}"/>
          </ac:spMkLst>
        </pc:spChg>
      </pc:sldChg>
      <pc:sldChg chg="modSp mod modNotesTx">
        <pc:chgData name="李 强" userId="cd6c7ec7188785ae" providerId="LiveId" clId="{527ED9F3-1BB0-4499-A4B5-C07C2E72A6C8}" dt="2022-02-19T14:23:29.300" v="568" actId="207"/>
        <pc:sldMkLst>
          <pc:docMk/>
          <pc:sldMk cId="0" sldId="320"/>
        </pc:sldMkLst>
        <pc:spChg chg="mod">
          <ac:chgData name="李 强" userId="cd6c7ec7188785ae" providerId="LiveId" clId="{527ED9F3-1BB0-4499-A4B5-C07C2E72A6C8}" dt="2022-02-19T13:31:03.001" v="79" actId="1076"/>
          <ac:spMkLst>
            <pc:docMk/>
            <pc:sldMk cId="0" sldId="320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4:23:29.300" v="568" actId="207"/>
          <ac:spMkLst>
            <pc:docMk/>
            <pc:sldMk cId="0" sldId="320"/>
            <ac:spMk id="5123" creationId="{823B1026-6B98-4FD8-8DA8-D78FA979416E}"/>
          </ac:spMkLst>
        </pc:spChg>
      </pc:sldChg>
      <pc:sldChg chg="modSp add del mod modAnim modNotesTx">
        <pc:chgData name="李 强" userId="cd6c7ec7188785ae" providerId="LiveId" clId="{527ED9F3-1BB0-4499-A4B5-C07C2E72A6C8}" dt="2022-02-19T14:24:29.698" v="600"/>
        <pc:sldMkLst>
          <pc:docMk/>
          <pc:sldMk cId="2071616175" sldId="321"/>
        </pc:sldMkLst>
        <pc:spChg chg="mod">
          <ac:chgData name="李 强" userId="cd6c7ec7188785ae" providerId="LiveId" clId="{527ED9F3-1BB0-4499-A4B5-C07C2E72A6C8}" dt="2022-02-19T14:24:10.770" v="576"/>
          <ac:spMkLst>
            <pc:docMk/>
            <pc:sldMk cId="2071616175" sldId="321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4:24:29.698" v="600"/>
          <ac:spMkLst>
            <pc:docMk/>
            <pc:sldMk cId="2071616175" sldId="321"/>
            <ac:spMk id="5123" creationId="{823B1026-6B98-4FD8-8DA8-D78FA979416E}"/>
          </ac:spMkLst>
        </pc:spChg>
      </pc:sldChg>
      <pc:sldChg chg="modSp mod modNotesTx">
        <pc:chgData name="李 强" userId="cd6c7ec7188785ae" providerId="LiveId" clId="{527ED9F3-1BB0-4499-A4B5-C07C2E72A6C8}" dt="2022-02-19T14:43:04.047" v="789" actId="404"/>
        <pc:sldMkLst>
          <pc:docMk/>
          <pc:sldMk cId="2554827923" sldId="322"/>
        </pc:sldMkLst>
        <pc:spChg chg="mod">
          <ac:chgData name="李 强" userId="cd6c7ec7188785ae" providerId="LiveId" clId="{527ED9F3-1BB0-4499-A4B5-C07C2E72A6C8}" dt="2022-02-19T14:16:34.303" v="452" actId="20577"/>
          <ac:spMkLst>
            <pc:docMk/>
            <pc:sldMk cId="2554827923" sldId="322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4:43:04.047" v="789" actId="404"/>
          <ac:spMkLst>
            <pc:docMk/>
            <pc:sldMk cId="2554827923" sldId="322"/>
            <ac:spMk id="5123" creationId="{823B1026-6B98-4FD8-8DA8-D78FA979416E}"/>
          </ac:spMkLst>
        </pc:spChg>
      </pc:sldChg>
      <pc:sldChg chg="modSp mod modAnim modNotesTx">
        <pc:chgData name="李 强" userId="cd6c7ec7188785ae" providerId="LiveId" clId="{527ED9F3-1BB0-4499-A4B5-C07C2E72A6C8}" dt="2022-02-19T22:24:01.550" v="793" actId="20577"/>
        <pc:sldMkLst>
          <pc:docMk/>
          <pc:sldMk cId="3720867191" sldId="324"/>
        </pc:sldMkLst>
        <pc:spChg chg="mod">
          <ac:chgData name="李 强" userId="cd6c7ec7188785ae" providerId="LiveId" clId="{527ED9F3-1BB0-4499-A4B5-C07C2E72A6C8}" dt="2022-02-19T14:18:29.125" v="465" actId="5793"/>
          <ac:spMkLst>
            <pc:docMk/>
            <pc:sldMk cId="3720867191" sldId="324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22:24:01.550" v="793" actId="20577"/>
          <ac:spMkLst>
            <pc:docMk/>
            <pc:sldMk cId="3720867191" sldId="324"/>
            <ac:spMk id="5123" creationId="{823B1026-6B98-4FD8-8DA8-D78FA979416E}"/>
          </ac:spMkLst>
        </pc:spChg>
      </pc:sldChg>
      <pc:sldChg chg="modSp mod modNotesTx">
        <pc:chgData name="李 强" userId="cd6c7ec7188785ae" providerId="LiveId" clId="{527ED9F3-1BB0-4499-A4B5-C07C2E72A6C8}" dt="2022-02-19T22:28:04.948" v="879" actId="20577"/>
        <pc:sldMkLst>
          <pc:docMk/>
          <pc:sldMk cId="4183620022" sldId="325"/>
        </pc:sldMkLst>
        <pc:spChg chg="mod">
          <ac:chgData name="李 强" userId="cd6c7ec7188785ae" providerId="LiveId" clId="{527ED9F3-1BB0-4499-A4B5-C07C2E72A6C8}" dt="2022-02-19T14:20:44.793" v="494" actId="20577"/>
          <ac:spMkLst>
            <pc:docMk/>
            <pc:sldMk cId="4183620022" sldId="325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22:28:04.948" v="879" actId="20577"/>
          <ac:spMkLst>
            <pc:docMk/>
            <pc:sldMk cId="4183620022" sldId="325"/>
            <ac:spMk id="5123" creationId="{823B1026-6B98-4FD8-8DA8-D78FA979416E}"/>
          </ac:spMkLst>
        </pc:spChg>
      </pc:sldChg>
      <pc:sldChg chg="modSp add mod modNotesTx">
        <pc:chgData name="李 强" userId="cd6c7ec7188785ae" providerId="LiveId" clId="{527ED9F3-1BB0-4499-A4B5-C07C2E72A6C8}" dt="2022-02-19T14:23:01.467" v="563" actId="6549"/>
        <pc:sldMkLst>
          <pc:docMk/>
          <pc:sldMk cId="3091056897" sldId="326"/>
        </pc:sldMkLst>
        <pc:spChg chg="mod">
          <ac:chgData name="李 强" userId="cd6c7ec7188785ae" providerId="LiveId" clId="{527ED9F3-1BB0-4499-A4B5-C07C2E72A6C8}" dt="2022-02-19T14:19:45.483" v="480"/>
          <ac:spMkLst>
            <pc:docMk/>
            <pc:sldMk cId="3091056897" sldId="326"/>
            <ac:spMk id="5123" creationId="{823B1026-6B98-4FD8-8DA8-D78FA979416E}"/>
          </ac:spMkLst>
        </pc:spChg>
      </pc:sldChg>
      <pc:sldChg chg="modSp add mod">
        <pc:chgData name="李 强" userId="cd6c7ec7188785ae" providerId="LiveId" clId="{527ED9F3-1BB0-4499-A4B5-C07C2E72A6C8}" dt="2022-02-19T13:43:00.528" v="396"/>
        <pc:sldMkLst>
          <pc:docMk/>
          <pc:sldMk cId="3085677427" sldId="327"/>
        </pc:sldMkLst>
        <pc:spChg chg="mod">
          <ac:chgData name="李 强" userId="cd6c7ec7188785ae" providerId="LiveId" clId="{527ED9F3-1BB0-4499-A4B5-C07C2E72A6C8}" dt="2022-02-19T13:37:18.875" v="181"/>
          <ac:spMkLst>
            <pc:docMk/>
            <pc:sldMk cId="3085677427" sldId="327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3:43:00.528" v="396"/>
          <ac:spMkLst>
            <pc:docMk/>
            <pc:sldMk cId="3085677427" sldId="327"/>
            <ac:spMk id="5123" creationId="{823B1026-6B98-4FD8-8DA8-D78FA979416E}"/>
          </ac:spMkLst>
        </pc:spChg>
      </pc:sldChg>
      <pc:sldChg chg="add del ord">
        <pc:chgData name="李 强" userId="cd6c7ec7188785ae" providerId="LiveId" clId="{527ED9F3-1BB0-4499-A4B5-C07C2E72A6C8}" dt="2022-02-19T14:21:02.437" v="495" actId="47"/>
        <pc:sldMkLst>
          <pc:docMk/>
          <pc:sldMk cId="2879392428" sldId="328"/>
        </pc:sldMkLst>
      </pc:sldChg>
      <pc:sldChg chg="modSp add mod">
        <pc:chgData name="李 强" userId="cd6c7ec7188785ae" providerId="LiveId" clId="{527ED9F3-1BB0-4499-A4B5-C07C2E72A6C8}" dt="2022-02-19T14:27:25.368" v="613" actId="113"/>
        <pc:sldMkLst>
          <pc:docMk/>
          <pc:sldMk cId="1181730562" sldId="329"/>
        </pc:sldMkLst>
        <pc:spChg chg="mod">
          <ac:chgData name="李 强" userId="cd6c7ec7188785ae" providerId="LiveId" clId="{527ED9F3-1BB0-4499-A4B5-C07C2E72A6C8}" dt="2022-02-19T14:19:55.876" v="482" actId="5793"/>
          <ac:spMkLst>
            <pc:docMk/>
            <pc:sldMk cId="1181730562" sldId="329"/>
            <ac:spMk id="3" creationId="{C578C671-B69C-4BEB-8AD4-3A86A9EC2E70}"/>
          </ac:spMkLst>
        </pc:spChg>
        <pc:spChg chg="mod">
          <ac:chgData name="李 强" userId="cd6c7ec7188785ae" providerId="LiveId" clId="{527ED9F3-1BB0-4499-A4B5-C07C2E72A6C8}" dt="2022-02-19T14:27:25.368" v="613" actId="113"/>
          <ac:spMkLst>
            <pc:docMk/>
            <pc:sldMk cId="1181730562" sldId="329"/>
            <ac:spMk id="5123" creationId="{823B1026-6B98-4FD8-8DA8-D78FA979416E}"/>
          </ac:spMkLst>
        </pc:spChg>
      </pc:sldChg>
      <pc:sldChg chg="modSp add mod ord">
        <pc:chgData name="李 强" userId="cd6c7ec7188785ae" providerId="LiveId" clId="{527ED9F3-1BB0-4499-A4B5-C07C2E72A6C8}" dt="2022-02-19T14:41:00.181" v="748"/>
        <pc:sldMkLst>
          <pc:docMk/>
          <pc:sldMk cId="3429908626" sldId="330"/>
        </pc:sldMkLst>
        <pc:spChg chg="mod">
          <ac:chgData name="李 强" userId="cd6c7ec7188785ae" providerId="LiveId" clId="{527ED9F3-1BB0-4499-A4B5-C07C2E72A6C8}" dt="2022-02-19T14:41:00.181" v="748"/>
          <ac:spMkLst>
            <pc:docMk/>
            <pc:sldMk cId="3429908626" sldId="330"/>
            <ac:spMk id="5123" creationId="{823B1026-6B98-4FD8-8DA8-D78FA979416E}"/>
          </ac:spMkLst>
        </pc:spChg>
      </pc:sldChg>
    </pc:docChg>
  </pc:docChgLst>
</pc:chgInfo>
</file>

<file path=ppt/comments/modernComment_14A_CC7040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847B4DE-57D5-4949-9FDE-831A4EB5A038}" authorId="{29671AAC-EE65-C2E9-8FB4-81033EEFC221}" created="2022-03-19T21:34:20.1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29908626" sldId="330"/>
      <ac:spMk id="5123" creationId="{823B1026-6B98-4FD8-8DA8-D78FA979416E}"/>
      <ac:txMk cp="6" len="7">
        <ac:context len="127" hash="2473722793"/>
      </ac:txMk>
    </ac:txMkLst>
    <p188:pos x="4791456" y="265176"/>
    <p188:txBody>
      <a:bodyPr/>
      <a:lstStyle/>
      <a:p>
        <a:r>
          <a:rPr lang="zh-CN" altLang="en-US"/>
          <a:t>林后一章8节：弟兄们，我们不要你们不晓得，我们从前在亚细亚遭遇苦难，被压太重，力不能胜，甚至连活命的指望都绝了。</a:t>
        </a:r>
      </a:p>
    </p188:txBody>
  </p188:cm>
</p188:cmLst>
</file>

<file path=ppt/comments/modernComment_14C_DBC717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6AD32DA-7AFC-479C-887C-39F3A1FAD595}" authorId="{29671AAC-EE65-C2E9-8FB4-81033EEFC221}" created="2022-03-19T22:50:45.71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87257882" sldId="332"/>
      <ac:spMk id="5123" creationId="{823B1026-6B98-4FD8-8DA8-D78FA979416E}"/>
      <ac:txMk cp="14" len="8">
        <ac:context len="92" hash="2793142495"/>
      </ac:txMk>
    </ac:txMkLst>
    <p188:pos x="6915150" y="971550"/>
    <p188:txBody>
      <a:bodyPr/>
      <a:lstStyle/>
      <a:p>
        <a:r>
          <a:rPr lang="zh-CN" altLang="en-US"/>
          <a:t>为基督做见证</a:t>
        </a:r>
      </a:p>
    </p188:txBody>
  </p188:cm>
  <p188:cm id="{AA231BC1-26A5-473C-BF1B-58CED8A1339F}" authorId="{29671AAC-EE65-C2E9-8FB4-81033EEFC221}" created="2022-03-19T22:50:57.45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87257882" sldId="332"/>
      <ac:spMk id="5123" creationId="{823B1026-6B98-4FD8-8DA8-D78FA979416E}"/>
      <ac:txMk cp="39" len="10">
        <ac:context len="92" hash="2793142495"/>
      </ac:txMk>
    </ac:txMkLst>
    <p188:pos x="6866164" y="1771650"/>
    <p188:txBody>
      <a:bodyPr/>
      <a:lstStyle/>
      <a:p>
        <a:r>
          <a:rPr lang="zh-CN" altLang="en-US"/>
          <a:t>让基督…彰显祂的荣耀</a:t>
        </a:r>
      </a:p>
    </p188:txBody>
  </p188:cm>
</p188:cmLst>
</file>

<file path=ppt/comments/modernComment_142_9847949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2E9B30-AD07-4F67-BECF-9FC0EF4753BE}" authorId="{29671AAC-EE65-C2E9-8FB4-81033EEFC221}" created="2022-03-19T22:05:02.89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54827923" sldId="322"/>
      <ac:spMk id="5123" creationId="{823B1026-6B98-4FD8-8DA8-D78FA979416E}"/>
      <ac:txMk cp="27" len="6">
        <ac:context len="167" hash="594938875"/>
      </ac:txMk>
    </ac:txMkLst>
    <p188:pos x="3666744" y="905256"/>
    <p188:txBody>
      <a:bodyPr/>
      <a:lstStyle/>
      <a:p>
        <a:r>
          <a:rPr lang="zh-CN" altLang="en-US"/>
          <a:t>在基督里，行事为人有基督的样式</a:t>
        </a:r>
      </a:p>
    </p188:txBody>
  </p188:cm>
  <p188:cm id="{A0E20D88-DF03-4DBE-9CE5-820BB9C7E052}" authorId="{29671AAC-EE65-C2E9-8FB4-81033EEFC221}" created="2022-03-19T22:06:55.06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54827923" sldId="322"/>
      <ac:spMk id="5123" creationId="{823B1026-6B98-4FD8-8DA8-D78FA979416E}"/>
      <ac:txMk cp="57" len="2">
        <ac:context len="167" hash="594938875"/>
      </ac:txMk>
    </ac:txMkLst>
    <p188:pos x="7278624" y="2167128"/>
    <p188:txBody>
      <a:bodyPr/>
      <a:lstStyle/>
      <a:p>
        <a:r>
          <a:rPr lang="zh-CN" altLang="en-US"/>
          <a:t>勇敢为主做见证和毫不畏惧面对</a:t>
        </a:r>
      </a:p>
    </p188:txBody>
  </p188:cm>
</p188:cmLst>
</file>

<file path=ppt/comments/modernComment_144_DDC7ED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BE8D9F-B5C3-461B-BC97-D29BE47B611C}" authorId="{29671AAC-EE65-C2E9-8FB4-81033EEFC221}" created="2022-03-19T22:27:08.29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20867191" sldId="324"/>
      <ac:spMk id="5123" creationId="{823B1026-6B98-4FD8-8DA8-D78FA979416E}"/>
      <ac:txMk cp="62" len="2">
        <ac:context len="130" hash="1436134969"/>
      </ac:txMk>
    </ac:txMkLst>
    <p188:pos x="4791456" y="1627632"/>
    <p188:txBody>
      <a:bodyPr/>
      <a:lstStyle/>
      <a:p>
        <a:r>
          <a:rPr lang="zh-CN" altLang="en-US"/>
          <a:t>日结薪酬的工作，翻译为薪酬而工作，在本处翻译为：只为利益而做工，对公益毫无益处。</a:t>
        </a:r>
      </a:p>
    </p188:txBody>
  </p188:cm>
  <p188:cm id="{06362B91-73C1-459E-A027-DC5BA9CA084D}" authorId="{29671AAC-EE65-C2E9-8FB4-81033EEFC221}" created="2022-03-19T22:28:48.1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20867191" sldId="324"/>
      <ac:spMk id="5123" creationId="{823B1026-6B98-4FD8-8DA8-D78FA979416E}"/>
      <ac:txMk cp="66" len="3">
        <ac:context len="130" hash="1436134969"/>
      </ac:txMk>
    </ac:txMkLst>
    <p188:pos x="6574536" y="1627632"/>
    <p188:txBody>
      <a:bodyPr/>
      <a:lstStyle/>
      <a:p>
        <a:r>
          <a:rPr lang="zh-CN" altLang="en-US"/>
          <a:t>传基督不是为基督</a:t>
        </a:r>
      </a:p>
    </p188:txBody>
  </p188:cm>
  <p188:cm id="{40AE5DEB-746A-434E-AC29-766AFCC55708}" authorId="{29671AAC-EE65-C2E9-8FB4-81033EEFC221}" created="2022-03-19T22:32:40.0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20867191" sldId="324"/>
      <ac:spMk id="5123" creationId="{823B1026-6B98-4FD8-8DA8-D78FA979416E}"/>
      <ac:txMk cp="116" len="3">
        <ac:context len="130" hash="1436134969"/>
      </ac:txMk>
    </ac:txMkLst>
    <p188:pos x="5303520" y="3721608"/>
    <p188:txBody>
      <a:bodyPr/>
      <a:lstStyle/>
      <a:p>
        <a:r>
          <a:rPr lang="zh-CN" altLang="en-US"/>
          <a:t>持续的被传开</a:t>
        </a:r>
      </a:p>
    </p188:txBody>
  </p188:cm>
</p188:cmLst>
</file>

<file path=ppt/comments/modernComment_149_466FC70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4121A1-7D2A-4EF8-9F14-7748599C7265}" authorId="{29671AAC-EE65-C2E9-8FB4-81033EEFC221}" created="2022-03-19T22:38:07.1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81730562" sldId="329"/>
      <ac:spMk id="5123" creationId="{823B1026-6B98-4FD8-8DA8-D78FA979416E}"/>
      <ac:txMk cp="41" len="6">
        <ac:context len="128" hash="3801238908"/>
      </ac:txMk>
    </ac:txMkLst>
    <p188:pos x="2294164" y="1771650"/>
    <p188:txBody>
      <a:bodyPr/>
      <a:lstStyle/>
      <a:p>
        <a:r>
          <a:rPr lang="zh-CN" altLang="en-US"/>
          <a:t>在基督的日子至终都会被神显为正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2022/4/24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38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800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176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901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481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748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129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088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839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800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398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A_CC70409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2_9847949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4_DDC7ED7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9_466FC70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C_DBC7171A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84313" y="3189288"/>
            <a:ext cx="6400800" cy="1752600"/>
          </a:xfrm>
        </p:spPr>
        <p:txBody>
          <a:bodyPr anchor="ctr"/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叫福音兴旺</a:t>
            </a:r>
            <a:endParaRPr lang="en-US" altLang="zh-CN" sz="3200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腓立比书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1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章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12~21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节</a:t>
            </a:r>
            <a:endParaRPr lang="en-US" altLang="zh-CN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en-US" altLang="zh-CN" sz="1600" dirty="0">
                <a:latin typeface="华文琥珀" panose="02010800040101010101" pitchFamily="2" charset="-122"/>
                <a:ea typeface="华文琥珀" panose="02010800040101010101" pitchFamily="2" charset="-122"/>
              </a:rPr>
              <a:t>2022</a:t>
            </a:r>
            <a:r>
              <a:rPr lang="zh-CN" altLang="en-US" sz="1600" dirty="0">
                <a:latin typeface="华文琥珀" panose="02010800040101010101" pitchFamily="2" charset="-122"/>
                <a:ea typeface="华文琥珀" panose="02010800040101010101" pitchFamily="2" charset="-122"/>
              </a:rPr>
              <a:t>年</a:t>
            </a:r>
            <a:r>
              <a:rPr lang="en-US" altLang="zh-CN" sz="1600" dirty="0">
                <a:latin typeface="华文琥珀" panose="02010800040101010101" pitchFamily="2" charset="-122"/>
                <a:ea typeface="华文琥珀" panose="02010800040101010101" pitchFamily="2" charset="-122"/>
              </a:rPr>
              <a:t>3</a:t>
            </a:r>
            <a:r>
              <a:rPr lang="zh-CN" altLang="en-US" sz="1600" dirty="0">
                <a:latin typeface="华文琥珀" panose="02010800040101010101" pitchFamily="2" charset="-122"/>
                <a:ea typeface="华文琥珀" panose="02010800040101010101" pitchFamily="2" charset="-122"/>
              </a:rPr>
              <a:t>月</a:t>
            </a:r>
            <a:r>
              <a:rPr lang="en-US" altLang="zh-CN" sz="1600" dirty="0">
                <a:latin typeface="华文琥珀" panose="02010800040101010101" pitchFamily="2" charset="-122"/>
                <a:ea typeface="华文琥珀" panose="02010800040101010101" pitchFamily="2" charset="-122"/>
              </a:rPr>
              <a:t>20</a:t>
            </a:r>
            <a:r>
              <a:rPr lang="zh-CN" altLang="en-US" sz="1600" dirty="0">
                <a:latin typeface="华文琥珀" panose="02010800040101010101" pitchFamily="2" charset="-122"/>
                <a:ea typeface="华文琥珀" panose="02010800040101010101" pitchFamily="2" charset="-122"/>
              </a:rPr>
              <a:t>日</a:t>
            </a:r>
            <a:endParaRPr lang="en-US" altLang="zh-CN" sz="1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83"/>
            <a:ext cx="8229600" cy="1143000"/>
          </a:xfrm>
        </p:spPr>
        <p:txBody>
          <a:bodyPr/>
          <a:lstStyle/>
          <a:p>
            <a:pPr algn="l"/>
            <a:r>
              <a:rPr lang="zh-CN" altLang="en-US" dirty="0"/>
              <a:t>经文：</a:t>
            </a:r>
            <a:r>
              <a:rPr lang="zh-CN" altLang="en-US" sz="1800" dirty="0"/>
              <a:t>腓立比书</a:t>
            </a:r>
            <a:r>
              <a:rPr lang="en-US" altLang="zh-CN" sz="1800" dirty="0"/>
              <a:t>1</a:t>
            </a:r>
            <a:r>
              <a:rPr lang="zh-CN" altLang="en-US" sz="1800" dirty="0"/>
              <a:t>章</a:t>
            </a:r>
            <a:r>
              <a:rPr lang="en-US" altLang="zh-CN" sz="1800" dirty="0"/>
              <a:t>12~21</a:t>
            </a:r>
            <a:r>
              <a:rPr lang="zh-CN" altLang="en-US" sz="1800" dirty="0"/>
              <a:t>节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08720"/>
            <a:ext cx="9144000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12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弟兄们，我愿意你们知道，我所遭遇的事更是叫</a:t>
            </a:r>
            <a:r>
              <a:rPr lang="zh-CN" altLang="zh-CN" sz="1800" dirty="0">
                <a:solidFill>
                  <a:srgbClr val="C00000"/>
                </a:solidFill>
                <a:effectLst/>
                <a:cs typeface="Times New Roman" panose="02020603050405020304" pitchFamily="18" charset="0"/>
              </a:rPr>
              <a:t>福音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兴旺，</a:t>
            </a:r>
            <a:endParaRPr lang="zh-CN" altLang="zh-CN" sz="1800" dirty="0">
              <a:effectLst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13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以致我受的捆锁，在御营全军和其余的人中，已经显明是为</a:t>
            </a:r>
            <a:r>
              <a:rPr lang="zh-CN" altLang="zh-CN" sz="1800" dirty="0">
                <a:solidFill>
                  <a:srgbClr val="C00000"/>
                </a:solidFill>
                <a:effectLst/>
                <a:cs typeface="Times New Roman" panose="02020603050405020304" pitchFamily="18" charset="0"/>
              </a:rPr>
              <a:t>基督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的缘故。</a:t>
            </a:r>
            <a:r>
              <a:rPr lang="zh-CN" altLang="zh-CN" sz="1800" dirty="0">
                <a:effectLst/>
                <a:cs typeface="宋体" panose="02010600030101010101" pitchFamily="2" charset="-122"/>
              </a:rPr>
              <a:t> </a:t>
            </a:r>
            <a:endParaRPr lang="en-US" altLang="zh-CN" sz="1800" dirty="0">
              <a:effectLst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14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并且那在主里的弟兄，多半因我受的捆锁，就笃信不疑，越发放胆传　</a:t>
            </a:r>
            <a:r>
              <a:rPr lang="zh-CN" altLang="zh-CN" sz="1800" dirty="0">
                <a:solidFill>
                  <a:srgbClr val="C00000"/>
                </a:solidFill>
                <a:effectLst/>
                <a:cs typeface="Times New Roman" panose="02020603050405020304" pitchFamily="18" charset="0"/>
              </a:rPr>
              <a:t>神的道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(</a:t>
            </a:r>
            <a:r>
              <a:rPr lang="en-US" altLang="zh-CN" sz="1800" dirty="0"/>
              <a:t>≈</a:t>
            </a:r>
            <a:r>
              <a:rPr lang="zh-CN" altLang="en-US" sz="1800" dirty="0"/>
              <a:t>福音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，无所惧怕。</a:t>
            </a:r>
            <a:r>
              <a:rPr lang="zh-CN" altLang="zh-CN" sz="1800" dirty="0">
                <a:effectLst/>
                <a:cs typeface="宋体" panose="02010600030101010101" pitchFamily="2" charset="-122"/>
              </a:rPr>
              <a:t> </a:t>
            </a:r>
            <a:r>
              <a:rPr lang="zh-CN" altLang="en-US" sz="1800" dirty="0">
                <a:effectLst/>
                <a:cs typeface="宋体" panose="02010600030101010101" pitchFamily="2" charset="-122"/>
              </a:rPr>
              <a:t>（叫福音兴旺）</a:t>
            </a:r>
            <a:r>
              <a:rPr lang="en-US" altLang="zh-CN" sz="1800" dirty="0">
                <a:cs typeface="宋体" panose="02010600030101010101" pitchFamily="2" charset="-122"/>
              </a:rPr>
              <a:t>&lt;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第一段：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12~14 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叫福音兴旺</a:t>
            </a:r>
            <a:r>
              <a:rPr lang="en-US" altLang="zh-CN" sz="1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endParaRPr lang="en-US" altLang="zh-CN" sz="1800" dirty="0">
              <a:effectLst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15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有的传</a:t>
            </a:r>
            <a:r>
              <a:rPr lang="zh-CN" altLang="zh-CN" sz="1800" dirty="0">
                <a:solidFill>
                  <a:srgbClr val="C00000"/>
                </a:solidFill>
                <a:effectLst/>
                <a:cs typeface="Times New Roman" panose="02020603050405020304" pitchFamily="18" charset="0"/>
              </a:rPr>
              <a:t>基督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是出于嫉妒纷争，也有的是出于好意，</a:t>
            </a:r>
            <a:r>
              <a:rPr lang="zh-CN" altLang="zh-CN" sz="1800" dirty="0">
                <a:effectLst/>
                <a:cs typeface="宋体" panose="02010600030101010101" pitchFamily="2" charset="-122"/>
              </a:rPr>
              <a:t> </a:t>
            </a:r>
            <a:endParaRPr lang="en-US" altLang="zh-CN" sz="1800" dirty="0">
              <a:effectLst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16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这一等是出于爱心，知道我是为辩明</a:t>
            </a:r>
            <a:r>
              <a:rPr lang="zh-CN" altLang="zh-CN" sz="1800" dirty="0">
                <a:solidFill>
                  <a:srgbClr val="C00000"/>
                </a:solidFill>
                <a:effectLst/>
                <a:cs typeface="Times New Roman" panose="02020603050405020304" pitchFamily="18" charset="0"/>
              </a:rPr>
              <a:t>福音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设立的。</a:t>
            </a:r>
            <a:endParaRPr lang="en-US" altLang="zh-CN" sz="1800" dirty="0">
              <a:effectLst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17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那一等传</a:t>
            </a:r>
            <a:r>
              <a:rPr lang="zh-CN" altLang="zh-CN" sz="1800" dirty="0">
                <a:solidFill>
                  <a:srgbClr val="C00000"/>
                </a:solidFill>
                <a:effectLst/>
                <a:cs typeface="Times New Roman" panose="02020603050405020304" pitchFamily="18" charset="0"/>
              </a:rPr>
              <a:t>基督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是出于结党，并不诚实，意思要加增我捆锁的苦楚。</a:t>
            </a:r>
            <a:r>
              <a:rPr lang="zh-CN" altLang="zh-CN" sz="1800" dirty="0">
                <a:effectLst/>
                <a:cs typeface="宋体" panose="02010600030101010101" pitchFamily="2" charset="-122"/>
              </a:rPr>
              <a:t> </a:t>
            </a:r>
            <a:endParaRPr lang="en-US" altLang="zh-CN" sz="1800" dirty="0">
              <a:effectLst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18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a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）这有何妨呢？或是假意，或是真心，无论怎样，</a:t>
            </a:r>
            <a:r>
              <a:rPr lang="zh-CN" altLang="zh-CN" sz="1800" dirty="0">
                <a:solidFill>
                  <a:srgbClr val="C00000"/>
                </a:solidFill>
                <a:effectLst/>
                <a:cs typeface="Times New Roman" panose="02020603050405020304" pitchFamily="18" charset="0"/>
              </a:rPr>
              <a:t>基督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究竟被传开了。为此，我就欢喜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（基督被传开）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，（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b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）并且还要欢喜。</a:t>
            </a:r>
            <a:r>
              <a:rPr lang="zh-CN" altLang="zh-CN" sz="1800" dirty="0">
                <a:effectLst/>
                <a:cs typeface="宋体" panose="02010600030101010101" pitchFamily="2" charset="-122"/>
              </a:rPr>
              <a:t> </a:t>
            </a:r>
            <a:r>
              <a:rPr lang="en-US" altLang="zh-CN" sz="1800" dirty="0">
                <a:effectLst/>
                <a:cs typeface="宋体" panose="02010600030101010101" pitchFamily="2" charset="-122"/>
              </a:rPr>
              <a:t> &lt;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第二段：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15~18a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基督被传开</a:t>
            </a:r>
            <a:r>
              <a:rPr lang="en-US" altLang="zh-CN" sz="1800" dirty="0">
                <a:effectLst/>
                <a:cs typeface="宋体" panose="02010600030101010101" pitchFamily="2" charset="-122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19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因为我知道，这事藉着你们的祈祷和耶稣</a:t>
            </a:r>
            <a:r>
              <a:rPr lang="zh-CN" altLang="zh-CN" sz="1800" dirty="0">
                <a:solidFill>
                  <a:srgbClr val="C00000"/>
                </a:solidFill>
                <a:effectLst/>
                <a:cs typeface="Times New Roman" panose="02020603050405020304" pitchFamily="18" charset="0"/>
              </a:rPr>
              <a:t>基督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之灵的帮助，终必叫我得救。</a:t>
            </a:r>
            <a:r>
              <a:rPr lang="zh-CN" altLang="zh-CN" sz="1800" dirty="0">
                <a:effectLst/>
                <a:cs typeface="宋体" panose="02010600030101010101" pitchFamily="2" charset="-122"/>
              </a:rPr>
              <a:t> </a:t>
            </a:r>
            <a:endParaRPr lang="en-US" altLang="zh-CN" sz="1800" dirty="0">
              <a:effectLst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20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照着我所切慕、所盼望的，没有一事叫我羞愧。只要凡事放胆，无论是生是死，总叫</a:t>
            </a:r>
            <a:r>
              <a:rPr lang="zh-CN" altLang="zh-CN" sz="1800" dirty="0">
                <a:solidFill>
                  <a:srgbClr val="C00000"/>
                </a:solidFill>
                <a:effectLst/>
                <a:cs typeface="Times New Roman" panose="02020603050405020304" pitchFamily="18" charset="0"/>
              </a:rPr>
              <a:t>基督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在我身上照常显大。</a:t>
            </a:r>
            <a:r>
              <a:rPr lang="zh-CN" altLang="zh-CN" sz="1800" dirty="0">
                <a:effectLst/>
                <a:cs typeface="宋体" panose="02010600030101010101" pitchFamily="2" charset="-122"/>
              </a:rPr>
              <a:t> 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&lt;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第三段：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18b~21 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基督照常显大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&gt;</a:t>
            </a:r>
            <a:endParaRPr lang="en-US" altLang="zh-CN" sz="1800" dirty="0">
              <a:effectLst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effectLst/>
                <a:cs typeface="Times New Roman" panose="02020603050405020304" pitchFamily="18" charset="0"/>
              </a:rPr>
              <a:t>21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因我活着就是</a:t>
            </a:r>
            <a:r>
              <a:rPr lang="zh-CN" altLang="zh-CN" sz="1800" dirty="0">
                <a:solidFill>
                  <a:srgbClr val="C00000"/>
                </a:solidFill>
                <a:effectLst/>
                <a:cs typeface="Times New Roman" panose="02020603050405020304" pitchFamily="18" charset="0"/>
              </a:rPr>
              <a:t>基督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，我死了就有益处。</a:t>
            </a:r>
            <a:r>
              <a:rPr lang="zh-CN" altLang="en-US" sz="1800" dirty="0">
                <a:effectLst/>
                <a:cs typeface="Times New Roman" panose="02020603050405020304" pitchFamily="18" charset="0"/>
              </a:rPr>
              <a:t>（基督照常显大）</a:t>
            </a:r>
            <a:endParaRPr lang="zh-CN" altLang="zh-CN" sz="1800" dirty="0">
              <a:effectLst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经文中心：基督</a:t>
            </a:r>
            <a:r>
              <a:rPr lang="en-US" altLang="zh-CN" b="1" dirty="0"/>
              <a:t>/</a:t>
            </a:r>
            <a:r>
              <a:rPr lang="zh-CN" altLang="en-US" b="1" dirty="0"/>
              <a:t>福音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600200"/>
            <a:ext cx="8892480" cy="5257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，每节都有类似基督</a:t>
            </a:r>
            <a:r>
              <a:rPr lang="en-US" altLang="zh-CN" sz="2400" dirty="0"/>
              <a:t>/</a:t>
            </a:r>
            <a:r>
              <a:rPr lang="zh-CN" altLang="en-US" sz="2400" dirty="0"/>
              <a:t>福音字词。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，保罗目的：叫福音兴旺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，是生是死：基督在我身上照常显大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，活着是基督，死了于基督有益处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085677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经文背景：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600200"/>
            <a:ext cx="8892480" cy="52578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zh-CN" altLang="en-US" sz="2400" dirty="0"/>
              <a:t>经文背景：</a:t>
            </a:r>
            <a:endParaRPr lang="en-US" altLang="zh-CN" sz="2400" dirty="0"/>
          </a:p>
          <a:p>
            <a:pPr marL="400050" lvl="1" indent="0">
              <a:buNone/>
            </a:pPr>
            <a:r>
              <a:rPr lang="en-US" altLang="zh-CN" sz="2000" dirty="0"/>
              <a:t>《</a:t>
            </a:r>
            <a:r>
              <a:rPr lang="zh-CN" altLang="en-US" sz="2000" dirty="0"/>
              <a:t>使徒行传</a:t>
            </a:r>
            <a:r>
              <a:rPr lang="en-US" altLang="zh-CN" sz="2000" dirty="0"/>
              <a:t>》28</a:t>
            </a:r>
            <a:r>
              <a:rPr lang="zh-CN" altLang="en-US" sz="2000" dirty="0"/>
              <a:t>章</a:t>
            </a:r>
            <a:r>
              <a:rPr lang="en-US" altLang="zh-CN" sz="2000" dirty="0"/>
              <a:t>16~31</a:t>
            </a:r>
            <a:r>
              <a:rPr lang="zh-CN" altLang="en-US" sz="2000" dirty="0"/>
              <a:t>节，重点：</a:t>
            </a:r>
            <a:r>
              <a:rPr lang="en-US" altLang="zh-CN" sz="2000" dirty="0"/>
              <a:t>16</a:t>
            </a:r>
            <a:r>
              <a:rPr lang="zh-CN" altLang="en-US" sz="2000" dirty="0"/>
              <a:t>、</a:t>
            </a:r>
            <a:r>
              <a:rPr lang="en-US" altLang="zh-CN" sz="2000" dirty="0"/>
              <a:t>30</a:t>
            </a:r>
            <a:r>
              <a:rPr lang="zh-CN" altLang="en-US" sz="2000" dirty="0"/>
              <a:t>、</a:t>
            </a:r>
            <a:r>
              <a:rPr lang="en-US" altLang="zh-CN" sz="2000" dirty="0"/>
              <a:t>31</a:t>
            </a:r>
            <a:r>
              <a:rPr lang="zh-CN" altLang="en-US" sz="2000" dirty="0"/>
              <a:t>节</a:t>
            </a:r>
            <a:endParaRPr lang="en-US" altLang="zh-CN" sz="2000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sz="2400" dirty="0"/>
              <a:t>上下文背景：</a:t>
            </a:r>
            <a:endParaRPr lang="en-US" altLang="zh-CN" sz="2400" dirty="0"/>
          </a:p>
          <a:p>
            <a:pPr marL="400050" lvl="1" indent="0">
              <a:buNone/>
            </a:pPr>
            <a:r>
              <a:rPr lang="en-US" altLang="zh-CN" sz="2000" dirty="0"/>
              <a:t>A</a:t>
            </a:r>
            <a:r>
              <a:rPr lang="zh-CN" altLang="en-US" sz="2000" dirty="0"/>
              <a:t>：</a:t>
            </a:r>
            <a:r>
              <a:rPr lang="en-US" altLang="zh-CN" sz="2000" dirty="0"/>
              <a:t>《</a:t>
            </a:r>
            <a:r>
              <a:rPr lang="zh-CN" altLang="en-US" sz="2000" dirty="0"/>
              <a:t>腓立比书</a:t>
            </a:r>
            <a:r>
              <a:rPr lang="en-US" altLang="zh-CN" sz="2000" dirty="0"/>
              <a:t>》1</a:t>
            </a:r>
            <a:r>
              <a:rPr lang="zh-CN" altLang="en-US" sz="2000" dirty="0"/>
              <a:t>章</a:t>
            </a:r>
            <a:r>
              <a:rPr lang="en-US" altLang="zh-CN" sz="2000" dirty="0"/>
              <a:t>3~11</a:t>
            </a:r>
            <a:r>
              <a:rPr lang="zh-CN" altLang="en-US" sz="2000" dirty="0"/>
              <a:t>节</a:t>
            </a:r>
            <a:endParaRPr lang="en-US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为过去感恩，深信将来必成全善工。</a:t>
            </a:r>
            <a:endParaRPr lang="en-US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为腓立比教会祷告：</a:t>
            </a:r>
            <a:endParaRPr lang="en-US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	1</a:t>
            </a:r>
            <a:r>
              <a:rPr lang="zh-CN" altLang="en-US" sz="2000" dirty="0"/>
              <a:t>，爱心</a:t>
            </a:r>
            <a:r>
              <a:rPr lang="en-US" altLang="zh-CN" sz="2000" dirty="0"/>
              <a:t>-&gt;</a:t>
            </a:r>
            <a:r>
              <a:rPr lang="zh-CN" altLang="en-US" sz="2000" dirty="0"/>
              <a:t>分别是非，做诚实无过的人</a:t>
            </a:r>
            <a:endParaRPr lang="en-US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	2</a:t>
            </a:r>
            <a:r>
              <a:rPr lang="zh-CN" altLang="en-US" sz="2000" dirty="0"/>
              <a:t>，节满仁义的果子</a:t>
            </a:r>
            <a:r>
              <a:rPr lang="en-US" altLang="zh-CN" sz="2000" dirty="0"/>
              <a:t>-&gt;</a:t>
            </a:r>
            <a:r>
              <a:rPr lang="zh-CN" altLang="en-US" sz="2000" dirty="0"/>
              <a:t>归荣耀给神</a:t>
            </a:r>
            <a:endParaRPr lang="en-US" altLang="zh-CN" sz="2000" dirty="0"/>
          </a:p>
          <a:p>
            <a:pPr marL="400050" lvl="1" indent="0">
              <a:buNone/>
            </a:pPr>
            <a:endParaRPr lang="en-US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B</a:t>
            </a:r>
            <a:r>
              <a:rPr lang="zh-CN" altLang="en-US" sz="2000" dirty="0"/>
              <a:t>：</a:t>
            </a:r>
            <a:r>
              <a:rPr lang="en-US" altLang="zh-CN" sz="2000" dirty="0"/>
              <a:t>《</a:t>
            </a:r>
            <a:r>
              <a:rPr lang="zh-CN" altLang="en-US" sz="2000" dirty="0"/>
              <a:t>腓立比书</a:t>
            </a:r>
            <a:r>
              <a:rPr lang="en-US" altLang="zh-CN" sz="2000" dirty="0"/>
              <a:t>》2</a:t>
            </a:r>
            <a:r>
              <a:rPr lang="zh-CN" altLang="en-US" sz="2000" dirty="0"/>
              <a:t>章</a:t>
            </a:r>
            <a:r>
              <a:rPr lang="en-US" altLang="zh-CN" sz="2000" dirty="0"/>
              <a:t>12~21</a:t>
            </a:r>
            <a:r>
              <a:rPr lang="zh-CN" altLang="en-US" sz="2000" dirty="0"/>
              <a:t>节</a:t>
            </a:r>
            <a:endParaRPr lang="en-US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现在自己关于福音事工</a:t>
            </a:r>
            <a:endParaRPr lang="en-US" altLang="zh-CN" sz="2000" dirty="0"/>
          </a:p>
          <a:p>
            <a:pPr marL="400050" lvl="1" indent="0">
              <a:buNone/>
            </a:pPr>
            <a:endParaRPr lang="en-US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C</a:t>
            </a:r>
            <a:r>
              <a:rPr lang="zh-CN" altLang="en-US" sz="2000" dirty="0"/>
              <a:t>：</a:t>
            </a:r>
            <a:r>
              <a:rPr lang="en-US" altLang="zh-CN" sz="2000" dirty="0"/>
              <a:t>《</a:t>
            </a:r>
            <a:r>
              <a:rPr lang="zh-CN" altLang="en-US" sz="2000" dirty="0"/>
              <a:t>腓立比书</a:t>
            </a:r>
            <a:r>
              <a:rPr lang="en-US" altLang="zh-CN" sz="2000" dirty="0"/>
              <a:t>》2</a:t>
            </a:r>
            <a:r>
              <a:rPr lang="zh-CN" altLang="en-US" sz="2000" dirty="0"/>
              <a:t>章</a:t>
            </a:r>
            <a:r>
              <a:rPr lang="en-US" altLang="zh-CN" sz="2000" dirty="0"/>
              <a:t>22~26</a:t>
            </a:r>
            <a:r>
              <a:rPr lang="zh-CN" altLang="en-US" sz="2000" dirty="0"/>
              <a:t>节</a:t>
            </a:r>
            <a:endParaRPr lang="en-US" altLang="zh-CN" sz="2000" dirty="0"/>
          </a:p>
          <a:p>
            <a:pPr marL="400050" lvl="1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在肉身活着就是为了成就福音的果子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508947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经文中心：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600200"/>
            <a:ext cx="8892480" cy="52578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本段经文中心：福音</a:t>
            </a:r>
            <a:r>
              <a:rPr lang="en-US" altLang="zh-CN" dirty="0"/>
              <a:t>≈</a:t>
            </a:r>
            <a:r>
              <a:rPr lang="zh-CN" altLang="en-US" dirty="0"/>
              <a:t>基督</a:t>
            </a:r>
            <a:endParaRPr lang="en-US" altLang="zh-CN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福音兴旺</a:t>
            </a:r>
            <a:endParaRPr lang="en-US" altLang="zh-CN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基督传开</a:t>
            </a:r>
            <a:endParaRPr lang="en-US" altLang="zh-CN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基督显大</a:t>
            </a:r>
            <a:endParaRPr lang="en-US" altLang="zh-CN" dirty="0"/>
          </a:p>
          <a:p>
            <a:pPr marL="571500" indent="-571500">
              <a:buFont typeface="+mj-lt"/>
              <a:buAutoNum type="romanUcPeriod"/>
            </a:pPr>
            <a:r>
              <a:rPr lang="zh-CN" altLang="en-US" dirty="0"/>
              <a:t>本书的中心：以基督为中心</a:t>
            </a:r>
            <a:r>
              <a:rPr lang="en-US" altLang="zh-CN" dirty="0"/>
              <a:t>/</a:t>
            </a:r>
            <a:r>
              <a:rPr lang="zh-CN" altLang="en-US" dirty="0"/>
              <a:t>在基督里</a:t>
            </a:r>
            <a:endParaRPr lang="en-US" altLang="zh-CN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活着为基督（基督照常显大）</a:t>
            </a:r>
            <a:endParaRPr lang="en-US" altLang="zh-CN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活着学基督（以基督心为心）</a:t>
            </a:r>
            <a:endParaRPr lang="en-US" altLang="zh-CN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活着得基督（认识基督为至宝）</a:t>
            </a:r>
            <a:endParaRPr lang="en-US" altLang="zh-CN" dirty="0"/>
          </a:p>
          <a:p>
            <a:pPr marL="971550" lvl="1" indent="-571500">
              <a:buFont typeface="+mj-lt"/>
              <a:buAutoNum type="romanUcPeriod"/>
            </a:pPr>
            <a:r>
              <a:rPr lang="zh-CN" altLang="en-US" dirty="0"/>
              <a:t>活着靠基督（靠加给力量的凡事都能做）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71616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/>
              <a:t>经文分段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600200"/>
            <a:ext cx="8892480" cy="52578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zh-CN" altLang="zh-CN" dirty="0"/>
              <a:t>第一段：</a:t>
            </a:r>
            <a:r>
              <a:rPr lang="en-US" altLang="zh-CN" dirty="0"/>
              <a:t>12~14  </a:t>
            </a:r>
            <a:r>
              <a:rPr lang="zh-CN" altLang="zh-CN" dirty="0"/>
              <a:t>叫福音兴旺</a:t>
            </a:r>
            <a:endParaRPr lang="en-US" altLang="zh-CN" dirty="0"/>
          </a:p>
          <a:p>
            <a:pPr marL="571500" indent="-571500">
              <a:buFont typeface="+mj-lt"/>
              <a:buAutoNum type="romanUcPeriod"/>
            </a:pPr>
            <a:endParaRPr lang="en-US" altLang="zh-CN" dirty="0"/>
          </a:p>
          <a:p>
            <a:pPr marL="571500" indent="-571500">
              <a:buFont typeface="+mj-lt"/>
              <a:buAutoNum type="romanUcPeriod"/>
            </a:pPr>
            <a:r>
              <a:rPr lang="zh-CN" altLang="zh-CN" dirty="0"/>
              <a:t>第二段：</a:t>
            </a:r>
            <a:r>
              <a:rPr lang="en-US" altLang="zh-CN" dirty="0"/>
              <a:t>15~18a </a:t>
            </a:r>
            <a:r>
              <a:rPr lang="zh-CN" altLang="zh-CN" dirty="0"/>
              <a:t>基督被传开</a:t>
            </a:r>
            <a:endParaRPr lang="en-US" altLang="zh-CN" dirty="0"/>
          </a:p>
          <a:p>
            <a:pPr marL="571500" indent="-571500">
              <a:buFont typeface="+mj-lt"/>
              <a:buAutoNum type="romanUcPeriod"/>
            </a:pPr>
            <a:endParaRPr lang="en-US" altLang="zh-CN" dirty="0"/>
          </a:p>
          <a:p>
            <a:pPr marL="571500" indent="-571500">
              <a:buFont typeface="+mj-lt"/>
              <a:buAutoNum type="romanUcPeriod"/>
            </a:pPr>
            <a:r>
              <a:rPr lang="zh-CN" altLang="zh-CN" dirty="0"/>
              <a:t>第</a:t>
            </a:r>
            <a:r>
              <a:rPr lang="zh-CN" altLang="en-US" dirty="0"/>
              <a:t>三</a:t>
            </a:r>
            <a:r>
              <a:rPr lang="zh-CN" altLang="zh-CN" dirty="0"/>
              <a:t>段：</a:t>
            </a:r>
            <a:r>
              <a:rPr lang="en-US" altLang="zh-CN" dirty="0"/>
              <a:t>18b~21 </a:t>
            </a:r>
            <a:r>
              <a:rPr lang="zh-CN" altLang="en-US" dirty="0"/>
              <a:t>基督照常显大</a:t>
            </a:r>
            <a:endParaRPr lang="zh-CN" altLang="zh-CN" dirty="0"/>
          </a:p>
          <a:p>
            <a:pPr marL="571500" indent="-571500">
              <a:buFont typeface="+mj-lt"/>
              <a:buAutoNum type="romanUcPeriod"/>
            </a:pPr>
            <a:endParaRPr lang="zh-CN" altLang="zh-CN" dirty="0"/>
          </a:p>
          <a:p>
            <a:pPr marL="571500" indent="-571500">
              <a:buFont typeface="+mj-lt"/>
              <a:buAutoNum type="romanUcPeriod"/>
            </a:pP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09105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/>
              <a:t>第一段：</a:t>
            </a:r>
            <a:r>
              <a:rPr lang="en-US" altLang="zh-CN" dirty="0"/>
              <a:t>12~14  </a:t>
            </a:r>
            <a:r>
              <a:rPr lang="zh-CN" altLang="zh-CN" dirty="0"/>
              <a:t>叫福音兴旺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8964488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effectLst/>
                <a:cs typeface="Times New Roman" panose="02020603050405020304" pitchFamily="18" charset="0"/>
              </a:rPr>
              <a:t>12</a:t>
            </a:r>
            <a:r>
              <a:rPr lang="zh-CN" altLang="zh-CN" sz="2800" dirty="0">
                <a:effectLst/>
                <a:cs typeface="Times New Roman" panose="02020603050405020304" pitchFamily="18" charset="0"/>
              </a:rPr>
              <a:t>弟兄们，我愿意你们知道，我所遭遇的事更是叫福音兴旺，</a:t>
            </a:r>
            <a:endParaRPr lang="en-US" altLang="zh-CN" sz="2800" dirty="0">
              <a:effectLst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cs typeface="Times New Roman" panose="02020603050405020304" pitchFamily="18" charset="0"/>
              </a:rPr>
              <a:t>徒</a:t>
            </a:r>
            <a:r>
              <a:rPr lang="en-US" altLang="zh-CN" sz="2000" dirty="0">
                <a:cs typeface="Times New Roman" panose="02020603050405020304" pitchFamily="18" charset="0"/>
              </a:rPr>
              <a:t>22</a:t>
            </a:r>
            <a:r>
              <a:rPr lang="zh-CN" altLang="en-US" sz="2000" dirty="0">
                <a:cs typeface="Times New Roman" panose="02020603050405020304" pitchFamily="18" charset="0"/>
              </a:rPr>
              <a:t>章</a:t>
            </a:r>
            <a:r>
              <a:rPr lang="en-US" altLang="zh-CN" sz="2000" dirty="0">
                <a:cs typeface="Times New Roman" panose="02020603050405020304" pitchFamily="18" charset="0"/>
              </a:rPr>
              <a:t>1~23</a:t>
            </a:r>
            <a:r>
              <a:rPr lang="zh-CN" altLang="en-US" sz="2000" dirty="0">
                <a:cs typeface="Times New Roman" panose="02020603050405020304" pitchFamily="18" charset="0"/>
              </a:rPr>
              <a:t>节 在众人面前宣讲福音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effectLst/>
                <a:cs typeface="Times New Roman" panose="02020603050405020304" pitchFamily="18" charset="0"/>
              </a:rPr>
              <a:t>徒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23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章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1~8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节 在公会宣讲福音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cs typeface="Times New Roman" panose="02020603050405020304" pitchFamily="18" charset="0"/>
              </a:rPr>
              <a:t>徒</a:t>
            </a:r>
            <a:r>
              <a:rPr lang="en-US" altLang="zh-CN" sz="2000" dirty="0">
                <a:cs typeface="Times New Roman" panose="02020603050405020304" pitchFamily="18" charset="0"/>
              </a:rPr>
              <a:t>24</a:t>
            </a:r>
            <a:r>
              <a:rPr lang="zh-CN" altLang="en-US" sz="2000" dirty="0">
                <a:cs typeface="Times New Roman" panose="02020603050405020304" pitchFamily="18" charset="0"/>
              </a:rPr>
              <a:t>章 腓力斯面前讲死人复活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effectLst/>
                <a:cs typeface="Times New Roman" panose="02020603050405020304" pitchFamily="18" charset="0"/>
              </a:rPr>
              <a:t>徒</a:t>
            </a:r>
            <a:r>
              <a:rPr lang="en-US" altLang="zh-CN" sz="2000" dirty="0">
                <a:effectLst/>
                <a:cs typeface="Times New Roman" panose="02020603050405020304" pitchFamily="18" charset="0"/>
              </a:rPr>
              <a:t>26</a:t>
            </a:r>
            <a:r>
              <a:rPr lang="zh-CN" altLang="en-US" sz="2000" dirty="0">
                <a:effectLst/>
                <a:cs typeface="Times New Roman" panose="02020603050405020304" pitchFamily="18" charset="0"/>
              </a:rPr>
              <a:t>章 在亚基帕王面前分诉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cs typeface="Times New Roman" panose="02020603050405020304" pitchFamily="18" charset="0"/>
              </a:rPr>
              <a:t>徒</a:t>
            </a:r>
            <a:r>
              <a:rPr lang="en-US" altLang="zh-CN" sz="2000" dirty="0">
                <a:cs typeface="Times New Roman" panose="02020603050405020304" pitchFamily="18" charset="0"/>
              </a:rPr>
              <a:t>27</a:t>
            </a:r>
            <a:r>
              <a:rPr lang="zh-CN" altLang="en-US" sz="2000" dirty="0">
                <a:cs typeface="Times New Roman" panose="02020603050405020304" pitchFamily="18" charset="0"/>
              </a:rPr>
              <a:t>章 在患难中宣讲福音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cs typeface="Times New Roman" panose="02020603050405020304" pitchFamily="18" charset="0"/>
              </a:rPr>
              <a:t>林后</a:t>
            </a:r>
            <a:r>
              <a:rPr lang="en-US" altLang="zh-CN" sz="2000" dirty="0"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cs typeface="Times New Roman" panose="02020603050405020304" pitchFamily="18" charset="0"/>
              </a:rPr>
              <a:t>章</a:t>
            </a:r>
            <a:r>
              <a:rPr lang="en-US" altLang="zh-CN" sz="2000" dirty="0"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cs typeface="Times New Roman" panose="02020603050405020304" pitchFamily="18" charset="0"/>
              </a:rPr>
              <a:t>节（患难</a:t>
            </a:r>
            <a:r>
              <a:rPr lang="en-US" altLang="zh-CN" sz="2000" dirty="0">
                <a:cs typeface="Times New Roman" panose="02020603050405020304" pitchFamily="18" charset="0"/>
              </a:rPr>
              <a:t>-&gt; </a:t>
            </a:r>
            <a:r>
              <a:rPr lang="zh-CN" altLang="en-US" sz="2000" dirty="0">
                <a:cs typeface="Times New Roman" panose="02020603050405020304" pitchFamily="18" charset="0"/>
              </a:rPr>
              <a:t>安慰）</a:t>
            </a:r>
            <a:endParaRPr lang="zh-CN" altLang="zh-CN" sz="3600" dirty="0"/>
          </a:p>
        </p:txBody>
      </p:sp>
    </p:spTree>
    <p:extLst>
      <p:ext uri="{BB962C8B-B14F-4D97-AF65-F5344CB8AC3E}">
        <p14:creationId xmlns:p14="http://schemas.microsoft.com/office/powerpoint/2010/main" val="34299086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/>
              <a:t>第一段：</a:t>
            </a:r>
            <a:r>
              <a:rPr lang="en-US" altLang="zh-CN" dirty="0"/>
              <a:t>12~14  </a:t>
            </a:r>
            <a:r>
              <a:rPr lang="zh-CN" altLang="zh-CN" dirty="0"/>
              <a:t>叫福音兴旺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8964488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cs typeface="Times New Roman" panose="02020603050405020304" pitchFamily="18" charset="0"/>
              </a:rPr>
              <a:t>13</a:t>
            </a:r>
            <a:r>
              <a:rPr lang="zh-CN" altLang="zh-CN" sz="2400" dirty="0">
                <a:effectLst/>
                <a:cs typeface="Times New Roman" panose="02020603050405020304" pitchFamily="18" charset="0"/>
              </a:rPr>
              <a:t>以致我受的捆锁，在御营全军和其余的人中，已经显明是为基督的缘故。</a:t>
            </a:r>
            <a:endParaRPr lang="en-US" altLang="zh-CN" sz="2400" dirty="0">
              <a:effectLst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cs typeface="Times New Roman" panose="02020603050405020304" pitchFamily="18" charset="0"/>
              </a:rPr>
              <a:t>外邦人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cs typeface="Times New Roman" panose="02020603050405020304" pitchFamily="18" charset="0"/>
              </a:rPr>
              <a:t>14</a:t>
            </a:r>
            <a:r>
              <a:rPr lang="zh-CN" altLang="zh-CN" sz="2400" dirty="0">
                <a:effectLst/>
                <a:cs typeface="Times New Roman" panose="02020603050405020304" pitchFamily="18" charset="0"/>
              </a:rPr>
              <a:t>并且那在主里的弟兄，多半因我受的捆锁，就笃信不疑，越发放胆传　神的道，无所惧怕。</a:t>
            </a:r>
            <a:r>
              <a:rPr lang="zh-CN" altLang="zh-CN" sz="2400" dirty="0">
                <a:effectLst/>
                <a:cs typeface="宋体" panose="02010600030101010101" pitchFamily="2" charset="-122"/>
              </a:rPr>
              <a:t> </a:t>
            </a:r>
            <a:endParaRPr lang="en-US" altLang="zh-CN" sz="2400" dirty="0">
              <a:effectLst/>
              <a:cs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cs typeface="宋体" panose="02010600030101010101" pitchFamily="2" charset="-122"/>
              </a:rPr>
              <a:t>主内弟兄姊妹</a:t>
            </a:r>
            <a:endParaRPr lang="en-US" altLang="zh-CN" sz="2000" dirty="0">
              <a:effectLst/>
              <a:cs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彼得、约翰：徒</a:t>
            </a:r>
            <a:r>
              <a:rPr lang="en-US" altLang="zh-CN" sz="1800" dirty="0"/>
              <a:t>4</a:t>
            </a:r>
            <a:r>
              <a:rPr lang="zh-CN" altLang="en-US" sz="1800" dirty="0"/>
              <a:t>章</a:t>
            </a:r>
            <a:r>
              <a:rPr lang="en-US" altLang="zh-CN" sz="1800" dirty="0"/>
              <a:t>19~20</a:t>
            </a:r>
            <a:r>
              <a:rPr lang="zh-CN" altLang="en-US" sz="1800" dirty="0"/>
              <a:t>节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保罗：徒</a:t>
            </a:r>
            <a:r>
              <a:rPr lang="en-US" altLang="zh-CN" sz="1800" dirty="0"/>
              <a:t>28</a:t>
            </a:r>
            <a:r>
              <a:rPr lang="zh-CN" altLang="en-US" sz="1800" dirty="0"/>
              <a:t>章</a:t>
            </a:r>
            <a:r>
              <a:rPr lang="en-US" altLang="zh-CN" sz="1800" dirty="0"/>
              <a:t>30~31</a:t>
            </a:r>
            <a:r>
              <a:rPr lang="zh-CN" altLang="en-US" sz="1800" dirty="0"/>
              <a:t>节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循环：①真理教导 </a:t>
            </a:r>
            <a:r>
              <a:rPr lang="en-US" altLang="zh-CN" sz="1800" dirty="0"/>
              <a:t>-&gt; </a:t>
            </a:r>
            <a:r>
              <a:rPr lang="zh-CN" altLang="en-US" sz="1800" dirty="0"/>
              <a:t>信心增加 </a:t>
            </a:r>
            <a:r>
              <a:rPr lang="en-US" altLang="zh-CN" sz="1800" dirty="0"/>
              <a:t>-&gt; </a:t>
            </a:r>
            <a:r>
              <a:rPr lang="zh-CN" altLang="en-US" sz="1800" dirty="0"/>
              <a:t>传扬福音 </a:t>
            </a:r>
            <a:r>
              <a:rPr lang="en-US" altLang="zh-CN" sz="1800" dirty="0"/>
              <a:t>-&gt; </a:t>
            </a:r>
            <a:r>
              <a:rPr lang="zh-CN" altLang="en-US" sz="1800" dirty="0"/>
              <a:t>见证福音 </a:t>
            </a:r>
            <a:r>
              <a:rPr lang="en-US" altLang="zh-CN" sz="1800" dirty="0"/>
              <a:t>-&gt; </a:t>
            </a:r>
            <a:r>
              <a:rPr lang="zh-CN" altLang="en-US" sz="1800" dirty="0"/>
              <a:t>真理认识 </a:t>
            </a:r>
            <a:r>
              <a:rPr lang="en-US" altLang="zh-CN" sz="1800" dirty="0"/>
              <a:t>-&gt; </a:t>
            </a:r>
            <a:r>
              <a:rPr lang="zh-CN" altLang="en-US" sz="1800" dirty="0"/>
              <a:t>①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5548279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第二段：</a:t>
            </a:r>
            <a:r>
              <a:rPr lang="en-US" altLang="zh-CN" dirty="0"/>
              <a:t>15~18a </a:t>
            </a:r>
            <a:r>
              <a:rPr lang="zh-CN" altLang="zh-CN" dirty="0"/>
              <a:t>基督被传开</a:t>
            </a:r>
            <a:endParaRPr lang="en-US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cs typeface="Times New Roman" panose="02020603050405020304" pitchFamily="18" charset="0"/>
              </a:rPr>
              <a:t>15</a:t>
            </a:r>
            <a:r>
              <a:rPr lang="zh-CN" altLang="zh-CN" sz="2800" dirty="0">
                <a:cs typeface="Times New Roman" panose="02020603050405020304" pitchFamily="18" charset="0"/>
              </a:rPr>
              <a:t>有的传</a:t>
            </a:r>
            <a:r>
              <a:rPr lang="zh-CN" altLang="zh-CN" sz="2800" dirty="0">
                <a:highlight>
                  <a:srgbClr val="008080"/>
                </a:highlight>
                <a:cs typeface="Times New Roman" panose="02020603050405020304" pitchFamily="18" charset="0"/>
              </a:rPr>
              <a:t>基督</a:t>
            </a:r>
            <a:r>
              <a:rPr lang="zh-CN" altLang="zh-CN" sz="2800" dirty="0">
                <a:cs typeface="Times New Roman" panose="02020603050405020304" pitchFamily="18" charset="0"/>
              </a:rPr>
              <a:t>是出于</a:t>
            </a:r>
            <a:r>
              <a:rPr lang="zh-CN" altLang="zh-CN" sz="2800" dirty="0">
                <a:highlight>
                  <a:srgbClr val="800000"/>
                </a:highlight>
                <a:cs typeface="Times New Roman" panose="02020603050405020304" pitchFamily="18" charset="0"/>
              </a:rPr>
              <a:t>嫉妒纷争</a:t>
            </a:r>
            <a:r>
              <a:rPr lang="zh-CN" altLang="zh-CN" sz="2800" dirty="0">
                <a:cs typeface="Times New Roman" panose="02020603050405020304" pitchFamily="18" charset="0"/>
              </a:rPr>
              <a:t>，也有的是出于</a:t>
            </a:r>
            <a:r>
              <a:rPr lang="zh-CN" altLang="zh-CN" sz="2800" dirty="0">
                <a:highlight>
                  <a:srgbClr val="0000FF"/>
                </a:highlight>
                <a:cs typeface="Times New Roman" panose="02020603050405020304" pitchFamily="18" charset="0"/>
              </a:rPr>
              <a:t>好意</a:t>
            </a:r>
            <a:r>
              <a:rPr lang="zh-CN" altLang="zh-CN" sz="2800" dirty="0"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cs typeface="Times New Roman" panose="02020603050405020304" pitchFamily="18" charset="0"/>
              </a:rPr>
              <a:t>16</a:t>
            </a:r>
            <a:r>
              <a:rPr lang="zh-CN" altLang="zh-CN" sz="2800" dirty="0">
                <a:cs typeface="Times New Roman" panose="02020603050405020304" pitchFamily="18" charset="0"/>
              </a:rPr>
              <a:t>这一等是出于</a:t>
            </a:r>
            <a:r>
              <a:rPr lang="zh-CN" altLang="zh-CN" sz="2800" dirty="0">
                <a:highlight>
                  <a:srgbClr val="0000FF"/>
                </a:highlight>
                <a:cs typeface="Times New Roman" panose="02020603050405020304" pitchFamily="18" charset="0"/>
              </a:rPr>
              <a:t>爱心</a:t>
            </a:r>
            <a:r>
              <a:rPr lang="zh-CN" altLang="zh-CN" sz="2800" dirty="0">
                <a:cs typeface="Times New Roman" panose="02020603050405020304" pitchFamily="18" charset="0"/>
              </a:rPr>
              <a:t>，知道我是为辩明</a:t>
            </a:r>
            <a:r>
              <a:rPr lang="zh-CN" altLang="zh-CN" sz="2800" dirty="0">
                <a:highlight>
                  <a:srgbClr val="0000FF"/>
                </a:highlight>
                <a:cs typeface="Times New Roman" panose="02020603050405020304" pitchFamily="18" charset="0"/>
              </a:rPr>
              <a:t>福音</a:t>
            </a:r>
            <a:r>
              <a:rPr lang="zh-CN" altLang="zh-CN" sz="2800" dirty="0">
                <a:cs typeface="Times New Roman" panose="02020603050405020304" pitchFamily="18" charset="0"/>
              </a:rPr>
              <a:t>设立的。 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cs typeface="Times New Roman" panose="02020603050405020304" pitchFamily="18" charset="0"/>
              </a:rPr>
              <a:t>17</a:t>
            </a:r>
            <a:r>
              <a:rPr lang="zh-CN" altLang="zh-CN" sz="2800" dirty="0">
                <a:cs typeface="Times New Roman" panose="02020603050405020304" pitchFamily="18" charset="0"/>
              </a:rPr>
              <a:t>那一等传基督是出于</a:t>
            </a:r>
            <a:r>
              <a:rPr lang="zh-CN" altLang="zh-CN" sz="2800" dirty="0">
                <a:highlight>
                  <a:srgbClr val="800000"/>
                </a:highlight>
                <a:cs typeface="Times New Roman" panose="02020603050405020304" pitchFamily="18" charset="0"/>
              </a:rPr>
              <a:t>结党</a:t>
            </a:r>
            <a:r>
              <a:rPr lang="zh-CN" altLang="zh-CN" sz="2800" dirty="0">
                <a:cs typeface="Times New Roman" panose="02020603050405020304" pitchFamily="18" charset="0"/>
              </a:rPr>
              <a:t>，并</a:t>
            </a:r>
            <a:r>
              <a:rPr lang="zh-CN" altLang="zh-CN" sz="2800" dirty="0">
                <a:highlight>
                  <a:srgbClr val="800000"/>
                </a:highlight>
                <a:cs typeface="Times New Roman" panose="02020603050405020304" pitchFamily="18" charset="0"/>
              </a:rPr>
              <a:t>不诚实</a:t>
            </a:r>
            <a:r>
              <a:rPr lang="zh-CN" altLang="zh-CN" sz="2800" dirty="0">
                <a:cs typeface="Times New Roman" panose="02020603050405020304" pitchFamily="18" charset="0"/>
              </a:rPr>
              <a:t>，意思要加增我捆锁的</a:t>
            </a:r>
            <a:r>
              <a:rPr lang="zh-CN" altLang="zh-CN" sz="2800" dirty="0">
                <a:highlight>
                  <a:srgbClr val="800000"/>
                </a:highlight>
                <a:cs typeface="Times New Roman" panose="02020603050405020304" pitchFamily="18" charset="0"/>
              </a:rPr>
              <a:t>苦楚</a:t>
            </a:r>
            <a:r>
              <a:rPr lang="zh-CN" altLang="zh-CN" sz="2800" dirty="0">
                <a:cs typeface="Times New Roman" panose="02020603050405020304" pitchFamily="18" charset="0"/>
              </a:rPr>
              <a:t>。 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cs typeface="Times New Roman" panose="02020603050405020304" pitchFamily="18" charset="0"/>
              </a:rPr>
              <a:t>18</a:t>
            </a:r>
            <a:r>
              <a:rPr lang="zh-CN" altLang="zh-CN" sz="2800" dirty="0"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cs typeface="Times New Roman" panose="02020603050405020304" pitchFamily="18" charset="0"/>
              </a:rPr>
              <a:t>）这有何妨呢？或是</a:t>
            </a:r>
            <a:r>
              <a:rPr lang="zh-CN" altLang="zh-CN" sz="2800" dirty="0">
                <a:highlight>
                  <a:srgbClr val="800000"/>
                </a:highlight>
                <a:cs typeface="Times New Roman" panose="02020603050405020304" pitchFamily="18" charset="0"/>
              </a:rPr>
              <a:t>假意</a:t>
            </a:r>
            <a:r>
              <a:rPr lang="zh-CN" altLang="zh-CN" sz="2800" dirty="0">
                <a:cs typeface="Times New Roman" panose="02020603050405020304" pitchFamily="18" charset="0"/>
              </a:rPr>
              <a:t>，或是</a:t>
            </a:r>
            <a:r>
              <a:rPr lang="zh-CN" altLang="zh-CN" sz="2800" dirty="0">
                <a:highlight>
                  <a:srgbClr val="0000FF"/>
                </a:highlight>
                <a:cs typeface="Times New Roman" panose="02020603050405020304" pitchFamily="18" charset="0"/>
              </a:rPr>
              <a:t>真心</a:t>
            </a:r>
            <a:r>
              <a:rPr lang="zh-CN" altLang="zh-CN" sz="2800" dirty="0">
                <a:cs typeface="Times New Roman" panose="02020603050405020304" pitchFamily="18" charset="0"/>
              </a:rPr>
              <a:t>，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	</a:t>
            </a:r>
            <a:r>
              <a:rPr lang="zh-CN" altLang="zh-CN" sz="2800" dirty="0">
                <a:cs typeface="Times New Roman" panose="02020603050405020304" pitchFamily="18" charset="0"/>
              </a:rPr>
              <a:t>无论怎样，基督究竟被</a:t>
            </a:r>
            <a:r>
              <a:rPr lang="zh-CN" altLang="zh-CN" sz="2800" dirty="0">
                <a:highlight>
                  <a:srgbClr val="008080"/>
                </a:highlight>
                <a:cs typeface="Times New Roman" panose="02020603050405020304" pitchFamily="18" charset="0"/>
              </a:rPr>
              <a:t>传开</a:t>
            </a:r>
            <a:r>
              <a:rPr lang="zh-CN" altLang="zh-CN" sz="2800" dirty="0">
                <a:cs typeface="Times New Roman" panose="02020603050405020304" pitchFamily="18" charset="0"/>
              </a:rPr>
              <a:t>了。为此，我就欢喜，</a:t>
            </a:r>
          </a:p>
        </p:txBody>
      </p:sp>
    </p:spTree>
    <p:extLst>
      <p:ext uri="{BB962C8B-B14F-4D97-AF65-F5344CB8AC3E}">
        <p14:creationId xmlns:p14="http://schemas.microsoft.com/office/powerpoint/2010/main" val="37208671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第二段：</a:t>
            </a:r>
            <a:r>
              <a:rPr lang="en-US" altLang="zh-CN" dirty="0"/>
              <a:t>15~18a </a:t>
            </a:r>
            <a:r>
              <a:rPr lang="zh-CN" altLang="zh-CN" dirty="0"/>
              <a:t>基督被传开</a:t>
            </a:r>
            <a:endParaRPr lang="en-US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zh-CN" altLang="en-US" sz="2000" kern="100" dirty="0">
                <a:effectLst/>
                <a:cs typeface="Times New Roman" panose="02020603050405020304" pitchFamily="18" charset="0"/>
              </a:rPr>
              <a:t>两种人：</a:t>
            </a:r>
            <a:endParaRPr lang="en-US" altLang="zh-CN" sz="2000" kern="100" dirty="0">
              <a:effectLst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</a:pPr>
            <a:r>
              <a:rPr lang="zh-CN" altLang="en-US" sz="1600" kern="100" dirty="0">
                <a:effectLst/>
                <a:cs typeface="Times New Roman" panose="02020603050405020304" pitchFamily="18" charset="0"/>
              </a:rPr>
              <a:t>①</a:t>
            </a:r>
            <a:r>
              <a:rPr lang="zh-CN" altLang="zh-CN" sz="1600" kern="100" dirty="0">
                <a:effectLst/>
                <a:cs typeface="Times New Roman" panose="02020603050405020304" pitchFamily="18" charset="0"/>
              </a:rPr>
              <a:t>嫉妒纷争 </a:t>
            </a:r>
            <a:r>
              <a:rPr lang="en-US" altLang="zh-CN" sz="1600" kern="100" dirty="0">
                <a:effectLst/>
                <a:cs typeface="Times New Roman" panose="02020603050405020304" pitchFamily="18" charset="0"/>
              </a:rPr>
              <a:t>	---   </a:t>
            </a:r>
            <a:r>
              <a:rPr lang="zh-CN" altLang="zh-CN" sz="1600" kern="100" dirty="0">
                <a:effectLst/>
                <a:cs typeface="Times New Roman" panose="02020603050405020304" pitchFamily="18" charset="0"/>
              </a:rPr>
              <a:t>自私 </a:t>
            </a:r>
            <a:r>
              <a:rPr lang="en-US" altLang="zh-CN" sz="1600" kern="100" dirty="0">
                <a:effectLst/>
                <a:cs typeface="Times New Roman" panose="02020603050405020304" pitchFamily="18" charset="0"/>
              </a:rPr>
              <a:t>  ---    </a:t>
            </a:r>
            <a:r>
              <a:rPr lang="zh-CN" altLang="zh-CN" sz="1600" kern="100" dirty="0">
                <a:effectLst/>
                <a:cs typeface="Times New Roman" panose="02020603050405020304" pitchFamily="18" charset="0"/>
              </a:rPr>
              <a:t>出于结党，并不诚实</a:t>
            </a:r>
            <a:r>
              <a:rPr lang="en-US" altLang="zh-CN" sz="1600" kern="100" dirty="0">
                <a:effectLst/>
                <a:cs typeface="Times New Roman" panose="02020603050405020304" pitchFamily="18" charset="0"/>
              </a:rPr>
              <a:t> --- </a:t>
            </a:r>
            <a:r>
              <a:rPr lang="zh-CN" altLang="zh-CN" sz="1600" kern="100" dirty="0">
                <a:effectLst/>
                <a:cs typeface="Times New Roman" panose="02020603050405020304" pitchFamily="18" charset="0"/>
              </a:rPr>
              <a:t>加赠我捆锁的苦楚  </a:t>
            </a:r>
            <a:r>
              <a:rPr lang="en-US" altLang="zh-CN" sz="1600" kern="100" dirty="0">
                <a:effectLst/>
                <a:cs typeface="Times New Roman" panose="02020603050405020304" pitchFamily="18" charset="0"/>
              </a:rPr>
              <a:t>--- </a:t>
            </a:r>
            <a:r>
              <a:rPr lang="zh-CN" altLang="zh-CN" sz="1600" kern="100" dirty="0">
                <a:effectLst/>
                <a:cs typeface="Times New Roman" panose="02020603050405020304" pitchFamily="18" charset="0"/>
              </a:rPr>
              <a:t>假意</a:t>
            </a:r>
          </a:p>
          <a:p>
            <a:pPr lvl="1" algn="just">
              <a:lnSpc>
                <a:spcPct val="200000"/>
              </a:lnSpc>
            </a:pPr>
            <a:r>
              <a:rPr lang="zh-CN" altLang="en-US" sz="1600" kern="100" dirty="0">
                <a:effectLst/>
                <a:cs typeface="Times New Roman" panose="02020603050405020304" pitchFamily="18" charset="0"/>
              </a:rPr>
              <a:t>②</a:t>
            </a:r>
            <a:r>
              <a:rPr lang="zh-CN" altLang="zh-CN" sz="1600" kern="100" dirty="0">
                <a:effectLst/>
                <a:cs typeface="Times New Roman" panose="02020603050405020304" pitchFamily="18" charset="0"/>
              </a:rPr>
              <a:t>好意</a:t>
            </a:r>
            <a:r>
              <a:rPr lang="en-US" altLang="zh-CN" sz="1600" kern="100" dirty="0">
                <a:effectLst/>
                <a:cs typeface="Times New Roman" panose="02020603050405020304" pitchFamily="18" charset="0"/>
              </a:rPr>
              <a:t>	---   </a:t>
            </a:r>
            <a:r>
              <a:rPr lang="zh-CN" altLang="zh-CN" sz="1600" kern="100" dirty="0">
                <a:effectLst/>
                <a:cs typeface="Times New Roman" panose="02020603050405020304" pitchFamily="18" charset="0"/>
              </a:rPr>
              <a:t>爱心 </a:t>
            </a:r>
            <a:r>
              <a:rPr lang="en-US" altLang="zh-CN" sz="1600" kern="100" dirty="0">
                <a:effectLst/>
                <a:cs typeface="Times New Roman" panose="02020603050405020304" pitchFamily="18" charset="0"/>
              </a:rPr>
              <a:t>  ---    </a:t>
            </a:r>
            <a:r>
              <a:rPr lang="zh-CN" altLang="zh-CN" sz="1600" kern="100" dirty="0">
                <a:effectLst/>
                <a:cs typeface="Times New Roman" panose="02020603050405020304" pitchFamily="18" charset="0"/>
              </a:rPr>
              <a:t>我为辨明福音设立的</a:t>
            </a:r>
            <a:r>
              <a:rPr lang="en-US" altLang="zh-CN" sz="1600" kern="100" dirty="0">
                <a:effectLst/>
                <a:cs typeface="Times New Roman" panose="02020603050405020304" pitchFamily="18" charset="0"/>
              </a:rPr>
              <a:t>     	                --- </a:t>
            </a:r>
            <a:r>
              <a:rPr lang="zh-CN" altLang="zh-CN" sz="1600" kern="100" dirty="0">
                <a:effectLst/>
                <a:cs typeface="Times New Roman" panose="02020603050405020304" pitchFamily="18" charset="0"/>
              </a:rPr>
              <a:t>真心</a:t>
            </a:r>
            <a:endParaRPr lang="en-US" altLang="zh-CN" sz="1600" kern="100" dirty="0">
              <a:effectLst/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</a:pPr>
            <a:r>
              <a:rPr lang="zh-CN" altLang="en-US" sz="1600" kern="100" dirty="0">
                <a:cs typeface="Times New Roman" panose="02020603050405020304" pitchFamily="18" charset="0"/>
              </a:rPr>
              <a:t>结果：基督被传开了 </a:t>
            </a:r>
            <a:r>
              <a:rPr lang="en-US" altLang="zh-CN" sz="1600" kern="100" dirty="0">
                <a:cs typeface="Times New Roman" panose="02020603050405020304" pitchFamily="18" charset="0"/>
              </a:rPr>
              <a:t>-&gt; </a:t>
            </a:r>
            <a:r>
              <a:rPr lang="zh-CN" altLang="en-US" sz="1600" kern="100" dirty="0">
                <a:cs typeface="Times New Roman" panose="02020603050405020304" pitchFamily="18" charset="0"/>
              </a:rPr>
              <a:t>欢喜</a:t>
            </a:r>
            <a:endParaRPr lang="en-US" altLang="zh-CN" sz="1600" kern="100" dirty="0"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kern="100" dirty="0">
                <a:cs typeface="Times New Roman" panose="02020603050405020304" pitchFamily="18" charset="0"/>
              </a:rPr>
              <a:t>嫉妒：</a:t>
            </a:r>
            <a:endParaRPr lang="en-US" altLang="zh-CN" sz="2000" kern="100" dirty="0"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effectLst/>
                <a:cs typeface="Times New Roman" panose="02020603050405020304" pitchFamily="18" charset="0"/>
              </a:rPr>
              <a:t>可</a:t>
            </a:r>
            <a:r>
              <a:rPr lang="en-US" altLang="zh-CN" sz="1600" dirty="0">
                <a:effectLst/>
                <a:cs typeface="Times New Roman" panose="02020603050405020304" pitchFamily="18" charset="0"/>
              </a:rPr>
              <a:t>15:10</a:t>
            </a:r>
            <a:endParaRPr lang="en-US" altLang="zh-CN" sz="1600" kern="100" dirty="0">
              <a:cs typeface="Times New Roman" panose="02020603050405020304" pitchFamily="18" charset="0"/>
            </a:endParaRPr>
          </a:p>
          <a:p>
            <a:pPr lvl="1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kern="100" dirty="0">
                <a:cs typeface="Times New Roman" panose="02020603050405020304" pitchFamily="18" charset="0"/>
              </a:rPr>
              <a:t>结党：</a:t>
            </a:r>
            <a:endParaRPr lang="en-US" altLang="zh-CN" sz="2000" kern="100" dirty="0">
              <a:cs typeface="Times New Roman" panose="02020603050405020304" pitchFamily="18" charset="0"/>
            </a:endParaRP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kern="100" dirty="0">
                <a:cs typeface="Times New Roman" panose="02020603050405020304" pitchFamily="18" charset="0"/>
              </a:rPr>
              <a:t>林前</a:t>
            </a:r>
            <a:r>
              <a:rPr lang="en-US" altLang="zh-CN" sz="1600" kern="100" dirty="0">
                <a:cs typeface="Times New Roman" panose="02020603050405020304" pitchFamily="18" charset="0"/>
              </a:rPr>
              <a:t>1:10</a:t>
            </a:r>
          </a:p>
          <a:p>
            <a:pPr lvl="2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sz="2000" kern="1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940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第</a:t>
            </a:r>
            <a:r>
              <a:rPr lang="zh-CN" altLang="en-US" dirty="0"/>
              <a:t>三</a:t>
            </a:r>
            <a:r>
              <a:rPr lang="zh-CN" altLang="zh-CN" dirty="0"/>
              <a:t>段：</a:t>
            </a:r>
            <a:r>
              <a:rPr lang="en-US" altLang="zh-CN" dirty="0"/>
              <a:t>18b~21 </a:t>
            </a:r>
            <a:r>
              <a:rPr lang="zh-CN" altLang="en-US" dirty="0"/>
              <a:t>基督照常显大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8964488" cy="52578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cs typeface="Times New Roman" panose="02020603050405020304" pitchFamily="18" charset="0"/>
              </a:rPr>
              <a:t>18</a:t>
            </a:r>
            <a:r>
              <a:rPr lang="zh-CN" altLang="zh-CN" sz="2400" dirty="0"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cs typeface="Times New Roman" panose="02020603050405020304" pitchFamily="18" charset="0"/>
              </a:rPr>
              <a:t>b</a:t>
            </a:r>
            <a:r>
              <a:rPr lang="zh-CN" altLang="zh-CN" sz="2400" dirty="0">
                <a:cs typeface="Times New Roman" panose="02020603050405020304" pitchFamily="18" charset="0"/>
              </a:rPr>
              <a:t>）并且还要欢喜。</a:t>
            </a:r>
          </a:p>
          <a:p>
            <a:pPr>
              <a:lnSpc>
                <a:spcPct val="200000"/>
              </a:lnSpc>
            </a:pPr>
            <a:r>
              <a:rPr lang="en-US" altLang="zh-CN" sz="2400" dirty="0">
                <a:cs typeface="Times New Roman" panose="02020603050405020304" pitchFamily="18" charset="0"/>
              </a:rPr>
              <a:t>19</a:t>
            </a:r>
            <a:r>
              <a:rPr lang="zh-CN" altLang="zh-CN" sz="2400" dirty="0">
                <a:cs typeface="Times New Roman" panose="02020603050405020304" pitchFamily="18" charset="0"/>
              </a:rPr>
              <a:t>因为我知道，这事藉着你们的祈祷和耶稣基督之灵的帮助，</a:t>
            </a:r>
            <a:r>
              <a:rPr lang="zh-CN" altLang="zh-CN" sz="2400" b="1" dirty="0">
                <a:cs typeface="Times New Roman" panose="02020603050405020304" pitchFamily="18" charset="0"/>
              </a:rPr>
              <a:t>终必叫我得救</a:t>
            </a:r>
            <a:r>
              <a:rPr lang="zh-CN" altLang="zh-CN" sz="2400" dirty="0">
                <a:cs typeface="Times New Roman" panose="02020603050405020304" pitchFamily="18" charset="0"/>
              </a:rPr>
              <a:t>。 </a:t>
            </a:r>
            <a:r>
              <a:rPr lang="en-US" altLang="zh-CN" sz="2400" dirty="0">
                <a:cs typeface="Times New Roman" panose="02020603050405020304" pitchFamily="18" charset="0"/>
              </a:rPr>
              <a:t>	</a:t>
            </a:r>
          </a:p>
          <a:p>
            <a:pPr lvl="1">
              <a:lnSpc>
                <a:spcPct val="200000"/>
              </a:lnSpc>
            </a:pPr>
            <a:r>
              <a:rPr lang="zh-CN" altLang="zh-CN" sz="1800" dirty="0">
                <a:cs typeface="Times New Roman" panose="02020603050405020304" pitchFamily="18" charset="0"/>
              </a:rPr>
              <a:t>【太</a:t>
            </a:r>
            <a:r>
              <a:rPr lang="en-US" altLang="zh-CN" sz="1800" dirty="0">
                <a:cs typeface="Times New Roman" panose="02020603050405020304" pitchFamily="18" charset="0"/>
              </a:rPr>
              <a:t>10:19</a:t>
            </a:r>
            <a:r>
              <a:rPr lang="zh-CN" altLang="zh-CN" sz="1800" dirty="0">
                <a:cs typeface="Times New Roman" panose="02020603050405020304" pitchFamily="18" charset="0"/>
              </a:rPr>
              <a:t>】你们被交的时候，不要思虑怎样说话，或说什么话。到那时候，必赐给你们当说的话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</a:pPr>
            <a:r>
              <a:rPr lang="zh-CN" altLang="zh-CN" sz="1800" dirty="0">
                <a:effectLst/>
                <a:cs typeface="Times New Roman" panose="02020603050405020304" pitchFamily="18" charset="0"/>
              </a:rPr>
              <a:t>【伯</a:t>
            </a:r>
            <a:r>
              <a:rPr lang="en-US" altLang="zh-CN" sz="1800" dirty="0">
                <a:effectLst/>
                <a:cs typeface="Times New Roman" panose="02020603050405020304" pitchFamily="18" charset="0"/>
              </a:rPr>
              <a:t>13:16</a:t>
            </a:r>
            <a:r>
              <a:rPr lang="zh-CN" altLang="zh-CN" sz="1800" dirty="0">
                <a:effectLst/>
                <a:cs typeface="Times New Roman" panose="02020603050405020304" pitchFamily="18" charset="0"/>
              </a:rPr>
              <a:t>】这要成为我的拯救，因为不虔诚的人不得到他面前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7305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第</a:t>
            </a:r>
            <a:r>
              <a:rPr lang="zh-CN" altLang="en-US" dirty="0"/>
              <a:t>三</a:t>
            </a:r>
            <a:r>
              <a:rPr lang="zh-CN" altLang="zh-CN" dirty="0"/>
              <a:t>段：</a:t>
            </a:r>
            <a:r>
              <a:rPr lang="en-US" altLang="zh-CN" dirty="0"/>
              <a:t>18b~21 </a:t>
            </a:r>
            <a:r>
              <a:rPr lang="zh-CN" altLang="en-US" dirty="0"/>
              <a:t>基督照常显大</a:t>
            </a:r>
            <a:endParaRPr lang="zh-CN" altLang="zh-CN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8964488" cy="52578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cs typeface="Times New Roman" panose="02020603050405020304" pitchFamily="18" charset="0"/>
              </a:rPr>
              <a:t>20</a:t>
            </a:r>
            <a:r>
              <a:rPr lang="zh-CN" altLang="zh-CN" sz="2400" dirty="0">
                <a:cs typeface="Times New Roman" panose="02020603050405020304" pitchFamily="18" charset="0"/>
              </a:rPr>
              <a:t>照着我所切慕、所盼望的，没有一事叫我羞愧。只要凡事放胆，无论是生是死，总叫基督在我身上照常显大。 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cs typeface="Times New Roman" panose="02020603050405020304" pitchFamily="18" charset="0"/>
              </a:rPr>
              <a:t>21</a:t>
            </a:r>
            <a:r>
              <a:rPr lang="zh-CN" altLang="zh-CN" sz="2400" dirty="0">
                <a:cs typeface="Times New Roman" panose="02020603050405020304" pitchFamily="18" charset="0"/>
              </a:rPr>
              <a:t>因我活着就是基督，我死了就有益处。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</a:pPr>
            <a:r>
              <a:rPr lang="zh-CN" altLang="en-US" sz="2000" dirty="0">
                <a:cs typeface="Times New Roman" panose="02020603050405020304" pitchFamily="18" charset="0"/>
              </a:rPr>
              <a:t>以弗所书</a:t>
            </a:r>
            <a:r>
              <a:rPr lang="en-US" altLang="zh-CN" sz="2000" dirty="0"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cs typeface="Times New Roman" panose="02020603050405020304" pitchFamily="18" charset="0"/>
              </a:rPr>
              <a:t>章</a:t>
            </a:r>
            <a:r>
              <a:rPr lang="en-US" altLang="zh-CN" sz="2000" dirty="0">
                <a:cs typeface="Times New Roman" panose="02020603050405020304" pitchFamily="18" charset="0"/>
              </a:rPr>
              <a:t>14~18</a:t>
            </a:r>
            <a:r>
              <a:rPr lang="zh-CN" altLang="en-US" sz="2000" dirty="0">
                <a:cs typeface="Times New Roman" panose="02020603050405020304" pitchFamily="18" charset="0"/>
              </a:rPr>
              <a:t>节：神所赐的军装</a:t>
            </a:r>
            <a:endParaRPr lang="zh-CN" altLang="zh-CN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2578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/>
              <a:t>应用思考</a:t>
            </a:r>
            <a:r>
              <a:rPr lang="zh-CN" altLang="en-US" dirty="0"/>
              <a:t>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zh-CN" altLang="en-US" sz="2800" dirty="0"/>
              <a:t>个人传福音动机</a:t>
            </a:r>
            <a:r>
              <a:rPr lang="zh-CN" altLang="zh-CN" sz="2800" dirty="0"/>
              <a:t>？</a:t>
            </a:r>
          </a:p>
          <a:p>
            <a:pPr lvl="0">
              <a:lnSpc>
                <a:spcPct val="150000"/>
              </a:lnSpc>
            </a:pPr>
            <a:r>
              <a:rPr lang="zh-CN" altLang="en-US" sz="2800" dirty="0"/>
              <a:t>个人如何活着就是基督？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在真理</a:t>
            </a:r>
            <a:r>
              <a:rPr lang="en-US" altLang="zh-CN" sz="2400" dirty="0"/>
              <a:t>/</a:t>
            </a:r>
            <a:r>
              <a:rPr lang="zh-CN" altLang="en-US" sz="2400" dirty="0"/>
              <a:t>心志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在行为</a:t>
            </a:r>
            <a:r>
              <a:rPr lang="en-US" altLang="zh-CN" sz="2400" dirty="0"/>
              <a:t>/</a:t>
            </a:r>
            <a:r>
              <a:rPr lang="zh-CN" altLang="en-US" sz="2400" dirty="0"/>
              <a:t>周围人关系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个人面对死亡时会不会优先考虑与神的关系？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身体衰残而死亡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面对殉道的可能</a:t>
            </a:r>
            <a:endParaRPr lang="zh-CN" altLang="zh-CN" sz="2400" dirty="0"/>
          </a:p>
          <a:p>
            <a:pPr lvl="0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18362002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6043</TotalTime>
  <Words>1179</Words>
  <Application>Microsoft Office PowerPoint</Application>
  <PresentationFormat>全屏显示(4:3)</PresentationFormat>
  <Paragraphs>112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华文琥珀</vt:lpstr>
      <vt:lpstr>华文新魏</vt:lpstr>
      <vt:lpstr>微软雅黑</vt:lpstr>
      <vt:lpstr>Arial</vt:lpstr>
      <vt:lpstr>Calibri</vt:lpstr>
      <vt:lpstr>Trebuchet MS</vt:lpstr>
      <vt:lpstr>Wingdings</vt:lpstr>
      <vt:lpstr>Diseño predeterminado</vt:lpstr>
      <vt:lpstr>PowerPoint 演示文稿</vt:lpstr>
      <vt:lpstr>经文：腓立比书1章12~21节</vt:lpstr>
      <vt:lpstr>经文中心：基督/福音</vt:lpstr>
      <vt:lpstr>经文背景：</vt:lpstr>
      <vt:lpstr>经文中心：</vt:lpstr>
      <vt:lpstr>经文分段</vt:lpstr>
      <vt:lpstr>第一段：12~14  叫福音兴旺</vt:lpstr>
      <vt:lpstr>第一段：12~14  叫福音兴旺</vt:lpstr>
      <vt:lpstr>第二段：15~18a 基督被传开</vt:lpstr>
      <vt:lpstr>第二段：15~18a 基督被传开</vt:lpstr>
      <vt:lpstr>第三段：18b~21 基督照常显大</vt:lpstr>
      <vt:lpstr>第三段：18b~21 基督照常显大</vt:lpstr>
      <vt:lpstr>应用思考：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李强</cp:lastModifiedBy>
  <cp:revision>718</cp:revision>
  <dcterms:created xsi:type="dcterms:W3CDTF">2010-05-23T14:28:12Z</dcterms:created>
  <dcterms:modified xsi:type="dcterms:W3CDTF">2022-04-24T12:49:57Z</dcterms:modified>
</cp:coreProperties>
</file>