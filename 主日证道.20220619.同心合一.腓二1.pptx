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320" r:id="rId3"/>
    <p:sldId id="321" r:id="rId4"/>
    <p:sldId id="330" r:id="rId5"/>
    <p:sldId id="331" r:id="rId6"/>
    <p:sldId id="332" r:id="rId7"/>
    <p:sldId id="333" r:id="rId8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712" autoAdjust="0"/>
    <p:restoredTop sz="95670" autoAdjust="0"/>
  </p:normalViewPr>
  <p:slideViewPr>
    <p:cSldViewPr showGuides="1">
      <p:cViewPr varScale="1">
        <p:scale>
          <a:sx n="88" d="100"/>
          <a:sy n="88" d="100"/>
        </p:scale>
        <p:origin x="90" y="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强" userId="633faa5c58ce3e78" providerId="LiveId" clId="{870F3BC4-CB90-4805-820E-208591D60CC8}"/>
    <pc:docChg chg="modSld">
      <pc:chgData name="李 强" userId="633faa5c58ce3e78" providerId="LiveId" clId="{870F3BC4-CB90-4805-820E-208591D60CC8}" dt="2018-12-30T00:00:37.965" v="9" actId="20577"/>
      <pc:docMkLst>
        <pc:docMk/>
      </pc:docMkLst>
      <pc:sldChg chg="modSp">
        <pc:chgData name="李 强" userId="633faa5c58ce3e78" providerId="LiveId" clId="{870F3BC4-CB90-4805-820E-208591D60CC8}" dt="2018-12-30T00:00:37.965" v="9" actId="20577"/>
        <pc:sldMkLst>
          <pc:docMk/>
          <pc:sldMk cId="2071616175" sldId="321"/>
        </pc:sldMkLst>
        <pc:spChg chg="mod">
          <ac:chgData name="李 强" userId="633faa5c58ce3e78" providerId="LiveId" clId="{870F3BC4-CB90-4805-820E-208591D60CC8}" dt="2018-12-30T00:00:37.965" v="9" actId="20577"/>
          <ac:spMkLst>
            <pc:docMk/>
            <pc:sldMk cId="2071616175" sldId="321"/>
            <ac:spMk id="5123" creationId="{823B1026-6B98-4FD8-8DA8-D78FA979416E}"/>
          </ac:spMkLst>
        </pc:spChg>
      </pc:sldChg>
    </pc:docChg>
  </pc:docChgLst>
  <pc:docChgLst>
    <pc:chgData name="李 强" userId="cd6c7ec7188785ae" providerId="LiveId" clId="{527ED9F3-1BB0-4499-A4B5-C07C2E72A6C8}"/>
    <pc:docChg chg="undo custSel addSld delSld modSld sldOrd">
      <pc:chgData name="李 强" userId="cd6c7ec7188785ae" providerId="LiveId" clId="{527ED9F3-1BB0-4499-A4B5-C07C2E72A6C8}" dt="2022-02-19T22:28:04.948" v="879" actId="20577"/>
      <pc:docMkLst>
        <pc:docMk/>
      </pc:docMkLst>
      <pc:sldChg chg="modSp mod">
        <pc:chgData name="李 强" userId="cd6c7ec7188785ae" providerId="LiveId" clId="{527ED9F3-1BB0-4499-A4B5-C07C2E72A6C8}" dt="2022-02-19T22:20:44.752" v="790" actId="768"/>
        <pc:sldMkLst>
          <pc:docMk/>
          <pc:sldMk cId="0" sldId="256"/>
        </pc:sldMkLst>
        <pc:spChg chg="mod">
          <ac:chgData name="李 强" userId="cd6c7ec7188785ae" providerId="LiveId" clId="{527ED9F3-1BB0-4499-A4B5-C07C2E72A6C8}" dt="2022-02-19T22:20:44.752" v="790" actId="768"/>
          <ac:spMkLst>
            <pc:docMk/>
            <pc:sldMk cId="0" sldId="256"/>
            <ac:spMk id="7170" creationId="{C38FCE21-CC3E-4C81-B95A-118DE7524B3B}"/>
          </ac:spMkLst>
        </pc:spChg>
      </pc:sldChg>
      <pc:sldChg chg="modSp mod modNotesTx">
        <pc:chgData name="李 强" userId="cd6c7ec7188785ae" providerId="LiveId" clId="{527ED9F3-1BB0-4499-A4B5-C07C2E72A6C8}" dt="2022-02-19T14:23:29.300" v="568" actId="207"/>
        <pc:sldMkLst>
          <pc:docMk/>
          <pc:sldMk cId="0" sldId="320"/>
        </pc:sldMkLst>
        <pc:spChg chg="mod">
          <ac:chgData name="李 强" userId="cd6c7ec7188785ae" providerId="LiveId" clId="{527ED9F3-1BB0-4499-A4B5-C07C2E72A6C8}" dt="2022-02-19T13:31:03.001" v="79" actId="1076"/>
          <ac:spMkLst>
            <pc:docMk/>
            <pc:sldMk cId="0" sldId="320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14:23:29.300" v="568" actId="207"/>
          <ac:spMkLst>
            <pc:docMk/>
            <pc:sldMk cId="0" sldId="320"/>
            <ac:spMk id="5123" creationId="{823B1026-6B98-4FD8-8DA8-D78FA979416E}"/>
          </ac:spMkLst>
        </pc:spChg>
      </pc:sldChg>
      <pc:sldChg chg="modSp add del mod modAnim modNotesTx">
        <pc:chgData name="李 强" userId="cd6c7ec7188785ae" providerId="LiveId" clId="{527ED9F3-1BB0-4499-A4B5-C07C2E72A6C8}" dt="2022-02-19T14:24:29.698" v="600"/>
        <pc:sldMkLst>
          <pc:docMk/>
          <pc:sldMk cId="2071616175" sldId="321"/>
        </pc:sldMkLst>
        <pc:spChg chg="mod">
          <ac:chgData name="李 强" userId="cd6c7ec7188785ae" providerId="LiveId" clId="{527ED9F3-1BB0-4499-A4B5-C07C2E72A6C8}" dt="2022-02-19T14:24:10.770" v="576"/>
          <ac:spMkLst>
            <pc:docMk/>
            <pc:sldMk cId="2071616175" sldId="321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14:24:29.698" v="600"/>
          <ac:spMkLst>
            <pc:docMk/>
            <pc:sldMk cId="2071616175" sldId="321"/>
            <ac:spMk id="5123" creationId="{823B1026-6B98-4FD8-8DA8-D78FA979416E}"/>
          </ac:spMkLst>
        </pc:spChg>
      </pc:sldChg>
      <pc:sldChg chg="modSp mod modNotesTx">
        <pc:chgData name="李 强" userId="cd6c7ec7188785ae" providerId="LiveId" clId="{527ED9F3-1BB0-4499-A4B5-C07C2E72A6C8}" dt="2022-02-19T14:43:04.047" v="789" actId="404"/>
        <pc:sldMkLst>
          <pc:docMk/>
          <pc:sldMk cId="2554827923" sldId="322"/>
        </pc:sldMkLst>
        <pc:spChg chg="mod">
          <ac:chgData name="李 强" userId="cd6c7ec7188785ae" providerId="LiveId" clId="{527ED9F3-1BB0-4499-A4B5-C07C2E72A6C8}" dt="2022-02-19T14:16:34.303" v="452" actId="20577"/>
          <ac:spMkLst>
            <pc:docMk/>
            <pc:sldMk cId="2554827923" sldId="322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14:43:04.047" v="789" actId="404"/>
          <ac:spMkLst>
            <pc:docMk/>
            <pc:sldMk cId="2554827923" sldId="322"/>
            <ac:spMk id="5123" creationId="{823B1026-6B98-4FD8-8DA8-D78FA979416E}"/>
          </ac:spMkLst>
        </pc:spChg>
      </pc:sldChg>
      <pc:sldChg chg="modSp mod modAnim modNotesTx">
        <pc:chgData name="李 强" userId="cd6c7ec7188785ae" providerId="LiveId" clId="{527ED9F3-1BB0-4499-A4B5-C07C2E72A6C8}" dt="2022-02-19T22:24:01.550" v="793" actId="20577"/>
        <pc:sldMkLst>
          <pc:docMk/>
          <pc:sldMk cId="3720867191" sldId="324"/>
        </pc:sldMkLst>
        <pc:spChg chg="mod">
          <ac:chgData name="李 强" userId="cd6c7ec7188785ae" providerId="LiveId" clId="{527ED9F3-1BB0-4499-A4B5-C07C2E72A6C8}" dt="2022-02-19T14:18:29.125" v="465" actId="5793"/>
          <ac:spMkLst>
            <pc:docMk/>
            <pc:sldMk cId="3720867191" sldId="324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22:24:01.550" v="793" actId="20577"/>
          <ac:spMkLst>
            <pc:docMk/>
            <pc:sldMk cId="3720867191" sldId="324"/>
            <ac:spMk id="5123" creationId="{823B1026-6B98-4FD8-8DA8-D78FA979416E}"/>
          </ac:spMkLst>
        </pc:spChg>
      </pc:sldChg>
      <pc:sldChg chg="modSp mod modNotesTx">
        <pc:chgData name="李 强" userId="cd6c7ec7188785ae" providerId="LiveId" clId="{527ED9F3-1BB0-4499-A4B5-C07C2E72A6C8}" dt="2022-02-19T22:28:04.948" v="879" actId="20577"/>
        <pc:sldMkLst>
          <pc:docMk/>
          <pc:sldMk cId="4183620022" sldId="325"/>
        </pc:sldMkLst>
        <pc:spChg chg="mod">
          <ac:chgData name="李 强" userId="cd6c7ec7188785ae" providerId="LiveId" clId="{527ED9F3-1BB0-4499-A4B5-C07C2E72A6C8}" dt="2022-02-19T14:20:44.793" v="494" actId="20577"/>
          <ac:spMkLst>
            <pc:docMk/>
            <pc:sldMk cId="4183620022" sldId="325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22:28:04.948" v="879" actId="20577"/>
          <ac:spMkLst>
            <pc:docMk/>
            <pc:sldMk cId="4183620022" sldId="325"/>
            <ac:spMk id="5123" creationId="{823B1026-6B98-4FD8-8DA8-D78FA979416E}"/>
          </ac:spMkLst>
        </pc:spChg>
      </pc:sldChg>
      <pc:sldChg chg="modSp add mod modNotesTx">
        <pc:chgData name="李 强" userId="cd6c7ec7188785ae" providerId="LiveId" clId="{527ED9F3-1BB0-4499-A4B5-C07C2E72A6C8}" dt="2022-02-19T14:23:01.467" v="563" actId="6549"/>
        <pc:sldMkLst>
          <pc:docMk/>
          <pc:sldMk cId="3091056897" sldId="326"/>
        </pc:sldMkLst>
        <pc:spChg chg="mod">
          <ac:chgData name="李 强" userId="cd6c7ec7188785ae" providerId="LiveId" clId="{527ED9F3-1BB0-4499-A4B5-C07C2E72A6C8}" dt="2022-02-19T14:19:45.483" v="480"/>
          <ac:spMkLst>
            <pc:docMk/>
            <pc:sldMk cId="3091056897" sldId="326"/>
            <ac:spMk id="5123" creationId="{823B1026-6B98-4FD8-8DA8-D78FA979416E}"/>
          </ac:spMkLst>
        </pc:spChg>
      </pc:sldChg>
      <pc:sldChg chg="modSp add mod">
        <pc:chgData name="李 强" userId="cd6c7ec7188785ae" providerId="LiveId" clId="{527ED9F3-1BB0-4499-A4B5-C07C2E72A6C8}" dt="2022-02-19T13:43:00.528" v="396"/>
        <pc:sldMkLst>
          <pc:docMk/>
          <pc:sldMk cId="3085677427" sldId="327"/>
        </pc:sldMkLst>
        <pc:spChg chg="mod">
          <ac:chgData name="李 强" userId="cd6c7ec7188785ae" providerId="LiveId" clId="{527ED9F3-1BB0-4499-A4B5-C07C2E72A6C8}" dt="2022-02-19T13:37:18.875" v="181"/>
          <ac:spMkLst>
            <pc:docMk/>
            <pc:sldMk cId="3085677427" sldId="327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13:43:00.528" v="396"/>
          <ac:spMkLst>
            <pc:docMk/>
            <pc:sldMk cId="3085677427" sldId="327"/>
            <ac:spMk id="5123" creationId="{823B1026-6B98-4FD8-8DA8-D78FA979416E}"/>
          </ac:spMkLst>
        </pc:spChg>
      </pc:sldChg>
      <pc:sldChg chg="add del ord">
        <pc:chgData name="李 强" userId="cd6c7ec7188785ae" providerId="LiveId" clId="{527ED9F3-1BB0-4499-A4B5-C07C2E72A6C8}" dt="2022-02-19T14:21:02.437" v="495" actId="47"/>
        <pc:sldMkLst>
          <pc:docMk/>
          <pc:sldMk cId="2879392428" sldId="328"/>
        </pc:sldMkLst>
      </pc:sldChg>
      <pc:sldChg chg="modSp add mod">
        <pc:chgData name="李 强" userId="cd6c7ec7188785ae" providerId="LiveId" clId="{527ED9F3-1BB0-4499-A4B5-C07C2E72A6C8}" dt="2022-02-19T14:27:25.368" v="613" actId="113"/>
        <pc:sldMkLst>
          <pc:docMk/>
          <pc:sldMk cId="1181730562" sldId="329"/>
        </pc:sldMkLst>
        <pc:spChg chg="mod">
          <ac:chgData name="李 强" userId="cd6c7ec7188785ae" providerId="LiveId" clId="{527ED9F3-1BB0-4499-A4B5-C07C2E72A6C8}" dt="2022-02-19T14:19:55.876" v="482" actId="5793"/>
          <ac:spMkLst>
            <pc:docMk/>
            <pc:sldMk cId="1181730562" sldId="329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14:27:25.368" v="613" actId="113"/>
          <ac:spMkLst>
            <pc:docMk/>
            <pc:sldMk cId="1181730562" sldId="329"/>
            <ac:spMk id="5123" creationId="{823B1026-6B98-4FD8-8DA8-D78FA979416E}"/>
          </ac:spMkLst>
        </pc:spChg>
      </pc:sldChg>
      <pc:sldChg chg="modSp add mod ord">
        <pc:chgData name="李 强" userId="cd6c7ec7188785ae" providerId="LiveId" clId="{527ED9F3-1BB0-4499-A4B5-C07C2E72A6C8}" dt="2022-02-19T14:41:00.181" v="748"/>
        <pc:sldMkLst>
          <pc:docMk/>
          <pc:sldMk cId="3429908626" sldId="330"/>
        </pc:sldMkLst>
        <pc:spChg chg="mod">
          <ac:chgData name="李 强" userId="cd6c7ec7188785ae" providerId="LiveId" clId="{527ED9F3-1BB0-4499-A4B5-C07C2E72A6C8}" dt="2022-02-19T14:41:00.181" v="748"/>
          <ac:spMkLst>
            <pc:docMk/>
            <pc:sldMk cId="3429908626" sldId="330"/>
            <ac:spMk id="5123" creationId="{823B1026-6B98-4FD8-8DA8-D78FA979416E}"/>
          </ac:spMkLst>
        </pc:spChg>
      </pc:sldChg>
    </pc:docChg>
  </pc:docChgLst>
  <pc:docChgLst>
    <pc:chgData name="李 强" userId="cd6c7ec7188785ae" providerId="LiveId" clId="{9E0763CB-C462-4058-A163-E1ADC4E83D63}"/>
    <pc:docChg chg="undo custSel delSld modSld sldOrd">
      <pc:chgData name="李 强" userId="cd6c7ec7188785ae" providerId="LiveId" clId="{9E0763CB-C462-4058-A163-E1ADC4E83D63}" dt="2022-06-19T07:54:16.817" v="494"/>
      <pc:docMkLst>
        <pc:docMk/>
      </pc:docMkLst>
      <pc:sldChg chg="modSp mod">
        <pc:chgData name="李 强" userId="cd6c7ec7188785ae" providerId="LiveId" clId="{9E0763CB-C462-4058-A163-E1ADC4E83D63}" dt="2022-06-19T07:54:16.817" v="494"/>
        <pc:sldMkLst>
          <pc:docMk/>
          <pc:sldMk cId="0" sldId="256"/>
        </pc:sldMkLst>
        <pc:spChg chg="mod">
          <ac:chgData name="李 强" userId="cd6c7ec7188785ae" providerId="LiveId" clId="{9E0763CB-C462-4058-A163-E1ADC4E83D63}" dt="2022-06-19T07:54:16.817" v="494"/>
          <ac:spMkLst>
            <pc:docMk/>
            <pc:sldMk cId="0" sldId="256"/>
            <ac:spMk id="7170" creationId="{C38FCE21-CC3E-4C81-B95A-118DE7524B3B}"/>
          </ac:spMkLst>
        </pc:spChg>
      </pc:sldChg>
      <pc:sldChg chg="modSp mod">
        <pc:chgData name="李 强" userId="cd6c7ec7188785ae" providerId="LiveId" clId="{9E0763CB-C462-4058-A163-E1ADC4E83D63}" dt="2022-06-18T13:56:53.485" v="450" actId="207"/>
        <pc:sldMkLst>
          <pc:docMk/>
          <pc:sldMk cId="0" sldId="320"/>
        </pc:sldMkLst>
        <pc:spChg chg="mod">
          <ac:chgData name="李 强" userId="cd6c7ec7188785ae" providerId="LiveId" clId="{9E0763CB-C462-4058-A163-E1ADC4E83D63}" dt="2022-06-18T07:00:34.809" v="22" actId="1076"/>
          <ac:spMkLst>
            <pc:docMk/>
            <pc:sldMk cId="0" sldId="320"/>
            <ac:spMk id="3" creationId="{C578C671-B69C-4BEB-8AD4-3A86A9EC2E70}"/>
          </ac:spMkLst>
        </pc:spChg>
        <pc:spChg chg="mod">
          <ac:chgData name="李 强" userId="cd6c7ec7188785ae" providerId="LiveId" clId="{9E0763CB-C462-4058-A163-E1ADC4E83D63}" dt="2022-06-18T13:56:53.485" v="450" actId="207"/>
          <ac:spMkLst>
            <pc:docMk/>
            <pc:sldMk cId="0" sldId="320"/>
            <ac:spMk id="5123" creationId="{823B1026-6B98-4FD8-8DA8-D78FA979416E}"/>
          </ac:spMkLst>
        </pc:spChg>
      </pc:sldChg>
      <pc:sldChg chg="addSp delSp modSp mod ord">
        <pc:chgData name="李 强" userId="cd6c7ec7188785ae" providerId="LiveId" clId="{9E0763CB-C462-4058-A163-E1ADC4E83D63}" dt="2022-06-18T13:58:19.719" v="463"/>
        <pc:sldMkLst>
          <pc:docMk/>
          <pc:sldMk cId="2071616175" sldId="321"/>
        </pc:sldMkLst>
        <pc:spChg chg="mod">
          <ac:chgData name="李 强" userId="cd6c7ec7188785ae" providerId="LiveId" clId="{9E0763CB-C462-4058-A163-E1ADC4E83D63}" dt="2022-06-18T07:00:55.001" v="24" actId="108"/>
          <ac:spMkLst>
            <pc:docMk/>
            <pc:sldMk cId="2071616175" sldId="321"/>
            <ac:spMk id="3" creationId="{C578C671-B69C-4BEB-8AD4-3A86A9EC2E70}"/>
          </ac:spMkLst>
        </pc:spChg>
        <pc:spChg chg="mod">
          <ac:chgData name="李 强" userId="cd6c7ec7188785ae" providerId="LiveId" clId="{9E0763CB-C462-4058-A163-E1ADC4E83D63}" dt="2022-06-18T13:58:19.719" v="463"/>
          <ac:spMkLst>
            <pc:docMk/>
            <pc:sldMk cId="2071616175" sldId="321"/>
            <ac:spMk id="5123" creationId="{823B1026-6B98-4FD8-8DA8-D78FA979416E}"/>
          </ac:spMkLst>
        </pc:spChg>
        <pc:graphicFrameChg chg="add del modGraphic">
          <ac:chgData name="李 强" userId="cd6c7ec7188785ae" providerId="LiveId" clId="{9E0763CB-C462-4058-A163-E1ADC4E83D63}" dt="2022-06-18T07:05:33.526" v="210" actId="27309"/>
          <ac:graphicFrameMkLst>
            <pc:docMk/>
            <pc:sldMk cId="2071616175" sldId="321"/>
            <ac:graphicFrameMk id="4" creationId="{0569FDCC-BE7E-3299-ABFC-489ADD102A8A}"/>
          </ac:graphicFrameMkLst>
        </pc:graphicFrameChg>
      </pc:sldChg>
      <pc:sldChg chg="del">
        <pc:chgData name="李 强" userId="cd6c7ec7188785ae" providerId="LiveId" clId="{9E0763CB-C462-4058-A163-E1ADC4E83D63}" dt="2022-06-18T07:02:15.544" v="103" actId="47"/>
        <pc:sldMkLst>
          <pc:docMk/>
          <pc:sldMk cId="3085677427" sldId="327"/>
        </pc:sldMkLst>
      </pc:sldChg>
      <pc:sldChg chg="modSp mod">
        <pc:chgData name="李 强" userId="cd6c7ec7188785ae" providerId="LiveId" clId="{9E0763CB-C462-4058-A163-E1ADC4E83D63}" dt="2022-06-18T07:05:25.180" v="206" actId="20577"/>
        <pc:sldMkLst>
          <pc:docMk/>
          <pc:sldMk cId="3429908626" sldId="330"/>
        </pc:sldMkLst>
        <pc:spChg chg="mod">
          <ac:chgData name="李 强" userId="cd6c7ec7188785ae" providerId="LiveId" clId="{9E0763CB-C462-4058-A163-E1ADC4E83D63}" dt="2022-06-18T07:03:53.041" v="133" actId="113"/>
          <ac:spMkLst>
            <pc:docMk/>
            <pc:sldMk cId="3429908626" sldId="330"/>
            <ac:spMk id="3" creationId="{C578C671-B69C-4BEB-8AD4-3A86A9EC2E70}"/>
          </ac:spMkLst>
        </pc:spChg>
        <pc:spChg chg="mod">
          <ac:chgData name="李 强" userId="cd6c7ec7188785ae" providerId="LiveId" clId="{9E0763CB-C462-4058-A163-E1ADC4E83D63}" dt="2022-06-18T07:05:25.180" v="206" actId="20577"/>
          <ac:spMkLst>
            <pc:docMk/>
            <pc:sldMk cId="3429908626" sldId="330"/>
            <ac:spMk id="5123" creationId="{823B1026-6B98-4FD8-8DA8-D78FA979416E}"/>
          </ac:spMkLst>
        </pc:spChg>
      </pc:sldChg>
      <pc:sldChg chg="modSp mod">
        <pc:chgData name="李 强" userId="cd6c7ec7188785ae" providerId="LiveId" clId="{9E0763CB-C462-4058-A163-E1ADC4E83D63}" dt="2022-06-18T23:21:50.915" v="465" actId="207"/>
        <pc:sldMkLst>
          <pc:docMk/>
          <pc:sldMk cId="3008396135" sldId="331"/>
        </pc:sldMkLst>
        <pc:spChg chg="mod">
          <ac:chgData name="李 强" userId="cd6c7ec7188785ae" providerId="LiveId" clId="{9E0763CB-C462-4058-A163-E1ADC4E83D63}" dt="2022-06-18T07:06:26.473" v="233"/>
          <ac:spMkLst>
            <pc:docMk/>
            <pc:sldMk cId="3008396135" sldId="331"/>
            <ac:spMk id="3" creationId="{C578C671-B69C-4BEB-8AD4-3A86A9EC2E70}"/>
          </ac:spMkLst>
        </pc:spChg>
        <pc:spChg chg="mod">
          <ac:chgData name="李 强" userId="cd6c7ec7188785ae" providerId="LiveId" clId="{9E0763CB-C462-4058-A163-E1ADC4E83D63}" dt="2022-06-18T23:21:50.915" v="465" actId="207"/>
          <ac:spMkLst>
            <pc:docMk/>
            <pc:sldMk cId="3008396135" sldId="331"/>
            <ac:spMk id="5123" creationId="{823B1026-6B98-4FD8-8DA8-D78FA979416E}"/>
          </ac:spMkLst>
        </pc:spChg>
      </pc:sldChg>
      <pc:sldChg chg="addSp delSp modSp mod">
        <pc:chgData name="李 强" userId="cd6c7ec7188785ae" providerId="LiveId" clId="{9E0763CB-C462-4058-A163-E1ADC4E83D63}" dt="2022-06-19T00:11:30.174" v="487" actId="404"/>
        <pc:sldMkLst>
          <pc:docMk/>
          <pc:sldMk cId="3516482490" sldId="332"/>
        </pc:sldMkLst>
        <pc:spChg chg="add del">
          <ac:chgData name="李 强" userId="cd6c7ec7188785ae" providerId="LiveId" clId="{9E0763CB-C462-4058-A163-E1ADC4E83D63}" dt="2022-06-19T00:11:20.930" v="483"/>
          <ac:spMkLst>
            <pc:docMk/>
            <pc:sldMk cId="3516482490" sldId="332"/>
            <ac:spMk id="2" creationId="{81299777-EB3D-8766-D2BD-3C50A4FBE49E}"/>
          </ac:spMkLst>
        </pc:spChg>
        <pc:spChg chg="mod">
          <ac:chgData name="李 强" userId="cd6c7ec7188785ae" providerId="LiveId" clId="{9E0763CB-C462-4058-A163-E1ADC4E83D63}" dt="2022-06-18T07:07:52.159" v="297"/>
          <ac:spMkLst>
            <pc:docMk/>
            <pc:sldMk cId="3516482490" sldId="332"/>
            <ac:spMk id="3" creationId="{C578C671-B69C-4BEB-8AD4-3A86A9EC2E70}"/>
          </ac:spMkLst>
        </pc:spChg>
        <pc:spChg chg="mod">
          <ac:chgData name="李 强" userId="cd6c7ec7188785ae" providerId="LiveId" clId="{9E0763CB-C462-4058-A163-E1ADC4E83D63}" dt="2022-06-19T00:11:30.174" v="487" actId="404"/>
          <ac:spMkLst>
            <pc:docMk/>
            <pc:sldMk cId="3516482490" sldId="332"/>
            <ac:spMk id="5123" creationId="{823B1026-6B98-4FD8-8DA8-D78FA979416E}"/>
          </ac:spMkLst>
        </pc:spChg>
      </pc:sldChg>
      <pc:sldChg chg="modSp mod">
        <pc:chgData name="李 强" userId="cd6c7ec7188785ae" providerId="LiveId" clId="{9E0763CB-C462-4058-A163-E1ADC4E83D63}" dt="2022-06-19T03:24:23.593" v="488"/>
        <pc:sldMkLst>
          <pc:docMk/>
          <pc:sldMk cId="3700963483" sldId="333"/>
        </pc:sldMkLst>
        <pc:spChg chg="mod">
          <ac:chgData name="李 强" userId="cd6c7ec7188785ae" providerId="LiveId" clId="{9E0763CB-C462-4058-A163-E1ADC4E83D63}" dt="2022-06-18T07:08:43.719" v="360" actId="113"/>
          <ac:spMkLst>
            <pc:docMk/>
            <pc:sldMk cId="3700963483" sldId="333"/>
            <ac:spMk id="3" creationId="{C578C671-B69C-4BEB-8AD4-3A86A9EC2E70}"/>
          </ac:spMkLst>
        </pc:spChg>
        <pc:spChg chg="mod">
          <ac:chgData name="李 强" userId="cd6c7ec7188785ae" providerId="LiveId" clId="{9E0763CB-C462-4058-A163-E1ADC4E83D63}" dt="2022-06-19T03:24:23.593" v="488"/>
          <ac:spMkLst>
            <pc:docMk/>
            <pc:sldMk cId="3700963483" sldId="333"/>
            <ac:spMk id="5123" creationId="{823B1026-6B98-4FD8-8DA8-D78FA979416E}"/>
          </ac:spMkLst>
        </pc:spChg>
      </pc:sldChg>
    </pc:docChg>
  </pc:docChgLst>
  <pc:docChgLst>
    <pc:chgData name="李 强" userId="cd6c7ec7188785ae" providerId="LiveId" clId="{E1F394D8-556F-4F81-9D85-24472A44C2BC}"/>
    <pc:docChg chg="undo custSel addSld delSld modSld">
      <pc:chgData name="李 强" userId="cd6c7ec7188785ae" providerId="LiveId" clId="{E1F394D8-556F-4F81-9D85-24472A44C2BC}" dt="2022-05-21T09:57:52.826" v="766" actId="47"/>
      <pc:docMkLst>
        <pc:docMk/>
      </pc:docMkLst>
      <pc:sldChg chg="modSp mod">
        <pc:chgData name="李 强" userId="cd6c7ec7188785ae" providerId="LiveId" clId="{E1F394D8-556F-4F81-9D85-24472A44C2BC}" dt="2022-05-21T09:36:55.251" v="17" actId="768"/>
        <pc:sldMkLst>
          <pc:docMk/>
          <pc:sldMk cId="0" sldId="256"/>
        </pc:sldMkLst>
        <pc:spChg chg="mod">
          <ac:chgData name="李 强" userId="cd6c7ec7188785ae" providerId="LiveId" clId="{E1F394D8-556F-4F81-9D85-24472A44C2BC}" dt="2022-05-21T09:36:55.251" v="17" actId="768"/>
          <ac:spMkLst>
            <pc:docMk/>
            <pc:sldMk cId="0" sldId="256"/>
            <ac:spMk id="7170" creationId="{C38FCE21-CC3E-4C81-B95A-118DE7524B3B}"/>
          </ac:spMkLst>
        </pc:spChg>
      </pc:sldChg>
      <pc:sldChg chg="addSp delSp modSp mod">
        <pc:chgData name="李 强" userId="cd6c7ec7188785ae" providerId="LiveId" clId="{E1F394D8-556F-4F81-9D85-24472A44C2BC}" dt="2022-05-21T09:37:51.787" v="30" actId="20577"/>
        <pc:sldMkLst>
          <pc:docMk/>
          <pc:sldMk cId="0" sldId="320"/>
        </pc:sldMkLst>
        <pc:spChg chg="add del">
          <ac:chgData name="李 强" userId="cd6c7ec7188785ae" providerId="LiveId" clId="{E1F394D8-556F-4F81-9D85-24472A44C2BC}" dt="2022-05-21T09:37:13.695" v="19"/>
          <ac:spMkLst>
            <pc:docMk/>
            <pc:sldMk cId="0" sldId="320"/>
            <ac:spMk id="2" creationId="{7C6CB1AA-E880-4687-99A2-6216F1F4BA6F}"/>
          </ac:spMkLst>
        </pc:spChg>
        <pc:spChg chg="mod">
          <ac:chgData name="李 强" userId="cd6c7ec7188785ae" providerId="LiveId" clId="{E1F394D8-556F-4F81-9D85-24472A44C2BC}" dt="2022-05-21T09:37:51.787" v="30" actId="20577"/>
          <ac:spMkLst>
            <pc:docMk/>
            <pc:sldMk cId="0" sldId="320"/>
            <ac:spMk id="3" creationId="{C578C671-B69C-4BEB-8AD4-3A86A9EC2E70}"/>
          </ac:spMkLst>
        </pc:spChg>
        <pc:spChg chg="mod">
          <ac:chgData name="李 强" userId="cd6c7ec7188785ae" providerId="LiveId" clId="{E1F394D8-556F-4F81-9D85-24472A44C2BC}" dt="2022-05-21T09:37:41.972" v="24" actId="14100"/>
          <ac:spMkLst>
            <pc:docMk/>
            <pc:sldMk cId="0" sldId="320"/>
            <ac:spMk id="5123" creationId="{823B1026-6B98-4FD8-8DA8-D78FA979416E}"/>
          </ac:spMkLst>
        </pc:spChg>
      </pc:sldChg>
      <pc:sldChg chg="addSp delSp modSp mod">
        <pc:chgData name="李 强" userId="cd6c7ec7188785ae" providerId="LiveId" clId="{E1F394D8-556F-4F81-9D85-24472A44C2BC}" dt="2022-05-21T09:38:56.828" v="54"/>
        <pc:sldMkLst>
          <pc:docMk/>
          <pc:sldMk cId="2071616175" sldId="321"/>
        </pc:sldMkLst>
        <pc:spChg chg="add del">
          <ac:chgData name="李 强" userId="cd6c7ec7188785ae" providerId="LiveId" clId="{E1F394D8-556F-4F81-9D85-24472A44C2BC}" dt="2022-05-21T09:38:23.804" v="32"/>
          <ac:spMkLst>
            <pc:docMk/>
            <pc:sldMk cId="2071616175" sldId="321"/>
            <ac:spMk id="2" creationId="{59680CE5-CAF3-4609-9BAF-C83FF8E8F3E8}"/>
          </ac:spMkLst>
        </pc:spChg>
        <pc:spChg chg="mod">
          <ac:chgData name="李 强" userId="cd6c7ec7188785ae" providerId="LiveId" clId="{E1F394D8-556F-4F81-9D85-24472A44C2BC}" dt="2022-05-21T09:38:56.828" v="54"/>
          <ac:spMkLst>
            <pc:docMk/>
            <pc:sldMk cId="2071616175" sldId="321"/>
            <ac:spMk id="3" creationId="{C578C671-B69C-4BEB-8AD4-3A86A9EC2E70}"/>
          </ac:spMkLst>
        </pc:spChg>
        <pc:spChg chg="mod">
          <ac:chgData name="李 强" userId="cd6c7ec7188785ae" providerId="LiveId" clId="{E1F394D8-556F-4F81-9D85-24472A44C2BC}" dt="2022-05-21T09:38:51.700" v="50" actId="20577"/>
          <ac:spMkLst>
            <pc:docMk/>
            <pc:sldMk cId="2071616175" sldId="321"/>
            <ac:spMk id="5123" creationId="{823B1026-6B98-4FD8-8DA8-D78FA979416E}"/>
          </ac:spMkLst>
        </pc:spChg>
      </pc:sldChg>
      <pc:sldChg chg="del">
        <pc:chgData name="李 强" userId="cd6c7ec7188785ae" providerId="LiveId" clId="{E1F394D8-556F-4F81-9D85-24472A44C2BC}" dt="2022-05-21T09:55:06.407" v="640" actId="47"/>
        <pc:sldMkLst>
          <pc:docMk/>
          <pc:sldMk cId="2554827923" sldId="322"/>
        </pc:sldMkLst>
      </pc:sldChg>
      <pc:sldChg chg="del">
        <pc:chgData name="李 强" userId="cd6c7ec7188785ae" providerId="LiveId" clId="{E1F394D8-556F-4F81-9D85-24472A44C2BC}" dt="2022-05-21T09:55:06.407" v="640" actId="47"/>
        <pc:sldMkLst>
          <pc:docMk/>
          <pc:sldMk cId="3720867191" sldId="324"/>
        </pc:sldMkLst>
      </pc:sldChg>
      <pc:sldChg chg="modSp del mod">
        <pc:chgData name="李 强" userId="cd6c7ec7188785ae" providerId="LiveId" clId="{E1F394D8-556F-4F81-9D85-24472A44C2BC}" dt="2022-05-21T09:57:52.826" v="766" actId="47"/>
        <pc:sldMkLst>
          <pc:docMk/>
          <pc:sldMk cId="4183620022" sldId="325"/>
        </pc:sldMkLst>
        <pc:spChg chg="mod">
          <ac:chgData name="李 强" userId="cd6c7ec7188785ae" providerId="LiveId" clId="{E1F394D8-556F-4F81-9D85-24472A44C2BC}" dt="2022-05-21T09:57:12.212" v="759"/>
          <ac:spMkLst>
            <pc:docMk/>
            <pc:sldMk cId="4183620022" sldId="325"/>
            <ac:spMk id="5123" creationId="{823B1026-6B98-4FD8-8DA8-D78FA979416E}"/>
          </ac:spMkLst>
        </pc:spChg>
      </pc:sldChg>
      <pc:sldChg chg="modSp del mod">
        <pc:chgData name="李 强" userId="cd6c7ec7188785ae" providerId="LiveId" clId="{E1F394D8-556F-4F81-9D85-24472A44C2BC}" dt="2022-05-21T09:45:35.634" v="250" actId="47"/>
        <pc:sldMkLst>
          <pc:docMk/>
          <pc:sldMk cId="3091056897" sldId="326"/>
        </pc:sldMkLst>
        <pc:spChg chg="mod">
          <ac:chgData name="李 强" userId="cd6c7ec7188785ae" providerId="LiveId" clId="{E1F394D8-556F-4F81-9D85-24472A44C2BC}" dt="2022-05-21T09:43:28.738" v="208" actId="1076"/>
          <ac:spMkLst>
            <pc:docMk/>
            <pc:sldMk cId="3091056897" sldId="326"/>
            <ac:spMk id="3" creationId="{C578C671-B69C-4BEB-8AD4-3A86A9EC2E70}"/>
          </ac:spMkLst>
        </pc:spChg>
        <pc:spChg chg="mod">
          <ac:chgData name="李 强" userId="cd6c7ec7188785ae" providerId="LiveId" clId="{E1F394D8-556F-4F81-9D85-24472A44C2BC}" dt="2022-05-21T09:44:37.268" v="230"/>
          <ac:spMkLst>
            <pc:docMk/>
            <pc:sldMk cId="3091056897" sldId="326"/>
            <ac:spMk id="5123" creationId="{823B1026-6B98-4FD8-8DA8-D78FA979416E}"/>
          </ac:spMkLst>
        </pc:spChg>
      </pc:sldChg>
      <pc:sldChg chg="modSp mod">
        <pc:chgData name="李 强" userId="cd6c7ec7188785ae" providerId="LiveId" clId="{E1F394D8-556F-4F81-9D85-24472A44C2BC}" dt="2022-05-21T09:41:09.148" v="134" actId="20577"/>
        <pc:sldMkLst>
          <pc:docMk/>
          <pc:sldMk cId="3085677427" sldId="327"/>
        </pc:sldMkLst>
        <pc:spChg chg="mod">
          <ac:chgData name="李 强" userId="cd6c7ec7188785ae" providerId="LiveId" clId="{E1F394D8-556F-4F81-9D85-24472A44C2BC}" dt="2022-05-21T09:41:09.148" v="134" actId="20577"/>
          <ac:spMkLst>
            <pc:docMk/>
            <pc:sldMk cId="3085677427" sldId="327"/>
            <ac:spMk id="5123" creationId="{823B1026-6B98-4FD8-8DA8-D78FA979416E}"/>
          </ac:spMkLst>
        </pc:spChg>
      </pc:sldChg>
      <pc:sldChg chg="del">
        <pc:chgData name="李 强" userId="cd6c7ec7188785ae" providerId="LiveId" clId="{E1F394D8-556F-4F81-9D85-24472A44C2BC}" dt="2022-05-21T09:55:06.407" v="640" actId="47"/>
        <pc:sldMkLst>
          <pc:docMk/>
          <pc:sldMk cId="1181730562" sldId="329"/>
        </pc:sldMkLst>
      </pc:sldChg>
      <pc:sldChg chg="modSp mod">
        <pc:chgData name="李 强" userId="cd6c7ec7188785ae" providerId="LiveId" clId="{E1F394D8-556F-4F81-9D85-24472A44C2BC}" dt="2022-05-21T09:48:02.611" v="381" actId="20577"/>
        <pc:sldMkLst>
          <pc:docMk/>
          <pc:sldMk cId="3429908626" sldId="330"/>
        </pc:sldMkLst>
        <pc:spChg chg="mod">
          <ac:chgData name="李 强" userId="cd6c7ec7188785ae" providerId="LiveId" clId="{E1F394D8-556F-4F81-9D85-24472A44C2BC}" dt="2022-05-21T09:44:59.584" v="241"/>
          <ac:spMkLst>
            <pc:docMk/>
            <pc:sldMk cId="3429908626" sldId="330"/>
            <ac:spMk id="3" creationId="{C578C671-B69C-4BEB-8AD4-3A86A9EC2E70}"/>
          </ac:spMkLst>
        </pc:spChg>
        <pc:spChg chg="mod">
          <ac:chgData name="李 强" userId="cd6c7ec7188785ae" providerId="LiveId" clId="{E1F394D8-556F-4F81-9D85-24472A44C2BC}" dt="2022-05-21T09:48:02.611" v="381" actId="20577"/>
          <ac:spMkLst>
            <pc:docMk/>
            <pc:sldMk cId="3429908626" sldId="330"/>
            <ac:spMk id="5123" creationId="{823B1026-6B98-4FD8-8DA8-D78FA979416E}"/>
          </ac:spMkLst>
        </pc:spChg>
      </pc:sldChg>
      <pc:sldChg chg="modSp add del mod">
        <pc:chgData name="李 强" userId="cd6c7ec7188785ae" providerId="LiveId" clId="{E1F394D8-556F-4F81-9D85-24472A44C2BC}" dt="2022-05-21T09:47:03.265" v="318"/>
        <pc:sldMkLst>
          <pc:docMk/>
          <pc:sldMk cId="2142442150" sldId="331"/>
        </pc:sldMkLst>
        <pc:spChg chg="mod">
          <ac:chgData name="李 强" userId="cd6c7ec7188785ae" providerId="LiveId" clId="{E1F394D8-556F-4F81-9D85-24472A44C2BC}" dt="2022-05-21T09:47:02.902" v="317" actId="20577"/>
          <ac:spMkLst>
            <pc:docMk/>
            <pc:sldMk cId="2142442150" sldId="331"/>
            <ac:spMk id="5123" creationId="{823B1026-6B98-4FD8-8DA8-D78FA979416E}"/>
          </ac:spMkLst>
        </pc:spChg>
      </pc:sldChg>
      <pc:sldChg chg="modSp add mod">
        <pc:chgData name="李 强" userId="cd6c7ec7188785ae" providerId="LiveId" clId="{E1F394D8-556F-4F81-9D85-24472A44C2BC}" dt="2022-05-21T09:52:50.587" v="519" actId="20577"/>
        <pc:sldMkLst>
          <pc:docMk/>
          <pc:sldMk cId="3008396135" sldId="331"/>
        </pc:sldMkLst>
        <pc:spChg chg="mod">
          <ac:chgData name="李 强" userId="cd6c7ec7188785ae" providerId="LiveId" clId="{E1F394D8-556F-4F81-9D85-24472A44C2BC}" dt="2022-05-21T09:48:17.648" v="389"/>
          <ac:spMkLst>
            <pc:docMk/>
            <pc:sldMk cId="3008396135" sldId="331"/>
            <ac:spMk id="3" creationId="{C578C671-B69C-4BEB-8AD4-3A86A9EC2E70}"/>
          </ac:spMkLst>
        </pc:spChg>
        <pc:spChg chg="mod">
          <ac:chgData name="李 强" userId="cd6c7ec7188785ae" providerId="LiveId" clId="{E1F394D8-556F-4F81-9D85-24472A44C2BC}" dt="2022-05-21T09:52:50.587" v="519" actId="20577"/>
          <ac:spMkLst>
            <pc:docMk/>
            <pc:sldMk cId="3008396135" sldId="331"/>
            <ac:spMk id="5123" creationId="{823B1026-6B98-4FD8-8DA8-D78FA979416E}"/>
          </ac:spMkLst>
        </pc:spChg>
      </pc:sldChg>
      <pc:sldChg chg="addSp delSp modSp add mod">
        <pc:chgData name="李 强" userId="cd6c7ec7188785ae" providerId="LiveId" clId="{E1F394D8-556F-4F81-9D85-24472A44C2BC}" dt="2022-05-21T09:54:57.996" v="639"/>
        <pc:sldMkLst>
          <pc:docMk/>
          <pc:sldMk cId="3516482490" sldId="332"/>
        </pc:sldMkLst>
        <pc:spChg chg="add del">
          <ac:chgData name="李 强" userId="cd6c7ec7188785ae" providerId="LiveId" clId="{E1F394D8-556F-4F81-9D85-24472A44C2BC}" dt="2022-05-21T09:53:16.245" v="534"/>
          <ac:spMkLst>
            <pc:docMk/>
            <pc:sldMk cId="3516482490" sldId="332"/>
            <ac:spMk id="2" creationId="{C526F94A-489C-4BA6-8537-A80FB3669DAE}"/>
          </ac:spMkLst>
        </pc:spChg>
        <pc:spChg chg="mod">
          <ac:chgData name="李 强" userId="cd6c7ec7188785ae" providerId="LiveId" clId="{E1F394D8-556F-4F81-9D85-24472A44C2BC}" dt="2022-05-21T09:53:03.680" v="532"/>
          <ac:spMkLst>
            <pc:docMk/>
            <pc:sldMk cId="3516482490" sldId="332"/>
            <ac:spMk id="3" creationId="{C578C671-B69C-4BEB-8AD4-3A86A9EC2E70}"/>
          </ac:spMkLst>
        </pc:spChg>
        <pc:spChg chg="mod">
          <ac:chgData name="李 强" userId="cd6c7ec7188785ae" providerId="LiveId" clId="{E1F394D8-556F-4F81-9D85-24472A44C2BC}" dt="2022-05-21T09:54:57.996" v="639"/>
          <ac:spMkLst>
            <pc:docMk/>
            <pc:sldMk cId="3516482490" sldId="332"/>
            <ac:spMk id="5123" creationId="{823B1026-6B98-4FD8-8DA8-D78FA979416E}"/>
          </ac:spMkLst>
        </pc:spChg>
      </pc:sldChg>
      <pc:sldChg chg="modSp add mod">
        <pc:chgData name="李 强" userId="cd6c7ec7188785ae" providerId="LiveId" clId="{E1F394D8-556F-4F81-9D85-24472A44C2BC}" dt="2022-05-21T09:57:49.839" v="765"/>
        <pc:sldMkLst>
          <pc:docMk/>
          <pc:sldMk cId="3700963483" sldId="333"/>
        </pc:sldMkLst>
        <pc:spChg chg="mod">
          <ac:chgData name="李 强" userId="cd6c7ec7188785ae" providerId="LiveId" clId="{E1F394D8-556F-4F81-9D85-24472A44C2BC}" dt="2022-05-21T09:57:40.603" v="764" actId="20577"/>
          <ac:spMkLst>
            <pc:docMk/>
            <pc:sldMk cId="3700963483" sldId="333"/>
            <ac:spMk id="3" creationId="{C578C671-B69C-4BEB-8AD4-3A86A9EC2E70}"/>
          </ac:spMkLst>
        </pc:spChg>
        <pc:spChg chg="mod">
          <ac:chgData name="李 强" userId="cd6c7ec7188785ae" providerId="LiveId" clId="{E1F394D8-556F-4F81-9D85-24472A44C2BC}" dt="2022-05-21T09:57:49.839" v="765"/>
          <ac:spMkLst>
            <pc:docMk/>
            <pc:sldMk cId="3700963483" sldId="333"/>
            <ac:spMk id="5123" creationId="{823B1026-6B98-4FD8-8DA8-D78FA97941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909AB5F-6E94-4660-9FE5-B6D1FC6920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1437F4-05CC-4768-9495-D48D7895B0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3CF063-56F2-42DD-A32C-24D15B67612C}" type="datetimeFigureOut">
              <a:rPr lang="zh-CN" altLang="en-US"/>
              <a:pPr>
                <a:defRPr/>
              </a:pPr>
              <a:t>2022/6/18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7DD23A6-CB0F-46B3-935A-976AD05C1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68FE576-0A9F-4DE3-8D2A-334BA3BA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E239D-7969-4554-82FD-E03D57194C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6B08FB-BB3E-413E-9A9E-25E75D508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7B1039-7A70-4775-909F-09FCF8FEC9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AD921145-BE81-43B5-B900-B4386CBAF7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B5492672-9CD7-4947-B1F0-BA237F1CB7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050AC9F4-DAB5-469C-9974-4025D307A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90091F8-5555-4714-AFE4-C839B62DDA0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176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481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11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472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410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2983B-D420-4632-8957-D097E0831B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C511B7-02F2-47CA-9584-06EE5B5A7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4A4387-CACF-4109-926C-A66A58C99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88E35-BAE7-45D4-BD06-7FC34383A79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49367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31DBBB-1397-49C2-BFDB-19E2BBD6C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535772-B1A0-41CC-A2B4-84BE1ADAB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2CFD53-CF8B-4B2A-9BDD-68139D2018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78F9C-AB71-4B0C-AA10-B844AADCEB4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2412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41CD45-CF44-4D8E-806C-21CD179D9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9C0A1B-A467-49D9-A8A3-6A6F9CAC3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B35E12-403C-46AC-9BC2-64EF81D7AE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D12B0-91D6-4193-92AD-67CB04DF243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10780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1105F-87CB-4064-877E-5230DED79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D6787-9F21-4353-BAE7-560A8D1D3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353BA-8F27-4D6C-AD50-B6EB475ED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A7591-EAEA-426F-A6CF-9BF515447587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09749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4C4882-4030-4551-AF2A-604B13C14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5574A5-382E-4CDB-BF34-04C7C8D1D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B5DCB6A-E20F-482F-98C2-BEF1CF7CC8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EA9D3-1937-4284-A088-A09838326C94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94533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6D69BB-90D9-4D6E-9AD4-811AB804D3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29C593-DD8D-4D80-8DEA-E1AC9CE86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4C40ED-72EF-41C5-9CE4-35B94B8CE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4F1E1-55F5-4A59-AEE6-5BEEFA3D3611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588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529430-00AB-4612-B492-F6FDB8111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F8F7E6-1245-4F85-8FB1-7C120AE45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E633C2-7DB4-432C-B810-1C33BDFBC0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49A2C-9CD2-4C7A-A1D2-3CBD16CC691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78803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E38FA-AC78-43F9-874C-7F9362FA3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51434-F35A-47E4-9D77-3DEFC4B1AB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D52B8-170D-446B-A0CA-86B3BF84B4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7A878-4AB6-4221-93ED-128AB758D1C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471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3E51F-5DA1-4810-B799-081B9080CF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843C6-6CB6-47B7-BC82-8DCE989762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44D6-AA9E-4140-A152-867869D32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B7166-2AE7-430A-B399-B7645AF39F4E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31507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A74BCC-44DF-4398-A140-708FD8DD41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50864B-CBA7-47D3-9545-AC9AF7C7A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7E91F5-09AC-4851-98A0-DD2A5F515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5C569-D32D-4EC6-BB87-AB8D60CE8C7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85981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80A6AD-9844-47EC-B114-E7C47A953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454E40-DAC4-490A-96CF-1F552658F5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9E1111-0B21-4BC4-A4B1-0CBB65C101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8CAEE-F9F5-4642-8844-7AE539B10E1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84304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9A0C65-DA14-42DE-8CF5-2E34EF89E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348984-D2BD-4612-AFFE-42EA36E40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8C8325-8802-455C-BE1C-9A517A76FE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BF34CE-0BAD-4827-90D2-59CE8EB7F8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22AFF9A-3FF3-4879-AD35-1F594C0F43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15FD87-5F71-4162-BE04-E7686FCB5F56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>
            <a:extLst>
              <a:ext uri="{FF2B5EF4-FFF2-40B4-BE49-F238E27FC236}">
                <a16:creationId xmlns:a16="http://schemas.microsoft.com/office/drawing/2014/main" id="{C38FCE21-CC3E-4C81-B95A-118DE7524B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84313" y="3189288"/>
            <a:ext cx="6400800" cy="1752600"/>
          </a:xfrm>
        </p:spPr>
        <p:txBody>
          <a:bodyPr anchor="ctr"/>
          <a:lstStyle/>
          <a:p>
            <a:pPr eaLnBrk="1" hangingPunct="1"/>
            <a:r>
              <a:rPr lang="zh-CN" altLang="en-US" sz="320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同心合意</a:t>
            </a:r>
            <a:endParaRPr lang="en-US" altLang="zh-CN" sz="3200" dirty="0">
              <a:solidFill>
                <a:srgbClr val="FF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腓立比书</a:t>
            </a:r>
            <a:r>
              <a:rPr lang="en-US" altLang="zh-CN" dirty="0">
                <a:latin typeface="华文琥珀" panose="02010800040101010101" pitchFamily="2" charset="-122"/>
                <a:ea typeface="华文琥珀" panose="02010800040101010101" pitchFamily="2" charset="-122"/>
              </a:rPr>
              <a:t>2</a:t>
            </a:r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章</a:t>
            </a:r>
            <a:r>
              <a:rPr lang="en-US" altLang="zh-CN" dirty="0">
                <a:latin typeface="华文琥珀" panose="02010800040101010101" pitchFamily="2" charset="-122"/>
                <a:ea typeface="华文琥珀" panose="02010800040101010101" pitchFamily="2" charset="-122"/>
              </a:rPr>
              <a:t>1~11</a:t>
            </a:r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节</a:t>
            </a:r>
            <a:endParaRPr lang="en-US" altLang="zh-CN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fld id="{6B041ACC-E70F-4E27-B094-985AE2E2E6DF}" type="datetime2">
              <a:rPr lang="zh-CN" altLang="en-US" sz="1600" smtClean="0">
                <a:latin typeface="华文琥珀" panose="02010800040101010101" pitchFamily="2" charset="-122"/>
                <a:ea typeface="华文琥珀" panose="02010800040101010101" pitchFamily="2" charset="-122"/>
              </a:rPr>
              <a:t>2022年6月18日</a:t>
            </a:fld>
            <a:endParaRPr lang="en-US" altLang="zh-CN" sz="1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zh-CN" altLang="en-US" dirty="0"/>
              <a:t>经文：</a:t>
            </a:r>
            <a:r>
              <a:rPr lang="zh-CN" altLang="en-US" sz="1800" dirty="0"/>
              <a:t>腓立比书</a:t>
            </a:r>
            <a:r>
              <a:rPr lang="en-US" altLang="zh-CN" sz="1800" dirty="0"/>
              <a:t>2</a:t>
            </a:r>
            <a:r>
              <a:rPr lang="zh-CN" altLang="en-US" sz="1800" dirty="0"/>
              <a:t>章</a:t>
            </a:r>
            <a:r>
              <a:rPr lang="en-US" altLang="zh-CN" sz="1800" dirty="0"/>
              <a:t>1~11</a:t>
            </a:r>
            <a:r>
              <a:rPr lang="zh-CN" altLang="en-US" sz="1800" dirty="0"/>
              <a:t>节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68760"/>
            <a:ext cx="9396536" cy="5257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600" dirty="0">
                <a:effectLst/>
                <a:cs typeface="Times New Roman" panose="02020603050405020304" pitchFamily="18" charset="0"/>
              </a:rPr>
              <a:t>2:1】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所以在基督里若有什么劝勉，爱心有什么安慰，圣灵有什么交通，心中有什么慈悲怜悯，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600" dirty="0">
                <a:effectLst/>
                <a:cs typeface="Times New Roman" panose="02020603050405020304" pitchFamily="18" charset="0"/>
              </a:rPr>
              <a:t>2:2】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你们就要意念相同，爱心相同，有一样的心思，有一样的意念，使我的喜乐可以满足。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600" dirty="0">
                <a:effectLst/>
                <a:cs typeface="Times New Roman" panose="02020603050405020304" pitchFamily="18" charset="0"/>
              </a:rPr>
              <a:t>2:3】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凡事不可结党，不可贪图虚浮的荣耀，只要存心谦卑，各人看别人比自己强。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600" dirty="0">
                <a:effectLst/>
                <a:cs typeface="Times New Roman" panose="02020603050405020304" pitchFamily="18" charset="0"/>
              </a:rPr>
              <a:t>2:4】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各人不要单顾自己的事，也要顾别人的事。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600" dirty="0">
                <a:effectLst/>
                <a:cs typeface="Times New Roman" panose="02020603050405020304" pitchFamily="18" charset="0"/>
              </a:rPr>
              <a:t>2:5】</a:t>
            </a:r>
            <a:r>
              <a:rPr lang="zh-CN" altLang="en-US" sz="1600" dirty="0">
                <a:solidFill>
                  <a:srgbClr val="FFC000"/>
                </a:solidFill>
                <a:effectLst/>
                <a:cs typeface="Times New Roman" panose="02020603050405020304" pitchFamily="18" charset="0"/>
              </a:rPr>
              <a:t>你们当以基督耶稣的心为心。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600" dirty="0">
                <a:effectLst/>
                <a:cs typeface="Times New Roman" panose="02020603050405020304" pitchFamily="18" charset="0"/>
              </a:rPr>
              <a:t>2:6】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他本有　神的形像，不以自己与　神同等为强夺的，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600" dirty="0">
                <a:effectLst/>
                <a:cs typeface="Times New Roman" panose="02020603050405020304" pitchFamily="18" charset="0"/>
              </a:rPr>
              <a:t>2:7】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反倒虚己，取了奴仆的形像，成为人的样式。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600" dirty="0">
                <a:effectLst/>
                <a:cs typeface="Times New Roman" panose="02020603050405020304" pitchFamily="18" charset="0"/>
              </a:rPr>
              <a:t>2:8】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既有人的样子，就自己卑微，存心顺服，以至于死，且死在十字架上。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600" dirty="0">
                <a:effectLst/>
                <a:cs typeface="Times New Roman" panose="02020603050405020304" pitchFamily="18" charset="0"/>
              </a:rPr>
              <a:t>2:9】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所以　神将他升为至高，又赐给他那超乎万名之上的名，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600" dirty="0">
                <a:effectLst/>
                <a:cs typeface="Times New Roman" panose="02020603050405020304" pitchFamily="18" charset="0"/>
              </a:rPr>
              <a:t>2:10】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叫一切在天上的、地上的和地底下的，因耶稣的名无不屈膝，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600" dirty="0">
                <a:effectLst/>
                <a:cs typeface="Times New Roman" panose="02020603050405020304" pitchFamily="18" charset="0"/>
              </a:rPr>
              <a:t>2:11】</a:t>
            </a:r>
            <a:r>
              <a:rPr lang="zh-CN" altLang="en-US" sz="1600" dirty="0">
                <a:effectLst/>
                <a:cs typeface="Times New Roman" panose="02020603050405020304" pitchFamily="18" charset="0"/>
              </a:rPr>
              <a:t>无不口称耶稣基督为主，使荣耀归与父　神。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zh-CN" altLang="en-US" dirty="0"/>
              <a:t>经文分段：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68760"/>
            <a:ext cx="8892480" cy="52578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zh-CN" altLang="en-US" sz="2800" dirty="0"/>
              <a:t>第一段：</a:t>
            </a:r>
            <a:r>
              <a:rPr lang="en-US" altLang="zh-CN" sz="2800" dirty="0"/>
              <a:t>1~2 </a:t>
            </a:r>
            <a:r>
              <a:rPr lang="zh-CN" altLang="en-US" sz="2800" dirty="0"/>
              <a:t>同心合一表现</a:t>
            </a:r>
          </a:p>
          <a:p>
            <a:pPr marL="571500" indent="-571500">
              <a:buFont typeface="+mj-lt"/>
              <a:buAutoNum type="romanUcPeriod"/>
            </a:pPr>
            <a:r>
              <a:rPr lang="zh-CN" altLang="en-US" sz="2800" dirty="0"/>
              <a:t>第二段：</a:t>
            </a:r>
            <a:r>
              <a:rPr lang="en-US" altLang="zh-CN" sz="2800" dirty="0"/>
              <a:t>3~4 </a:t>
            </a:r>
            <a:r>
              <a:rPr lang="zh-CN" altLang="en-US" sz="2800" dirty="0"/>
              <a:t>拦阻同心合一</a:t>
            </a:r>
          </a:p>
          <a:p>
            <a:pPr marL="571500" indent="-571500">
              <a:buFont typeface="+mj-lt"/>
              <a:buAutoNum type="romanUcPeriod"/>
            </a:pPr>
            <a:r>
              <a:rPr lang="zh-CN" altLang="en-US" sz="2800" dirty="0"/>
              <a:t>第三段：</a:t>
            </a:r>
            <a:r>
              <a:rPr lang="en-US" altLang="zh-CN" sz="2800" dirty="0"/>
              <a:t>5~11 </a:t>
            </a:r>
            <a:r>
              <a:rPr lang="zh-CN" altLang="en-US" sz="2800" dirty="0"/>
              <a:t>同心合一榜样</a:t>
            </a:r>
            <a:endParaRPr lang="en-US" altLang="zh-CN" sz="2800" dirty="0"/>
          </a:p>
          <a:p>
            <a:pPr marL="571500" indent="-571500">
              <a:buFont typeface="+mj-lt"/>
              <a:buAutoNum type="romanUcPeriod"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*</a:t>
            </a:r>
            <a:r>
              <a:rPr lang="zh-CN" altLang="en-US" dirty="0"/>
              <a:t> 同心合一根基：在基督里</a:t>
            </a:r>
            <a:r>
              <a:rPr lang="en-US" altLang="zh-C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7161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zh-CN" altLang="en-US" dirty="0"/>
              <a:t>第一段：同心合一表现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68760"/>
            <a:ext cx="9144000" cy="5257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2:1】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所以在基督里若有什么劝勉，爱心有什么安慰，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	       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圣灵有什么交通，心中有什么慈悲怜悯，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2:2】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你们就要意念相同，爱心相同，有一样的心思，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	       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有一样的意念，使 我的喜乐可以满足。 </a:t>
            </a: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cs typeface="Times New Roman" panose="02020603050405020304" pitchFamily="18" charset="0"/>
              </a:rPr>
              <a:t>表现：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200" dirty="0">
                <a:cs typeface="Times New Roman" panose="02020603050405020304" pitchFamily="18" charset="0"/>
              </a:rPr>
              <a:t>劝勉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200" dirty="0">
                <a:cs typeface="Times New Roman" panose="02020603050405020304" pitchFamily="18" charset="0"/>
              </a:rPr>
              <a:t>安慰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200" dirty="0">
                <a:cs typeface="Times New Roman" panose="02020603050405020304" pitchFamily="18" charset="0"/>
              </a:rPr>
              <a:t>交通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200" dirty="0">
                <a:cs typeface="Times New Roman" panose="02020603050405020304" pitchFamily="18" charset="0"/>
              </a:rPr>
              <a:t>怜悯</a:t>
            </a:r>
            <a:endParaRPr lang="en-US" altLang="zh-CN" sz="12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908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zh-CN" altLang="en-US" dirty="0"/>
              <a:t>第二段：同心合一拦阻</a:t>
            </a:r>
            <a:r>
              <a:rPr lang="en-US" altLang="zh-CN" dirty="0"/>
              <a:t>&amp;</a:t>
            </a:r>
            <a:r>
              <a:rPr lang="zh-CN" altLang="en-US" dirty="0"/>
              <a:t>解决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68760"/>
            <a:ext cx="9144000" cy="5257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2:3】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凡事不可结党，不可贪图虚浮的荣耀，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	       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只要存心谦卑，各人看别人比自己强。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2:4】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各人不要单顾自己的事，也要顾别人的事。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sz="16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cs typeface="Times New Roman" panose="02020603050405020304" pitchFamily="18" charset="0"/>
              </a:rPr>
              <a:t>拦阻：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200" dirty="0">
                <a:cs typeface="Times New Roman" panose="02020603050405020304" pitchFamily="18" charset="0"/>
              </a:rPr>
              <a:t>结党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200" dirty="0">
                <a:cs typeface="Times New Roman" panose="02020603050405020304" pitchFamily="18" charset="0"/>
              </a:rPr>
              <a:t>虚浮荣耀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cs typeface="Times New Roman" panose="02020603050405020304" pitchFamily="18" charset="0"/>
              </a:rPr>
              <a:t>解决：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cs typeface="Times New Roman" panose="02020603050405020304" pitchFamily="18" charset="0"/>
              </a:rPr>
              <a:t>顾</a:t>
            </a:r>
            <a:r>
              <a:rPr lang="zh-CN" altLang="en-US" sz="1200" dirty="0">
                <a:cs typeface="Times New Roman" panose="02020603050405020304" pitchFamily="18" charset="0"/>
              </a:rPr>
              <a:t>别人的事</a:t>
            </a:r>
            <a:endParaRPr lang="en-US" altLang="zh-CN" sz="12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396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4" y="0"/>
            <a:ext cx="8229600" cy="1143000"/>
          </a:xfrm>
        </p:spPr>
        <p:txBody>
          <a:bodyPr/>
          <a:lstStyle/>
          <a:p>
            <a:pPr algn="l"/>
            <a:r>
              <a:rPr lang="zh-CN" altLang="en-US" dirty="0"/>
              <a:t>第三段：同心合一方法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347" y="1268760"/>
            <a:ext cx="9396536" cy="5257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2:5】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你们当</a:t>
            </a:r>
            <a:r>
              <a:rPr lang="zh-CN" altLang="en-US" sz="1800" b="1" dirty="0">
                <a:solidFill>
                  <a:srgbClr val="FF0000"/>
                </a:solidFill>
                <a:effectLst/>
                <a:cs typeface="Times New Roman" panose="02020603050405020304" pitchFamily="18" charset="0"/>
              </a:rPr>
              <a:t>以基督耶稣的心为心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2:6】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他本有　神的形像，不以自己与　神同等为强夺的，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2:7】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反倒虚己，取了奴仆的形像，成为人的样式。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2:8】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既有人的样子，就自己卑微，存心顺服，以至于死，且死在十字架上。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2:9】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所以　神将他升为至高，又赐给他那超乎万名之上的名，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2:10】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叫一切在天上的、地上的和地底下的，因耶稣的名无不屈膝，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2:11】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无不口称耶稣基督为主，使荣耀归与父　神。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cs typeface="Times New Roman" panose="02020603050405020304" pitchFamily="18" charset="0"/>
              </a:rPr>
              <a:t>应用：</a:t>
            </a:r>
            <a:r>
              <a:rPr lang="zh-CN" altLang="en-US" sz="1800" dirty="0">
                <a:cs typeface="Times New Roman" panose="02020603050405020304" pitchFamily="18" charset="0"/>
              </a:rPr>
              <a:t>“思念那同一件事”即兴旺福音”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cs typeface="Times New Roman" panose="02020603050405020304" pitchFamily="18" charset="0"/>
              </a:rPr>
              <a:t>以基督心为心，效法基督。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cs typeface="Times New Roman" panose="02020603050405020304" pitchFamily="18" charset="0"/>
              </a:rPr>
              <a:t>谦卑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cs typeface="Times New Roman" panose="02020603050405020304" pitchFamily="18" charset="0"/>
              </a:rPr>
              <a:t>顺服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cs typeface="Times New Roman" panose="02020603050405020304" pitchFamily="18" charset="0"/>
              </a:rPr>
              <a:t>归荣耀与神</a:t>
            </a:r>
            <a:endParaRPr lang="en-US" altLang="zh-CN" sz="16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482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998"/>
            <a:ext cx="8229600" cy="1143000"/>
          </a:xfrm>
        </p:spPr>
        <p:txBody>
          <a:bodyPr/>
          <a:lstStyle/>
          <a:p>
            <a:pPr algn="l"/>
            <a:r>
              <a:rPr lang="zh-CN" altLang="en-US" dirty="0"/>
              <a:t>应用思考：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68760"/>
            <a:ext cx="9396536" cy="5257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effectLst/>
                <a:cs typeface="Times New Roman" panose="02020603050405020304" pitchFamily="18" charset="0"/>
              </a:rPr>
              <a:t>顾别人的事情（小组、身边弟兄姊妹）？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effectLst/>
                <a:cs typeface="Times New Roman" panose="02020603050405020304" pitchFamily="18" charset="0"/>
              </a:rPr>
              <a:t>在家中夫妻彼此顺服（弗五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:21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）？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effectLst/>
                <a:cs typeface="Times New Roman" panose="02020603050405020304" pitchFamily="18" charset="0"/>
              </a:rPr>
              <a:t>在单位顺服领导？</a:t>
            </a:r>
          </a:p>
        </p:txBody>
      </p:sp>
    </p:spTree>
    <p:extLst>
      <p:ext uri="{BB962C8B-B14F-4D97-AF65-F5344CB8AC3E}">
        <p14:creationId xmlns:p14="http://schemas.microsoft.com/office/powerpoint/2010/main" val="3700963483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6078</TotalTime>
  <Words>656</Words>
  <Application>Microsoft Office PowerPoint</Application>
  <PresentationFormat>全屏显示(4:3)</PresentationFormat>
  <Paragraphs>65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等线</vt:lpstr>
      <vt:lpstr>华文琥珀</vt:lpstr>
      <vt:lpstr>华文新魏</vt:lpstr>
      <vt:lpstr>微软雅黑</vt:lpstr>
      <vt:lpstr>Arial</vt:lpstr>
      <vt:lpstr>Calibri</vt:lpstr>
      <vt:lpstr>Trebuchet MS</vt:lpstr>
      <vt:lpstr>Diseño predeterminado</vt:lpstr>
      <vt:lpstr>PowerPoint 演示文稿</vt:lpstr>
      <vt:lpstr>经文：腓立比书2章1~11节</vt:lpstr>
      <vt:lpstr>经文分段：</vt:lpstr>
      <vt:lpstr>第一段：同心合一表现</vt:lpstr>
      <vt:lpstr>第二段：同心合一拦阻&amp;解决</vt:lpstr>
      <vt:lpstr>第三段：同心合一方法</vt:lpstr>
      <vt:lpstr>应用思考：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李强</cp:lastModifiedBy>
  <cp:revision>671</cp:revision>
  <dcterms:created xsi:type="dcterms:W3CDTF">2010-05-23T14:28:12Z</dcterms:created>
  <dcterms:modified xsi:type="dcterms:W3CDTF">2022-06-19T07:54:17Z</dcterms:modified>
</cp:coreProperties>
</file>