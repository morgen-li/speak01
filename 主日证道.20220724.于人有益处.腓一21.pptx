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20" r:id="rId3"/>
    <p:sldId id="321" r:id="rId4"/>
    <p:sldId id="327" r:id="rId5"/>
    <p:sldId id="330" r:id="rId6"/>
    <p:sldId id="331" r:id="rId7"/>
    <p:sldId id="332" r:id="rId8"/>
    <p:sldId id="333" r:id="rId9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94" autoAdjust="0"/>
    <p:restoredTop sz="92579" autoAdjust="0"/>
  </p:normalViewPr>
  <p:slideViewPr>
    <p:cSldViewPr showGuides="1">
      <p:cViewPr varScale="1">
        <p:scale>
          <a:sx n="116" d="100"/>
          <a:sy n="116" d="100"/>
        </p:scale>
        <p:origin x="155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cd6c7ec7188785ae" providerId="LiveId" clId="{3FA4B84D-9389-4B02-9C21-475E178EF690}"/>
    <pc:docChg chg="custSel modSld">
      <pc:chgData name="李 强" userId="cd6c7ec7188785ae" providerId="LiveId" clId="{3FA4B84D-9389-4B02-9C21-475E178EF690}" dt="2022-07-23T20:27:18.684" v="3"/>
      <pc:docMkLst>
        <pc:docMk/>
      </pc:docMkLst>
      <pc:sldChg chg="modSp mod">
        <pc:chgData name="李 强" userId="cd6c7ec7188785ae" providerId="LiveId" clId="{3FA4B84D-9389-4B02-9C21-475E178EF690}" dt="2022-07-23T20:27:18.684" v="3"/>
        <pc:sldMkLst>
          <pc:docMk/>
          <pc:sldMk cId="0" sldId="256"/>
        </pc:sldMkLst>
        <pc:spChg chg="mod">
          <ac:chgData name="李 强" userId="cd6c7ec7188785ae" providerId="LiveId" clId="{3FA4B84D-9389-4B02-9C21-475E178EF690}" dt="2022-07-23T20:27:18.684" v="3"/>
          <ac:spMkLst>
            <pc:docMk/>
            <pc:sldMk cId="0" sldId="256"/>
            <ac:spMk id="7170" creationId="{C38FCE21-CC3E-4C81-B95A-118DE7524B3B}"/>
          </ac:spMkLst>
        </pc:spChg>
      </pc:sldChg>
    </pc:docChg>
  </pc:docChgLst>
  <pc:docChgLst>
    <pc:chgData name="李 强" userId="633faa5c58ce3e78" providerId="LiveId" clId="{870F3BC4-CB90-4805-820E-208591D60CC8}"/>
    <pc:docChg chg="modSld">
      <pc:chgData name="李 强" userId="633faa5c58ce3e78" providerId="LiveId" clId="{870F3BC4-CB90-4805-820E-208591D60CC8}" dt="2018-12-30T00:00:37.965" v="9" actId="20577"/>
      <pc:docMkLst>
        <pc:docMk/>
      </pc:docMkLst>
      <pc:sldChg chg="modSp">
        <pc:chgData name="李 强" userId="633faa5c58ce3e78" providerId="LiveId" clId="{870F3BC4-CB90-4805-820E-208591D60CC8}" dt="2018-12-30T00:00:37.965" v="9" actId="20577"/>
        <pc:sldMkLst>
          <pc:docMk/>
          <pc:sldMk cId="2071616175" sldId="321"/>
        </pc:sldMkLst>
        <pc:spChg chg="mod">
          <ac:chgData name="李 强" userId="633faa5c58ce3e78" providerId="LiveId" clId="{870F3BC4-CB90-4805-820E-208591D60CC8}" dt="2018-12-30T00:00:37.965" v="9" actId="20577"/>
          <ac:spMkLst>
            <pc:docMk/>
            <pc:sldMk cId="2071616175" sldId="321"/>
            <ac:spMk id="5123" creationId="{823B1026-6B98-4FD8-8DA8-D78FA979416E}"/>
          </ac:spMkLst>
        </pc:spChg>
      </pc:sldChg>
    </pc:docChg>
  </pc:docChgLst>
  <pc:docChgLst>
    <pc:chgData name="李 强" userId="cd6c7ec7188785ae" providerId="LiveId" clId="{527ED9F3-1BB0-4499-A4B5-C07C2E72A6C8}"/>
    <pc:docChg chg="undo custSel addSld delSld modSld sldOrd">
      <pc:chgData name="李 强" userId="cd6c7ec7188785ae" providerId="LiveId" clId="{527ED9F3-1BB0-4499-A4B5-C07C2E72A6C8}" dt="2022-02-19T22:28:04.948" v="879" actId="20577"/>
      <pc:docMkLst>
        <pc:docMk/>
      </pc:docMkLst>
      <pc:sldChg chg="modSp mod">
        <pc:chgData name="李 强" userId="cd6c7ec7188785ae" providerId="LiveId" clId="{527ED9F3-1BB0-4499-A4B5-C07C2E72A6C8}" dt="2022-02-19T22:20:44.752" v="790" actId="768"/>
        <pc:sldMkLst>
          <pc:docMk/>
          <pc:sldMk cId="0" sldId="256"/>
        </pc:sldMkLst>
        <pc:spChg chg="mod">
          <ac:chgData name="李 强" userId="cd6c7ec7188785ae" providerId="LiveId" clId="{527ED9F3-1BB0-4499-A4B5-C07C2E72A6C8}" dt="2022-02-19T22:20:44.752" v="790" actId="768"/>
          <ac:spMkLst>
            <pc:docMk/>
            <pc:sldMk cId="0" sldId="256"/>
            <ac:spMk id="7170" creationId="{C38FCE21-CC3E-4C81-B95A-118DE7524B3B}"/>
          </ac:spMkLst>
        </pc:spChg>
      </pc:sldChg>
      <pc:sldChg chg="modSp mod modNotesTx">
        <pc:chgData name="李 强" userId="cd6c7ec7188785ae" providerId="LiveId" clId="{527ED9F3-1BB0-4499-A4B5-C07C2E72A6C8}" dt="2022-02-19T14:23:29.300" v="568" actId="207"/>
        <pc:sldMkLst>
          <pc:docMk/>
          <pc:sldMk cId="0" sldId="320"/>
        </pc:sldMkLst>
        <pc:spChg chg="mod">
          <ac:chgData name="李 强" userId="cd6c7ec7188785ae" providerId="LiveId" clId="{527ED9F3-1BB0-4499-A4B5-C07C2E72A6C8}" dt="2022-02-19T13:31:03.001" v="79" actId="1076"/>
          <ac:spMkLst>
            <pc:docMk/>
            <pc:sldMk cId="0" sldId="320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4:23:29.300" v="568" actId="207"/>
          <ac:spMkLst>
            <pc:docMk/>
            <pc:sldMk cId="0" sldId="320"/>
            <ac:spMk id="5123" creationId="{823B1026-6B98-4FD8-8DA8-D78FA979416E}"/>
          </ac:spMkLst>
        </pc:spChg>
      </pc:sldChg>
      <pc:sldChg chg="modSp add del mod modAnim modNotesTx">
        <pc:chgData name="李 强" userId="cd6c7ec7188785ae" providerId="LiveId" clId="{527ED9F3-1BB0-4499-A4B5-C07C2E72A6C8}" dt="2022-02-19T14:24:29.698" v="600"/>
        <pc:sldMkLst>
          <pc:docMk/>
          <pc:sldMk cId="2071616175" sldId="321"/>
        </pc:sldMkLst>
        <pc:spChg chg="mod">
          <ac:chgData name="李 强" userId="cd6c7ec7188785ae" providerId="LiveId" clId="{527ED9F3-1BB0-4499-A4B5-C07C2E72A6C8}" dt="2022-02-19T14:24:10.770" v="576"/>
          <ac:spMkLst>
            <pc:docMk/>
            <pc:sldMk cId="2071616175" sldId="321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4:24:29.698" v="600"/>
          <ac:spMkLst>
            <pc:docMk/>
            <pc:sldMk cId="2071616175" sldId="321"/>
            <ac:spMk id="5123" creationId="{823B1026-6B98-4FD8-8DA8-D78FA979416E}"/>
          </ac:spMkLst>
        </pc:spChg>
      </pc:sldChg>
      <pc:sldChg chg="modSp mod modNotesTx">
        <pc:chgData name="李 强" userId="cd6c7ec7188785ae" providerId="LiveId" clId="{527ED9F3-1BB0-4499-A4B5-C07C2E72A6C8}" dt="2022-02-19T14:43:04.047" v="789" actId="404"/>
        <pc:sldMkLst>
          <pc:docMk/>
          <pc:sldMk cId="2554827923" sldId="322"/>
        </pc:sldMkLst>
        <pc:spChg chg="mod">
          <ac:chgData name="李 强" userId="cd6c7ec7188785ae" providerId="LiveId" clId="{527ED9F3-1BB0-4499-A4B5-C07C2E72A6C8}" dt="2022-02-19T14:16:34.303" v="452" actId="20577"/>
          <ac:spMkLst>
            <pc:docMk/>
            <pc:sldMk cId="2554827923" sldId="322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4:43:04.047" v="789" actId="404"/>
          <ac:spMkLst>
            <pc:docMk/>
            <pc:sldMk cId="2554827923" sldId="322"/>
            <ac:spMk id="5123" creationId="{823B1026-6B98-4FD8-8DA8-D78FA979416E}"/>
          </ac:spMkLst>
        </pc:spChg>
      </pc:sldChg>
      <pc:sldChg chg="modSp mod modAnim modNotesTx">
        <pc:chgData name="李 强" userId="cd6c7ec7188785ae" providerId="LiveId" clId="{527ED9F3-1BB0-4499-A4B5-C07C2E72A6C8}" dt="2022-02-19T22:24:01.550" v="793" actId="20577"/>
        <pc:sldMkLst>
          <pc:docMk/>
          <pc:sldMk cId="3720867191" sldId="324"/>
        </pc:sldMkLst>
        <pc:spChg chg="mod">
          <ac:chgData name="李 强" userId="cd6c7ec7188785ae" providerId="LiveId" clId="{527ED9F3-1BB0-4499-A4B5-C07C2E72A6C8}" dt="2022-02-19T14:18:29.125" v="465" actId="5793"/>
          <ac:spMkLst>
            <pc:docMk/>
            <pc:sldMk cId="3720867191" sldId="324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22:24:01.550" v="793" actId="20577"/>
          <ac:spMkLst>
            <pc:docMk/>
            <pc:sldMk cId="3720867191" sldId="324"/>
            <ac:spMk id="5123" creationId="{823B1026-6B98-4FD8-8DA8-D78FA979416E}"/>
          </ac:spMkLst>
        </pc:spChg>
      </pc:sldChg>
      <pc:sldChg chg="modSp mod modNotesTx">
        <pc:chgData name="李 强" userId="cd6c7ec7188785ae" providerId="LiveId" clId="{527ED9F3-1BB0-4499-A4B5-C07C2E72A6C8}" dt="2022-02-19T22:28:04.948" v="879" actId="20577"/>
        <pc:sldMkLst>
          <pc:docMk/>
          <pc:sldMk cId="4183620022" sldId="325"/>
        </pc:sldMkLst>
        <pc:spChg chg="mod">
          <ac:chgData name="李 强" userId="cd6c7ec7188785ae" providerId="LiveId" clId="{527ED9F3-1BB0-4499-A4B5-C07C2E72A6C8}" dt="2022-02-19T14:20:44.793" v="494" actId="20577"/>
          <ac:spMkLst>
            <pc:docMk/>
            <pc:sldMk cId="4183620022" sldId="325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22:28:04.948" v="879" actId="20577"/>
          <ac:spMkLst>
            <pc:docMk/>
            <pc:sldMk cId="4183620022" sldId="325"/>
            <ac:spMk id="5123" creationId="{823B1026-6B98-4FD8-8DA8-D78FA979416E}"/>
          </ac:spMkLst>
        </pc:spChg>
      </pc:sldChg>
      <pc:sldChg chg="modSp add mod modNotesTx">
        <pc:chgData name="李 强" userId="cd6c7ec7188785ae" providerId="LiveId" clId="{527ED9F3-1BB0-4499-A4B5-C07C2E72A6C8}" dt="2022-02-19T14:23:01.467" v="563" actId="6549"/>
        <pc:sldMkLst>
          <pc:docMk/>
          <pc:sldMk cId="3091056897" sldId="326"/>
        </pc:sldMkLst>
        <pc:spChg chg="mod">
          <ac:chgData name="李 强" userId="cd6c7ec7188785ae" providerId="LiveId" clId="{527ED9F3-1BB0-4499-A4B5-C07C2E72A6C8}" dt="2022-02-19T14:19:45.483" v="480"/>
          <ac:spMkLst>
            <pc:docMk/>
            <pc:sldMk cId="3091056897" sldId="326"/>
            <ac:spMk id="5123" creationId="{823B1026-6B98-4FD8-8DA8-D78FA979416E}"/>
          </ac:spMkLst>
        </pc:spChg>
      </pc:sldChg>
      <pc:sldChg chg="modSp add mod">
        <pc:chgData name="李 强" userId="cd6c7ec7188785ae" providerId="LiveId" clId="{527ED9F3-1BB0-4499-A4B5-C07C2E72A6C8}" dt="2022-02-19T13:43:00.528" v="396"/>
        <pc:sldMkLst>
          <pc:docMk/>
          <pc:sldMk cId="3085677427" sldId="327"/>
        </pc:sldMkLst>
        <pc:spChg chg="mod">
          <ac:chgData name="李 强" userId="cd6c7ec7188785ae" providerId="LiveId" clId="{527ED9F3-1BB0-4499-A4B5-C07C2E72A6C8}" dt="2022-02-19T13:37:18.875" v="181"/>
          <ac:spMkLst>
            <pc:docMk/>
            <pc:sldMk cId="3085677427" sldId="327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3:43:00.528" v="396"/>
          <ac:spMkLst>
            <pc:docMk/>
            <pc:sldMk cId="3085677427" sldId="327"/>
            <ac:spMk id="5123" creationId="{823B1026-6B98-4FD8-8DA8-D78FA979416E}"/>
          </ac:spMkLst>
        </pc:spChg>
      </pc:sldChg>
      <pc:sldChg chg="add del ord">
        <pc:chgData name="李 强" userId="cd6c7ec7188785ae" providerId="LiveId" clId="{527ED9F3-1BB0-4499-A4B5-C07C2E72A6C8}" dt="2022-02-19T14:21:02.437" v="495" actId="47"/>
        <pc:sldMkLst>
          <pc:docMk/>
          <pc:sldMk cId="2879392428" sldId="328"/>
        </pc:sldMkLst>
      </pc:sldChg>
      <pc:sldChg chg="modSp add mod">
        <pc:chgData name="李 强" userId="cd6c7ec7188785ae" providerId="LiveId" clId="{527ED9F3-1BB0-4499-A4B5-C07C2E72A6C8}" dt="2022-02-19T14:27:25.368" v="613" actId="113"/>
        <pc:sldMkLst>
          <pc:docMk/>
          <pc:sldMk cId="1181730562" sldId="329"/>
        </pc:sldMkLst>
        <pc:spChg chg="mod">
          <ac:chgData name="李 强" userId="cd6c7ec7188785ae" providerId="LiveId" clId="{527ED9F3-1BB0-4499-A4B5-C07C2E72A6C8}" dt="2022-02-19T14:19:55.876" v="482" actId="5793"/>
          <ac:spMkLst>
            <pc:docMk/>
            <pc:sldMk cId="1181730562" sldId="329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4:27:25.368" v="613" actId="113"/>
          <ac:spMkLst>
            <pc:docMk/>
            <pc:sldMk cId="1181730562" sldId="329"/>
            <ac:spMk id="5123" creationId="{823B1026-6B98-4FD8-8DA8-D78FA979416E}"/>
          </ac:spMkLst>
        </pc:spChg>
      </pc:sldChg>
      <pc:sldChg chg="modSp add mod ord">
        <pc:chgData name="李 强" userId="cd6c7ec7188785ae" providerId="LiveId" clId="{527ED9F3-1BB0-4499-A4B5-C07C2E72A6C8}" dt="2022-02-19T14:41:00.181" v="748"/>
        <pc:sldMkLst>
          <pc:docMk/>
          <pc:sldMk cId="3429908626" sldId="330"/>
        </pc:sldMkLst>
        <pc:spChg chg="mod">
          <ac:chgData name="李 强" userId="cd6c7ec7188785ae" providerId="LiveId" clId="{527ED9F3-1BB0-4499-A4B5-C07C2E72A6C8}" dt="2022-02-19T14:41:00.181" v="748"/>
          <ac:spMkLst>
            <pc:docMk/>
            <pc:sldMk cId="3429908626" sldId="330"/>
            <ac:spMk id="5123" creationId="{823B1026-6B98-4FD8-8DA8-D78FA979416E}"/>
          </ac:spMkLst>
        </pc:spChg>
      </pc:sldChg>
    </pc:docChg>
  </pc:docChgLst>
  <pc:docChgLst>
    <pc:chgData name="李 强" userId="cd6c7ec7188785ae" providerId="LiveId" clId="{E1F394D8-556F-4F81-9D85-24472A44C2BC}"/>
    <pc:docChg chg="undo custSel addSld delSld modSld">
      <pc:chgData name="李 强" userId="cd6c7ec7188785ae" providerId="LiveId" clId="{E1F394D8-556F-4F81-9D85-24472A44C2BC}" dt="2022-05-21T09:57:52.826" v="766" actId="47"/>
      <pc:docMkLst>
        <pc:docMk/>
      </pc:docMkLst>
      <pc:sldChg chg="modSp mod">
        <pc:chgData name="李 强" userId="cd6c7ec7188785ae" providerId="LiveId" clId="{E1F394D8-556F-4F81-9D85-24472A44C2BC}" dt="2022-05-21T09:36:55.251" v="17" actId="768"/>
        <pc:sldMkLst>
          <pc:docMk/>
          <pc:sldMk cId="0" sldId="256"/>
        </pc:sldMkLst>
        <pc:spChg chg="mod">
          <ac:chgData name="李 强" userId="cd6c7ec7188785ae" providerId="LiveId" clId="{E1F394D8-556F-4F81-9D85-24472A44C2BC}" dt="2022-05-21T09:36:55.251" v="17" actId="768"/>
          <ac:spMkLst>
            <pc:docMk/>
            <pc:sldMk cId="0" sldId="256"/>
            <ac:spMk id="7170" creationId="{C38FCE21-CC3E-4C81-B95A-118DE7524B3B}"/>
          </ac:spMkLst>
        </pc:spChg>
      </pc:sldChg>
      <pc:sldChg chg="addSp delSp modSp mod">
        <pc:chgData name="李 强" userId="cd6c7ec7188785ae" providerId="LiveId" clId="{E1F394D8-556F-4F81-9D85-24472A44C2BC}" dt="2022-05-21T09:37:51.787" v="30" actId="20577"/>
        <pc:sldMkLst>
          <pc:docMk/>
          <pc:sldMk cId="0" sldId="320"/>
        </pc:sldMkLst>
        <pc:spChg chg="add del">
          <ac:chgData name="李 强" userId="cd6c7ec7188785ae" providerId="LiveId" clId="{E1F394D8-556F-4F81-9D85-24472A44C2BC}" dt="2022-05-21T09:37:13.695" v="19"/>
          <ac:spMkLst>
            <pc:docMk/>
            <pc:sldMk cId="0" sldId="320"/>
            <ac:spMk id="2" creationId="{7C6CB1AA-E880-4687-99A2-6216F1F4BA6F}"/>
          </ac:spMkLst>
        </pc:spChg>
        <pc:spChg chg="mod">
          <ac:chgData name="李 强" userId="cd6c7ec7188785ae" providerId="LiveId" clId="{E1F394D8-556F-4F81-9D85-24472A44C2BC}" dt="2022-05-21T09:37:51.787" v="30" actId="20577"/>
          <ac:spMkLst>
            <pc:docMk/>
            <pc:sldMk cId="0" sldId="320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37:41.972" v="24" actId="14100"/>
          <ac:spMkLst>
            <pc:docMk/>
            <pc:sldMk cId="0" sldId="320"/>
            <ac:spMk id="5123" creationId="{823B1026-6B98-4FD8-8DA8-D78FA979416E}"/>
          </ac:spMkLst>
        </pc:spChg>
      </pc:sldChg>
      <pc:sldChg chg="addSp delSp modSp mod">
        <pc:chgData name="李 强" userId="cd6c7ec7188785ae" providerId="LiveId" clId="{E1F394D8-556F-4F81-9D85-24472A44C2BC}" dt="2022-05-21T09:38:56.828" v="54"/>
        <pc:sldMkLst>
          <pc:docMk/>
          <pc:sldMk cId="2071616175" sldId="321"/>
        </pc:sldMkLst>
        <pc:spChg chg="add del">
          <ac:chgData name="李 强" userId="cd6c7ec7188785ae" providerId="LiveId" clId="{E1F394D8-556F-4F81-9D85-24472A44C2BC}" dt="2022-05-21T09:38:23.804" v="32"/>
          <ac:spMkLst>
            <pc:docMk/>
            <pc:sldMk cId="2071616175" sldId="321"/>
            <ac:spMk id="2" creationId="{59680CE5-CAF3-4609-9BAF-C83FF8E8F3E8}"/>
          </ac:spMkLst>
        </pc:spChg>
        <pc:spChg chg="mod">
          <ac:chgData name="李 强" userId="cd6c7ec7188785ae" providerId="LiveId" clId="{E1F394D8-556F-4F81-9D85-24472A44C2BC}" dt="2022-05-21T09:38:56.828" v="54"/>
          <ac:spMkLst>
            <pc:docMk/>
            <pc:sldMk cId="2071616175" sldId="321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38:51.700" v="50" actId="20577"/>
          <ac:spMkLst>
            <pc:docMk/>
            <pc:sldMk cId="2071616175" sldId="321"/>
            <ac:spMk id="5123" creationId="{823B1026-6B98-4FD8-8DA8-D78FA979416E}"/>
          </ac:spMkLst>
        </pc:spChg>
      </pc:sldChg>
      <pc:sldChg chg="del">
        <pc:chgData name="李 强" userId="cd6c7ec7188785ae" providerId="LiveId" clId="{E1F394D8-556F-4F81-9D85-24472A44C2BC}" dt="2022-05-21T09:55:06.407" v="640" actId="47"/>
        <pc:sldMkLst>
          <pc:docMk/>
          <pc:sldMk cId="2554827923" sldId="322"/>
        </pc:sldMkLst>
      </pc:sldChg>
      <pc:sldChg chg="del">
        <pc:chgData name="李 强" userId="cd6c7ec7188785ae" providerId="LiveId" clId="{E1F394D8-556F-4F81-9D85-24472A44C2BC}" dt="2022-05-21T09:55:06.407" v="640" actId="47"/>
        <pc:sldMkLst>
          <pc:docMk/>
          <pc:sldMk cId="3720867191" sldId="324"/>
        </pc:sldMkLst>
      </pc:sldChg>
      <pc:sldChg chg="modSp del mod">
        <pc:chgData name="李 强" userId="cd6c7ec7188785ae" providerId="LiveId" clId="{E1F394D8-556F-4F81-9D85-24472A44C2BC}" dt="2022-05-21T09:57:52.826" v="766" actId="47"/>
        <pc:sldMkLst>
          <pc:docMk/>
          <pc:sldMk cId="4183620022" sldId="325"/>
        </pc:sldMkLst>
        <pc:spChg chg="mod">
          <ac:chgData name="李 强" userId="cd6c7ec7188785ae" providerId="LiveId" clId="{E1F394D8-556F-4F81-9D85-24472A44C2BC}" dt="2022-05-21T09:57:12.212" v="759"/>
          <ac:spMkLst>
            <pc:docMk/>
            <pc:sldMk cId="4183620022" sldId="325"/>
            <ac:spMk id="5123" creationId="{823B1026-6B98-4FD8-8DA8-D78FA979416E}"/>
          </ac:spMkLst>
        </pc:spChg>
      </pc:sldChg>
      <pc:sldChg chg="modSp del mod">
        <pc:chgData name="李 强" userId="cd6c7ec7188785ae" providerId="LiveId" clId="{E1F394D8-556F-4F81-9D85-24472A44C2BC}" dt="2022-05-21T09:45:35.634" v="250" actId="47"/>
        <pc:sldMkLst>
          <pc:docMk/>
          <pc:sldMk cId="3091056897" sldId="326"/>
        </pc:sldMkLst>
        <pc:spChg chg="mod">
          <ac:chgData name="李 强" userId="cd6c7ec7188785ae" providerId="LiveId" clId="{E1F394D8-556F-4F81-9D85-24472A44C2BC}" dt="2022-05-21T09:43:28.738" v="208" actId="1076"/>
          <ac:spMkLst>
            <pc:docMk/>
            <pc:sldMk cId="3091056897" sldId="326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44:37.268" v="230"/>
          <ac:spMkLst>
            <pc:docMk/>
            <pc:sldMk cId="3091056897" sldId="326"/>
            <ac:spMk id="5123" creationId="{823B1026-6B98-4FD8-8DA8-D78FA979416E}"/>
          </ac:spMkLst>
        </pc:spChg>
      </pc:sldChg>
      <pc:sldChg chg="modSp mod">
        <pc:chgData name="李 强" userId="cd6c7ec7188785ae" providerId="LiveId" clId="{E1F394D8-556F-4F81-9D85-24472A44C2BC}" dt="2022-05-21T09:41:09.148" v="134" actId="20577"/>
        <pc:sldMkLst>
          <pc:docMk/>
          <pc:sldMk cId="3085677427" sldId="327"/>
        </pc:sldMkLst>
        <pc:spChg chg="mod">
          <ac:chgData name="李 强" userId="cd6c7ec7188785ae" providerId="LiveId" clId="{E1F394D8-556F-4F81-9D85-24472A44C2BC}" dt="2022-05-21T09:41:09.148" v="134" actId="20577"/>
          <ac:spMkLst>
            <pc:docMk/>
            <pc:sldMk cId="3085677427" sldId="327"/>
            <ac:spMk id="5123" creationId="{823B1026-6B98-4FD8-8DA8-D78FA979416E}"/>
          </ac:spMkLst>
        </pc:spChg>
      </pc:sldChg>
      <pc:sldChg chg="del">
        <pc:chgData name="李 强" userId="cd6c7ec7188785ae" providerId="LiveId" clId="{E1F394D8-556F-4F81-9D85-24472A44C2BC}" dt="2022-05-21T09:55:06.407" v="640" actId="47"/>
        <pc:sldMkLst>
          <pc:docMk/>
          <pc:sldMk cId="1181730562" sldId="329"/>
        </pc:sldMkLst>
      </pc:sldChg>
      <pc:sldChg chg="modSp mod">
        <pc:chgData name="李 强" userId="cd6c7ec7188785ae" providerId="LiveId" clId="{E1F394D8-556F-4F81-9D85-24472A44C2BC}" dt="2022-05-21T09:48:02.611" v="381" actId="20577"/>
        <pc:sldMkLst>
          <pc:docMk/>
          <pc:sldMk cId="3429908626" sldId="330"/>
        </pc:sldMkLst>
        <pc:spChg chg="mod">
          <ac:chgData name="李 强" userId="cd6c7ec7188785ae" providerId="LiveId" clId="{E1F394D8-556F-4F81-9D85-24472A44C2BC}" dt="2022-05-21T09:44:59.584" v="241"/>
          <ac:spMkLst>
            <pc:docMk/>
            <pc:sldMk cId="3429908626" sldId="330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48:02.611" v="381" actId="20577"/>
          <ac:spMkLst>
            <pc:docMk/>
            <pc:sldMk cId="3429908626" sldId="330"/>
            <ac:spMk id="5123" creationId="{823B1026-6B98-4FD8-8DA8-D78FA979416E}"/>
          </ac:spMkLst>
        </pc:spChg>
      </pc:sldChg>
      <pc:sldChg chg="modSp add del mod">
        <pc:chgData name="李 强" userId="cd6c7ec7188785ae" providerId="LiveId" clId="{E1F394D8-556F-4F81-9D85-24472A44C2BC}" dt="2022-05-21T09:47:03.265" v="318"/>
        <pc:sldMkLst>
          <pc:docMk/>
          <pc:sldMk cId="2142442150" sldId="331"/>
        </pc:sldMkLst>
        <pc:spChg chg="mod">
          <ac:chgData name="李 强" userId="cd6c7ec7188785ae" providerId="LiveId" clId="{E1F394D8-556F-4F81-9D85-24472A44C2BC}" dt="2022-05-21T09:47:02.902" v="317" actId="20577"/>
          <ac:spMkLst>
            <pc:docMk/>
            <pc:sldMk cId="2142442150" sldId="331"/>
            <ac:spMk id="5123" creationId="{823B1026-6B98-4FD8-8DA8-D78FA979416E}"/>
          </ac:spMkLst>
        </pc:spChg>
      </pc:sldChg>
      <pc:sldChg chg="modSp add mod">
        <pc:chgData name="李 强" userId="cd6c7ec7188785ae" providerId="LiveId" clId="{E1F394D8-556F-4F81-9D85-24472A44C2BC}" dt="2022-05-21T09:52:50.587" v="519" actId="20577"/>
        <pc:sldMkLst>
          <pc:docMk/>
          <pc:sldMk cId="3008396135" sldId="331"/>
        </pc:sldMkLst>
        <pc:spChg chg="mod">
          <ac:chgData name="李 强" userId="cd6c7ec7188785ae" providerId="LiveId" clId="{E1F394D8-556F-4F81-9D85-24472A44C2BC}" dt="2022-05-21T09:48:17.648" v="389"/>
          <ac:spMkLst>
            <pc:docMk/>
            <pc:sldMk cId="3008396135" sldId="331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52:50.587" v="519" actId="20577"/>
          <ac:spMkLst>
            <pc:docMk/>
            <pc:sldMk cId="3008396135" sldId="331"/>
            <ac:spMk id="5123" creationId="{823B1026-6B98-4FD8-8DA8-D78FA979416E}"/>
          </ac:spMkLst>
        </pc:spChg>
      </pc:sldChg>
      <pc:sldChg chg="addSp delSp modSp add mod">
        <pc:chgData name="李 强" userId="cd6c7ec7188785ae" providerId="LiveId" clId="{E1F394D8-556F-4F81-9D85-24472A44C2BC}" dt="2022-05-21T09:54:57.996" v="639"/>
        <pc:sldMkLst>
          <pc:docMk/>
          <pc:sldMk cId="3516482490" sldId="332"/>
        </pc:sldMkLst>
        <pc:spChg chg="add del">
          <ac:chgData name="李 强" userId="cd6c7ec7188785ae" providerId="LiveId" clId="{E1F394D8-556F-4F81-9D85-24472A44C2BC}" dt="2022-05-21T09:53:16.245" v="534"/>
          <ac:spMkLst>
            <pc:docMk/>
            <pc:sldMk cId="3516482490" sldId="332"/>
            <ac:spMk id="2" creationId="{C526F94A-489C-4BA6-8537-A80FB3669DAE}"/>
          </ac:spMkLst>
        </pc:spChg>
        <pc:spChg chg="mod">
          <ac:chgData name="李 强" userId="cd6c7ec7188785ae" providerId="LiveId" clId="{E1F394D8-556F-4F81-9D85-24472A44C2BC}" dt="2022-05-21T09:53:03.680" v="532"/>
          <ac:spMkLst>
            <pc:docMk/>
            <pc:sldMk cId="3516482490" sldId="332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54:57.996" v="639"/>
          <ac:spMkLst>
            <pc:docMk/>
            <pc:sldMk cId="3516482490" sldId="332"/>
            <ac:spMk id="5123" creationId="{823B1026-6B98-4FD8-8DA8-D78FA979416E}"/>
          </ac:spMkLst>
        </pc:spChg>
      </pc:sldChg>
      <pc:sldChg chg="modSp add mod">
        <pc:chgData name="李 强" userId="cd6c7ec7188785ae" providerId="LiveId" clId="{E1F394D8-556F-4F81-9D85-24472A44C2BC}" dt="2022-05-21T09:57:49.839" v="765"/>
        <pc:sldMkLst>
          <pc:docMk/>
          <pc:sldMk cId="3700963483" sldId="333"/>
        </pc:sldMkLst>
        <pc:spChg chg="mod">
          <ac:chgData name="李 强" userId="cd6c7ec7188785ae" providerId="LiveId" clId="{E1F394D8-556F-4F81-9D85-24472A44C2BC}" dt="2022-05-21T09:57:40.603" v="764" actId="20577"/>
          <ac:spMkLst>
            <pc:docMk/>
            <pc:sldMk cId="3700963483" sldId="333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57:49.839" v="765"/>
          <ac:spMkLst>
            <pc:docMk/>
            <pc:sldMk cId="3700963483" sldId="333"/>
            <ac:spMk id="5123" creationId="{823B1026-6B98-4FD8-8DA8-D78FA97941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2022/7/24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176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382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481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11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472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410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84313" y="3189288"/>
            <a:ext cx="6400800" cy="1752600"/>
          </a:xfrm>
        </p:spPr>
        <p:txBody>
          <a:bodyPr anchor="ctr"/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与</a:t>
            </a:r>
            <a:r>
              <a:rPr lang="zh-CN" altLang="en-US" sz="320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人</a:t>
            </a:r>
            <a:r>
              <a:rPr lang="zh-CN" altLang="en-US" sz="32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有益处</a:t>
            </a:r>
            <a:endParaRPr lang="en-US" altLang="zh-CN" sz="3200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腓立比书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1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章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21~30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节</a:t>
            </a:r>
            <a:endParaRPr lang="en-US" altLang="zh-CN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en-US" altLang="zh-CN" sz="1600" dirty="0">
                <a:latin typeface="华文琥珀" panose="02010800040101010101" pitchFamily="2" charset="-122"/>
                <a:ea typeface="华文琥珀" panose="02010800040101010101" pitchFamily="2" charset="-122"/>
              </a:rPr>
              <a:t>2022</a:t>
            </a:r>
            <a:r>
              <a:rPr lang="zh-CN" altLang="en-US" sz="1600" dirty="0">
                <a:latin typeface="华文琥珀" panose="02010800040101010101" pitchFamily="2" charset="-122"/>
                <a:ea typeface="华文琥珀" panose="02010800040101010101" pitchFamily="2" charset="-122"/>
              </a:rPr>
              <a:t>年</a:t>
            </a:r>
            <a:r>
              <a:rPr lang="en-US" altLang="zh-CN" sz="1600" dirty="0">
                <a:latin typeface="华文琥珀" panose="02010800040101010101" pitchFamily="2" charset="-122"/>
                <a:ea typeface="华文琥珀" panose="02010800040101010101" pitchFamily="2" charset="-122"/>
              </a:rPr>
              <a:t>7</a:t>
            </a:r>
            <a:r>
              <a:rPr lang="zh-CN" altLang="en-US" sz="1600" dirty="0">
                <a:latin typeface="华文琥珀" panose="02010800040101010101" pitchFamily="2" charset="-122"/>
                <a:ea typeface="华文琥珀" panose="02010800040101010101" pitchFamily="2" charset="-122"/>
              </a:rPr>
              <a:t>月</a:t>
            </a:r>
            <a:r>
              <a:rPr lang="en-US" altLang="zh-CN" sz="1600" dirty="0">
                <a:latin typeface="华文琥珀" panose="02010800040101010101" pitchFamily="2" charset="-122"/>
                <a:ea typeface="华文琥珀" panose="02010800040101010101" pitchFamily="2" charset="-122"/>
              </a:rPr>
              <a:t>24</a:t>
            </a:r>
            <a:r>
              <a:rPr lang="zh-CN" altLang="en-US" sz="1600" dirty="0">
                <a:latin typeface="华文琥珀" panose="02010800040101010101" pitchFamily="2" charset="-122"/>
                <a:ea typeface="华文琥珀" panose="02010800040101010101" pitchFamily="2" charset="-122"/>
              </a:rPr>
              <a:t>日</a:t>
            </a:r>
            <a:endParaRPr lang="en-US" altLang="zh-CN" sz="1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83"/>
            <a:ext cx="8229600" cy="1143000"/>
          </a:xfrm>
        </p:spPr>
        <p:txBody>
          <a:bodyPr/>
          <a:lstStyle/>
          <a:p>
            <a:pPr algn="l"/>
            <a:r>
              <a:rPr lang="zh-CN" altLang="en-US" dirty="0"/>
              <a:t>经文：</a:t>
            </a:r>
            <a:r>
              <a:rPr lang="zh-CN" altLang="en-US" sz="1800" dirty="0"/>
              <a:t>腓立比书</a:t>
            </a:r>
            <a:r>
              <a:rPr lang="en-US" altLang="zh-CN" sz="1800" dirty="0"/>
              <a:t>1</a:t>
            </a:r>
            <a:r>
              <a:rPr lang="zh-CN" altLang="en-US" sz="1800" dirty="0"/>
              <a:t>章</a:t>
            </a:r>
            <a:r>
              <a:rPr lang="en-US" altLang="zh-CN" sz="1800" dirty="0"/>
              <a:t>21~30</a:t>
            </a:r>
            <a:r>
              <a:rPr lang="zh-CN" altLang="en-US" sz="1800" dirty="0"/>
              <a:t>节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08720"/>
            <a:ext cx="9252520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1:21】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因我活着就是基督，我死了就有益处。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1:22】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但我在肉身活着，若成就我工夫的果子，我就不知道该挑选什么。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1:23】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我正在两难之间，情愿离世与基督同在，因为这是好得无比的。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1:24】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然而，我在肉身活着，为你们更是要紧的。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1:25】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我既然这样深信，就知道仍要住在世间，且与你们众人同住，使你们在所信的道上又长进、又喜乐。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1:26】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叫你们在基督耶稣里的欢乐，因我再到你们那里去，就越发加增。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1:27】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只要你们行事为人与基督的福音相称，叫我或来见你们，或不在你们那里，可以听见你们的景况，知道你们同有一个心志，站立得稳，为所信的福音齐心努力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1:28】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凡事不怕敌人的惊吓，这是证明他们沉沦，你们得救，都是出于　神。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1:29】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因为你们蒙恩，不但得以信服基督，并要为他受苦。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1:30】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你们的争战，就与你们在我身上从前所看见、现在所听见的一样。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经文分段：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600200"/>
            <a:ext cx="8892480" cy="52578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第一段：</a:t>
            </a:r>
            <a:r>
              <a:rPr lang="en-US" altLang="zh-CN" dirty="0"/>
              <a:t>21~23 </a:t>
            </a:r>
            <a:r>
              <a:rPr lang="zh-CN" altLang="en-US" dirty="0"/>
              <a:t>保罗与基督有益处（保罗能为基督做什么）</a:t>
            </a:r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第二段：</a:t>
            </a:r>
            <a:r>
              <a:rPr lang="en-US" altLang="zh-CN" dirty="0"/>
              <a:t>24~26 </a:t>
            </a:r>
            <a:r>
              <a:rPr lang="zh-CN" altLang="en-US" dirty="0"/>
              <a:t>保罗与腓立比教会益处（保罗能为腓立比教会做什么）</a:t>
            </a:r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第三段：</a:t>
            </a:r>
            <a:r>
              <a:rPr lang="en-US" altLang="zh-CN" dirty="0"/>
              <a:t>27~30 </a:t>
            </a:r>
            <a:r>
              <a:rPr lang="zh-CN" altLang="en-US" dirty="0"/>
              <a:t>要求腓立比教会与人有益处（腓立比教会与基督或福音的益处） </a:t>
            </a:r>
            <a:r>
              <a:rPr lang="en-US" altLang="zh-C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7161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经文背景：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600200"/>
            <a:ext cx="8892480" cy="52578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altLang="zh-CN" dirty="0"/>
              <a:t>1~11</a:t>
            </a:r>
            <a:r>
              <a:rPr lang="zh-CN" altLang="en-US" dirty="0"/>
              <a:t>节：保罗对腓立比问候</a:t>
            </a:r>
            <a:endParaRPr lang="en-US" altLang="zh-CN" dirty="0"/>
          </a:p>
          <a:p>
            <a:pPr marL="571500" indent="-571500">
              <a:buFont typeface="+mj-lt"/>
              <a:buAutoNum type="romanUcPeriod"/>
            </a:pPr>
            <a:r>
              <a:rPr lang="en-US" altLang="zh-CN" dirty="0"/>
              <a:t>12~21</a:t>
            </a:r>
            <a:r>
              <a:rPr lang="zh-CN" altLang="en-US" dirty="0"/>
              <a:t>节：保罗近况以及盼望</a:t>
            </a:r>
            <a:endParaRPr lang="en-US" altLang="zh-CN" dirty="0"/>
          </a:p>
          <a:p>
            <a:pPr marL="571500" indent="-571500">
              <a:buFont typeface="+mj-lt"/>
              <a:buAutoNum type="romanUcPeriod"/>
            </a:pPr>
            <a:r>
              <a:rPr lang="en-US" altLang="zh-CN" dirty="0"/>
              <a:t>21~30</a:t>
            </a:r>
            <a:r>
              <a:rPr lang="zh-CN" altLang="en-US" dirty="0"/>
              <a:t>节：保罗榜样以及托付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85677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第一段：保罗于基督益处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252520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1:21】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因我活着就是基督，我死了就有益处。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1:22】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但我在肉身活着，若成就我工夫的果子，我就不知道该挑选什么。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1:23】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我正在两难之间，情愿离世与基督同在，因为这是好得无比的。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cs typeface="Times New Roman" panose="02020603050405020304" pitchFamily="18" charset="0"/>
              </a:rPr>
              <a:t>应用：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不从自己益处，单顾基督益处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立足于当下但是对未来有盼望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908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第二段：保罗于教会益处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1:24】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然而，我在肉身活着，为你们更是要紧的。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1:25】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我既然这样深信，就知道仍要住在世间，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                     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且与你们众人同住，使你们在所信的道上又长进、又喜乐。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1:26】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叫你们在基督耶稣里的欢乐，因我再到你们那里去，就越发加增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cs typeface="Times New Roman" panose="02020603050405020304" pitchFamily="18" charset="0"/>
              </a:rPr>
              <a:t>应用：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在世为人为彰显基督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396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第三段：保罗的托付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396536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1:27】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只要你们行事为人与基督的福音相称，叫我或来见你们，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               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或不在你们那里，可以听见你们的景况，知道你们同有一个心志，           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	          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站立得稳，为所信的福音齐心努力。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1:28】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凡事不怕敌人的惊吓，这是证明他们沉沦，你们得救，都是出于神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1:29】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因为你们蒙恩，不但得以信服基督，并要为他受苦。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1:30】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你们的争战，就与你们在我身上从前所看见、现在所听见的一样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cs typeface="Times New Roman" panose="02020603050405020304" pitchFamily="18" charset="0"/>
              </a:rPr>
              <a:t>应用：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行事为人与基督的福音相称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相信神的掌管和看顾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效法基督，学习保罗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482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应用思考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396536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effectLst/>
                <a:cs typeface="Times New Roman" panose="02020603050405020304" pitchFamily="18" charset="0"/>
              </a:rPr>
              <a:t>如何践行“活着就是基督”？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ffectLst/>
                <a:cs typeface="Times New Roman" panose="02020603050405020304" pitchFamily="18" charset="0"/>
              </a:rPr>
              <a:t>如何看待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28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节“都是出于神”？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ffectLst/>
                <a:cs typeface="Times New Roman" panose="02020603050405020304" pitchFamily="18" charset="0"/>
              </a:rPr>
              <a:t>如何看待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29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节“要为他受苦”？</a:t>
            </a:r>
          </a:p>
        </p:txBody>
      </p:sp>
    </p:spTree>
    <p:extLst>
      <p:ext uri="{BB962C8B-B14F-4D97-AF65-F5344CB8AC3E}">
        <p14:creationId xmlns:p14="http://schemas.microsoft.com/office/powerpoint/2010/main" val="3700963483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4973</TotalTime>
  <Words>751</Words>
  <Application>Microsoft Office PowerPoint</Application>
  <PresentationFormat>全屏显示(4:3)</PresentationFormat>
  <Paragraphs>61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华文琥珀</vt:lpstr>
      <vt:lpstr>华文新魏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经文：腓立比书1章21~30节</vt:lpstr>
      <vt:lpstr>经文分段：</vt:lpstr>
      <vt:lpstr>经文背景：</vt:lpstr>
      <vt:lpstr>第一段：保罗于基督益处</vt:lpstr>
      <vt:lpstr>第二段：保罗于教会益处</vt:lpstr>
      <vt:lpstr>第三段：保罗的托付</vt:lpstr>
      <vt:lpstr>应用思考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李强</cp:lastModifiedBy>
  <cp:revision>670</cp:revision>
  <dcterms:created xsi:type="dcterms:W3CDTF">2010-05-23T14:28:12Z</dcterms:created>
  <dcterms:modified xsi:type="dcterms:W3CDTF">2022-07-23T20:27:19Z</dcterms:modified>
</cp:coreProperties>
</file>