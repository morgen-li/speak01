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20" r:id="rId3"/>
    <p:sldId id="340" r:id="rId4"/>
    <p:sldId id="338" r:id="rId5"/>
    <p:sldId id="321" r:id="rId6"/>
    <p:sldId id="345" r:id="rId7"/>
    <p:sldId id="346" r:id="rId8"/>
    <p:sldId id="349" r:id="rId9"/>
    <p:sldId id="347" r:id="rId10"/>
    <p:sldId id="350" r:id="rId11"/>
    <p:sldId id="348" r:id="rId12"/>
    <p:sldId id="351" r:id="rId13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86" autoAdjust="0"/>
    <p:restoredTop sz="96387" autoAdjust="0"/>
  </p:normalViewPr>
  <p:slideViewPr>
    <p:cSldViewPr showGuides="1">
      <p:cViewPr varScale="1">
        <p:scale>
          <a:sx n="66" d="100"/>
          <a:sy n="66" d="100"/>
        </p:scale>
        <p:origin x="17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cd6c7ec7188785ae" providerId="LiveId" clId="{1957A42C-4D46-4054-81A0-E877072CBE86}"/>
    <pc:docChg chg="undo redo custSel addSld delSld modSld">
      <pc:chgData name="李 强" userId="cd6c7ec7188785ae" providerId="LiveId" clId="{1957A42C-4D46-4054-81A0-E877072CBE86}" dt="2022-08-27T22:57:17.257" v="842"/>
      <pc:docMkLst>
        <pc:docMk/>
      </pc:docMkLst>
      <pc:sldChg chg="modSp mod">
        <pc:chgData name="李 强" userId="cd6c7ec7188785ae" providerId="LiveId" clId="{1957A42C-4D46-4054-81A0-E877072CBE86}" dt="2022-08-27T22:57:17.257" v="842"/>
        <pc:sldMkLst>
          <pc:docMk/>
          <pc:sldMk cId="0" sldId="256"/>
        </pc:sldMkLst>
        <pc:spChg chg="mod">
          <ac:chgData name="李 强" userId="cd6c7ec7188785ae" providerId="LiveId" clId="{1957A42C-4D46-4054-81A0-E877072CBE86}" dt="2022-08-27T22:57:17.257" v="842"/>
          <ac:spMkLst>
            <pc:docMk/>
            <pc:sldMk cId="0" sldId="256"/>
            <ac:spMk id="7170" creationId="{C38FCE21-CC3E-4C81-B95A-118DE7524B3B}"/>
          </ac:spMkLst>
        </pc:spChg>
      </pc:sldChg>
      <pc:sldChg chg="addSp delSp modSp mod">
        <pc:chgData name="李 强" userId="cd6c7ec7188785ae" providerId="LiveId" clId="{1957A42C-4D46-4054-81A0-E877072CBE86}" dt="2022-08-27T22:02:57.299" v="89" actId="20577"/>
        <pc:sldMkLst>
          <pc:docMk/>
          <pc:sldMk cId="0" sldId="320"/>
        </pc:sldMkLst>
        <pc:spChg chg="add del">
          <ac:chgData name="李 强" userId="cd6c7ec7188785ae" providerId="LiveId" clId="{1957A42C-4D46-4054-81A0-E877072CBE86}" dt="2022-08-27T21:59:47.820" v="32"/>
          <ac:spMkLst>
            <pc:docMk/>
            <pc:sldMk cId="0" sldId="320"/>
            <ac:spMk id="2" creationId="{638DE641-B4D8-085A-34E6-D78158DCD6F0}"/>
          </ac:spMkLst>
        </pc:spChg>
        <pc:spChg chg="mod">
          <ac:chgData name="李 强" userId="cd6c7ec7188785ae" providerId="LiveId" clId="{1957A42C-4D46-4054-81A0-E877072CBE86}" dt="2022-08-27T22:02:57.299" v="89" actId="20577"/>
          <ac:spMkLst>
            <pc:docMk/>
            <pc:sldMk cId="0" sldId="320"/>
            <ac:spMk id="5123" creationId="{823B1026-6B98-4FD8-8DA8-D78FA979416E}"/>
          </ac:spMkLst>
        </pc:spChg>
      </pc:sldChg>
      <pc:sldChg chg="modSp mod">
        <pc:chgData name="李 强" userId="cd6c7ec7188785ae" providerId="LiveId" clId="{1957A42C-4D46-4054-81A0-E877072CBE86}" dt="2022-08-27T22:31:26.874" v="328" actId="20577"/>
        <pc:sldMkLst>
          <pc:docMk/>
          <pc:sldMk cId="2071616175" sldId="321"/>
        </pc:sldMkLst>
        <pc:spChg chg="mod">
          <ac:chgData name="李 强" userId="cd6c7ec7188785ae" providerId="LiveId" clId="{1957A42C-4D46-4054-81A0-E877072CBE86}" dt="2022-08-27T22:28:51.582" v="254" actId="20577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cd6c7ec7188785ae" providerId="LiveId" clId="{1957A42C-4D46-4054-81A0-E877072CBE86}" dt="2022-08-27T22:31:26.874" v="328" actId="20577"/>
          <ac:spMkLst>
            <pc:docMk/>
            <pc:sldMk cId="2071616175" sldId="321"/>
            <ac:spMk id="5123" creationId="{823B1026-6B98-4FD8-8DA8-D78FA979416E}"/>
          </ac:spMkLst>
        </pc:spChg>
      </pc:sldChg>
      <pc:sldChg chg="modSp mod">
        <pc:chgData name="李 强" userId="cd6c7ec7188785ae" providerId="LiveId" clId="{1957A42C-4D46-4054-81A0-E877072CBE86}" dt="2022-08-27T22:28:13.906" v="239" actId="113"/>
        <pc:sldMkLst>
          <pc:docMk/>
          <pc:sldMk cId="1638846525" sldId="338"/>
        </pc:sldMkLst>
        <pc:spChg chg="mod">
          <ac:chgData name="李 强" userId="cd6c7ec7188785ae" providerId="LiveId" clId="{1957A42C-4D46-4054-81A0-E877072CBE86}" dt="2022-08-27T22:27:21.720" v="221"/>
          <ac:spMkLst>
            <pc:docMk/>
            <pc:sldMk cId="1638846525" sldId="338"/>
            <ac:spMk id="3" creationId="{C578C671-B69C-4BEB-8AD4-3A86A9EC2E70}"/>
          </ac:spMkLst>
        </pc:spChg>
        <pc:spChg chg="mod">
          <ac:chgData name="李 强" userId="cd6c7ec7188785ae" providerId="LiveId" clId="{1957A42C-4D46-4054-81A0-E877072CBE86}" dt="2022-08-27T22:28:13.906" v="239" actId="113"/>
          <ac:spMkLst>
            <pc:docMk/>
            <pc:sldMk cId="1638846525" sldId="338"/>
            <ac:spMk id="5123" creationId="{823B1026-6B98-4FD8-8DA8-D78FA979416E}"/>
          </ac:spMkLst>
        </pc:spChg>
      </pc:sldChg>
      <pc:sldChg chg="del">
        <pc:chgData name="李 强" userId="cd6c7ec7188785ae" providerId="LiveId" clId="{1957A42C-4D46-4054-81A0-E877072CBE86}" dt="2022-08-27T22:32:20.353" v="333" actId="47"/>
        <pc:sldMkLst>
          <pc:docMk/>
          <pc:sldMk cId="1389422895" sldId="339"/>
        </pc:sldMkLst>
      </pc:sldChg>
      <pc:sldChg chg="modSp mod">
        <pc:chgData name="李 强" userId="cd6c7ec7188785ae" providerId="LiveId" clId="{1957A42C-4D46-4054-81A0-E877072CBE86}" dt="2022-08-27T22:07:00.835" v="204"/>
        <pc:sldMkLst>
          <pc:docMk/>
          <pc:sldMk cId="2104945121" sldId="340"/>
        </pc:sldMkLst>
        <pc:spChg chg="mod">
          <ac:chgData name="李 强" userId="cd6c7ec7188785ae" providerId="LiveId" clId="{1957A42C-4D46-4054-81A0-E877072CBE86}" dt="2022-08-27T22:03:39.089" v="101"/>
          <ac:spMkLst>
            <pc:docMk/>
            <pc:sldMk cId="2104945121" sldId="340"/>
            <ac:spMk id="3" creationId="{C578C671-B69C-4BEB-8AD4-3A86A9EC2E70}"/>
          </ac:spMkLst>
        </pc:spChg>
        <pc:spChg chg="mod">
          <ac:chgData name="李 强" userId="cd6c7ec7188785ae" providerId="LiveId" clId="{1957A42C-4D46-4054-81A0-E877072CBE86}" dt="2022-08-27T22:07:00.835" v="204"/>
          <ac:spMkLst>
            <pc:docMk/>
            <pc:sldMk cId="2104945121" sldId="340"/>
            <ac:spMk id="5123" creationId="{823B1026-6B98-4FD8-8DA8-D78FA979416E}"/>
          </ac:spMkLst>
        </pc:spChg>
      </pc:sldChg>
      <pc:sldChg chg="del">
        <pc:chgData name="李 强" userId="cd6c7ec7188785ae" providerId="LiveId" clId="{1957A42C-4D46-4054-81A0-E877072CBE86}" dt="2022-08-27T22:32:20.353" v="333" actId="47"/>
        <pc:sldMkLst>
          <pc:docMk/>
          <pc:sldMk cId="1801904685" sldId="341"/>
        </pc:sldMkLst>
      </pc:sldChg>
      <pc:sldChg chg="del">
        <pc:chgData name="李 强" userId="cd6c7ec7188785ae" providerId="LiveId" clId="{1957A42C-4D46-4054-81A0-E877072CBE86}" dt="2022-08-27T22:32:20.353" v="333" actId="47"/>
        <pc:sldMkLst>
          <pc:docMk/>
          <pc:sldMk cId="3840911221" sldId="342"/>
        </pc:sldMkLst>
      </pc:sldChg>
      <pc:sldChg chg="del">
        <pc:chgData name="李 强" userId="cd6c7ec7188785ae" providerId="LiveId" clId="{1957A42C-4D46-4054-81A0-E877072CBE86}" dt="2022-08-27T22:32:20.353" v="333" actId="47"/>
        <pc:sldMkLst>
          <pc:docMk/>
          <pc:sldMk cId="2259671846" sldId="343"/>
        </pc:sldMkLst>
      </pc:sldChg>
      <pc:sldChg chg="del">
        <pc:chgData name="李 强" userId="cd6c7ec7188785ae" providerId="LiveId" clId="{1957A42C-4D46-4054-81A0-E877072CBE86}" dt="2022-08-27T22:32:20.353" v="333" actId="47"/>
        <pc:sldMkLst>
          <pc:docMk/>
          <pc:sldMk cId="1885735496" sldId="344"/>
        </pc:sldMkLst>
      </pc:sldChg>
      <pc:sldChg chg="modSp add mod">
        <pc:chgData name="李 强" userId="cd6c7ec7188785ae" providerId="LiveId" clId="{1957A42C-4D46-4054-81A0-E877072CBE86}" dt="2022-08-27T22:35:04.164" v="388"/>
        <pc:sldMkLst>
          <pc:docMk/>
          <pc:sldMk cId="2827275646" sldId="345"/>
        </pc:sldMkLst>
        <pc:spChg chg="mod">
          <ac:chgData name="李 强" userId="cd6c7ec7188785ae" providerId="LiveId" clId="{1957A42C-4D46-4054-81A0-E877072CBE86}" dt="2022-08-27T22:32:45.943" v="336"/>
          <ac:spMkLst>
            <pc:docMk/>
            <pc:sldMk cId="2827275646" sldId="345"/>
            <ac:spMk id="3" creationId="{C578C671-B69C-4BEB-8AD4-3A86A9EC2E70}"/>
          </ac:spMkLst>
        </pc:spChg>
        <pc:spChg chg="mod">
          <ac:chgData name="李 强" userId="cd6c7ec7188785ae" providerId="LiveId" clId="{1957A42C-4D46-4054-81A0-E877072CBE86}" dt="2022-08-27T22:35:04.164" v="388"/>
          <ac:spMkLst>
            <pc:docMk/>
            <pc:sldMk cId="2827275646" sldId="345"/>
            <ac:spMk id="5123" creationId="{823B1026-6B98-4FD8-8DA8-D78FA979416E}"/>
          </ac:spMkLst>
        </pc:spChg>
      </pc:sldChg>
      <pc:sldChg chg="addSp delSp modSp add mod">
        <pc:chgData name="李 强" userId="cd6c7ec7188785ae" providerId="LiveId" clId="{1957A42C-4D46-4054-81A0-E877072CBE86}" dt="2022-08-27T22:36:42.908" v="408" actId="20577"/>
        <pc:sldMkLst>
          <pc:docMk/>
          <pc:sldMk cId="3597548379" sldId="346"/>
        </pc:sldMkLst>
        <pc:spChg chg="add del">
          <ac:chgData name="李 强" userId="cd6c7ec7188785ae" providerId="LiveId" clId="{1957A42C-4D46-4054-81A0-E877072CBE86}" dt="2022-08-27T22:35:31.827" v="392"/>
          <ac:spMkLst>
            <pc:docMk/>
            <pc:sldMk cId="3597548379" sldId="346"/>
            <ac:spMk id="2" creationId="{3F1E3456-24EF-6FCD-6271-99930CEFB8BC}"/>
          </ac:spMkLst>
        </pc:spChg>
        <pc:spChg chg="mod">
          <ac:chgData name="李 强" userId="cd6c7ec7188785ae" providerId="LiveId" clId="{1957A42C-4D46-4054-81A0-E877072CBE86}" dt="2022-08-27T22:35:34.107" v="394"/>
          <ac:spMkLst>
            <pc:docMk/>
            <pc:sldMk cId="3597548379" sldId="346"/>
            <ac:spMk id="3" creationId="{C578C671-B69C-4BEB-8AD4-3A86A9EC2E70}"/>
          </ac:spMkLst>
        </pc:spChg>
        <pc:spChg chg="add del">
          <ac:chgData name="李 强" userId="cd6c7ec7188785ae" providerId="LiveId" clId="{1957A42C-4D46-4054-81A0-E877072CBE86}" dt="2022-08-27T22:36:08.968" v="396"/>
          <ac:spMkLst>
            <pc:docMk/>
            <pc:sldMk cId="3597548379" sldId="346"/>
            <ac:spMk id="4" creationId="{D35371F2-7DF4-729D-300C-D5ED414D038F}"/>
          </ac:spMkLst>
        </pc:spChg>
        <pc:spChg chg="mod">
          <ac:chgData name="李 强" userId="cd6c7ec7188785ae" providerId="LiveId" clId="{1957A42C-4D46-4054-81A0-E877072CBE86}" dt="2022-08-27T22:36:42.908" v="408" actId="20577"/>
          <ac:spMkLst>
            <pc:docMk/>
            <pc:sldMk cId="3597548379" sldId="346"/>
            <ac:spMk id="5123" creationId="{823B1026-6B98-4FD8-8DA8-D78FA979416E}"/>
          </ac:spMkLst>
        </pc:spChg>
      </pc:sldChg>
      <pc:sldChg chg="modSp add mod">
        <pc:chgData name="李 强" userId="cd6c7ec7188785ae" providerId="LiveId" clId="{1957A42C-4D46-4054-81A0-E877072CBE86}" dt="2022-08-27T22:45:08.618" v="534" actId="6549"/>
        <pc:sldMkLst>
          <pc:docMk/>
          <pc:sldMk cId="744626814" sldId="347"/>
        </pc:sldMkLst>
        <pc:spChg chg="mod">
          <ac:chgData name="李 强" userId="cd6c7ec7188785ae" providerId="LiveId" clId="{1957A42C-4D46-4054-81A0-E877072CBE86}" dt="2022-08-27T22:43:47.256" v="524" actId="404"/>
          <ac:spMkLst>
            <pc:docMk/>
            <pc:sldMk cId="744626814" sldId="347"/>
            <ac:spMk id="3" creationId="{C578C671-B69C-4BEB-8AD4-3A86A9EC2E70}"/>
          </ac:spMkLst>
        </pc:spChg>
        <pc:spChg chg="mod">
          <ac:chgData name="李 强" userId="cd6c7ec7188785ae" providerId="LiveId" clId="{1957A42C-4D46-4054-81A0-E877072CBE86}" dt="2022-08-27T22:45:08.618" v="534" actId="6549"/>
          <ac:spMkLst>
            <pc:docMk/>
            <pc:sldMk cId="744626814" sldId="347"/>
            <ac:spMk id="5123" creationId="{823B1026-6B98-4FD8-8DA8-D78FA979416E}"/>
          </ac:spMkLst>
        </pc:spChg>
      </pc:sldChg>
      <pc:sldChg chg="modSp add mod">
        <pc:chgData name="李 强" userId="cd6c7ec7188785ae" providerId="LiveId" clId="{1957A42C-4D46-4054-81A0-E877072CBE86}" dt="2022-08-27T22:53:35.765" v="691"/>
        <pc:sldMkLst>
          <pc:docMk/>
          <pc:sldMk cId="2434166069" sldId="348"/>
        </pc:sldMkLst>
        <pc:spChg chg="mod">
          <ac:chgData name="李 强" userId="cd6c7ec7188785ae" providerId="LiveId" clId="{1957A42C-4D46-4054-81A0-E877072CBE86}" dt="2022-08-27T22:47:17.444" v="629"/>
          <ac:spMkLst>
            <pc:docMk/>
            <pc:sldMk cId="2434166069" sldId="348"/>
            <ac:spMk id="3" creationId="{C578C671-B69C-4BEB-8AD4-3A86A9EC2E70}"/>
          </ac:spMkLst>
        </pc:spChg>
        <pc:spChg chg="mod">
          <ac:chgData name="李 强" userId="cd6c7ec7188785ae" providerId="LiveId" clId="{1957A42C-4D46-4054-81A0-E877072CBE86}" dt="2022-08-27T22:53:35.765" v="691"/>
          <ac:spMkLst>
            <pc:docMk/>
            <pc:sldMk cId="2434166069" sldId="348"/>
            <ac:spMk id="5123" creationId="{823B1026-6B98-4FD8-8DA8-D78FA979416E}"/>
          </ac:spMkLst>
        </pc:spChg>
      </pc:sldChg>
      <pc:sldChg chg="modSp add mod">
        <pc:chgData name="李 强" userId="cd6c7ec7188785ae" providerId="LiveId" clId="{1957A42C-4D46-4054-81A0-E877072CBE86}" dt="2022-08-27T22:43:20.165" v="518"/>
        <pc:sldMkLst>
          <pc:docMk/>
          <pc:sldMk cId="2315402955" sldId="349"/>
        </pc:sldMkLst>
        <pc:spChg chg="mod">
          <ac:chgData name="李 强" userId="cd6c7ec7188785ae" providerId="LiveId" clId="{1957A42C-4D46-4054-81A0-E877072CBE86}" dt="2022-08-27T22:43:20.165" v="518"/>
          <ac:spMkLst>
            <pc:docMk/>
            <pc:sldMk cId="2315402955" sldId="349"/>
            <ac:spMk id="5123" creationId="{823B1026-6B98-4FD8-8DA8-D78FA979416E}"/>
          </ac:spMkLst>
        </pc:spChg>
      </pc:sldChg>
      <pc:sldChg chg="modSp add mod">
        <pc:chgData name="李 强" userId="cd6c7ec7188785ae" providerId="LiveId" clId="{1957A42C-4D46-4054-81A0-E877072CBE86}" dt="2022-08-27T22:46:41.978" v="620"/>
        <pc:sldMkLst>
          <pc:docMk/>
          <pc:sldMk cId="2696087428" sldId="350"/>
        </pc:sldMkLst>
        <pc:spChg chg="mod">
          <ac:chgData name="李 强" userId="cd6c7ec7188785ae" providerId="LiveId" clId="{1957A42C-4D46-4054-81A0-E877072CBE86}" dt="2022-08-27T22:46:41.978" v="620"/>
          <ac:spMkLst>
            <pc:docMk/>
            <pc:sldMk cId="2696087428" sldId="350"/>
            <ac:spMk id="5123" creationId="{823B1026-6B98-4FD8-8DA8-D78FA979416E}"/>
          </ac:spMkLst>
        </pc:spChg>
      </pc:sldChg>
      <pc:sldChg chg="modSp add mod">
        <pc:chgData name="李 强" userId="cd6c7ec7188785ae" providerId="LiveId" clId="{1957A42C-4D46-4054-81A0-E877072CBE86}" dt="2022-08-27T22:56:46.117" v="839"/>
        <pc:sldMkLst>
          <pc:docMk/>
          <pc:sldMk cId="2610906842" sldId="351"/>
        </pc:sldMkLst>
        <pc:spChg chg="mod">
          <ac:chgData name="李 强" userId="cd6c7ec7188785ae" providerId="LiveId" clId="{1957A42C-4D46-4054-81A0-E877072CBE86}" dt="2022-08-27T22:54:01.724" v="708"/>
          <ac:spMkLst>
            <pc:docMk/>
            <pc:sldMk cId="2610906842" sldId="351"/>
            <ac:spMk id="3" creationId="{C578C671-B69C-4BEB-8AD4-3A86A9EC2E70}"/>
          </ac:spMkLst>
        </pc:spChg>
        <pc:spChg chg="mod">
          <ac:chgData name="李 强" userId="cd6c7ec7188785ae" providerId="LiveId" clId="{1957A42C-4D46-4054-81A0-E877072CBE86}" dt="2022-08-27T22:56:46.117" v="839"/>
          <ac:spMkLst>
            <pc:docMk/>
            <pc:sldMk cId="2610906842" sldId="351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2022/8/28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003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97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622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404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178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488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404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448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578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6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明光</a:t>
            </a:r>
            <a:r>
              <a:rPr lang="zh-CN" altLang="en-US" sz="360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照耀（</a:t>
            </a:r>
            <a:r>
              <a:rPr lang="zh-CN" altLang="en-US" sz="36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一</a:t>
            </a:r>
            <a:r>
              <a:rPr lang="zh-CN" altLang="en-US" sz="360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）</a:t>
            </a:r>
            <a:endParaRPr lang="en-US" altLang="zh-CN" sz="36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顺服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腓立比书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2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12~18</a:t>
            </a:r>
          </a:p>
          <a:p>
            <a:pPr eaLnBrk="1" hangingPunct="1"/>
            <a:fld id="{07A0B90A-60B9-467C-9F08-64A645997050}" type="datetime2">
              <a:rPr lang="zh-CN" altLang="en-US" sz="160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2022年8月28日</a:t>
            </a:fld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en-US" sz="2400" dirty="0"/>
              <a:t>彼后</a:t>
            </a:r>
            <a:r>
              <a:rPr lang="en-US" altLang="zh-CN" sz="2400" dirty="0"/>
              <a:t>2</a:t>
            </a:r>
            <a:r>
              <a:rPr lang="zh-CN" altLang="en-US" sz="2400" dirty="0"/>
              <a:t>章</a:t>
            </a:r>
            <a:r>
              <a:rPr lang="en-US" altLang="zh-CN" sz="2400" dirty="0"/>
              <a:t>7</a:t>
            </a:r>
            <a:r>
              <a:rPr lang="zh-CN" altLang="en-US" sz="2400" dirty="0"/>
              <a:t>、</a:t>
            </a:r>
            <a:r>
              <a:rPr lang="en-US" altLang="zh-CN" sz="2400" dirty="0"/>
              <a:t>8</a:t>
            </a:r>
            <a:r>
              <a:rPr lang="zh-CN" altLang="en-US" sz="2400" dirty="0"/>
              <a:t>节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144000" cy="56612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12</a:t>
            </a:r>
            <a:r>
              <a:rPr lang="zh-CN" altLang="en-US" sz="2000" dirty="0"/>
              <a:t>这样看来，我亲爱的弟兄，你们既是常顺服的，不但我在你们那里，就是我如今不在你们那里，更是顺服的，就当恐惧战兢，作成你们得救的工夫；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13</a:t>
            </a:r>
            <a:r>
              <a:rPr lang="zh-CN" altLang="en-US" sz="2000" dirty="0"/>
              <a:t>因为你们立志行事，都是神在你们心里运行，为要成就他的美意。</a:t>
            </a:r>
            <a:r>
              <a:rPr lang="en-US" altLang="zh-CN" sz="2000" dirty="0"/>
              <a:t>(1)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14</a:t>
            </a:r>
            <a:r>
              <a:rPr lang="zh-CN" altLang="en-US" sz="2000" dirty="0"/>
              <a:t>凡所行的，都不要发怨言、起争论，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15</a:t>
            </a:r>
            <a:r>
              <a:rPr lang="zh-CN" altLang="en-US" sz="2000" dirty="0"/>
              <a:t>使你们无可指摘，诚实无伪，在这弯曲悖谬的世代作神无瑕疵的儿女。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    </a:t>
            </a:r>
            <a:r>
              <a:rPr lang="zh-CN" altLang="en-US" sz="2000" dirty="0"/>
              <a:t>你们显在这世代中，好像明光照耀，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16</a:t>
            </a:r>
            <a:r>
              <a:rPr lang="zh-CN" altLang="en-US" sz="2000" dirty="0"/>
              <a:t>将生命的道表明出来，叫我在基督的日子好夸我没有空跑，也没有徒劳。</a:t>
            </a:r>
            <a:r>
              <a:rPr lang="en-US" altLang="zh-CN" sz="2000" dirty="0"/>
              <a:t>(2)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17</a:t>
            </a:r>
            <a:r>
              <a:rPr lang="zh-CN" altLang="en-US" sz="2000" dirty="0"/>
              <a:t>我以你们的信心为供献的祭物，我若被浇奠在其上，也是喜乐，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    </a:t>
            </a:r>
            <a:r>
              <a:rPr lang="zh-CN" altLang="en-US" sz="2000" dirty="0"/>
              <a:t>并且与你们众人一同喜乐；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18</a:t>
            </a:r>
            <a:r>
              <a:rPr lang="zh-CN" altLang="en-US" sz="2000" dirty="0"/>
              <a:t>你们也要照样喜乐，并且与我一同喜乐。</a:t>
            </a:r>
            <a:r>
              <a:rPr lang="en-US" altLang="zh-CN" sz="2000" dirty="0"/>
              <a:t>(3)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经文分段：</a:t>
            </a:r>
            <a:endParaRPr lang="zh-CN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7760" y="1143000"/>
            <a:ext cx="9144000" cy="54352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12~13</a:t>
            </a:r>
            <a:r>
              <a:rPr lang="zh-CN" altLang="en-US" sz="2000" dirty="0"/>
              <a:t>：顺服是神的美意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“顺服”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14~16</a:t>
            </a:r>
            <a:r>
              <a:rPr lang="zh-CN" altLang="en-US" sz="2000" dirty="0"/>
              <a:t>：在这世代好像明光照耀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“所行”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17~18</a:t>
            </a:r>
            <a:r>
              <a:rPr lang="zh-CN" altLang="en-US" sz="2000" dirty="0"/>
              <a:t>：要喜乐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“喜乐”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0494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第一段：顺服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经文：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腓</a:t>
            </a:r>
            <a:r>
              <a:rPr lang="en-US" altLang="zh-CN" sz="2000" dirty="0"/>
              <a:t>2:12】</a:t>
            </a:r>
            <a:r>
              <a:rPr lang="zh-CN" altLang="en-US" sz="2000" dirty="0"/>
              <a:t>这样看来，我亲爱的弟兄，你们既是常顺服的，不但我在你们那里，就是我如今不在你们那里，更是顺服的，就当恐惧战兢，作成你们得救的工夫；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腓</a:t>
            </a:r>
            <a:r>
              <a:rPr lang="en-US" altLang="zh-CN" sz="2000" dirty="0"/>
              <a:t>2:13】</a:t>
            </a:r>
            <a:r>
              <a:rPr lang="zh-CN" altLang="en-US" sz="2000" dirty="0"/>
              <a:t>因为你们立志行事，都是　神在你们心里运行，为要成就他的美意。</a:t>
            </a:r>
            <a:endParaRPr lang="en-US" altLang="zh-CN" sz="2000" b="1" dirty="0"/>
          </a:p>
          <a:p>
            <a:r>
              <a:rPr lang="zh-CN" altLang="en-US" sz="2400" b="1" dirty="0"/>
              <a:t>顺服：</a:t>
            </a:r>
            <a:r>
              <a:rPr lang="zh-CN" altLang="en-US" sz="2400" dirty="0"/>
              <a:t>彼此顺服</a:t>
            </a:r>
            <a:endParaRPr lang="en-US" altLang="zh-CN" sz="2400" dirty="0"/>
          </a:p>
          <a:p>
            <a:pPr lvl="1"/>
            <a:r>
              <a:rPr lang="en-US" altLang="zh-CN" sz="2000" dirty="0"/>
              <a:t>1. </a:t>
            </a:r>
            <a:r>
              <a:rPr lang="zh-CN" altLang="en-US" sz="2000" dirty="0"/>
              <a:t>顺服神的福音、真理</a:t>
            </a:r>
          </a:p>
          <a:p>
            <a:pPr lvl="1"/>
            <a:r>
              <a:rPr lang="en-US" altLang="zh-CN" sz="2000" dirty="0"/>
              <a:t>2. </a:t>
            </a:r>
            <a:r>
              <a:rPr lang="zh-CN" altLang="en-US" sz="2000" dirty="0"/>
              <a:t>顺服教导你们的人、年长的</a:t>
            </a:r>
          </a:p>
          <a:p>
            <a:pPr lvl="1"/>
            <a:r>
              <a:rPr lang="en-US" altLang="zh-CN" sz="2000" dirty="0"/>
              <a:t>3. </a:t>
            </a:r>
            <a:r>
              <a:rPr lang="zh-CN" altLang="en-US" sz="2000" dirty="0"/>
              <a:t>顺服自己的丈夫</a:t>
            </a:r>
          </a:p>
          <a:p>
            <a:pPr lvl="1"/>
            <a:r>
              <a:rPr lang="en-US" altLang="zh-CN" sz="2000" dirty="0"/>
              <a:t>4. </a:t>
            </a:r>
            <a:r>
              <a:rPr lang="zh-CN" altLang="en-US" sz="2000" dirty="0"/>
              <a:t>顺服自己的主人、做官的、一切的制度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63884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1</a:t>
            </a:r>
            <a:r>
              <a:rPr lang="zh-CN" altLang="en-US" b="1" dirty="0"/>
              <a:t>：</a:t>
            </a:r>
            <a:r>
              <a:rPr lang="zh-CN" altLang="en-US" dirty="0"/>
              <a:t>顺服神的福音和真理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经文：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罗</a:t>
            </a:r>
            <a:r>
              <a:rPr lang="en-US" altLang="zh-CN" sz="2000" dirty="0"/>
              <a:t>6:17】</a:t>
            </a:r>
            <a:r>
              <a:rPr lang="zh-CN" altLang="en-US" sz="2000" dirty="0"/>
              <a:t>感谢　神！因为你们从前虽然作罪的奴仆，现今却从心里顺服了所传给你们道理的模范。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林后</a:t>
            </a:r>
            <a:r>
              <a:rPr lang="en-US" altLang="zh-CN" sz="2000" dirty="0"/>
              <a:t>9:13】</a:t>
            </a:r>
            <a:r>
              <a:rPr lang="zh-CN" altLang="en-US" sz="2000" dirty="0"/>
              <a:t>他们从这供给的事上得了凭据，知道你们承认基督，顺服他的福音，多多地捐钱给他们和众人，便将荣耀归与　神。</a:t>
            </a:r>
            <a:endParaRPr lang="en-US" altLang="zh-CN" sz="2000" dirty="0"/>
          </a:p>
          <a:p>
            <a:r>
              <a:rPr lang="zh-CN" altLang="en-US" sz="2400" b="1" dirty="0"/>
              <a:t>内容：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福音是什么？</a:t>
            </a:r>
            <a:endParaRPr lang="en-US" altLang="zh-CN" sz="2000" dirty="0"/>
          </a:p>
          <a:p>
            <a:pPr lvl="1"/>
            <a:r>
              <a:rPr lang="zh-CN" altLang="en-US" sz="2000" dirty="0"/>
              <a:t>真理是什么？</a:t>
            </a:r>
            <a:endParaRPr lang="en-US" altLang="zh-CN" sz="2000" dirty="0"/>
          </a:p>
          <a:p>
            <a:pPr lvl="1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2</a:t>
            </a:r>
            <a:r>
              <a:rPr lang="zh-CN" altLang="en-US" b="1" dirty="0"/>
              <a:t>：</a:t>
            </a:r>
            <a:r>
              <a:rPr lang="zh-CN" altLang="en-US" dirty="0"/>
              <a:t>顺服教导我们的人、年长的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经文：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来</a:t>
            </a:r>
            <a:r>
              <a:rPr lang="en-US" altLang="zh-CN" sz="2000" dirty="0"/>
              <a:t>13:17】</a:t>
            </a:r>
            <a:r>
              <a:rPr lang="zh-CN" altLang="en-US" sz="2000" dirty="0"/>
              <a:t>你们要依从那些引导你们的，且要顺服，因他们为你们的灵魂时刻警醒，好像那将来交账的人。你们要使他们交的时候有快乐，不至忧愁，若忧愁就与你们无益了。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林前</a:t>
            </a:r>
            <a:r>
              <a:rPr lang="en-US" altLang="zh-CN" sz="2000" dirty="0"/>
              <a:t>16:15】</a:t>
            </a:r>
            <a:r>
              <a:rPr lang="zh-CN" altLang="en-US" sz="2000" dirty="0"/>
              <a:t>弟兄们，你们晓得，司提反一家是亚该亚初结的果子，并且他们专以服侍圣徒为念。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林前</a:t>
            </a:r>
            <a:r>
              <a:rPr lang="en-US" altLang="zh-CN" sz="2000" dirty="0"/>
              <a:t>16:16】</a:t>
            </a:r>
            <a:r>
              <a:rPr lang="zh-CN" altLang="en-US" sz="2000" dirty="0"/>
              <a:t>我劝你们顺服这样的人，并一切同工同劳的人。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彼前</a:t>
            </a:r>
            <a:r>
              <a:rPr lang="en-US" altLang="zh-CN" sz="2000" dirty="0"/>
              <a:t>5:5】</a:t>
            </a:r>
            <a:r>
              <a:rPr lang="zh-CN" altLang="en-US" sz="2000" dirty="0"/>
              <a:t>你们年幼的，也要顺服年长的。就是你们众人也都要以谦卑束腰，彼此顺服，因为　神阻挡骄傲的人，赐恩给谦卑的人。</a:t>
            </a:r>
            <a:endParaRPr lang="en-US" altLang="zh-CN" sz="2000" dirty="0"/>
          </a:p>
          <a:p>
            <a:r>
              <a:rPr lang="zh-CN" altLang="en-US" sz="2400" b="1" dirty="0"/>
              <a:t>为什么：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属灵认识、爱</a:t>
            </a:r>
            <a:endParaRPr lang="en-US" altLang="zh-CN" sz="2000" dirty="0"/>
          </a:p>
          <a:p>
            <a:pPr lvl="1"/>
            <a:r>
              <a:rPr lang="zh-CN" altLang="en-US" sz="2000" dirty="0"/>
              <a:t>秩序和尊重</a:t>
            </a:r>
            <a:endParaRPr lang="en-US" altLang="zh-CN" sz="2000" dirty="0"/>
          </a:p>
          <a:p>
            <a:pPr lvl="1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827275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zh-CN" altLang="en-US" dirty="0"/>
              <a:t>妻子凡事顺服自己的丈夫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经文：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弗</a:t>
            </a:r>
            <a:r>
              <a:rPr lang="en-US" altLang="zh-CN" sz="2000" dirty="0"/>
              <a:t>5:22】</a:t>
            </a:r>
            <a:r>
              <a:rPr lang="zh-CN" altLang="en-US" sz="2000" dirty="0"/>
              <a:t>你们作妻子的，当顺服自己的丈夫，如同顺服主。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弗</a:t>
            </a:r>
            <a:r>
              <a:rPr lang="en-US" altLang="zh-CN" sz="2000" dirty="0"/>
              <a:t>5:23】</a:t>
            </a:r>
            <a:r>
              <a:rPr lang="zh-CN" altLang="en-US" sz="2000" dirty="0"/>
              <a:t>因为丈夫是妻子的头，如同基督是教会的头，他又是教会全体的救主。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弗</a:t>
            </a:r>
            <a:r>
              <a:rPr lang="en-US" altLang="zh-CN" sz="2000" dirty="0"/>
              <a:t>5:24】</a:t>
            </a:r>
            <a:r>
              <a:rPr lang="zh-CN" altLang="en-US" sz="2000" dirty="0"/>
              <a:t>教会怎样顺服基督，妻子也要怎样凡事顺服丈夫。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西</a:t>
            </a:r>
            <a:r>
              <a:rPr lang="en-US" altLang="zh-CN" sz="2000" dirty="0"/>
              <a:t>3:18】</a:t>
            </a:r>
            <a:r>
              <a:rPr lang="zh-CN" altLang="en-US" sz="2000" dirty="0"/>
              <a:t>你们作妻子的，当顺服自己的丈夫，这在主里面是相宜的。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彼前</a:t>
            </a:r>
            <a:r>
              <a:rPr lang="en-US" altLang="zh-CN" sz="2000" dirty="0"/>
              <a:t>3:1】</a:t>
            </a:r>
            <a:r>
              <a:rPr lang="zh-CN" altLang="en-US" sz="2000" dirty="0"/>
              <a:t>你们作妻子的要顺服自己的丈夫。这样，若有不信从道理的丈夫，他们虽然不听道，也可以因妻子的品行被感化过来，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彼前</a:t>
            </a:r>
            <a:r>
              <a:rPr lang="en-US" altLang="zh-CN" sz="2000" dirty="0"/>
              <a:t>3:4】</a:t>
            </a:r>
            <a:r>
              <a:rPr lang="zh-CN" altLang="en-US" sz="2000" dirty="0"/>
              <a:t>只要以里面存着长久温柔、安静的心为妆饰，这在　神面前是极宝贵的。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彼前</a:t>
            </a:r>
            <a:r>
              <a:rPr lang="en-US" altLang="zh-CN" sz="2000" dirty="0"/>
              <a:t>3:5】</a:t>
            </a:r>
            <a:r>
              <a:rPr lang="zh-CN" altLang="en-US" sz="2000" dirty="0"/>
              <a:t>因为古时仰赖　神的圣洁妇人，正是以此为妆饰，顺服自己的丈夫，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林后</a:t>
            </a:r>
            <a:r>
              <a:rPr lang="en-US" altLang="zh-CN" sz="2000" dirty="0"/>
              <a:t>9:13】</a:t>
            </a:r>
            <a:r>
              <a:rPr lang="zh-CN" altLang="en-US" sz="2000" dirty="0"/>
              <a:t>他们从这供给的事上得了凭据，知道你们承认基督，顺服他的福音，多多地捐钱给他们和众人，便将荣耀归与　神。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59754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zh-CN" altLang="en-US" dirty="0"/>
              <a:t>妻子凡事顺服自己的丈夫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基督与教会的关系：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徒</a:t>
            </a:r>
            <a:r>
              <a:rPr lang="en-US" altLang="zh-CN" sz="2000" dirty="0"/>
              <a:t>20:28】</a:t>
            </a:r>
            <a:r>
              <a:rPr lang="zh-CN" altLang="en-US" sz="2000" dirty="0"/>
              <a:t>圣灵立你们作全群的监督，你们就当为自己谨慎，也为全群谨慎，牧养　神的教会，就是他用自己血所买来的（或作“救赎的”）。</a:t>
            </a:r>
            <a:r>
              <a:rPr lang="en-US" altLang="zh-CN" sz="2000" dirty="0"/>
              <a:t>【</a:t>
            </a:r>
            <a:r>
              <a:rPr lang="zh-CN" altLang="en-US" sz="2000" dirty="0"/>
              <a:t>弗</a:t>
            </a:r>
            <a:r>
              <a:rPr lang="en-US" altLang="zh-CN" sz="2000" dirty="0"/>
              <a:t>1:22】</a:t>
            </a:r>
            <a:r>
              <a:rPr lang="zh-CN" altLang="en-US" sz="2000" dirty="0"/>
              <a:t>又将万有服在他的脚下，使他为教会作万有之首。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弗</a:t>
            </a:r>
            <a:r>
              <a:rPr lang="en-US" altLang="zh-CN" sz="2000" dirty="0"/>
              <a:t>1:23】</a:t>
            </a:r>
            <a:r>
              <a:rPr lang="zh-CN" altLang="en-US" sz="2000" dirty="0"/>
              <a:t>教会是他的身体，是那充满万有者所充满的。</a:t>
            </a:r>
            <a:endParaRPr lang="en-US" altLang="zh-CN" sz="2000" b="1" dirty="0"/>
          </a:p>
          <a:p>
            <a:r>
              <a:rPr lang="zh-CN" altLang="en-US" sz="2400" b="1" dirty="0"/>
              <a:t>如何做？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把依靠建立在神之上</a:t>
            </a:r>
            <a:endParaRPr lang="en-US" altLang="zh-CN" sz="2000" dirty="0"/>
          </a:p>
          <a:p>
            <a:pPr lvl="1"/>
            <a:r>
              <a:rPr lang="zh-CN" altLang="en-US" sz="2000" dirty="0"/>
              <a:t>确信神的话与应许</a:t>
            </a:r>
            <a:endParaRPr lang="en-US" altLang="zh-CN" sz="2000" dirty="0"/>
          </a:p>
          <a:p>
            <a:pPr lvl="1"/>
            <a:r>
              <a:rPr lang="zh-CN" altLang="en-US" sz="2000" dirty="0"/>
              <a:t>效法基督的顺服</a:t>
            </a:r>
            <a:endParaRPr lang="en-US" altLang="zh-CN" sz="2000" dirty="0"/>
          </a:p>
          <a:p>
            <a:pPr lvl="1"/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1540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4</a:t>
            </a:r>
            <a:r>
              <a:rPr lang="zh-CN" altLang="en-US" b="1" dirty="0"/>
              <a:t>：</a:t>
            </a:r>
            <a:r>
              <a:rPr lang="zh-CN" altLang="en-US" sz="3200" dirty="0"/>
              <a:t>顺服自己的主人、做官的、一切的制度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经文：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罗</a:t>
            </a:r>
            <a:r>
              <a:rPr lang="en-US" altLang="zh-CN" sz="2000" dirty="0"/>
              <a:t>13:1】</a:t>
            </a:r>
            <a:r>
              <a:rPr lang="zh-CN" altLang="en-US" sz="2000" dirty="0"/>
              <a:t>在上有权柄的，人人当顺服他；因为没有权柄不是出于　神的，凡掌权的都是　神所命的。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罗</a:t>
            </a:r>
            <a:r>
              <a:rPr lang="en-US" altLang="zh-CN" sz="2000" dirty="0"/>
              <a:t>13:4】</a:t>
            </a:r>
            <a:r>
              <a:rPr lang="zh-CN" altLang="en-US" sz="2000" dirty="0"/>
              <a:t>因为他是　神的用人，是与你有益的。你若作恶，却当惧怕，因为他不是空空地佩剑。他是　神的用人，是伸冤的，刑罚那作恶的。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多</a:t>
            </a:r>
            <a:r>
              <a:rPr lang="en-US" altLang="zh-CN" sz="2000" dirty="0"/>
              <a:t>2:9】</a:t>
            </a:r>
            <a:r>
              <a:rPr lang="zh-CN" altLang="en-US" sz="2000" dirty="0"/>
              <a:t>劝仆人要顺服自己的主人，凡事讨他的喜欢，不可顶撞他，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多</a:t>
            </a:r>
            <a:r>
              <a:rPr lang="en-US" altLang="zh-CN" sz="2000" dirty="0"/>
              <a:t>3:1】</a:t>
            </a:r>
            <a:r>
              <a:rPr lang="zh-CN" altLang="en-US" sz="2000" dirty="0"/>
              <a:t>你要提醒众人，叫他们顺服作官的、掌权的，遵他的命，预备行各样的善事。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彼前</a:t>
            </a:r>
            <a:r>
              <a:rPr lang="en-US" altLang="zh-CN" sz="2000" dirty="0"/>
              <a:t>2:13】</a:t>
            </a:r>
            <a:r>
              <a:rPr lang="zh-CN" altLang="en-US" sz="2000" dirty="0"/>
              <a:t>你们为主的缘故，要顺服人的一切制度，或是在上的君王，</a:t>
            </a:r>
            <a:r>
              <a:rPr lang="en-US" altLang="zh-CN" sz="2000" dirty="0"/>
              <a:t>【</a:t>
            </a:r>
            <a:r>
              <a:rPr lang="zh-CN" altLang="en-US" sz="2000" dirty="0"/>
              <a:t>彼前</a:t>
            </a:r>
            <a:r>
              <a:rPr lang="en-US" altLang="zh-CN" sz="2000" dirty="0"/>
              <a:t>2:18】</a:t>
            </a:r>
            <a:r>
              <a:rPr lang="zh-CN" altLang="en-US" sz="2000" dirty="0"/>
              <a:t>你们作仆人的，凡事要存敬畏的心顺服主人，不但顺服那善良温和的，就是那乖僻的也要顺服。</a:t>
            </a:r>
            <a:endParaRPr lang="en-US" altLang="zh-CN" sz="2000" dirty="0"/>
          </a:p>
          <a:p>
            <a:pPr lvl="1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744626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4</a:t>
            </a:r>
            <a:r>
              <a:rPr lang="zh-CN" altLang="en-US" b="1" dirty="0"/>
              <a:t>：</a:t>
            </a:r>
            <a:r>
              <a:rPr lang="zh-CN" altLang="en-US" sz="3200" dirty="0"/>
              <a:t>顺服自己的主人、做官的、一切的制度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内容：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自己的主人（直接接触）</a:t>
            </a:r>
            <a:endParaRPr lang="en-US" altLang="zh-CN" sz="2000" dirty="0"/>
          </a:p>
          <a:p>
            <a:pPr lvl="1"/>
            <a:r>
              <a:rPr lang="zh-CN" altLang="en-US" sz="2000" dirty="0"/>
              <a:t>做官的（政府以及各个管理机构）</a:t>
            </a:r>
            <a:endParaRPr lang="en-US" altLang="zh-CN" sz="2000" dirty="0"/>
          </a:p>
          <a:p>
            <a:pPr lvl="1"/>
            <a:r>
              <a:rPr lang="zh-CN" altLang="en-US" sz="2000" dirty="0"/>
              <a:t>一切制度（不可见的）</a:t>
            </a:r>
            <a:endParaRPr lang="en-US" altLang="zh-CN" sz="2000" dirty="0"/>
          </a:p>
          <a:p>
            <a:pPr lvl="1"/>
            <a:r>
              <a:rPr lang="zh-CN" altLang="en-US" sz="2000" dirty="0"/>
              <a:t>顺服前提：合乎真理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69608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总结：</a:t>
            </a:r>
            <a:r>
              <a:rPr lang="zh-CN" altLang="en-US" dirty="0"/>
              <a:t>彼此顺服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b="1" dirty="0"/>
              <a:t>经文：</a:t>
            </a:r>
            <a:endParaRPr lang="en-US" altLang="zh-CN" sz="2400" b="1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弗</a:t>
            </a:r>
            <a:r>
              <a:rPr lang="en-US" altLang="zh-CN" sz="2000" dirty="0"/>
              <a:t>5:21】</a:t>
            </a:r>
            <a:r>
              <a:rPr lang="zh-CN" altLang="en-US" sz="2000" dirty="0"/>
              <a:t>又当存敬畏基督的心，彼此顺服。</a:t>
            </a:r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弗</a:t>
            </a:r>
            <a:r>
              <a:rPr lang="en-US" altLang="zh-CN" sz="2000" dirty="0"/>
              <a:t>5:22】</a:t>
            </a:r>
            <a:r>
              <a:rPr lang="zh-CN" altLang="en-US" sz="2000" dirty="0"/>
              <a:t>你们作妻子的，当顺服自己的丈夫，如同顺服主。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【</a:t>
            </a:r>
            <a:r>
              <a:rPr lang="zh-CN" altLang="en-US" sz="2000" dirty="0"/>
              <a:t>彼前</a:t>
            </a:r>
            <a:r>
              <a:rPr lang="en-US" altLang="zh-CN" sz="2000" dirty="0"/>
              <a:t>5:5】</a:t>
            </a:r>
            <a:r>
              <a:rPr lang="zh-CN" altLang="en-US" sz="2000" dirty="0"/>
              <a:t>你们年幼的，也要顺服年长的。就是你们众人也都要以谦卑束腰，彼此顺服，因为　神阻挡骄傲的人，赐恩给谦卑的人。</a:t>
            </a:r>
            <a:endParaRPr lang="en-US" altLang="zh-CN" sz="2000" dirty="0"/>
          </a:p>
          <a:p>
            <a:r>
              <a:rPr lang="zh-CN" altLang="en-US" sz="2400" b="1" dirty="0"/>
              <a:t>内容：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以基督为我们的主的顺服</a:t>
            </a:r>
            <a:endParaRPr lang="en-US" altLang="zh-CN" sz="2000" dirty="0"/>
          </a:p>
          <a:p>
            <a:pPr lvl="1"/>
            <a:r>
              <a:rPr lang="zh-CN" altLang="en-US" sz="2000" dirty="0"/>
              <a:t>以基督为我们榜样的谦卑</a:t>
            </a:r>
            <a:endParaRPr lang="en-US" altLang="zh-CN" sz="2000" dirty="0"/>
          </a:p>
          <a:p>
            <a:pPr lvl="1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434166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讨论问题：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dirty="0"/>
              <a:t>基督徒顺服内容是什么？</a:t>
            </a:r>
            <a:endParaRPr lang="en-US" altLang="zh-CN" sz="2400" dirty="0"/>
          </a:p>
          <a:p>
            <a:r>
              <a:rPr lang="zh-CN" altLang="en-US" sz="2400" dirty="0"/>
              <a:t>基督徒顺服根基是什么？</a:t>
            </a:r>
            <a:endParaRPr lang="en-US" altLang="zh-CN" sz="2400" dirty="0"/>
          </a:p>
          <a:p>
            <a:r>
              <a:rPr lang="zh-CN" altLang="en-US" sz="2400" dirty="0"/>
              <a:t>对个人来说顺服的条件？</a:t>
            </a:r>
            <a:endParaRPr lang="en-US" altLang="zh-CN" sz="2400" dirty="0"/>
          </a:p>
          <a:p>
            <a:pPr lvl="1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61090684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5601</TotalTime>
  <Words>1348</Words>
  <Application>Microsoft Office PowerPoint</Application>
  <PresentationFormat>全屏显示(4:3)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华文琥珀</vt:lpstr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经文：彼后2章7、8节</vt:lpstr>
      <vt:lpstr>经文分段：</vt:lpstr>
      <vt:lpstr>第一段：顺服</vt:lpstr>
      <vt:lpstr>1：顺服神的福音和真理</vt:lpstr>
      <vt:lpstr>2：顺服教导我们的人、年长的</vt:lpstr>
      <vt:lpstr>3：妻子凡事顺服自己的丈夫</vt:lpstr>
      <vt:lpstr>3：妻子凡事顺服自己的丈夫</vt:lpstr>
      <vt:lpstr>4：顺服自己的主人、做官的、一切的制度</vt:lpstr>
      <vt:lpstr>4：顺服自己的主人、做官的、一切的制度</vt:lpstr>
      <vt:lpstr>总结：彼此顺服</vt:lpstr>
      <vt:lpstr>讨论问题：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797</cp:revision>
  <dcterms:created xsi:type="dcterms:W3CDTF">2010-05-23T14:28:12Z</dcterms:created>
  <dcterms:modified xsi:type="dcterms:W3CDTF">2022-08-27T22:57:18Z</dcterms:modified>
</cp:coreProperties>
</file>