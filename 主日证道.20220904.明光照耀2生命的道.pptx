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413" r:id="rId2"/>
    <p:sldId id="425" r:id="rId3"/>
    <p:sldId id="427" r:id="rId4"/>
    <p:sldId id="530" r:id="rId5"/>
    <p:sldId id="531" r:id="rId6"/>
    <p:sldId id="532" r:id="rId7"/>
    <p:sldId id="533" r:id="rId8"/>
    <p:sldId id="534" r:id="rId9"/>
    <p:sldId id="535" r:id="rId10"/>
    <p:sldId id="536" r:id="rId11"/>
    <p:sldId id="537" r:id="rId12"/>
    <p:sldId id="538" r:id="rId13"/>
    <p:sldId id="52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3">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A76"/>
    <a:srgbClr val="633D06"/>
    <a:srgbClr val="FCFEFE"/>
    <a:srgbClr val="FFFFFF"/>
    <a:srgbClr val="00205D"/>
    <a:srgbClr val="C90909"/>
    <a:srgbClr val="272520"/>
    <a:srgbClr val="203E80"/>
    <a:srgbClr val="F1F1F1"/>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C0D02F-D700-4D33-BFCB-1A12EE7DCFBE}" v="28" dt="2022-09-24T22:57:56.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63" autoAdjust="0"/>
    <p:restoredTop sz="94660"/>
  </p:normalViewPr>
  <p:slideViewPr>
    <p:cSldViewPr snapToGrid="0">
      <p:cViewPr varScale="1">
        <p:scale>
          <a:sx n="69" d="100"/>
          <a:sy n="69" d="100"/>
        </p:scale>
        <p:origin x="114" y="768"/>
      </p:cViewPr>
      <p:guideLst>
        <p:guide orient="horz" pos="2093"/>
        <p:guide pos="385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李 强" userId="cd6c7ec7188785ae" providerId="LiveId" clId="{D0C0D02F-D700-4D33-BFCB-1A12EE7DCFBE}"/>
    <pc:docChg chg="undo custSel addSld modSld sldOrd">
      <pc:chgData name="李 强" userId="cd6c7ec7188785ae" providerId="LiveId" clId="{D0C0D02F-D700-4D33-BFCB-1A12EE7DCFBE}" dt="2022-09-24T23:08:15.121" v="117" actId="6549"/>
      <pc:docMkLst>
        <pc:docMk/>
      </pc:docMkLst>
      <pc:sldChg chg="modSp mod">
        <pc:chgData name="李 强" userId="cd6c7ec7188785ae" providerId="LiveId" clId="{D0C0D02F-D700-4D33-BFCB-1A12EE7DCFBE}" dt="2022-09-24T03:30:06.805" v="1" actId="20577"/>
        <pc:sldMkLst>
          <pc:docMk/>
          <pc:sldMk cId="0" sldId="425"/>
        </pc:sldMkLst>
        <pc:spChg chg="mod">
          <ac:chgData name="李 强" userId="cd6c7ec7188785ae" providerId="LiveId" clId="{D0C0D02F-D700-4D33-BFCB-1A12EE7DCFBE}" dt="2022-09-24T03:30:06.805" v="1" actId="20577"/>
          <ac:spMkLst>
            <pc:docMk/>
            <pc:sldMk cId="0" sldId="425"/>
            <ac:spMk id="2" creationId="{00000000-0000-0000-0000-000000000000}"/>
          </ac:spMkLst>
        </pc:spChg>
      </pc:sldChg>
      <pc:sldChg chg="modSp mod">
        <pc:chgData name="李 强" userId="cd6c7ec7188785ae" providerId="LiveId" clId="{D0C0D02F-D700-4D33-BFCB-1A12EE7DCFBE}" dt="2022-09-24T22:57:56.897" v="108"/>
        <pc:sldMkLst>
          <pc:docMk/>
          <pc:sldMk cId="1746486007" sldId="529"/>
        </pc:sldMkLst>
        <pc:spChg chg="mod">
          <ac:chgData name="李 强" userId="cd6c7ec7188785ae" providerId="LiveId" clId="{D0C0D02F-D700-4D33-BFCB-1A12EE7DCFBE}" dt="2022-09-24T22:55:54.588" v="24"/>
          <ac:spMkLst>
            <pc:docMk/>
            <pc:sldMk cId="1746486007" sldId="529"/>
            <ac:spMk id="5" creationId="{00000000-0000-0000-0000-000000000000}"/>
          </ac:spMkLst>
        </pc:spChg>
        <pc:spChg chg="mod">
          <ac:chgData name="李 强" userId="cd6c7ec7188785ae" providerId="LiveId" clId="{D0C0D02F-D700-4D33-BFCB-1A12EE7DCFBE}" dt="2022-09-24T22:57:56.897" v="108"/>
          <ac:spMkLst>
            <pc:docMk/>
            <pc:sldMk cId="1746486007" sldId="529"/>
            <ac:spMk id="7" creationId="{00000000-0000-0000-0000-000000000000}"/>
          </ac:spMkLst>
        </pc:spChg>
      </pc:sldChg>
      <pc:sldChg chg="modSp mod">
        <pc:chgData name="李 强" userId="cd6c7ec7188785ae" providerId="LiveId" clId="{D0C0D02F-D700-4D33-BFCB-1A12EE7DCFBE}" dt="2022-09-24T22:54:52.602" v="7" actId="20577"/>
        <pc:sldMkLst>
          <pc:docMk/>
          <pc:sldMk cId="306424323" sldId="533"/>
        </pc:sldMkLst>
        <pc:spChg chg="mod">
          <ac:chgData name="李 强" userId="cd6c7ec7188785ae" providerId="LiveId" clId="{D0C0D02F-D700-4D33-BFCB-1A12EE7DCFBE}" dt="2022-09-24T22:54:52.602" v="7" actId="20577"/>
          <ac:spMkLst>
            <pc:docMk/>
            <pc:sldMk cId="306424323" sldId="533"/>
            <ac:spMk id="2" creationId="{00000000-0000-0000-0000-000000000000}"/>
          </ac:spMkLst>
        </pc:spChg>
      </pc:sldChg>
      <pc:sldChg chg="modSp mod">
        <pc:chgData name="李 强" userId="cd6c7ec7188785ae" providerId="LiveId" clId="{D0C0D02F-D700-4D33-BFCB-1A12EE7DCFBE}" dt="2022-09-24T23:07:05.609" v="115" actId="20577"/>
        <pc:sldMkLst>
          <pc:docMk/>
          <pc:sldMk cId="30905515" sldId="534"/>
        </pc:sldMkLst>
        <pc:spChg chg="mod">
          <ac:chgData name="李 强" userId="cd6c7ec7188785ae" providerId="LiveId" clId="{D0C0D02F-D700-4D33-BFCB-1A12EE7DCFBE}" dt="2022-09-24T23:07:05.609" v="115" actId="20577"/>
          <ac:spMkLst>
            <pc:docMk/>
            <pc:sldMk cId="30905515" sldId="534"/>
            <ac:spMk id="2" creationId="{00000000-0000-0000-0000-000000000000}"/>
          </ac:spMkLst>
        </pc:spChg>
      </pc:sldChg>
      <pc:sldChg chg="modSp mod">
        <pc:chgData name="李 强" userId="cd6c7ec7188785ae" providerId="LiveId" clId="{D0C0D02F-D700-4D33-BFCB-1A12EE7DCFBE}" dt="2022-09-24T22:55:12.110" v="11" actId="403"/>
        <pc:sldMkLst>
          <pc:docMk/>
          <pc:sldMk cId="1073310812" sldId="535"/>
        </pc:sldMkLst>
        <pc:spChg chg="mod">
          <ac:chgData name="李 强" userId="cd6c7ec7188785ae" providerId="LiveId" clId="{D0C0D02F-D700-4D33-BFCB-1A12EE7DCFBE}" dt="2022-09-24T22:55:12.110" v="11" actId="403"/>
          <ac:spMkLst>
            <pc:docMk/>
            <pc:sldMk cId="1073310812" sldId="535"/>
            <ac:spMk id="2" creationId="{00000000-0000-0000-0000-000000000000}"/>
          </ac:spMkLst>
        </pc:spChg>
      </pc:sldChg>
      <pc:sldChg chg="modSp mod">
        <pc:chgData name="李 强" userId="cd6c7ec7188785ae" providerId="LiveId" clId="{D0C0D02F-D700-4D33-BFCB-1A12EE7DCFBE}" dt="2022-09-24T23:08:15.121" v="117" actId="6549"/>
        <pc:sldMkLst>
          <pc:docMk/>
          <pc:sldMk cId="640450524" sldId="536"/>
        </pc:sldMkLst>
        <pc:spChg chg="mod">
          <ac:chgData name="李 强" userId="cd6c7ec7188785ae" providerId="LiveId" clId="{D0C0D02F-D700-4D33-BFCB-1A12EE7DCFBE}" dt="2022-09-24T23:08:15.121" v="117" actId="6549"/>
          <ac:spMkLst>
            <pc:docMk/>
            <pc:sldMk cId="640450524" sldId="536"/>
            <ac:spMk id="2" creationId="{00000000-0000-0000-0000-000000000000}"/>
          </ac:spMkLst>
        </pc:spChg>
      </pc:sldChg>
      <pc:sldChg chg="add ord">
        <pc:chgData name="李 强" userId="cd6c7ec7188785ae" providerId="LiveId" clId="{D0C0D02F-D700-4D33-BFCB-1A12EE7DCFBE}" dt="2022-09-24T22:55:39.101" v="16"/>
        <pc:sldMkLst>
          <pc:docMk/>
          <pc:sldMk cId="3813767857" sldId="53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2022/9/25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dirty="0"/>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2022/9/25</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2022/9/25</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2022/9/25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2022/9/25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2022/9/25</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dirty="0"/>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2022/9/25</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dirty="0"/>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jpeg"/><Relationship Id="rId5" Type="http://schemas.openxmlformats.org/officeDocument/2006/relationships/slideLayout" Target="../slideLayouts/slideLayout3.xml"/><Relationship Id="rId4" Type="http://schemas.openxmlformats.org/officeDocument/2006/relationships/tags" Target="../tags/tag35.xml"/></Relationships>
</file>

<file path=ppt/slides/_rels/slide2.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110788" y="4908434"/>
            <a:ext cx="4613737" cy="509883"/>
          </a:xfrm>
          <a:prstGeom prst="rect">
            <a:avLst/>
          </a:prstGeom>
          <a:solidFill>
            <a:srgbClr val="1A3A76">
              <a:alpha val="29000"/>
            </a:srgbClr>
          </a:solidFill>
          <a:ln w="41275" cmpd="sng">
            <a:noFill/>
            <a:prstDash val="solid"/>
          </a:ln>
        </p:spPr>
        <p:txBody>
          <a:bodyPr wrap="square" rtlCol="0" anchor="t">
            <a:spAutoFit/>
          </a:bodyPr>
          <a:lstStyle/>
          <a:p>
            <a:pPr marL="2424430" lvl="0" indent="-2424430" algn="l">
              <a:lnSpc>
                <a:spcPct val="120000"/>
              </a:lnSpc>
              <a:buClrTx/>
              <a:buSzTx/>
              <a:buFontTx/>
              <a:defRPr sz="2500">
                <a:solidFill>
                  <a:srgbClr val="FFFFFF"/>
                </a:solidFill>
              </a:defRPr>
            </a:pPr>
            <a:r>
              <a:rPr lang="zh-CN" altLang="en-US" sz="2400" b="1" dirty="0">
                <a:solidFill>
                  <a:schemeClr val="bg1"/>
                </a:solidFill>
                <a:cs typeface="+mn-ea"/>
                <a:sym typeface="+mn-lt"/>
              </a:rPr>
              <a:t>经文：腓立比书二章</a:t>
            </a:r>
            <a:r>
              <a:rPr lang="en-US" altLang="zh-CN" sz="2400" b="1" dirty="0">
                <a:solidFill>
                  <a:schemeClr val="bg1"/>
                </a:solidFill>
                <a:cs typeface="+mn-ea"/>
                <a:sym typeface="+mn-lt"/>
              </a:rPr>
              <a:t>12~18</a:t>
            </a:r>
            <a:r>
              <a:rPr lang="zh-CN" altLang="en-US" sz="2400" b="1" dirty="0">
                <a:solidFill>
                  <a:schemeClr val="bg1"/>
                </a:solidFill>
                <a:cs typeface="+mn-ea"/>
                <a:sym typeface="+mn-lt"/>
              </a:rPr>
              <a:t>节</a:t>
            </a:r>
            <a:endParaRPr lang="en-US" altLang="zh-CN" sz="2400" b="1" dirty="0">
              <a:solidFill>
                <a:schemeClr val="bg1"/>
              </a:solidFill>
              <a:cs typeface="+mn-ea"/>
              <a:sym typeface="+mn-lt"/>
            </a:endParaRPr>
          </a:p>
        </p:txBody>
      </p:sp>
      <p:sp>
        <p:nvSpPr>
          <p:cNvPr id="4" name="矩形 3"/>
          <p:cNvSpPr/>
          <p:nvPr>
            <p:custDataLst>
              <p:tags r:id="rId3"/>
            </p:custDataLst>
          </p:nvPr>
        </p:nvSpPr>
        <p:spPr>
          <a:xfrm>
            <a:off x="7285644" y="2052839"/>
            <a:ext cx="4264025" cy="2118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lstStyle/>
          <a:p>
            <a:pPr algn="ctr">
              <a:lnSpc>
                <a:spcPct val="100000"/>
              </a:lnSpc>
            </a:pPr>
            <a:r>
              <a:rPr lang="zh-CN" altLang="en-US" sz="5400" b="1" dirty="0">
                <a:solidFill>
                  <a:schemeClr val="bg1"/>
                </a:solidFill>
                <a:effectLst>
                  <a:outerShdw blurRad="50800" dist="38100" dir="2700000" algn="tl" rotWithShape="0">
                    <a:prstClr val="black">
                      <a:alpha val="40000"/>
                    </a:prstClr>
                  </a:outerShdw>
                </a:effectLst>
                <a:cs typeface="+mn-ea"/>
                <a:sym typeface="+mn-lt"/>
              </a:rPr>
              <a:t>明光照耀</a:t>
            </a:r>
            <a:endParaRPr lang="en-US" altLang="zh-CN" sz="5400" b="1" dirty="0">
              <a:solidFill>
                <a:schemeClr val="bg1"/>
              </a:solidFill>
              <a:effectLst>
                <a:outerShdw blurRad="50800" dist="38100" dir="2700000" algn="tl" rotWithShape="0">
                  <a:prstClr val="black">
                    <a:alpha val="40000"/>
                  </a:prstClr>
                </a:outerShdw>
              </a:effectLst>
              <a:cs typeface="+mn-ea"/>
              <a:sym typeface="+mn-lt"/>
            </a:endParaRPr>
          </a:p>
          <a:p>
            <a:pPr algn="ctr">
              <a:lnSpc>
                <a:spcPct val="100000"/>
              </a:lnSpc>
            </a:pPr>
            <a:r>
              <a:rPr lang="zh-CN" altLang="en-US" sz="2000" b="1" dirty="0">
                <a:solidFill>
                  <a:schemeClr val="bg1"/>
                </a:solidFill>
                <a:effectLst>
                  <a:outerShdw blurRad="50800" dist="38100" dir="2700000" algn="tl" rotWithShape="0">
                    <a:prstClr val="black">
                      <a:alpha val="40000"/>
                    </a:prstClr>
                  </a:outerShdw>
                </a:effectLst>
                <a:cs typeface="+mn-ea"/>
                <a:sym typeface="+mn-lt"/>
              </a:rPr>
              <a:t>之</a:t>
            </a:r>
            <a:endParaRPr lang="en-US" altLang="zh-CN" sz="2000" b="1" dirty="0">
              <a:solidFill>
                <a:schemeClr val="bg1"/>
              </a:solidFill>
              <a:effectLst>
                <a:outerShdw blurRad="50800" dist="38100" dir="2700000" algn="tl" rotWithShape="0">
                  <a:prstClr val="black">
                    <a:alpha val="40000"/>
                  </a:prstClr>
                </a:outerShdw>
              </a:effectLst>
              <a:cs typeface="+mn-ea"/>
              <a:sym typeface="+mn-lt"/>
            </a:endParaRPr>
          </a:p>
          <a:p>
            <a:pPr algn="ctr">
              <a:lnSpc>
                <a:spcPct val="100000"/>
              </a:lnSpc>
            </a:pPr>
            <a:r>
              <a:rPr lang="zh-CN" altLang="en-US" sz="2800" b="1" dirty="0">
                <a:solidFill>
                  <a:schemeClr val="bg1"/>
                </a:solidFill>
                <a:effectLst>
                  <a:outerShdw blurRad="50800" dist="38100" dir="2700000" algn="tl" rotWithShape="0">
                    <a:prstClr val="black">
                      <a:alpha val="40000"/>
                    </a:prstClr>
                  </a:outerShdw>
                </a:effectLst>
                <a:cs typeface="+mn-ea"/>
                <a:sym typeface="+mn-lt"/>
              </a:rPr>
              <a:t>生命的道</a:t>
            </a:r>
          </a:p>
        </p:txBody>
      </p:sp>
      <p:sp>
        <p:nvSpPr>
          <p:cNvPr id="7" name="矩形 6"/>
          <p:cNvSpPr/>
          <p:nvPr>
            <p:custDataLst>
              <p:tags r:id="rId4"/>
            </p:custDataLst>
          </p:nvPr>
        </p:nvSpPr>
        <p:spPr>
          <a:xfrm>
            <a:off x="7755226" y="4358524"/>
            <a:ext cx="3324860" cy="36322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cs typeface="+mn-ea"/>
                <a:sym typeface="+mn-lt"/>
              </a:rPr>
              <a:t>2022</a:t>
            </a:r>
            <a:r>
              <a:rPr lang="zh-CN" altLang="en-US" sz="2000" dirty="0">
                <a:cs typeface="+mn-ea"/>
                <a:sym typeface="+mn-lt"/>
              </a:rPr>
              <a:t>年</a:t>
            </a:r>
            <a:r>
              <a:rPr lang="en-US" altLang="zh-CN" sz="2000" dirty="0">
                <a:cs typeface="+mn-ea"/>
                <a:sym typeface="+mn-lt"/>
              </a:rPr>
              <a:t>9</a:t>
            </a:r>
            <a:r>
              <a:rPr lang="zh-CN" altLang="en-US" sz="2000" dirty="0">
                <a:cs typeface="+mn-ea"/>
                <a:sym typeface="+mn-lt"/>
              </a:rPr>
              <a:t>月</a:t>
            </a:r>
            <a:r>
              <a:rPr lang="en-US" altLang="zh-CN" sz="2000" dirty="0">
                <a:cs typeface="+mn-ea"/>
                <a:sym typeface="+mn-lt"/>
              </a:rPr>
              <a:t>24</a:t>
            </a:r>
            <a:r>
              <a:rPr lang="zh-CN" altLang="en-US" sz="2000" dirty="0">
                <a:cs typeface="+mn-ea"/>
                <a:sym typeface="+mn-lt"/>
              </a:rPr>
              <a:t>日</a:t>
            </a:r>
            <a:endParaRPr lang="en-US" altLang="zh-CN" sz="2000" dirty="0">
              <a:cs typeface="+mn-ea"/>
              <a:sym typeface="+mn-lt"/>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19635" y="139761"/>
            <a:ext cx="1436388"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经文 </a:t>
            </a:r>
          </a:p>
        </p:txBody>
      </p:sp>
      <p:sp>
        <p:nvSpPr>
          <p:cNvPr id="2" name="文本框 1"/>
          <p:cNvSpPr txBox="1"/>
          <p:nvPr>
            <p:custDataLst>
              <p:tags r:id="rId3"/>
            </p:custDataLst>
          </p:nvPr>
        </p:nvSpPr>
        <p:spPr>
          <a:xfrm>
            <a:off x="0" y="1285381"/>
            <a:ext cx="10611752" cy="3720377"/>
          </a:xfrm>
          <a:prstGeom prst="rect">
            <a:avLst/>
          </a:prstGeom>
          <a:noFill/>
        </p:spPr>
        <p:txBody>
          <a:bodyPr wrap="square" rtlCol="0" anchor="t">
            <a:spAutoFit/>
          </a:bodyPr>
          <a:lstStyle/>
          <a:p>
            <a:pPr marL="0" indent="0" eaLnBrk="1" latinLnBrk="1" hangingPunct="1">
              <a:lnSpc>
                <a:spcPct val="150000"/>
              </a:lnSpc>
              <a:buFont typeface="Wingdings" panose="05000000000000000000" pitchFamily="2" charset="2"/>
              <a:buNone/>
              <a:defRPr/>
            </a:pPr>
            <a:r>
              <a:rPr kumimoji="0" lang="en-US" altLang="zh-CN" sz="3200" b="1" dirty="0">
                <a:latin typeface="苹方-简" panose="020B0300000000000000" pitchFamily="34" charset="-122"/>
                <a:ea typeface="苹方-简" panose="020B0300000000000000" pitchFamily="34" charset="-122"/>
                <a:cs typeface="+mn-ea"/>
                <a:sym typeface="+mn-lt"/>
              </a:rPr>
              <a:t>【</a:t>
            </a:r>
            <a:r>
              <a:rPr lang="zh-CN" altLang="en-US" sz="4000" b="1" dirty="0">
                <a:latin typeface="苹方-简" panose="020B0300000000000000" pitchFamily="34" charset="-122"/>
                <a:ea typeface="苹方-简" panose="020B0300000000000000" pitchFamily="34" charset="-122"/>
                <a:cs typeface="+mn-ea"/>
                <a:sym typeface="+mn-lt"/>
              </a:rPr>
              <a:t>腓立比书</a:t>
            </a:r>
            <a:r>
              <a:rPr kumimoji="0" lang="en-US" altLang="zh-CN" sz="3200" b="1" dirty="0">
                <a:latin typeface="苹方-简" panose="020B0300000000000000" pitchFamily="34" charset="-122"/>
                <a:ea typeface="苹方-简" panose="020B0300000000000000" pitchFamily="34" charset="-122"/>
                <a:cs typeface="+mn-ea"/>
                <a:sym typeface="+mn-lt"/>
              </a:rPr>
              <a:t>】</a:t>
            </a:r>
            <a:r>
              <a:rPr lang="zh-CN" altLang="en-US" sz="3200" b="1" dirty="0">
                <a:latin typeface="苹方-简" panose="020B0300000000000000" pitchFamily="34" charset="-122"/>
                <a:ea typeface="苹方-简" panose="020B0300000000000000" pitchFamily="34" charset="-122"/>
                <a:cs typeface="+mn-ea"/>
                <a:sym typeface="+mn-lt"/>
              </a:rPr>
              <a:t>二</a:t>
            </a:r>
            <a:r>
              <a:rPr kumimoji="0" lang="zh-CN" altLang="en-US" sz="3200" b="1" dirty="0">
                <a:latin typeface="苹方-简" panose="020B0300000000000000" pitchFamily="34" charset="-122"/>
                <a:ea typeface="苹方-简" panose="020B0300000000000000" pitchFamily="34" charset="-122"/>
                <a:cs typeface="+mn-ea"/>
                <a:sym typeface="+mn-lt"/>
              </a:rPr>
              <a:t>章</a:t>
            </a:r>
            <a:r>
              <a:rPr lang="en-US" altLang="zh-CN" sz="3200" b="1">
                <a:latin typeface="苹方-简" panose="020B0300000000000000" pitchFamily="34" charset="-122"/>
                <a:ea typeface="苹方-简" panose="020B0300000000000000" pitchFamily="34" charset="-122"/>
                <a:cs typeface="+mn-ea"/>
                <a:sym typeface="+mn-lt"/>
              </a:rPr>
              <a:t>12~18</a:t>
            </a:r>
            <a:r>
              <a:rPr kumimoji="0" lang="zh-CN" altLang="en-US" sz="3200" b="1">
                <a:latin typeface="苹方-简" panose="020B0300000000000000" pitchFamily="34" charset="-122"/>
                <a:ea typeface="苹方-简" panose="020B0300000000000000" pitchFamily="34" charset="-122"/>
                <a:cs typeface="+mn-ea"/>
                <a:sym typeface="+mn-lt"/>
              </a:rPr>
              <a:t>节</a:t>
            </a:r>
            <a:endParaRPr kumimoji="0" lang="zh-CN" altLang="en-US" sz="3200" b="1" dirty="0">
              <a:latin typeface="苹方-简" panose="020B0300000000000000" pitchFamily="34" charset="-122"/>
              <a:ea typeface="苹方-简" panose="020B0300000000000000" pitchFamily="34" charset="-122"/>
              <a:cs typeface="+mn-ea"/>
              <a:sym typeface="+mn-lt"/>
            </a:endParaRPr>
          </a:p>
          <a:p>
            <a:pPr marL="0" indent="-457200" eaLnBrk="1" latinLnBrk="1" hangingPunct="1">
              <a:lnSpc>
                <a:spcPct val="150000"/>
              </a:lnSpc>
              <a:spcBef>
                <a:spcPts val="0"/>
              </a:spcBef>
              <a:buFont typeface="Wingdings" panose="05000000000000000000" pitchFamily="2" charset="2"/>
              <a:buNone/>
              <a:defRPr/>
            </a:pPr>
            <a:endParaRPr lang="en-US" altLang="zh-CN" sz="2400" dirty="0">
              <a:latin typeface="苹方-简" panose="020B0300000000000000" pitchFamily="34" charset="-122"/>
              <a:ea typeface="苹方-简" panose="020B0300000000000000" pitchFamily="34" charset="-122"/>
              <a:cs typeface="+mn-ea"/>
              <a:sym typeface="+mn-lt"/>
            </a:endParaRPr>
          </a:p>
          <a:p>
            <a:pPr marL="0" indent="-457200" eaLnBrk="1" latinLnBrk="1" hangingPunct="1">
              <a:lnSpc>
                <a:spcPct val="150000"/>
              </a:lnSpc>
              <a:spcBef>
                <a:spcPts val="0"/>
              </a:spcBef>
              <a:buFont typeface="Wingdings" panose="05000000000000000000" pitchFamily="2" charset="2"/>
              <a:buNone/>
              <a:defRPr/>
            </a:pPr>
            <a:r>
              <a:rPr lang="en-US" altLang="zh-CN" sz="2400" dirty="0">
                <a:latin typeface="苹方-简" panose="020B0300000000000000" pitchFamily="34" charset="-122"/>
                <a:ea typeface="苹方-简" panose="020B0300000000000000" pitchFamily="34" charset="-122"/>
                <a:cs typeface="+mn-ea"/>
                <a:sym typeface="+mn-lt"/>
              </a:rPr>
              <a:t>14 </a:t>
            </a:r>
            <a:r>
              <a:rPr lang="zh-CN" altLang="en-US" sz="2400" dirty="0">
                <a:latin typeface="苹方-简" panose="020B0300000000000000" pitchFamily="34" charset="-122"/>
                <a:ea typeface="苹方-简" panose="020B0300000000000000" pitchFamily="34" charset="-122"/>
                <a:cs typeface="+mn-ea"/>
                <a:sym typeface="+mn-lt"/>
              </a:rPr>
              <a:t>凡所行的，都不要发怨言、起争论，</a:t>
            </a:r>
            <a:endParaRPr lang="en-US" altLang="zh-CN" sz="2400" dirty="0">
              <a:latin typeface="苹方-简" panose="020B0300000000000000" pitchFamily="34" charset="-122"/>
              <a:ea typeface="苹方-简" panose="020B0300000000000000" pitchFamily="34" charset="-122"/>
              <a:cs typeface="+mn-ea"/>
              <a:sym typeface="+mn-lt"/>
            </a:endParaRPr>
          </a:p>
          <a:p>
            <a:pPr marL="0" indent="-457200" eaLnBrk="1" latinLnBrk="1" hangingPunct="1">
              <a:lnSpc>
                <a:spcPct val="150000"/>
              </a:lnSpc>
              <a:spcBef>
                <a:spcPts val="0"/>
              </a:spcBef>
              <a:buFont typeface="Wingdings" panose="05000000000000000000" pitchFamily="2" charset="2"/>
              <a:buNone/>
              <a:defRPr/>
            </a:pPr>
            <a:r>
              <a:rPr lang="en-US" altLang="zh-CN" sz="2400" dirty="0">
                <a:latin typeface="苹方-简" panose="020B0300000000000000" pitchFamily="34" charset="-122"/>
                <a:ea typeface="苹方-简" panose="020B0300000000000000" pitchFamily="34" charset="-122"/>
                <a:cs typeface="+mn-ea"/>
                <a:sym typeface="+mn-lt"/>
              </a:rPr>
              <a:t>15 </a:t>
            </a:r>
            <a:r>
              <a:rPr lang="zh-CN" altLang="en-US" sz="2400" dirty="0">
                <a:latin typeface="苹方-简" panose="020B0300000000000000" pitchFamily="34" charset="-122"/>
                <a:ea typeface="苹方-简" panose="020B0300000000000000" pitchFamily="34" charset="-122"/>
                <a:cs typeface="+mn-ea"/>
                <a:sym typeface="+mn-lt"/>
              </a:rPr>
              <a:t>使你们无可指摘，诚实无伪，在这弯曲悖谬的世代作　神无瑕疵的儿女。</a:t>
            </a:r>
            <a:endParaRPr lang="en-US" altLang="zh-CN" sz="2400" dirty="0">
              <a:latin typeface="苹方-简" panose="020B0300000000000000" pitchFamily="34" charset="-122"/>
              <a:ea typeface="苹方-简" panose="020B0300000000000000" pitchFamily="34" charset="-122"/>
              <a:cs typeface="+mn-ea"/>
              <a:sym typeface="+mn-lt"/>
            </a:endParaRPr>
          </a:p>
          <a:p>
            <a:pPr marL="0" indent="-457200" eaLnBrk="1" latinLnBrk="1" hangingPunct="1">
              <a:lnSpc>
                <a:spcPct val="150000"/>
              </a:lnSpc>
              <a:spcBef>
                <a:spcPts val="0"/>
              </a:spcBef>
              <a:buFont typeface="Wingdings" panose="05000000000000000000" pitchFamily="2" charset="2"/>
              <a:buNone/>
              <a:defRPr/>
            </a:pPr>
            <a:r>
              <a:rPr lang="en-US" altLang="zh-CN" sz="2400" dirty="0">
                <a:latin typeface="苹方-简" panose="020B0300000000000000" pitchFamily="34" charset="-122"/>
                <a:ea typeface="苹方-简" panose="020B0300000000000000" pitchFamily="34" charset="-122"/>
                <a:cs typeface="+mn-ea"/>
                <a:sym typeface="+mn-lt"/>
              </a:rPr>
              <a:t>     </a:t>
            </a:r>
            <a:r>
              <a:rPr lang="zh-CN" altLang="en-US" sz="2400" dirty="0">
                <a:latin typeface="苹方-简" panose="020B0300000000000000" pitchFamily="34" charset="-122"/>
                <a:ea typeface="苹方-简" panose="020B0300000000000000" pitchFamily="34" charset="-122"/>
                <a:cs typeface="+mn-ea"/>
                <a:sym typeface="+mn-lt"/>
              </a:rPr>
              <a:t>你们显在这世代中，好像明光照耀，</a:t>
            </a:r>
            <a:endParaRPr lang="en-US" altLang="zh-CN" sz="2400" dirty="0">
              <a:latin typeface="苹方-简" panose="020B0300000000000000" pitchFamily="34" charset="-122"/>
              <a:ea typeface="苹方-简" panose="020B0300000000000000" pitchFamily="34" charset="-122"/>
              <a:cs typeface="+mn-ea"/>
              <a:sym typeface="+mn-lt"/>
            </a:endParaRPr>
          </a:p>
          <a:p>
            <a:pPr marL="0" indent="-457200" eaLnBrk="1" latinLnBrk="1" hangingPunct="1">
              <a:lnSpc>
                <a:spcPct val="150000"/>
              </a:lnSpc>
              <a:spcBef>
                <a:spcPts val="0"/>
              </a:spcBef>
              <a:buFont typeface="Wingdings" panose="05000000000000000000" pitchFamily="2" charset="2"/>
              <a:buNone/>
              <a:defRPr/>
            </a:pPr>
            <a:r>
              <a:rPr lang="en-US" altLang="zh-CN" sz="2400" dirty="0">
                <a:latin typeface="苹方-简" panose="020B0300000000000000" pitchFamily="34" charset="-122"/>
                <a:ea typeface="苹方-简" panose="020B0300000000000000" pitchFamily="34" charset="-122"/>
                <a:cs typeface="+mn-ea"/>
                <a:sym typeface="+mn-lt"/>
              </a:rPr>
              <a:t>16 </a:t>
            </a:r>
            <a:r>
              <a:rPr lang="zh-CN" altLang="en-US" sz="2400" dirty="0">
                <a:latin typeface="苹方-简" panose="020B0300000000000000" pitchFamily="34" charset="-122"/>
                <a:ea typeface="苹方-简" panose="020B0300000000000000" pitchFamily="34" charset="-122"/>
                <a:cs typeface="+mn-ea"/>
                <a:sym typeface="+mn-lt"/>
              </a:rPr>
              <a:t>将生命的道表明出来，叫我在基督的日子好夸我没有空跑，也没有徒劳。</a:t>
            </a:r>
            <a:endParaRPr lang="zh-CN" altLang="en-US" sz="3600" dirty="0">
              <a:latin typeface="苹方-简" panose="020B0300000000000000" pitchFamily="34" charset="-122"/>
              <a:ea typeface="苹方-简" panose="020B0300000000000000" pitchFamily="34" charset="-122"/>
              <a:cs typeface="+mn-ea"/>
              <a:sym typeface="+mn-lt"/>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453281"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分段</a:t>
            </a:r>
          </a:p>
        </p:txBody>
      </p:sp>
      <p:sp>
        <p:nvSpPr>
          <p:cNvPr id="2" name="文本框 1"/>
          <p:cNvSpPr txBox="1"/>
          <p:nvPr>
            <p:custDataLst>
              <p:tags r:id="rId3"/>
            </p:custDataLst>
          </p:nvPr>
        </p:nvSpPr>
        <p:spPr>
          <a:xfrm>
            <a:off x="0" y="1295227"/>
            <a:ext cx="10926617" cy="1400833"/>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12~13</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：顺服是神的美意</a:t>
            </a:r>
            <a:endParaRPr lang="en-US" altLang="zh-CN" sz="2400" dirty="0">
              <a:solidFill>
                <a:srgbClr val="000000"/>
              </a:solidFill>
              <a:latin typeface="苹方-简" panose="020B0300000000000000" pitchFamily="34" charset="-122"/>
              <a:ea typeface="苹方-简" panose="020B0300000000000000" pitchFamily="34" charset="-122"/>
              <a:cs typeface="+mn-ea"/>
              <a:sym typeface="+mn-lt"/>
            </a:endParaRPr>
          </a:p>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14~16</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：在这世代好像明光照耀</a:t>
            </a:r>
            <a:endParaRPr lang="en-US" altLang="zh-CN" sz="2400" dirty="0">
              <a:solidFill>
                <a:srgbClr val="000000"/>
              </a:solidFill>
              <a:latin typeface="苹方-简" panose="020B0300000000000000" pitchFamily="34" charset="-122"/>
              <a:ea typeface="苹方-简" panose="020B0300000000000000" pitchFamily="34" charset="-122"/>
              <a:cs typeface="+mn-ea"/>
              <a:sym typeface="+mn-lt"/>
            </a:endParaRPr>
          </a:p>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17~18</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：要喜乐</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453281"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段一</a:t>
            </a:r>
          </a:p>
        </p:txBody>
      </p:sp>
      <p:sp>
        <p:nvSpPr>
          <p:cNvPr id="2" name="文本框 1"/>
          <p:cNvSpPr txBox="1"/>
          <p:nvPr>
            <p:custDataLst>
              <p:tags r:id="rId3"/>
            </p:custDataLst>
          </p:nvPr>
        </p:nvSpPr>
        <p:spPr>
          <a:xfrm>
            <a:off x="0" y="1295227"/>
            <a:ext cx="10926617" cy="2713948"/>
          </a:xfrm>
          <a:prstGeom prst="rect">
            <a:avLst/>
          </a:prstGeom>
          <a:noFill/>
        </p:spPr>
        <p:txBody>
          <a:bodyPr wrap="square" rtlCol="0" anchor="t">
            <a:spAutoFit/>
          </a:bodyPr>
          <a:lstStyle/>
          <a:p>
            <a:pPr marL="0" indent="0">
              <a:lnSpc>
                <a:spcPct val="120000"/>
              </a:lnSpc>
              <a:buNone/>
            </a:pPr>
            <a:r>
              <a:rPr lang="zh-CN" altLang="en-US" sz="2400" dirty="0">
                <a:solidFill>
                  <a:srgbClr val="000000"/>
                </a:solidFill>
                <a:latin typeface="苹方-简" panose="020B0300000000000000" pitchFamily="34" charset="-122"/>
                <a:ea typeface="苹方-简" panose="020B0300000000000000" pitchFamily="34" charset="-122"/>
                <a:cs typeface="+mn-ea"/>
                <a:sym typeface="+mn-lt"/>
              </a:rPr>
              <a:t>顺服分类：</a:t>
            </a:r>
            <a:endParaRPr lang="en-US" altLang="zh-CN" sz="2400" dirty="0">
              <a:solidFill>
                <a:srgbClr val="000000"/>
              </a:solidFill>
              <a:latin typeface="苹方-简" panose="020B0300000000000000" pitchFamily="34" charset="-122"/>
              <a:ea typeface="苹方-简" panose="020B0300000000000000" pitchFamily="34" charset="-122"/>
              <a:cs typeface="+mn-ea"/>
              <a:sym typeface="+mn-lt"/>
            </a:endParaRPr>
          </a:p>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	1. </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顺服神的福音、真理</a:t>
            </a:r>
            <a:endParaRPr lang="en-US" altLang="zh-CN" sz="2400" dirty="0">
              <a:solidFill>
                <a:srgbClr val="000000"/>
              </a:solidFill>
              <a:latin typeface="苹方-简" panose="020B0300000000000000" pitchFamily="34" charset="-122"/>
              <a:ea typeface="苹方-简" panose="020B0300000000000000" pitchFamily="34" charset="-122"/>
              <a:cs typeface="+mn-ea"/>
              <a:sym typeface="+mn-lt"/>
            </a:endParaRPr>
          </a:p>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	2. </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顺服教导你们的人、年长的</a:t>
            </a:r>
            <a:endParaRPr lang="en-US" altLang="zh-CN" sz="2400" dirty="0">
              <a:solidFill>
                <a:srgbClr val="000000"/>
              </a:solidFill>
              <a:latin typeface="苹方-简" panose="020B0300000000000000" pitchFamily="34" charset="-122"/>
              <a:ea typeface="苹方-简" panose="020B0300000000000000" pitchFamily="34" charset="-122"/>
              <a:cs typeface="+mn-ea"/>
              <a:sym typeface="+mn-lt"/>
            </a:endParaRPr>
          </a:p>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	3. </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姊妹顺服自己的丈夫，如同教会顺服基督</a:t>
            </a:r>
            <a:endParaRPr lang="en-US" altLang="zh-CN" sz="2400" dirty="0">
              <a:solidFill>
                <a:srgbClr val="000000"/>
              </a:solidFill>
              <a:latin typeface="苹方-简" panose="020B0300000000000000" pitchFamily="34" charset="-122"/>
              <a:ea typeface="苹方-简" panose="020B0300000000000000" pitchFamily="34" charset="-122"/>
              <a:cs typeface="+mn-ea"/>
              <a:sym typeface="+mn-lt"/>
            </a:endParaRPr>
          </a:p>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	4. </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顺服自己的主人、做官的、一切的制度</a:t>
            </a:r>
            <a:endParaRPr lang="en-US" altLang="zh-CN" sz="2400" dirty="0">
              <a:solidFill>
                <a:srgbClr val="000000"/>
              </a:solidFill>
              <a:latin typeface="苹方-简" panose="020B0300000000000000" pitchFamily="34" charset="-122"/>
              <a:ea typeface="苹方-简" panose="020B0300000000000000" pitchFamily="34" charset="-122"/>
              <a:cs typeface="+mn-ea"/>
              <a:sym typeface="+mn-lt"/>
            </a:endParaRPr>
          </a:p>
          <a:p>
            <a:pPr marL="0" indent="0">
              <a:lnSpc>
                <a:spcPct val="120000"/>
              </a:lnSpc>
              <a:buNone/>
            </a:pPr>
            <a:r>
              <a:rPr lang="en-US" altLang="zh-CN" sz="2400" dirty="0">
                <a:solidFill>
                  <a:srgbClr val="000000"/>
                </a:solidFill>
                <a:latin typeface="苹方-简" panose="020B0300000000000000" pitchFamily="34" charset="-122"/>
                <a:ea typeface="苹方-简" panose="020B0300000000000000" pitchFamily="34" charset="-122"/>
                <a:cs typeface="+mn-ea"/>
                <a:sym typeface="+mn-lt"/>
              </a:rPr>
              <a:t>	</a:t>
            </a:r>
            <a:r>
              <a:rPr lang="zh-CN" altLang="en-US" sz="2400" dirty="0">
                <a:solidFill>
                  <a:srgbClr val="000000"/>
                </a:solidFill>
                <a:latin typeface="苹方-简" panose="020B0300000000000000" pitchFamily="34" charset="-122"/>
                <a:ea typeface="苹方-简" panose="020B0300000000000000" pitchFamily="34" charset="-122"/>
                <a:cs typeface="+mn-ea"/>
                <a:sym typeface="+mn-lt"/>
              </a:rPr>
              <a:t>总结：在基督里彼此顺服</a:t>
            </a:r>
          </a:p>
        </p:txBody>
      </p:sp>
    </p:spTree>
    <p:custDataLst>
      <p:tags r:id="rId1"/>
    </p:custDataLst>
    <p:extLst>
      <p:ext uri="{BB962C8B-B14F-4D97-AF65-F5344CB8AC3E}">
        <p14:creationId xmlns:p14="http://schemas.microsoft.com/office/powerpoint/2010/main" val="3608494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522949"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段一</a:t>
            </a:r>
          </a:p>
        </p:txBody>
      </p:sp>
      <p:sp>
        <p:nvSpPr>
          <p:cNvPr id="2" name="文本框 1"/>
          <p:cNvSpPr txBox="1"/>
          <p:nvPr>
            <p:custDataLst>
              <p:tags r:id="rId3"/>
            </p:custDataLst>
          </p:nvPr>
        </p:nvSpPr>
        <p:spPr>
          <a:xfrm>
            <a:off x="0" y="1295227"/>
            <a:ext cx="12192000" cy="3156505"/>
          </a:xfrm>
          <a:prstGeom prst="rect">
            <a:avLst/>
          </a:prstGeom>
          <a:noFill/>
        </p:spPr>
        <p:txBody>
          <a:bodyPr wrap="square" rtlCol="0" anchor="t">
            <a:spAutoFit/>
          </a:bodyPr>
          <a:lstStyle/>
          <a:p>
            <a:pPr marL="0" indent="0">
              <a:lnSpc>
                <a:spcPct val="120000"/>
              </a:lnSpc>
              <a:buNone/>
            </a:pPr>
            <a:r>
              <a:rPr lang="zh-CN" altLang="en-US" sz="2400" b="1" dirty="0">
                <a:solidFill>
                  <a:srgbClr val="000000"/>
                </a:solidFill>
                <a:cs typeface="+mn-ea"/>
                <a:sym typeface="+mn-lt"/>
              </a:rPr>
              <a:t>解释</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r>
              <a:rPr lang="zh-CN" altLang="en-US" sz="2400" dirty="0">
                <a:solidFill>
                  <a:srgbClr val="000000"/>
                </a:solidFill>
                <a:cs typeface="+mn-ea"/>
                <a:sym typeface="+mn-lt"/>
              </a:rPr>
              <a:t>“就当恐惧战兢，作成你们得救的工夫”</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1.</a:t>
            </a:r>
            <a:r>
              <a:rPr lang="zh-CN" altLang="en-US" sz="2400" dirty="0">
                <a:solidFill>
                  <a:srgbClr val="000000"/>
                </a:solidFill>
                <a:cs typeface="+mn-ea"/>
                <a:sym typeface="+mn-lt"/>
              </a:rPr>
              <a:t>要努力不懈地透过操练顺服，藉着过圣洁的生活，使自己至至终享受末日的救恩。</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   </a:t>
            </a:r>
            <a:r>
              <a:rPr lang="zh-CN" altLang="en-US" sz="2400" dirty="0">
                <a:solidFill>
                  <a:srgbClr val="000000"/>
                </a:solidFill>
                <a:cs typeface="+mn-ea"/>
                <a:sym typeface="+mn-lt"/>
              </a:rPr>
              <a:t>信徒至终得救的道路是始终持守信仰、顺服神的旨意、过圣洁的生活。</a:t>
            </a:r>
            <a:endParaRPr lang="en-US" altLang="zh-CN" sz="2400" dirty="0">
              <a:solidFill>
                <a:srgbClr val="000000"/>
              </a:solidFill>
              <a:cs typeface="+mn-ea"/>
              <a:sym typeface="+mn-lt"/>
            </a:endParaRPr>
          </a:p>
          <a:p>
            <a:pPr marL="0" indent="0">
              <a:lnSpc>
                <a:spcPct val="120000"/>
              </a:lnSpc>
              <a:buNone/>
            </a:pPr>
            <a:r>
              <a:rPr lang="zh-CN" altLang="en-US" sz="2400" dirty="0">
                <a:solidFill>
                  <a:srgbClr val="000000"/>
                </a:solidFill>
                <a:cs typeface="+mn-ea"/>
                <a:sym typeface="+mn-lt"/>
              </a:rPr>
              <a:t>   救恩是上帝所赐的，但是信徒有责任在信仰上坚持到底，在此意义上达成自己的救恩</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2.</a:t>
            </a:r>
            <a:r>
              <a:rPr lang="zh-CN" altLang="en-US" sz="2400" dirty="0">
                <a:solidFill>
                  <a:srgbClr val="000000"/>
                </a:solidFill>
                <a:cs typeface="+mn-ea"/>
                <a:sym typeface="+mn-lt"/>
              </a:rPr>
              <a:t>不是说信徒可以靠自己努力赚钱救恩。</a:t>
            </a:r>
            <a:endParaRPr lang="en-US" altLang="zh-CN" sz="24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469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575201"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关系</a:t>
            </a:r>
          </a:p>
        </p:txBody>
      </p:sp>
      <p:pic>
        <p:nvPicPr>
          <p:cNvPr id="4" name="图片 3">
            <a:extLst>
              <a:ext uri="{FF2B5EF4-FFF2-40B4-BE49-F238E27FC236}">
                <a16:creationId xmlns:a16="http://schemas.microsoft.com/office/drawing/2014/main" id="{00E6D708-9650-E8FF-74C8-D26933AF5821}"/>
              </a:ext>
            </a:extLst>
          </p:cNvPr>
          <p:cNvPicPr>
            <a:picLocks noChangeAspect="1"/>
          </p:cNvPicPr>
          <p:nvPr/>
        </p:nvPicPr>
        <p:blipFill>
          <a:blip r:embed="rId4"/>
          <a:stretch>
            <a:fillRect/>
          </a:stretch>
        </p:blipFill>
        <p:spPr>
          <a:xfrm>
            <a:off x="0" y="1295227"/>
            <a:ext cx="12192000" cy="2971746"/>
          </a:xfrm>
          <a:prstGeom prst="rect">
            <a:avLst/>
          </a:prstGeom>
        </p:spPr>
      </p:pic>
    </p:spTree>
    <p:custDataLst>
      <p:tags r:id="rId1"/>
    </p:custDataLst>
    <p:extLst>
      <p:ext uri="{BB962C8B-B14F-4D97-AF65-F5344CB8AC3E}">
        <p14:creationId xmlns:p14="http://schemas.microsoft.com/office/powerpoint/2010/main" val="4162204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522949"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段二</a:t>
            </a:r>
          </a:p>
        </p:txBody>
      </p:sp>
      <p:sp>
        <p:nvSpPr>
          <p:cNvPr id="2" name="文本框 1"/>
          <p:cNvSpPr txBox="1"/>
          <p:nvPr>
            <p:custDataLst>
              <p:tags r:id="rId3"/>
            </p:custDataLst>
          </p:nvPr>
        </p:nvSpPr>
        <p:spPr>
          <a:xfrm>
            <a:off x="0" y="1286349"/>
            <a:ext cx="12192000" cy="5094921"/>
          </a:xfrm>
          <a:prstGeom prst="rect">
            <a:avLst/>
          </a:prstGeom>
          <a:noFill/>
        </p:spPr>
        <p:txBody>
          <a:bodyPr wrap="square" rtlCol="0" anchor="t">
            <a:spAutoFit/>
          </a:bodyPr>
          <a:lstStyle/>
          <a:p>
            <a:pPr marL="0" indent="0">
              <a:lnSpc>
                <a:spcPct val="120000"/>
              </a:lnSpc>
              <a:buNone/>
            </a:pPr>
            <a:r>
              <a:rPr lang="en-US" altLang="zh-CN" sz="3200" b="1" dirty="0">
                <a:solidFill>
                  <a:srgbClr val="000000"/>
                </a:solidFill>
                <a:cs typeface="+mn-ea"/>
                <a:sym typeface="+mn-lt"/>
              </a:rPr>
              <a:t>14</a:t>
            </a:r>
            <a:r>
              <a:rPr lang="zh-CN" altLang="en-US" sz="3200" b="1" dirty="0">
                <a:solidFill>
                  <a:srgbClr val="000000"/>
                </a:solidFill>
                <a:cs typeface="+mn-ea"/>
                <a:sym typeface="+mn-lt"/>
              </a:rPr>
              <a:t>凡所行的，都不要发怨言、起争论，</a:t>
            </a:r>
            <a:endParaRPr lang="en-US" altLang="zh-CN" sz="3200" b="1" dirty="0">
              <a:solidFill>
                <a:srgbClr val="000000"/>
              </a:solidFill>
              <a:cs typeface="+mn-ea"/>
              <a:sym typeface="+mn-lt"/>
            </a:endParaRPr>
          </a:p>
          <a:p>
            <a:pPr marL="0" indent="0">
              <a:lnSpc>
                <a:spcPct val="120000"/>
              </a:lnSpc>
              <a:buNone/>
            </a:pPr>
            <a:endParaRPr lang="en-US" altLang="zh-CN" sz="3200" b="1"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出</a:t>
            </a:r>
            <a:r>
              <a:rPr lang="en-US" altLang="zh-CN" sz="1600" dirty="0">
                <a:solidFill>
                  <a:srgbClr val="000000"/>
                </a:solidFill>
                <a:cs typeface="+mn-ea"/>
                <a:sym typeface="+mn-lt"/>
              </a:rPr>
              <a:t>16:3】</a:t>
            </a:r>
            <a:r>
              <a:rPr lang="zh-CN" altLang="en-US" sz="1600" dirty="0">
                <a:solidFill>
                  <a:srgbClr val="000000"/>
                </a:solidFill>
                <a:cs typeface="+mn-ea"/>
                <a:sym typeface="+mn-lt"/>
              </a:rPr>
              <a:t>说：“巴不得我们早死在</a:t>
            </a:r>
            <a:r>
              <a:rPr lang="zh-CN" altLang="en-US" sz="1600" b="1" dirty="0">
                <a:solidFill>
                  <a:srgbClr val="FF0000"/>
                </a:solidFill>
                <a:cs typeface="+mn-ea"/>
                <a:sym typeface="+mn-lt"/>
              </a:rPr>
              <a:t>**埃及**</a:t>
            </a:r>
            <a:r>
              <a:rPr lang="zh-CN" altLang="en-US" sz="1600" dirty="0">
                <a:solidFill>
                  <a:srgbClr val="000000"/>
                </a:solidFill>
                <a:cs typeface="+mn-ea"/>
                <a:sym typeface="+mn-lt"/>
              </a:rPr>
              <a:t>地耶和华的手下，那时我们坐在肉锅旁边，吃得饱足；</a:t>
            </a: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	  </a:t>
            </a:r>
            <a:r>
              <a:rPr lang="zh-CN" altLang="en-US" sz="1600" dirty="0">
                <a:solidFill>
                  <a:srgbClr val="000000"/>
                </a:solidFill>
                <a:cs typeface="+mn-ea"/>
                <a:sym typeface="+mn-lt"/>
              </a:rPr>
              <a:t>你们将我们领出来，到这旷野，是要叫这全会众都饿死啊！”</a:t>
            </a: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出</a:t>
            </a:r>
            <a:r>
              <a:rPr lang="en-US" altLang="zh-CN" sz="1600" dirty="0">
                <a:solidFill>
                  <a:srgbClr val="000000"/>
                </a:solidFill>
                <a:cs typeface="+mn-ea"/>
                <a:sym typeface="+mn-lt"/>
              </a:rPr>
              <a:t>1:14】</a:t>
            </a:r>
            <a:r>
              <a:rPr lang="zh-CN" altLang="en-US" sz="1600" dirty="0">
                <a:solidFill>
                  <a:srgbClr val="000000"/>
                </a:solidFill>
                <a:cs typeface="+mn-ea"/>
                <a:sym typeface="+mn-lt"/>
              </a:rPr>
              <a:t>使他们因作苦工觉得</a:t>
            </a:r>
            <a:r>
              <a:rPr lang="zh-CN" altLang="en-US" sz="1600" b="1" dirty="0">
                <a:solidFill>
                  <a:srgbClr val="FF0000"/>
                </a:solidFill>
                <a:cs typeface="+mn-ea"/>
                <a:sym typeface="+mn-lt"/>
              </a:rPr>
              <a:t>命苦</a:t>
            </a:r>
            <a:r>
              <a:rPr lang="zh-CN" altLang="en-US" sz="1600" dirty="0">
                <a:solidFill>
                  <a:srgbClr val="000000"/>
                </a:solidFill>
                <a:cs typeface="+mn-ea"/>
                <a:sym typeface="+mn-lt"/>
              </a:rPr>
              <a:t>；</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创</a:t>
            </a:r>
            <a:r>
              <a:rPr lang="en-US" altLang="zh-CN" sz="1600" dirty="0">
                <a:solidFill>
                  <a:srgbClr val="000000"/>
                </a:solidFill>
                <a:cs typeface="+mn-ea"/>
                <a:sym typeface="+mn-lt"/>
              </a:rPr>
              <a:t>15:16】</a:t>
            </a:r>
            <a:r>
              <a:rPr lang="zh-CN" altLang="en-US" sz="1600" dirty="0">
                <a:solidFill>
                  <a:srgbClr val="000000"/>
                </a:solidFill>
                <a:cs typeface="+mn-ea"/>
                <a:sym typeface="+mn-lt"/>
              </a:rPr>
              <a:t>到了第四代，他们</a:t>
            </a:r>
            <a:r>
              <a:rPr lang="zh-CN" altLang="en-US" sz="1600" b="1" dirty="0">
                <a:solidFill>
                  <a:srgbClr val="C00000"/>
                </a:solidFill>
                <a:cs typeface="+mn-ea"/>
                <a:sym typeface="+mn-lt"/>
              </a:rPr>
              <a:t>必</a:t>
            </a:r>
            <a:r>
              <a:rPr lang="zh-CN" altLang="en-US" sz="1600" dirty="0">
                <a:solidFill>
                  <a:srgbClr val="000000"/>
                </a:solidFill>
                <a:cs typeface="+mn-ea"/>
                <a:sym typeface="+mn-lt"/>
              </a:rPr>
              <a:t>回到此地，因为亚摩利人的罪孽还没有满盈。”</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民</a:t>
            </a:r>
            <a:r>
              <a:rPr lang="en-US" altLang="zh-CN" sz="1600" dirty="0">
                <a:solidFill>
                  <a:srgbClr val="000000"/>
                </a:solidFill>
                <a:cs typeface="+mn-ea"/>
                <a:sym typeface="+mn-lt"/>
              </a:rPr>
              <a:t>16:11】</a:t>
            </a:r>
            <a:r>
              <a:rPr lang="zh-CN" altLang="en-US" sz="1600" dirty="0">
                <a:solidFill>
                  <a:srgbClr val="000000"/>
                </a:solidFill>
                <a:cs typeface="+mn-ea"/>
                <a:sym typeface="+mn-lt"/>
              </a:rPr>
              <a:t>你和你一党的人聚集，是要</a:t>
            </a:r>
            <a:r>
              <a:rPr lang="zh-CN" altLang="en-US" sz="1600" b="1" dirty="0">
                <a:solidFill>
                  <a:srgbClr val="FF0000"/>
                </a:solidFill>
                <a:cs typeface="+mn-ea"/>
                <a:sym typeface="+mn-lt"/>
              </a:rPr>
              <a:t>攻击耶和华</a:t>
            </a:r>
            <a:r>
              <a:rPr lang="zh-CN" altLang="en-US" sz="1600" dirty="0">
                <a:solidFill>
                  <a:srgbClr val="000000"/>
                </a:solidFill>
                <a:cs typeface="+mn-ea"/>
                <a:sym typeface="+mn-lt"/>
              </a:rPr>
              <a:t>。亚伦算什么，你们竟向他发怨言呢？”</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zh-CN" altLang="en-US" sz="2000" b="1" dirty="0">
                <a:solidFill>
                  <a:srgbClr val="000000"/>
                </a:solidFill>
                <a:cs typeface="+mn-ea"/>
                <a:sym typeface="+mn-lt"/>
              </a:rPr>
              <a:t>总结：</a:t>
            </a:r>
            <a:endParaRPr lang="en-US" altLang="zh-CN" sz="2000" b="1"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怨言是针对神的计划，也是针对神自己</a:t>
            </a:r>
            <a:endParaRPr lang="en-US" altLang="zh-CN" sz="1600"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合一、顺服是避免怨言的基础。</a:t>
            </a:r>
            <a:endParaRPr lang="en-US" altLang="zh-CN" sz="1600"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我是否愿意顺服神给我的环境？</a:t>
            </a:r>
            <a:endParaRPr lang="en-US" altLang="zh-CN" sz="1600" dirty="0">
              <a:solidFill>
                <a:srgbClr val="000000"/>
              </a:solidFill>
              <a:cs typeface="+mn-ea"/>
              <a:sym typeface="+mn-lt"/>
            </a:endParaRPr>
          </a:p>
          <a:p>
            <a:pPr marL="0" indent="0">
              <a:lnSpc>
                <a:spcPct val="120000"/>
              </a:lnSpc>
              <a:buNone/>
            </a:pPr>
            <a:endParaRPr lang="en-US" altLang="zh-CN" sz="12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306424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540366"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段二</a:t>
            </a:r>
          </a:p>
        </p:txBody>
      </p:sp>
      <p:sp>
        <p:nvSpPr>
          <p:cNvPr id="2" name="文本框 1"/>
          <p:cNvSpPr txBox="1"/>
          <p:nvPr>
            <p:custDataLst>
              <p:tags r:id="rId3"/>
            </p:custDataLst>
          </p:nvPr>
        </p:nvSpPr>
        <p:spPr>
          <a:xfrm>
            <a:off x="0" y="1286349"/>
            <a:ext cx="12192000" cy="4581126"/>
          </a:xfrm>
          <a:prstGeom prst="rect">
            <a:avLst/>
          </a:prstGeom>
          <a:noFill/>
        </p:spPr>
        <p:txBody>
          <a:bodyPr wrap="square" rtlCol="0" anchor="t">
            <a:spAutoFit/>
          </a:bodyPr>
          <a:lstStyle/>
          <a:p>
            <a:pPr marL="0" indent="0">
              <a:lnSpc>
                <a:spcPct val="120000"/>
              </a:lnSpc>
              <a:buNone/>
            </a:pPr>
            <a:r>
              <a:rPr lang="en-US" altLang="zh-CN" sz="3200" b="1" dirty="0">
                <a:solidFill>
                  <a:srgbClr val="000000"/>
                </a:solidFill>
                <a:cs typeface="+mn-ea"/>
                <a:sym typeface="+mn-lt"/>
              </a:rPr>
              <a:t>15</a:t>
            </a:r>
            <a:r>
              <a:rPr lang="zh-CN" altLang="en-US" sz="3200" b="1" dirty="0">
                <a:solidFill>
                  <a:srgbClr val="000000"/>
                </a:solidFill>
                <a:cs typeface="+mn-ea"/>
                <a:sym typeface="+mn-lt"/>
              </a:rPr>
              <a:t>使你们无可指摘，诚实无伪，在这弯曲悖谬的世代作　神无瑕疵的儿女。</a:t>
            </a:r>
            <a:endParaRPr lang="en-US" altLang="zh-CN" sz="3200" b="1" dirty="0">
              <a:solidFill>
                <a:srgbClr val="000000"/>
              </a:solidFill>
              <a:cs typeface="+mn-ea"/>
              <a:sym typeface="+mn-lt"/>
            </a:endParaRPr>
          </a:p>
          <a:p>
            <a:pPr marL="0" indent="0">
              <a:lnSpc>
                <a:spcPct val="120000"/>
              </a:lnSpc>
              <a:buNone/>
            </a:pPr>
            <a:endParaRPr lang="en-US" altLang="zh-CN" sz="3200" b="1"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路</a:t>
            </a:r>
            <a:r>
              <a:rPr lang="en-US" altLang="zh-CN" sz="1600" dirty="0">
                <a:solidFill>
                  <a:srgbClr val="000000"/>
                </a:solidFill>
                <a:cs typeface="+mn-ea"/>
                <a:sym typeface="+mn-lt"/>
              </a:rPr>
              <a:t>1:6】</a:t>
            </a:r>
            <a:r>
              <a:rPr lang="zh-CN" altLang="en-US" sz="1600" dirty="0">
                <a:solidFill>
                  <a:srgbClr val="000000"/>
                </a:solidFill>
                <a:cs typeface="+mn-ea"/>
                <a:sym typeface="+mn-lt"/>
              </a:rPr>
              <a:t>他们二人在　神面前都是义人，遵行主的一切诫命礼仪，没有可指摘的。（律法、诫命）</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来</a:t>
            </a:r>
            <a:r>
              <a:rPr lang="en-US" altLang="zh-CN" sz="1600" dirty="0">
                <a:solidFill>
                  <a:srgbClr val="000000"/>
                </a:solidFill>
                <a:cs typeface="+mn-ea"/>
                <a:sym typeface="+mn-lt"/>
              </a:rPr>
              <a:t>8:7】</a:t>
            </a:r>
            <a:r>
              <a:rPr lang="zh-CN" altLang="en-US" sz="1600" dirty="0">
                <a:solidFill>
                  <a:srgbClr val="000000"/>
                </a:solidFill>
                <a:cs typeface="+mn-ea"/>
                <a:sym typeface="+mn-lt"/>
              </a:rPr>
              <a:t>那前约若没有瑕疵，就无处寻求后约了。（旧约）</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帖前</a:t>
            </a:r>
            <a:r>
              <a:rPr lang="en-US" altLang="zh-CN" sz="1600" dirty="0">
                <a:solidFill>
                  <a:srgbClr val="000000"/>
                </a:solidFill>
                <a:cs typeface="+mn-ea"/>
                <a:sym typeface="+mn-lt"/>
              </a:rPr>
              <a:t>3:13】</a:t>
            </a:r>
            <a:r>
              <a:rPr lang="zh-CN" altLang="en-US" sz="1600" dirty="0">
                <a:solidFill>
                  <a:srgbClr val="000000"/>
                </a:solidFill>
                <a:cs typeface="+mn-ea"/>
                <a:sym typeface="+mn-lt"/>
              </a:rPr>
              <a:t>好使你们当我们主耶稣同他众圣徒来的时候，在我们父　神面前心里坚固，成为圣洁，无可责备。（神面前）</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zh-CN" altLang="en-US" sz="2000" b="1" dirty="0">
                <a:solidFill>
                  <a:srgbClr val="000000"/>
                </a:solidFill>
                <a:cs typeface="+mn-ea"/>
                <a:sym typeface="+mn-lt"/>
              </a:rPr>
              <a:t>总结：</a:t>
            </a:r>
            <a:endParaRPr lang="en-US" altLang="zh-CN" sz="2000" b="1"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我们在神面前不可能达到无可指摘的圣洁靠我们自己，</a:t>
            </a:r>
            <a:endParaRPr lang="en-US" altLang="zh-CN" sz="1600"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但是并不意味着我们就不要努力去让自己更加圣洁，更加无可指摘。</a:t>
            </a:r>
            <a:endParaRPr lang="en-US" altLang="zh-CN" sz="16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30905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461989"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段二</a:t>
            </a:r>
          </a:p>
        </p:txBody>
      </p:sp>
      <p:sp>
        <p:nvSpPr>
          <p:cNvPr id="2" name="文本框 1"/>
          <p:cNvSpPr txBox="1"/>
          <p:nvPr>
            <p:custDataLst>
              <p:tags r:id="rId3"/>
            </p:custDataLst>
          </p:nvPr>
        </p:nvSpPr>
        <p:spPr>
          <a:xfrm>
            <a:off x="0" y="1286349"/>
            <a:ext cx="12192000" cy="5172057"/>
          </a:xfrm>
          <a:prstGeom prst="rect">
            <a:avLst/>
          </a:prstGeom>
          <a:noFill/>
        </p:spPr>
        <p:txBody>
          <a:bodyPr wrap="square" rtlCol="0" anchor="t">
            <a:spAutoFit/>
          </a:bodyPr>
          <a:lstStyle/>
          <a:p>
            <a:pPr marL="0" indent="0">
              <a:lnSpc>
                <a:spcPct val="120000"/>
              </a:lnSpc>
              <a:buNone/>
            </a:pPr>
            <a:r>
              <a:rPr lang="en-US" altLang="zh-CN" sz="3200" b="1" dirty="0">
                <a:solidFill>
                  <a:srgbClr val="000000"/>
                </a:solidFill>
                <a:cs typeface="+mn-ea"/>
                <a:sym typeface="+mn-lt"/>
              </a:rPr>
              <a:t>15</a:t>
            </a:r>
            <a:r>
              <a:rPr lang="zh-CN" altLang="en-US" sz="3200" b="1" dirty="0">
                <a:solidFill>
                  <a:srgbClr val="000000"/>
                </a:solidFill>
                <a:cs typeface="+mn-ea"/>
                <a:sym typeface="+mn-lt"/>
              </a:rPr>
              <a:t>使你们无可指摘，诚实无伪，在这弯曲悖谬的世代作　神无瑕疵的儿女。</a:t>
            </a:r>
            <a:endParaRPr lang="en-US" altLang="zh-CN" sz="3200" b="1" dirty="0">
              <a:solidFill>
                <a:srgbClr val="000000"/>
              </a:solidFill>
              <a:cs typeface="+mn-ea"/>
              <a:sym typeface="+mn-lt"/>
            </a:endParaRPr>
          </a:p>
          <a:p>
            <a:pPr marL="0" indent="0">
              <a:lnSpc>
                <a:spcPct val="120000"/>
              </a:lnSpc>
              <a:buNone/>
            </a:pPr>
            <a:endParaRPr lang="en-US" altLang="zh-CN" sz="3200" b="1"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申</a:t>
            </a:r>
            <a:r>
              <a:rPr lang="en-US" altLang="zh-CN" sz="1600" dirty="0">
                <a:solidFill>
                  <a:srgbClr val="000000"/>
                </a:solidFill>
                <a:cs typeface="+mn-ea"/>
                <a:sym typeface="+mn-lt"/>
              </a:rPr>
              <a:t>32:5】</a:t>
            </a:r>
            <a:r>
              <a:rPr lang="zh-CN" altLang="en-US" sz="1600" dirty="0">
                <a:solidFill>
                  <a:srgbClr val="000000"/>
                </a:solidFill>
                <a:cs typeface="+mn-ea"/>
                <a:sym typeface="+mn-lt"/>
              </a:rPr>
              <a:t>这乖僻弯曲的世代，向他行事邪僻，有这弊病，就不是他的儿女。</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来</a:t>
            </a:r>
            <a:r>
              <a:rPr lang="en-US" altLang="zh-CN" sz="1600" dirty="0">
                <a:solidFill>
                  <a:srgbClr val="000000"/>
                </a:solidFill>
                <a:cs typeface="+mn-ea"/>
                <a:sym typeface="+mn-lt"/>
              </a:rPr>
              <a:t>9:14】</a:t>
            </a:r>
            <a:r>
              <a:rPr lang="zh-CN" altLang="en-US" sz="1600" dirty="0">
                <a:solidFill>
                  <a:srgbClr val="000000"/>
                </a:solidFill>
                <a:cs typeface="+mn-ea"/>
                <a:sym typeface="+mn-lt"/>
              </a:rPr>
              <a:t>何况基督藉着永远的灵，将自己无瑕无疵献给　神，他的血岂不更能洗净你们的心</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弗</a:t>
            </a:r>
            <a:r>
              <a:rPr lang="en-US" altLang="zh-CN" sz="1600" dirty="0">
                <a:solidFill>
                  <a:srgbClr val="000000"/>
                </a:solidFill>
                <a:cs typeface="+mn-ea"/>
                <a:sym typeface="+mn-lt"/>
              </a:rPr>
              <a:t>1:4】</a:t>
            </a:r>
            <a:r>
              <a:rPr lang="zh-CN" altLang="en-US" sz="1600" dirty="0">
                <a:solidFill>
                  <a:srgbClr val="000000"/>
                </a:solidFill>
                <a:cs typeface="+mn-ea"/>
                <a:sym typeface="+mn-lt"/>
              </a:rPr>
              <a:t>就如　神从创立世界以前，在基督里拣选了我们，使我们在他面前成为圣洁，无有瑕疵。</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加</a:t>
            </a:r>
            <a:r>
              <a:rPr lang="en-US" altLang="zh-CN" sz="1600" dirty="0">
                <a:solidFill>
                  <a:srgbClr val="000000"/>
                </a:solidFill>
                <a:cs typeface="+mn-ea"/>
                <a:sym typeface="+mn-lt"/>
              </a:rPr>
              <a:t>1:4】</a:t>
            </a:r>
            <a:r>
              <a:rPr lang="zh-CN" altLang="en-US" sz="1600" dirty="0">
                <a:solidFill>
                  <a:srgbClr val="000000"/>
                </a:solidFill>
                <a:cs typeface="+mn-ea"/>
                <a:sym typeface="+mn-lt"/>
              </a:rPr>
              <a:t>基督照我们父　神的旨意为我们的罪舍己，要救我们脱离这罪恶的世代。</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zh-CN" altLang="en-US" sz="2000" b="1" dirty="0">
                <a:solidFill>
                  <a:srgbClr val="000000"/>
                </a:solidFill>
                <a:cs typeface="+mn-ea"/>
                <a:sym typeface="+mn-lt"/>
              </a:rPr>
              <a:t>总结：</a:t>
            </a:r>
            <a:endParaRPr lang="en-US" altLang="zh-CN" sz="2000" b="1"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因着基督为我们成就的救恩，我们在神面前披戴基督的宝血救恩，已经称义为无瑕疵了。</a:t>
            </a:r>
            <a:endParaRPr lang="en-US" altLang="zh-CN" sz="1600"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在这个世代中，我们的实际动作和存留都有一个目标就是“神无瑕疵的儿女”</a:t>
            </a:r>
            <a:endParaRPr lang="en-US" altLang="zh-CN" sz="16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073310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461989"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段二</a:t>
            </a:r>
          </a:p>
        </p:txBody>
      </p:sp>
      <p:sp>
        <p:nvSpPr>
          <p:cNvPr id="2" name="文本框 1"/>
          <p:cNvSpPr txBox="1"/>
          <p:nvPr>
            <p:custDataLst>
              <p:tags r:id="rId3"/>
            </p:custDataLst>
          </p:nvPr>
        </p:nvSpPr>
        <p:spPr>
          <a:xfrm>
            <a:off x="0" y="1286349"/>
            <a:ext cx="12192000" cy="5467522"/>
          </a:xfrm>
          <a:prstGeom prst="rect">
            <a:avLst/>
          </a:prstGeom>
          <a:noFill/>
        </p:spPr>
        <p:txBody>
          <a:bodyPr wrap="square" rtlCol="0" anchor="t">
            <a:spAutoFit/>
          </a:bodyPr>
          <a:lstStyle/>
          <a:p>
            <a:pPr marL="0" indent="0">
              <a:lnSpc>
                <a:spcPct val="120000"/>
              </a:lnSpc>
              <a:buNone/>
            </a:pPr>
            <a:r>
              <a:rPr lang="en-US" altLang="zh-CN" sz="3200" b="1" dirty="0">
                <a:solidFill>
                  <a:srgbClr val="000000"/>
                </a:solidFill>
                <a:cs typeface="+mn-ea"/>
                <a:sym typeface="+mn-lt"/>
              </a:rPr>
              <a:t>15……</a:t>
            </a:r>
            <a:r>
              <a:rPr lang="zh-CN" altLang="en-US" sz="3200" b="1" dirty="0">
                <a:solidFill>
                  <a:srgbClr val="000000"/>
                </a:solidFill>
                <a:cs typeface="+mn-ea"/>
                <a:sym typeface="+mn-lt"/>
              </a:rPr>
              <a:t>你们显在这世代中，好像明光照耀，</a:t>
            </a:r>
            <a:endParaRPr lang="en-US" altLang="zh-CN" sz="3200" b="1" dirty="0">
              <a:solidFill>
                <a:srgbClr val="000000"/>
              </a:solidFill>
              <a:cs typeface="+mn-ea"/>
              <a:sym typeface="+mn-lt"/>
            </a:endParaRPr>
          </a:p>
          <a:p>
            <a:pPr marL="0" indent="0">
              <a:lnSpc>
                <a:spcPct val="120000"/>
              </a:lnSpc>
              <a:buNone/>
            </a:pPr>
            <a:r>
              <a:rPr lang="en-US" altLang="zh-CN" sz="3200" b="1" dirty="0">
                <a:solidFill>
                  <a:srgbClr val="000000"/>
                </a:solidFill>
                <a:cs typeface="+mn-ea"/>
                <a:sym typeface="+mn-lt"/>
              </a:rPr>
              <a:t>16</a:t>
            </a:r>
            <a:r>
              <a:rPr lang="zh-CN" altLang="en-US" sz="3200" b="1" dirty="0">
                <a:solidFill>
                  <a:srgbClr val="000000"/>
                </a:solidFill>
                <a:cs typeface="+mn-ea"/>
                <a:sym typeface="+mn-lt"/>
              </a:rPr>
              <a:t>将生命的道表明出来，叫我在基督的日子好夸我没有空跑，也没有徒劳。</a:t>
            </a:r>
            <a:endParaRPr lang="en-US" altLang="zh-CN" sz="3200" b="1"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太</a:t>
            </a:r>
            <a:r>
              <a:rPr lang="en-US" altLang="zh-CN" sz="1600" dirty="0">
                <a:solidFill>
                  <a:srgbClr val="000000"/>
                </a:solidFill>
                <a:cs typeface="+mn-ea"/>
                <a:sym typeface="+mn-lt"/>
              </a:rPr>
              <a:t>5:16】</a:t>
            </a:r>
            <a:r>
              <a:rPr lang="zh-CN" altLang="en-US" sz="1600" dirty="0">
                <a:solidFill>
                  <a:srgbClr val="000000"/>
                </a:solidFill>
                <a:cs typeface="+mn-ea"/>
                <a:sym typeface="+mn-lt"/>
              </a:rPr>
              <a:t>你们的光也当这样照在人前，叫他们看见你们的好行为，便将荣耀归给你们在天上的父。”</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约</a:t>
            </a:r>
            <a:r>
              <a:rPr lang="en-US" altLang="zh-CN" sz="1600" dirty="0">
                <a:solidFill>
                  <a:srgbClr val="000000"/>
                </a:solidFill>
                <a:cs typeface="+mn-ea"/>
                <a:sym typeface="+mn-lt"/>
              </a:rPr>
              <a:t>1:5】</a:t>
            </a:r>
            <a:r>
              <a:rPr lang="zh-CN" altLang="en-US" sz="1600" dirty="0">
                <a:solidFill>
                  <a:srgbClr val="000000"/>
                </a:solidFill>
                <a:cs typeface="+mn-ea"/>
                <a:sym typeface="+mn-lt"/>
              </a:rPr>
              <a:t>光照在黑暗里，黑暗却不接受光。</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赛</a:t>
            </a:r>
            <a:r>
              <a:rPr lang="en-US" altLang="zh-CN" sz="1600" dirty="0">
                <a:solidFill>
                  <a:srgbClr val="000000"/>
                </a:solidFill>
                <a:cs typeface="+mn-ea"/>
                <a:sym typeface="+mn-lt"/>
              </a:rPr>
              <a:t>64:6】</a:t>
            </a:r>
            <a:r>
              <a:rPr lang="zh-CN" altLang="en-US" sz="1600" dirty="0">
                <a:solidFill>
                  <a:srgbClr val="000000"/>
                </a:solidFill>
                <a:cs typeface="+mn-ea"/>
                <a:sym typeface="+mn-lt"/>
              </a:rPr>
              <a:t>我们都像不洁净的人，所有的义都像污秽的衣服；我们都像叶子渐渐枯干，我们的罪孽好像风把我们吹去，</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传</a:t>
            </a:r>
            <a:r>
              <a:rPr lang="en-US" altLang="zh-CN" sz="1600" dirty="0">
                <a:solidFill>
                  <a:srgbClr val="000000"/>
                </a:solidFill>
                <a:cs typeface="+mn-ea"/>
                <a:sym typeface="+mn-lt"/>
              </a:rPr>
              <a:t>1:2】</a:t>
            </a:r>
            <a:r>
              <a:rPr lang="zh-CN" altLang="en-US" sz="1600" dirty="0">
                <a:solidFill>
                  <a:srgbClr val="000000"/>
                </a:solidFill>
                <a:cs typeface="+mn-ea"/>
                <a:sym typeface="+mn-lt"/>
              </a:rPr>
              <a:t>传道者说：虚空的虚空，虚空的虚空，凡事都是虚空。</a:t>
            </a:r>
            <a:endParaRPr lang="en-US" altLang="zh-CN" sz="1600" dirty="0">
              <a:solidFill>
                <a:srgbClr val="000000"/>
              </a:solidFill>
              <a:cs typeface="+mn-ea"/>
              <a:sym typeface="+mn-lt"/>
            </a:endParaRPr>
          </a:p>
          <a:p>
            <a:pPr marL="0" indent="0">
              <a:lnSpc>
                <a:spcPct val="120000"/>
              </a:lnSpc>
              <a:buNone/>
            </a:pPr>
            <a:endParaRPr lang="en-US" altLang="zh-CN" sz="1600" dirty="0">
              <a:solidFill>
                <a:srgbClr val="000000"/>
              </a:solidFill>
              <a:cs typeface="+mn-ea"/>
              <a:sym typeface="+mn-lt"/>
            </a:endParaRPr>
          </a:p>
          <a:p>
            <a:pPr marL="0" indent="0">
              <a:lnSpc>
                <a:spcPct val="120000"/>
              </a:lnSpc>
              <a:buNone/>
            </a:pPr>
            <a:r>
              <a:rPr lang="en-US" altLang="zh-CN" sz="1600" dirty="0">
                <a:solidFill>
                  <a:srgbClr val="000000"/>
                </a:solidFill>
                <a:cs typeface="+mn-ea"/>
                <a:sym typeface="+mn-lt"/>
              </a:rPr>
              <a:t>【</a:t>
            </a:r>
            <a:r>
              <a:rPr lang="zh-CN" altLang="en-US" sz="1600" dirty="0">
                <a:solidFill>
                  <a:srgbClr val="000000"/>
                </a:solidFill>
                <a:cs typeface="+mn-ea"/>
                <a:sym typeface="+mn-lt"/>
              </a:rPr>
              <a:t>林前</a:t>
            </a:r>
            <a:r>
              <a:rPr lang="en-US" altLang="zh-CN" sz="1600" dirty="0">
                <a:solidFill>
                  <a:srgbClr val="000000"/>
                </a:solidFill>
                <a:cs typeface="+mn-ea"/>
                <a:sym typeface="+mn-lt"/>
              </a:rPr>
              <a:t>3:12】</a:t>
            </a:r>
            <a:r>
              <a:rPr lang="zh-CN" altLang="en-US" sz="1600" dirty="0">
                <a:solidFill>
                  <a:srgbClr val="000000"/>
                </a:solidFill>
                <a:cs typeface="+mn-ea"/>
                <a:sym typeface="+mn-lt"/>
              </a:rPr>
              <a:t>若有人用金、银、宝石、草木、禾秸在这根基上</a:t>
            </a:r>
            <a:r>
              <a:rPr lang="zh-CN" altLang="en-US" sz="1600">
                <a:solidFill>
                  <a:srgbClr val="000000"/>
                </a:solidFill>
                <a:cs typeface="+mn-ea"/>
                <a:sym typeface="+mn-lt"/>
              </a:rPr>
              <a:t>建造，</a:t>
            </a:r>
            <a:endParaRPr lang="en-US" altLang="zh-CN" sz="1600" dirty="0">
              <a:solidFill>
                <a:srgbClr val="000000"/>
              </a:solidFill>
              <a:cs typeface="+mn-ea"/>
              <a:sym typeface="+mn-lt"/>
            </a:endParaRPr>
          </a:p>
          <a:p>
            <a:pPr marL="0" indent="0">
              <a:lnSpc>
                <a:spcPct val="120000"/>
              </a:lnSpc>
              <a:buNone/>
            </a:pPr>
            <a:r>
              <a:rPr lang="zh-CN" altLang="en-US" sz="2000" b="1" dirty="0">
                <a:solidFill>
                  <a:srgbClr val="000000"/>
                </a:solidFill>
                <a:latin typeface="苹方-简" panose="020B0300000000000000" pitchFamily="34" charset="-122"/>
                <a:ea typeface="苹方-简" panose="020B0300000000000000" pitchFamily="34" charset="-122"/>
                <a:cs typeface="+mn-ea"/>
                <a:sym typeface="+mn-lt"/>
              </a:rPr>
              <a:t>总结：</a:t>
            </a:r>
            <a:endParaRPr lang="en-US" altLang="zh-CN" sz="2000" b="1" dirty="0">
              <a:solidFill>
                <a:srgbClr val="000000"/>
              </a:solidFill>
              <a:latin typeface="苹方-简" panose="020B0300000000000000" pitchFamily="34" charset="-122"/>
              <a:ea typeface="苹方-简" panose="020B0300000000000000" pitchFamily="34" charset="-122"/>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真实正确的相信并传讲神的话，即圣经的真理。同时将圣经的真理真实活在自己的生活中，而不仅仅是听听。</a:t>
            </a:r>
            <a:endParaRPr lang="en-US" altLang="zh-CN" sz="1600" dirty="0">
              <a:solidFill>
                <a:srgbClr val="000000"/>
              </a:solidFill>
              <a:cs typeface="+mn-ea"/>
              <a:sym typeface="+mn-lt"/>
            </a:endParaRPr>
          </a:p>
          <a:p>
            <a:pPr marL="228600" indent="-228600">
              <a:lnSpc>
                <a:spcPct val="120000"/>
              </a:lnSpc>
              <a:buFont typeface="+mj-lt"/>
              <a:buAutoNum type="arabicPeriod"/>
            </a:pPr>
            <a:r>
              <a:rPr lang="zh-CN" altLang="en-US" sz="1600" dirty="0">
                <a:solidFill>
                  <a:srgbClr val="000000"/>
                </a:solidFill>
                <a:cs typeface="+mn-ea"/>
                <a:sym typeface="+mn-lt"/>
              </a:rPr>
              <a:t>藉着神的道所反映出的我们信仰生活或者我们所做的有没有让人更良善、圣洁和得安慰。</a:t>
            </a:r>
            <a:endParaRPr lang="en-US" altLang="zh-CN" sz="16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640450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1461989" cy="830997"/>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总结</a:t>
            </a:r>
          </a:p>
        </p:txBody>
      </p:sp>
      <p:sp>
        <p:nvSpPr>
          <p:cNvPr id="2" name="文本框 1"/>
          <p:cNvSpPr txBox="1"/>
          <p:nvPr>
            <p:custDataLst>
              <p:tags r:id="rId3"/>
            </p:custDataLst>
          </p:nvPr>
        </p:nvSpPr>
        <p:spPr>
          <a:xfrm>
            <a:off x="0" y="1286349"/>
            <a:ext cx="12192000" cy="1180003"/>
          </a:xfrm>
          <a:prstGeom prst="rect">
            <a:avLst/>
          </a:prstGeom>
          <a:noFill/>
        </p:spPr>
        <p:txBody>
          <a:bodyPr wrap="square" rtlCol="0" anchor="t">
            <a:spAutoFit/>
          </a:bodyPr>
          <a:lstStyle/>
          <a:p>
            <a:pPr marL="0" indent="0">
              <a:lnSpc>
                <a:spcPct val="120000"/>
              </a:lnSpc>
              <a:buNone/>
            </a:pPr>
            <a:r>
              <a:rPr lang="en-US" altLang="zh-CN" sz="2400" b="1" dirty="0">
                <a:solidFill>
                  <a:srgbClr val="000000"/>
                </a:solidFill>
                <a:cs typeface="+mn-ea"/>
                <a:sym typeface="+mn-lt"/>
              </a:rPr>
              <a:t>【</a:t>
            </a:r>
            <a:r>
              <a:rPr lang="zh-CN" altLang="en-US" sz="2400" b="1" dirty="0">
                <a:solidFill>
                  <a:srgbClr val="000000"/>
                </a:solidFill>
                <a:cs typeface="+mn-ea"/>
                <a:sym typeface="+mn-lt"/>
              </a:rPr>
              <a:t>太</a:t>
            </a:r>
            <a:r>
              <a:rPr lang="en-US" altLang="zh-CN" sz="2400" b="1" dirty="0">
                <a:solidFill>
                  <a:srgbClr val="000000"/>
                </a:solidFill>
                <a:cs typeface="+mn-ea"/>
                <a:sym typeface="+mn-lt"/>
              </a:rPr>
              <a:t>5:14】</a:t>
            </a:r>
            <a:r>
              <a:rPr lang="zh-CN" altLang="en-US" sz="2400" b="1" dirty="0">
                <a:solidFill>
                  <a:srgbClr val="000000"/>
                </a:solidFill>
                <a:cs typeface="+mn-ea"/>
                <a:sym typeface="+mn-lt"/>
              </a:rPr>
              <a:t>你们是世上的光。</a:t>
            </a:r>
            <a:endParaRPr lang="en-US" altLang="zh-CN" sz="2400" b="1" dirty="0">
              <a:solidFill>
                <a:srgbClr val="000000"/>
              </a:solidFill>
              <a:cs typeface="+mn-ea"/>
              <a:sym typeface="+mn-lt"/>
            </a:endParaRPr>
          </a:p>
          <a:p>
            <a:pPr marL="0" indent="0">
              <a:lnSpc>
                <a:spcPct val="120000"/>
              </a:lnSpc>
              <a:buNone/>
            </a:pPr>
            <a:endParaRPr lang="en-US" altLang="zh-CN" sz="2400" b="1" dirty="0">
              <a:solidFill>
                <a:srgbClr val="000000"/>
              </a:solidFill>
              <a:cs typeface="+mn-ea"/>
              <a:sym typeface="+mn-lt"/>
            </a:endParaRPr>
          </a:p>
          <a:p>
            <a:pPr marL="0" indent="0">
              <a:lnSpc>
                <a:spcPct val="120000"/>
              </a:lnSpc>
              <a:buNone/>
            </a:pPr>
            <a:endParaRPr lang="en-US" altLang="zh-CN" sz="12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2184872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374390" y="222885"/>
            <a:ext cx="6362065" cy="829945"/>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讨论问题</a:t>
            </a:r>
          </a:p>
        </p:txBody>
      </p:sp>
      <p:sp>
        <p:nvSpPr>
          <p:cNvPr id="7" name="内容占位符 2"/>
          <p:cNvSpPr txBox="1">
            <a:spLocks noChangeArrowheads="1"/>
          </p:cNvSpPr>
          <p:nvPr/>
        </p:nvSpPr>
        <p:spPr>
          <a:xfrm>
            <a:off x="0" y="1298490"/>
            <a:ext cx="9442383" cy="38341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mj-lt"/>
              <a:buAutoNum type="arabicPeriod"/>
            </a:pPr>
            <a:r>
              <a:rPr lang="zh-CN" altLang="en-US" sz="2400" dirty="0">
                <a:latin typeface="苹方-简" panose="020B0300000000000000" pitchFamily="34" charset="-122"/>
                <a:ea typeface="苹方-简" panose="020B0300000000000000" pitchFamily="34" charset="-122"/>
                <a:cs typeface="+mn-ea"/>
                <a:sym typeface="+mn-lt"/>
              </a:rPr>
              <a:t>我们蒙恩之前和之后有什么改变？</a:t>
            </a:r>
            <a:endParaRPr lang="en-US" altLang="zh-CN" sz="2400" dirty="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r>
              <a:rPr lang="zh-CN" altLang="en-US" sz="2400" dirty="0">
                <a:latin typeface="苹方-简" panose="020B0300000000000000" pitchFamily="34" charset="-122"/>
                <a:ea typeface="苹方-简" panose="020B0300000000000000" pitchFamily="34" charset="-122"/>
                <a:cs typeface="+mn-ea"/>
                <a:sym typeface="+mn-lt"/>
              </a:rPr>
              <a:t>你会时常抱怨吗？你认为抱怨的根源是什么？</a:t>
            </a:r>
            <a:endParaRPr lang="en-US" altLang="zh-CN" sz="2400" dirty="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r>
              <a:rPr lang="zh-CN" altLang="en-US" sz="2400" dirty="0">
                <a:latin typeface="苹方-简" panose="020B0300000000000000" pitchFamily="34" charset="-122"/>
                <a:ea typeface="苹方-简" panose="020B0300000000000000" pitchFamily="34" charset="-122"/>
                <a:cs typeface="+mn-ea"/>
                <a:sym typeface="+mn-lt"/>
              </a:rPr>
              <a:t>对“明光照耀”要求，你计划如何行动？</a:t>
            </a:r>
            <a:endParaRPr lang="en-US" altLang="zh-CN" sz="2400" dirty="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endParaRPr lang="zh-CN" altLang="en-US" sz="2400" dirty="0">
              <a:latin typeface="苹方-简" panose="020B0300000000000000" pitchFamily="34" charset="-122"/>
              <a:ea typeface="苹方-简" panose="020B0300000000000000" pitchFamily="34" charset="-122"/>
              <a:cs typeface="+mn-ea"/>
              <a:sym typeface="+mn-lt"/>
            </a:endParaRPr>
          </a:p>
          <a:p>
            <a:pPr marL="0" indent="0">
              <a:lnSpc>
                <a:spcPct val="100000"/>
              </a:lnSpc>
              <a:buFont typeface="Wingdings" panose="05000000000000000000" pitchFamily="2" charset="2"/>
              <a:buNone/>
            </a:pPr>
            <a:endParaRPr lang="zh-CN" altLang="en-US" sz="1800" dirty="0">
              <a:latin typeface="+mn-lt"/>
              <a:ea typeface="+mn-ea"/>
              <a:cs typeface="+mn-ea"/>
              <a:sym typeface="+mn-lt"/>
            </a:endParaRPr>
          </a:p>
        </p:txBody>
      </p:sp>
    </p:spTree>
    <p:custDataLst>
      <p:tags r:id="rId1"/>
    </p:custDataLst>
    <p:extLst>
      <p:ext uri="{BB962C8B-B14F-4D97-AF65-F5344CB8AC3E}">
        <p14:creationId xmlns:p14="http://schemas.microsoft.com/office/powerpoint/2010/main" val="3813767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3374390" y="222885"/>
            <a:ext cx="6362065" cy="829945"/>
          </a:xfrm>
          <a:prstGeom prst="rect">
            <a:avLst/>
          </a:prstGeom>
          <a:noFill/>
        </p:spPr>
        <p:txBody>
          <a:bodyPr wrap="square" rtlCol="0">
            <a:spAutoFit/>
          </a:bodyPr>
          <a:lstStyle/>
          <a:p>
            <a:pPr algn="r"/>
            <a:r>
              <a:rPr lang="zh-CN" altLang="en-US" sz="4800" b="1" dirty="0">
                <a:solidFill>
                  <a:schemeClr val="tx1">
                    <a:lumMod val="85000"/>
                    <a:lumOff val="15000"/>
                  </a:schemeClr>
                </a:solidFill>
                <a:cs typeface="+mn-ea"/>
                <a:sym typeface="+mn-lt"/>
              </a:rPr>
              <a:t>通知事项</a:t>
            </a:r>
          </a:p>
        </p:txBody>
      </p:sp>
      <p:sp>
        <p:nvSpPr>
          <p:cNvPr id="7" name="内容占位符 2"/>
          <p:cNvSpPr txBox="1">
            <a:spLocks noChangeArrowheads="1"/>
          </p:cNvSpPr>
          <p:nvPr/>
        </p:nvSpPr>
        <p:spPr>
          <a:xfrm>
            <a:off x="0" y="1298490"/>
            <a:ext cx="9442383" cy="38341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Font typeface="+mj-lt"/>
              <a:buAutoNum type="arabicPeriod"/>
            </a:pPr>
            <a:r>
              <a:rPr lang="zh-CN" altLang="en-US" sz="2400" dirty="0">
                <a:latin typeface="苹方-简" panose="020B0300000000000000" pitchFamily="34" charset="-122"/>
                <a:ea typeface="苹方-简" panose="020B0300000000000000" pitchFamily="34" charset="-122"/>
                <a:cs typeface="+mn-ea"/>
                <a:sym typeface="+mn-lt"/>
              </a:rPr>
              <a:t>第三届活水教会圣道学校报名表</a:t>
            </a:r>
            <a:endParaRPr lang="en-US" altLang="zh-CN" sz="2400" dirty="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r>
              <a:rPr lang="zh-CN" altLang="en-US" sz="2400" dirty="0">
                <a:latin typeface="苹方-简" panose="020B0300000000000000" pitchFamily="34" charset="-122"/>
                <a:ea typeface="苹方-简" panose="020B0300000000000000" pitchFamily="34" charset="-122"/>
                <a:cs typeface="+mn-ea"/>
                <a:sym typeface="+mn-lt"/>
              </a:rPr>
              <a:t>约翰美恩的家书</a:t>
            </a:r>
            <a:endParaRPr lang="en-US" altLang="zh-CN" sz="2400" dirty="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r>
              <a:rPr lang="zh-CN" altLang="en-US" sz="2400" dirty="0">
                <a:latin typeface="苹方-简" panose="020B0300000000000000" pitchFamily="34" charset="-122"/>
                <a:ea typeface="苹方-简" panose="020B0300000000000000" pitchFamily="34" charset="-122"/>
                <a:cs typeface="+mn-ea"/>
                <a:sym typeface="+mn-lt"/>
              </a:rPr>
              <a:t>十一假期学习报名截止到本主日（</a:t>
            </a:r>
            <a:r>
              <a:rPr lang="en-US" altLang="zh-CN" sz="2400" dirty="0">
                <a:latin typeface="苹方-简" panose="020B0300000000000000" pitchFamily="34" charset="-122"/>
                <a:ea typeface="苹方-简" panose="020B0300000000000000" pitchFamily="34" charset="-122"/>
                <a:cs typeface="+mn-ea"/>
                <a:sym typeface="+mn-lt"/>
              </a:rPr>
              <a:t>2022</a:t>
            </a:r>
            <a:r>
              <a:rPr lang="zh-CN" altLang="en-US" sz="2400" dirty="0">
                <a:latin typeface="苹方-简" panose="020B0300000000000000" pitchFamily="34" charset="-122"/>
                <a:ea typeface="苹方-简" panose="020B0300000000000000" pitchFamily="34" charset="-122"/>
                <a:cs typeface="+mn-ea"/>
                <a:sym typeface="+mn-lt"/>
              </a:rPr>
              <a:t>年</a:t>
            </a:r>
            <a:r>
              <a:rPr lang="en-US" altLang="zh-CN" sz="2400" dirty="0">
                <a:latin typeface="苹方-简" panose="020B0300000000000000" pitchFamily="34" charset="-122"/>
                <a:ea typeface="苹方-简" panose="020B0300000000000000" pitchFamily="34" charset="-122"/>
                <a:cs typeface="+mn-ea"/>
                <a:sym typeface="+mn-lt"/>
              </a:rPr>
              <a:t>9</a:t>
            </a:r>
            <a:r>
              <a:rPr lang="zh-CN" altLang="en-US" sz="2400" dirty="0">
                <a:latin typeface="苹方-简" panose="020B0300000000000000" pitchFamily="34" charset="-122"/>
                <a:ea typeface="苹方-简" panose="020B0300000000000000" pitchFamily="34" charset="-122"/>
                <a:cs typeface="+mn-ea"/>
                <a:sym typeface="+mn-lt"/>
              </a:rPr>
              <a:t>月</a:t>
            </a:r>
            <a:r>
              <a:rPr lang="en-US" altLang="zh-CN" sz="2400" dirty="0">
                <a:latin typeface="苹方-简" panose="020B0300000000000000" pitchFamily="34" charset="-122"/>
                <a:ea typeface="苹方-简" panose="020B0300000000000000" pitchFamily="34" charset="-122"/>
                <a:cs typeface="+mn-ea"/>
                <a:sym typeface="+mn-lt"/>
              </a:rPr>
              <a:t>25</a:t>
            </a:r>
            <a:r>
              <a:rPr lang="zh-CN" altLang="en-US" sz="2400" dirty="0">
                <a:latin typeface="苹方-简" panose="020B0300000000000000" pitchFamily="34" charset="-122"/>
                <a:ea typeface="苹方-简" panose="020B0300000000000000" pitchFamily="34" charset="-122"/>
                <a:cs typeface="+mn-ea"/>
                <a:sym typeface="+mn-lt"/>
              </a:rPr>
              <a:t>日）</a:t>
            </a:r>
          </a:p>
          <a:p>
            <a:pPr marL="0" indent="0">
              <a:lnSpc>
                <a:spcPct val="100000"/>
              </a:lnSpc>
              <a:buFont typeface="Wingdings" panose="05000000000000000000" pitchFamily="2" charset="2"/>
              <a:buNone/>
            </a:pPr>
            <a:endParaRPr lang="zh-CN" altLang="en-US" sz="1800" dirty="0">
              <a:latin typeface="+mn-lt"/>
              <a:ea typeface="+mn-ea"/>
              <a:cs typeface="+mn-ea"/>
              <a:sym typeface="+mn-lt"/>
            </a:endParaRPr>
          </a:p>
        </p:txBody>
      </p:sp>
    </p:spTree>
    <p:custDataLst>
      <p:tags r:id="rId1"/>
    </p:custDataLst>
    <p:extLst>
      <p:ext uri="{BB962C8B-B14F-4D97-AF65-F5344CB8AC3E}">
        <p14:creationId xmlns:p14="http://schemas.microsoft.com/office/powerpoint/2010/main" val="17464860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34.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5.xml><?xml version="1.0" encoding="utf-8"?>
<p:tagLst xmlns:a="http://schemas.openxmlformats.org/drawingml/2006/main" xmlns:r="http://schemas.openxmlformats.org/officeDocument/2006/relationships" xmlns:p="http://schemas.openxmlformats.org/presentationml/2006/main">
  <p:tag name="KSO_WM_FULL_TEXT_BEAUTIFY_COPY_ID" val="7"/>
</p:tagLst>
</file>

<file path=ppt/tags/tag3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3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1730"/>
  <p:tag name="KSO_WM_FULL_TEXT_BEAUTIFY_COPY_ID" val="150995382"/>
</p:tagLst>
</file>

<file path=ppt/tags/tag66.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1730"/>
  <p:tag name="KSO_WM_FULL_TEXT_BEAUTIFY_COPY_ID" val="150995382"/>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2436</TotalTime>
  <Words>1123</Words>
  <Application>Microsoft Office PowerPoint</Application>
  <PresentationFormat>宽屏</PresentationFormat>
  <Paragraphs>98</Paragraphs>
  <Slides>13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13</vt:i4>
      </vt:variant>
    </vt:vector>
  </HeadingPairs>
  <TitlesOfParts>
    <vt:vector size="19" baseType="lpstr">
      <vt:lpstr>苹方-简</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李 强</cp:lastModifiedBy>
  <cp:revision>364</cp:revision>
  <dcterms:created xsi:type="dcterms:W3CDTF">2019-06-19T02:08:00Z</dcterms:created>
  <dcterms:modified xsi:type="dcterms:W3CDTF">2022-09-24T23:08:17Z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