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13" r:id="rId2"/>
    <p:sldId id="425" r:id="rId3"/>
    <p:sldId id="427" r:id="rId4"/>
    <p:sldId id="541" r:id="rId5"/>
    <p:sldId id="542" r:id="rId6"/>
    <p:sldId id="530" r:id="rId7"/>
    <p:sldId id="531" r:id="rId8"/>
    <p:sldId id="539" r:id="rId9"/>
    <p:sldId id="540" r:id="rId10"/>
    <p:sldId id="543" r:id="rId11"/>
    <p:sldId id="544" r:id="rId12"/>
    <p:sldId id="545" r:id="rId13"/>
    <p:sldId id="546" r:id="rId14"/>
    <p:sldId id="547" r:id="rId15"/>
    <p:sldId id="548" r:id="rId16"/>
    <p:sldId id="537" r:id="rId17"/>
    <p:sldId id="538" r:id="rId18"/>
    <p:sldId id="52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97721-74D0-4B21-B1EF-2204FC6994CB}" v="440" dt="2022-11-19T22:02:16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3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1188"/>
      </p:cViewPr>
      <p:guideLst>
        <p:guide orient="horz" pos="2093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cd6c7ec7188785ae" providerId="LiveId" clId="{16597721-74D0-4B21-B1EF-2204FC6994CB}"/>
    <pc:docChg chg="undo custSel addSld delSld modSld sldOrd">
      <pc:chgData name="李 强" userId="cd6c7ec7188785ae" providerId="LiveId" clId="{16597721-74D0-4B21-B1EF-2204FC6994CB}" dt="2022-11-19T22:02:16.654" v="1322"/>
      <pc:docMkLst>
        <pc:docMk/>
      </pc:docMkLst>
      <pc:sldChg chg="modSp mod">
        <pc:chgData name="李 强" userId="cd6c7ec7188785ae" providerId="LiveId" clId="{16597721-74D0-4B21-B1EF-2204FC6994CB}" dt="2022-11-19T20:31:58.583" v="25" actId="20577"/>
        <pc:sldMkLst>
          <pc:docMk/>
          <pc:sldMk cId="0" sldId="413"/>
        </pc:sldMkLst>
        <pc:spChg chg="mod">
          <ac:chgData name="李 强" userId="cd6c7ec7188785ae" providerId="LiveId" clId="{16597721-74D0-4B21-B1EF-2204FC6994CB}" dt="2022-11-19T20:30:31.996" v="8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李 强" userId="cd6c7ec7188785ae" providerId="LiveId" clId="{16597721-74D0-4B21-B1EF-2204FC6994CB}" dt="2022-11-19T20:31:58.583" v="25" actId="20577"/>
          <ac:spMkLst>
            <pc:docMk/>
            <pc:sldMk cId="0" sldId="413"/>
            <ac:spMk id="5" creationId="{00000000-0000-0000-0000-000000000000}"/>
          </ac:spMkLst>
        </pc:spChg>
        <pc:spChg chg="mod">
          <ac:chgData name="李 强" userId="cd6c7ec7188785ae" providerId="LiveId" clId="{16597721-74D0-4B21-B1EF-2204FC6994CB}" dt="2022-11-19T20:30:44.930" v="11" actId="20577"/>
          <ac:spMkLst>
            <pc:docMk/>
            <pc:sldMk cId="0" sldId="413"/>
            <ac:spMk id="7" creationId="{00000000-0000-0000-0000-000000000000}"/>
          </ac:spMkLst>
        </pc:spChg>
      </pc:sldChg>
      <pc:sldChg chg="addSp delSp modSp mod">
        <pc:chgData name="李 强" userId="cd6c7ec7188785ae" providerId="LiveId" clId="{16597721-74D0-4B21-B1EF-2204FC6994CB}" dt="2022-11-19T20:32:18.828" v="31" actId="20577"/>
        <pc:sldMkLst>
          <pc:docMk/>
          <pc:sldMk cId="0" sldId="425"/>
        </pc:sldMkLst>
        <pc:spChg chg="mod">
          <ac:chgData name="李 强" userId="cd6c7ec7188785ae" providerId="LiveId" clId="{16597721-74D0-4B21-B1EF-2204FC6994CB}" dt="2022-11-19T20:32:18.828" v="31" actId="20577"/>
          <ac:spMkLst>
            <pc:docMk/>
            <pc:sldMk cId="0" sldId="425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0:31:38.012" v="18"/>
          <ac:spMkLst>
            <pc:docMk/>
            <pc:sldMk cId="0" sldId="425"/>
            <ac:spMk id="3" creationId="{67EF0ED8-4C33-723F-B16A-B5C3782BB492}"/>
          </ac:spMkLst>
        </pc:spChg>
      </pc:sldChg>
      <pc:sldChg chg="addSp delSp modSp mod">
        <pc:chgData name="李 强" userId="cd6c7ec7188785ae" providerId="LiveId" clId="{16597721-74D0-4B21-B1EF-2204FC6994CB}" dt="2022-11-19T20:37:45.449" v="51" actId="403"/>
        <pc:sldMkLst>
          <pc:docMk/>
          <pc:sldMk cId="0" sldId="427"/>
        </pc:sldMkLst>
        <pc:spChg chg="mod">
          <ac:chgData name="李 强" userId="cd6c7ec7188785ae" providerId="LiveId" clId="{16597721-74D0-4B21-B1EF-2204FC6994CB}" dt="2022-11-19T20:37:45.449" v="51" actId="403"/>
          <ac:spMkLst>
            <pc:docMk/>
            <pc:sldMk cId="0" sldId="427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0:37:15.304" v="37"/>
          <ac:spMkLst>
            <pc:docMk/>
            <pc:sldMk cId="0" sldId="427"/>
            <ac:spMk id="3" creationId="{87FE8974-5C27-C9A2-02A0-8F2F3A331EEC}"/>
          </ac:spMkLst>
        </pc:spChg>
      </pc:sldChg>
      <pc:sldChg chg="modSp mod">
        <pc:chgData name="李 强" userId="cd6c7ec7188785ae" providerId="LiveId" clId="{16597721-74D0-4B21-B1EF-2204FC6994CB}" dt="2022-11-19T22:02:16.654" v="1322"/>
        <pc:sldMkLst>
          <pc:docMk/>
          <pc:sldMk cId="1746486007" sldId="529"/>
        </pc:sldMkLst>
        <pc:spChg chg="mod">
          <ac:chgData name="李 强" userId="cd6c7ec7188785ae" providerId="LiveId" clId="{16597721-74D0-4B21-B1EF-2204FC6994CB}" dt="2022-11-19T22:02:16.654" v="1322"/>
          <ac:spMkLst>
            <pc:docMk/>
            <pc:sldMk cId="1746486007" sldId="529"/>
            <ac:spMk id="7" creationId="{00000000-0000-0000-0000-000000000000}"/>
          </ac:spMkLst>
        </pc:spChg>
      </pc:sldChg>
      <pc:sldChg chg="addSp delSp modSp mod">
        <pc:chgData name="李 强" userId="cd6c7ec7188785ae" providerId="LiveId" clId="{16597721-74D0-4B21-B1EF-2204FC6994CB}" dt="2022-11-19T20:45:09.533" v="185" actId="6549"/>
        <pc:sldMkLst>
          <pc:docMk/>
          <pc:sldMk cId="3608494230" sldId="530"/>
        </pc:sldMkLst>
        <pc:spChg chg="mod">
          <ac:chgData name="李 强" userId="cd6c7ec7188785ae" providerId="LiveId" clId="{16597721-74D0-4B21-B1EF-2204FC6994CB}" dt="2022-11-19T20:45:09.533" v="185" actId="6549"/>
          <ac:spMkLst>
            <pc:docMk/>
            <pc:sldMk cId="3608494230" sldId="530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0:41:12.820" v="137"/>
          <ac:spMkLst>
            <pc:docMk/>
            <pc:sldMk cId="3608494230" sldId="530"/>
            <ac:spMk id="3" creationId="{6C199117-0068-E849-852C-F70D213F8B6B}"/>
          </ac:spMkLst>
        </pc:spChg>
        <pc:spChg chg="add del">
          <ac:chgData name="李 强" userId="cd6c7ec7188785ae" providerId="LiveId" clId="{16597721-74D0-4B21-B1EF-2204FC6994CB}" dt="2022-11-19T20:44:15.576" v="178"/>
          <ac:spMkLst>
            <pc:docMk/>
            <pc:sldMk cId="3608494230" sldId="530"/>
            <ac:spMk id="4" creationId="{65E7D56A-77F2-D14B-44DB-A8E61DEACB1D}"/>
          </ac:spMkLst>
        </pc:spChg>
      </pc:sldChg>
      <pc:sldChg chg="addSp delSp modSp mod">
        <pc:chgData name="李 强" userId="cd6c7ec7188785ae" providerId="LiveId" clId="{16597721-74D0-4B21-B1EF-2204FC6994CB}" dt="2022-11-19T21:03:21.039" v="273"/>
        <pc:sldMkLst>
          <pc:docMk/>
          <pc:sldMk cId="54695671" sldId="531"/>
        </pc:sldMkLst>
        <pc:spChg chg="mod">
          <ac:chgData name="李 强" userId="cd6c7ec7188785ae" providerId="LiveId" clId="{16597721-74D0-4B21-B1EF-2204FC6994CB}" dt="2022-11-19T21:03:21.039" v="273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1:00:03.412" v="187"/>
          <ac:spMkLst>
            <pc:docMk/>
            <pc:sldMk cId="54695671" sldId="531"/>
            <ac:spMk id="3" creationId="{13A28A2F-5BEF-76DF-4A97-B1AC91E2DB79}"/>
          </ac:spMkLst>
        </pc:spChg>
        <pc:spChg chg="add del">
          <ac:chgData name="李 强" userId="cd6c7ec7188785ae" providerId="LiveId" clId="{16597721-74D0-4B21-B1EF-2204FC6994CB}" dt="2022-11-19T21:01:39.091" v="216"/>
          <ac:spMkLst>
            <pc:docMk/>
            <pc:sldMk cId="54695671" sldId="531"/>
            <ac:spMk id="4" creationId="{D777AAC0-19C1-EA79-7AAB-5BE19894ADC3}"/>
          </ac:spMkLst>
        </pc:spChg>
        <pc:spChg chg="add del">
          <ac:chgData name="李 强" userId="cd6c7ec7188785ae" providerId="LiveId" clId="{16597721-74D0-4B21-B1EF-2204FC6994CB}" dt="2022-11-19T21:03:01.490" v="264"/>
          <ac:spMkLst>
            <pc:docMk/>
            <pc:sldMk cId="54695671" sldId="531"/>
            <ac:spMk id="5" creationId="{45E11B26-FAD9-2BC3-5812-BAE683ADBCC0}"/>
          </ac:spMkLst>
        </pc:spChg>
        <pc:spChg chg="add del">
          <ac:chgData name="李 强" userId="cd6c7ec7188785ae" providerId="LiveId" clId="{16597721-74D0-4B21-B1EF-2204FC6994CB}" dt="2022-11-19T21:03:18.856" v="271"/>
          <ac:spMkLst>
            <pc:docMk/>
            <pc:sldMk cId="54695671" sldId="531"/>
            <ac:spMk id="6" creationId="{A798F563-87A6-96E5-86AA-1BC3FD095584}"/>
          </ac:spMkLst>
        </pc:spChg>
      </pc:sldChg>
      <pc:sldChg chg="del">
        <pc:chgData name="李 强" userId="cd6c7ec7188785ae" providerId="LiveId" clId="{16597721-74D0-4B21-B1EF-2204FC6994CB}" dt="2022-11-19T21:08:28.362" v="424" actId="47"/>
        <pc:sldMkLst>
          <pc:docMk/>
          <pc:sldMk cId="4162204385" sldId="532"/>
        </pc:sldMkLst>
      </pc:sldChg>
      <pc:sldChg chg="del">
        <pc:chgData name="李 强" userId="cd6c7ec7188785ae" providerId="LiveId" clId="{16597721-74D0-4B21-B1EF-2204FC6994CB}" dt="2022-11-19T21:22:08.353" v="587" actId="47"/>
        <pc:sldMkLst>
          <pc:docMk/>
          <pc:sldMk cId="306424323" sldId="533"/>
        </pc:sldMkLst>
      </pc:sldChg>
      <pc:sldChg chg="del">
        <pc:chgData name="李 强" userId="cd6c7ec7188785ae" providerId="LiveId" clId="{16597721-74D0-4B21-B1EF-2204FC6994CB}" dt="2022-11-19T21:22:08.353" v="587" actId="47"/>
        <pc:sldMkLst>
          <pc:docMk/>
          <pc:sldMk cId="30905515" sldId="534"/>
        </pc:sldMkLst>
      </pc:sldChg>
      <pc:sldChg chg="del">
        <pc:chgData name="李 强" userId="cd6c7ec7188785ae" providerId="LiveId" clId="{16597721-74D0-4B21-B1EF-2204FC6994CB}" dt="2022-11-19T21:22:08.353" v="587" actId="47"/>
        <pc:sldMkLst>
          <pc:docMk/>
          <pc:sldMk cId="1073310812" sldId="535"/>
        </pc:sldMkLst>
      </pc:sldChg>
      <pc:sldChg chg="del">
        <pc:chgData name="李 强" userId="cd6c7ec7188785ae" providerId="LiveId" clId="{16597721-74D0-4B21-B1EF-2204FC6994CB}" dt="2022-11-19T21:22:08.353" v="587" actId="47"/>
        <pc:sldMkLst>
          <pc:docMk/>
          <pc:sldMk cId="640450524" sldId="536"/>
        </pc:sldMkLst>
      </pc:sldChg>
      <pc:sldChg chg="modSp mod">
        <pc:chgData name="李 强" userId="cd6c7ec7188785ae" providerId="LiveId" clId="{16597721-74D0-4B21-B1EF-2204FC6994CB}" dt="2022-11-19T21:54:28.421" v="1158"/>
        <pc:sldMkLst>
          <pc:docMk/>
          <pc:sldMk cId="2184872560" sldId="537"/>
        </pc:sldMkLst>
        <pc:spChg chg="mod">
          <ac:chgData name="李 强" userId="cd6c7ec7188785ae" providerId="LiveId" clId="{16597721-74D0-4B21-B1EF-2204FC6994CB}" dt="2022-11-19T21:54:28.421" v="1158"/>
          <ac:spMkLst>
            <pc:docMk/>
            <pc:sldMk cId="2184872560" sldId="537"/>
            <ac:spMk id="2" creationId="{00000000-0000-0000-0000-000000000000}"/>
          </ac:spMkLst>
        </pc:spChg>
      </pc:sldChg>
      <pc:sldChg chg="modSp mod">
        <pc:chgData name="李 强" userId="cd6c7ec7188785ae" providerId="LiveId" clId="{16597721-74D0-4B21-B1EF-2204FC6994CB}" dt="2022-11-19T21:52:13.334" v="1097"/>
        <pc:sldMkLst>
          <pc:docMk/>
          <pc:sldMk cId="3813767857" sldId="538"/>
        </pc:sldMkLst>
        <pc:spChg chg="mod">
          <ac:chgData name="李 强" userId="cd6c7ec7188785ae" providerId="LiveId" clId="{16597721-74D0-4B21-B1EF-2204FC6994CB}" dt="2022-11-19T21:52:13.334" v="1097"/>
          <ac:spMkLst>
            <pc:docMk/>
            <pc:sldMk cId="3813767857" sldId="538"/>
            <ac:spMk id="7" creationId="{00000000-0000-0000-0000-000000000000}"/>
          </ac:spMkLst>
        </pc:spChg>
      </pc:sldChg>
      <pc:sldChg chg="addSp delSp modSp add mod">
        <pc:chgData name="李 强" userId="cd6c7ec7188785ae" providerId="LiveId" clId="{16597721-74D0-4B21-B1EF-2204FC6994CB}" dt="2022-11-19T21:08:03.158" v="422" actId="403"/>
        <pc:sldMkLst>
          <pc:docMk/>
          <pc:sldMk cId="3390752299" sldId="539"/>
        </pc:sldMkLst>
        <pc:spChg chg="mod">
          <ac:chgData name="李 强" userId="cd6c7ec7188785ae" providerId="LiveId" clId="{16597721-74D0-4B21-B1EF-2204FC6994CB}" dt="2022-11-19T21:08:03.158" v="422" actId="403"/>
          <ac:spMkLst>
            <pc:docMk/>
            <pc:sldMk cId="3390752299" sldId="539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1:04:27.984" v="290"/>
          <ac:spMkLst>
            <pc:docMk/>
            <pc:sldMk cId="3390752299" sldId="539"/>
            <ac:spMk id="3" creationId="{7179A4B4-B735-7FB3-658D-CA30989CB0A4}"/>
          </ac:spMkLst>
        </pc:spChg>
      </pc:sldChg>
      <pc:sldChg chg="addSp delSp modSp add mod">
        <pc:chgData name="李 强" userId="cd6c7ec7188785ae" providerId="LiveId" clId="{16597721-74D0-4B21-B1EF-2204FC6994CB}" dt="2022-11-19T21:15:53.760" v="568" actId="947"/>
        <pc:sldMkLst>
          <pc:docMk/>
          <pc:sldMk cId="2378328675" sldId="540"/>
        </pc:sldMkLst>
        <pc:spChg chg="mod">
          <ac:chgData name="李 强" userId="cd6c7ec7188785ae" providerId="LiveId" clId="{16597721-74D0-4B21-B1EF-2204FC6994CB}" dt="2022-11-19T21:15:53.760" v="568" actId="947"/>
          <ac:spMkLst>
            <pc:docMk/>
            <pc:sldMk cId="2378328675" sldId="540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1:09:47.879" v="450"/>
          <ac:spMkLst>
            <pc:docMk/>
            <pc:sldMk cId="2378328675" sldId="540"/>
            <ac:spMk id="3" creationId="{B0F9DDBE-4005-79B0-4D9A-BB6EB8E736F9}"/>
          </ac:spMkLst>
        </pc:spChg>
        <pc:spChg chg="add del">
          <ac:chgData name="李 强" userId="cd6c7ec7188785ae" providerId="LiveId" clId="{16597721-74D0-4B21-B1EF-2204FC6994CB}" dt="2022-11-19T21:11:41.715" v="491"/>
          <ac:spMkLst>
            <pc:docMk/>
            <pc:sldMk cId="2378328675" sldId="540"/>
            <ac:spMk id="4" creationId="{21A4FFB6-93C7-8EEF-C37C-EE2670B68CFF}"/>
          </ac:spMkLst>
        </pc:spChg>
        <pc:spChg chg="add del">
          <ac:chgData name="李 强" userId="cd6c7ec7188785ae" providerId="LiveId" clId="{16597721-74D0-4B21-B1EF-2204FC6994CB}" dt="2022-11-19T21:14:11.211" v="550"/>
          <ac:spMkLst>
            <pc:docMk/>
            <pc:sldMk cId="2378328675" sldId="540"/>
            <ac:spMk id="5" creationId="{7F681950-5A59-1C94-1B1F-DBA3BC5627EA}"/>
          </ac:spMkLst>
        </pc:spChg>
      </pc:sldChg>
      <pc:sldChg chg="modSp add mod">
        <pc:chgData name="李 强" userId="cd6c7ec7188785ae" providerId="LiveId" clId="{16597721-74D0-4B21-B1EF-2204FC6994CB}" dt="2022-11-19T21:17:23.323" v="576" actId="6549"/>
        <pc:sldMkLst>
          <pc:docMk/>
          <pc:sldMk cId="530481665" sldId="541"/>
        </pc:sldMkLst>
        <pc:spChg chg="mod">
          <ac:chgData name="李 强" userId="cd6c7ec7188785ae" providerId="LiveId" clId="{16597721-74D0-4B21-B1EF-2204FC6994CB}" dt="2022-11-19T21:17:23.323" v="576" actId="6549"/>
          <ac:spMkLst>
            <pc:docMk/>
            <pc:sldMk cId="530481665" sldId="541"/>
            <ac:spMk id="2" creationId="{00000000-0000-0000-0000-000000000000}"/>
          </ac:spMkLst>
        </pc:spChg>
      </pc:sldChg>
      <pc:sldChg chg="modSp add mod">
        <pc:chgData name="李 强" userId="cd6c7ec7188785ae" providerId="LiveId" clId="{16597721-74D0-4B21-B1EF-2204FC6994CB}" dt="2022-11-19T21:17:47.232" v="579" actId="6549"/>
        <pc:sldMkLst>
          <pc:docMk/>
          <pc:sldMk cId="2608333406" sldId="542"/>
        </pc:sldMkLst>
        <pc:spChg chg="mod">
          <ac:chgData name="李 强" userId="cd6c7ec7188785ae" providerId="LiveId" clId="{16597721-74D0-4B21-B1EF-2204FC6994CB}" dt="2022-11-19T21:17:47.232" v="579" actId="6549"/>
          <ac:spMkLst>
            <pc:docMk/>
            <pc:sldMk cId="2608333406" sldId="542"/>
            <ac:spMk id="2" creationId="{00000000-0000-0000-0000-000000000000}"/>
          </ac:spMkLst>
        </pc:spChg>
        <pc:spChg chg="mod">
          <ac:chgData name="李 强" userId="cd6c7ec7188785ae" providerId="LiveId" clId="{16597721-74D0-4B21-B1EF-2204FC6994CB}" dt="2022-11-19T21:17:42.253" v="578"/>
          <ac:spMkLst>
            <pc:docMk/>
            <pc:sldMk cId="2608333406" sldId="542"/>
            <ac:spMk id="18" creationId="{00000000-0000-0000-0000-000000000000}"/>
          </ac:spMkLst>
        </pc:spChg>
      </pc:sldChg>
      <pc:sldChg chg="modSp add mod">
        <pc:chgData name="李 强" userId="cd6c7ec7188785ae" providerId="LiveId" clId="{16597721-74D0-4B21-B1EF-2204FC6994CB}" dt="2022-11-19T21:18:17.292" v="582" actId="6549"/>
        <pc:sldMkLst>
          <pc:docMk/>
          <pc:sldMk cId="3116992208" sldId="543"/>
        </pc:sldMkLst>
        <pc:spChg chg="mod">
          <ac:chgData name="李 强" userId="cd6c7ec7188785ae" providerId="LiveId" clId="{16597721-74D0-4B21-B1EF-2204FC6994CB}" dt="2022-11-19T21:18:17.292" v="582" actId="6549"/>
          <ac:spMkLst>
            <pc:docMk/>
            <pc:sldMk cId="3116992208" sldId="543"/>
            <ac:spMk id="2" creationId="{00000000-0000-0000-0000-000000000000}"/>
          </ac:spMkLst>
        </pc:spChg>
        <pc:spChg chg="mod">
          <ac:chgData name="李 强" userId="cd6c7ec7188785ae" providerId="LiveId" clId="{16597721-74D0-4B21-B1EF-2204FC6994CB}" dt="2022-11-19T21:18:07.073" v="581"/>
          <ac:spMkLst>
            <pc:docMk/>
            <pc:sldMk cId="3116992208" sldId="543"/>
            <ac:spMk id="18" creationId="{00000000-0000-0000-0000-000000000000}"/>
          </ac:spMkLst>
        </pc:spChg>
      </pc:sldChg>
      <pc:sldChg chg="addSp delSp modSp add mod ord">
        <pc:chgData name="李 强" userId="cd6c7ec7188785ae" providerId="LiveId" clId="{16597721-74D0-4B21-B1EF-2204FC6994CB}" dt="2022-11-19T21:33:06.975" v="711" actId="21"/>
        <pc:sldMkLst>
          <pc:docMk/>
          <pc:sldMk cId="3554422812" sldId="544"/>
        </pc:sldMkLst>
        <pc:spChg chg="mod">
          <ac:chgData name="李 强" userId="cd6c7ec7188785ae" providerId="LiveId" clId="{16597721-74D0-4B21-B1EF-2204FC6994CB}" dt="2022-11-19T21:33:06.975" v="711" actId="21"/>
          <ac:spMkLst>
            <pc:docMk/>
            <pc:sldMk cId="3554422812" sldId="544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1:23:12.213" v="610"/>
          <ac:spMkLst>
            <pc:docMk/>
            <pc:sldMk cId="3554422812" sldId="544"/>
            <ac:spMk id="3" creationId="{C883C407-3060-BFD0-29B6-E60876CE8867}"/>
          </ac:spMkLst>
        </pc:spChg>
        <pc:spChg chg="add del">
          <ac:chgData name="李 强" userId="cd6c7ec7188785ae" providerId="LiveId" clId="{16597721-74D0-4B21-B1EF-2204FC6994CB}" dt="2022-11-19T21:29:43.689" v="661"/>
          <ac:spMkLst>
            <pc:docMk/>
            <pc:sldMk cId="3554422812" sldId="544"/>
            <ac:spMk id="4" creationId="{FAAC77AA-65DC-000A-B2EB-9BA8D210DA04}"/>
          </ac:spMkLst>
        </pc:spChg>
        <pc:spChg chg="add del">
          <ac:chgData name="李 强" userId="cd6c7ec7188785ae" providerId="LiveId" clId="{16597721-74D0-4B21-B1EF-2204FC6994CB}" dt="2022-11-19T21:32:40" v="708"/>
          <ac:spMkLst>
            <pc:docMk/>
            <pc:sldMk cId="3554422812" sldId="544"/>
            <ac:spMk id="5" creationId="{1179ECD2-42B3-627E-5315-33E8DDF36CAB}"/>
          </ac:spMkLst>
        </pc:spChg>
        <pc:spChg chg="mod">
          <ac:chgData name="李 强" userId="cd6c7ec7188785ae" providerId="LiveId" clId="{16597721-74D0-4B21-B1EF-2204FC6994CB}" dt="2022-11-19T21:21:55.638" v="586"/>
          <ac:spMkLst>
            <pc:docMk/>
            <pc:sldMk cId="3554422812" sldId="544"/>
            <ac:spMk id="18" creationId="{00000000-0000-0000-0000-000000000000}"/>
          </ac:spMkLst>
        </pc:spChg>
      </pc:sldChg>
      <pc:sldChg chg="addSp delSp modSp add mod">
        <pc:chgData name="李 强" userId="cd6c7ec7188785ae" providerId="LiveId" clId="{16597721-74D0-4B21-B1EF-2204FC6994CB}" dt="2022-11-19T21:40:39.709" v="864"/>
        <pc:sldMkLst>
          <pc:docMk/>
          <pc:sldMk cId="1009393918" sldId="545"/>
        </pc:sldMkLst>
        <pc:spChg chg="mod">
          <ac:chgData name="李 强" userId="cd6c7ec7188785ae" providerId="LiveId" clId="{16597721-74D0-4B21-B1EF-2204FC6994CB}" dt="2022-11-19T21:40:39.709" v="864"/>
          <ac:spMkLst>
            <pc:docMk/>
            <pc:sldMk cId="1009393918" sldId="545"/>
            <ac:spMk id="2" creationId="{00000000-0000-0000-0000-000000000000}"/>
          </ac:spMkLst>
        </pc:spChg>
        <pc:spChg chg="add del">
          <ac:chgData name="李 强" userId="cd6c7ec7188785ae" providerId="LiveId" clId="{16597721-74D0-4B21-B1EF-2204FC6994CB}" dt="2022-11-19T21:34:13.484" v="735"/>
          <ac:spMkLst>
            <pc:docMk/>
            <pc:sldMk cId="1009393918" sldId="545"/>
            <ac:spMk id="3" creationId="{860D106F-B1A4-3C76-DB5C-2DD0606FB941}"/>
          </ac:spMkLst>
        </pc:spChg>
      </pc:sldChg>
      <pc:sldChg chg="modSp add mod">
        <pc:chgData name="李 强" userId="cd6c7ec7188785ae" providerId="LiveId" clId="{16597721-74D0-4B21-B1EF-2204FC6994CB}" dt="2022-11-19T21:41:18.040" v="882"/>
        <pc:sldMkLst>
          <pc:docMk/>
          <pc:sldMk cId="4025555101" sldId="546"/>
        </pc:sldMkLst>
        <pc:spChg chg="mod">
          <ac:chgData name="李 强" userId="cd6c7ec7188785ae" providerId="LiveId" clId="{16597721-74D0-4B21-B1EF-2204FC6994CB}" dt="2022-11-19T21:41:18.040" v="882"/>
          <ac:spMkLst>
            <pc:docMk/>
            <pc:sldMk cId="4025555101" sldId="546"/>
            <ac:spMk id="2" creationId="{00000000-0000-0000-0000-000000000000}"/>
          </ac:spMkLst>
        </pc:spChg>
      </pc:sldChg>
      <pc:sldChg chg="modSp add mod">
        <pc:chgData name="李 强" userId="cd6c7ec7188785ae" providerId="LiveId" clId="{16597721-74D0-4B21-B1EF-2204FC6994CB}" dt="2022-11-19T21:47:17.465" v="992" actId="20577"/>
        <pc:sldMkLst>
          <pc:docMk/>
          <pc:sldMk cId="2943969027" sldId="547"/>
        </pc:sldMkLst>
        <pc:spChg chg="mod">
          <ac:chgData name="李 强" userId="cd6c7ec7188785ae" providerId="LiveId" clId="{16597721-74D0-4B21-B1EF-2204FC6994CB}" dt="2022-11-19T21:47:17.465" v="992" actId="20577"/>
          <ac:spMkLst>
            <pc:docMk/>
            <pc:sldMk cId="2943969027" sldId="547"/>
            <ac:spMk id="2" creationId="{00000000-0000-0000-0000-000000000000}"/>
          </ac:spMkLst>
        </pc:spChg>
      </pc:sldChg>
      <pc:sldChg chg="modSp add mod">
        <pc:chgData name="李 强" userId="cd6c7ec7188785ae" providerId="LiveId" clId="{16597721-74D0-4B21-B1EF-2204FC6994CB}" dt="2022-11-19T22:01:55.267" v="1316" actId="20577"/>
        <pc:sldMkLst>
          <pc:docMk/>
          <pc:sldMk cId="711938556" sldId="548"/>
        </pc:sldMkLst>
        <pc:spChg chg="mod">
          <ac:chgData name="李 强" userId="cd6c7ec7188785ae" providerId="LiveId" clId="{16597721-74D0-4B21-B1EF-2204FC6994CB}" dt="2022-11-19T22:01:55.267" v="1316" actId="20577"/>
          <ac:spMkLst>
            <pc:docMk/>
            <pc:sldMk cId="711938556" sldId="548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D0C0D02F-D700-4D33-BFCB-1A12EE7DCFBE}"/>
    <pc:docChg chg="undo custSel addSld modSld sldOrd">
      <pc:chgData name="李 强" userId="cd6c7ec7188785ae" providerId="LiveId" clId="{D0C0D02F-D700-4D33-BFCB-1A12EE7DCFBE}" dt="2022-09-24T23:08:15.121" v="117" actId="6549"/>
      <pc:docMkLst>
        <pc:docMk/>
      </pc:docMkLst>
      <pc:sldChg chg="modSp mod">
        <pc:chgData name="李 强" userId="cd6c7ec7188785ae" providerId="LiveId" clId="{D0C0D02F-D700-4D33-BFCB-1A12EE7DCFBE}" dt="2022-09-24T03:30:06.805" v="1" actId="20577"/>
        <pc:sldMkLst>
          <pc:docMk/>
          <pc:sldMk cId="0" sldId="425"/>
        </pc:sldMkLst>
        <pc:spChg chg="mod">
          <ac:chgData name="李 强" userId="cd6c7ec7188785ae" providerId="LiveId" clId="{D0C0D02F-D700-4D33-BFCB-1A12EE7DCFBE}" dt="2022-09-24T03:30:06.805" v="1" actId="20577"/>
          <ac:spMkLst>
            <pc:docMk/>
            <pc:sldMk cId="0" sldId="425"/>
            <ac:spMk id="2" creationId="{00000000-0000-0000-0000-000000000000}"/>
          </ac:spMkLst>
        </pc:spChg>
      </pc:sldChg>
      <pc:sldChg chg="modSp mod">
        <pc:chgData name="李 强" userId="cd6c7ec7188785ae" providerId="LiveId" clId="{D0C0D02F-D700-4D33-BFCB-1A12EE7DCFBE}" dt="2022-09-24T22:57:56.897" v="108"/>
        <pc:sldMkLst>
          <pc:docMk/>
          <pc:sldMk cId="1746486007" sldId="529"/>
        </pc:sldMkLst>
        <pc:spChg chg="mod">
          <ac:chgData name="李 强" userId="cd6c7ec7188785ae" providerId="LiveId" clId="{D0C0D02F-D700-4D33-BFCB-1A12EE7DCFBE}" dt="2022-09-24T22:55:54.588" v="24"/>
          <ac:spMkLst>
            <pc:docMk/>
            <pc:sldMk cId="1746486007" sldId="529"/>
            <ac:spMk id="5" creationId="{00000000-0000-0000-0000-000000000000}"/>
          </ac:spMkLst>
        </pc:spChg>
        <pc:spChg chg="mod">
          <ac:chgData name="李 强" userId="cd6c7ec7188785ae" providerId="LiveId" clId="{D0C0D02F-D700-4D33-BFCB-1A12EE7DCFBE}" dt="2022-09-24T22:57:56.897" v="108"/>
          <ac:spMkLst>
            <pc:docMk/>
            <pc:sldMk cId="1746486007" sldId="529"/>
            <ac:spMk id="7" creationId="{00000000-0000-0000-0000-000000000000}"/>
          </ac:spMkLst>
        </pc:spChg>
      </pc:sldChg>
      <pc:sldChg chg="modSp mod">
        <pc:chgData name="李 强" userId="cd6c7ec7188785ae" providerId="LiveId" clId="{D0C0D02F-D700-4D33-BFCB-1A12EE7DCFBE}" dt="2022-09-24T22:54:52.602" v="7" actId="20577"/>
        <pc:sldMkLst>
          <pc:docMk/>
          <pc:sldMk cId="306424323" sldId="533"/>
        </pc:sldMkLst>
        <pc:spChg chg="mod">
          <ac:chgData name="李 强" userId="cd6c7ec7188785ae" providerId="LiveId" clId="{D0C0D02F-D700-4D33-BFCB-1A12EE7DCFBE}" dt="2022-09-24T22:54:52.602" v="7" actId="20577"/>
          <ac:spMkLst>
            <pc:docMk/>
            <pc:sldMk cId="306424323" sldId="533"/>
            <ac:spMk id="2" creationId="{00000000-0000-0000-0000-000000000000}"/>
          </ac:spMkLst>
        </pc:spChg>
      </pc:sldChg>
      <pc:sldChg chg="modSp mod">
        <pc:chgData name="李 强" userId="cd6c7ec7188785ae" providerId="LiveId" clId="{D0C0D02F-D700-4D33-BFCB-1A12EE7DCFBE}" dt="2022-09-24T23:07:05.609" v="115" actId="20577"/>
        <pc:sldMkLst>
          <pc:docMk/>
          <pc:sldMk cId="30905515" sldId="534"/>
        </pc:sldMkLst>
        <pc:spChg chg="mod">
          <ac:chgData name="李 强" userId="cd6c7ec7188785ae" providerId="LiveId" clId="{D0C0D02F-D700-4D33-BFCB-1A12EE7DCFBE}" dt="2022-09-24T23:07:05.609" v="115" actId="20577"/>
          <ac:spMkLst>
            <pc:docMk/>
            <pc:sldMk cId="30905515" sldId="534"/>
            <ac:spMk id="2" creationId="{00000000-0000-0000-0000-000000000000}"/>
          </ac:spMkLst>
        </pc:spChg>
      </pc:sldChg>
      <pc:sldChg chg="modSp mod">
        <pc:chgData name="李 强" userId="cd6c7ec7188785ae" providerId="LiveId" clId="{D0C0D02F-D700-4D33-BFCB-1A12EE7DCFBE}" dt="2022-09-24T22:55:12.110" v="11" actId="403"/>
        <pc:sldMkLst>
          <pc:docMk/>
          <pc:sldMk cId="1073310812" sldId="535"/>
        </pc:sldMkLst>
        <pc:spChg chg="mod">
          <ac:chgData name="李 强" userId="cd6c7ec7188785ae" providerId="LiveId" clId="{D0C0D02F-D700-4D33-BFCB-1A12EE7DCFBE}" dt="2022-09-24T22:55:12.110" v="11" actId="403"/>
          <ac:spMkLst>
            <pc:docMk/>
            <pc:sldMk cId="1073310812" sldId="535"/>
            <ac:spMk id="2" creationId="{00000000-0000-0000-0000-000000000000}"/>
          </ac:spMkLst>
        </pc:spChg>
      </pc:sldChg>
      <pc:sldChg chg="modSp mod">
        <pc:chgData name="李 强" userId="cd6c7ec7188785ae" providerId="LiveId" clId="{D0C0D02F-D700-4D33-BFCB-1A12EE7DCFBE}" dt="2022-09-24T23:08:15.121" v="117" actId="6549"/>
        <pc:sldMkLst>
          <pc:docMk/>
          <pc:sldMk cId="640450524" sldId="536"/>
        </pc:sldMkLst>
        <pc:spChg chg="mod">
          <ac:chgData name="李 强" userId="cd6c7ec7188785ae" providerId="LiveId" clId="{D0C0D02F-D700-4D33-BFCB-1A12EE7DCFBE}" dt="2022-09-24T23:08:15.121" v="117" actId="6549"/>
          <ac:spMkLst>
            <pc:docMk/>
            <pc:sldMk cId="640450524" sldId="536"/>
            <ac:spMk id="2" creationId="{00000000-0000-0000-0000-000000000000}"/>
          </ac:spMkLst>
        </pc:spChg>
      </pc:sldChg>
      <pc:sldChg chg="add ord">
        <pc:chgData name="李 强" userId="cd6c7ec7188785ae" providerId="LiveId" clId="{D0C0D02F-D700-4D33-BFCB-1A12EE7DCFBE}" dt="2022-09-24T22:55:39.101" v="16"/>
        <pc:sldMkLst>
          <pc:docMk/>
          <pc:sldMk cId="3813767857" sldId="5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8" y="4908434"/>
            <a:ext cx="4613737" cy="509883"/>
          </a:xfrm>
          <a:prstGeom prst="rect">
            <a:avLst/>
          </a:prstGeom>
          <a:solidFill>
            <a:srgbClr val="1A3A76">
              <a:alpha val="29000"/>
            </a:srgbClr>
          </a:solidFill>
          <a:ln w="41275" cmpd="sng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经文：腓立比书四章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4~7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出人意外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平安</a:t>
            </a:r>
            <a:endParaRPr lang="zh-CN" altLang="en-US" sz="28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7755226" y="4358524"/>
            <a:ext cx="3324860" cy="36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2022</a:t>
            </a:r>
            <a:r>
              <a:rPr lang="zh-CN" altLang="en-US" sz="2000" dirty="0">
                <a:cs typeface="+mn-ea"/>
                <a:sym typeface="+mn-lt"/>
              </a:rPr>
              <a:t>年</a:t>
            </a:r>
            <a:r>
              <a:rPr lang="en-US" altLang="zh-CN" sz="2000" dirty="0">
                <a:cs typeface="+mn-ea"/>
                <a:sym typeface="+mn-lt"/>
              </a:rPr>
              <a:t>11</a:t>
            </a:r>
            <a:r>
              <a:rPr lang="zh-CN" altLang="en-US" sz="2000" dirty="0">
                <a:cs typeface="+mn-ea"/>
                <a:sym typeface="+mn-lt"/>
              </a:rPr>
              <a:t>月</a:t>
            </a:r>
            <a:r>
              <a:rPr lang="en-US" altLang="zh-CN" sz="2000" dirty="0">
                <a:cs typeface="+mn-ea"/>
                <a:sym typeface="+mn-lt"/>
              </a:rPr>
              <a:t>20</a:t>
            </a:r>
            <a:r>
              <a:rPr lang="zh-CN" altLang="en-US" sz="2000" dirty="0">
                <a:cs typeface="+mn-ea"/>
                <a:sym typeface="+mn-lt"/>
              </a:rPr>
              <a:t>日</a:t>
            </a:r>
            <a:endParaRPr lang="en-US" altLang="zh-CN" sz="2000" dirty="0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5" y="139761"/>
            <a:ext cx="1436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 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85381"/>
            <a:ext cx="12192000" cy="37368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40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腓立比书</a:t>
            </a:r>
            <a:r>
              <a:rPr kumimoji="0"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】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四章</a:t>
            </a:r>
            <a:r>
              <a:rPr lang="en-US" altLang="zh-CN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4~7</a:t>
            </a:r>
            <a:r>
              <a:rPr kumimoji="0" lang="zh-CN" altLang="en-US" sz="3200" b="1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节</a:t>
            </a: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4:4】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你们要靠主常常喜乐；我再说，你们要喜乐。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4:5】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当叫众人知道你们谦让的心。主已经近了。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4:6】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应当一无挂虑，只要凡事藉着祷告、祈求和感谢，将你们所要的告诉神。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-457200" eaLnBrk="1" latin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4:7】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神所赐出人意外的平安，必在基督耶稣里保守你们的心怀意念。</a:t>
            </a:r>
            <a:endParaRPr lang="zh-CN" altLang="en-US" sz="36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0926617" cy="2582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第一段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4~6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上：命令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喜乐、谦让、无挂虑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第二段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下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~7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：要求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&amp;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应许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祷告、平安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3469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第一段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4~6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上：命令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4:4】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你们要靠主常常喜乐；我再说，你们要喜乐。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4:5】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当叫众人知道你们谦让的心。主已经近了。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4:6】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应当一无挂虑，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第二段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下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~7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：要求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&amp;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应许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4:6】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只要凡事藉着祷告、祈求和感谢，将你们所要的告诉神。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4:7】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神所赐出人意外的平安，必在基督耶稣里保守你们的心怀意念。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48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段一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1991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第一段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4~6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上：命令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4:4】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你们要靠主常常喜乐；我再说，你们要喜乐。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4:5】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当叫众人知道你们谦让的心。主已经近了。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4:6】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应当一无挂虑，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833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段一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53931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喜乐：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强调</a:t>
            </a:r>
            <a:endParaRPr lang="en-US" altLang="zh-CN" sz="28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环境</a:t>
            </a:r>
            <a:endParaRPr lang="en-US" altLang="zh-CN" sz="28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当我的内心是否喜乐？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如果有喜乐，那原因是什么？如果没有，是什么导致我没有喜乐下？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根源</a:t>
            </a:r>
            <a:endParaRPr lang="en-US" altLang="zh-CN" sz="28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靠主常常喜乐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问题</a:t>
            </a:r>
            <a:endParaRPr lang="en-US" altLang="zh-CN" sz="28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我是否相信神的掌管？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我是否承认自己无力？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3.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我是否建立与神关系？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4. 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我是否完全相信</a:t>
            </a:r>
            <a:r>
              <a:rPr lang="en-US" altLang="zh-CN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信靠与神这种关系？</a:t>
            </a:r>
            <a:endParaRPr lang="zh-CN" altLang="en-US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4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段一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6984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谦让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解释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合理，即不过分的严峻的做出合理的让步。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举例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学生不同环境成绩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行淫时被捉的女人（约八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1~11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节）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她说：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'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主啊，没有。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'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耶稣说：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'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我也不定你的罪，去吧！从此不要再犯罪了。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'"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（约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8:11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他被骂不还口，受害不说威吓的话，只将自己交托那按公义审判人的主。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（彼前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2:23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环境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段一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53631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主已经近了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双关语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当叫众人知道你们谦让的心，因为主已经近了。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因为主已经近了，所以应当一无挂虑。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含义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时间（日子）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空间（关系）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末世观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每一天都作为主来的日子最后一天过生活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为主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认真工作、学习、家庭、服侍、读经和祷告等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075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段一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576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无挂虑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过去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将来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已经在忧虑中，所以要停止忧虑。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不要再陷入忧虑中。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如何做？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挂虑于事无补，反而有害。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可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4:19】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后来有世上的思虑、钱财的迷惑和别样的私欲，进来把道挤住了，就不能结实；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对抗方法：经文告诉我们为什么不忧虑的原因。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6:32~33】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需用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天父是知道的。你们要先求他的国和他的义，这些东西都要加给你们了。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你们要将一切的忧虑卸给　神，因为他顾念你们。（</a:t>
            </a:r>
            <a:r>
              <a:rPr lang="zh-CN" altLang="en-US" sz="2000" strike="dblStrike" dirty="0">
                <a:solidFill>
                  <a:srgbClr val="000000"/>
                </a:solidFill>
                <a:cs typeface="+mn-ea"/>
                <a:sym typeface="+mn-lt"/>
              </a:rPr>
              <a:t>坐车背包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8328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53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1548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第二段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6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下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~7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：要求</a:t>
            </a:r>
            <a:r>
              <a:rPr lang="en-US" altLang="zh-CN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&amp;</a:t>
            </a:r>
            <a:r>
              <a:rPr lang="zh-CN" altLang="en-US" sz="32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应许</a:t>
            </a:r>
            <a:endParaRPr lang="en-US" altLang="zh-CN" sz="32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4:6】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只要凡事藉着祷告、祈求和感谢，将你们所要的告诉神。</a:t>
            </a:r>
            <a:endParaRPr lang="en-US" altLang="zh-CN" sz="2400" dirty="0">
              <a:solidFill>
                <a:srgbClr val="000000"/>
              </a:solidFill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4:7】</a:t>
            </a:r>
            <a:r>
              <a:rPr lang="zh-CN" altLang="en-US" sz="2400" dirty="0">
                <a:solidFill>
                  <a:srgbClr val="000000"/>
                </a:solidFill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神所赐出人意外的平安，必在基督耶稣里保守你们的心怀意念。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699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47929"/>
            <a:ext cx="12192000" cy="39077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凡事藉着祷告、祈求和感谢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凡事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没有一件事情小到父神不关注不会注意的。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没有一件事大到父神不能解决的不能应对。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祷告、祈求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承认自己受造地位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谦卑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目的：把所要的告诉神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442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47929"/>
            <a:ext cx="12192000" cy="5606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凡事藉着祷告、祈求和感谢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感谢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每天都应该是感恩生活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五旬节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原因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拯救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保守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旨意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828800" lvl="3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是神在耶稣基督里所定的旨意（帖前五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如何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谦卑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骄傲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不配得，基督做我们的主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39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47929"/>
            <a:ext cx="12192000" cy="47202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凡事藉着祷告、祈求和感谢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感谢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对象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神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家人、亲人朋友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牧者和弟兄姊妹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生命中成长的人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感恩节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每天都应该是感恩的生活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藉着这公开节日表达感恩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555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47929"/>
            <a:ext cx="12192000" cy="50744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应许：出人意外的平安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出人意外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人不能给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平安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神才能给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我留下平安给你们，我将我的平安赐给你们。我所赐的，不像世人所赐的，你们心里不要忧愁，也不要胆怯。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（约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14:27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条件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一无挂虑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凡事祷告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96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522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段二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47929"/>
            <a:ext cx="12192000" cy="5528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应许：保守你们的心怀意念（全人）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心怀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原文中偏重情感意志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意念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原文中偏重思维方面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保守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意思：护卫、把守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在基督耶稣里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此处主要表示关系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"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坚心倚赖你的，你必保守他十分平安，因为他倚靠你。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"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（赛 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26:3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938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1461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86349"/>
            <a:ext cx="12192000" cy="38391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命令、要求、应许：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喜乐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谦让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无挂虑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凡事祷告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出人意外平安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4872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74390" y="222885"/>
            <a:ext cx="6362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讨论问题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如何理解经文中谦让的心，与公平公义有冲突吗？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小组内分享自己的挂虑和挂虑原因？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获得平安的方法是什么？一般我们为什么不能有出人意外的平安？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74390" y="222885"/>
            <a:ext cx="6362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通知事项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2022</a:t>
            </a: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年感恩节，</a:t>
            </a:r>
            <a:r>
              <a:rPr lang="zh-CN" altLang="en-US" sz="240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各小组计划感恩事项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疫情大家注意自身安全和防控</a:t>
            </a: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400" dirty="0">
                <a:latin typeface="苹方-简" panose="020B0300000000000000" pitchFamily="34" charset="-122"/>
                <a:ea typeface="苹方-简" panose="020B0300000000000000" pitchFamily="34" charset="-122"/>
                <a:cs typeface="+mn-ea"/>
                <a:sym typeface="+mn-lt"/>
              </a:rPr>
              <a:t>其他。。。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6486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2528</TotalTime>
  <Words>1097</Words>
  <Application>Microsoft Office PowerPoint</Application>
  <PresentationFormat>宽屏</PresentationFormat>
  <Paragraphs>149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 强</cp:lastModifiedBy>
  <cp:revision>364</cp:revision>
  <dcterms:created xsi:type="dcterms:W3CDTF">2019-06-19T02:08:00Z</dcterms:created>
  <dcterms:modified xsi:type="dcterms:W3CDTF">2022-11-19T22:02:17Z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