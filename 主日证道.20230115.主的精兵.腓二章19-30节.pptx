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413" r:id="rId2"/>
    <p:sldId id="425" r:id="rId3"/>
    <p:sldId id="539" r:id="rId4"/>
    <p:sldId id="427" r:id="rId5"/>
    <p:sldId id="540" r:id="rId6"/>
    <p:sldId id="530" r:id="rId7"/>
    <p:sldId id="544" r:id="rId8"/>
    <p:sldId id="53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A76"/>
    <a:srgbClr val="633D06"/>
    <a:srgbClr val="FCFEFE"/>
    <a:srgbClr val="FFFFFF"/>
    <a:srgbClr val="00205D"/>
    <a:srgbClr val="C90909"/>
    <a:srgbClr val="272520"/>
    <a:srgbClr val="203E80"/>
    <a:srgbClr val="F1F1F1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67824B-4ABF-4026-A5FF-7EB9DA765689}" v="215" dt="2023-02-18T13:46:33.3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5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56" y="108"/>
      </p:cViewPr>
      <p:guideLst>
        <p:guide orient="horz" pos="2093"/>
        <p:guide pos="38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强" userId="cd6c7ec7188785ae" providerId="LiveId" clId="{4C67824B-4ABF-4026-A5FF-7EB9DA765689}"/>
    <pc:docChg chg="delSld modSld">
      <pc:chgData name="李 强" userId="cd6c7ec7188785ae" providerId="LiveId" clId="{4C67824B-4ABF-4026-A5FF-7EB9DA765689}" dt="2023-02-18T14:06:52.677" v="1" actId="47"/>
      <pc:docMkLst>
        <pc:docMk/>
      </pc:docMkLst>
      <pc:sldChg chg="mod modShow">
        <pc:chgData name="李 强" userId="cd6c7ec7188785ae" providerId="LiveId" clId="{4C67824B-4ABF-4026-A5FF-7EB9DA765689}" dt="2023-02-18T14:05:54.003" v="0" actId="729"/>
        <pc:sldMkLst>
          <pc:docMk/>
          <pc:sldMk cId="0" sldId="425"/>
        </pc:sldMkLst>
      </pc:sldChg>
      <pc:sldChg chg="mod modShow">
        <pc:chgData name="李 强" userId="cd6c7ec7188785ae" providerId="LiveId" clId="{4C67824B-4ABF-4026-A5FF-7EB9DA765689}" dt="2023-02-18T14:05:54.003" v="0" actId="729"/>
        <pc:sldMkLst>
          <pc:docMk/>
          <pc:sldMk cId="0" sldId="427"/>
        </pc:sldMkLst>
      </pc:sldChg>
      <pc:sldChg chg="mod modShow">
        <pc:chgData name="李 强" userId="cd6c7ec7188785ae" providerId="LiveId" clId="{4C67824B-4ABF-4026-A5FF-7EB9DA765689}" dt="2023-02-18T14:05:54.003" v="0" actId="729"/>
        <pc:sldMkLst>
          <pc:docMk/>
          <pc:sldMk cId="3608494230" sldId="530"/>
        </pc:sldMkLst>
      </pc:sldChg>
      <pc:sldChg chg="mod modShow">
        <pc:chgData name="李 强" userId="cd6c7ec7188785ae" providerId="LiveId" clId="{4C67824B-4ABF-4026-A5FF-7EB9DA765689}" dt="2023-02-18T14:05:54.003" v="0" actId="729"/>
        <pc:sldMkLst>
          <pc:docMk/>
          <pc:sldMk cId="54695671" sldId="531"/>
        </pc:sldMkLst>
      </pc:sldChg>
      <pc:sldChg chg="del">
        <pc:chgData name="李 强" userId="cd6c7ec7188785ae" providerId="LiveId" clId="{4C67824B-4ABF-4026-A5FF-7EB9DA765689}" dt="2023-02-18T14:06:52.677" v="1" actId="47"/>
        <pc:sldMkLst>
          <pc:docMk/>
          <pc:sldMk cId="3813767857" sldId="538"/>
        </pc:sldMkLst>
      </pc:sldChg>
      <pc:sldChg chg="mod modShow">
        <pc:chgData name="李 强" userId="cd6c7ec7188785ae" providerId="LiveId" clId="{4C67824B-4ABF-4026-A5FF-7EB9DA765689}" dt="2023-02-18T14:05:54.003" v="0" actId="729"/>
        <pc:sldMkLst>
          <pc:docMk/>
          <pc:sldMk cId="3098698452" sldId="539"/>
        </pc:sldMkLst>
      </pc:sldChg>
      <pc:sldChg chg="mod modShow">
        <pc:chgData name="李 强" userId="cd6c7ec7188785ae" providerId="LiveId" clId="{4C67824B-4ABF-4026-A5FF-7EB9DA765689}" dt="2023-02-18T14:05:54.003" v="0" actId="729"/>
        <pc:sldMkLst>
          <pc:docMk/>
          <pc:sldMk cId="1804281116" sldId="540"/>
        </pc:sldMkLst>
      </pc:sldChg>
      <pc:sldChg chg="del">
        <pc:chgData name="李 强" userId="cd6c7ec7188785ae" providerId="LiveId" clId="{4C67824B-4ABF-4026-A5FF-7EB9DA765689}" dt="2023-02-18T14:06:52.677" v="1" actId="47"/>
        <pc:sldMkLst>
          <pc:docMk/>
          <pc:sldMk cId="188333421" sldId="541"/>
        </pc:sldMkLst>
      </pc:sldChg>
      <pc:sldChg chg="del">
        <pc:chgData name="李 强" userId="cd6c7ec7188785ae" providerId="LiveId" clId="{4C67824B-4ABF-4026-A5FF-7EB9DA765689}" dt="2023-02-18T14:06:52.677" v="1" actId="47"/>
        <pc:sldMkLst>
          <pc:docMk/>
          <pc:sldMk cId="3014528576" sldId="542"/>
        </pc:sldMkLst>
      </pc:sldChg>
      <pc:sldChg chg="del">
        <pc:chgData name="李 强" userId="cd6c7ec7188785ae" providerId="LiveId" clId="{4C67824B-4ABF-4026-A5FF-7EB9DA765689}" dt="2023-02-18T14:06:52.677" v="1" actId="47"/>
        <pc:sldMkLst>
          <pc:docMk/>
          <pc:sldMk cId="1242525785" sldId="543"/>
        </pc:sldMkLst>
      </pc:sldChg>
      <pc:sldChg chg="mod modShow">
        <pc:chgData name="李 强" userId="cd6c7ec7188785ae" providerId="LiveId" clId="{4C67824B-4ABF-4026-A5FF-7EB9DA765689}" dt="2023-02-18T14:05:54.003" v="0" actId="729"/>
        <pc:sldMkLst>
          <pc:docMk/>
          <pc:sldMk cId="2346705434" sldId="544"/>
        </pc:sldMkLst>
      </pc:sldChg>
      <pc:sldChg chg="del">
        <pc:chgData name="李 强" userId="cd6c7ec7188785ae" providerId="LiveId" clId="{4C67824B-4ABF-4026-A5FF-7EB9DA765689}" dt="2023-02-18T14:06:52.677" v="1" actId="47"/>
        <pc:sldMkLst>
          <pc:docMk/>
          <pc:sldMk cId="1236072088" sldId="546"/>
        </pc:sldMkLst>
      </pc:sldChg>
      <pc:sldChg chg="del">
        <pc:chgData name="李 强" userId="cd6c7ec7188785ae" providerId="LiveId" clId="{4C67824B-4ABF-4026-A5FF-7EB9DA765689}" dt="2023-02-18T14:06:52.677" v="1" actId="47"/>
        <pc:sldMkLst>
          <pc:docMk/>
          <pc:sldMk cId="30193004" sldId="547"/>
        </pc:sldMkLst>
      </pc:sldChg>
      <pc:sldChg chg="del">
        <pc:chgData name="李 强" userId="cd6c7ec7188785ae" providerId="LiveId" clId="{4C67824B-4ABF-4026-A5FF-7EB9DA765689}" dt="2023-02-18T14:06:52.677" v="1" actId="47"/>
        <pc:sldMkLst>
          <pc:docMk/>
          <pc:sldMk cId="1850033319" sldId="548"/>
        </pc:sldMkLst>
      </pc:sldChg>
      <pc:sldChg chg="del">
        <pc:chgData name="李 强" userId="cd6c7ec7188785ae" providerId="LiveId" clId="{4C67824B-4ABF-4026-A5FF-7EB9DA765689}" dt="2023-02-18T14:06:52.677" v="1" actId="47"/>
        <pc:sldMkLst>
          <pc:docMk/>
          <pc:sldMk cId="2628862028" sldId="549"/>
        </pc:sldMkLst>
      </pc:sldChg>
      <pc:sldChg chg="del">
        <pc:chgData name="李 强" userId="cd6c7ec7188785ae" providerId="LiveId" clId="{4C67824B-4ABF-4026-A5FF-7EB9DA765689}" dt="2023-02-18T14:06:52.677" v="1" actId="47"/>
        <pc:sldMkLst>
          <pc:docMk/>
          <pc:sldMk cId="2538769747" sldId="550"/>
        </pc:sldMkLst>
      </pc:sldChg>
      <pc:sldChg chg="del">
        <pc:chgData name="李 强" userId="cd6c7ec7188785ae" providerId="LiveId" clId="{4C67824B-4ABF-4026-A5FF-7EB9DA765689}" dt="2023-02-18T14:06:52.677" v="1" actId="47"/>
        <pc:sldMkLst>
          <pc:docMk/>
          <pc:sldMk cId="2632320746" sldId="551"/>
        </pc:sldMkLst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2023/2/18 Sat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2023/2/18 Sat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2023/2/18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2023/2/18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2023/2/18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2023/2/18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2023/2/18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lvl="0" indent="-2424430" algn="l">
              <a:lnSpc>
                <a:spcPct val="120000"/>
              </a:lnSpc>
              <a:buClrTx/>
              <a:buSzTx/>
              <a:buFontTx/>
              <a:defRPr sz="2500">
                <a:solidFill>
                  <a:srgbClr val="FFFFFF"/>
                </a:solidFill>
              </a:defRPr>
            </a:pPr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经文：腓立比书二章</a:t>
            </a:r>
            <a:r>
              <a:rPr lang="en-US" altLang="zh-CN" sz="2400" b="1" dirty="0">
                <a:solidFill>
                  <a:schemeClr val="bg1"/>
                </a:solidFill>
                <a:cs typeface="+mn-ea"/>
                <a:sym typeface="+mn-lt"/>
              </a:rPr>
              <a:t>19~30</a:t>
            </a:r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节</a:t>
            </a:r>
            <a:endParaRPr lang="en-US" altLang="zh-CN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285644" y="2052839"/>
            <a:ext cx="4264025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algn="ctr">
              <a:lnSpc>
                <a:spcPct val="100000"/>
              </a:lnSpc>
            </a:pPr>
            <a:r>
              <a:rPr lang="zh-CN" altLang="en-US" sz="5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主的精兵</a:t>
            </a:r>
            <a:endParaRPr lang="en-US" altLang="zh-CN" sz="54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5" y="139761"/>
            <a:ext cx="1436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 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-1" y="1285381"/>
            <a:ext cx="12192001" cy="4290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eaLnBrk="1" latin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kumimoji="0"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40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腓立比书</a:t>
            </a:r>
            <a:r>
              <a:rPr kumimoji="0"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】</a:t>
            </a:r>
            <a:r>
              <a:rPr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二</a:t>
            </a:r>
            <a:r>
              <a:rPr kumimoji="0"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章</a:t>
            </a:r>
            <a:r>
              <a:rPr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19~23</a:t>
            </a:r>
            <a:r>
              <a:rPr kumimoji="0"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节</a:t>
            </a: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2:19】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我靠主耶稣指望快打发提摩太去见你们，叫我知道你们的事，心里就得着安慰。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2:20】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因为我没有别人与我同心，实在挂念你们的事。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2:21】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别人都求自己的事，并不求耶稣基督的事。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2:22】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但你们知道提摩太的明证，他兴旺福音，与我同劳，待我像儿子待父亲一样。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2:23】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所以我一看出我的事要怎样了结，就盼望立刻打发他去；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2:24】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但我靠着主，自信我也必快去。</a:t>
            </a:r>
            <a:endParaRPr lang="zh-CN" altLang="en-US" sz="36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5" y="139761"/>
            <a:ext cx="1436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 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-1" y="1285381"/>
            <a:ext cx="12192001" cy="5398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eaLnBrk="1" latin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kumimoji="0"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40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腓立比书</a:t>
            </a:r>
            <a:r>
              <a:rPr kumimoji="0"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】</a:t>
            </a:r>
            <a:r>
              <a:rPr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二</a:t>
            </a:r>
            <a:r>
              <a:rPr kumimoji="0"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章</a:t>
            </a:r>
            <a:r>
              <a:rPr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25~30</a:t>
            </a:r>
            <a:r>
              <a:rPr kumimoji="0"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节</a:t>
            </a: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2:25】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然而，我想必须打发以巴弗提到你们那里去。他是我的兄弟，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	      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与我一同作工、一同当兵，是你们所差遣的，也是供给我需用的。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2:26】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他很想念你们众人，并且极其难过，因为你们听见他病了。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2:27】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他实在是病了，几乎要死，然而　神怜恤他，不但怜恤他，也怜恤我，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	      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免得我忧上加忧。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2:28】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所以我越发急速打发他去，叫你们再见他，就可以喜乐，我也可以少些忧愁。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2:29】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故此，你们要在主里欢欢乐乐地接待他，而且要尊重这样的人，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2:30】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因他为作基督的工夫，几乎至死，不顾性命，要补足你们供给我的不及之处。</a:t>
            </a:r>
            <a:endParaRPr lang="zh-CN" altLang="en-US" sz="36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8698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2894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提摩太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40600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提摩太的原因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提摩太与保罗同心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挂念腓立比教会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希望通过提摩太知道腓立比教会事情，心里得安慰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endParaRPr lang="zh-CN" altLang="en-US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提摩太特点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- 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与人同心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- 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求基督的事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明证（兴旺福音，与保罗同劳，待保罗如同父亲）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2894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以巴弗提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49464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以巴弗提的原因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是腓立比教会所差遣、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想念众人（腓立比教会众弟兄姊妹）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病了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保罗减少忧愁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endParaRPr lang="zh-CN" altLang="en-US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以巴弗提特点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- 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保罗的同工（做工、当兵、被差遣为供给保罗需要且服侍保罗工人）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- 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因爱想念众人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- 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为基督不顾性命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- 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补足腓立比教会不足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4281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57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提摩太经历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-1" y="1295227"/>
            <a:ext cx="12437533" cy="35112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在路司得长大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16:1】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保罗来到特庇，又到路司得。在那里有一个门徒，名叫提摩太，是信主之犹太妇人的儿子，他父亲却是希腊人。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从小学习圣经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提后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1:5】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想到你心里无伪之信，这信是先在你外祖母罗以和你母亲友尼基心里的，我深信也在你的心里。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听从保罗教训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提后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3:10】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但你已经服从了我的教训、品行、志向、信心、宽容、爱心、忍耐，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跟随保罗服侍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16:2】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路司得和以哥念的弟兄都称赞他。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16:3】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保罗要带他同去，只因那些地方的犹太人都知道他父亲是希腊人，就给他行了割礼。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8494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57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以巴弗提经历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-1" y="1295227"/>
            <a:ext cx="12437533" cy="35112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在圣经仅出现在</a:t>
            </a:r>
            <a:r>
              <a:rPr lang="en-US" altLang="zh-CN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《</a:t>
            </a: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腓立比书</a:t>
            </a:r>
            <a:r>
              <a:rPr lang="en-US" altLang="zh-CN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》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西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1:7】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正如你们从我们所亲爱、一同作仆人的以巴弗所学的。他为我们（有古卷作“你们”）作了基督忠心的执事，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被差派到保罗身边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2:25】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然而，我想必须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……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，是你们所差遣的，也是供给我需用的。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服侍中生重病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2:27】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他实在是病了，几乎要死，然而　神怜恤他，不但怜恤他，也怜恤我，免得我忧上加忧。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被保罗差派到腓立比教会（为别人着想的爱心）</a:t>
            </a:r>
            <a:endParaRPr lang="en-US" altLang="zh-CN" sz="2400" b="1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2:25】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然而，我想必须打发以巴弗提到你们那里去。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	   </a:t>
            </a:r>
            <a:r>
              <a:rPr lang="zh-CN" altLang="en-US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他是我的兄弟，与我一同作工、一同当兵，是你们所差遣的，也是供给我需用的。</a:t>
            </a:r>
            <a:endParaRPr lang="en-US" altLang="zh-CN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6705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35713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指望得安慰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47790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2:19】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我靠主耶稣指望快打发提摩太去见你们，叫我知道你们的事，心里就得着安慰。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靠主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提前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1:2】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写信给那因信主作我真儿子的提摩太。愿恩惠、怜悯、平安从父　神和我们主基督耶稣归与你！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指望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林前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15:19】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我们若靠基督只在今生有指望，就算比众人更可怜。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挂念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因爱而挂念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根源爱基督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平安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来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11:1】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信就是所望之事的实底，是未见之事的确据。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3306</TotalTime>
  <Words>977</Words>
  <Application>Microsoft Office PowerPoint</Application>
  <PresentationFormat>宽屏</PresentationFormat>
  <Paragraphs>72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 强</cp:lastModifiedBy>
  <cp:revision>427</cp:revision>
  <dcterms:created xsi:type="dcterms:W3CDTF">2019-06-19T02:08:00Z</dcterms:created>
  <dcterms:modified xsi:type="dcterms:W3CDTF">2023-02-18T14:06:53Z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