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Override1.xml" ContentType="application/vnd.openxmlformats-officedocument.themeOverr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413" r:id="rId2"/>
    <p:sldId id="553" r:id="rId3"/>
    <p:sldId id="425" r:id="rId4"/>
    <p:sldId id="538" r:id="rId5"/>
    <p:sldId id="531" r:id="rId6"/>
    <p:sldId id="541" r:id="rId7"/>
    <p:sldId id="546" r:id="rId8"/>
    <p:sldId id="547" r:id="rId9"/>
    <p:sldId id="542" r:id="rId10"/>
    <p:sldId id="548" r:id="rId11"/>
    <p:sldId id="549" r:id="rId12"/>
    <p:sldId id="550" r:id="rId13"/>
    <p:sldId id="551" r:id="rId14"/>
    <p:sldId id="543" r:id="rId15"/>
    <p:sldId id="552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3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3A76"/>
    <a:srgbClr val="633D06"/>
    <a:srgbClr val="FCFEFE"/>
    <a:srgbClr val="FFFFFF"/>
    <a:srgbClr val="00205D"/>
    <a:srgbClr val="C90909"/>
    <a:srgbClr val="272520"/>
    <a:srgbClr val="203E80"/>
    <a:srgbClr val="F1F1F1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285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56" y="108"/>
      </p:cViewPr>
      <p:guideLst>
        <p:guide orient="horz" pos="2093"/>
        <p:guide pos="385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53124207-6426-4D2D-B0E1-275A4553B41F}"/>
    <pc:docChg chg="addSld">
      <pc:chgData name="强 李" userId="cd6c7ec7188785ae" providerId="LiveId" clId="{53124207-6426-4D2D-B0E1-275A4553B41F}" dt="2023-03-11T08:18:13.358" v="0" actId="2890"/>
      <pc:docMkLst>
        <pc:docMk/>
      </pc:docMkLst>
      <pc:sldChg chg="add">
        <pc:chgData name="强 李" userId="cd6c7ec7188785ae" providerId="LiveId" clId="{53124207-6426-4D2D-B0E1-275A4553B41F}" dt="2023-03-11T08:18:13.358" v="0" actId="2890"/>
        <pc:sldMkLst>
          <pc:docMk/>
          <pc:sldMk cId="1911491714" sldId="553"/>
        </pc:sldMkLst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A81FBC-F055-4CF8-9F99-BEA867858D8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E742C01D-4FF8-4074-AEB3-7EA0CB7B7AE3}">
      <dgm:prSet/>
      <dgm:spPr/>
      <dgm:t>
        <a:bodyPr/>
        <a:lstStyle/>
        <a:p>
          <a:r>
            <a:rPr lang="en-US" dirty="0"/>
            <a:t>【</a:t>
          </a:r>
          <a:r>
            <a:rPr lang="zh-CN" dirty="0"/>
            <a:t>腓</a:t>
          </a:r>
          <a:r>
            <a:rPr lang="en-US" dirty="0"/>
            <a:t>2:19】</a:t>
          </a:r>
          <a:r>
            <a:rPr lang="zh-CN" dirty="0"/>
            <a:t>我靠主耶稣指望快打发提摩太去见你们，叫我知道你们的事，心里就得着安慰。</a:t>
          </a:r>
        </a:p>
      </dgm:t>
    </dgm:pt>
    <dgm:pt modelId="{47D3505E-4402-497B-8DE8-586DFC075491}" type="parTrans" cxnId="{018024E2-4DB2-4639-A730-6D9C2EB05117}">
      <dgm:prSet/>
      <dgm:spPr/>
      <dgm:t>
        <a:bodyPr/>
        <a:lstStyle/>
        <a:p>
          <a:endParaRPr lang="zh-CN" altLang="en-US"/>
        </a:p>
      </dgm:t>
    </dgm:pt>
    <dgm:pt modelId="{37181C65-89AB-47D1-B1FA-3745A4223A1D}" type="sibTrans" cxnId="{018024E2-4DB2-4639-A730-6D9C2EB05117}">
      <dgm:prSet/>
      <dgm:spPr/>
      <dgm:t>
        <a:bodyPr/>
        <a:lstStyle/>
        <a:p>
          <a:endParaRPr lang="zh-CN" altLang="en-US"/>
        </a:p>
      </dgm:t>
    </dgm:pt>
    <dgm:pt modelId="{CD7CCBCF-2713-44D8-88C2-C50CF181AF36}">
      <dgm:prSet/>
      <dgm:spPr/>
      <dgm:t>
        <a:bodyPr/>
        <a:lstStyle/>
        <a:p>
          <a:r>
            <a:rPr lang="en-US" dirty="0"/>
            <a:t>【</a:t>
          </a:r>
          <a:r>
            <a:rPr lang="zh-CN" dirty="0"/>
            <a:t>腓</a:t>
          </a:r>
          <a:r>
            <a:rPr lang="en-US" dirty="0"/>
            <a:t>2:20】</a:t>
          </a:r>
          <a:r>
            <a:rPr lang="zh-CN" dirty="0"/>
            <a:t>因为我没有别人与我同心，实在挂念你们的事。</a:t>
          </a:r>
          <a:endParaRPr lang="en-US" altLang="zh-CN" dirty="0"/>
        </a:p>
        <a:p>
          <a:r>
            <a:rPr lang="en-US" dirty="0"/>
            <a:t>【</a:t>
          </a:r>
          <a:r>
            <a:rPr lang="zh-CN" dirty="0"/>
            <a:t>腓</a:t>
          </a:r>
          <a:r>
            <a:rPr lang="en-US" dirty="0"/>
            <a:t>2:21】</a:t>
          </a:r>
          <a:r>
            <a:rPr lang="zh-CN" dirty="0"/>
            <a:t>别人都求自己的事，并不求耶稣基督的事。</a:t>
          </a:r>
          <a:endParaRPr lang="en-US" altLang="zh-CN" dirty="0"/>
        </a:p>
        <a:p>
          <a:r>
            <a:rPr lang="en-US" dirty="0"/>
            <a:t>【</a:t>
          </a:r>
          <a:r>
            <a:rPr lang="zh-CN" dirty="0"/>
            <a:t>腓</a:t>
          </a:r>
          <a:r>
            <a:rPr lang="en-US" dirty="0"/>
            <a:t>2:22】</a:t>
          </a:r>
          <a:r>
            <a:rPr lang="zh-CN" dirty="0"/>
            <a:t>但你们知道提摩太的明证，他兴旺福音，与我同劳，待我像儿子待父亲一样。</a:t>
          </a:r>
        </a:p>
      </dgm:t>
    </dgm:pt>
    <dgm:pt modelId="{EB2FD9AC-C52C-47FC-9E41-A85CCA563560}" type="parTrans" cxnId="{B59DE30C-14F0-4EE0-A560-8E54B146FD08}">
      <dgm:prSet/>
      <dgm:spPr/>
      <dgm:t>
        <a:bodyPr/>
        <a:lstStyle/>
        <a:p>
          <a:endParaRPr lang="zh-CN" altLang="en-US"/>
        </a:p>
      </dgm:t>
    </dgm:pt>
    <dgm:pt modelId="{288FCE0F-63B7-4B19-B87B-0B46D59F1C5C}" type="sibTrans" cxnId="{B59DE30C-14F0-4EE0-A560-8E54B146FD08}">
      <dgm:prSet/>
      <dgm:spPr/>
      <dgm:t>
        <a:bodyPr/>
        <a:lstStyle/>
        <a:p>
          <a:endParaRPr lang="zh-CN" altLang="en-US"/>
        </a:p>
      </dgm:t>
    </dgm:pt>
    <dgm:pt modelId="{E2985E0C-3FFC-49D5-9D68-DE8B2019882F}">
      <dgm:prSet/>
      <dgm:spPr/>
      <dgm:t>
        <a:bodyPr/>
        <a:lstStyle/>
        <a:p>
          <a:r>
            <a:rPr lang="en-US" dirty="0"/>
            <a:t>【</a:t>
          </a:r>
          <a:r>
            <a:rPr lang="zh-CN" dirty="0"/>
            <a:t>腓</a:t>
          </a:r>
          <a:r>
            <a:rPr lang="en-US" dirty="0"/>
            <a:t>2:23】</a:t>
          </a:r>
          <a:r>
            <a:rPr lang="zh-CN" dirty="0"/>
            <a:t>所以我一看出我的事要怎样了结，就盼望立刻打发他去；</a:t>
          </a:r>
          <a:endParaRPr lang="en-US" altLang="zh-CN" dirty="0"/>
        </a:p>
        <a:p>
          <a:r>
            <a:rPr lang="en-US" dirty="0"/>
            <a:t>【</a:t>
          </a:r>
          <a:r>
            <a:rPr lang="zh-CN" dirty="0"/>
            <a:t>腓</a:t>
          </a:r>
          <a:r>
            <a:rPr lang="en-US" dirty="0"/>
            <a:t>2:24】</a:t>
          </a:r>
          <a:r>
            <a:rPr lang="zh-CN" dirty="0"/>
            <a:t>但我靠着主，自信我也必快去。</a:t>
          </a:r>
        </a:p>
      </dgm:t>
    </dgm:pt>
    <dgm:pt modelId="{384DFEF6-C449-4334-BEE7-426449E80E79}" type="parTrans" cxnId="{A10AF7AE-830D-41A9-902C-CE5968C4E6F0}">
      <dgm:prSet/>
      <dgm:spPr/>
      <dgm:t>
        <a:bodyPr/>
        <a:lstStyle/>
        <a:p>
          <a:endParaRPr lang="zh-CN" altLang="en-US"/>
        </a:p>
      </dgm:t>
    </dgm:pt>
    <dgm:pt modelId="{36E762D2-B0CC-482C-9599-920BA04D4C52}" type="sibTrans" cxnId="{A10AF7AE-830D-41A9-902C-CE5968C4E6F0}">
      <dgm:prSet/>
      <dgm:spPr/>
      <dgm:t>
        <a:bodyPr/>
        <a:lstStyle/>
        <a:p>
          <a:endParaRPr lang="zh-CN" altLang="en-US"/>
        </a:p>
      </dgm:t>
    </dgm:pt>
    <dgm:pt modelId="{F2141AC8-A486-4288-B085-DB43533E438F}" type="pres">
      <dgm:prSet presAssocID="{66A81FBC-F055-4CF8-9F99-BEA867858D8C}" presName="linear" presStyleCnt="0">
        <dgm:presLayoutVars>
          <dgm:animLvl val="lvl"/>
          <dgm:resizeHandles val="exact"/>
        </dgm:presLayoutVars>
      </dgm:prSet>
      <dgm:spPr/>
    </dgm:pt>
    <dgm:pt modelId="{390D3555-4096-426E-9F81-111950E9479E}" type="pres">
      <dgm:prSet presAssocID="{E742C01D-4FF8-4074-AEB3-7EA0CB7B7AE3}" presName="parentText" presStyleLbl="node1" presStyleIdx="0" presStyleCnt="3" custScaleY="37309">
        <dgm:presLayoutVars>
          <dgm:chMax val="0"/>
          <dgm:bulletEnabled val="1"/>
        </dgm:presLayoutVars>
      </dgm:prSet>
      <dgm:spPr/>
    </dgm:pt>
    <dgm:pt modelId="{507730E8-3E7F-4CAB-B355-EBC692B574F3}" type="pres">
      <dgm:prSet presAssocID="{37181C65-89AB-47D1-B1FA-3745A4223A1D}" presName="spacer" presStyleCnt="0"/>
      <dgm:spPr/>
    </dgm:pt>
    <dgm:pt modelId="{0D6B1CC5-01FB-498C-BA20-9C78C70B8E95}" type="pres">
      <dgm:prSet presAssocID="{CD7CCBCF-2713-44D8-88C2-C50CF181AF3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2AB3BF3-D919-4463-9838-0A7EBD7A9E35}" type="pres">
      <dgm:prSet presAssocID="{288FCE0F-63B7-4B19-B87B-0B46D59F1C5C}" presName="spacer" presStyleCnt="0"/>
      <dgm:spPr/>
    </dgm:pt>
    <dgm:pt modelId="{CEE5ED75-26E9-4403-BDCA-3E72321A9ADE}" type="pres">
      <dgm:prSet presAssocID="{E2985E0C-3FFC-49D5-9D68-DE8B2019882F}" presName="parentText" presStyleLbl="node1" presStyleIdx="2" presStyleCnt="3" custScaleY="63773">
        <dgm:presLayoutVars>
          <dgm:chMax val="0"/>
          <dgm:bulletEnabled val="1"/>
        </dgm:presLayoutVars>
      </dgm:prSet>
      <dgm:spPr/>
    </dgm:pt>
  </dgm:ptLst>
  <dgm:cxnLst>
    <dgm:cxn modelId="{B59DE30C-14F0-4EE0-A560-8E54B146FD08}" srcId="{66A81FBC-F055-4CF8-9F99-BEA867858D8C}" destId="{CD7CCBCF-2713-44D8-88C2-C50CF181AF36}" srcOrd="1" destOrd="0" parTransId="{EB2FD9AC-C52C-47FC-9E41-A85CCA563560}" sibTransId="{288FCE0F-63B7-4B19-B87B-0B46D59F1C5C}"/>
    <dgm:cxn modelId="{A10AF7AE-830D-41A9-902C-CE5968C4E6F0}" srcId="{66A81FBC-F055-4CF8-9F99-BEA867858D8C}" destId="{E2985E0C-3FFC-49D5-9D68-DE8B2019882F}" srcOrd="2" destOrd="0" parTransId="{384DFEF6-C449-4334-BEE7-426449E80E79}" sibTransId="{36E762D2-B0CC-482C-9599-920BA04D4C52}"/>
    <dgm:cxn modelId="{4562A4BC-D970-400F-A976-AD3B41749887}" type="presOf" srcId="{66A81FBC-F055-4CF8-9F99-BEA867858D8C}" destId="{F2141AC8-A486-4288-B085-DB43533E438F}" srcOrd="0" destOrd="0" presId="urn:microsoft.com/office/officeart/2005/8/layout/vList2"/>
    <dgm:cxn modelId="{F86880C1-AE2E-4C47-BEEF-1EE554B320E3}" type="presOf" srcId="{E2985E0C-3FFC-49D5-9D68-DE8B2019882F}" destId="{CEE5ED75-26E9-4403-BDCA-3E72321A9ADE}" srcOrd="0" destOrd="0" presId="urn:microsoft.com/office/officeart/2005/8/layout/vList2"/>
    <dgm:cxn modelId="{5FA3B6D1-0708-4572-9D6E-C1779D5D3182}" type="presOf" srcId="{E742C01D-4FF8-4074-AEB3-7EA0CB7B7AE3}" destId="{390D3555-4096-426E-9F81-111950E9479E}" srcOrd="0" destOrd="0" presId="urn:microsoft.com/office/officeart/2005/8/layout/vList2"/>
    <dgm:cxn modelId="{018024E2-4DB2-4639-A730-6D9C2EB05117}" srcId="{66A81FBC-F055-4CF8-9F99-BEA867858D8C}" destId="{E742C01D-4FF8-4074-AEB3-7EA0CB7B7AE3}" srcOrd="0" destOrd="0" parTransId="{47D3505E-4402-497B-8DE8-586DFC075491}" sibTransId="{37181C65-89AB-47D1-B1FA-3745A4223A1D}"/>
    <dgm:cxn modelId="{2F2427FC-8546-453A-8F57-4EC8A130A533}" type="presOf" srcId="{CD7CCBCF-2713-44D8-88C2-C50CF181AF36}" destId="{0D6B1CC5-01FB-498C-BA20-9C78C70B8E95}" srcOrd="0" destOrd="0" presId="urn:microsoft.com/office/officeart/2005/8/layout/vList2"/>
    <dgm:cxn modelId="{17A30364-CE90-4754-A57E-E73C91136EB9}" type="presParOf" srcId="{F2141AC8-A486-4288-B085-DB43533E438F}" destId="{390D3555-4096-426E-9F81-111950E9479E}" srcOrd="0" destOrd="0" presId="urn:microsoft.com/office/officeart/2005/8/layout/vList2"/>
    <dgm:cxn modelId="{CD16815C-E8B8-4346-8DA2-2D9D5ECD5277}" type="presParOf" srcId="{F2141AC8-A486-4288-B085-DB43533E438F}" destId="{507730E8-3E7F-4CAB-B355-EBC692B574F3}" srcOrd="1" destOrd="0" presId="urn:microsoft.com/office/officeart/2005/8/layout/vList2"/>
    <dgm:cxn modelId="{F82844FB-C95D-40AE-AD94-6AB5CDF07B32}" type="presParOf" srcId="{F2141AC8-A486-4288-B085-DB43533E438F}" destId="{0D6B1CC5-01FB-498C-BA20-9C78C70B8E95}" srcOrd="2" destOrd="0" presId="urn:microsoft.com/office/officeart/2005/8/layout/vList2"/>
    <dgm:cxn modelId="{062709F2-AFCD-4620-99D5-54F177D80F9F}" type="presParOf" srcId="{F2141AC8-A486-4288-B085-DB43533E438F}" destId="{12AB3BF3-D919-4463-9838-0A7EBD7A9E35}" srcOrd="3" destOrd="0" presId="urn:microsoft.com/office/officeart/2005/8/layout/vList2"/>
    <dgm:cxn modelId="{6AD92EB9-E0E9-414E-B738-8EF6894FB352}" type="presParOf" srcId="{F2141AC8-A486-4288-B085-DB43533E438F}" destId="{CEE5ED75-26E9-4403-BDCA-3E72321A9AD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0D3555-4096-426E-9F81-111950E9479E}">
      <dsp:nvSpPr>
        <dsp:cNvPr id="0" name=""/>
        <dsp:cNvSpPr/>
      </dsp:nvSpPr>
      <dsp:spPr>
        <a:xfrm>
          <a:off x="0" y="115913"/>
          <a:ext cx="12192001" cy="864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【</a:t>
          </a:r>
          <a:r>
            <a:rPr lang="zh-CN" sz="2300" kern="1200" dirty="0"/>
            <a:t>腓</a:t>
          </a:r>
          <a:r>
            <a:rPr lang="en-US" sz="2300" kern="1200" dirty="0"/>
            <a:t>2:19】</a:t>
          </a:r>
          <a:r>
            <a:rPr lang="zh-CN" sz="2300" kern="1200" dirty="0"/>
            <a:t>我靠主耶稣指望快打发提摩太去见你们，叫我知道你们的事，心里就得着安慰。</a:t>
          </a:r>
        </a:p>
      </dsp:txBody>
      <dsp:txXfrm>
        <a:off x="42192" y="158105"/>
        <a:ext cx="12107617" cy="779916"/>
      </dsp:txXfrm>
    </dsp:sp>
    <dsp:sp modelId="{0D6B1CC5-01FB-498C-BA20-9C78C70B8E95}">
      <dsp:nvSpPr>
        <dsp:cNvPr id="0" name=""/>
        <dsp:cNvSpPr/>
      </dsp:nvSpPr>
      <dsp:spPr>
        <a:xfrm>
          <a:off x="0" y="1049333"/>
          <a:ext cx="12192001" cy="2316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【</a:t>
          </a:r>
          <a:r>
            <a:rPr lang="zh-CN" sz="2300" kern="1200" dirty="0"/>
            <a:t>腓</a:t>
          </a:r>
          <a:r>
            <a:rPr lang="en-US" sz="2300" kern="1200" dirty="0"/>
            <a:t>2:20】</a:t>
          </a:r>
          <a:r>
            <a:rPr lang="zh-CN" sz="2300" kern="1200" dirty="0"/>
            <a:t>因为我没有别人与我同心，实在挂念你们的事。</a:t>
          </a:r>
          <a:endParaRPr lang="en-US" altLang="zh-CN" sz="2300" kern="1200" dirty="0"/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【</a:t>
          </a:r>
          <a:r>
            <a:rPr lang="zh-CN" sz="2300" kern="1200" dirty="0"/>
            <a:t>腓</a:t>
          </a:r>
          <a:r>
            <a:rPr lang="en-US" sz="2300" kern="1200" dirty="0"/>
            <a:t>2:21】</a:t>
          </a:r>
          <a:r>
            <a:rPr lang="zh-CN" sz="2300" kern="1200" dirty="0"/>
            <a:t>别人都求自己的事，并不求耶稣基督的事。</a:t>
          </a:r>
          <a:endParaRPr lang="en-US" altLang="zh-CN" sz="2300" kern="1200" dirty="0"/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【</a:t>
          </a:r>
          <a:r>
            <a:rPr lang="zh-CN" sz="2300" kern="1200" dirty="0"/>
            <a:t>腓</a:t>
          </a:r>
          <a:r>
            <a:rPr lang="en-US" sz="2300" kern="1200" dirty="0"/>
            <a:t>2:22】</a:t>
          </a:r>
          <a:r>
            <a:rPr lang="zh-CN" sz="2300" kern="1200" dirty="0"/>
            <a:t>但你们知道提摩太的明证，他兴旺福音，与我同劳，待我像儿子待父亲一样。</a:t>
          </a:r>
        </a:p>
      </dsp:txBody>
      <dsp:txXfrm>
        <a:off x="113087" y="1162420"/>
        <a:ext cx="11965827" cy="2090426"/>
      </dsp:txXfrm>
    </dsp:sp>
    <dsp:sp modelId="{CEE5ED75-26E9-4403-BDCA-3E72321A9ADE}">
      <dsp:nvSpPr>
        <dsp:cNvPr id="0" name=""/>
        <dsp:cNvSpPr/>
      </dsp:nvSpPr>
      <dsp:spPr>
        <a:xfrm>
          <a:off x="0" y="3435053"/>
          <a:ext cx="12192001" cy="14773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【</a:t>
          </a:r>
          <a:r>
            <a:rPr lang="zh-CN" sz="2300" kern="1200" dirty="0"/>
            <a:t>腓</a:t>
          </a:r>
          <a:r>
            <a:rPr lang="en-US" sz="2300" kern="1200" dirty="0"/>
            <a:t>2:23】</a:t>
          </a:r>
          <a:r>
            <a:rPr lang="zh-CN" sz="2300" kern="1200" dirty="0"/>
            <a:t>所以我一看出我的事要怎样了结，就盼望立刻打发他去；</a:t>
          </a:r>
          <a:endParaRPr lang="en-US" altLang="zh-CN" sz="2300" kern="1200" dirty="0"/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【</a:t>
          </a:r>
          <a:r>
            <a:rPr lang="zh-CN" sz="2300" kern="1200" dirty="0"/>
            <a:t>腓</a:t>
          </a:r>
          <a:r>
            <a:rPr lang="en-US" sz="2300" kern="1200" dirty="0"/>
            <a:t>2:24】</a:t>
          </a:r>
          <a:r>
            <a:rPr lang="zh-CN" sz="2300" kern="1200" dirty="0"/>
            <a:t>但我靠着主，自信我也必快去。</a:t>
          </a:r>
        </a:p>
      </dsp:txBody>
      <dsp:txXfrm>
        <a:off x="72119" y="3507172"/>
        <a:ext cx="12047763" cy="13331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76D0471-DCCA-1059-142E-CA7B857144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5594D68-5CC2-E39D-CCEE-B9AB93CB92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AEA1F-CB1A-47B2-A4BC-C37292DBBB19}" type="datetimeFigureOut">
              <a:rPr lang="zh-CN" altLang="en-US" smtClean="0"/>
              <a:t>2023/3/11 Sat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2C3BA9-54B4-6FAD-0B27-1A96AE0A64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F125076-D5AC-AA88-FD8D-6516B81F85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F33DE8-633A-4262-97DB-87AAA9E63F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4764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2023/3/11 Sat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2023/3/11 Sat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2023/3/11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2023/3/11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2023/3/11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2023/3/11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2023/3/11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7" Type="http://schemas.openxmlformats.org/officeDocument/2006/relationships/image" Target="../media/image4.svg"/><Relationship Id="rId2" Type="http://schemas.openxmlformats.org/officeDocument/2006/relationships/tags" Target="../tags/tag63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5098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lvl="0" indent="-2424430" algn="l">
              <a:lnSpc>
                <a:spcPct val="120000"/>
              </a:lnSpc>
              <a:buClrTx/>
              <a:buSzTx/>
              <a:buFontTx/>
              <a:defRPr sz="2500">
                <a:solidFill>
                  <a:srgbClr val="FFFFFF"/>
                </a:solidFill>
              </a:defRPr>
            </a:pPr>
            <a:r>
              <a:rPr lang="zh-CN" altLang="en-US" sz="2400" b="1" dirty="0">
                <a:solidFill>
                  <a:schemeClr val="bg1"/>
                </a:solidFill>
                <a:cs typeface="+mn-ea"/>
                <a:sym typeface="+mn-lt"/>
              </a:rPr>
              <a:t>经文：腓立比书二章</a:t>
            </a:r>
            <a:r>
              <a:rPr lang="en-US" altLang="zh-CN" sz="2400" b="1" dirty="0">
                <a:solidFill>
                  <a:schemeClr val="bg1"/>
                </a:solidFill>
                <a:cs typeface="+mn-ea"/>
                <a:sym typeface="+mn-lt"/>
              </a:rPr>
              <a:t>19~30</a:t>
            </a:r>
            <a:r>
              <a:rPr lang="zh-CN" altLang="en-US" sz="2400" b="1" dirty="0">
                <a:solidFill>
                  <a:schemeClr val="bg1"/>
                </a:solidFill>
                <a:cs typeface="+mn-ea"/>
                <a:sym typeface="+mn-lt"/>
              </a:rPr>
              <a:t>节</a:t>
            </a:r>
            <a:endParaRPr lang="en-US" altLang="zh-CN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7285644" y="2052839"/>
            <a:ext cx="4264025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algn="ctr">
              <a:lnSpc>
                <a:spcPct val="100000"/>
              </a:lnSpc>
            </a:pPr>
            <a:r>
              <a:rPr lang="zh-CN" altLang="en-US" sz="5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主的精兵</a:t>
            </a:r>
            <a:r>
              <a:rPr lang="en-US" altLang="zh-CN" sz="54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2</a:t>
            </a:r>
            <a:endParaRPr lang="en-US" altLang="zh-CN" sz="54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5098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lvl="0" indent="-2424430" algn="l">
              <a:lnSpc>
                <a:spcPct val="120000"/>
              </a:lnSpc>
              <a:buClrTx/>
              <a:buSzTx/>
              <a:buFontTx/>
              <a:defRPr sz="2500">
                <a:solidFill>
                  <a:srgbClr val="FFFFFF"/>
                </a:solidFill>
              </a:defRPr>
            </a:pPr>
            <a:r>
              <a:rPr lang="zh-CN" altLang="en-US" sz="2400" b="1" dirty="0">
                <a:solidFill>
                  <a:schemeClr val="bg1"/>
                </a:solidFill>
                <a:cs typeface="+mn-ea"/>
                <a:sym typeface="+mn-lt"/>
              </a:rPr>
              <a:t>经文：腓立比书二章</a:t>
            </a:r>
            <a:r>
              <a:rPr lang="en-US" altLang="zh-CN" sz="2400" b="1" dirty="0">
                <a:solidFill>
                  <a:schemeClr val="bg1"/>
                </a:solidFill>
                <a:cs typeface="+mn-ea"/>
                <a:sym typeface="+mn-lt"/>
              </a:rPr>
              <a:t>19~30</a:t>
            </a:r>
            <a:r>
              <a:rPr lang="zh-CN" altLang="en-US" sz="2400" b="1" dirty="0">
                <a:solidFill>
                  <a:schemeClr val="bg1"/>
                </a:solidFill>
                <a:cs typeface="+mn-ea"/>
                <a:sym typeface="+mn-lt"/>
              </a:rPr>
              <a:t>节</a:t>
            </a:r>
            <a:endParaRPr lang="en-US" altLang="zh-CN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7285644" y="2052839"/>
            <a:ext cx="4264025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algn="ctr">
              <a:lnSpc>
                <a:spcPct val="100000"/>
              </a:lnSpc>
            </a:pPr>
            <a:r>
              <a:rPr lang="zh-CN" altLang="en-US" sz="54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主的精兵</a:t>
            </a:r>
            <a:r>
              <a:rPr lang="en-US" altLang="zh-CN" sz="54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2</a:t>
            </a:r>
            <a:endParaRPr lang="en-US" altLang="zh-CN" sz="54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 dirty="0"/>
              <a:t>腓二</a:t>
            </a:r>
            <a:r>
              <a:rPr lang="en-US" altLang="zh-CN" sz="4800" b="1" dirty="0"/>
              <a:t>19~23</a:t>
            </a:r>
            <a:endParaRPr lang="zh-CN" altLang="zh-CN" sz="4800" dirty="0"/>
          </a:p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</a:t>
            </a:r>
          </a:p>
        </p:txBody>
      </p: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6AB369E9-7320-DE30-3AFD-31DAAE2045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0687601"/>
              </p:ext>
            </p:extLst>
          </p:nvPr>
        </p:nvGraphicFramePr>
        <p:xfrm>
          <a:off x="-1" y="1285381"/>
          <a:ext cx="12192001" cy="5028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010400" y="227964"/>
            <a:ext cx="48686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框架</a:t>
            </a:r>
          </a:p>
        </p:txBody>
      </p:sp>
      <p:sp>
        <p:nvSpPr>
          <p:cNvPr id="7" name="内容占位符 2"/>
          <p:cNvSpPr txBox="1">
            <a:spLocks noChangeArrowheads="1"/>
          </p:cNvSpPr>
          <p:nvPr/>
        </p:nvSpPr>
        <p:spPr>
          <a:xfrm>
            <a:off x="0" y="1298490"/>
            <a:ext cx="9442383" cy="38341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altLang="zh-CN" sz="2400" dirty="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4056DEE-0819-4B10-D7F5-CEF8EFDB2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558" y="610236"/>
            <a:ext cx="8505825" cy="6019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13767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回顾：指望得安慰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54437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2:19】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我靠主耶稣指望快打发提摩太去见你们，叫我知道你们的事，心里就得着安慰。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靠主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提前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1:2】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写信给那因信主作我真儿子的提摩太。愿恩惠、怜悯、平安从父　神和我们主基督耶稣归与你！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指望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林前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15:19】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我们若靠基督只在今生有指望，就算比众人更可怜。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挂念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因爱而挂念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根源爱基督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安慰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来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11:1】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信就是所望之事的实底，是未见之事的确据。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6B526DA-78B5-EF99-F66F-28E8DE868CF9}"/>
              </a:ext>
            </a:extLst>
          </p:cNvPr>
          <p:cNvGrpSpPr/>
          <p:nvPr/>
        </p:nvGrpSpPr>
        <p:grpSpPr>
          <a:xfrm>
            <a:off x="127220" y="6324600"/>
            <a:ext cx="6785450" cy="533400"/>
            <a:chOff x="348343" y="6069874"/>
            <a:chExt cx="6785450" cy="533400"/>
          </a:xfrm>
        </p:grpSpPr>
        <p:pic>
          <p:nvPicPr>
            <p:cNvPr id="6" name="图形 5" descr="插在洞里的高尔夫球标志旗 纯色填充">
              <a:extLst>
                <a:ext uri="{FF2B5EF4-FFF2-40B4-BE49-F238E27FC236}">
                  <a16:creationId xmlns:a16="http://schemas.microsoft.com/office/drawing/2014/main" id="{7ED050C9-E1B9-1C8B-E9AC-6460500E2D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48343" y="6069874"/>
              <a:ext cx="533400" cy="533400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2D1A8CAF-63CC-1BAD-13AD-0325E43D050B}"/>
                </a:ext>
              </a:extLst>
            </p:cNvPr>
            <p:cNvSpPr txBox="1"/>
            <p:nvPr/>
          </p:nvSpPr>
          <p:spPr>
            <a:xfrm>
              <a:off x="988487" y="6233942"/>
              <a:ext cx="61453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精兵第一个要求：</a:t>
              </a:r>
              <a:r>
                <a:rPr lang="zh-CN" altLang="en-US" dirty="0">
                  <a:solidFill>
                    <a:srgbClr val="000000"/>
                  </a:solidFill>
                  <a:cs typeface="+mn-ea"/>
                  <a:sym typeface="+mn-lt"/>
                </a:rPr>
                <a:t>主耶稣是指望根源</a:t>
              </a:r>
              <a:endParaRPr lang="zh-CN" altLang="en-US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03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同心服侍基督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40554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2:20】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因为我没有别人与我同心，实在挂念你们的事。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2:21】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别人都求自己的事，并不求耶稣基督的事。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19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节打发提摩太目的：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20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21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节处境：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AutoNum type="arabicPeriod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挂念腓立比教会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AutoNum type="arabicPeriod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无人同心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914400" lvl="1" indent="-457200">
              <a:lnSpc>
                <a:spcPct val="120000"/>
              </a:lnSpc>
              <a:buAutoNum type="arabicPeriod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无人求基督事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333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03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同心服侍挂念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42074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2:20】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因为我没有别人与我同心，实在挂念你们的事。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同心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同心基础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2"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摩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3:3】“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二人若不同心，岂能同行呢？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lvl="2"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创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3:5】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因为　神知道，你们吃的日子眼睛就明亮了，你们便如　神能知道善恶。”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同心目的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帖前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2:4】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但神既然验中了我们，把福音托付我们，我们就照样讲，不是要讨人喜欢，乃是要讨那察验我们心的　神喜欢。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挂念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挂念什么？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为何挂念？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415C2D7-F2C8-1C6F-5DD8-9970E53E2F4E}"/>
              </a:ext>
            </a:extLst>
          </p:cNvPr>
          <p:cNvGrpSpPr/>
          <p:nvPr/>
        </p:nvGrpSpPr>
        <p:grpSpPr>
          <a:xfrm>
            <a:off x="243418" y="6324600"/>
            <a:ext cx="6785450" cy="533400"/>
            <a:chOff x="348343" y="6069874"/>
            <a:chExt cx="6785450" cy="533400"/>
          </a:xfrm>
        </p:grpSpPr>
        <p:pic>
          <p:nvPicPr>
            <p:cNvPr id="3" name="图形 2" descr="插在洞里的高尔夫球标志旗 纯色填充">
              <a:extLst>
                <a:ext uri="{FF2B5EF4-FFF2-40B4-BE49-F238E27FC236}">
                  <a16:creationId xmlns:a16="http://schemas.microsoft.com/office/drawing/2014/main" id="{970178CA-16A9-F886-F888-C097DE33F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48343" y="6069874"/>
              <a:ext cx="533400" cy="533400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7DDE0EC-59DE-48FE-924A-E11B03032422}"/>
                </a:ext>
              </a:extLst>
            </p:cNvPr>
            <p:cNvSpPr txBox="1"/>
            <p:nvPr/>
          </p:nvSpPr>
          <p:spPr>
            <a:xfrm>
              <a:off x="988487" y="6233942"/>
              <a:ext cx="61453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精兵第二个要求：彼此同心、服侍教会需要。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236072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03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求基督的事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55983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2:21】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别人都求自己的事，并不求耶稣基督的事。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求有主动含义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对比“顾别人的事”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2"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2:4】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各人不要单顾自己的事，也要顾别人的事。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求自己的事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为什么求自己的事？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创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3:6】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于是，女人见那棵树的果子好作食物，也悦人的眼目，且是可喜爱的，能使人有智慧，就摘下果子来吃了；又给她丈夫，她丈夫也吃了。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如何才能求基督事？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认识基督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身份转变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1:1】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耶稣基督的仆人保罗，奉召为使徒，特派传　神的福音。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加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2:20】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我已经与基督同钉十字架，现在活着的不再是我，乃是基督在我里面活着；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lvl="2">
              <a:lnSpc>
                <a:spcPct val="120000"/>
              </a:lnSpc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9E1F726-1044-0820-13BF-1422AEAF8B9A}"/>
              </a:ext>
            </a:extLst>
          </p:cNvPr>
          <p:cNvGrpSpPr/>
          <p:nvPr/>
        </p:nvGrpSpPr>
        <p:grpSpPr>
          <a:xfrm>
            <a:off x="7840051" y="6324600"/>
            <a:ext cx="6785450" cy="533400"/>
            <a:chOff x="348343" y="6069874"/>
            <a:chExt cx="6785450" cy="533400"/>
          </a:xfrm>
        </p:grpSpPr>
        <p:pic>
          <p:nvPicPr>
            <p:cNvPr id="4" name="图形 3" descr="插在洞里的高尔夫球标志旗 纯色填充">
              <a:extLst>
                <a:ext uri="{FF2B5EF4-FFF2-40B4-BE49-F238E27FC236}">
                  <a16:creationId xmlns:a16="http://schemas.microsoft.com/office/drawing/2014/main" id="{338F6CE7-DF82-8F79-312B-B5451C1B1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48343" y="6069874"/>
              <a:ext cx="533400" cy="533400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19776E6-13D0-E3C6-B0AF-0AE81EC32EB1}"/>
                </a:ext>
              </a:extLst>
            </p:cNvPr>
            <p:cNvSpPr txBox="1"/>
            <p:nvPr/>
          </p:nvSpPr>
          <p:spPr>
            <a:xfrm>
              <a:off x="988487" y="6233942"/>
              <a:ext cx="61453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精兵第三个要求：也要求基督的事。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0193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提摩太的特点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45642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2:22】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但你们知道提摩太的明证，他兴旺福音，与我同劳，待我像儿子待父亲一样。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明证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原文为经过考验而显为成熟的品格，是一种经过考验的品格。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不一定是果效、是一种品格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为什么需要明证？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彼前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1:7】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叫你们的信心既被试验，就比那被火试验仍然能坏的金子更显宝贵，可以在耶稣基督显现的时候，得着称赞、荣耀、尊贵。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我们应该有什么明证？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坚持读经、圣道班、门训、各种培训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主日聚会不缺席、不迟到、不早退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生活、工作、家庭、朋友间见证主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在服侍中明证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26480B9-F738-F9C4-A3A9-291FDBCBE60B}"/>
              </a:ext>
            </a:extLst>
          </p:cNvPr>
          <p:cNvGrpSpPr/>
          <p:nvPr/>
        </p:nvGrpSpPr>
        <p:grpSpPr>
          <a:xfrm>
            <a:off x="243418" y="6324600"/>
            <a:ext cx="6785450" cy="533400"/>
            <a:chOff x="348343" y="6069874"/>
            <a:chExt cx="6785450" cy="533400"/>
          </a:xfrm>
        </p:grpSpPr>
        <p:pic>
          <p:nvPicPr>
            <p:cNvPr id="4" name="图形 3" descr="插在洞里的高尔夫球标志旗 纯色填充">
              <a:extLst>
                <a:ext uri="{FF2B5EF4-FFF2-40B4-BE49-F238E27FC236}">
                  <a16:creationId xmlns:a16="http://schemas.microsoft.com/office/drawing/2014/main" id="{515BC975-09A1-48C6-8FED-743CBD34C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48343" y="6069874"/>
              <a:ext cx="533400" cy="533400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A5AC82D-48F1-5DA2-0A95-193BBCEEA933}"/>
                </a:ext>
              </a:extLst>
            </p:cNvPr>
            <p:cNvSpPr txBox="1"/>
            <p:nvPr/>
          </p:nvSpPr>
          <p:spPr>
            <a:xfrm>
              <a:off x="988487" y="6233942"/>
              <a:ext cx="61453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精兵第四个要求：明证。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014528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提摩太的特点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31908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2:22】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但你们知道提摩太的明证，他兴旺福音，与我同劳，待我像儿子待父亲一样。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福音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(“</a:t>
            </a:r>
            <a:r>
              <a:rPr lang="zh-CN" altLang="en-US" sz="1200" dirty="0">
                <a:solidFill>
                  <a:srgbClr val="000000"/>
                </a:solidFill>
                <a:cs typeface="+mn-ea"/>
                <a:sym typeface="+mn-lt"/>
              </a:rPr>
              <a:t>他和我一同为了福音服侍主，就像儿子和父亲一样。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”)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有福音托付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有使命、有目标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需要有异象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2"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箴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29:18】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没有异象（或作“默示”），民就放肆，惟遵守律法的，便为有福。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个人托付是？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3F25E25-2780-0BA4-5F1E-81FE86C42EC9}"/>
              </a:ext>
            </a:extLst>
          </p:cNvPr>
          <p:cNvGrpSpPr/>
          <p:nvPr/>
        </p:nvGrpSpPr>
        <p:grpSpPr>
          <a:xfrm>
            <a:off x="243418" y="6324600"/>
            <a:ext cx="6785450" cy="533400"/>
            <a:chOff x="348343" y="6069874"/>
            <a:chExt cx="6785450" cy="533400"/>
          </a:xfrm>
        </p:grpSpPr>
        <p:pic>
          <p:nvPicPr>
            <p:cNvPr id="4" name="图形 3" descr="插在洞里的高尔夫球标志旗 纯色填充">
              <a:extLst>
                <a:ext uri="{FF2B5EF4-FFF2-40B4-BE49-F238E27FC236}">
                  <a16:creationId xmlns:a16="http://schemas.microsoft.com/office/drawing/2014/main" id="{1CFAAF72-0F47-0A47-6A0E-E70AE1FF04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48343" y="6069874"/>
              <a:ext cx="533400" cy="533400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D90000D-A3AB-4A8E-D619-ACF05C853ADF}"/>
                </a:ext>
              </a:extLst>
            </p:cNvPr>
            <p:cNvSpPr txBox="1"/>
            <p:nvPr/>
          </p:nvSpPr>
          <p:spPr>
            <a:xfrm>
              <a:off x="988487" y="6233942"/>
              <a:ext cx="61453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精兵第五个要求：异象。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50033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提摩太的特点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47790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2:22】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但你们知道提摩太的明证，他兴旺福音，与我同劳，待我像儿子待父亲一样。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同劳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同劳基础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相同异象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共同信心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不求回报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毅力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&amp;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坚持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5504A29-F313-2069-DA9C-4A5EEF8D8768}"/>
              </a:ext>
            </a:extLst>
          </p:cNvPr>
          <p:cNvGrpSpPr/>
          <p:nvPr/>
        </p:nvGrpSpPr>
        <p:grpSpPr>
          <a:xfrm>
            <a:off x="243418" y="6324600"/>
            <a:ext cx="6785450" cy="533400"/>
            <a:chOff x="348343" y="6069874"/>
            <a:chExt cx="6785450" cy="533400"/>
          </a:xfrm>
        </p:grpSpPr>
        <p:pic>
          <p:nvPicPr>
            <p:cNvPr id="4" name="图形 3" descr="插在洞里的高尔夫球标志旗 纯色填充">
              <a:extLst>
                <a:ext uri="{FF2B5EF4-FFF2-40B4-BE49-F238E27FC236}">
                  <a16:creationId xmlns:a16="http://schemas.microsoft.com/office/drawing/2014/main" id="{1E0EB8D9-2C07-D2D1-3B8A-D9C73D2496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48343" y="6069874"/>
              <a:ext cx="533400" cy="533400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32F6395-DF06-AC0E-506A-B0C2FC26362A}"/>
                </a:ext>
              </a:extLst>
            </p:cNvPr>
            <p:cNvSpPr txBox="1"/>
            <p:nvPr/>
          </p:nvSpPr>
          <p:spPr>
            <a:xfrm>
              <a:off x="988487" y="6233942"/>
              <a:ext cx="61453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精兵第六个要求：同劳。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628862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提摩太的特点</a:t>
            </a:r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0" y="1295227"/>
            <a:ext cx="12192000" cy="38187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2:22】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但你们知道提摩太的明证，他兴旺福音，与我同劳，待我像儿子待父亲一样。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儿子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品格方面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遵守真理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	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提前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5:1】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不可严责老年人，只要劝他如同父亲，劝少年人如同弟兄，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	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提前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5:2】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劝老年妇女如同母亲，劝少年妇女如同姐妹。总要清清洁洁的。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行动基础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爱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信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4B3D18A-B537-B68D-5B83-792788905E8E}"/>
              </a:ext>
            </a:extLst>
          </p:cNvPr>
          <p:cNvGrpSpPr/>
          <p:nvPr/>
        </p:nvGrpSpPr>
        <p:grpSpPr>
          <a:xfrm>
            <a:off x="243418" y="6324600"/>
            <a:ext cx="6785450" cy="533400"/>
            <a:chOff x="348343" y="6069874"/>
            <a:chExt cx="6785450" cy="533400"/>
          </a:xfrm>
        </p:grpSpPr>
        <p:pic>
          <p:nvPicPr>
            <p:cNvPr id="4" name="图形 3" descr="插在洞里的高尔夫球标志旗 纯色填充">
              <a:extLst>
                <a:ext uri="{FF2B5EF4-FFF2-40B4-BE49-F238E27FC236}">
                  <a16:creationId xmlns:a16="http://schemas.microsoft.com/office/drawing/2014/main" id="{97CEEC7A-6ADE-618A-42EC-AD3DE6C4E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8343" y="6069874"/>
              <a:ext cx="533400" cy="533400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BDB9439-D752-AD3A-8991-38100E75641C}"/>
                </a:ext>
              </a:extLst>
            </p:cNvPr>
            <p:cNvSpPr txBox="1"/>
            <p:nvPr/>
          </p:nvSpPr>
          <p:spPr>
            <a:xfrm>
              <a:off x="988487" y="6233942"/>
              <a:ext cx="61453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精兵第七个要求：美好品格。</a:t>
              </a:r>
            </a:p>
          </p:txBody>
        </p:sp>
      </p:grpSp>
    </p:spTree>
    <p:custDataLst>
      <p:tags r:id="rId2"/>
    </p:custDataLst>
    <p:extLst>
      <p:ext uri="{BB962C8B-B14F-4D97-AF65-F5344CB8AC3E}">
        <p14:creationId xmlns:p14="http://schemas.microsoft.com/office/powerpoint/2010/main" val="2538769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盼望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295227"/>
            <a:ext cx="12192000" cy="2932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2:23】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所以我一看出我的事要怎样了结，就盼望立刻打发他去；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2:24】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但我靠着主，自信我也必快去。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盼望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目的：让教会得益处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根源：靠主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相信神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362D96-9962-5976-8E72-0BB5DA524421}"/>
              </a:ext>
            </a:extLst>
          </p:cNvPr>
          <p:cNvSpPr txBox="1"/>
          <p:nvPr/>
        </p:nvSpPr>
        <p:spPr>
          <a:xfrm>
            <a:off x="3145" y="6348907"/>
            <a:ext cx="116977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【彼前1:21】你们也因着他，信那叫他从死里复活，又给他荣耀的　神，叫你们的信心和盼望都在于　神。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2320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502024" y="1844463"/>
            <a:ext cx="12192000" cy="31690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1. 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主耶稣是我们的指望根源。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2. 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彼此同心、服侍教会需要。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3. 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求基督的事。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4. 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要有明证。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5. 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要有异象。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6. 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可以与人同劳。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7. 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有美好的品格。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2525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问题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06231" y="2297308"/>
            <a:ext cx="11190200" cy="16136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1. 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保罗指望的根源是什么？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2. 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提摩太身上精兵特点是什么？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3. 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对比提摩太，我们需要操练自己哪些？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91730"/>
  <p:tag name="KSO_WM_FULL_TEXT_BEAUTIFY_COPY_ID" val="15099538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00ABE9"/>
    </a:dk2>
    <a:lt2>
      <a:srgbClr val="C6D65B"/>
    </a:lt2>
    <a:accent1>
      <a:srgbClr val="4CC5F0"/>
    </a:accent1>
    <a:accent2>
      <a:srgbClr val="00ABE9"/>
    </a:accent2>
    <a:accent3>
      <a:srgbClr val="C6D65B"/>
    </a:accent3>
    <a:accent4>
      <a:srgbClr val="7DCF87"/>
    </a:accent4>
    <a:accent5>
      <a:srgbClr val="B7CE2F"/>
    </a:accent5>
    <a:accent6>
      <a:srgbClr val="93DCF6"/>
    </a:accent6>
    <a:hlink>
      <a:srgbClr val="BFBFBF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3780</TotalTime>
  <Words>1253</Words>
  <Application>Microsoft Office PowerPoint</Application>
  <PresentationFormat>宽屏</PresentationFormat>
  <Paragraphs>129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等线</vt:lpstr>
      <vt:lpstr>苹方-简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427</cp:revision>
  <dcterms:created xsi:type="dcterms:W3CDTF">2019-06-19T02:08:00Z</dcterms:created>
  <dcterms:modified xsi:type="dcterms:W3CDTF">2023-03-11T08:18:22Z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