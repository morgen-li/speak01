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2.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560" r:id="rId2"/>
    <p:sldId id="425" r:id="rId3"/>
    <p:sldId id="554" r:id="rId4"/>
    <p:sldId id="531" r:id="rId5"/>
    <p:sldId id="553" r:id="rId6"/>
    <p:sldId id="538" r:id="rId7"/>
    <p:sldId id="561" r:id="rId8"/>
    <p:sldId id="555" r:id="rId9"/>
    <p:sldId id="556" r:id="rId10"/>
    <p:sldId id="541" r:id="rId11"/>
    <p:sldId id="546" r:id="rId12"/>
    <p:sldId id="557" r:id="rId13"/>
    <p:sldId id="558" r:id="rId14"/>
    <p:sldId id="542" r:id="rId15"/>
    <p:sldId id="551" r:id="rId16"/>
    <p:sldId id="543" r:id="rId17"/>
    <p:sldId id="552"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3">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A76"/>
    <a:srgbClr val="633D06"/>
    <a:srgbClr val="FCFEFE"/>
    <a:srgbClr val="FFFFFF"/>
    <a:srgbClr val="00205D"/>
    <a:srgbClr val="C90909"/>
    <a:srgbClr val="272520"/>
    <a:srgbClr val="203E80"/>
    <a:srgbClr val="F1F1F1"/>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154CA8-8C72-45D2-BE76-D4B6167EDC87}" v="21" dt="2023-03-18T21:53:03.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44"/>
      </p:cViewPr>
      <p:guideLst>
        <p:guide orient="horz" pos="2093"/>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662C0930-B515-4910-93A9-1A499EB77362}"/>
    <pc:docChg chg="undo custSel addSld delSld modSld sldOrd">
      <pc:chgData name="强 李" userId="cd6c7ec7188785ae" providerId="LiveId" clId="{662C0930-B515-4910-93A9-1A499EB77362}" dt="2023-03-11T22:12:46.885" v="1858"/>
      <pc:docMkLst>
        <pc:docMk/>
      </pc:docMkLst>
      <pc:sldChg chg="addSp modSp add del mod ord setBg">
        <pc:chgData name="强 李" userId="cd6c7ec7188785ae" providerId="LiveId" clId="{662C0930-B515-4910-93A9-1A499EB77362}" dt="2023-03-11T08:18:47.370" v="1410" actId="47"/>
        <pc:sldMkLst>
          <pc:docMk/>
          <pc:sldMk cId="0" sldId="413"/>
        </pc:sldMkLst>
        <pc:spChg chg="mod">
          <ac:chgData name="强 李" userId="cd6c7ec7188785ae" providerId="LiveId" clId="{662C0930-B515-4910-93A9-1A499EB77362}" dt="2023-03-11T06:10:20.383" v="4" actId="20577"/>
          <ac:spMkLst>
            <pc:docMk/>
            <pc:sldMk cId="0" sldId="413"/>
            <ac:spMk id="4" creationId="{00000000-0000-0000-0000-000000000000}"/>
          </ac:spMkLst>
        </pc:spChg>
        <pc:spChg chg="mod">
          <ac:chgData name="强 李" userId="cd6c7ec7188785ae" providerId="LiveId" clId="{662C0930-B515-4910-93A9-1A499EB77362}" dt="2023-03-11T06:10:17.866" v="3" actId="20577"/>
          <ac:spMkLst>
            <pc:docMk/>
            <pc:sldMk cId="0" sldId="413"/>
            <ac:spMk id="5" creationId="{00000000-0000-0000-0000-000000000000}"/>
          </ac:spMkLst>
        </pc:spChg>
        <pc:picChg chg="add mod">
          <ac:chgData name="强 李" userId="cd6c7ec7188785ae" providerId="LiveId" clId="{662C0930-B515-4910-93A9-1A499EB77362}" dt="2023-03-11T08:18:32.802" v="1408" actId="14100"/>
          <ac:picMkLst>
            <pc:docMk/>
            <pc:sldMk cId="0" sldId="413"/>
            <ac:picMk id="2" creationId="{1CBC46B4-7D80-E329-B1AD-FDFD099568D7}"/>
          </ac:picMkLst>
        </pc:picChg>
      </pc:sldChg>
      <pc:sldChg chg="addSp delSp modSp mod setBg setClrOvrMap">
        <pc:chgData name="强 李" userId="cd6c7ec7188785ae" providerId="LiveId" clId="{662C0930-B515-4910-93A9-1A499EB77362}" dt="2023-03-11T06:46:01.552" v="402" actId="207"/>
        <pc:sldMkLst>
          <pc:docMk/>
          <pc:sldMk cId="0" sldId="425"/>
        </pc:sldMkLst>
        <pc:spChg chg="add del mod">
          <ac:chgData name="强 李" userId="cd6c7ec7188785ae" providerId="LiveId" clId="{662C0930-B515-4910-93A9-1A499EB77362}" dt="2023-03-11T06:44:56.780" v="395" actId="478"/>
          <ac:spMkLst>
            <pc:docMk/>
            <pc:sldMk cId="0" sldId="425"/>
            <ac:spMk id="2" creationId="{4D5453E4-D45B-90DA-6F57-3AA9982CAEA4}"/>
          </ac:spMkLst>
        </pc:spChg>
        <pc:spChg chg="mod">
          <ac:chgData name="强 李" userId="cd6c7ec7188785ae" providerId="LiveId" clId="{662C0930-B515-4910-93A9-1A499EB77362}" dt="2023-03-11T06:16:29.234" v="41" actId="26606"/>
          <ac:spMkLst>
            <pc:docMk/>
            <pc:sldMk cId="0" sldId="425"/>
            <ac:spMk id="18" creationId="{00000000-0000-0000-0000-000000000000}"/>
          </ac:spMkLst>
        </pc:spChg>
        <pc:spChg chg="add del">
          <ac:chgData name="强 李" userId="cd6c7ec7188785ae" providerId="LiveId" clId="{662C0930-B515-4910-93A9-1A499EB77362}" dt="2023-03-11T06:16:28.034" v="36" actId="26606"/>
          <ac:spMkLst>
            <pc:docMk/>
            <pc:sldMk cId="0" sldId="425"/>
            <ac:spMk id="21" creationId="{F3060C83-F051-4F0E-ABAD-AA0DFC48B218}"/>
          </ac:spMkLst>
        </pc:spChg>
        <pc:spChg chg="add del">
          <ac:chgData name="强 李" userId="cd6c7ec7188785ae" providerId="LiveId" clId="{662C0930-B515-4910-93A9-1A499EB77362}" dt="2023-03-11T06:16:28.034" v="36" actId="26606"/>
          <ac:spMkLst>
            <pc:docMk/>
            <pc:sldMk cId="0" sldId="425"/>
            <ac:spMk id="22" creationId="{83C98ABE-055B-441F-B07E-44F97F083C39}"/>
          </ac:spMkLst>
        </pc:spChg>
        <pc:spChg chg="add del">
          <ac:chgData name="强 李" userId="cd6c7ec7188785ae" providerId="LiveId" clId="{662C0930-B515-4910-93A9-1A499EB77362}" dt="2023-03-11T06:15:56.029" v="16" actId="26606"/>
          <ac:spMkLst>
            <pc:docMk/>
            <pc:sldMk cId="0" sldId="425"/>
            <ac:spMk id="23" creationId="{42285737-90EE-47DC-AC80-8AE156B11969}"/>
          </ac:spMkLst>
        </pc:spChg>
        <pc:spChg chg="add del">
          <ac:chgData name="强 李" userId="cd6c7ec7188785ae" providerId="LiveId" clId="{662C0930-B515-4910-93A9-1A499EB77362}" dt="2023-03-11T06:16:02.201" v="20" actId="26606"/>
          <ac:spMkLst>
            <pc:docMk/>
            <pc:sldMk cId="0" sldId="425"/>
            <ac:spMk id="24" creationId="{9228552E-C8B1-4A80-8448-0787CE0FC704}"/>
          </ac:spMkLst>
        </pc:spChg>
        <pc:spChg chg="add del">
          <ac:chgData name="强 李" userId="cd6c7ec7188785ae" providerId="LiveId" clId="{662C0930-B515-4910-93A9-1A499EB77362}" dt="2023-03-11T06:16:03.785" v="22" actId="26606"/>
          <ac:spMkLst>
            <pc:docMk/>
            <pc:sldMk cId="0" sldId="425"/>
            <ac:spMk id="26" creationId="{35DB3719-6FDC-4E5D-891D-FF40B7300F64}"/>
          </ac:spMkLst>
        </pc:spChg>
        <pc:spChg chg="add del">
          <ac:chgData name="强 李" userId="cd6c7ec7188785ae" providerId="LiveId" clId="{662C0930-B515-4910-93A9-1A499EB77362}" dt="2023-03-11T06:15:58.222" v="18" actId="26606"/>
          <ac:spMkLst>
            <pc:docMk/>
            <pc:sldMk cId="0" sldId="425"/>
            <ac:spMk id="27" creationId="{AAD0DBB9-1A4B-4391-81D4-CB19F9AB918A}"/>
          </ac:spMkLst>
        </pc:spChg>
        <pc:spChg chg="add del">
          <ac:chgData name="强 李" userId="cd6c7ec7188785ae" providerId="LiveId" clId="{662C0930-B515-4910-93A9-1A499EB77362}" dt="2023-03-11T06:16:03.785" v="22" actId="26606"/>
          <ac:spMkLst>
            <pc:docMk/>
            <pc:sldMk cId="0" sldId="425"/>
            <ac:spMk id="28" creationId="{E0CBAC23-2E3F-4A90-BA59-F8299F6A5439}"/>
          </ac:spMkLst>
        </pc:spChg>
        <pc:spChg chg="add del">
          <ac:chgData name="强 李" userId="cd6c7ec7188785ae" providerId="LiveId" clId="{662C0930-B515-4910-93A9-1A499EB77362}" dt="2023-03-11T06:15:58.222" v="18" actId="26606"/>
          <ac:spMkLst>
            <pc:docMk/>
            <pc:sldMk cId="0" sldId="425"/>
            <ac:spMk id="29" creationId="{063BBA22-50EA-4C4D-BE05-F1CE4E63AA56}"/>
          </ac:spMkLst>
        </pc:spChg>
        <pc:spChg chg="add del">
          <ac:chgData name="强 李" userId="cd6c7ec7188785ae" providerId="LiveId" clId="{662C0930-B515-4910-93A9-1A499EB77362}" dt="2023-03-11T06:16:10.235" v="24" actId="26606"/>
          <ac:spMkLst>
            <pc:docMk/>
            <pc:sldMk cId="0" sldId="425"/>
            <ac:spMk id="30" creationId="{9DBC8166-481C-4473-95F5-9A5B9073B7F1}"/>
          </ac:spMkLst>
        </pc:spChg>
        <pc:spChg chg="add del">
          <ac:chgData name="强 李" userId="cd6c7ec7188785ae" providerId="LiveId" clId="{662C0930-B515-4910-93A9-1A499EB77362}" dt="2023-03-11T06:16:10.235" v="24" actId="26606"/>
          <ac:spMkLst>
            <pc:docMk/>
            <pc:sldMk cId="0" sldId="425"/>
            <ac:spMk id="31" creationId="{A5A5CE6E-90AF-4D43-A014-1F9EC83EB93D}"/>
          </ac:spMkLst>
        </pc:spChg>
        <pc:spChg chg="add del">
          <ac:chgData name="强 李" userId="cd6c7ec7188785ae" providerId="LiveId" clId="{662C0930-B515-4910-93A9-1A499EB77362}" dt="2023-03-11T06:16:28.034" v="36" actId="26606"/>
          <ac:spMkLst>
            <pc:docMk/>
            <pc:sldMk cId="0" sldId="425"/>
            <ac:spMk id="32" creationId="{29FDB030-9B49-4CED-8CCD-4D99382388AC}"/>
          </ac:spMkLst>
        </pc:spChg>
        <pc:spChg chg="add del">
          <ac:chgData name="强 李" userId="cd6c7ec7188785ae" providerId="LiveId" clId="{662C0930-B515-4910-93A9-1A499EB77362}" dt="2023-03-11T06:15:58.222" v="18" actId="26606"/>
          <ac:spMkLst>
            <pc:docMk/>
            <pc:sldMk cId="0" sldId="425"/>
            <ac:spMk id="33" creationId="{BACC6370-2D7E-4714-9D71-7542949D7D5D}"/>
          </ac:spMkLst>
        </pc:spChg>
        <pc:spChg chg="add del">
          <ac:chgData name="强 李" userId="cd6c7ec7188785ae" providerId="LiveId" clId="{662C0930-B515-4910-93A9-1A499EB77362}" dt="2023-03-11T06:15:58.222" v="18" actId="26606"/>
          <ac:spMkLst>
            <pc:docMk/>
            <pc:sldMk cId="0" sldId="425"/>
            <ac:spMk id="34" creationId="{F68B3F68-107C-434F-AA38-110D5EA91B85}"/>
          </ac:spMkLst>
        </pc:spChg>
        <pc:spChg chg="add del">
          <ac:chgData name="强 李" userId="cd6c7ec7188785ae" providerId="LiveId" clId="{662C0930-B515-4910-93A9-1A499EB77362}" dt="2023-03-11T06:16:28.034" v="36" actId="26606"/>
          <ac:spMkLst>
            <pc:docMk/>
            <pc:sldMk cId="0" sldId="425"/>
            <ac:spMk id="35" creationId="{3ECA69A1-7536-43AC-85EF-C7106179F5ED}"/>
          </ac:spMkLst>
        </pc:spChg>
        <pc:spChg chg="add del">
          <ac:chgData name="强 李" userId="cd6c7ec7188785ae" providerId="LiveId" clId="{662C0930-B515-4910-93A9-1A499EB77362}" dt="2023-03-11T06:16:28.034" v="36" actId="26606"/>
          <ac:spMkLst>
            <pc:docMk/>
            <pc:sldMk cId="0" sldId="425"/>
            <ac:spMk id="36" creationId="{3783CA14-24A1-485C-8B30-D6A5D87987AD}"/>
          </ac:spMkLst>
        </pc:spChg>
        <pc:spChg chg="add del">
          <ac:chgData name="强 李" userId="cd6c7ec7188785ae" providerId="LiveId" clId="{662C0930-B515-4910-93A9-1A499EB77362}" dt="2023-03-11T06:16:28.034" v="36" actId="26606"/>
          <ac:spMkLst>
            <pc:docMk/>
            <pc:sldMk cId="0" sldId="425"/>
            <ac:spMk id="37" creationId="{9A97C86A-04D6-40F7-AE84-31AB43E6A846}"/>
          </ac:spMkLst>
        </pc:spChg>
        <pc:spChg chg="add del">
          <ac:chgData name="强 李" userId="cd6c7ec7188785ae" providerId="LiveId" clId="{662C0930-B515-4910-93A9-1A499EB77362}" dt="2023-03-11T06:16:28.034" v="36" actId="26606"/>
          <ac:spMkLst>
            <pc:docMk/>
            <pc:sldMk cId="0" sldId="425"/>
            <ac:spMk id="38" creationId="{FF9F2414-84E8-453E-B1F3-389FDE8192D9}"/>
          </ac:spMkLst>
        </pc:spChg>
        <pc:spChg chg="add del">
          <ac:chgData name="强 李" userId="cd6c7ec7188785ae" providerId="LiveId" clId="{662C0930-B515-4910-93A9-1A499EB77362}" dt="2023-03-11T06:16:29.232" v="40" actId="26606"/>
          <ac:spMkLst>
            <pc:docMk/>
            <pc:sldMk cId="0" sldId="425"/>
            <ac:spMk id="39" creationId="{F3060C83-F051-4F0E-ABAD-AA0DFC48B218}"/>
          </ac:spMkLst>
        </pc:spChg>
        <pc:spChg chg="add del">
          <ac:chgData name="强 李" userId="cd6c7ec7188785ae" providerId="LiveId" clId="{662C0930-B515-4910-93A9-1A499EB77362}" dt="2023-03-11T06:16:29.232" v="40" actId="26606"/>
          <ac:spMkLst>
            <pc:docMk/>
            <pc:sldMk cId="0" sldId="425"/>
            <ac:spMk id="40" creationId="{83C98ABE-055B-441F-B07E-44F97F083C39}"/>
          </ac:spMkLst>
        </pc:spChg>
        <pc:spChg chg="add del">
          <ac:chgData name="强 李" userId="cd6c7ec7188785ae" providerId="LiveId" clId="{662C0930-B515-4910-93A9-1A499EB77362}" dt="2023-03-11T06:16:29.232" v="40" actId="26606"/>
          <ac:spMkLst>
            <pc:docMk/>
            <pc:sldMk cId="0" sldId="425"/>
            <ac:spMk id="41" creationId="{29FDB030-9B49-4CED-8CCD-4D99382388AC}"/>
          </ac:spMkLst>
        </pc:spChg>
        <pc:spChg chg="add del">
          <ac:chgData name="强 李" userId="cd6c7ec7188785ae" providerId="LiveId" clId="{662C0930-B515-4910-93A9-1A499EB77362}" dt="2023-03-11T06:16:29.232" v="40" actId="26606"/>
          <ac:spMkLst>
            <pc:docMk/>
            <pc:sldMk cId="0" sldId="425"/>
            <ac:spMk id="42" creationId="{3783CA14-24A1-485C-8B30-D6A5D87987AD}"/>
          </ac:spMkLst>
        </pc:spChg>
        <pc:spChg chg="add del">
          <ac:chgData name="强 李" userId="cd6c7ec7188785ae" providerId="LiveId" clId="{662C0930-B515-4910-93A9-1A499EB77362}" dt="2023-03-11T06:16:29.232" v="40" actId="26606"/>
          <ac:spMkLst>
            <pc:docMk/>
            <pc:sldMk cId="0" sldId="425"/>
            <ac:spMk id="43" creationId="{9A97C86A-04D6-40F7-AE84-31AB43E6A846}"/>
          </ac:spMkLst>
        </pc:spChg>
        <pc:spChg chg="add del">
          <ac:chgData name="强 李" userId="cd6c7ec7188785ae" providerId="LiveId" clId="{662C0930-B515-4910-93A9-1A499EB77362}" dt="2023-03-11T06:16:29.232" v="40" actId="26606"/>
          <ac:spMkLst>
            <pc:docMk/>
            <pc:sldMk cId="0" sldId="425"/>
            <ac:spMk id="44" creationId="{FF9F2414-84E8-453E-B1F3-389FDE8192D9}"/>
          </ac:spMkLst>
        </pc:spChg>
        <pc:spChg chg="add del">
          <ac:chgData name="强 李" userId="cd6c7ec7188785ae" providerId="LiveId" clId="{662C0930-B515-4910-93A9-1A499EB77362}" dt="2023-03-11T06:16:29.232" v="40" actId="26606"/>
          <ac:spMkLst>
            <pc:docMk/>
            <pc:sldMk cId="0" sldId="425"/>
            <ac:spMk id="45" creationId="{3ECA69A1-7536-43AC-85EF-C7106179F5ED}"/>
          </ac:spMkLst>
        </pc:spChg>
        <pc:grpChg chg="add del">
          <ac:chgData name="强 李" userId="cd6c7ec7188785ae" providerId="LiveId" clId="{662C0930-B515-4910-93A9-1A499EB77362}" dt="2023-03-11T06:15:56.029" v="16" actId="26606"/>
          <ac:grpSpMkLst>
            <pc:docMk/>
            <pc:sldMk cId="0" sldId="425"/>
            <ac:grpSpMk id="25" creationId="{B57BDC17-F1B3-455F-BBF1-680AA1F25C06}"/>
          </ac:grpSpMkLst>
        </pc:grpChg>
        <pc:graphicFrameChg chg="mod modGraphic">
          <ac:chgData name="强 李" userId="cd6c7ec7188785ae" providerId="LiveId" clId="{662C0930-B515-4910-93A9-1A499EB77362}" dt="2023-03-11T06:46:01.552" v="402" actId="207"/>
          <ac:graphicFrameMkLst>
            <pc:docMk/>
            <pc:sldMk cId="0" sldId="425"/>
            <ac:graphicFrameMk id="5" creationId="{6AB369E9-7320-DE30-3AFD-31DAAE20458E}"/>
          </ac:graphicFrameMkLst>
        </pc:graphicFrameChg>
        <pc:picChg chg="add del">
          <ac:chgData name="强 李" userId="cd6c7ec7188785ae" providerId="LiveId" clId="{662C0930-B515-4910-93A9-1A499EB77362}" dt="2023-03-11T06:16:02.201" v="20" actId="26606"/>
          <ac:picMkLst>
            <pc:docMk/>
            <pc:sldMk cId="0" sldId="425"/>
            <ac:picMk id="20" creationId="{A6CA3DDE-1E9B-4539-F00E-B29E88290649}"/>
          </ac:picMkLst>
        </pc:picChg>
      </pc:sldChg>
      <pc:sldChg chg="delSp modSp mod">
        <pc:chgData name="强 李" userId="cd6c7ec7188785ae" providerId="LiveId" clId="{662C0930-B515-4910-93A9-1A499EB77362}" dt="2023-03-11T21:04:17.670" v="1464"/>
        <pc:sldMkLst>
          <pc:docMk/>
          <pc:sldMk cId="54695671" sldId="531"/>
        </pc:sldMkLst>
        <pc:spChg chg="mod">
          <ac:chgData name="强 李" userId="cd6c7ec7188785ae" providerId="LiveId" clId="{662C0930-B515-4910-93A9-1A499EB77362}" dt="2023-03-11T21:04:17.670" v="1464"/>
          <ac:spMkLst>
            <pc:docMk/>
            <pc:sldMk cId="54695671" sldId="531"/>
            <ac:spMk id="2" creationId="{00000000-0000-0000-0000-000000000000}"/>
          </ac:spMkLst>
        </pc:spChg>
        <pc:spChg chg="mod">
          <ac:chgData name="强 李" userId="cd6c7ec7188785ae" providerId="LiveId" clId="{662C0930-B515-4910-93A9-1A499EB77362}" dt="2023-03-11T06:27:12.221" v="84"/>
          <ac:spMkLst>
            <pc:docMk/>
            <pc:sldMk cId="54695671" sldId="531"/>
            <ac:spMk id="18" creationId="{00000000-0000-0000-0000-000000000000}"/>
          </ac:spMkLst>
        </pc:spChg>
        <pc:grpChg chg="del">
          <ac:chgData name="强 李" userId="cd6c7ec7188785ae" providerId="LiveId" clId="{662C0930-B515-4910-93A9-1A499EB77362}" dt="2023-03-11T06:34:20.452" v="247" actId="478"/>
          <ac:grpSpMkLst>
            <pc:docMk/>
            <pc:sldMk cId="54695671" sldId="531"/>
            <ac:grpSpMk id="5" creationId="{66B526DA-78B5-EF99-F66F-28E8DE868CF9}"/>
          </ac:grpSpMkLst>
        </pc:grpChg>
      </pc:sldChg>
      <pc:sldChg chg="addSp delSp modSp mod setBg">
        <pc:chgData name="强 李" userId="cd6c7ec7188785ae" providerId="LiveId" clId="{662C0930-B515-4910-93A9-1A499EB77362}" dt="2023-03-11T21:23:37.300" v="1494" actId="1076"/>
        <pc:sldMkLst>
          <pc:docMk/>
          <pc:sldMk cId="3813767857" sldId="538"/>
        </pc:sldMkLst>
        <pc:spChg chg="mod">
          <ac:chgData name="强 李" userId="cd6c7ec7188785ae" providerId="LiveId" clId="{662C0930-B515-4910-93A9-1A499EB77362}" dt="2023-03-11T21:13:06.080" v="1482" actId="26606"/>
          <ac:spMkLst>
            <pc:docMk/>
            <pc:sldMk cId="3813767857" sldId="538"/>
            <ac:spMk id="5" creationId="{00000000-0000-0000-0000-000000000000}"/>
          </ac:spMkLst>
        </pc:spChg>
        <pc:spChg chg="ord">
          <ac:chgData name="强 李" userId="cd6c7ec7188785ae" providerId="LiveId" clId="{662C0930-B515-4910-93A9-1A499EB77362}" dt="2023-03-11T21:13:06.080" v="1482" actId="26606"/>
          <ac:spMkLst>
            <pc:docMk/>
            <pc:sldMk cId="3813767857" sldId="538"/>
            <ac:spMk id="7" creationId="{00000000-0000-0000-0000-000000000000}"/>
          </ac:spMkLst>
        </pc:spChg>
        <pc:spChg chg="add del">
          <ac:chgData name="强 李" userId="cd6c7ec7188785ae" providerId="LiveId" clId="{662C0930-B515-4910-93A9-1A499EB77362}" dt="2023-03-11T21:12:54.660" v="1474" actId="26606"/>
          <ac:spMkLst>
            <pc:docMk/>
            <pc:sldMk cId="3813767857" sldId="538"/>
            <ac:spMk id="17" creationId="{6753252F-4873-4F63-801D-CC719279A7D5}"/>
          </ac:spMkLst>
        </pc:spChg>
        <pc:spChg chg="add del">
          <ac:chgData name="强 李" userId="cd6c7ec7188785ae" providerId="LiveId" clId="{662C0930-B515-4910-93A9-1A499EB77362}" dt="2023-03-11T21:12:54.660" v="1474" actId="26606"/>
          <ac:spMkLst>
            <pc:docMk/>
            <pc:sldMk cId="3813767857" sldId="538"/>
            <ac:spMk id="19" creationId="{047C8CCB-F95D-4249-92DD-651249D3535A}"/>
          </ac:spMkLst>
        </pc:spChg>
        <pc:spChg chg="add del">
          <ac:chgData name="强 李" userId="cd6c7ec7188785ae" providerId="LiveId" clId="{662C0930-B515-4910-93A9-1A499EB77362}" dt="2023-03-11T21:13:01.608" v="1480" actId="26606"/>
          <ac:spMkLst>
            <pc:docMk/>
            <pc:sldMk cId="3813767857" sldId="538"/>
            <ac:spMk id="20" creationId="{D4771268-CB57-404A-9271-370EB28F6090}"/>
          </ac:spMkLst>
        </pc:spChg>
        <pc:spChg chg="add del">
          <ac:chgData name="强 李" userId="cd6c7ec7188785ae" providerId="LiveId" clId="{662C0930-B515-4910-93A9-1A499EB77362}" dt="2023-03-11T21:12:56.105" v="1476" actId="26606"/>
          <ac:spMkLst>
            <pc:docMk/>
            <pc:sldMk cId="3813767857" sldId="538"/>
            <ac:spMk id="21" creationId="{D12DDE76-C203-4047-9998-63900085B5E8}"/>
          </ac:spMkLst>
        </pc:spChg>
        <pc:spChg chg="add del">
          <ac:chgData name="强 李" userId="cd6c7ec7188785ae" providerId="LiveId" clId="{662C0930-B515-4910-93A9-1A499EB77362}" dt="2023-03-11T21:13:06.080" v="1482" actId="26606"/>
          <ac:spMkLst>
            <pc:docMk/>
            <pc:sldMk cId="3813767857" sldId="538"/>
            <ac:spMk id="22" creationId="{665DBBEF-238B-476B-96AB-8AAC3224ECEA}"/>
          </ac:spMkLst>
        </pc:spChg>
        <pc:spChg chg="add del">
          <ac:chgData name="强 李" userId="cd6c7ec7188785ae" providerId="LiveId" clId="{662C0930-B515-4910-93A9-1A499EB77362}" dt="2023-03-11T21:13:06.080" v="1482" actId="26606"/>
          <ac:spMkLst>
            <pc:docMk/>
            <pc:sldMk cId="3813767857" sldId="538"/>
            <ac:spMk id="23" creationId="{3FCFB1DE-0B7E-48CC-BA90-B2AB0889F9D6}"/>
          </ac:spMkLst>
        </pc:spChg>
        <pc:picChg chg="add del mod">
          <ac:chgData name="强 李" userId="cd6c7ec7188785ae" providerId="LiveId" clId="{662C0930-B515-4910-93A9-1A499EB77362}" dt="2023-03-11T21:23:33.938" v="1493" actId="478"/>
          <ac:picMkLst>
            <pc:docMk/>
            <pc:sldMk cId="3813767857" sldId="538"/>
            <ac:picMk id="3" creationId="{877DAC93-31F9-D8DC-2138-FF06CC7B4922}"/>
          </ac:picMkLst>
        </pc:picChg>
        <pc:picChg chg="add del mod">
          <ac:chgData name="强 李" userId="cd6c7ec7188785ae" providerId="LiveId" clId="{662C0930-B515-4910-93A9-1A499EB77362}" dt="2023-03-11T06:21:34.653" v="55" actId="478"/>
          <ac:picMkLst>
            <pc:docMk/>
            <pc:sldMk cId="3813767857" sldId="538"/>
            <ac:picMk id="3" creationId="{DAE608FA-1FF2-061B-BF61-D12B4953FA25}"/>
          </ac:picMkLst>
        </pc:picChg>
        <pc:picChg chg="add mod">
          <ac:chgData name="强 李" userId="cd6c7ec7188785ae" providerId="LiveId" clId="{662C0930-B515-4910-93A9-1A499EB77362}" dt="2023-03-11T21:23:37.300" v="1494" actId="1076"/>
          <ac:picMkLst>
            <pc:docMk/>
            <pc:sldMk cId="3813767857" sldId="538"/>
            <ac:picMk id="6" creationId="{081A24BA-7881-FC8E-B899-CACD3C0C8414}"/>
          </ac:picMkLst>
        </pc:picChg>
        <pc:picChg chg="add del mod">
          <ac:chgData name="强 李" userId="cd6c7ec7188785ae" providerId="LiveId" clId="{662C0930-B515-4910-93A9-1A499EB77362}" dt="2023-03-11T06:21:58.529" v="59" actId="478"/>
          <ac:picMkLst>
            <pc:docMk/>
            <pc:sldMk cId="3813767857" sldId="538"/>
            <ac:picMk id="6" creationId="{ABF06EAE-B543-58AD-ED11-5B08AC0C283C}"/>
          </ac:picMkLst>
        </pc:picChg>
        <pc:picChg chg="add del">
          <ac:chgData name="强 李" userId="cd6c7ec7188785ae" providerId="LiveId" clId="{662C0930-B515-4910-93A9-1A499EB77362}" dt="2023-03-11T06:22:03.490" v="62" actId="478"/>
          <ac:picMkLst>
            <pc:docMk/>
            <pc:sldMk cId="3813767857" sldId="538"/>
            <ac:picMk id="9" creationId="{C6323978-F3A5-FE19-AD29-B0149918A7F2}"/>
          </ac:picMkLst>
        </pc:picChg>
        <pc:picChg chg="add del">
          <ac:chgData name="强 李" userId="cd6c7ec7188785ae" providerId="LiveId" clId="{662C0930-B515-4910-93A9-1A499EB77362}" dt="2023-03-11T06:22:02.165" v="61" actId="478"/>
          <ac:picMkLst>
            <pc:docMk/>
            <pc:sldMk cId="3813767857" sldId="538"/>
            <ac:picMk id="11" creationId="{EEEF987B-B847-2967-566F-64E0010EE3AA}"/>
          </ac:picMkLst>
        </pc:picChg>
        <pc:picChg chg="add del mod">
          <ac:chgData name="强 李" userId="cd6c7ec7188785ae" providerId="LiveId" clId="{662C0930-B515-4910-93A9-1A499EB77362}" dt="2023-03-11T06:22:31.211" v="66" actId="478"/>
          <ac:picMkLst>
            <pc:docMk/>
            <pc:sldMk cId="3813767857" sldId="538"/>
            <ac:picMk id="13" creationId="{6A9E429C-2035-0197-B924-60FD3DBFC912}"/>
          </ac:picMkLst>
        </pc:picChg>
        <pc:picChg chg="add del">
          <ac:chgData name="强 李" userId="cd6c7ec7188785ae" providerId="LiveId" clId="{662C0930-B515-4910-93A9-1A499EB77362}" dt="2023-03-11T06:22:57.632" v="68" actId="478"/>
          <ac:picMkLst>
            <pc:docMk/>
            <pc:sldMk cId="3813767857" sldId="538"/>
            <ac:picMk id="15" creationId="{72DF1AFE-8543-A49E-B635-2AD9C8ADC2C2}"/>
          </ac:picMkLst>
        </pc:picChg>
        <pc:picChg chg="del">
          <ac:chgData name="强 李" userId="cd6c7ec7188785ae" providerId="LiveId" clId="{662C0930-B515-4910-93A9-1A499EB77362}" dt="2023-03-11T06:21:16.534" v="52" actId="478"/>
          <ac:picMkLst>
            <pc:docMk/>
            <pc:sldMk cId="3813767857" sldId="538"/>
            <ac:picMk id="16" creationId="{74056DEE-0819-4B10-D7F5-CEF8EFDB20AE}"/>
          </ac:picMkLst>
        </pc:picChg>
        <pc:picChg chg="add del mod">
          <ac:chgData name="强 李" userId="cd6c7ec7188785ae" providerId="LiveId" clId="{662C0930-B515-4910-93A9-1A499EB77362}" dt="2023-03-11T21:12:36.585" v="1471" actId="478"/>
          <ac:picMkLst>
            <pc:docMk/>
            <pc:sldMk cId="3813767857" sldId="538"/>
            <ac:picMk id="18" creationId="{568CFC25-C18C-025E-AE16-5F348191025A}"/>
          </ac:picMkLst>
        </pc:picChg>
      </pc:sldChg>
      <pc:sldChg chg="addSp delSp modSp mod">
        <pc:chgData name="强 李" userId="cd6c7ec7188785ae" providerId="LiveId" clId="{662C0930-B515-4910-93A9-1A499EB77362}" dt="2023-03-11T08:03:28.033" v="1213"/>
        <pc:sldMkLst>
          <pc:docMk/>
          <pc:sldMk cId="188333421" sldId="541"/>
        </pc:sldMkLst>
        <pc:spChg chg="mod">
          <ac:chgData name="强 李" userId="cd6c7ec7188785ae" providerId="LiveId" clId="{662C0930-B515-4910-93A9-1A499EB77362}" dt="2023-03-11T07:08:08.428" v="762"/>
          <ac:spMkLst>
            <pc:docMk/>
            <pc:sldMk cId="188333421" sldId="541"/>
            <ac:spMk id="2" creationId="{00000000-0000-0000-0000-000000000000}"/>
          </ac:spMkLst>
        </pc:spChg>
        <pc:spChg chg="add del">
          <ac:chgData name="强 李" userId="cd6c7ec7188785ae" providerId="LiveId" clId="{662C0930-B515-4910-93A9-1A499EB77362}" dt="2023-03-11T07:07:36.768" v="734"/>
          <ac:spMkLst>
            <pc:docMk/>
            <pc:sldMk cId="188333421" sldId="541"/>
            <ac:spMk id="3" creationId="{6D883AE3-D7CE-8761-FAE5-A378DF6AE52C}"/>
          </ac:spMkLst>
        </pc:spChg>
        <pc:spChg chg="mod">
          <ac:chgData name="强 李" userId="cd6c7ec7188785ae" providerId="LiveId" clId="{662C0930-B515-4910-93A9-1A499EB77362}" dt="2023-03-11T08:03:28.033" v="1213"/>
          <ac:spMkLst>
            <pc:docMk/>
            <pc:sldMk cId="188333421" sldId="541"/>
            <ac:spMk id="18" creationId="{00000000-0000-0000-0000-000000000000}"/>
          </ac:spMkLst>
        </pc:spChg>
      </pc:sldChg>
      <pc:sldChg chg="modSp mod modNotesTx">
        <pc:chgData name="强 李" userId="cd6c7ec7188785ae" providerId="LiveId" clId="{662C0930-B515-4910-93A9-1A499EB77362}" dt="2023-03-11T22:09:09.929" v="1842" actId="20577"/>
        <pc:sldMkLst>
          <pc:docMk/>
          <pc:sldMk cId="3014528576" sldId="542"/>
        </pc:sldMkLst>
        <pc:spChg chg="mod">
          <ac:chgData name="强 李" userId="cd6c7ec7188785ae" providerId="LiveId" clId="{662C0930-B515-4910-93A9-1A499EB77362}" dt="2023-03-11T22:05:07.512" v="1826" actId="404"/>
          <ac:spMkLst>
            <pc:docMk/>
            <pc:sldMk cId="3014528576" sldId="542"/>
            <ac:spMk id="2" creationId="{00000000-0000-0000-0000-000000000000}"/>
          </ac:spMkLst>
        </pc:spChg>
        <pc:spChg chg="mod">
          <ac:chgData name="强 李" userId="cd6c7ec7188785ae" providerId="LiveId" clId="{662C0930-B515-4910-93A9-1A499EB77362}" dt="2023-03-11T08:02:11.025" v="1196" actId="20577"/>
          <ac:spMkLst>
            <pc:docMk/>
            <pc:sldMk cId="3014528576" sldId="542"/>
            <ac:spMk id="5" creationId="{4A5AC82D-48F1-5DA2-0A95-193BBCEEA933}"/>
          </ac:spMkLst>
        </pc:spChg>
        <pc:spChg chg="mod">
          <ac:chgData name="强 李" userId="cd6c7ec7188785ae" providerId="LiveId" clId="{662C0930-B515-4910-93A9-1A499EB77362}" dt="2023-03-11T07:36:57.021" v="1071"/>
          <ac:spMkLst>
            <pc:docMk/>
            <pc:sldMk cId="3014528576" sldId="542"/>
            <ac:spMk id="18" creationId="{00000000-0000-0000-0000-000000000000}"/>
          </ac:spMkLst>
        </pc:spChg>
      </pc:sldChg>
      <pc:sldChg chg="modSp mod">
        <pc:chgData name="强 李" userId="cd6c7ec7188785ae" providerId="LiveId" clId="{662C0930-B515-4910-93A9-1A499EB77362}" dt="2023-03-11T22:12:46.885" v="1858"/>
        <pc:sldMkLst>
          <pc:docMk/>
          <pc:sldMk cId="1242525785" sldId="543"/>
        </pc:sldMkLst>
        <pc:spChg chg="mod">
          <ac:chgData name="强 李" userId="cd6c7ec7188785ae" providerId="LiveId" clId="{662C0930-B515-4910-93A9-1A499EB77362}" dt="2023-03-11T22:12:46.885" v="1858"/>
          <ac:spMkLst>
            <pc:docMk/>
            <pc:sldMk cId="1242525785" sldId="543"/>
            <ac:spMk id="2" creationId="{00000000-0000-0000-0000-000000000000}"/>
          </ac:spMkLst>
        </pc:spChg>
      </pc:sldChg>
      <pc:sldChg chg="delSp modSp mod">
        <pc:chgData name="强 李" userId="cd6c7ec7188785ae" providerId="LiveId" clId="{662C0930-B515-4910-93A9-1A499EB77362}" dt="2023-03-11T22:01:09.085" v="1804" actId="1076"/>
        <pc:sldMkLst>
          <pc:docMk/>
          <pc:sldMk cId="1236072088" sldId="546"/>
        </pc:sldMkLst>
        <pc:spChg chg="mod">
          <ac:chgData name="强 李" userId="cd6c7ec7188785ae" providerId="LiveId" clId="{662C0930-B515-4910-93A9-1A499EB77362}" dt="2023-03-11T22:01:09.085" v="1804" actId="1076"/>
          <ac:spMkLst>
            <pc:docMk/>
            <pc:sldMk cId="1236072088" sldId="546"/>
            <ac:spMk id="2" creationId="{00000000-0000-0000-0000-000000000000}"/>
          </ac:spMkLst>
        </pc:spChg>
        <pc:spChg chg="mod">
          <ac:chgData name="强 李" userId="cd6c7ec7188785ae" providerId="LiveId" clId="{662C0930-B515-4910-93A9-1A499EB77362}" dt="2023-03-11T07:36:31.771" v="1066" actId="20577"/>
          <ac:spMkLst>
            <pc:docMk/>
            <pc:sldMk cId="1236072088" sldId="546"/>
            <ac:spMk id="18" creationId="{00000000-0000-0000-0000-000000000000}"/>
          </ac:spMkLst>
        </pc:spChg>
        <pc:grpChg chg="del">
          <ac:chgData name="强 李" userId="cd6c7ec7188785ae" providerId="LiveId" clId="{662C0930-B515-4910-93A9-1A499EB77362}" dt="2023-03-11T07:24:07.685" v="892" actId="478"/>
          <ac:grpSpMkLst>
            <pc:docMk/>
            <pc:sldMk cId="1236072088" sldId="546"/>
            <ac:grpSpMk id="7" creationId="{8415C2D7-F2C8-1C6F-5DD8-9970E53E2F4E}"/>
          </ac:grpSpMkLst>
        </pc:grpChg>
      </pc:sldChg>
      <pc:sldChg chg="del">
        <pc:chgData name="强 李" userId="cd6c7ec7188785ae" providerId="LiveId" clId="{662C0930-B515-4910-93A9-1A499EB77362}" dt="2023-03-11T07:37:13.824" v="1072" actId="47"/>
        <pc:sldMkLst>
          <pc:docMk/>
          <pc:sldMk cId="30193004" sldId="547"/>
        </pc:sldMkLst>
      </pc:sldChg>
      <pc:sldChg chg="del">
        <pc:chgData name="强 李" userId="cd6c7ec7188785ae" providerId="LiveId" clId="{662C0930-B515-4910-93A9-1A499EB77362}" dt="2023-03-11T08:00:49.455" v="1191" actId="47"/>
        <pc:sldMkLst>
          <pc:docMk/>
          <pc:sldMk cId="1850033319" sldId="548"/>
        </pc:sldMkLst>
      </pc:sldChg>
      <pc:sldChg chg="del">
        <pc:chgData name="强 李" userId="cd6c7ec7188785ae" providerId="LiveId" clId="{662C0930-B515-4910-93A9-1A499EB77362}" dt="2023-03-11T08:00:49.455" v="1191" actId="47"/>
        <pc:sldMkLst>
          <pc:docMk/>
          <pc:sldMk cId="2628862028" sldId="549"/>
        </pc:sldMkLst>
      </pc:sldChg>
      <pc:sldChg chg="del">
        <pc:chgData name="强 李" userId="cd6c7ec7188785ae" providerId="LiveId" clId="{662C0930-B515-4910-93A9-1A499EB77362}" dt="2023-03-11T08:00:49.455" v="1191" actId="47"/>
        <pc:sldMkLst>
          <pc:docMk/>
          <pc:sldMk cId="2538769747" sldId="550"/>
        </pc:sldMkLst>
      </pc:sldChg>
      <pc:sldChg chg="addSp delSp modSp mod modNotesTx">
        <pc:chgData name="强 李" userId="cd6c7ec7188785ae" providerId="LiveId" clId="{662C0930-B515-4910-93A9-1A499EB77362}" dt="2023-03-11T22:11:13.239" v="1854" actId="20577"/>
        <pc:sldMkLst>
          <pc:docMk/>
          <pc:sldMk cId="2632320746" sldId="551"/>
        </pc:sldMkLst>
        <pc:spChg chg="mod">
          <ac:chgData name="强 李" userId="cd6c7ec7188785ae" providerId="LiveId" clId="{662C0930-B515-4910-93A9-1A499EB77362}" dt="2023-03-11T22:11:13.239" v="1854" actId="20577"/>
          <ac:spMkLst>
            <pc:docMk/>
            <pc:sldMk cId="2632320746" sldId="551"/>
            <ac:spMk id="2" creationId="{00000000-0000-0000-0000-000000000000}"/>
          </ac:spMkLst>
        </pc:spChg>
        <pc:spChg chg="del mod">
          <ac:chgData name="强 李" userId="cd6c7ec7188785ae" providerId="LiveId" clId="{662C0930-B515-4910-93A9-1A499EB77362}" dt="2023-03-11T08:11:59.443" v="1319" actId="478"/>
          <ac:spMkLst>
            <pc:docMk/>
            <pc:sldMk cId="2632320746" sldId="551"/>
            <ac:spMk id="4" creationId="{4B362D96-9962-5976-8E72-0BB5DA524421}"/>
          </ac:spMkLst>
        </pc:spChg>
        <pc:spChg chg="mod">
          <ac:chgData name="强 李" userId="cd6c7ec7188785ae" providerId="LiveId" clId="{662C0930-B515-4910-93A9-1A499EB77362}" dt="2023-03-11T08:02:24.613" v="1210"/>
          <ac:spMkLst>
            <pc:docMk/>
            <pc:sldMk cId="2632320746" sldId="551"/>
            <ac:spMk id="6" creationId="{F138545E-EEB5-75B7-72C1-16AD99D34E81}"/>
          </ac:spMkLst>
        </pc:spChg>
        <pc:spChg chg="add del">
          <ac:chgData name="强 李" userId="cd6c7ec7188785ae" providerId="LiveId" clId="{662C0930-B515-4910-93A9-1A499EB77362}" dt="2023-03-11T08:05:51.320" v="1238"/>
          <ac:spMkLst>
            <pc:docMk/>
            <pc:sldMk cId="2632320746" sldId="551"/>
            <ac:spMk id="7" creationId="{EBABDC6E-11C8-7A0D-A5A8-05D18BEDA806}"/>
          </ac:spMkLst>
        </pc:spChg>
        <pc:spChg chg="mod">
          <ac:chgData name="强 李" userId="cd6c7ec7188785ae" providerId="LiveId" clId="{662C0930-B515-4910-93A9-1A499EB77362}" dt="2023-03-11T08:13:20.952" v="1341"/>
          <ac:spMkLst>
            <pc:docMk/>
            <pc:sldMk cId="2632320746" sldId="551"/>
            <ac:spMk id="10" creationId="{EC74C576-B331-C48E-B2C7-E8CA8BAB4C49}"/>
          </ac:spMkLst>
        </pc:spChg>
        <pc:spChg chg="mod">
          <ac:chgData name="强 李" userId="cd6c7ec7188785ae" providerId="LiveId" clId="{662C0930-B515-4910-93A9-1A499EB77362}" dt="2023-03-11T08:04:14.289" v="1224"/>
          <ac:spMkLst>
            <pc:docMk/>
            <pc:sldMk cId="2632320746" sldId="551"/>
            <ac:spMk id="18" creationId="{00000000-0000-0000-0000-000000000000}"/>
          </ac:spMkLst>
        </pc:spChg>
        <pc:grpChg chg="add del mod">
          <ac:chgData name="强 李" userId="cd6c7ec7188785ae" providerId="LiveId" clId="{662C0930-B515-4910-93A9-1A499EB77362}" dt="2023-03-11T08:04:09.917" v="1220" actId="478"/>
          <ac:grpSpMkLst>
            <pc:docMk/>
            <pc:sldMk cId="2632320746" sldId="551"/>
            <ac:grpSpMk id="3" creationId="{18652D06-F0C5-C1C8-8FEF-8216D94914AD}"/>
          </ac:grpSpMkLst>
        </pc:grpChg>
        <pc:grpChg chg="add mod">
          <ac:chgData name="强 李" userId="cd6c7ec7188785ae" providerId="LiveId" clId="{662C0930-B515-4910-93A9-1A499EB77362}" dt="2023-03-11T08:13:20.952" v="1341"/>
          <ac:grpSpMkLst>
            <pc:docMk/>
            <pc:sldMk cId="2632320746" sldId="551"/>
            <ac:grpSpMk id="8" creationId="{E7EAC2EE-5648-1224-46AA-160F6F6F3300}"/>
          </ac:grpSpMkLst>
        </pc:grpChg>
        <pc:picChg chg="mod">
          <ac:chgData name="强 李" userId="cd6c7ec7188785ae" providerId="LiveId" clId="{662C0930-B515-4910-93A9-1A499EB77362}" dt="2023-03-11T08:02:19.531" v="1198"/>
          <ac:picMkLst>
            <pc:docMk/>
            <pc:sldMk cId="2632320746" sldId="551"/>
            <ac:picMk id="5" creationId="{BCEA5273-9AB5-27D8-15DA-1612685627DA}"/>
          </ac:picMkLst>
        </pc:picChg>
        <pc:picChg chg="mod">
          <ac:chgData name="强 李" userId="cd6c7ec7188785ae" providerId="LiveId" clId="{662C0930-B515-4910-93A9-1A499EB77362}" dt="2023-03-11T08:13:20.952" v="1341"/>
          <ac:picMkLst>
            <pc:docMk/>
            <pc:sldMk cId="2632320746" sldId="551"/>
            <ac:picMk id="9" creationId="{8D1923FB-E975-9E82-558F-CA71CA93388D}"/>
          </ac:picMkLst>
        </pc:picChg>
      </pc:sldChg>
      <pc:sldChg chg="modSp mod">
        <pc:chgData name="强 李" userId="cd6c7ec7188785ae" providerId="LiveId" clId="{662C0930-B515-4910-93A9-1A499EB77362}" dt="2023-03-11T07:38:22.251" v="1081" actId="20577"/>
        <pc:sldMkLst>
          <pc:docMk/>
          <pc:sldMk cId="419382719" sldId="552"/>
        </pc:sldMkLst>
        <pc:spChg chg="mod">
          <ac:chgData name="强 李" userId="cd6c7ec7188785ae" providerId="LiveId" clId="{662C0930-B515-4910-93A9-1A499EB77362}" dt="2023-03-11T07:38:22.251" v="1081" actId="20577"/>
          <ac:spMkLst>
            <pc:docMk/>
            <pc:sldMk cId="419382719" sldId="552"/>
            <ac:spMk id="2" creationId="{00000000-0000-0000-0000-000000000000}"/>
          </ac:spMkLst>
        </pc:spChg>
      </pc:sldChg>
      <pc:sldChg chg="addSp delSp modSp add mod ord">
        <pc:chgData name="强 李" userId="cd6c7ec7188785ae" providerId="LiveId" clId="{662C0930-B515-4910-93A9-1A499EB77362}" dt="2023-03-11T21:33:40.081" v="1608" actId="113"/>
        <pc:sldMkLst>
          <pc:docMk/>
          <pc:sldMk cId="530530540" sldId="553"/>
        </pc:sldMkLst>
        <pc:spChg chg="mod">
          <ac:chgData name="强 李" userId="cd6c7ec7188785ae" providerId="LiveId" clId="{662C0930-B515-4910-93A9-1A499EB77362}" dt="2023-03-11T21:33:40.081" v="1608" actId="113"/>
          <ac:spMkLst>
            <pc:docMk/>
            <pc:sldMk cId="530530540" sldId="553"/>
            <ac:spMk id="2" creationId="{00000000-0000-0000-0000-000000000000}"/>
          </ac:spMkLst>
        </pc:spChg>
        <pc:spChg chg="add del">
          <ac:chgData name="强 李" userId="cd6c7ec7188785ae" providerId="LiveId" clId="{662C0930-B515-4910-93A9-1A499EB77362}" dt="2023-03-11T06:37:14.192" v="302"/>
          <ac:spMkLst>
            <pc:docMk/>
            <pc:sldMk cId="530530540" sldId="553"/>
            <ac:spMk id="3" creationId="{A1973529-9132-C3AF-D21F-CA9FB739F487}"/>
          </ac:spMkLst>
        </pc:spChg>
        <pc:spChg chg="add del">
          <ac:chgData name="强 李" userId="cd6c7ec7188785ae" providerId="LiveId" clId="{662C0930-B515-4910-93A9-1A499EB77362}" dt="2023-03-11T06:50:29.427" v="440"/>
          <ac:spMkLst>
            <pc:docMk/>
            <pc:sldMk cId="530530540" sldId="553"/>
            <ac:spMk id="4" creationId="{62BC4176-1488-834D-2BF5-D925B7A75354}"/>
          </ac:spMkLst>
        </pc:spChg>
        <pc:spChg chg="mod">
          <ac:chgData name="强 李" userId="cd6c7ec7188785ae" providerId="LiveId" clId="{662C0930-B515-4910-93A9-1A499EB77362}" dt="2023-03-11T21:32:57.781" v="1606" actId="20577"/>
          <ac:spMkLst>
            <pc:docMk/>
            <pc:sldMk cId="530530540" sldId="553"/>
            <ac:spMk id="18" creationId="{00000000-0000-0000-0000-000000000000}"/>
          </ac:spMkLst>
        </pc:spChg>
        <pc:grpChg chg="del">
          <ac:chgData name="强 李" userId="cd6c7ec7188785ae" providerId="LiveId" clId="{662C0930-B515-4910-93A9-1A499EB77362}" dt="2023-03-11T06:54:22.696" v="540" actId="478"/>
          <ac:grpSpMkLst>
            <pc:docMk/>
            <pc:sldMk cId="530530540" sldId="553"/>
            <ac:grpSpMk id="5" creationId="{66B526DA-78B5-EF99-F66F-28E8DE868CF9}"/>
          </ac:grpSpMkLst>
        </pc:grpChg>
      </pc:sldChg>
      <pc:sldChg chg="addSp modSp add mod ord">
        <pc:chgData name="强 李" userId="cd6c7ec7188785ae" providerId="LiveId" clId="{662C0930-B515-4910-93A9-1A499EB77362}" dt="2023-03-11T21:05:54.468" v="1469" actId="1076"/>
        <pc:sldMkLst>
          <pc:docMk/>
          <pc:sldMk cId="3418790839" sldId="554"/>
        </pc:sldMkLst>
        <pc:spChg chg="mod">
          <ac:chgData name="强 李" userId="cd6c7ec7188785ae" providerId="LiveId" clId="{662C0930-B515-4910-93A9-1A499EB77362}" dt="2023-03-11T21:05:54.468" v="1469" actId="1076"/>
          <ac:spMkLst>
            <pc:docMk/>
            <pc:sldMk cId="3418790839" sldId="554"/>
            <ac:spMk id="2" creationId="{00000000-0000-0000-0000-000000000000}"/>
          </ac:spMkLst>
        </pc:spChg>
        <pc:spChg chg="mod">
          <ac:chgData name="强 李" userId="cd6c7ec7188785ae" providerId="LiveId" clId="{662C0930-B515-4910-93A9-1A499EB77362}" dt="2023-03-11T08:19:43.130" v="1425" actId="20577"/>
          <ac:spMkLst>
            <pc:docMk/>
            <pc:sldMk cId="3418790839" sldId="554"/>
            <ac:spMk id="18" creationId="{00000000-0000-0000-0000-000000000000}"/>
          </ac:spMkLst>
        </pc:spChg>
        <pc:graphicFrameChg chg="add mod modGraphic">
          <ac:chgData name="强 李" userId="cd6c7ec7188785ae" providerId="LiveId" clId="{662C0930-B515-4910-93A9-1A499EB77362}" dt="2023-03-11T06:47:45.154" v="418" actId="404"/>
          <ac:graphicFrameMkLst>
            <pc:docMk/>
            <pc:sldMk cId="3418790839" sldId="554"/>
            <ac:graphicFrameMk id="3" creationId="{834FEE26-B6D8-F604-DE97-236834A9A579}"/>
          </ac:graphicFrameMkLst>
        </pc:graphicFrameChg>
        <pc:cxnChg chg="add">
          <ac:chgData name="强 李" userId="cd6c7ec7188785ae" providerId="LiveId" clId="{662C0930-B515-4910-93A9-1A499EB77362}" dt="2023-03-11T21:05:37.552" v="1467" actId="11529"/>
          <ac:cxnSpMkLst>
            <pc:docMk/>
            <pc:sldMk cId="3418790839" sldId="554"/>
            <ac:cxnSpMk id="5" creationId="{9CA26DAA-ACC3-E965-66E4-F6A39B93A5B3}"/>
          </ac:cxnSpMkLst>
        </pc:cxnChg>
      </pc:sldChg>
      <pc:sldChg chg="addSp modSp add del mod ord setBg">
        <pc:chgData name="强 李" userId="cd6c7ec7188785ae" providerId="LiveId" clId="{662C0930-B515-4910-93A9-1A499EB77362}" dt="2023-03-11T06:45:36.380" v="396" actId="47"/>
        <pc:sldMkLst>
          <pc:docMk/>
          <pc:sldMk cId="1782103472" sldId="555"/>
        </pc:sldMkLst>
        <pc:spChg chg="mod">
          <ac:chgData name="强 李" userId="cd6c7ec7188785ae" providerId="LiveId" clId="{662C0930-B515-4910-93A9-1A499EB77362}" dt="2023-03-11T06:40:21.913" v="364"/>
          <ac:spMkLst>
            <pc:docMk/>
            <pc:sldMk cId="1782103472" sldId="555"/>
            <ac:spMk id="18" creationId="{00000000-0000-0000-0000-000000000000}"/>
          </ac:spMkLst>
        </pc:spChg>
        <pc:spChg chg="add">
          <ac:chgData name="强 李" userId="cd6c7ec7188785ae" providerId="LiveId" clId="{662C0930-B515-4910-93A9-1A499EB77362}" dt="2023-03-11T06:39:41.993" v="351" actId="26606"/>
          <ac:spMkLst>
            <pc:docMk/>
            <pc:sldMk cId="1782103472" sldId="555"/>
            <ac:spMk id="23" creationId="{56E9B3E6-E277-4D68-BA48-9CB43FFBD6E2}"/>
          </ac:spMkLst>
        </pc:spChg>
        <pc:spChg chg="add">
          <ac:chgData name="强 李" userId="cd6c7ec7188785ae" providerId="LiveId" clId="{662C0930-B515-4910-93A9-1A499EB77362}" dt="2023-03-11T06:39:41.993" v="351" actId="26606"/>
          <ac:spMkLst>
            <pc:docMk/>
            <pc:sldMk cId="1782103472" sldId="555"/>
            <ac:spMk id="30" creationId="{D5B0017B-2ECA-49AF-B397-DC140825DF8D}"/>
          </ac:spMkLst>
        </pc:spChg>
        <pc:grpChg chg="add">
          <ac:chgData name="强 李" userId="cd6c7ec7188785ae" providerId="LiveId" clId="{662C0930-B515-4910-93A9-1A499EB77362}" dt="2023-03-11T06:39:41.993" v="351" actId="26606"/>
          <ac:grpSpMkLst>
            <pc:docMk/>
            <pc:sldMk cId="1782103472" sldId="555"/>
            <ac:grpSpMk id="25" creationId="{AE1C45F0-260A-458C-96ED-C1F6D2151219}"/>
          </ac:grpSpMkLst>
        </pc:grpChg>
        <pc:graphicFrameChg chg="mod modGraphic">
          <ac:chgData name="强 李" userId="cd6c7ec7188785ae" providerId="LiveId" clId="{662C0930-B515-4910-93A9-1A499EB77362}" dt="2023-03-11T06:42:03.512" v="377" actId="403"/>
          <ac:graphicFrameMkLst>
            <pc:docMk/>
            <pc:sldMk cId="1782103472" sldId="555"/>
            <ac:graphicFrameMk id="5" creationId="{6AB369E9-7320-DE30-3AFD-31DAAE20458E}"/>
          </ac:graphicFrameMkLst>
        </pc:graphicFrameChg>
        <pc:cxnChg chg="add">
          <ac:chgData name="强 李" userId="cd6c7ec7188785ae" providerId="LiveId" clId="{662C0930-B515-4910-93A9-1A499EB77362}" dt="2023-03-11T06:39:41.993" v="351" actId="26606"/>
          <ac:cxnSpMkLst>
            <pc:docMk/>
            <pc:sldMk cId="1782103472" sldId="555"/>
            <ac:cxnSpMk id="32" creationId="{6CF1BAF6-AD41-4082-B212-8A1F9A2E8779}"/>
          </ac:cxnSpMkLst>
        </pc:cxnChg>
      </pc:sldChg>
      <pc:sldChg chg="addSp delSp modSp add mod">
        <pc:chgData name="强 李" userId="cd6c7ec7188785ae" providerId="LiveId" clId="{662C0930-B515-4910-93A9-1A499EB77362}" dt="2023-03-11T21:48:20.335" v="1671" actId="403"/>
        <pc:sldMkLst>
          <pc:docMk/>
          <pc:sldMk cId="3692116085" sldId="555"/>
        </pc:sldMkLst>
        <pc:spChg chg="mod">
          <ac:chgData name="强 李" userId="cd6c7ec7188785ae" providerId="LiveId" clId="{662C0930-B515-4910-93A9-1A499EB77362}" dt="2023-03-11T21:48:20.335" v="1671" actId="403"/>
          <ac:spMkLst>
            <pc:docMk/>
            <pc:sldMk cId="3692116085" sldId="555"/>
            <ac:spMk id="2" creationId="{00000000-0000-0000-0000-000000000000}"/>
          </ac:spMkLst>
        </pc:spChg>
        <pc:spChg chg="mod">
          <ac:chgData name="强 李" userId="cd6c7ec7188785ae" providerId="LiveId" clId="{662C0930-B515-4910-93A9-1A499EB77362}" dt="2023-03-11T07:27:25.286" v="955" actId="20577"/>
          <ac:spMkLst>
            <pc:docMk/>
            <pc:sldMk cId="3692116085" sldId="555"/>
            <ac:spMk id="5" creationId="{F26E2100-C214-5D1E-3B58-C2ED1ECE553C}"/>
          </ac:spMkLst>
        </pc:spChg>
        <pc:spChg chg="add del">
          <ac:chgData name="强 李" userId="cd6c7ec7188785ae" providerId="LiveId" clId="{662C0930-B515-4910-93A9-1A499EB77362}" dt="2023-03-11T07:03:04.489" v="660"/>
          <ac:spMkLst>
            <pc:docMk/>
            <pc:sldMk cId="3692116085" sldId="555"/>
            <ac:spMk id="6" creationId="{1667CC5F-FC83-D413-8A20-3CC1CD282029}"/>
          </ac:spMkLst>
        </pc:spChg>
        <pc:spChg chg="add del">
          <ac:chgData name="强 李" userId="cd6c7ec7188785ae" providerId="LiveId" clId="{662C0930-B515-4910-93A9-1A499EB77362}" dt="2023-03-11T21:47:41.639" v="1664"/>
          <ac:spMkLst>
            <pc:docMk/>
            <pc:sldMk cId="3692116085" sldId="555"/>
            <ac:spMk id="6" creationId="{E24A43C6-6F7B-B2D9-C7C7-8FF2ED55D25A}"/>
          </ac:spMkLst>
        </pc:spChg>
        <pc:spChg chg="mod">
          <ac:chgData name="强 李" userId="cd6c7ec7188785ae" providerId="LiveId" clId="{662C0930-B515-4910-93A9-1A499EB77362}" dt="2023-03-11T07:06:53.417" v="720" actId="20577"/>
          <ac:spMkLst>
            <pc:docMk/>
            <pc:sldMk cId="3692116085" sldId="555"/>
            <ac:spMk id="18" creationId="{00000000-0000-0000-0000-000000000000}"/>
          </ac:spMkLst>
        </pc:spChg>
        <pc:grpChg chg="add mod">
          <ac:chgData name="强 李" userId="cd6c7ec7188785ae" providerId="LiveId" clId="{662C0930-B515-4910-93A9-1A499EB77362}" dt="2023-03-11T07:02:18.831" v="643"/>
          <ac:grpSpMkLst>
            <pc:docMk/>
            <pc:sldMk cId="3692116085" sldId="555"/>
            <ac:grpSpMk id="3" creationId="{396B3AF0-3B7B-BB39-F9D1-6251432A74D1}"/>
          </ac:grpSpMkLst>
        </pc:grpChg>
        <pc:picChg chg="mod">
          <ac:chgData name="强 李" userId="cd6c7ec7188785ae" providerId="LiveId" clId="{662C0930-B515-4910-93A9-1A499EB77362}" dt="2023-03-11T07:02:18.831" v="643"/>
          <ac:picMkLst>
            <pc:docMk/>
            <pc:sldMk cId="3692116085" sldId="555"/>
            <ac:picMk id="4" creationId="{A8A77838-51F2-553E-DE91-246079D7696B}"/>
          </ac:picMkLst>
        </pc:picChg>
      </pc:sldChg>
      <pc:sldChg chg="delSp modSp add mod">
        <pc:chgData name="强 李" userId="cd6c7ec7188785ae" providerId="LiveId" clId="{662C0930-B515-4910-93A9-1A499EB77362}" dt="2023-03-11T21:52:05.085" v="1753"/>
        <pc:sldMkLst>
          <pc:docMk/>
          <pc:sldMk cId="996529028" sldId="556"/>
        </pc:sldMkLst>
        <pc:spChg chg="mod">
          <ac:chgData name="强 李" userId="cd6c7ec7188785ae" providerId="LiveId" clId="{662C0930-B515-4910-93A9-1A499EB77362}" dt="2023-03-11T21:52:05.085" v="1753"/>
          <ac:spMkLst>
            <pc:docMk/>
            <pc:sldMk cId="996529028" sldId="556"/>
            <ac:spMk id="2" creationId="{00000000-0000-0000-0000-000000000000}"/>
          </ac:spMkLst>
        </pc:spChg>
        <pc:spChg chg="mod">
          <ac:chgData name="强 李" userId="cd6c7ec7188785ae" providerId="LiveId" clId="{662C0930-B515-4910-93A9-1A499EB77362}" dt="2023-03-11T07:04:15.180" v="683"/>
          <ac:spMkLst>
            <pc:docMk/>
            <pc:sldMk cId="996529028" sldId="556"/>
            <ac:spMk id="18" creationId="{00000000-0000-0000-0000-000000000000}"/>
          </ac:spMkLst>
        </pc:spChg>
        <pc:grpChg chg="del">
          <ac:chgData name="强 李" userId="cd6c7ec7188785ae" providerId="LiveId" clId="{662C0930-B515-4910-93A9-1A499EB77362}" dt="2023-03-11T07:05:49.780" v="712" actId="478"/>
          <ac:grpSpMkLst>
            <pc:docMk/>
            <pc:sldMk cId="996529028" sldId="556"/>
            <ac:grpSpMk id="3" creationId="{396B3AF0-3B7B-BB39-F9D1-6251432A74D1}"/>
          </ac:grpSpMkLst>
        </pc:grpChg>
      </pc:sldChg>
      <pc:sldChg chg="new del">
        <pc:chgData name="强 李" userId="cd6c7ec7188785ae" providerId="LiveId" clId="{662C0930-B515-4910-93A9-1A499EB77362}" dt="2023-03-11T07:03:19.054" v="666" actId="47"/>
        <pc:sldMkLst>
          <pc:docMk/>
          <pc:sldMk cId="2356210197" sldId="556"/>
        </pc:sldMkLst>
      </pc:sldChg>
      <pc:sldChg chg="addSp delSp modSp add mod">
        <pc:chgData name="强 李" userId="cd6c7ec7188785ae" providerId="LiveId" clId="{662C0930-B515-4910-93A9-1A499EB77362}" dt="2023-03-11T22:03:15.695" v="1820"/>
        <pc:sldMkLst>
          <pc:docMk/>
          <pc:sldMk cId="1560840645" sldId="557"/>
        </pc:sldMkLst>
        <pc:spChg chg="mod">
          <ac:chgData name="强 李" userId="cd6c7ec7188785ae" providerId="LiveId" clId="{662C0930-B515-4910-93A9-1A499EB77362}" dt="2023-03-11T22:03:15.695" v="1820"/>
          <ac:spMkLst>
            <pc:docMk/>
            <pc:sldMk cId="1560840645" sldId="557"/>
            <ac:spMk id="2" creationId="{00000000-0000-0000-0000-000000000000}"/>
          </ac:spMkLst>
        </pc:spChg>
        <pc:spChg chg="mod">
          <ac:chgData name="强 李" userId="cd6c7ec7188785ae" providerId="LiveId" clId="{662C0930-B515-4910-93A9-1A499EB77362}" dt="2023-03-11T07:27:32.565" v="958" actId="20577"/>
          <ac:spMkLst>
            <pc:docMk/>
            <pc:sldMk cId="1560840645" sldId="557"/>
            <ac:spMk id="5" creationId="{D2EF1E1C-FCA8-3AB8-BA6B-18883F543FA0}"/>
          </ac:spMkLst>
        </pc:spChg>
        <pc:spChg chg="add mod">
          <ac:chgData name="强 李" userId="cd6c7ec7188785ae" providerId="LiveId" clId="{662C0930-B515-4910-93A9-1A499EB77362}" dt="2023-03-11T07:36:36.837" v="1067" actId="20577"/>
          <ac:spMkLst>
            <pc:docMk/>
            <pc:sldMk cId="1560840645" sldId="557"/>
            <ac:spMk id="6" creationId="{E9162F18-D987-C5F3-DE29-50E61F685379}"/>
          </ac:spMkLst>
        </pc:spChg>
        <pc:spChg chg="del">
          <ac:chgData name="强 李" userId="cd6c7ec7188785ae" providerId="LiveId" clId="{662C0930-B515-4910-93A9-1A499EB77362}" dt="2023-03-11T07:36:04.326" v="1056" actId="478"/>
          <ac:spMkLst>
            <pc:docMk/>
            <pc:sldMk cId="1560840645" sldId="557"/>
            <ac:spMk id="18" creationId="{00000000-0000-0000-0000-000000000000}"/>
          </ac:spMkLst>
        </pc:spChg>
        <pc:grpChg chg="add del mod">
          <ac:chgData name="强 李" userId="cd6c7ec7188785ae" providerId="LiveId" clId="{662C0930-B515-4910-93A9-1A499EB77362}" dt="2023-03-11T07:32:55.346" v="1009" actId="478"/>
          <ac:grpSpMkLst>
            <pc:docMk/>
            <pc:sldMk cId="1560840645" sldId="557"/>
            <ac:grpSpMk id="3" creationId="{5AB7B9BB-BF5F-1016-F7B7-FFAEAEFD6106}"/>
          </ac:grpSpMkLst>
        </pc:grpChg>
        <pc:picChg chg="mod">
          <ac:chgData name="强 李" userId="cd6c7ec7188785ae" providerId="LiveId" clId="{662C0930-B515-4910-93A9-1A499EB77362}" dt="2023-03-11T07:27:07.525" v="929"/>
          <ac:picMkLst>
            <pc:docMk/>
            <pc:sldMk cId="1560840645" sldId="557"/>
            <ac:picMk id="4" creationId="{093C7B6F-EB40-A533-DCE7-A0EBFF60C517}"/>
          </ac:picMkLst>
        </pc:picChg>
      </pc:sldChg>
      <pc:sldChg chg="addSp delSp modSp add mod">
        <pc:chgData name="强 李" userId="cd6c7ec7188785ae" providerId="LiveId" clId="{662C0930-B515-4910-93A9-1A499EB77362}" dt="2023-03-11T22:04:12.835" v="1825" actId="1076"/>
        <pc:sldMkLst>
          <pc:docMk/>
          <pc:sldMk cId="3879874253" sldId="558"/>
        </pc:sldMkLst>
        <pc:spChg chg="mod">
          <ac:chgData name="强 李" userId="cd6c7ec7188785ae" providerId="LiveId" clId="{662C0930-B515-4910-93A9-1A499EB77362}" dt="2023-03-11T22:04:12.835" v="1825" actId="1076"/>
          <ac:spMkLst>
            <pc:docMk/>
            <pc:sldMk cId="3879874253" sldId="558"/>
            <ac:spMk id="2" creationId="{00000000-0000-0000-0000-000000000000}"/>
          </ac:spMkLst>
        </pc:spChg>
        <pc:spChg chg="mod">
          <ac:chgData name="强 李" userId="cd6c7ec7188785ae" providerId="LiveId" clId="{662C0930-B515-4910-93A9-1A499EB77362}" dt="2023-03-11T22:03:36.413" v="1822" actId="20577"/>
          <ac:spMkLst>
            <pc:docMk/>
            <pc:sldMk cId="3879874253" sldId="558"/>
            <ac:spMk id="5" creationId="{D2EF1E1C-FCA8-3AB8-BA6B-18883F543FA0}"/>
          </ac:spMkLst>
        </pc:spChg>
        <pc:spChg chg="add mod">
          <ac:chgData name="强 李" userId="cd6c7ec7188785ae" providerId="LiveId" clId="{662C0930-B515-4910-93A9-1A499EB77362}" dt="2023-03-11T07:36:40.016" v="1068" actId="20577"/>
          <ac:spMkLst>
            <pc:docMk/>
            <pc:sldMk cId="3879874253" sldId="558"/>
            <ac:spMk id="6" creationId="{EF23C510-2016-A407-597D-D4AC06000692}"/>
          </ac:spMkLst>
        </pc:spChg>
        <pc:spChg chg="del">
          <ac:chgData name="强 李" userId="cd6c7ec7188785ae" providerId="LiveId" clId="{662C0930-B515-4910-93A9-1A499EB77362}" dt="2023-03-11T07:36:09.088" v="1058" actId="478"/>
          <ac:spMkLst>
            <pc:docMk/>
            <pc:sldMk cId="3879874253" sldId="558"/>
            <ac:spMk id="18" creationId="{00000000-0000-0000-0000-000000000000}"/>
          </ac:spMkLst>
        </pc:spChg>
        <pc:grpChg chg="mod">
          <ac:chgData name="强 李" userId="cd6c7ec7188785ae" providerId="LiveId" clId="{662C0930-B515-4910-93A9-1A499EB77362}" dt="2023-03-11T07:32:18.022" v="1007" actId="1076"/>
          <ac:grpSpMkLst>
            <pc:docMk/>
            <pc:sldMk cId="3879874253" sldId="558"/>
            <ac:grpSpMk id="3" creationId="{5AB7B9BB-BF5F-1016-F7B7-FFAEAEFD6106}"/>
          </ac:grpSpMkLst>
        </pc:grpChg>
      </pc:sldChg>
      <pc:sldChg chg="add del">
        <pc:chgData name="强 李" userId="cd6c7ec7188785ae" providerId="LiveId" clId="{662C0930-B515-4910-93A9-1A499EB77362}" dt="2023-03-11T22:12:27.879" v="1855" actId="47"/>
        <pc:sldMkLst>
          <pc:docMk/>
          <pc:sldMk cId="3306781835" sldId="559"/>
        </pc:sldMkLst>
      </pc:sldChg>
      <pc:sldChg chg="modSp add del mod ord setBg">
        <pc:chgData name="强 李" userId="cd6c7ec7188785ae" providerId="LiveId" clId="{662C0930-B515-4910-93A9-1A499EB77362}" dt="2023-03-11T08:18:53.822" v="1415" actId="20577"/>
        <pc:sldMkLst>
          <pc:docMk/>
          <pc:sldMk cId="1911491714" sldId="560"/>
        </pc:sldMkLst>
        <pc:spChg chg="mod">
          <ac:chgData name="强 李" userId="cd6c7ec7188785ae" providerId="LiveId" clId="{662C0930-B515-4910-93A9-1A499EB77362}" dt="2023-03-11T08:18:50.703" v="1413" actId="20577"/>
          <ac:spMkLst>
            <pc:docMk/>
            <pc:sldMk cId="1911491714" sldId="560"/>
            <ac:spMk id="4" creationId="{00000000-0000-0000-0000-000000000000}"/>
          </ac:spMkLst>
        </pc:spChg>
        <pc:spChg chg="mod">
          <ac:chgData name="强 李" userId="cd6c7ec7188785ae" providerId="LiveId" clId="{662C0930-B515-4910-93A9-1A499EB77362}" dt="2023-03-11T08:18:53.822" v="1415" actId="20577"/>
          <ac:spMkLst>
            <pc:docMk/>
            <pc:sldMk cId="1911491714" sldId="560"/>
            <ac:spMk id="5" creationId="{00000000-0000-0000-0000-000000000000}"/>
          </ac:spMkLst>
        </pc:spChg>
      </pc:sldChg>
      <pc:sldChg chg="modSp add mod">
        <pc:chgData name="强 李" userId="cd6c7ec7188785ae" providerId="LiveId" clId="{662C0930-B515-4910-93A9-1A499EB77362}" dt="2023-03-11T21:52:35.144" v="1759" actId="14100"/>
        <pc:sldMkLst>
          <pc:docMk/>
          <pc:sldMk cId="158457568" sldId="561"/>
        </pc:sldMkLst>
        <pc:spChg chg="mod">
          <ac:chgData name="强 李" userId="cd6c7ec7188785ae" providerId="LiveId" clId="{662C0930-B515-4910-93A9-1A499EB77362}" dt="2023-03-11T21:39:38.828" v="1631"/>
          <ac:spMkLst>
            <pc:docMk/>
            <pc:sldMk cId="158457568" sldId="561"/>
            <ac:spMk id="2" creationId="{00000000-0000-0000-0000-000000000000}"/>
          </ac:spMkLst>
        </pc:spChg>
        <pc:spChg chg="mod">
          <ac:chgData name="强 李" userId="cd6c7ec7188785ae" providerId="LiveId" clId="{662C0930-B515-4910-93A9-1A499EB77362}" dt="2023-03-11T21:52:35.144" v="1759" actId="14100"/>
          <ac:spMkLst>
            <pc:docMk/>
            <pc:sldMk cId="158457568" sldId="561"/>
            <ac:spMk id="18" creationId="{00000000-0000-0000-0000-000000000000}"/>
          </ac:spMkLst>
        </pc:spChg>
      </pc:sldChg>
    </pc:docChg>
  </pc:docChgLst>
  <pc:docChgLst>
    <pc:chgData name="李 强" userId="cd6c7ec7188785ae" providerId="LiveId" clId="{A0AD0D13-0BFD-4F11-9585-DCCAE7360DFB}"/>
    <pc:docChg chg="undo custSel addSld delSld modSld sldOrd">
      <pc:chgData name="李 强" userId="cd6c7ec7188785ae" providerId="LiveId" clId="{A0AD0D13-0BFD-4F11-9585-DCCAE7360DFB}" dt="2023-02-18T22:02:41.586" v="492" actId="255"/>
      <pc:docMkLst>
        <pc:docMk/>
      </pc:docMkLst>
      <pc:sldChg chg="modSp mod">
        <pc:chgData name="李 强" userId="cd6c7ec7188785ae" providerId="LiveId" clId="{A0AD0D13-0BFD-4F11-9585-DCCAE7360DFB}" dt="2023-02-18T14:05:07.474" v="2" actId="20577"/>
        <pc:sldMkLst>
          <pc:docMk/>
          <pc:sldMk cId="0" sldId="413"/>
        </pc:sldMkLst>
        <pc:spChg chg="mod">
          <ac:chgData name="李 强" userId="cd6c7ec7188785ae" providerId="LiveId" clId="{A0AD0D13-0BFD-4F11-9585-DCCAE7360DFB}" dt="2023-02-18T14:05:07.474" v="2" actId="20577"/>
          <ac:spMkLst>
            <pc:docMk/>
            <pc:sldMk cId="0" sldId="413"/>
            <ac:spMk id="4" creationId="{00000000-0000-0000-0000-000000000000}"/>
          </ac:spMkLst>
        </pc:spChg>
      </pc:sldChg>
      <pc:sldChg chg="addSp delSp modSp mod modShow">
        <pc:chgData name="李 强" userId="cd6c7ec7188785ae" providerId="LiveId" clId="{A0AD0D13-0BFD-4F11-9585-DCCAE7360DFB}" dt="2023-02-18T21:02:35.854" v="197"/>
        <pc:sldMkLst>
          <pc:docMk/>
          <pc:sldMk cId="0" sldId="425"/>
        </pc:sldMkLst>
        <pc:spChg chg="del mod">
          <ac:chgData name="李 强" userId="cd6c7ec7188785ae" providerId="LiveId" clId="{A0AD0D13-0BFD-4F11-9585-DCCAE7360DFB}" dt="2023-02-18T21:00:06.895" v="170" actId="12084"/>
          <ac:spMkLst>
            <pc:docMk/>
            <pc:sldMk cId="0" sldId="425"/>
            <ac:spMk id="2" creationId="{00000000-0000-0000-0000-000000000000}"/>
          </ac:spMkLst>
        </pc:spChg>
        <pc:spChg chg="mod">
          <ac:chgData name="李 强" userId="cd6c7ec7188785ae" providerId="LiveId" clId="{A0AD0D13-0BFD-4F11-9585-DCCAE7360DFB}" dt="2023-02-18T21:01:38.486" v="195" actId="14100"/>
          <ac:spMkLst>
            <pc:docMk/>
            <pc:sldMk cId="0" sldId="425"/>
            <ac:spMk id="18" creationId="{00000000-0000-0000-0000-000000000000}"/>
          </ac:spMkLst>
        </pc:spChg>
        <pc:graphicFrameChg chg="add mod">
          <ac:chgData name="李 强" userId="cd6c7ec7188785ae" providerId="LiveId" clId="{A0AD0D13-0BFD-4F11-9585-DCCAE7360DFB}" dt="2023-02-18T21:02:35.854" v="197"/>
          <ac:graphicFrameMkLst>
            <pc:docMk/>
            <pc:sldMk cId="0" sldId="425"/>
            <ac:graphicFrameMk id="5" creationId="{6AB369E9-7320-DE30-3AFD-31DAAE20458E}"/>
          </ac:graphicFrameMkLst>
        </pc:graphicFrameChg>
        <pc:picChg chg="add del mod">
          <ac:chgData name="李 强" userId="cd6c7ec7188785ae" providerId="LiveId" clId="{A0AD0D13-0BFD-4F11-9585-DCCAE7360DFB}" dt="2023-02-18T20:57:43.430" v="165" actId="478"/>
          <ac:picMkLst>
            <pc:docMk/>
            <pc:sldMk cId="0" sldId="425"/>
            <ac:picMk id="4" creationId="{27225987-7E0F-6DA0-ECD3-734739A316A7}"/>
          </ac:picMkLst>
        </pc:picChg>
      </pc:sldChg>
      <pc:sldChg chg="del">
        <pc:chgData name="李 强" userId="cd6c7ec7188785ae" providerId="LiveId" clId="{A0AD0D13-0BFD-4F11-9585-DCCAE7360DFB}" dt="2023-02-18T14:05:02.428" v="1" actId="47"/>
        <pc:sldMkLst>
          <pc:docMk/>
          <pc:sldMk cId="0" sldId="427"/>
        </pc:sldMkLst>
      </pc:sldChg>
      <pc:sldChg chg="del">
        <pc:chgData name="李 强" userId="cd6c7ec7188785ae" providerId="LiveId" clId="{A0AD0D13-0BFD-4F11-9585-DCCAE7360DFB}" dt="2023-02-18T14:05:02.428" v="1" actId="47"/>
        <pc:sldMkLst>
          <pc:docMk/>
          <pc:sldMk cId="3608494230" sldId="530"/>
        </pc:sldMkLst>
      </pc:sldChg>
      <pc:sldChg chg="addSp delSp modSp add del mod ord">
        <pc:chgData name="李 强" userId="cd6c7ec7188785ae" providerId="LiveId" clId="{A0AD0D13-0BFD-4F11-9585-DCCAE7360DFB}" dt="2023-02-18T21:13:58.400" v="255" actId="1076"/>
        <pc:sldMkLst>
          <pc:docMk/>
          <pc:sldMk cId="54695671" sldId="531"/>
        </pc:sldMkLst>
        <pc:spChg chg="mod">
          <ac:chgData name="李 强" userId="cd6c7ec7188785ae" providerId="LiveId" clId="{A0AD0D13-0BFD-4F11-9585-DCCAE7360DFB}" dt="2023-02-18T21:13:51.529" v="253" actId="6549"/>
          <ac:spMkLst>
            <pc:docMk/>
            <pc:sldMk cId="54695671" sldId="531"/>
            <ac:spMk id="2" creationId="{00000000-0000-0000-0000-000000000000}"/>
          </ac:spMkLst>
        </pc:spChg>
        <pc:spChg chg="mod">
          <ac:chgData name="李 强" userId="cd6c7ec7188785ae" providerId="LiveId" clId="{A0AD0D13-0BFD-4F11-9585-DCCAE7360DFB}" dt="2023-02-18T21:13:48.208" v="252"/>
          <ac:spMkLst>
            <pc:docMk/>
            <pc:sldMk cId="54695671" sldId="531"/>
            <ac:spMk id="7" creationId="{2D1A8CAF-63CC-1BAD-13AD-0325E43D050B}"/>
          </ac:spMkLst>
        </pc:spChg>
        <pc:spChg chg="mod">
          <ac:chgData name="李 强" userId="cd6c7ec7188785ae" providerId="LiveId" clId="{A0AD0D13-0BFD-4F11-9585-DCCAE7360DFB}" dt="2023-02-18T14:19:59.465" v="15"/>
          <ac:spMkLst>
            <pc:docMk/>
            <pc:sldMk cId="54695671" sldId="531"/>
            <ac:spMk id="18" creationId="{00000000-0000-0000-0000-000000000000}"/>
          </ac:spMkLst>
        </pc:spChg>
        <pc:grpChg chg="add mod">
          <ac:chgData name="李 强" userId="cd6c7ec7188785ae" providerId="LiveId" clId="{A0AD0D13-0BFD-4F11-9585-DCCAE7360DFB}" dt="2023-02-18T21:13:58.400" v="255" actId="1076"/>
          <ac:grpSpMkLst>
            <pc:docMk/>
            <pc:sldMk cId="54695671" sldId="531"/>
            <ac:grpSpMk id="5" creationId="{66B526DA-78B5-EF99-F66F-28E8DE868CF9}"/>
          </ac:grpSpMkLst>
        </pc:grpChg>
        <pc:picChg chg="add del mod">
          <ac:chgData name="李 强" userId="cd6c7ec7188785ae" providerId="LiveId" clId="{A0AD0D13-0BFD-4F11-9585-DCCAE7360DFB}" dt="2023-02-18T21:13:54.098" v="254" actId="478"/>
          <ac:picMkLst>
            <pc:docMk/>
            <pc:sldMk cId="54695671" sldId="531"/>
            <ac:picMk id="4" creationId="{A334C737-564D-2E1B-D7F5-75244E536269}"/>
          </ac:picMkLst>
        </pc:picChg>
        <pc:picChg chg="mod">
          <ac:chgData name="李 强" userId="cd6c7ec7188785ae" providerId="LiveId" clId="{A0AD0D13-0BFD-4F11-9585-DCCAE7360DFB}" dt="2023-02-18T21:13:31.748" v="247"/>
          <ac:picMkLst>
            <pc:docMk/>
            <pc:sldMk cId="54695671" sldId="531"/>
            <ac:picMk id="6" creationId="{7ED050C9-E1B9-1C8B-E9AC-6460500E2DCD}"/>
          </ac:picMkLst>
        </pc:picChg>
      </pc:sldChg>
      <pc:sldChg chg="del">
        <pc:chgData name="李 强" userId="cd6c7ec7188785ae" providerId="LiveId" clId="{A0AD0D13-0BFD-4F11-9585-DCCAE7360DFB}" dt="2023-02-18T14:05:02.428" v="1" actId="47"/>
        <pc:sldMkLst>
          <pc:docMk/>
          <pc:sldMk cId="3098698452" sldId="539"/>
        </pc:sldMkLst>
      </pc:sldChg>
      <pc:sldChg chg="del">
        <pc:chgData name="李 强" userId="cd6c7ec7188785ae" providerId="LiveId" clId="{A0AD0D13-0BFD-4F11-9585-DCCAE7360DFB}" dt="2023-02-18T14:05:02.428" v="1" actId="47"/>
        <pc:sldMkLst>
          <pc:docMk/>
          <pc:sldMk cId="1804281116" sldId="540"/>
        </pc:sldMkLst>
      </pc:sldChg>
      <pc:sldChg chg="modSp mod">
        <pc:chgData name="李 强" userId="cd6c7ec7188785ae" providerId="LiveId" clId="{A0AD0D13-0BFD-4F11-9585-DCCAE7360DFB}" dt="2023-02-18T21:23:04.632" v="330" actId="20577"/>
        <pc:sldMkLst>
          <pc:docMk/>
          <pc:sldMk cId="188333421" sldId="541"/>
        </pc:sldMkLst>
        <pc:spChg chg="mod">
          <ac:chgData name="李 强" userId="cd6c7ec7188785ae" providerId="LiveId" clId="{A0AD0D13-0BFD-4F11-9585-DCCAE7360DFB}" dt="2023-02-18T21:23:04.632" v="330" actId="20577"/>
          <ac:spMkLst>
            <pc:docMk/>
            <pc:sldMk cId="188333421" sldId="541"/>
            <ac:spMk id="2" creationId="{00000000-0000-0000-0000-000000000000}"/>
          </ac:spMkLst>
        </pc:spChg>
      </pc:sldChg>
      <pc:sldChg chg="addSp modSp mod">
        <pc:chgData name="李 强" userId="cd6c7ec7188785ae" providerId="LiveId" clId="{A0AD0D13-0BFD-4F11-9585-DCCAE7360DFB}" dt="2023-02-18T21:59:06.009" v="472" actId="108"/>
        <pc:sldMkLst>
          <pc:docMk/>
          <pc:sldMk cId="3014528576" sldId="542"/>
        </pc:sldMkLst>
        <pc:spChg chg="mod">
          <ac:chgData name="李 强" userId="cd6c7ec7188785ae" providerId="LiveId" clId="{A0AD0D13-0BFD-4F11-9585-DCCAE7360DFB}" dt="2023-02-18T21:59:06.009" v="472" actId="108"/>
          <ac:spMkLst>
            <pc:docMk/>
            <pc:sldMk cId="3014528576" sldId="542"/>
            <ac:spMk id="2" creationId="{00000000-0000-0000-0000-000000000000}"/>
          </ac:spMkLst>
        </pc:spChg>
        <pc:spChg chg="mod">
          <ac:chgData name="李 强" userId="cd6c7ec7188785ae" providerId="LiveId" clId="{A0AD0D13-0BFD-4F11-9585-DCCAE7360DFB}" dt="2023-02-18T21:16:15.920" v="307"/>
          <ac:spMkLst>
            <pc:docMk/>
            <pc:sldMk cId="3014528576" sldId="542"/>
            <ac:spMk id="5" creationId="{4A5AC82D-48F1-5DA2-0A95-193BBCEEA933}"/>
          </ac:spMkLst>
        </pc:spChg>
        <pc:grpChg chg="add mod">
          <ac:chgData name="李 强" userId="cd6c7ec7188785ae" providerId="LiveId" clId="{A0AD0D13-0BFD-4F11-9585-DCCAE7360DFB}" dt="2023-02-18T21:16:03.447" v="301" actId="1076"/>
          <ac:grpSpMkLst>
            <pc:docMk/>
            <pc:sldMk cId="3014528576" sldId="542"/>
            <ac:grpSpMk id="3" creationId="{726480B9-F738-F9C4-A3A9-291FDBCBE60B}"/>
          </ac:grpSpMkLst>
        </pc:grpChg>
        <pc:picChg chg="mod">
          <ac:chgData name="李 强" userId="cd6c7ec7188785ae" providerId="LiveId" clId="{A0AD0D13-0BFD-4F11-9585-DCCAE7360DFB}" dt="2023-02-18T21:15:58.004" v="299"/>
          <ac:picMkLst>
            <pc:docMk/>
            <pc:sldMk cId="3014528576" sldId="542"/>
            <ac:picMk id="4" creationId="{515BC975-09A1-48C6-8FED-743CBD34CC3B}"/>
          </ac:picMkLst>
        </pc:picChg>
      </pc:sldChg>
      <pc:sldChg chg="del">
        <pc:chgData name="李 强" userId="cd6c7ec7188785ae" providerId="LiveId" clId="{A0AD0D13-0BFD-4F11-9585-DCCAE7360DFB}" dt="2023-02-18T14:05:02.428" v="1" actId="47"/>
        <pc:sldMkLst>
          <pc:docMk/>
          <pc:sldMk cId="2346705434" sldId="544"/>
        </pc:sldMkLst>
      </pc:sldChg>
      <pc:sldChg chg="addSp delSp modSp mod">
        <pc:chgData name="李 强" userId="cd6c7ec7188785ae" providerId="LiveId" clId="{A0AD0D13-0BFD-4F11-9585-DCCAE7360DFB}" dt="2023-02-18T21:27:48.110" v="340" actId="20577"/>
        <pc:sldMkLst>
          <pc:docMk/>
          <pc:sldMk cId="1236072088" sldId="546"/>
        </pc:sldMkLst>
        <pc:spChg chg="mod">
          <ac:chgData name="李 强" userId="cd6c7ec7188785ae" providerId="LiveId" clId="{A0AD0D13-0BFD-4F11-9585-DCCAE7360DFB}" dt="2023-02-18T21:27:48.110" v="340" actId="20577"/>
          <ac:spMkLst>
            <pc:docMk/>
            <pc:sldMk cId="1236072088" sldId="546"/>
            <ac:spMk id="2" creationId="{00000000-0000-0000-0000-000000000000}"/>
          </ac:spMkLst>
        </pc:spChg>
        <pc:spChg chg="add del">
          <ac:chgData name="李 强" userId="cd6c7ec7188785ae" providerId="LiveId" clId="{A0AD0D13-0BFD-4F11-9585-DCCAE7360DFB}" dt="2023-02-18T21:12:00.948" v="222"/>
          <ac:spMkLst>
            <pc:docMk/>
            <pc:sldMk cId="1236072088" sldId="546"/>
            <ac:spMk id="4" creationId="{A40F4468-0073-3ECA-9CD9-F87616BD0B00}"/>
          </ac:spMkLst>
        </pc:spChg>
        <pc:spChg chg="add mod">
          <ac:chgData name="李 强" userId="cd6c7ec7188785ae" providerId="LiveId" clId="{A0AD0D13-0BFD-4F11-9585-DCCAE7360DFB}" dt="2023-02-18T21:12:38.373" v="226" actId="164"/>
          <ac:spMkLst>
            <pc:docMk/>
            <pc:sldMk cId="1236072088" sldId="546"/>
            <ac:spMk id="6" creationId="{C7DDE0EC-59DE-48FE-924A-E11B03032422}"/>
          </ac:spMkLst>
        </pc:spChg>
        <pc:grpChg chg="add mod">
          <ac:chgData name="李 强" userId="cd6c7ec7188785ae" providerId="LiveId" clId="{A0AD0D13-0BFD-4F11-9585-DCCAE7360DFB}" dt="2023-02-18T21:13:23.063" v="246" actId="1076"/>
          <ac:grpSpMkLst>
            <pc:docMk/>
            <pc:sldMk cId="1236072088" sldId="546"/>
            <ac:grpSpMk id="7" creationId="{8415C2D7-F2C8-1C6F-5DD8-9970E53E2F4E}"/>
          </ac:grpSpMkLst>
        </pc:grpChg>
        <pc:picChg chg="add mod">
          <ac:chgData name="李 强" userId="cd6c7ec7188785ae" providerId="LiveId" clId="{A0AD0D13-0BFD-4F11-9585-DCCAE7360DFB}" dt="2023-02-18T21:12:38.373" v="226" actId="164"/>
          <ac:picMkLst>
            <pc:docMk/>
            <pc:sldMk cId="1236072088" sldId="546"/>
            <ac:picMk id="3" creationId="{970178CA-16A9-F886-F888-C097DE33FCD7}"/>
          </ac:picMkLst>
        </pc:picChg>
      </pc:sldChg>
      <pc:sldChg chg="addSp modSp mod">
        <pc:chgData name="李 强" userId="cd6c7ec7188785ae" providerId="LiveId" clId="{A0AD0D13-0BFD-4F11-9585-DCCAE7360DFB}" dt="2023-02-18T21:47:29.054" v="348" actId="20577"/>
        <pc:sldMkLst>
          <pc:docMk/>
          <pc:sldMk cId="30193004" sldId="547"/>
        </pc:sldMkLst>
        <pc:spChg chg="mod">
          <ac:chgData name="李 强" userId="cd6c7ec7188785ae" providerId="LiveId" clId="{A0AD0D13-0BFD-4F11-9585-DCCAE7360DFB}" dt="2023-02-18T21:47:29.054" v="348" actId="20577"/>
          <ac:spMkLst>
            <pc:docMk/>
            <pc:sldMk cId="30193004" sldId="547"/>
            <ac:spMk id="2" creationId="{00000000-0000-0000-0000-000000000000}"/>
          </ac:spMkLst>
        </pc:spChg>
        <pc:spChg chg="mod">
          <ac:chgData name="李 强" userId="cd6c7ec7188785ae" providerId="LiveId" clId="{A0AD0D13-0BFD-4F11-9585-DCCAE7360DFB}" dt="2023-02-18T21:43:53.150" v="344"/>
          <ac:spMkLst>
            <pc:docMk/>
            <pc:sldMk cId="30193004" sldId="547"/>
            <ac:spMk id="5" creationId="{119776E6-13D0-E3C6-B0AF-0AE81EC32EB1}"/>
          </ac:spMkLst>
        </pc:spChg>
        <pc:grpChg chg="add mod">
          <ac:chgData name="李 强" userId="cd6c7ec7188785ae" providerId="LiveId" clId="{A0AD0D13-0BFD-4F11-9585-DCCAE7360DFB}" dt="2023-02-18T21:44:00.314" v="345" actId="1076"/>
          <ac:grpSpMkLst>
            <pc:docMk/>
            <pc:sldMk cId="30193004" sldId="547"/>
            <ac:grpSpMk id="3" creationId="{09E1F726-1044-0820-13BF-1422AEAF8B9A}"/>
          </ac:grpSpMkLst>
        </pc:grpChg>
        <pc:picChg chg="mod">
          <ac:chgData name="李 强" userId="cd6c7ec7188785ae" providerId="LiveId" clId="{A0AD0D13-0BFD-4F11-9585-DCCAE7360DFB}" dt="2023-02-18T21:12:53.547" v="227"/>
          <ac:picMkLst>
            <pc:docMk/>
            <pc:sldMk cId="30193004" sldId="547"/>
            <ac:picMk id="4" creationId="{338F6CE7-DF82-8F79-312B-B5451C1B1882}"/>
          </ac:picMkLst>
        </pc:picChg>
      </pc:sldChg>
      <pc:sldChg chg="addSp delSp modSp mod">
        <pc:chgData name="李 强" userId="cd6c7ec7188785ae" providerId="LiveId" clId="{A0AD0D13-0BFD-4F11-9585-DCCAE7360DFB}" dt="2023-02-18T22:02:41.586" v="492" actId="255"/>
        <pc:sldMkLst>
          <pc:docMk/>
          <pc:sldMk cId="1850033319" sldId="548"/>
        </pc:sldMkLst>
        <pc:spChg chg="mod">
          <ac:chgData name="李 强" userId="cd6c7ec7188785ae" providerId="LiveId" clId="{A0AD0D13-0BFD-4F11-9585-DCCAE7360DFB}" dt="2023-02-18T22:02:41.586" v="492" actId="255"/>
          <ac:spMkLst>
            <pc:docMk/>
            <pc:sldMk cId="1850033319" sldId="548"/>
            <ac:spMk id="2" creationId="{00000000-0000-0000-0000-000000000000}"/>
          </ac:spMkLst>
        </pc:spChg>
        <pc:spChg chg="mod">
          <ac:chgData name="李 强" userId="cd6c7ec7188785ae" providerId="LiveId" clId="{A0AD0D13-0BFD-4F11-9585-DCCAE7360DFB}" dt="2023-02-18T21:16:26.672" v="314"/>
          <ac:spMkLst>
            <pc:docMk/>
            <pc:sldMk cId="1850033319" sldId="548"/>
            <ac:spMk id="5" creationId="{AD90000D-A3AB-4A8E-D619-ACF05C853ADF}"/>
          </ac:spMkLst>
        </pc:spChg>
        <pc:spChg chg="add del">
          <ac:chgData name="李 强" userId="cd6c7ec7188785ae" providerId="LiveId" clId="{A0AD0D13-0BFD-4F11-9585-DCCAE7360DFB}" dt="2023-02-18T22:01:14.038" v="478"/>
          <ac:spMkLst>
            <pc:docMk/>
            <pc:sldMk cId="1850033319" sldId="548"/>
            <ac:spMk id="6" creationId="{0D605B4C-1607-2DBB-D37E-6709AAD130B0}"/>
          </ac:spMkLst>
        </pc:spChg>
        <pc:grpChg chg="add mod">
          <ac:chgData name="李 强" userId="cd6c7ec7188785ae" providerId="LiveId" clId="{A0AD0D13-0BFD-4F11-9585-DCCAE7360DFB}" dt="2023-02-18T21:14:25" v="258" actId="1076"/>
          <ac:grpSpMkLst>
            <pc:docMk/>
            <pc:sldMk cId="1850033319" sldId="548"/>
            <ac:grpSpMk id="3" creationId="{E3F25E25-2780-0BA4-5F1E-81FE86C42EC9}"/>
          </ac:grpSpMkLst>
        </pc:grpChg>
        <pc:picChg chg="mod">
          <ac:chgData name="李 强" userId="cd6c7ec7188785ae" providerId="LiveId" clId="{A0AD0D13-0BFD-4F11-9585-DCCAE7360DFB}" dt="2023-02-18T21:14:17.826" v="256"/>
          <ac:picMkLst>
            <pc:docMk/>
            <pc:sldMk cId="1850033319" sldId="548"/>
            <ac:picMk id="4" creationId="{1CFAAF72-0F47-0A47-6A0E-E70AE1FF0468}"/>
          </ac:picMkLst>
        </pc:picChg>
      </pc:sldChg>
      <pc:sldChg chg="addSp modSp mod">
        <pc:chgData name="李 强" userId="cd6c7ec7188785ae" providerId="LiveId" clId="{A0AD0D13-0BFD-4F11-9585-DCCAE7360DFB}" dt="2023-02-18T21:16:36.566" v="321"/>
        <pc:sldMkLst>
          <pc:docMk/>
          <pc:sldMk cId="2628862028" sldId="549"/>
        </pc:sldMkLst>
        <pc:spChg chg="mod">
          <ac:chgData name="李 强" userId="cd6c7ec7188785ae" providerId="LiveId" clId="{A0AD0D13-0BFD-4F11-9585-DCCAE7360DFB}" dt="2023-02-18T21:16:36.566" v="321"/>
          <ac:spMkLst>
            <pc:docMk/>
            <pc:sldMk cId="2628862028" sldId="549"/>
            <ac:spMk id="5" creationId="{B32F6395-DF06-AC0E-506A-B0C2FC26362A}"/>
          </ac:spMkLst>
        </pc:spChg>
        <pc:grpChg chg="add mod">
          <ac:chgData name="李 强" userId="cd6c7ec7188785ae" providerId="LiveId" clId="{A0AD0D13-0BFD-4F11-9585-DCCAE7360DFB}" dt="2023-02-18T21:14:49.153" v="270" actId="1076"/>
          <ac:grpSpMkLst>
            <pc:docMk/>
            <pc:sldMk cId="2628862028" sldId="549"/>
            <ac:grpSpMk id="3" creationId="{15504A29-F313-2069-DA9C-4A5EEF8D8768}"/>
          </ac:grpSpMkLst>
        </pc:grpChg>
        <pc:picChg chg="mod">
          <ac:chgData name="李 强" userId="cd6c7ec7188785ae" providerId="LiveId" clId="{A0AD0D13-0BFD-4F11-9585-DCCAE7360DFB}" dt="2023-02-18T21:14:44.258" v="268"/>
          <ac:picMkLst>
            <pc:docMk/>
            <pc:sldMk cId="2628862028" sldId="549"/>
            <ac:picMk id="4" creationId="{1E0EB8D9-2C07-D2D1-3B8A-D9C73D2496CC}"/>
          </ac:picMkLst>
        </pc:picChg>
      </pc:sldChg>
      <pc:sldChg chg="addSp modSp mod">
        <pc:chgData name="李 强" userId="cd6c7ec7188785ae" providerId="LiveId" clId="{A0AD0D13-0BFD-4F11-9585-DCCAE7360DFB}" dt="2023-02-18T21:16:41.711" v="324"/>
        <pc:sldMkLst>
          <pc:docMk/>
          <pc:sldMk cId="2538769747" sldId="550"/>
        </pc:sldMkLst>
        <pc:spChg chg="mod">
          <ac:chgData name="李 强" userId="cd6c7ec7188785ae" providerId="LiveId" clId="{A0AD0D13-0BFD-4F11-9585-DCCAE7360DFB}" dt="2023-02-18T21:16:41.711" v="324"/>
          <ac:spMkLst>
            <pc:docMk/>
            <pc:sldMk cId="2538769747" sldId="550"/>
            <ac:spMk id="5" creationId="{BBDB9439-D752-AD3A-8991-38100E75641C}"/>
          </ac:spMkLst>
        </pc:spChg>
        <pc:grpChg chg="add mod">
          <ac:chgData name="李 强" userId="cd6c7ec7188785ae" providerId="LiveId" clId="{A0AD0D13-0BFD-4F11-9585-DCCAE7360DFB}" dt="2023-02-18T21:15:18.529" v="286" actId="1076"/>
          <ac:grpSpMkLst>
            <pc:docMk/>
            <pc:sldMk cId="2538769747" sldId="550"/>
            <ac:grpSpMk id="3" creationId="{54B3D18A-B537-B68D-5B83-792788905E8E}"/>
          </ac:grpSpMkLst>
        </pc:grpChg>
        <pc:picChg chg="mod">
          <ac:chgData name="李 强" userId="cd6c7ec7188785ae" providerId="LiveId" clId="{A0AD0D13-0BFD-4F11-9585-DCCAE7360DFB}" dt="2023-02-18T21:15:12.816" v="284"/>
          <ac:picMkLst>
            <pc:docMk/>
            <pc:sldMk cId="2538769747" sldId="550"/>
            <ac:picMk id="4" creationId="{97CEEC7A-6ADE-618A-42EC-AD3DE6C4EF02}"/>
          </ac:picMkLst>
        </pc:picChg>
      </pc:sldChg>
      <pc:sldChg chg="addSp modSp mod">
        <pc:chgData name="李 强" userId="cd6c7ec7188785ae" providerId="LiveId" clId="{A0AD0D13-0BFD-4F11-9585-DCCAE7360DFB}" dt="2023-02-18T21:21:05.188" v="329" actId="404"/>
        <pc:sldMkLst>
          <pc:docMk/>
          <pc:sldMk cId="2632320746" sldId="551"/>
        </pc:sldMkLst>
        <pc:spChg chg="add mod">
          <ac:chgData name="李 强" userId="cd6c7ec7188785ae" providerId="LiveId" clId="{A0AD0D13-0BFD-4F11-9585-DCCAE7360DFB}" dt="2023-02-18T21:21:05.188" v="329" actId="404"/>
          <ac:spMkLst>
            <pc:docMk/>
            <pc:sldMk cId="2632320746" sldId="551"/>
            <ac:spMk id="4" creationId="{4B362D96-9962-5976-8E72-0BB5DA524421}"/>
          </ac:spMkLst>
        </pc:spChg>
      </pc:sldChg>
      <pc:sldChg chg="modSp add mod">
        <pc:chgData name="李 强" userId="cd6c7ec7188785ae" providerId="LiveId" clId="{A0AD0D13-0BFD-4F11-9585-DCCAE7360DFB}" dt="2023-02-18T20:54:01.742" v="156"/>
        <pc:sldMkLst>
          <pc:docMk/>
          <pc:sldMk cId="419382719" sldId="552"/>
        </pc:sldMkLst>
        <pc:spChg chg="mod">
          <ac:chgData name="李 强" userId="cd6c7ec7188785ae" providerId="LiveId" clId="{A0AD0D13-0BFD-4F11-9585-DCCAE7360DFB}" dt="2023-02-18T20:54:01.742" v="156"/>
          <ac:spMkLst>
            <pc:docMk/>
            <pc:sldMk cId="419382719" sldId="552"/>
            <ac:spMk id="2" creationId="{00000000-0000-0000-0000-000000000000}"/>
          </ac:spMkLst>
        </pc:spChg>
        <pc:spChg chg="mod">
          <ac:chgData name="李 强" userId="cd6c7ec7188785ae" providerId="LiveId" clId="{A0AD0D13-0BFD-4F11-9585-DCCAE7360DFB}" dt="2023-02-18T20:48:54.926" v="20"/>
          <ac:spMkLst>
            <pc:docMk/>
            <pc:sldMk cId="419382719" sldId="552"/>
            <ac:spMk id="18" creationId="{00000000-0000-0000-0000-000000000000}"/>
          </ac:spMkLst>
        </pc:spChg>
      </pc:sldChg>
    </pc:docChg>
  </pc:docChgLst>
  <pc:docChgLst>
    <pc:chgData name="李 强" userId="cd6c7ec7188785ae" providerId="Windows Live" clId="Web-{E46B53FF-9A88-47C2-AE39-26A84E1195D8}"/>
    <pc:docChg chg="modSld sldOrd">
      <pc:chgData name="李 强" userId="cd6c7ec7188785ae" providerId="Windows Live" clId="Web-{E46B53FF-9A88-47C2-AE39-26A84E1195D8}" dt="2023-03-11T20:57:51.575" v="3"/>
      <pc:docMkLst>
        <pc:docMk/>
      </pc:docMkLst>
      <pc:sldChg chg="modSp">
        <pc:chgData name="李 强" userId="cd6c7ec7188785ae" providerId="Windows Live" clId="Web-{E46B53FF-9A88-47C2-AE39-26A84E1195D8}" dt="2023-03-11T20:57:46.997" v="2" actId="20577"/>
        <pc:sldMkLst>
          <pc:docMk/>
          <pc:sldMk cId="0" sldId="425"/>
        </pc:sldMkLst>
        <pc:spChg chg="mod">
          <ac:chgData name="李 强" userId="cd6c7ec7188785ae" providerId="Windows Live" clId="Web-{E46B53FF-9A88-47C2-AE39-26A84E1195D8}" dt="2023-03-11T20:57:46.997" v="2" actId="20577"/>
          <ac:spMkLst>
            <pc:docMk/>
            <pc:sldMk cId="0" sldId="425"/>
            <ac:spMk id="18" creationId="{00000000-0000-0000-0000-000000000000}"/>
          </ac:spMkLst>
        </pc:spChg>
      </pc:sldChg>
      <pc:sldChg chg="ord">
        <pc:chgData name="李 强" userId="cd6c7ec7188785ae" providerId="Windows Live" clId="Web-{E46B53FF-9A88-47C2-AE39-26A84E1195D8}" dt="2023-03-11T20:57:51.575" v="3"/>
        <pc:sldMkLst>
          <pc:docMk/>
          <pc:sldMk cId="54695671" sldId="531"/>
        </pc:sldMkLst>
      </pc:sldChg>
      <pc:sldChg chg="ord">
        <pc:chgData name="李 强" userId="cd6c7ec7188785ae" providerId="Windows Live" clId="Web-{E46B53FF-9A88-47C2-AE39-26A84E1195D8}" dt="2023-03-11T13:28:45.064" v="0"/>
        <pc:sldMkLst>
          <pc:docMk/>
          <pc:sldMk cId="3418790839" sldId="554"/>
        </pc:sldMkLst>
      </pc:sldChg>
    </pc:docChg>
  </pc:docChgLst>
  <pc:docChgLst>
    <pc:chgData name="强 李" userId="cd6c7ec7188785ae" providerId="LiveId" clId="{4C67824B-4ABF-4026-A5FF-7EB9DA765689}"/>
    <pc:docChg chg="undo custSel addSld delSld modSld sldOrd">
      <pc:chgData name="强 李" userId="cd6c7ec7188785ae" providerId="LiveId" clId="{4C67824B-4ABF-4026-A5FF-7EB9DA765689}" dt="2023-02-18T14:02:46.036" v="776" actId="729"/>
      <pc:docMkLst>
        <pc:docMk/>
      </pc:docMkLst>
      <pc:sldChg chg="modSp mod">
        <pc:chgData name="强 李" userId="cd6c7ec7188785ae" providerId="LiveId" clId="{4C67824B-4ABF-4026-A5FF-7EB9DA765689}" dt="2023-02-18T12:35:14.244" v="25" actId="20577"/>
        <pc:sldMkLst>
          <pc:docMk/>
          <pc:sldMk cId="0" sldId="413"/>
        </pc:sldMkLst>
        <pc:spChg chg="mod">
          <ac:chgData name="强 李" userId="cd6c7ec7188785ae" providerId="LiveId" clId="{4C67824B-4ABF-4026-A5FF-7EB9DA765689}" dt="2023-02-18T12:35:14.244" v="25" actId="20577"/>
          <ac:spMkLst>
            <pc:docMk/>
            <pc:sldMk cId="0" sldId="413"/>
            <ac:spMk id="4" creationId="{00000000-0000-0000-0000-000000000000}"/>
          </ac:spMkLst>
        </pc:spChg>
      </pc:sldChg>
      <pc:sldChg chg="mod modShow">
        <pc:chgData name="强 李" userId="cd6c7ec7188785ae" providerId="LiveId" clId="{4C67824B-4ABF-4026-A5FF-7EB9DA765689}" dt="2023-02-18T14:02:46.036" v="776" actId="729"/>
        <pc:sldMkLst>
          <pc:docMk/>
          <pc:sldMk cId="0" sldId="425"/>
        </pc:sldMkLst>
      </pc:sldChg>
      <pc:sldChg chg="mod modShow">
        <pc:chgData name="强 李" userId="cd6c7ec7188785ae" providerId="LiveId" clId="{4C67824B-4ABF-4026-A5FF-7EB9DA765689}" dt="2023-02-18T14:02:06.289" v="773" actId="729"/>
        <pc:sldMkLst>
          <pc:docMk/>
          <pc:sldMk cId="0" sldId="427"/>
        </pc:sldMkLst>
      </pc:sldChg>
      <pc:sldChg chg="mod modShow">
        <pc:chgData name="强 李" userId="cd6c7ec7188785ae" providerId="LiveId" clId="{4C67824B-4ABF-4026-A5FF-7EB9DA765689}" dt="2023-02-18T14:02:06.289" v="773" actId="729"/>
        <pc:sldMkLst>
          <pc:docMk/>
          <pc:sldMk cId="3608494230" sldId="530"/>
        </pc:sldMkLst>
      </pc:sldChg>
      <pc:sldChg chg="mod modShow">
        <pc:chgData name="强 李" userId="cd6c7ec7188785ae" providerId="LiveId" clId="{4C67824B-4ABF-4026-A5FF-7EB9DA765689}" dt="2023-02-18T14:02:06.289" v="773" actId="729"/>
        <pc:sldMkLst>
          <pc:docMk/>
          <pc:sldMk cId="54695671" sldId="531"/>
        </pc:sldMkLst>
      </pc:sldChg>
      <pc:sldChg chg="addSp delSp modSp mod ord">
        <pc:chgData name="强 李" userId="cd6c7ec7188785ae" providerId="LiveId" clId="{4C67824B-4ABF-4026-A5FF-7EB9DA765689}" dt="2023-02-18T12:46:27.700" v="37" actId="1076"/>
        <pc:sldMkLst>
          <pc:docMk/>
          <pc:sldMk cId="3813767857" sldId="538"/>
        </pc:sldMkLst>
        <pc:spChg chg="add del mod">
          <ac:chgData name="强 李" userId="cd6c7ec7188785ae" providerId="LiveId" clId="{4C67824B-4ABF-4026-A5FF-7EB9DA765689}" dt="2023-02-18T10:52:22.626" v="17"/>
          <ac:spMkLst>
            <pc:docMk/>
            <pc:sldMk cId="3813767857" sldId="538"/>
            <ac:spMk id="5" creationId="{00000000-0000-0000-0000-000000000000}"/>
          </ac:spMkLst>
        </pc:spChg>
        <pc:spChg chg="mod">
          <ac:chgData name="强 李" userId="cd6c7ec7188785ae" providerId="LiveId" clId="{4C67824B-4ABF-4026-A5FF-7EB9DA765689}" dt="2023-02-18T10:51:49.104" v="6" actId="6549"/>
          <ac:spMkLst>
            <pc:docMk/>
            <pc:sldMk cId="3813767857" sldId="538"/>
            <ac:spMk id="7" creationId="{00000000-0000-0000-0000-000000000000}"/>
          </ac:spMkLst>
        </pc:spChg>
        <pc:picChg chg="add del">
          <ac:chgData name="强 李" userId="cd6c7ec7188785ae" providerId="LiveId" clId="{4C67824B-4ABF-4026-A5FF-7EB9DA765689}" dt="2023-02-18T10:51:45.415" v="5" actId="22"/>
          <ac:picMkLst>
            <pc:docMk/>
            <pc:sldMk cId="3813767857" sldId="538"/>
            <ac:picMk id="3" creationId="{F858E885-3B4C-08E6-D706-338787AC8643}"/>
          </ac:picMkLst>
        </pc:picChg>
        <pc:picChg chg="add del mod">
          <ac:chgData name="强 李" userId="cd6c7ec7188785ae" providerId="LiveId" clId="{4C67824B-4ABF-4026-A5FF-7EB9DA765689}" dt="2023-02-18T10:51:44.375" v="4"/>
          <ac:picMkLst>
            <pc:docMk/>
            <pc:sldMk cId="3813767857" sldId="538"/>
            <ac:picMk id="4" creationId="{C215FE08-B064-D2BA-685A-B158F7698996}"/>
          </ac:picMkLst>
        </pc:picChg>
        <pc:picChg chg="add del mod">
          <ac:chgData name="强 李" userId="cd6c7ec7188785ae" providerId="LiveId" clId="{4C67824B-4ABF-4026-A5FF-7EB9DA765689}" dt="2023-02-18T12:40:13.868" v="27" actId="478"/>
          <ac:picMkLst>
            <pc:docMk/>
            <pc:sldMk cId="3813767857" sldId="538"/>
            <ac:picMk id="8" creationId="{D89F7F07-7A5E-961F-E5FC-4808EC192D29}"/>
          </ac:picMkLst>
        </pc:picChg>
        <pc:picChg chg="add del mod">
          <ac:chgData name="强 李" userId="cd6c7ec7188785ae" providerId="LiveId" clId="{4C67824B-4ABF-4026-A5FF-7EB9DA765689}" dt="2023-02-18T12:43:48.669" v="30" actId="478"/>
          <ac:picMkLst>
            <pc:docMk/>
            <pc:sldMk cId="3813767857" sldId="538"/>
            <ac:picMk id="10" creationId="{820B0367-8E8D-3FA2-9F7E-E58140356AAC}"/>
          </ac:picMkLst>
        </pc:picChg>
        <pc:picChg chg="add del mod">
          <ac:chgData name="强 李" userId="cd6c7ec7188785ae" providerId="LiveId" clId="{4C67824B-4ABF-4026-A5FF-7EB9DA765689}" dt="2023-02-18T12:45:31.621" v="33" actId="478"/>
          <ac:picMkLst>
            <pc:docMk/>
            <pc:sldMk cId="3813767857" sldId="538"/>
            <ac:picMk id="12" creationId="{B66D3BAF-CA7F-958C-A675-CAF8E57A7390}"/>
          </ac:picMkLst>
        </pc:picChg>
        <pc:picChg chg="add del">
          <ac:chgData name="强 李" userId="cd6c7ec7188785ae" providerId="LiveId" clId="{4C67824B-4ABF-4026-A5FF-7EB9DA765689}" dt="2023-02-18T12:46:25.397" v="35" actId="478"/>
          <ac:picMkLst>
            <pc:docMk/>
            <pc:sldMk cId="3813767857" sldId="538"/>
            <ac:picMk id="14" creationId="{FA0BC33C-1022-A907-488D-F18274D526B9}"/>
          </ac:picMkLst>
        </pc:picChg>
        <pc:picChg chg="add mod">
          <ac:chgData name="强 李" userId="cd6c7ec7188785ae" providerId="LiveId" clId="{4C67824B-4ABF-4026-A5FF-7EB9DA765689}" dt="2023-02-18T12:46:27.700" v="37" actId="1076"/>
          <ac:picMkLst>
            <pc:docMk/>
            <pc:sldMk cId="3813767857" sldId="538"/>
            <ac:picMk id="16" creationId="{74056DEE-0819-4B10-D7F5-CEF8EFDB20AE}"/>
          </ac:picMkLst>
        </pc:picChg>
      </pc:sldChg>
      <pc:sldChg chg="mod modShow">
        <pc:chgData name="强 李" userId="cd6c7ec7188785ae" providerId="LiveId" clId="{4C67824B-4ABF-4026-A5FF-7EB9DA765689}" dt="2023-02-18T14:02:34.493" v="775" actId="729"/>
        <pc:sldMkLst>
          <pc:docMk/>
          <pc:sldMk cId="3098698452" sldId="539"/>
        </pc:sldMkLst>
      </pc:sldChg>
      <pc:sldChg chg="mod modShow">
        <pc:chgData name="强 李" userId="cd6c7ec7188785ae" providerId="LiveId" clId="{4C67824B-4ABF-4026-A5FF-7EB9DA765689}" dt="2023-02-18T14:02:06.289" v="773" actId="729"/>
        <pc:sldMkLst>
          <pc:docMk/>
          <pc:sldMk cId="1804281116" sldId="540"/>
        </pc:sldMkLst>
      </pc:sldChg>
      <pc:sldChg chg="modSp mod">
        <pc:chgData name="强 李" userId="cd6c7ec7188785ae" providerId="LiveId" clId="{4C67824B-4ABF-4026-A5FF-7EB9DA765689}" dt="2023-02-18T12:52:04.687" v="135" actId="15"/>
        <pc:sldMkLst>
          <pc:docMk/>
          <pc:sldMk cId="188333421" sldId="541"/>
        </pc:sldMkLst>
        <pc:spChg chg="mod">
          <ac:chgData name="强 李" userId="cd6c7ec7188785ae" providerId="LiveId" clId="{4C67824B-4ABF-4026-A5FF-7EB9DA765689}" dt="2023-02-18T12:52:04.687" v="135" actId="15"/>
          <ac:spMkLst>
            <pc:docMk/>
            <pc:sldMk cId="188333421" sldId="541"/>
            <ac:spMk id="2" creationId="{00000000-0000-0000-0000-000000000000}"/>
          </ac:spMkLst>
        </pc:spChg>
        <pc:spChg chg="mod">
          <ac:chgData name="强 李" userId="cd6c7ec7188785ae" providerId="LiveId" clId="{4C67824B-4ABF-4026-A5FF-7EB9DA765689}" dt="2023-02-18T12:48:37.085" v="48" actId="14100"/>
          <ac:spMkLst>
            <pc:docMk/>
            <pc:sldMk cId="188333421" sldId="541"/>
            <ac:spMk id="18" creationId="{00000000-0000-0000-0000-000000000000}"/>
          </ac:spMkLst>
        </pc:spChg>
      </pc:sldChg>
      <pc:sldChg chg="addSp delSp modSp mod">
        <pc:chgData name="强 李" userId="cd6c7ec7188785ae" providerId="LiveId" clId="{4C67824B-4ABF-4026-A5FF-7EB9DA765689}" dt="2023-02-18T13:21:42.955" v="486" actId="20577"/>
        <pc:sldMkLst>
          <pc:docMk/>
          <pc:sldMk cId="3014528576" sldId="542"/>
        </pc:sldMkLst>
        <pc:spChg chg="mod">
          <ac:chgData name="强 李" userId="cd6c7ec7188785ae" providerId="LiveId" clId="{4C67824B-4ABF-4026-A5FF-7EB9DA765689}" dt="2023-02-18T13:21:42.955" v="486" actId="20577"/>
          <ac:spMkLst>
            <pc:docMk/>
            <pc:sldMk cId="3014528576" sldId="542"/>
            <ac:spMk id="2" creationId="{00000000-0000-0000-0000-000000000000}"/>
          </ac:spMkLst>
        </pc:spChg>
        <pc:spChg chg="add del">
          <ac:chgData name="强 李" userId="cd6c7ec7188785ae" providerId="LiveId" clId="{4C67824B-4ABF-4026-A5FF-7EB9DA765689}" dt="2023-02-18T13:20:43.996" v="424"/>
          <ac:spMkLst>
            <pc:docMk/>
            <pc:sldMk cId="3014528576" sldId="542"/>
            <ac:spMk id="3" creationId="{BDB90018-EE78-A5D7-1768-C00C120955C9}"/>
          </ac:spMkLst>
        </pc:spChg>
        <pc:spChg chg="mod">
          <ac:chgData name="强 李" userId="cd6c7ec7188785ae" providerId="LiveId" clId="{4C67824B-4ABF-4026-A5FF-7EB9DA765689}" dt="2023-02-18T13:16:37.422" v="387"/>
          <ac:spMkLst>
            <pc:docMk/>
            <pc:sldMk cId="3014528576" sldId="542"/>
            <ac:spMk id="18" creationId="{00000000-0000-0000-0000-000000000000}"/>
          </ac:spMkLst>
        </pc:spChg>
      </pc:sldChg>
      <pc:sldChg chg="addSp delSp modSp mod ord">
        <pc:chgData name="强 李" userId="cd6c7ec7188785ae" providerId="LiveId" clId="{4C67824B-4ABF-4026-A5FF-7EB9DA765689}" dt="2023-02-18T13:46:48.445" v="772" actId="113"/>
        <pc:sldMkLst>
          <pc:docMk/>
          <pc:sldMk cId="1242525785" sldId="543"/>
        </pc:sldMkLst>
        <pc:spChg chg="mod">
          <ac:chgData name="强 李" userId="cd6c7ec7188785ae" providerId="LiveId" clId="{4C67824B-4ABF-4026-A5FF-7EB9DA765689}" dt="2023-02-18T13:46:48.445" v="772" actId="113"/>
          <ac:spMkLst>
            <pc:docMk/>
            <pc:sldMk cId="1242525785" sldId="543"/>
            <ac:spMk id="2" creationId="{00000000-0000-0000-0000-000000000000}"/>
          </ac:spMkLst>
        </pc:spChg>
        <pc:spChg chg="add del">
          <ac:chgData name="强 李" userId="cd6c7ec7188785ae" providerId="LiveId" clId="{4C67824B-4ABF-4026-A5FF-7EB9DA765689}" dt="2023-02-18T13:45:34.636" v="744"/>
          <ac:spMkLst>
            <pc:docMk/>
            <pc:sldMk cId="1242525785" sldId="543"/>
            <ac:spMk id="3" creationId="{0EAF7D6E-4E37-4798-68A6-56ECDF8E3B3A}"/>
          </ac:spMkLst>
        </pc:spChg>
        <pc:spChg chg="mod">
          <ac:chgData name="强 李" userId="cd6c7ec7188785ae" providerId="LiveId" clId="{4C67824B-4ABF-4026-A5FF-7EB9DA765689}" dt="2023-02-18T13:45:24.868" v="742"/>
          <ac:spMkLst>
            <pc:docMk/>
            <pc:sldMk cId="1242525785" sldId="543"/>
            <ac:spMk id="18" creationId="{00000000-0000-0000-0000-000000000000}"/>
          </ac:spMkLst>
        </pc:spChg>
      </pc:sldChg>
      <pc:sldChg chg="mod modShow">
        <pc:chgData name="强 李" userId="cd6c7ec7188785ae" providerId="LiveId" clId="{4C67824B-4ABF-4026-A5FF-7EB9DA765689}" dt="2023-02-18T14:02:06.289" v="773" actId="729"/>
        <pc:sldMkLst>
          <pc:docMk/>
          <pc:sldMk cId="2346705434" sldId="544"/>
        </pc:sldMkLst>
      </pc:sldChg>
      <pc:sldChg chg="addSp modSp del mod">
        <pc:chgData name="强 李" userId="cd6c7ec7188785ae" providerId="LiveId" clId="{4C67824B-4ABF-4026-A5FF-7EB9DA765689}" dt="2023-02-18T14:02:24.641" v="774" actId="47"/>
        <pc:sldMkLst>
          <pc:docMk/>
          <pc:sldMk cId="3594653571" sldId="545"/>
        </pc:sldMkLst>
        <pc:spChg chg="add mod">
          <ac:chgData name="强 李" userId="cd6c7ec7188785ae" providerId="LiveId" clId="{4C67824B-4ABF-4026-A5FF-7EB9DA765689}" dt="2023-02-18T13:18:04.519" v="403" actId="207"/>
          <ac:spMkLst>
            <pc:docMk/>
            <pc:sldMk cId="3594653571" sldId="545"/>
            <ac:spMk id="3" creationId="{93B5B640-A200-0186-2651-3F5529A19A41}"/>
          </ac:spMkLst>
        </pc:spChg>
        <pc:spChg chg="mod">
          <ac:chgData name="强 李" userId="cd6c7ec7188785ae" providerId="LiveId" clId="{4C67824B-4ABF-4026-A5FF-7EB9DA765689}" dt="2023-02-18T13:16:46.750" v="388" actId="6549"/>
          <ac:spMkLst>
            <pc:docMk/>
            <pc:sldMk cId="3594653571" sldId="545"/>
            <ac:spMk id="7" creationId="{00000000-0000-0000-0000-000000000000}"/>
          </ac:spMkLst>
        </pc:spChg>
      </pc:sldChg>
      <pc:sldChg chg="modSp add mod">
        <pc:chgData name="强 李" userId="cd6c7ec7188785ae" providerId="LiveId" clId="{4C67824B-4ABF-4026-A5FF-7EB9DA765689}" dt="2023-02-18T13:05:32.564" v="255" actId="20577"/>
        <pc:sldMkLst>
          <pc:docMk/>
          <pc:sldMk cId="1236072088" sldId="546"/>
        </pc:sldMkLst>
        <pc:spChg chg="mod">
          <ac:chgData name="强 李" userId="cd6c7ec7188785ae" providerId="LiveId" clId="{4C67824B-4ABF-4026-A5FF-7EB9DA765689}" dt="2023-02-18T13:05:14.894" v="248" actId="6549"/>
          <ac:spMkLst>
            <pc:docMk/>
            <pc:sldMk cId="1236072088" sldId="546"/>
            <ac:spMk id="2" creationId="{00000000-0000-0000-0000-000000000000}"/>
          </ac:spMkLst>
        </pc:spChg>
        <pc:spChg chg="mod">
          <ac:chgData name="强 李" userId="cd6c7ec7188785ae" providerId="LiveId" clId="{4C67824B-4ABF-4026-A5FF-7EB9DA765689}" dt="2023-02-18T13:05:32.564" v="255" actId="20577"/>
          <ac:spMkLst>
            <pc:docMk/>
            <pc:sldMk cId="1236072088" sldId="546"/>
            <ac:spMk id="18" creationId="{00000000-0000-0000-0000-000000000000}"/>
          </ac:spMkLst>
        </pc:spChg>
      </pc:sldChg>
      <pc:sldChg chg="add del">
        <pc:chgData name="强 李" userId="cd6c7ec7188785ae" providerId="LiveId" clId="{4C67824B-4ABF-4026-A5FF-7EB9DA765689}" dt="2023-02-18T10:51:44.157" v="3"/>
        <pc:sldMkLst>
          <pc:docMk/>
          <pc:sldMk cId="2033925912" sldId="546"/>
        </pc:sldMkLst>
      </pc:sldChg>
      <pc:sldChg chg="add del">
        <pc:chgData name="强 李" userId="cd6c7ec7188785ae" providerId="LiveId" clId="{4C67824B-4ABF-4026-A5FF-7EB9DA765689}" dt="2023-02-18T10:51:53.170" v="8"/>
        <pc:sldMkLst>
          <pc:docMk/>
          <pc:sldMk cId="2511412543" sldId="546"/>
        </pc:sldMkLst>
      </pc:sldChg>
      <pc:sldChg chg="addSp delSp modSp add mod">
        <pc:chgData name="强 李" userId="cd6c7ec7188785ae" providerId="LiveId" clId="{4C67824B-4ABF-4026-A5FF-7EB9DA765689}" dt="2023-02-18T13:16:04.879" v="383" actId="6549"/>
        <pc:sldMkLst>
          <pc:docMk/>
          <pc:sldMk cId="30193004" sldId="547"/>
        </pc:sldMkLst>
        <pc:spChg chg="mod">
          <ac:chgData name="强 李" userId="cd6c7ec7188785ae" providerId="LiveId" clId="{4C67824B-4ABF-4026-A5FF-7EB9DA765689}" dt="2023-02-18T13:16:04.879" v="383" actId="6549"/>
          <ac:spMkLst>
            <pc:docMk/>
            <pc:sldMk cId="30193004" sldId="547"/>
            <ac:spMk id="2" creationId="{00000000-0000-0000-0000-000000000000}"/>
          </ac:spMkLst>
        </pc:spChg>
        <pc:spChg chg="add del">
          <ac:chgData name="强 李" userId="cd6c7ec7188785ae" providerId="LiveId" clId="{4C67824B-4ABF-4026-A5FF-7EB9DA765689}" dt="2023-02-18T13:09:29.527" v="286"/>
          <ac:spMkLst>
            <pc:docMk/>
            <pc:sldMk cId="30193004" sldId="547"/>
            <ac:spMk id="3" creationId="{8C1620A6-FDB1-5B29-AACA-B0B0E969F671}"/>
          </ac:spMkLst>
        </pc:spChg>
        <pc:spChg chg="mod">
          <ac:chgData name="强 李" userId="cd6c7ec7188785ae" providerId="LiveId" clId="{4C67824B-4ABF-4026-A5FF-7EB9DA765689}" dt="2023-02-18T13:05:01.668" v="247"/>
          <ac:spMkLst>
            <pc:docMk/>
            <pc:sldMk cId="30193004" sldId="547"/>
            <ac:spMk id="18" creationId="{00000000-0000-0000-0000-000000000000}"/>
          </ac:spMkLst>
        </pc:spChg>
      </pc:sldChg>
      <pc:sldChg chg="modSp add mod">
        <pc:chgData name="强 李" userId="cd6c7ec7188785ae" providerId="LiveId" clId="{4C67824B-4ABF-4026-A5FF-7EB9DA765689}" dt="2023-02-18T13:26:33.938" v="574"/>
        <pc:sldMkLst>
          <pc:docMk/>
          <pc:sldMk cId="1850033319" sldId="548"/>
        </pc:sldMkLst>
        <pc:spChg chg="mod">
          <ac:chgData name="强 李" userId="cd6c7ec7188785ae" providerId="LiveId" clId="{4C67824B-4ABF-4026-A5FF-7EB9DA765689}" dt="2023-02-18T13:26:33.938" v="574"/>
          <ac:spMkLst>
            <pc:docMk/>
            <pc:sldMk cId="1850033319" sldId="548"/>
            <ac:spMk id="2" creationId="{00000000-0000-0000-0000-000000000000}"/>
          </ac:spMkLst>
        </pc:spChg>
      </pc:sldChg>
      <pc:sldChg chg="modSp add mod">
        <pc:chgData name="强 李" userId="cd6c7ec7188785ae" providerId="LiveId" clId="{4C67824B-4ABF-4026-A5FF-7EB9DA765689}" dt="2023-02-18T13:33:13.180" v="650" actId="404"/>
        <pc:sldMkLst>
          <pc:docMk/>
          <pc:sldMk cId="2628862028" sldId="549"/>
        </pc:sldMkLst>
        <pc:spChg chg="mod">
          <ac:chgData name="强 李" userId="cd6c7ec7188785ae" providerId="LiveId" clId="{4C67824B-4ABF-4026-A5FF-7EB9DA765689}" dt="2023-02-18T13:33:13.180" v="650" actId="404"/>
          <ac:spMkLst>
            <pc:docMk/>
            <pc:sldMk cId="2628862028" sldId="549"/>
            <ac:spMk id="2" creationId="{00000000-0000-0000-0000-000000000000}"/>
          </ac:spMkLst>
        </pc:spChg>
      </pc:sldChg>
      <pc:sldChg chg="modSp add mod setBg">
        <pc:chgData name="强 李" userId="cd6c7ec7188785ae" providerId="LiveId" clId="{4C67824B-4ABF-4026-A5FF-7EB9DA765689}" dt="2023-02-18T13:35:53.684" v="691"/>
        <pc:sldMkLst>
          <pc:docMk/>
          <pc:sldMk cId="2538769747" sldId="550"/>
        </pc:sldMkLst>
        <pc:spChg chg="mod">
          <ac:chgData name="强 李" userId="cd6c7ec7188785ae" providerId="LiveId" clId="{4C67824B-4ABF-4026-A5FF-7EB9DA765689}" dt="2023-02-18T13:35:53.684" v="691"/>
          <ac:spMkLst>
            <pc:docMk/>
            <pc:sldMk cId="2538769747" sldId="550"/>
            <ac:spMk id="2" creationId="{00000000-0000-0000-0000-000000000000}"/>
          </ac:spMkLst>
        </pc:spChg>
      </pc:sldChg>
      <pc:sldChg chg="modSp add mod">
        <pc:chgData name="强 李" userId="cd6c7ec7188785ae" providerId="LiveId" clId="{4C67824B-4ABF-4026-A5FF-7EB9DA765689}" dt="2023-02-18T13:45:07.955" v="738" actId="20577"/>
        <pc:sldMkLst>
          <pc:docMk/>
          <pc:sldMk cId="2632320746" sldId="551"/>
        </pc:sldMkLst>
        <pc:spChg chg="mod">
          <ac:chgData name="强 李" userId="cd6c7ec7188785ae" providerId="LiveId" clId="{4C67824B-4ABF-4026-A5FF-7EB9DA765689}" dt="2023-02-18T13:45:07.955" v="738" actId="20577"/>
          <ac:spMkLst>
            <pc:docMk/>
            <pc:sldMk cId="2632320746" sldId="551"/>
            <ac:spMk id="2" creationId="{00000000-0000-0000-0000-000000000000}"/>
          </ac:spMkLst>
        </pc:spChg>
      </pc:sldChg>
    </pc:docChg>
  </pc:docChgLst>
  <pc:docChgLst>
    <pc:chgData name="强 李" userId="cd6c7ec7188785ae" providerId="LiveId" clId="{B6154CA8-8C72-45D2-BE76-D4B6167EDC87}"/>
    <pc:docChg chg="modSld sldOrd">
      <pc:chgData name="强 李" userId="cd6c7ec7188785ae" providerId="LiveId" clId="{B6154CA8-8C72-45D2-BE76-D4B6167EDC87}" dt="2023-03-18T21:53:03.774" v="74"/>
      <pc:docMkLst>
        <pc:docMk/>
      </pc:docMkLst>
      <pc:sldChg chg="modSp mod">
        <pc:chgData name="强 李" userId="cd6c7ec7188785ae" providerId="LiveId" clId="{B6154CA8-8C72-45D2-BE76-D4B6167EDC87}" dt="2023-03-18T21:53:03.774" v="74"/>
        <pc:sldMkLst>
          <pc:docMk/>
          <pc:sldMk cId="188333421" sldId="541"/>
        </pc:sldMkLst>
        <pc:spChg chg="mod">
          <ac:chgData name="强 李" userId="cd6c7ec7188785ae" providerId="LiveId" clId="{B6154CA8-8C72-45D2-BE76-D4B6167EDC87}" dt="2023-03-18T21:53:03.774" v="74"/>
          <ac:spMkLst>
            <pc:docMk/>
            <pc:sldMk cId="188333421" sldId="541"/>
            <ac:spMk id="18" creationId="{00000000-0000-0000-0000-000000000000}"/>
          </ac:spMkLst>
        </pc:spChg>
      </pc:sldChg>
      <pc:sldChg chg="ord">
        <pc:chgData name="强 李" userId="cd6c7ec7188785ae" providerId="LiveId" clId="{B6154CA8-8C72-45D2-BE76-D4B6167EDC87}" dt="2023-03-18T21:01:16.632" v="1"/>
        <pc:sldMkLst>
          <pc:docMk/>
          <pc:sldMk cId="3418790839" sldId="554"/>
        </pc:sldMkLst>
      </pc:sldChg>
      <pc:sldChg chg="modSp mod">
        <pc:chgData name="强 李" userId="cd6c7ec7188785ae" providerId="LiveId" clId="{B6154CA8-8C72-45D2-BE76-D4B6167EDC87}" dt="2023-03-18T21:49:01.243" v="19"/>
        <pc:sldMkLst>
          <pc:docMk/>
          <pc:sldMk cId="3692116085" sldId="555"/>
        </pc:sldMkLst>
        <pc:spChg chg="mod">
          <ac:chgData name="强 李" userId="cd6c7ec7188785ae" providerId="LiveId" clId="{B6154CA8-8C72-45D2-BE76-D4B6167EDC87}" dt="2023-03-18T21:49:01.243" v="19"/>
          <ac:spMkLst>
            <pc:docMk/>
            <pc:sldMk cId="3692116085" sldId="555"/>
            <ac:spMk id="2" creationId="{00000000-0000-0000-0000-000000000000}"/>
          </ac:spMkLst>
        </pc:spChg>
      </pc:sldChg>
      <pc:sldChg chg="modSp mod">
        <pc:chgData name="强 李" userId="cd6c7ec7188785ae" providerId="LiveId" clId="{B6154CA8-8C72-45D2-BE76-D4B6167EDC87}" dt="2023-03-18T21:52:46.950" v="70" actId="20577"/>
        <pc:sldMkLst>
          <pc:docMk/>
          <pc:sldMk cId="996529028" sldId="556"/>
        </pc:sldMkLst>
        <pc:spChg chg="mod">
          <ac:chgData name="强 李" userId="cd6c7ec7188785ae" providerId="LiveId" clId="{B6154CA8-8C72-45D2-BE76-D4B6167EDC87}" dt="2023-03-18T21:52:46.950" v="70" actId="20577"/>
          <ac:spMkLst>
            <pc:docMk/>
            <pc:sldMk cId="996529028" sldId="556"/>
            <ac:spMk id="2" creationId="{00000000-0000-0000-0000-000000000000}"/>
          </ac:spMkLst>
        </pc:spChg>
        <pc:spChg chg="mod">
          <ac:chgData name="强 李" userId="cd6c7ec7188785ae" providerId="LiveId" clId="{B6154CA8-8C72-45D2-BE76-D4B6167EDC87}" dt="2023-03-18T21:51:22.206" v="22"/>
          <ac:spMkLst>
            <pc:docMk/>
            <pc:sldMk cId="996529028" sldId="556"/>
            <ac:spMk id="18"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A81FBC-F055-4CF8-9F99-BEA867858D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E742C01D-4FF8-4074-AEB3-7EA0CB7B7AE3}">
      <dgm:prSet/>
      <dgm:spPr>
        <a:noFill/>
        <a:ln>
          <a:solidFill>
            <a:srgbClr val="7030A0"/>
          </a:solidFill>
        </a:ln>
      </dgm:spPr>
      <dgm:t>
        <a:bodyPr/>
        <a:lstStyle/>
        <a:p>
          <a:r>
            <a:rPr lang="en-US">
              <a:solidFill>
                <a:schemeClr val="tx1"/>
              </a:solidFill>
            </a:rPr>
            <a:t>【</a:t>
          </a:r>
          <a:r>
            <a:rPr lang="zh-CN">
              <a:solidFill>
                <a:schemeClr val="tx1"/>
              </a:solidFill>
            </a:rPr>
            <a:t>腓</a:t>
          </a:r>
          <a:r>
            <a:rPr lang="en-US">
              <a:solidFill>
                <a:schemeClr val="tx1"/>
              </a:solidFill>
            </a:rPr>
            <a:t>2:19】</a:t>
          </a:r>
          <a:r>
            <a:rPr lang="zh-CN">
              <a:solidFill>
                <a:schemeClr val="tx1"/>
              </a:solidFill>
            </a:rPr>
            <a:t>我</a:t>
          </a:r>
          <a:r>
            <a:rPr lang="zh-CN" b="1">
              <a:solidFill>
                <a:srgbClr val="C00000"/>
              </a:solidFill>
            </a:rPr>
            <a:t>靠主耶稣指望</a:t>
          </a:r>
          <a:r>
            <a:rPr lang="zh-CN">
              <a:solidFill>
                <a:schemeClr val="tx1"/>
              </a:solidFill>
            </a:rPr>
            <a:t>快打发提摩太去见你们，叫我知道你们的事，心里就得着安慰。</a:t>
          </a:r>
        </a:p>
      </dgm:t>
    </dgm:pt>
    <dgm:pt modelId="{47D3505E-4402-497B-8DE8-586DFC075491}" type="parTrans" cxnId="{018024E2-4DB2-4639-A730-6D9C2EB05117}">
      <dgm:prSet/>
      <dgm:spPr/>
      <dgm:t>
        <a:bodyPr/>
        <a:lstStyle/>
        <a:p>
          <a:endParaRPr lang="zh-CN" altLang="en-US"/>
        </a:p>
      </dgm:t>
    </dgm:pt>
    <dgm:pt modelId="{37181C65-89AB-47D1-B1FA-3745A4223A1D}" type="sibTrans" cxnId="{018024E2-4DB2-4639-A730-6D9C2EB05117}">
      <dgm:prSet/>
      <dgm:spPr/>
      <dgm:t>
        <a:bodyPr/>
        <a:lstStyle/>
        <a:p>
          <a:endParaRPr lang="zh-CN" altLang="en-US"/>
        </a:p>
      </dgm:t>
    </dgm:pt>
    <dgm:pt modelId="{CD7CCBCF-2713-44D8-88C2-C50CF181AF36}">
      <dgm:prSet/>
      <dgm:spPr>
        <a:noFill/>
        <a:ln w="12700" cap="flat" cmpd="sng" algn="ctr">
          <a:solidFill>
            <a:srgbClr val="C00000"/>
          </a:solidFill>
          <a:prstDash val="solid"/>
          <a:miter lim="800000"/>
        </a:ln>
        <a:effectLst/>
      </dgm:spPr>
      <dgm:t>
        <a:bodyPr spcFirstLastPara="0" vert="horz" wrap="square" lIns="87630" tIns="87630" rIns="87630" bIns="87630" numCol="1" spcCol="1270" anchor="ctr" anchorCtr="0"/>
        <a:lstStyle/>
        <a:p>
          <a:r>
            <a:rPr lang="en-US">
              <a:solidFill>
                <a:schemeClr val="tx1"/>
              </a:solidFill>
            </a:rPr>
            <a:t>【</a:t>
          </a:r>
          <a:r>
            <a:rPr lang="zh-CN">
              <a:solidFill>
                <a:schemeClr val="tx1"/>
              </a:solidFill>
            </a:rPr>
            <a:t>腓</a:t>
          </a:r>
          <a:r>
            <a:rPr lang="en-US">
              <a:solidFill>
                <a:schemeClr val="tx1"/>
              </a:solidFill>
            </a:rPr>
            <a:t>2:20】</a:t>
          </a:r>
          <a:r>
            <a:rPr lang="zh-CN">
              <a:solidFill>
                <a:schemeClr val="tx1"/>
              </a:solidFill>
            </a:rPr>
            <a:t>因为我没有别人与我</a:t>
          </a:r>
          <a:r>
            <a:rPr lang="zh-CN" b="1">
              <a:solidFill>
                <a:srgbClr val="C00000"/>
              </a:solidFill>
            </a:rPr>
            <a:t>同心</a:t>
          </a:r>
          <a:r>
            <a:rPr lang="zh-CN">
              <a:solidFill>
                <a:schemeClr val="tx1"/>
              </a:solidFill>
            </a:rPr>
            <a:t>，实在挂念你们的事。</a:t>
          </a:r>
          <a:endParaRPr lang="en-US" altLang="zh-CN">
            <a:solidFill>
              <a:schemeClr val="tx1"/>
            </a:solidFill>
          </a:endParaRPr>
        </a:p>
        <a:p>
          <a:r>
            <a:rPr lang="en-US">
              <a:solidFill>
                <a:schemeClr val="tx1"/>
              </a:solidFill>
            </a:rPr>
            <a:t>【</a:t>
          </a:r>
          <a:r>
            <a:rPr lang="zh-CN">
              <a:solidFill>
                <a:schemeClr val="tx1"/>
              </a:solidFill>
            </a:rPr>
            <a:t>腓</a:t>
          </a:r>
          <a:r>
            <a:rPr lang="en-US">
              <a:solidFill>
                <a:schemeClr val="tx1"/>
              </a:solidFill>
            </a:rPr>
            <a:t>2:21】</a:t>
          </a:r>
          <a:r>
            <a:rPr lang="zh-CN">
              <a:solidFill>
                <a:schemeClr val="tx1"/>
              </a:solidFill>
            </a:rPr>
            <a:t>别人都求自己的事，并不</a:t>
          </a:r>
          <a:r>
            <a:rPr lang="zh-CN" b="1">
              <a:solidFill>
                <a:srgbClr val="C00000"/>
              </a:solidFill>
            </a:rPr>
            <a:t>求耶稣基督的事</a:t>
          </a:r>
          <a:r>
            <a:rPr lang="zh-CN">
              <a:solidFill>
                <a:schemeClr val="tx1"/>
              </a:solidFill>
            </a:rPr>
            <a:t>。</a:t>
          </a:r>
          <a:endParaRPr lang="en-US" altLang="zh-CN">
            <a:solidFill>
              <a:schemeClr val="tx1"/>
            </a:solidFill>
          </a:endParaRPr>
        </a:p>
        <a:p>
          <a:r>
            <a:rPr lang="en-US">
              <a:solidFill>
                <a:schemeClr val="tx1"/>
              </a:solidFill>
            </a:rPr>
            <a:t>【</a:t>
          </a:r>
          <a:r>
            <a:rPr lang="zh-CN">
              <a:solidFill>
                <a:schemeClr val="tx1"/>
              </a:solidFill>
            </a:rPr>
            <a:t>腓</a:t>
          </a:r>
          <a:r>
            <a:rPr lang="en-US">
              <a:solidFill>
                <a:schemeClr val="tx1"/>
              </a:solidFill>
            </a:rPr>
            <a:t>2:22】</a:t>
          </a:r>
          <a:r>
            <a:rPr lang="zh-CN">
              <a:solidFill>
                <a:schemeClr val="tx1"/>
              </a:solidFill>
            </a:rPr>
            <a:t>但你们知道提摩太的</a:t>
          </a:r>
          <a:r>
            <a:rPr lang="zh-CN" b="1">
              <a:solidFill>
                <a:srgbClr val="C00000"/>
              </a:solidFill>
            </a:rPr>
            <a:t>明证</a:t>
          </a:r>
          <a:r>
            <a:rPr lang="zh-CN">
              <a:solidFill>
                <a:schemeClr val="tx1"/>
              </a:solidFill>
            </a:rPr>
            <a:t>，他兴旺福音，与我同劳，待我像儿子待父亲一样。</a:t>
          </a:r>
        </a:p>
      </dgm:t>
    </dgm:pt>
    <dgm:pt modelId="{EB2FD9AC-C52C-47FC-9E41-A85CCA563560}" type="parTrans" cxnId="{B59DE30C-14F0-4EE0-A560-8E54B146FD08}">
      <dgm:prSet/>
      <dgm:spPr/>
      <dgm:t>
        <a:bodyPr/>
        <a:lstStyle/>
        <a:p>
          <a:endParaRPr lang="zh-CN" altLang="en-US"/>
        </a:p>
      </dgm:t>
    </dgm:pt>
    <dgm:pt modelId="{288FCE0F-63B7-4B19-B87B-0B46D59F1C5C}" type="sibTrans" cxnId="{B59DE30C-14F0-4EE0-A560-8E54B146FD08}">
      <dgm:prSet/>
      <dgm:spPr/>
      <dgm:t>
        <a:bodyPr/>
        <a:lstStyle/>
        <a:p>
          <a:endParaRPr lang="zh-CN" altLang="en-US"/>
        </a:p>
      </dgm:t>
    </dgm:pt>
    <dgm:pt modelId="{E2985E0C-3FFC-49D5-9D68-DE8B2019882F}">
      <dgm:prSet custT="1"/>
      <dgm:spPr>
        <a:noFill/>
        <a:ln w="12700" cap="flat" cmpd="sng" algn="ctr">
          <a:solidFill>
            <a:srgbClr val="0070C0"/>
          </a:solidFill>
          <a:prstDash val="solid"/>
          <a:miter lim="800000"/>
        </a:ln>
        <a:effectLst/>
      </dgm:spPr>
      <dgm:t>
        <a:bodyPr spcFirstLastPara="0" vert="horz" wrap="square" lIns="87630" tIns="87630" rIns="87630" bIns="87630" numCol="1" spcCol="1270" anchor="ctr" anchorCtr="0"/>
        <a:lstStyle/>
        <a:p>
          <a:r>
            <a:rPr lang="en-US" sz="2300" kern="1200">
              <a:solidFill>
                <a:schemeClr val="tx1"/>
              </a:solidFill>
            </a:rPr>
            <a:t>【</a:t>
          </a:r>
          <a:r>
            <a:rPr lang="zh-CN" sz="2300" kern="1200">
              <a:solidFill>
                <a:schemeClr val="tx1"/>
              </a:solidFill>
            </a:rPr>
            <a:t>腓</a:t>
          </a:r>
          <a:r>
            <a:rPr lang="en-US" sz="2300" kern="1200">
              <a:solidFill>
                <a:schemeClr val="tx1"/>
              </a:solidFill>
            </a:rPr>
            <a:t>2:23】</a:t>
          </a:r>
          <a:r>
            <a:rPr lang="zh-CN" sz="2300" kern="1200">
              <a:solidFill>
                <a:schemeClr val="tx1"/>
              </a:solidFill>
            </a:rPr>
            <a:t>所以我一看出我的事要怎样了结，就</a:t>
          </a:r>
          <a:r>
            <a:rPr lang="zh-CN" sz="2300" b="1" kern="1200">
              <a:solidFill>
                <a:srgbClr val="C00000"/>
              </a:solidFill>
              <a:latin typeface="Arial"/>
              <a:ea typeface="苹方-简"/>
              <a:cs typeface="+mn-cs"/>
            </a:rPr>
            <a:t>盼望</a:t>
          </a:r>
          <a:r>
            <a:rPr lang="zh-CN" sz="2300" kern="1200">
              <a:solidFill>
                <a:schemeClr val="tx1"/>
              </a:solidFill>
            </a:rPr>
            <a:t>立刻打发他去；</a:t>
          </a:r>
          <a:endParaRPr lang="en-US" altLang="zh-CN" sz="2300" kern="1200">
            <a:solidFill>
              <a:schemeClr val="tx1"/>
            </a:solidFill>
          </a:endParaRPr>
        </a:p>
        <a:p>
          <a:r>
            <a:rPr lang="en-US" sz="2300" kern="1200">
              <a:solidFill>
                <a:schemeClr val="tx1"/>
              </a:solidFill>
            </a:rPr>
            <a:t>【</a:t>
          </a:r>
          <a:r>
            <a:rPr lang="zh-CN" sz="2300" kern="1200">
              <a:solidFill>
                <a:schemeClr val="tx1"/>
              </a:solidFill>
            </a:rPr>
            <a:t>腓</a:t>
          </a:r>
          <a:r>
            <a:rPr lang="en-US" sz="2300" kern="1200">
              <a:solidFill>
                <a:schemeClr val="tx1"/>
              </a:solidFill>
            </a:rPr>
            <a:t>2:24】</a:t>
          </a:r>
          <a:r>
            <a:rPr lang="zh-CN" sz="2300" kern="1200">
              <a:solidFill>
                <a:schemeClr val="tx1"/>
              </a:solidFill>
            </a:rPr>
            <a:t>但我靠着主，自信我也必快去。</a:t>
          </a:r>
        </a:p>
      </dgm:t>
    </dgm:pt>
    <dgm:pt modelId="{384DFEF6-C449-4334-BEE7-426449E80E79}" type="parTrans" cxnId="{A10AF7AE-830D-41A9-902C-CE5968C4E6F0}">
      <dgm:prSet/>
      <dgm:spPr/>
      <dgm:t>
        <a:bodyPr/>
        <a:lstStyle/>
        <a:p>
          <a:endParaRPr lang="zh-CN" altLang="en-US"/>
        </a:p>
      </dgm:t>
    </dgm:pt>
    <dgm:pt modelId="{36E762D2-B0CC-482C-9599-920BA04D4C52}" type="sibTrans" cxnId="{A10AF7AE-830D-41A9-902C-CE5968C4E6F0}">
      <dgm:prSet/>
      <dgm:spPr/>
      <dgm:t>
        <a:bodyPr/>
        <a:lstStyle/>
        <a:p>
          <a:endParaRPr lang="zh-CN" altLang="en-US"/>
        </a:p>
      </dgm:t>
    </dgm:pt>
    <dgm:pt modelId="{F2141AC8-A486-4288-B085-DB43533E438F}" type="pres">
      <dgm:prSet presAssocID="{66A81FBC-F055-4CF8-9F99-BEA867858D8C}" presName="linear" presStyleCnt="0">
        <dgm:presLayoutVars>
          <dgm:animLvl val="lvl"/>
          <dgm:resizeHandles val="exact"/>
        </dgm:presLayoutVars>
      </dgm:prSet>
      <dgm:spPr/>
    </dgm:pt>
    <dgm:pt modelId="{390D3555-4096-426E-9F81-111950E9479E}" type="pres">
      <dgm:prSet presAssocID="{E742C01D-4FF8-4074-AEB3-7EA0CB7B7AE3}" presName="parentText" presStyleLbl="node1" presStyleIdx="0" presStyleCnt="3" custScaleY="37309">
        <dgm:presLayoutVars>
          <dgm:chMax val="0"/>
          <dgm:bulletEnabled val="1"/>
        </dgm:presLayoutVars>
      </dgm:prSet>
      <dgm:spPr/>
    </dgm:pt>
    <dgm:pt modelId="{507730E8-3E7F-4CAB-B355-EBC692B574F3}" type="pres">
      <dgm:prSet presAssocID="{37181C65-89AB-47D1-B1FA-3745A4223A1D}" presName="spacer" presStyleCnt="0"/>
      <dgm:spPr/>
    </dgm:pt>
    <dgm:pt modelId="{0D6B1CC5-01FB-498C-BA20-9C78C70B8E95}" type="pres">
      <dgm:prSet presAssocID="{CD7CCBCF-2713-44D8-88C2-C50CF181AF36}" presName="parentText" presStyleLbl="node1" presStyleIdx="1" presStyleCnt="3">
        <dgm:presLayoutVars>
          <dgm:chMax val="0"/>
          <dgm:bulletEnabled val="1"/>
        </dgm:presLayoutVars>
      </dgm:prSet>
      <dgm:spPr>
        <a:xfrm>
          <a:off x="0" y="1049333"/>
          <a:ext cx="12192001" cy="2316600"/>
        </a:xfrm>
        <a:prstGeom prst="roundRect">
          <a:avLst/>
        </a:prstGeom>
      </dgm:spPr>
    </dgm:pt>
    <dgm:pt modelId="{12AB3BF3-D919-4463-9838-0A7EBD7A9E35}" type="pres">
      <dgm:prSet presAssocID="{288FCE0F-63B7-4B19-B87B-0B46D59F1C5C}" presName="spacer" presStyleCnt="0"/>
      <dgm:spPr/>
    </dgm:pt>
    <dgm:pt modelId="{CEE5ED75-26E9-4403-BDCA-3E72321A9ADE}" type="pres">
      <dgm:prSet presAssocID="{E2985E0C-3FFC-49D5-9D68-DE8B2019882F}" presName="parentText" presStyleLbl="node1" presStyleIdx="2" presStyleCnt="3" custScaleY="63773">
        <dgm:presLayoutVars>
          <dgm:chMax val="0"/>
          <dgm:bulletEnabled val="1"/>
        </dgm:presLayoutVars>
      </dgm:prSet>
      <dgm:spPr>
        <a:xfrm>
          <a:off x="0" y="3435053"/>
          <a:ext cx="12192001" cy="1477365"/>
        </a:xfrm>
        <a:prstGeom prst="roundRect">
          <a:avLst/>
        </a:prstGeom>
      </dgm:spPr>
    </dgm:pt>
  </dgm:ptLst>
  <dgm:cxnLst>
    <dgm:cxn modelId="{C3C57002-D234-4817-BE1B-7775FBD04558}" type="presOf" srcId="{66A81FBC-F055-4CF8-9F99-BEA867858D8C}" destId="{F2141AC8-A486-4288-B085-DB43533E438F}" srcOrd="0" destOrd="0" presId="urn:microsoft.com/office/officeart/2005/8/layout/vList2"/>
    <dgm:cxn modelId="{B59DE30C-14F0-4EE0-A560-8E54B146FD08}" srcId="{66A81FBC-F055-4CF8-9F99-BEA867858D8C}" destId="{CD7CCBCF-2713-44D8-88C2-C50CF181AF36}" srcOrd="1" destOrd="0" parTransId="{EB2FD9AC-C52C-47FC-9E41-A85CCA563560}" sibTransId="{288FCE0F-63B7-4B19-B87B-0B46D59F1C5C}"/>
    <dgm:cxn modelId="{0AC90865-79B6-416C-92D5-2C30496BFFD9}" type="presOf" srcId="{CD7CCBCF-2713-44D8-88C2-C50CF181AF36}" destId="{0D6B1CC5-01FB-498C-BA20-9C78C70B8E95}" srcOrd="0" destOrd="0" presId="urn:microsoft.com/office/officeart/2005/8/layout/vList2"/>
    <dgm:cxn modelId="{A10AF7AE-830D-41A9-902C-CE5968C4E6F0}" srcId="{66A81FBC-F055-4CF8-9F99-BEA867858D8C}" destId="{E2985E0C-3FFC-49D5-9D68-DE8B2019882F}" srcOrd="2" destOrd="0" parTransId="{384DFEF6-C449-4334-BEE7-426449E80E79}" sibTransId="{36E762D2-B0CC-482C-9599-920BA04D4C52}"/>
    <dgm:cxn modelId="{93C27EDF-F78C-47CB-AE72-BB02A86173DF}" type="presOf" srcId="{E742C01D-4FF8-4074-AEB3-7EA0CB7B7AE3}" destId="{390D3555-4096-426E-9F81-111950E9479E}" srcOrd="0" destOrd="0" presId="urn:microsoft.com/office/officeart/2005/8/layout/vList2"/>
    <dgm:cxn modelId="{018024E2-4DB2-4639-A730-6D9C2EB05117}" srcId="{66A81FBC-F055-4CF8-9F99-BEA867858D8C}" destId="{E742C01D-4FF8-4074-AEB3-7EA0CB7B7AE3}" srcOrd="0" destOrd="0" parTransId="{47D3505E-4402-497B-8DE8-586DFC075491}" sibTransId="{37181C65-89AB-47D1-B1FA-3745A4223A1D}"/>
    <dgm:cxn modelId="{000B3BF8-CAB3-44FF-8436-F2BBA21511B0}" type="presOf" srcId="{E2985E0C-3FFC-49D5-9D68-DE8B2019882F}" destId="{CEE5ED75-26E9-4403-BDCA-3E72321A9ADE}" srcOrd="0" destOrd="0" presId="urn:microsoft.com/office/officeart/2005/8/layout/vList2"/>
    <dgm:cxn modelId="{FC456D06-542F-4483-8E96-F03BE8C02D62}" type="presParOf" srcId="{F2141AC8-A486-4288-B085-DB43533E438F}" destId="{390D3555-4096-426E-9F81-111950E9479E}" srcOrd="0" destOrd="0" presId="urn:microsoft.com/office/officeart/2005/8/layout/vList2"/>
    <dgm:cxn modelId="{09354AC9-0431-413F-B9D0-0152EF6B4892}" type="presParOf" srcId="{F2141AC8-A486-4288-B085-DB43533E438F}" destId="{507730E8-3E7F-4CAB-B355-EBC692B574F3}" srcOrd="1" destOrd="0" presId="urn:microsoft.com/office/officeart/2005/8/layout/vList2"/>
    <dgm:cxn modelId="{95369591-45FC-4A5A-9013-E599EE9BC5CB}" type="presParOf" srcId="{F2141AC8-A486-4288-B085-DB43533E438F}" destId="{0D6B1CC5-01FB-498C-BA20-9C78C70B8E95}" srcOrd="2" destOrd="0" presId="urn:microsoft.com/office/officeart/2005/8/layout/vList2"/>
    <dgm:cxn modelId="{E9D279A7-8D35-4BE2-BB70-0F394D7C0F7C}" type="presParOf" srcId="{F2141AC8-A486-4288-B085-DB43533E438F}" destId="{12AB3BF3-D919-4463-9838-0A7EBD7A9E35}" srcOrd="3" destOrd="0" presId="urn:microsoft.com/office/officeart/2005/8/layout/vList2"/>
    <dgm:cxn modelId="{AB34C1DE-C22D-4BF8-802D-4859D73DADD0}" type="presParOf" srcId="{F2141AC8-A486-4288-B085-DB43533E438F}" destId="{CEE5ED75-26E9-4403-BDCA-3E72321A9AD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A81FBC-F055-4CF8-9F99-BEA867858D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E742C01D-4FF8-4074-AEB3-7EA0CB7B7AE3}">
      <dgm:prSet/>
      <dgm:spPr>
        <a:noFill/>
        <a:ln>
          <a:solidFill>
            <a:srgbClr val="7030A0"/>
          </a:solidFill>
        </a:ln>
      </dgm:spPr>
      <dgm:t>
        <a:bodyPr/>
        <a:lstStyle/>
        <a:p>
          <a:r>
            <a:rPr lang="en-US">
              <a:solidFill>
                <a:schemeClr val="tx1"/>
              </a:solidFill>
            </a:rPr>
            <a:t>【</a:t>
          </a:r>
          <a:r>
            <a:rPr lang="zh-CN">
              <a:solidFill>
                <a:schemeClr val="tx1"/>
              </a:solidFill>
            </a:rPr>
            <a:t>腓</a:t>
          </a:r>
          <a:r>
            <a:rPr lang="en-US">
              <a:solidFill>
                <a:schemeClr val="tx1"/>
              </a:solidFill>
            </a:rPr>
            <a:t>2:19】</a:t>
          </a:r>
          <a:r>
            <a:rPr lang="zh-CN">
              <a:solidFill>
                <a:schemeClr val="tx1"/>
              </a:solidFill>
            </a:rPr>
            <a:t>我</a:t>
          </a:r>
          <a:r>
            <a:rPr lang="zh-CN" b="1">
              <a:solidFill>
                <a:srgbClr val="C00000"/>
              </a:solidFill>
            </a:rPr>
            <a:t>靠主耶稣指望</a:t>
          </a:r>
          <a:r>
            <a:rPr lang="zh-CN">
              <a:solidFill>
                <a:schemeClr val="tx1"/>
              </a:solidFill>
            </a:rPr>
            <a:t>快打发提摩太去见你们，叫我知道你们的事，心里就得着安慰。</a:t>
          </a:r>
        </a:p>
      </dgm:t>
    </dgm:pt>
    <dgm:pt modelId="{47D3505E-4402-497B-8DE8-586DFC075491}" type="parTrans" cxnId="{018024E2-4DB2-4639-A730-6D9C2EB05117}">
      <dgm:prSet/>
      <dgm:spPr/>
      <dgm:t>
        <a:bodyPr/>
        <a:lstStyle/>
        <a:p>
          <a:endParaRPr lang="zh-CN" altLang="en-US"/>
        </a:p>
      </dgm:t>
    </dgm:pt>
    <dgm:pt modelId="{37181C65-89AB-47D1-B1FA-3745A4223A1D}" type="sibTrans" cxnId="{018024E2-4DB2-4639-A730-6D9C2EB05117}">
      <dgm:prSet/>
      <dgm:spPr/>
      <dgm:t>
        <a:bodyPr/>
        <a:lstStyle/>
        <a:p>
          <a:endParaRPr lang="zh-CN" altLang="en-US"/>
        </a:p>
      </dgm:t>
    </dgm:pt>
    <dgm:pt modelId="{CD7CCBCF-2713-44D8-88C2-C50CF181AF36}">
      <dgm:prSet/>
      <dgm:spPr>
        <a:noFill/>
        <a:ln w="12700" cap="flat" cmpd="sng" algn="ctr">
          <a:solidFill>
            <a:srgbClr val="C00000"/>
          </a:solidFill>
          <a:prstDash val="solid"/>
          <a:miter lim="800000"/>
        </a:ln>
        <a:effectLst/>
      </dgm:spPr>
      <dgm:t>
        <a:bodyPr spcFirstLastPara="0" vert="horz" wrap="square" lIns="87630" tIns="87630" rIns="87630" bIns="87630" numCol="1" spcCol="1270" anchor="ctr" anchorCtr="0"/>
        <a:lstStyle/>
        <a:p>
          <a:r>
            <a:rPr lang="en-US" dirty="0">
              <a:solidFill>
                <a:schemeClr val="tx1"/>
              </a:solidFill>
            </a:rPr>
            <a:t>【</a:t>
          </a:r>
          <a:r>
            <a:rPr lang="zh-CN" dirty="0">
              <a:solidFill>
                <a:schemeClr val="tx1"/>
              </a:solidFill>
            </a:rPr>
            <a:t>腓</a:t>
          </a:r>
          <a:r>
            <a:rPr lang="en-US" dirty="0">
              <a:solidFill>
                <a:schemeClr val="tx1"/>
              </a:solidFill>
            </a:rPr>
            <a:t>2:20】</a:t>
          </a:r>
          <a:r>
            <a:rPr lang="zh-CN" dirty="0">
              <a:solidFill>
                <a:schemeClr val="tx1"/>
              </a:solidFill>
            </a:rPr>
            <a:t>因为我没有别人与我</a:t>
          </a:r>
          <a:r>
            <a:rPr lang="zh-CN" b="1" dirty="0">
              <a:solidFill>
                <a:srgbClr val="C00000"/>
              </a:solidFill>
            </a:rPr>
            <a:t>同心</a:t>
          </a:r>
          <a:r>
            <a:rPr lang="zh-CN" dirty="0">
              <a:solidFill>
                <a:schemeClr val="tx1"/>
              </a:solidFill>
            </a:rPr>
            <a:t>，实在挂念你们的事。</a:t>
          </a:r>
          <a:endParaRPr lang="en-US" altLang="zh-CN" dirty="0">
            <a:solidFill>
              <a:schemeClr val="tx1"/>
            </a:solidFill>
          </a:endParaRPr>
        </a:p>
        <a:p>
          <a:r>
            <a:rPr lang="en-US" dirty="0">
              <a:solidFill>
                <a:schemeClr val="tx1"/>
              </a:solidFill>
            </a:rPr>
            <a:t>【</a:t>
          </a:r>
          <a:r>
            <a:rPr lang="zh-CN" dirty="0">
              <a:solidFill>
                <a:schemeClr val="tx1"/>
              </a:solidFill>
            </a:rPr>
            <a:t>腓</a:t>
          </a:r>
          <a:r>
            <a:rPr lang="en-US" dirty="0">
              <a:solidFill>
                <a:schemeClr val="tx1"/>
              </a:solidFill>
            </a:rPr>
            <a:t>2:21】</a:t>
          </a:r>
          <a:r>
            <a:rPr lang="zh-CN" dirty="0">
              <a:solidFill>
                <a:schemeClr val="tx1"/>
              </a:solidFill>
            </a:rPr>
            <a:t>别人都求自己的事，并不</a:t>
          </a:r>
          <a:r>
            <a:rPr lang="zh-CN" b="1" dirty="0">
              <a:solidFill>
                <a:srgbClr val="C00000"/>
              </a:solidFill>
            </a:rPr>
            <a:t>求耶稣基督的事</a:t>
          </a:r>
          <a:r>
            <a:rPr lang="zh-CN" dirty="0">
              <a:solidFill>
                <a:schemeClr val="tx1"/>
              </a:solidFill>
            </a:rPr>
            <a:t>。</a:t>
          </a:r>
          <a:endParaRPr lang="en-US" altLang="zh-CN" dirty="0">
            <a:solidFill>
              <a:schemeClr val="tx1"/>
            </a:solidFill>
          </a:endParaRPr>
        </a:p>
        <a:p>
          <a:r>
            <a:rPr lang="en-US" dirty="0">
              <a:solidFill>
                <a:schemeClr val="tx1"/>
              </a:solidFill>
            </a:rPr>
            <a:t>【</a:t>
          </a:r>
          <a:r>
            <a:rPr lang="zh-CN" dirty="0">
              <a:solidFill>
                <a:schemeClr val="tx1"/>
              </a:solidFill>
            </a:rPr>
            <a:t>腓</a:t>
          </a:r>
          <a:r>
            <a:rPr lang="en-US" dirty="0">
              <a:solidFill>
                <a:schemeClr val="tx1"/>
              </a:solidFill>
            </a:rPr>
            <a:t>2:22】</a:t>
          </a:r>
          <a:r>
            <a:rPr lang="zh-CN" dirty="0">
              <a:solidFill>
                <a:schemeClr val="tx1"/>
              </a:solidFill>
            </a:rPr>
            <a:t>但你们知道提摩太的</a:t>
          </a:r>
          <a:r>
            <a:rPr lang="zh-CN" b="1" dirty="0">
              <a:solidFill>
                <a:srgbClr val="C00000"/>
              </a:solidFill>
            </a:rPr>
            <a:t>明证</a:t>
          </a:r>
          <a:r>
            <a:rPr lang="zh-CN" dirty="0">
              <a:solidFill>
                <a:schemeClr val="tx1"/>
              </a:solidFill>
            </a:rPr>
            <a:t>，他兴旺福音，与我同劳，待我像儿子待父亲一样。</a:t>
          </a:r>
        </a:p>
      </dgm:t>
    </dgm:pt>
    <dgm:pt modelId="{EB2FD9AC-C52C-47FC-9E41-A85CCA563560}" type="parTrans" cxnId="{B59DE30C-14F0-4EE0-A560-8E54B146FD08}">
      <dgm:prSet/>
      <dgm:spPr/>
      <dgm:t>
        <a:bodyPr/>
        <a:lstStyle/>
        <a:p>
          <a:endParaRPr lang="zh-CN" altLang="en-US"/>
        </a:p>
      </dgm:t>
    </dgm:pt>
    <dgm:pt modelId="{288FCE0F-63B7-4B19-B87B-0B46D59F1C5C}" type="sibTrans" cxnId="{B59DE30C-14F0-4EE0-A560-8E54B146FD08}">
      <dgm:prSet/>
      <dgm:spPr/>
      <dgm:t>
        <a:bodyPr/>
        <a:lstStyle/>
        <a:p>
          <a:endParaRPr lang="zh-CN" altLang="en-US"/>
        </a:p>
      </dgm:t>
    </dgm:pt>
    <dgm:pt modelId="{E2985E0C-3FFC-49D5-9D68-DE8B2019882F}">
      <dgm:prSet custT="1"/>
      <dgm:spPr>
        <a:noFill/>
        <a:ln w="12700" cap="flat" cmpd="sng" algn="ctr">
          <a:solidFill>
            <a:srgbClr val="0070C0"/>
          </a:solidFill>
          <a:prstDash val="solid"/>
          <a:miter lim="800000"/>
        </a:ln>
        <a:effectLst/>
      </dgm:spPr>
      <dgm:t>
        <a:bodyPr spcFirstLastPara="0" vert="horz" wrap="square" lIns="87630" tIns="87630" rIns="87630" bIns="87630" numCol="1" spcCol="1270" anchor="ctr" anchorCtr="0"/>
        <a:lstStyle/>
        <a:p>
          <a:r>
            <a:rPr lang="en-US" sz="1400" kern="1200">
              <a:solidFill>
                <a:schemeClr val="tx1"/>
              </a:solidFill>
            </a:rPr>
            <a:t>【</a:t>
          </a:r>
          <a:r>
            <a:rPr lang="zh-CN" sz="1400" kern="1200">
              <a:solidFill>
                <a:schemeClr val="tx1"/>
              </a:solidFill>
            </a:rPr>
            <a:t>腓</a:t>
          </a:r>
          <a:r>
            <a:rPr lang="en-US" sz="1400" kern="1200">
              <a:solidFill>
                <a:schemeClr val="tx1"/>
              </a:solidFill>
            </a:rPr>
            <a:t>2:23】</a:t>
          </a:r>
          <a:r>
            <a:rPr lang="zh-CN" sz="1400" kern="1200">
              <a:solidFill>
                <a:schemeClr val="tx1"/>
              </a:solidFill>
            </a:rPr>
            <a:t>所以我一看出我的事要怎样了结，就</a:t>
          </a:r>
          <a:r>
            <a:rPr lang="zh-CN" sz="1400" b="1" kern="1200">
              <a:solidFill>
                <a:srgbClr val="C00000"/>
              </a:solidFill>
              <a:latin typeface="Arial"/>
              <a:ea typeface="苹方-简"/>
              <a:cs typeface="+mn-cs"/>
            </a:rPr>
            <a:t>盼望</a:t>
          </a:r>
          <a:r>
            <a:rPr lang="zh-CN" sz="1400" kern="1200">
              <a:solidFill>
                <a:schemeClr val="tx1"/>
              </a:solidFill>
            </a:rPr>
            <a:t>立刻打发他去；</a:t>
          </a:r>
          <a:endParaRPr lang="en-US" altLang="zh-CN" sz="1400" kern="1200">
            <a:solidFill>
              <a:schemeClr val="tx1"/>
            </a:solidFill>
          </a:endParaRPr>
        </a:p>
        <a:p>
          <a:r>
            <a:rPr lang="en-US" sz="1400" kern="1200">
              <a:solidFill>
                <a:schemeClr val="tx1"/>
              </a:solidFill>
            </a:rPr>
            <a:t>【</a:t>
          </a:r>
          <a:r>
            <a:rPr lang="zh-CN" sz="1400" kern="1200">
              <a:solidFill>
                <a:schemeClr val="tx1"/>
              </a:solidFill>
            </a:rPr>
            <a:t>腓</a:t>
          </a:r>
          <a:r>
            <a:rPr lang="en-US" sz="1400" kern="1200">
              <a:solidFill>
                <a:schemeClr val="tx1"/>
              </a:solidFill>
            </a:rPr>
            <a:t>2:24】</a:t>
          </a:r>
          <a:r>
            <a:rPr lang="zh-CN" sz="1400" kern="1200">
              <a:solidFill>
                <a:schemeClr val="tx1"/>
              </a:solidFill>
            </a:rPr>
            <a:t>但我靠着主，自信我也必快去。</a:t>
          </a:r>
        </a:p>
      </dgm:t>
    </dgm:pt>
    <dgm:pt modelId="{384DFEF6-C449-4334-BEE7-426449E80E79}" type="parTrans" cxnId="{A10AF7AE-830D-41A9-902C-CE5968C4E6F0}">
      <dgm:prSet/>
      <dgm:spPr/>
      <dgm:t>
        <a:bodyPr/>
        <a:lstStyle/>
        <a:p>
          <a:endParaRPr lang="zh-CN" altLang="en-US"/>
        </a:p>
      </dgm:t>
    </dgm:pt>
    <dgm:pt modelId="{36E762D2-B0CC-482C-9599-920BA04D4C52}" type="sibTrans" cxnId="{A10AF7AE-830D-41A9-902C-CE5968C4E6F0}">
      <dgm:prSet/>
      <dgm:spPr/>
      <dgm:t>
        <a:bodyPr/>
        <a:lstStyle/>
        <a:p>
          <a:endParaRPr lang="zh-CN" altLang="en-US"/>
        </a:p>
      </dgm:t>
    </dgm:pt>
    <dgm:pt modelId="{F2141AC8-A486-4288-B085-DB43533E438F}" type="pres">
      <dgm:prSet presAssocID="{66A81FBC-F055-4CF8-9F99-BEA867858D8C}" presName="linear" presStyleCnt="0">
        <dgm:presLayoutVars>
          <dgm:animLvl val="lvl"/>
          <dgm:resizeHandles val="exact"/>
        </dgm:presLayoutVars>
      </dgm:prSet>
      <dgm:spPr/>
    </dgm:pt>
    <dgm:pt modelId="{390D3555-4096-426E-9F81-111950E9479E}" type="pres">
      <dgm:prSet presAssocID="{E742C01D-4FF8-4074-AEB3-7EA0CB7B7AE3}" presName="parentText" presStyleLbl="node1" presStyleIdx="0" presStyleCnt="3" custScaleY="37309" custLinFactNeighborX="-34369" custLinFactNeighborY="66158">
        <dgm:presLayoutVars>
          <dgm:chMax val="0"/>
          <dgm:bulletEnabled val="1"/>
        </dgm:presLayoutVars>
      </dgm:prSet>
      <dgm:spPr/>
    </dgm:pt>
    <dgm:pt modelId="{507730E8-3E7F-4CAB-B355-EBC692B574F3}" type="pres">
      <dgm:prSet presAssocID="{37181C65-89AB-47D1-B1FA-3745A4223A1D}" presName="spacer" presStyleCnt="0"/>
      <dgm:spPr/>
    </dgm:pt>
    <dgm:pt modelId="{0D6B1CC5-01FB-498C-BA20-9C78C70B8E95}" type="pres">
      <dgm:prSet presAssocID="{CD7CCBCF-2713-44D8-88C2-C50CF181AF36}" presName="parentText" presStyleLbl="node1" presStyleIdx="1" presStyleCnt="3">
        <dgm:presLayoutVars>
          <dgm:chMax val="0"/>
          <dgm:bulletEnabled val="1"/>
        </dgm:presLayoutVars>
      </dgm:prSet>
      <dgm:spPr>
        <a:xfrm>
          <a:off x="0" y="1049333"/>
          <a:ext cx="12192001" cy="2316600"/>
        </a:xfrm>
        <a:prstGeom prst="roundRect">
          <a:avLst/>
        </a:prstGeom>
      </dgm:spPr>
    </dgm:pt>
    <dgm:pt modelId="{12AB3BF3-D919-4463-9838-0A7EBD7A9E35}" type="pres">
      <dgm:prSet presAssocID="{288FCE0F-63B7-4B19-B87B-0B46D59F1C5C}" presName="spacer" presStyleCnt="0"/>
      <dgm:spPr/>
    </dgm:pt>
    <dgm:pt modelId="{CEE5ED75-26E9-4403-BDCA-3E72321A9ADE}" type="pres">
      <dgm:prSet presAssocID="{E2985E0C-3FFC-49D5-9D68-DE8B2019882F}" presName="parentText" presStyleLbl="node1" presStyleIdx="2" presStyleCnt="3" custScaleY="63773">
        <dgm:presLayoutVars>
          <dgm:chMax val="0"/>
          <dgm:bulletEnabled val="1"/>
        </dgm:presLayoutVars>
      </dgm:prSet>
      <dgm:spPr>
        <a:xfrm>
          <a:off x="0" y="3435053"/>
          <a:ext cx="12192001" cy="1477365"/>
        </a:xfrm>
        <a:prstGeom prst="roundRect">
          <a:avLst/>
        </a:prstGeom>
      </dgm:spPr>
    </dgm:pt>
  </dgm:ptLst>
  <dgm:cxnLst>
    <dgm:cxn modelId="{C3C57002-D234-4817-BE1B-7775FBD04558}" type="presOf" srcId="{66A81FBC-F055-4CF8-9F99-BEA867858D8C}" destId="{F2141AC8-A486-4288-B085-DB43533E438F}" srcOrd="0" destOrd="0" presId="urn:microsoft.com/office/officeart/2005/8/layout/vList2"/>
    <dgm:cxn modelId="{B59DE30C-14F0-4EE0-A560-8E54B146FD08}" srcId="{66A81FBC-F055-4CF8-9F99-BEA867858D8C}" destId="{CD7CCBCF-2713-44D8-88C2-C50CF181AF36}" srcOrd="1" destOrd="0" parTransId="{EB2FD9AC-C52C-47FC-9E41-A85CCA563560}" sibTransId="{288FCE0F-63B7-4B19-B87B-0B46D59F1C5C}"/>
    <dgm:cxn modelId="{0AC90865-79B6-416C-92D5-2C30496BFFD9}" type="presOf" srcId="{CD7CCBCF-2713-44D8-88C2-C50CF181AF36}" destId="{0D6B1CC5-01FB-498C-BA20-9C78C70B8E95}" srcOrd="0" destOrd="0" presId="urn:microsoft.com/office/officeart/2005/8/layout/vList2"/>
    <dgm:cxn modelId="{A10AF7AE-830D-41A9-902C-CE5968C4E6F0}" srcId="{66A81FBC-F055-4CF8-9F99-BEA867858D8C}" destId="{E2985E0C-3FFC-49D5-9D68-DE8B2019882F}" srcOrd="2" destOrd="0" parTransId="{384DFEF6-C449-4334-BEE7-426449E80E79}" sibTransId="{36E762D2-B0CC-482C-9599-920BA04D4C52}"/>
    <dgm:cxn modelId="{93C27EDF-F78C-47CB-AE72-BB02A86173DF}" type="presOf" srcId="{E742C01D-4FF8-4074-AEB3-7EA0CB7B7AE3}" destId="{390D3555-4096-426E-9F81-111950E9479E}" srcOrd="0" destOrd="0" presId="urn:microsoft.com/office/officeart/2005/8/layout/vList2"/>
    <dgm:cxn modelId="{018024E2-4DB2-4639-A730-6D9C2EB05117}" srcId="{66A81FBC-F055-4CF8-9F99-BEA867858D8C}" destId="{E742C01D-4FF8-4074-AEB3-7EA0CB7B7AE3}" srcOrd="0" destOrd="0" parTransId="{47D3505E-4402-497B-8DE8-586DFC075491}" sibTransId="{37181C65-89AB-47D1-B1FA-3745A4223A1D}"/>
    <dgm:cxn modelId="{000B3BF8-CAB3-44FF-8436-F2BBA21511B0}" type="presOf" srcId="{E2985E0C-3FFC-49D5-9D68-DE8B2019882F}" destId="{CEE5ED75-26E9-4403-BDCA-3E72321A9ADE}" srcOrd="0" destOrd="0" presId="urn:microsoft.com/office/officeart/2005/8/layout/vList2"/>
    <dgm:cxn modelId="{FC456D06-542F-4483-8E96-F03BE8C02D62}" type="presParOf" srcId="{F2141AC8-A486-4288-B085-DB43533E438F}" destId="{390D3555-4096-426E-9F81-111950E9479E}" srcOrd="0" destOrd="0" presId="urn:microsoft.com/office/officeart/2005/8/layout/vList2"/>
    <dgm:cxn modelId="{09354AC9-0431-413F-B9D0-0152EF6B4892}" type="presParOf" srcId="{F2141AC8-A486-4288-B085-DB43533E438F}" destId="{507730E8-3E7F-4CAB-B355-EBC692B574F3}" srcOrd="1" destOrd="0" presId="urn:microsoft.com/office/officeart/2005/8/layout/vList2"/>
    <dgm:cxn modelId="{95369591-45FC-4A5A-9013-E599EE9BC5CB}" type="presParOf" srcId="{F2141AC8-A486-4288-B085-DB43533E438F}" destId="{0D6B1CC5-01FB-498C-BA20-9C78C70B8E95}" srcOrd="2" destOrd="0" presId="urn:microsoft.com/office/officeart/2005/8/layout/vList2"/>
    <dgm:cxn modelId="{E9D279A7-8D35-4BE2-BB70-0F394D7C0F7C}" type="presParOf" srcId="{F2141AC8-A486-4288-B085-DB43533E438F}" destId="{12AB3BF3-D919-4463-9838-0A7EBD7A9E35}" srcOrd="3" destOrd="0" presId="urn:microsoft.com/office/officeart/2005/8/layout/vList2"/>
    <dgm:cxn modelId="{AB34C1DE-C22D-4BF8-802D-4859D73DADD0}" type="presParOf" srcId="{F2141AC8-A486-4288-B085-DB43533E438F}" destId="{CEE5ED75-26E9-4403-BDCA-3E72321A9ADE}"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D3555-4096-426E-9F81-111950E9479E}">
      <dsp:nvSpPr>
        <dsp:cNvPr id="0" name=""/>
        <dsp:cNvSpPr/>
      </dsp:nvSpPr>
      <dsp:spPr>
        <a:xfrm>
          <a:off x="0" y="115913"/>
          <a:ext cx="12192001" cy="864300"/>
        </a:xfrm>
        <a:prstGeom prst="roundRect">
          <a:avLst/>
        </a:prstGeom>
        <a:no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solidFill>
                <a:schemeClr val="tx1"/>
              </a:solidFill>
            </a:rPr>
            <a:t>【</a:t>
          </a:r>
          <a:r>
            <a:rPr lang="zh-CN" sz="2400" kern="1200">
              <a:solidFill>
                <a:schemeClr val="tx1"/>
              </a:solidFill>
            </a:rPr>
            <a:t>腓</a:t>
          </a:r>
          <a:r>
            <a:rPr lang="en-US" sz="2400" kern="1200">
              <a:solidFill>
                <a:schemeClr val="tx1"/>
              </a:solidFill>
            </a:rPr>
            <a:t>2:19】</a:t>
          </a:r>
          <a:r>
            <a:rPr lang="zh-CN" sz="2400" kern="1200">
              <a:solidFill>
                <a:schemeClr val="tx1"/>
              </a:solidFill>
            </a:rPr>
            <a:t>我</a:t>
          </a:r>
          <a:r>
            <a:rPr lang="zh-CN" sz="2400" b="1" kern="1200">
              <a:solidFill>
                <a:srgbClr val="C00000"/>
              </a:solidFill>
            </a:rPr>
            <a:t>靠主耶稣指望</a:t>
          </a:r>
          <a:r>
            <a:rPr lang="zh-CN" sz="2400" kern="1200">
              <a:solidFill>
                <a:schemeClr val="tx1"/>
              </a:solidFill>
            </a:rPr>
            <a:t>快打发提摩太去见你们，叫我知道你们的事，心里就得着安慰。</a:t>
          </a:r>
        </a:p>
      </dsp:txBody>
      <dsp:txXfrm>
        <a:off x="42192" y="158105"/>
        <a:ext cx="12107617" cy="779916"/>
      </dsp:txXfrm>
    </dsp:sp>
    <dsp:sp modelId="{0D6B1CC5-01FB-498C-BA20-9C78C70B8E95}">
      <dsp:nvSpPr>
        <dsp:cNvPr id="0" name=""/>
        <dsp:cNvSpPr/>
      </dsp:nvSpPr>
      <dsp:spPr>
        <a:xfrm>
          <a:off x="0" y="1049333"/>
          <a:ext cx="12192001" cy="2316600"/>
        </a:xfrm>
        <a:prstGeom prst="roundRect">
          <a:avLst/>
        </a:prstGeom>
        <a:no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66800">
            <a:lnSpc>
              <a:spcPct val="90000"/>
            </a:lnSpc>
            <a:spcBef>
              <a:spcPct val="0"/>
            </a:spcBef>
            <a:spcAft>
              <a:spcPct val="35000"/>
            </a:spcAft>
            <a:buNone/>
          </a:pPr>
          <a:r>
            <a:rPr lang="en-US" sz="2400" kern="1200">
              <a:solidFill>
                <a:schemeClr val="tx1"/>
              </a:solidFill>
            </a:rPr>
            <a:t>【</a:t>
          </a:r>
          <a:r>
            <a:rPr lang="zh-CN" sz="2400" kern="1200">
              <a:solidFill>
                <a:schemeClr val="tx1"/>
              </a:solidFill>
            </a:rPr>
            <a:t>腓</a:t>
          </a:r>
          <a:r>
            <a:rPr lang="en-US" sz="2400" kern="1200">
              <a:solidFill>
                <a:schemeClr val="tx1"/>
              </a:solidFill>
            </a:rPr>
            <a:t>2:20】</a:t>
          </a:r>
          <a:r>
            <a:rPr lang="zh-CN" sz="2400" kern="1200">
              <a:solidFill>
                <a:schemeClr val="tx1"/>
              </a:solidFill>
            </a:rPr>
            <a:t>因为我没有别人与我</a:t>
          </a:r>
          <a:r>
            <a:rPr lang="zh-CN" sz="2400" b="1" kern="1200">
              <a:solidFill>
                <a:srgbClr val="C00000"/>
              </a:solidFill>
            </a:rPr>
            <a:t>同心</a:t>
          </a:r>
          <a:r>
            <a:rPr lang="zh-CN" sz="2400" kern="1200">
              <a:solidFill>
                <a:schemeClr val="tx1"/>
              </a:solidFill>
            </a:rPr>
            <a:t>，实在挂念你们的事。</a:t>
          </a:r>
          <a:endParaRPr lang="en-US" altLang="zh-CN" sz="2400" kern="1200">
            <a:solidFill>
              <a:schemeClr val="tx1"/>
            </a:solidFill>
          </a:endParaRPr>
        </a:p>
        <a:p>
          <a:pPr marL="0" lvl="0" indent="0" algn="l" defTabSz="1066800">
            <a:lnSpc>
              <a:spcPct val="90000"/>
            </a:lnSpc>
            <a:spcBef>
              <a:spcPct val="0"/>
            </a:spcBef>
            <a:spcAft>
              <a:spcPct val="35000"/>
            </a:spcAft>
            <a:buNone/>
          </a:pPr>
          <a:r>
            <a:rPr lang="en-US" sz="2400" kern="1200">
              <a:solidFill>
                <a:schemeClr val="tx1"/>
              </a:solidFill>
            </a:rPr>
            <a:t>【</a:t>
          </a:r>
          <a:r>
            <a:rPr lang="zh-CN" sz="2400" kern="1200">
              <a:solidFill>
                <a:schemeClr val="tx1"/>
              </a:solidFill>
            </a:rPr>
            <a:t>腓</a:t>
          </a:r>
          <a:r>
            <a:rPr lang="en-US" sz="2400" kern="1200">
              <a:solidFill>
                <a:schemeClr val="tx1"/>
              </a:solidFill>
            </a:rPr>
            <a:t>2:21】</a:t>
          </a:r>
          <a:r>
            <a:rPr lang="zh-CN" sz="2400" kern="1200">
              <a:solidFill>
                <a:schemeClr val="tx1"/>
              </a:solidFill>
            </a:rPr>
            <a:t>别人都求自己的事，并不</a:t>
          </a:r>
          <a:r>
            <a:rPr lang="zh-CN" sz="2400" b="1" kern="1200">
              <a:solidFill>
                <a:srgbClr val="C00000"/>
              </a:solidFill>
            </a:rPr>
            <a:t>求耶稣基督的事</a:t>
          </a:r>
          <a:r>
            <a:rPr lang="zh-CN" sz="2400" kern="1200">
              <a:solidFill>
                <a:schemeClr val="tx1"/>
              </a:solidFill>
            </a:rPr>
            <a:t>。</a:t>
          </a:r>
          <a:endParaRPr lang="en-US" altLang="zh-CN" sz="2400" kern="1200">
            <a:solidFill>
              <a:schemeClr val="tx1"/>
            </a:solidFill>
          </a:endParaRPr>
        </a:p>
        <a:p>
          <a:pPr marL="0" lvl="0" indent="0" algn="l" defTabSz="1066800">
            <a:lnSpc>
              <a:spcPct val="90000"/>
            </a:lnSpc>
            <a:spcBef>
              <a:spcPct val="0"/>
            </a:spcBef>
            <a:spcAft>
              <a:spcPct val="35000"/>
            </a:spcAft>
            <a:buNone/>
          </a:pPr>
          <a:r>
            <a:rPr lang="en-US" sz="2400" kern="1200">
              <a:solidFill>
                <a:schemeClr val="tx1"/>
              </a:solidFill>
            </a:rPr>
            <a:t>【</a:t>
          </a:r>
          <a:r>
            <a:rPr lang="zh-CN" sz="2400" kern="1200">
              <a:solidFill>
                <a:schemeClr val="tx1"/>
              </a:solidFill>
            </a:rPr>
            <a:t>腓</a:t>
          </a:r>
          <a:r>
            <a:rPr lang="en-US" sz="2400" kern="1200">
              <a:solidFill>
                <a:schemeClr val="tx1"/>
              </a:solidFill>
            </a:rPr>
            <a:t>2:22】</a:t>
          </a:r>
          <a:r>
            <a:rPr lang="zh-CN" sz="2400" kern="1200">
              <a:solidFill>
                <a:schemeClr val="tx1"/>
              </a:solidFill>
            </a:rPr>
            <a:t>但你们知道提摩太的</a:t>
          </a:r>
          <a:r>
            <a:rPr lang="zh-CN" sz="2400" b="1" kern="1200">
              <a:solidFill>
                <a:srgbClr val="C00000"/>
              </a:solidFill>
            </a:rPr>
            <a:t>明证</a:t>
          </a:r>
          <a:r>
            <a:rPr lang="zh-CN" sz="2400" kern="1200">
              <a:solidFill>
                <a:schemeClr val="tx1"/>
              </a:solidFill>
            </a:rPr>
            <a:t>，他兴旺福音，与我同劳，待我像儿子待父亲一样。</a:t>
          </a:r>
        </a:p>
      </dsp:txBody>
      <dsp:txXfrm>
        <a:off x="113087" y="1162420"/>
        <a:ext cx="11965827" cy="2090426"/>
      </dsp:txXfrm>
    </dsp:sp>
    <dsp:sp modelId="{CEE5ED75-26E9-4403-BDCA-3E72321A9ADE}">
      <dsp:nvSpPr>
        <dsp:cNvPr id="0" name=""/>
        <dsp:cNvSpPr/>
      </dsp:nvSpPr>
      <dsp:spPr>
        <a:xfrm>
          <a:off x="0" y="3435053"/>
          <a:ext cx="12192001" cy="1477365"/>
        </a:xfrm>
        <a:prstGeom prst="round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2:23】</a:t>
          </a:r>
          <a:r>
            <a:rPr lang="zh-CN" sz="2300" kern="1200">
              <a:solidFill>
                <a:schemeClr val="tx1"/>
              </a:solidFill>
            </a:rPr>
            <a:t>所以我一看出我的事要怎样了结，就</a:t>
          </a:r>
          <a:r>
            <a:rPr lang="zh-CN" sz="2300" b="1" kern="1200">
              <a:solidFill>
                <a:srgbClr val="C00000"/>
              </a:solidFill>
              <a:latin typeface="Arial"/>
              <a:ea typeface="苹方-简"/>
              <a:cs typeface="+mn-cs"/>
            </a:rPr>
            <a:t>盼望</a:t>
          </a:r>
          <a:r>
            <a:rPr lang="zh-CN" sz="2300" kern="1200">
              <a:solidFill>
                <a:schemeClr val="tx1"/>
              </a:solidFill>
            </a:rPr>
            <a:t>立刻打发他去；</a:t>
          </a:r>
          <a:endParaRPr lang="en-US" altLang="zh-CN" sz="2300" kern="1200">
            <a:solidFill>
              <a:schemeClr val="tx1"/>
            </a:solidFill>
          </a:endParaRPr>
        </a:p>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2:24】</a:t>
          </a:r>
          <a:r>
            <a:rPr lang="zh-CN" sz="2300" kern="1200">
              <a:solidFill>
                <a:schemeClr val="tx1"/>
              </a:solidFill>
            </a:rPr>
            <a:t>但我靠着主，自信我也必快去。</a:t>
          </a:r>
        </a:p>
      </dsp:txBody>
      <dsp:txXfrm>
        <a:off x="72119" y="3507172"/>
        <a:ext cx="12047763" cy="13331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D3555-4096-426E-9F81-111950E9479E}">
      <dsp:nvSpPr>
        <dsp:cNvPr id="0" name=""/>
        <dsp:cNvSpPr/>
      </dsp:nvSpPr>
      <dsp:spPr>
        <a:xfrm>
          <a:off x="0" y="460441"/>
          <a:ext cx="5819775" cy="779179"/>
        </a:xfrm>
        <a:prstGeom prst="roundRect">
          <a:avLst/>
        </a:prstGeom>
        <a:no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solidFill>
                <a:schemeClr val="tx1"/>
              </a:solidFill>
            </a:rPr>
            <a:t>【</a:t>
          </a:r>
          <a:r>
            <a:rPr lang="zh-CN" sz="1400" kern="1200">
              <a:solidFill>
                <a:schemeClr val="tx1"/>
              </a:solidFill>
            </a:rPr>
            <a:t>腓</a:t>
          </a:r>
          <a:r>
            <a:rPr lang="en-US" sz="1400" kern="1200">
              <a:solidFill>
                <a:schemeClr val="tx1"/>
              </a:solidFill>
            </a:rPr>
            <a:t>2:19】</a:t>
          </a:r>
          <a:r>
            <a:rPr lang="zh-CN" sz="1400" kern="1200">
              <a:solidFill>
                <a:schemeClr val="tx1"/>
              </a:solidFill>
            </a:rPr>
            <a:t>我</a:t>
          </a:r>
          <a:r>
            <a:rPr lang="zh-CN" sz="1400" b="1" kern="1200">
              <a:solidFill>
                <a:srgbClr val="C00000"/>
              </a:solidFill>
            </a:rPr>
            <a:t>靠主耶稣指望</a:t>
          </a:r>
          <a:r>
            <a:rPr lang="zh-CN" sz="1400" kern="1200">
              <a:solidFill>
                <a:schemeClr val="tx1"/>
              </a:solidFill>
            </a:rPr>
            <a:t>快打发提摩太去见你们，叫我知道你们的事，心里就得着安慰。</a:t>
          </a:r>
        </a:p>
      </dsp:txBody>
      <dsp:txXfrm>
        <a:off x="38036" y="498477"/>
        <a:ext cx="5743703" cy="703107"/>
      </dsp:txXfrm>
    </dsp:sp>
    <dsp:sp modelId="{0D6B1CC5-01FB-498C-BA20-9C78C70B8E95}">
      <dsp:nvSpPr>
        <dsp:cNvPr id="0" name=""/>
        <dsp:cNvSpPr/>
      </dsp:nvSpPr>
      <dsp:spPr>
        <a:xfrm>
          <a:off x="0" y="1256190"/>
          <a:ext cx="5819775" cy="2088450"/>
        </a:xfrm>
        <a:prstGeom prst="roundRect">
          <a:avLst/>
        </a:prstGeom>
        <a:no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2:20】</a:t>
          </a:r>
          <a:r>
            <a:rPr lang="zh-CN" sz="1400" kern="1200" dirty="0">
              <a:solidFill>
                <a:schemeClr val="tx1"/>
              </a:solidFill>
            </a:rPr>
            <a:t>因为我没有别人与我</a:t>
          </a:r>
          <a:r>
            <a:rPr lang="zh-CN" sz="1400" b="1" kern="1200" dirty="0">
              <a:solidFill>
                <a:srgbClr val="C00000"/>
              </a:solidFill>
            </a:rPr>
            <a:t>同心</a:t>
          </a:r>
          <a:r>
            <a:rPr lang="zh-CN" sz="1400" kern="1200" dirty="0">
              <a:solidFill>
                <a:schemeClr val="tx1"/>
              </a:solidFill>
            </a:rPr>
            <a:t>，实在挂念你们的事。</a:t>
          </a:r>
          <a:endParaRPr lang="en-US" altLang="zh-CN"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2:21】</a:t>
          </a:r>
          <a:r>
            <a:rPr lang="zh-CN" sz="1400" kern="1200" dirty="0">
              <a:solidFill>
                <a:schemeClr val="tx1"/>
              </a:solidFill>
            </a:rPr>
            <a:t>别人都求自己的事，并不</a:t>
          </a:r>
          <a:r>
            <a:rPr lang="zh-CN" sz="1400" b="1" kern="1200" dirty="0">
              <a:solidFill>
                <a:srgbClr val="C00000"/>
              </a:solidFill>
            </a:rPr>
            <a:t>求耶稣基督的事</a:t>
          </a:r>
          <a:r>
            <a:rPr lang="zh-CN" sz="1400" kern="1200" dirty="0">
              <a:solidFill>
                <a:schemeClr val="tx1"/>
              </a:solidFill>
            </a:rPr>
            <a:t>。</a:t>
          </a:r>
          <a:endParaRPr lang="en-US" altLang="zh-CN"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2:22】</a:t>
          </a:r>
          <a:r>
            <a:rPr lang="zh-CN" sz="1400" kern="1200" dirty="0">
              <a:solidFill>
                <a:schemeClr val="tx1"/>
              </a:solidFill>
            </a:rPr>
            <a:t>但你们知道提摩太的</a:t>
          </a:r>
          <a:r>
            <a:rPr lang="zh-CN" sz="1400" b="1" kern="1200" dirty="0">
              <a:solidFill>
                <a:srgbClr val="C00000"/>
              </a:solidFill>
            </a:rPr>
            <a:t>明证</a:t>
          </a:r>
          <a:r>
            <a:rPr lang="zh-CN" sz="1400" kern="1200" dirty="0">
              <a:solidFill>
                <a:schemeClr val="tx1"/>
              </a:solidFill>
            </a:rPr>
            <a:t>，他兴旺福音，与我同劳，待我像儿子待父亲一样。</a:t>
          </a:r>
        </a:p>
      </dsp:txBody>
      <dsp:txXfrm>
        <a:off x="101950" y="1358140"/>
        <a:ext cx="5615875" cy="1884550"/>
      </dsp:txXfrm>
    </dsp:sp>
    <dsp:sp modelId="{CEE5ED75-26E9-4403-BDCA-3E72321A9ADE}">
      <dsp:nvSpPr>
        <dsp:cNvPr id="0" name=""/>
        <dsp:cNvSpPr/>
      </dsp:nvSpPr>
      <dsp:spPr>
        <a:xfrm>
          <a:off x="0" y="3393600"/>
          <a:ext cx="5819775" cy="1331867"/>
        </a:xfrm>
        <a:prstGeom prst="round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622300">
            <a:lnSpc>
              <a:spcPct val="90000"/>
            </a:lnSpc>
            <a:spcBef>
              <a:spcPct val="0"/>
            </a:spcBef>
            <a:spcAft>
              <a:spcPct val="35000"/>
            </a:spcAft>
            <a:buNone/>
          </a:pPr>
          <a:r>
            <a:rPr lang="en-US" sz="1400" kern="1200">
              <a:solidFill>
                <a:schemeClr val="tx1"/>
              </a:solidFill>
            </a:rPr>
            <a:t>【</a:t>
          </a:r>
          <a:r>
            <a:rPr lang="zh-CN" sz="1400" kern="1200">
              <a:solidFill>
                <a:schemeClr val="tx1"/>
              </a:solidFill>
            </a:rPr>
            <a:t>腓</a:t>
          </a:r>
          <a:r>
            <a:rPr lang="en-US" sz="1400" kern="1200">
              <a:solidFill>
                <a:schemeClr val="tx1"/>
              </a:solidFill>
            </a:rPr>
            <a:t>2:23】</a:t>
          </a:r>
          <a:r>
            <a:rPr lang="zh-CN" sz="1400" kern="1200">
              <a:solidFill>
                <a:schemeClr val="tx1"/>
              </a:solidFill>
            </a:rPr>
            <a:t>所以我一看出我的事要怎样了结，就</a:t>
          </a:r>
          <a:r>
            <a:rPr lang="zh-CN" sz="1400" b="1" kern="1200">
              <a:solidFill>
                <a:srgbClr val="C00000"/>
              </a:solidFill>
              <a:latin typeface="Arial"/>
              <a:ea typeface="苹方-简"/>
              <a:cs typeface="+mn-cs"/>
            </a:rPr>
            <a:t>盼望</a:t>
          </a:r>
          <a:r>
            <a:rPr lang="zh-CN" sz="1400" kern="1200">
              <a:solidFill>
                <a:schemeClr val="tx1"/>
              </a:solidFill>
            </a:rPr>
            <a:t>立刻打发他去；</a:t>
          </a:r>
          <a:endParaRPr lang="en-US" altLang="zh-CN" sz="1400" kern="1200">
            <a:solidFill>
              <a:schemeClr val="tx1"/>
            </a:solidFill>
          </a:endParaRPr>
        </a:p>
        <a:p>
          <a:pPr marL="0" lvl="0" indent="0" algn="l" defTabSz="622300">
            <a:lnSpc>
              <a:spcPct val="90000"/>
            </a:lnSpc>
            <a:spcBef>
              <a:spcPct val="0"/>
            </a:spcBef>
            <a:spcAft>
              <a:spcPct val="35000"/>
            </a:spcAft>
            <a:buNone/>
          </a:pPr>
          <a:r>
            <a:rPr lang="en-US" sz="1400" kern="1200">
              <a:solidFill>
                <a:schemeClr val="tx1"/>
              </a:solidFill>
            </a:rPr>
            <a:t>【</a:t>
          </a:r>
          <a:r>
            <a:rPr lang="zh-CN" sz="1400" kern="1200">
              <a:solidFill>
                <a:schemeClr val="tx1"/>
              </a:solidFill>
            </a:rPr>
            <a:t>腓</a:t>
          </a:r>
          <a:r>
            <a:rPr lang="en-US" sz="1400" kern="1200">
              <a:solidFill>
                <a:schemeClr val="tx1"/>
              </a:solidFill>
            </a:rPr>
            <a:t>2:24】</a:t>
          </a:r>
          <a:r>
            <a:rPr lang="zh-CN" sz="1400" kern="1200">
              <a:solidFill>
                <a:schemeClr val="tx1"/>
              </a:solidFill>
            </a:rPr>
            <a:t>但我靠着主，自信我也必快去。</a:t>
          </a:r>
        </a:p>
      </dsp:txBody>
      <dsp:txXfrm>
        <a:off x="65016" y="3458616"/>
        <a:ext cx="5689743" cy="12018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2023/3/19 Sun</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你对神认真，神必对你认真</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694770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腓</a:t>
            </a:r>
            <a:r>
              <a:rPr lang="en-US" altLang="zh-CN" dirty="0"/>
              <a:t>1:21】</a:t>
            </a:r>
            <a:r>
              <a:rPr lang="zh-CN" altLang="en-US" dirty="0"/>
              <a:t>因我活着就是基督，我死了就有益处。</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9596638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2023/3/19 Sun</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2023/3/19 Sun</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2023/3/19 Sun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2023/3/19 Sun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2023/3/19 Sun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2023/3/19 Sun</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jpeg"/><Relationship Id="rId4"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Layout" Target="../slideLayouts/slideLayout2.xml"/><Relationship Id="rId7" Type="http://schemas.openxmlformats.org/officeDocument/2006/relationships/diagramColors" Target="../diagrams/colors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tags" Target="../tags/tag39.xml"/><Relationship Id="rId7" Type="http://schemas.openxmlformats.org/officeDocument/2006/relationships/diagramQuickStyle" Target="../diagrams/quickStyle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slideLayout" Target="../slideLayouts/slideLayout2.xml"/><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71.xml"/><Relationship Id="rId7" Type="http://schemas.openxmlformats.org/officeDocument/2006/relationships/image" Target="../media/image4.sv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4.sv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110787" y="4414022"/>
            <a:ext cx="4613737" cy="509883"/>
          </a:xfrm>
          <a:prstGeom prst="rect">
            <a:avLst/>
          </a:prstGeom>
          <a:noFill/>
          <a:ln>
            <a:noFill/>
          </a:ln>
        </p:spPr>
        <p:style>
          <a:lnRef idx="0">
            <a:scrgbClr r="0" g="0" b="0"/>
          </a:lnRef>
          <a:fillRef idx="0">
            <a:scrgbClr r="0" g="0" b="0"/>
          </a:fillRef>
          <a:effectRef idx="0">
            <a:scrgbClr r="0" g="0" b="0"/>
          </a:effectRef>
          <a:fontRef idx="minor">
            <a:schemeClr val="accent6"/>
          </a:fontRef>
        </p:style>
        <p:txBody>
          <a:bodyPr wrap="square" rtlCol="0" anchor="t">
            <a:spAutoFit/>
          </a:bodyPr>
          <a:lstStyle/>
          <a:p>
            <a:pPr marL="2424430" marR="0" lvl="0" indent="-2424430" algn="l" defTabSz="914400" rtl="0" eaLnBrk="1" fontAlgn="auto" latinLnBrk="0" hangingPunct="1">
              <a:lnSpc>
                <a:spcPct val="120000"/>
              </a:lnSpc>
              <a:spcBef>
                <a:spcPts val="0"/>
              </a:spcBef>
              <a:spcAft>
                <a:spcPts val="0"/>
              </a:spcAft>
              <a:buClrTx/>
              <a:buSzTx/>
              <a:buFontTx/>
              <a:buNone/>
              <a:tabLst/>
              <a:defRPr sz="2500">
                <a:solidFill>
                  <a:srgbClr val="FFFFFF"/>
                </a:solidFill>
              </a:defRPr>
            </a:pPr>
            <a:r>
              <a:rPr kumimoji="0" lang="zh-CN" altLang="en-US" sz="2400" b="1" i="0" u="none" strike="noStrike" kern="1200" cap="none" spc="0" normalizeH="0" baseline="0" noProof="0">
                <a:ln>
                  <a:noFill/>
                </a:ln>
                <a:solidFill>
                  <a:srgbClr val="FFFFFF"/>
                </a:solidFill>
                <a:effectLst/>
                <a:uLnTx/>
                <a:uFillTx/>
                <a:latin typeface="Arial"/>
                <a:ea typeface="苹方-简"/>
                <a:cs typeface="+mn-ea"/>
                <a:sym typeface="+mn-lt"/>
              </a:rPr>
              <a:t>经文：腓立比书二章</a:t>
            </a:r>
            <a:r>
              <a:rPr kumimoji="0" lang="en-US" altLang="zh-CN" sz="2400" b="1" i="0" u="none" strike="noStrike" kern="1200" cap="none" spc="0" normalizeH="0" baseline="0" noProof="0">
                <a:ln>
                  <a:noFill/>
                </a:ln>
                <a:solidFill>
                  <a:srgbClr val="FFFFFF"/>
                </a:solidFill>
                <a:effectLst/>
                <a:uLnTx/>
                <a:uFillTx/>
                <a:latin typeface="Arial"/>
                <a:ea typeface="苹方-简"/>
                <a:cs typeface="+mn-ea"/>
                <a:sym typeface="+mn-lt"/>
              </a:rPr>
              <a:t>19~24</a:t>
            </a:r>
            <a:r>
              <a:rPr kumimoji="0" lang="zh-CN" altLang="en-US" sz="2400" b="1" i="0" u="none" strike="noStrike" kern="1200" cap="none" spc="0" normalizeH="0" baseline="0" noProof="0">
                <a:ln>
                  <a:noFill/>
                </a:ln>
                <a:solidFill>
                  <a:srgbClr val="FFFFFF"/>
                </a:solidFill>
                <a:effectLst/>
                <a:uLnTx/>
                <a:uFillTx/>
                <a:latin typeface="Arial"/>
                <a:ea typeface="苹方-简"/>
                <a:cs typeface="+mn-ea"/>
                <a:sym typeface="+mn-lt"/>
              </a:rPr>
              <a:t>节</a:t>
            </a:r>
            <a:endParaRPr kumimoji="0" lang="en-US" altLang="zh-CN" sz="2400" b="1" i="0" u="none" strike="noStrike" kern="1200" cap="none" spc="0" normalizeH="0" baseline="0" noProof="0">
              <a:ln>
                <a:noFill/>
              </a:ln>
              <a:solidFill>
                <a:srgbClr val="FFFFFF"/>
              </a:solidFill>
              <a:effectLst/>
              <a:uLnTx/>
              <a:uFillTx/>
              <a:latin typeface="Arial"/>
              <a:ea typeface="苹方-简"/>
              <a:cs typeface="+mn-ea"/>
              <a:sym typeface="+mn-lt"/>
            </a:endParaRPr>
          </a:p>
        </p:txBody>
      </p:sp>
      <p:sp>
        <p:nvSpPr>
          <p:cNvPr id="4" name="矩形 3"/>
          <p:cNvSpPr/>
          <p:nvPr>
            <p:custDataLst>
              <p:tags r:id="rId3"/>
            </p:custDataLst>
          </p:nvPr>
        </p:nvSpPr>
        <p:spPr>
          <a:xfrm>
            <a:off x="7285644" y="2052839"/>
            <a:ext cx="4264025" cy="2118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rPr>
              <a:t>主的精兵</a:t>
            </a:r>
            <a:endParaRPr kumimoji="0" lang="en-US" altLang="zh-CN" sz="5400" b="1" i="0" u="none" strike="noStrike" kern="1200" cap="none" spc="0" normalizeH="0" baseline="0" noProof="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endParaRPr>
          </a:p>
        </p:txBody>
      </p:sp>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19634" y="139761"/>
            <a:ext cx="5033029" cy="1646605"/>
          </a:xfrm>
          <a:prstGeom prst="rect">
            <a:avLst/>
          </a:prstGeom>
          <a:noFill/>
        </p:spPr>
        <p:txBody>
          <a:bodyPr wrap="square" lIns="91440" tIns="45720" rIns="91440" bIns="45720" rtlCol="0" anchor="t">
            <a:spAutoFit/>
          </a:bodyPr>
          <a:lstStyle/>
          <a:p>
            <a:pPr>
              <a:spcAft>
                <a:spcPts val="600"/>
              </a:spcAft>
            </a:pPr>
            <a:r>
              <a:rPr lang="zh-CN" altLang="en-US" sz="4800" b="1">
                <a:solidFill>
                  <a:schemeClr val="tx1">
                    <a:lumMod val="85000"/>
                    <a:lumOff val="15000"/>
                  </a:schemeClr>
                </a:solidFill>
                <a:cs typeface="+mn-ea"/>
                <a:sym typeface="+mn-lt"/>
              </a:rPr>
              <a:t>经文：</a:t>
            </a:r>
            <a:r>
              <a:rPr lang="zh-CN" altLang="zh-CN" sz="4800" b="1"/>
              <a:t>腓二</a:t>
            </a:r>
            <a:r>
              <a:rPr lang="en-US" altLang="zh-CN" sz="4800" b="1" dirty="0"/>
              <a:t>19~24</a:t>
            </a:r>
            <a:endParaRPr lang="zh-CN" altLang="zh-CN" sz="4800" dirty="0"/>
          </a:p>
          <a:p>
            <a:pPr>
              <a:spcAft>
                <a:spcPts val="600"/>
              </a:spcAft>
            </a:pPr>
            <a:endParaRPr lang="zh-CN" altLang="en-US" sz="4800" b="1" dirty="0">
              <a:solidFill>
                <a:schemeClr val="tx1">
                  <a:lumMod val="85000"/>
                  <a:lumOff val="15000"/>
                </a:schemeClr>
              </a:solidFill>
              <a:cs typeface="+mn-ea"/>
            </a:endParaRPr>
          </a:p>
        </p:txBody>
      </p:sp>
      <p:graphicFrame>
        <p:nvGraphicFramePr>
          <p:cNvPr id="5" name="图示 4">
            <a:extLst>
              <a:ext uri="{FF2B5EF4-FFF2-40B4-BE49-F238E27FC236}">
                <a16:creationId xmlns:a16="http://schemas.microsoft.com/office/drawing/2014/main" id="{6AB369E9-7320-DE30-3AFD-31DAAE20458E}"/>
              </a:ext>
            </a:extLst>
          </p:cNvPr>
          <p:cNvGraphicFramePr/>
          <p:nvPr>
            <p:extLst>
              <p:ext uri="{D42A27DB-BD31-4B8C-83A1-F6EECF244321}">
                <p14:modId xmlns:p14="http://schemas.microsoft.com/office/powerpoint/2010/main" val="1103543124"/>
              </p:ext>
            </p:extLst>
          </p:nvPr>
        </p:nvGraphicFramePr>
        <p:xfrm>
          <a:off x="-1" y="1285381"/>
          <a:ext cx="12192001" cy="50283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203908"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目录</a:t>
            </a:r>
            <a:r>
              <a:rPr lang="en-US" altLang="zh-CN" sz="4800" b="1">
                <a:solidFill>
                  <a:schemeClr val="tx1">
                    <a:lumMod val="85000"/>
                    <a:lumOff val="15000"/>
                  </a:schemeClr>
                </a:solidFill>
                <a:cs typeface="+mn-ea"/>
                <a:sym typeface="+mn-lt"/>
              </a:rPr>
              <a:t>&amp;</a:t>
            </a:r>
            <a:r>
              <a:rPr lang="zh-CN" altLang="en-US" sz="4800" b="1">
                <a:solidFill>
                  <a:schemeClr val="tx1">
                    <a:lumMod val="85000"/>
                    <a:lumOff val="15000"/>
                  </a:schemeClr>
                </a:solidFill>
                <a:cs typeface="+mn-ea"/>
                <a:sym typeface="+mn-lt"/>
              </a:rPr>
              <a:t>分段</a:t>
            </a:r>
          </a:p>
        </p:txBody>
      </p:sp>
      <p:sp>
        <p:nvSpPr>
          <p:cNvPr id="2" name="文本框 1"/>
          <p:cNvSpPr txBox="1"/>
          <p:nvPr>
            <p:custDataLst>
              <p:tags r:id="rId3"/>
            </p:custDataLst>
          </p:nvPr>
        </p:nvSpPr>
        <p:spPr>
          <a:xfrm>
            <a:off x="83127" y="2486342"/>
            <a:ext cx="5819775" cy="1917641"/>
          </a:xfrm>
          <a:prstGeom prst="rect">
            <a:avLst/>
          </a:prstGeom>
          <a:noFill/>
        </p:spPr>
        <p:txBody>
          <a:bodyPr wrap="square" rtlCol="0" anchor="t">
            <a:spAutoFit/>
          </a:bodyPr>
          <a:lstStyle/>
          <a:p>
            <a:pPr marL="0" indent="0">
              <a:lnSpc>
                <a:spcPct val="120000"/>
              </a:lnSpc>
              <a:buNone/>
            </a:pPr>
            <a:r>
              <a:rPr lang="zh-CN" altLang="en-US" sz="2000" dirty="0">
                <a:solidFill>
                  <a:srgbClr val="000000"/>
                </a:solidFill>
                <a:cs typeface="+mn-ea"/>
                <a:sym typeface="+mn-lt"/>
              </a:rPr>
              <a:t>第一段：</a:t>
            </a:r>
            <a:r>
              <a:rPr lang="en-US" altLang="zh-CN" sz="2000" dirty="0">
                <a:solidFill>
                  <a:srgbClr val="000000"/>
                </a:solidFill>
                <a:cs typeface="+mn-ea"/>
                <a:sym typeface="+mn-lt"/>
              </a:rPr>
              <a:t>19</a:t>
            </a:r>
            <a:r>
              <a:rPr lang="zh-CN" altLang="en-US" sz="2000" dirty="0">
                <a:solidFill>
                  <a:srgbClr val="000000"/>
                </a:solidFill>
                <a:cs typeface="+mn-ea"/>
                <a:sym typeface="+mn-lt"/>
              </a:rPr>
              <a:t>节       差遣提摩太的目的。</a:t>
            </a:r>
          </a:p>
          <a:p>
            <a:pPr marL="0" indent="0">
              <a:lnSpc>
                <a:spcPct val="120000"/>
              </a:lnSpc>
              <a:buNone/>
            </a:pPr>
            <a:endParaRPr lang="zh-CN" altLang="en-US" sz="2000" dirty="0">
              <a:solidFill>
                <a:srgbClr val="000000"/>
              </a:solidFill>
              <a:cs typeface="+mn-ea"/>
              <a:sym typeface="+mn-lt"/>
            </a:endParaRPr>
          </a:p>
          <a:p>
            <a:pPr marL="0" indent="0">
              <a:lnSpc>
                <a:spcPct val="120000"/>
              </a:lnSpc>
              <a:buNone/>
            </a:pPr>
            <a:r>
              <a:rPr lang="zh-CN" altLang="en-US" sz="2000" dirty="0">
                <a:solidFill>
                  <a:srgbClr val="000000"/>
                </a:solidFill>
                <a:cs typeface="+mn-ea"/>
                <a:sym typeface="+mn-lt"/>
              </a:rPr>
              <a:t>第二段：</a:t>
            </a:r>
            <a:r>
              <a:rPr lang="en-US" altLang="zh-CN" sz="2000" dirty="0">
                <a:solidFill>
                  <a:srgbClr val="000000"/>
                </a:solidFill>
                <a:cs typeface="+mn-ea"/>
                <a:sym typeface="+mn-lt"/>
              </a:rPr>
              <a:t>20~22</a:t>
            </a:r>
            <a:r>
              <a:rPr lang="zh-CN" altLang="en-US" sz="2000" dirty="0">
                <a:solidFill>
                  <a:srgbClr val="000000"/>
                </a:solidFill>
                <a:cs typeface="+mn-ea"/>
                <a:sym typeface="+mn-lt"/>
              </a:rPr>
              <a:t>节 差遣提摩太的原因。</a:t>
            </a:r>
          </a:p>
          <a:p>
            <a:pPr marL="0" indent="0">
              <a:lnSpc>
                <a:spcPct val="120000"/>
              </a:lnSpc>
              <a:buNone/>
            </a:pPr>
            <a:endParaRPr lang="zh-CN" altLang="en-US" sz="2000" dirty="0">
              <a:solidFill>
                <a:srgbClr val="000000"/>
              </a:solidFill>
              <a:cs typeface="+mn-ea"/>
              <a:sym typeface="+mn-lt"/>
            </a:endParaRPr>
          </a:p>
          <a:p>
            <a:pPr marL="0" indent="0">
              <a:lnSpc>
                <a:spcPct val="120000"/>
              </a:lnSpc>
              <a:buNone/>
            </a:pPr>
            <a:r>
              <a:rPr lang="zh-CN" altLang="en-US" sz="2000" dirty="0">
                <a:solidFill>
                  <a:srgbClr val="000000"/>
                </a:solidFill>
                <a:cs typeface="+mn-ea"/>
                <a:sym typeface="+mn-lt"/>
              </a:rPr>
              <a:t>第三段：</a:t>
            </a:r>
            <a:r>
              <a:rPr lang="en-US" altLang="zh-CN" sz="2000" dirty="0">
                <a:solidFill>
                  <a:srgbClr val="000000"/>
                </a:solidFill>
                <a:cs typeface="+mn-ea"/>
                <a:sym typeface="+mn-lt"/>
              </a:rPr>
              <a:t>23~24</a:t>
            </a:r>
            <a:r>
              <a:rPr lang="zh-CN" altLang="en-US" sz="2000" dirty="0">
                <a:solidFill>
                  <a:srgbClr val="000000"/>
                </a:solidFill>
                <a:cs typeface="+mn-ea"/>
                <a:sym typeface="+mn-lt"/>
              </a:rPr>
              <a:t>节 保罗对将来的盼望。</a:t>
            </a:r>
            <a:endParaRPr lang="en-US" altLang="zh-CN" sz="2000" dirty="0">
              <a:solidFill>
                <a:srgbClr val="000000"/>
              </a:solidFill>
              <a:cs typeface="+mn-ea"/>
              <a:sym typeface="+mn-lt"/>
            </a:endParaRPr>
          </a:p>
        </p:txBody>
      </p:sp>
      <p:graphicFrame>
        <p:nvGraphicFramePr>
          <p:cNvPr id="3" name="图示 2">
            <a:extLst>
              <a:ext uri="{FF2B5EF4-FFF2-40B4-BE49-F238E27FC236}">
                <a16:creationId xmlns:a16="http://schemas.microsoft.com/office/drawing/2014/main" id="{834FEE26-B6D8-F604-DE97-236834A9A579}"/>
              </a:ext>
            </a:extLst>
          </p:cNvPr>
          <p:cNvGraphicFramePr/>
          <p:nvPr>
            <p:extLst>
              <p:ext uri="{D42A27DB-BD31-4B8C-83A1-F6EECF244321}">
                <p14:modId xmlns:p14="http://schemas.microsoft.com/office/powerpoint/2010/main" val="887917478"/>
              </p:ext>
            </p:extLst>
          </p:nvPr>
        </p:nvGraphicFramePr>
        <p:xfrm>
          <a:off x="5591175" y="970758"/>
          <a:ext cx="5819775" cy="515351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5" name="直接连接符 4">
            <a:extLst>
              <a:ext uri="{FF2B5EF4-FFF2-40B4-BE49-F238E27FC236}">
                <a16:creationId xmlns:a16="http://schemas.microsoft.com/office/drawing/2014/main" id="{9CA26DAA-ACC3-E965-66E4-F6A39B93A5B3}"/>
              </a:ext>
            </a:extLst>
          </p:cNvPr>
          <p:cNvCxnSpPr/>
          <p:nvPr/>
        </p:nvCxnSpPr>
        <p:spPr>
          <a:xfrm>
            <a:off x="5190836" y="1173018"/>
            <a:ext cx="0" cy="4544291"/>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18790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背景</a:t>
            </a:r>
          </a:p>
        </p:txBody>
      </p:sp>
      <p:sp>
        <p:nvSpPr>
          <p:cNvPr id="2" name="文本框 1"/>
          <p:cNvSpPr txBox="1"/>
          <p:nvPr>
            <p:custDataLst>
              <p:tags r:id="rId3"/>
            </p:custDataLst>
          </p:nvPr>
        </p:nvSpPr>
        <p:spPr>
          <a:xfrm>
            <a:off x="0" y="1295227"/>
            <a:ext cx="12192000" cy="6404061"/>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保罗</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在罗马狱中</a:t>
            </a:r>
            <a:endParaRPr lang="en-US" altLang="zh-CN" sz="2000" dirty="0">
              <a:solidFill>
                <a:srgbClr val="000000"/>
              </a:solidFill>
              <a:cs typeface="+mn-ea"/>
              <a:sym typeface="+mn-lt"/>
            </a:endParaRPr>
          </a:p>
          <a:p>
            <a:pPr lvl="2">
              <a:lnSpc>
                <a:spcPct val="120000"/>
              </a:lnSpc>
            </a:pPr>
            <a:r>
              <a:rPr lang="en-US" altLang="zh-CN" sz="2000" dirty="0">
                <a:solidFill>
                  <a:srgbClr val="000000"/>
                </a:solidFill>
                <a:cs typeface="+mn-ea"/>
                <a:sym typeface="+mn-lt"/>
              </a:rPr>
              <a:t>【</a:t>
            </a:r>
            <a:r>
              <a:rPr lang="zh-CN" altLang="en-US" sz="2000" dirty="0">
                <a:solidFill>
                  <a:srgbClr val="000000"/>
                </a:solidFill>
                <a:cs typeface="+mn-ea"/>
                <a:sym typeface="+mn-lt"/>
              </a:rPr>
              <a:t>腓</a:t>
            </a:r>
            <a:r>
              <a:rPr lang="en-US" altLang="zh-CN" sz="2000" dirty="0">
                <a:solidFill>
                  <a:srgbClr val="000000"/>
                </a:solidFill>
                <a:cs typeface="+mn-ea"/>
                <a:sym typeface="+mn-lt"/>
              </a:rPr>
              <a:t>1:13】</a:t>
            </a:r>
            <a:r>
              <a:rPr lang="zh-CN" altLang="en-US" sz="2000" dirty="0">
                <a:solidFill>
                  <a:srgbClr val="000000"/>
                </a:solidFill>
                <a:cs typeface="+mn-ea"/>
                <a:sym typeface="+mn-lt"/>
              </a:rPr>
              <a:t>以致我受的捆锁，在御营全军和其余的人中，已经显明是为基督的缘故。</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审判其未知</a:t>
            </a:r>
            <a:endParaRPr lang="en-US" altLang="zh-CN" sz="2000" dirty="0">
              <a:solidFill>
                <a:srgbClr val="000000"/>
              </a:solidFill>
              <a:cs typeface="+mn-ea"/>
              <a:sym typeface="+mn-lt"/>
            </a:endParaRPr>
          </a:p>
          <a:p>
            <a:pPr>
              <a:lnSpc>
                <a:spcPct val="120000"/>
              </a:lnSpc>
            </a:pPr>
            <a:r>
              <a:rPr lang="en-US" altLang="zh-CN" sz="2000" dirty="0">
                <a:solidFill>
                  <a:srgbClr val="000000"/>
                </a:solidFill>
                <a:cs typeface="+mn-ea"/>
                <a:sym typeface="+mn-lt"/>
              </a:rPr>
              <a:t>	</a:t>
            </a:r>
            <a:r>
              <a:rPr lang="en-US" altLang="zh-CN" dirty="0">
                <a:solidFill>
                  <a:srgbClr val="000000"/>
                </a:solidFill>
                <a:cs typeface="+mn-ea"/>
                <a:sym typeface="+mn-lt"/>
              </a:rPr>
              <a:t>【</a:t>
            </a:r>
            <a:r>
              <a:rPr lang="zh-CN" altLang="en-US" dirty="0">
                <a:solidFill>
                  <a:srgbClr val="000000"/>
                </a:solidFill>
                <a:cs typeface="+mn-ea"/>
                <a:sym typeface="+mn-lt"/>
              </a:rPr>
              <a:t>腓</a:t>
            </a:r>
            <a:r>
              <a:rPr lang="en-US" altLang="zh-CN" dirty="0">
                <a:solidFill>
                  <a:srgbClr val="000000"/>
                </a:solidFill>
                <a:cs typeface="+mn-ea"/>
                <a:sym typeface="+mn-lt"/>
              </a:rPr>
              <a:t>1:20】……</a:t>
            </a:r>
            <a:r>
              <a:rPr lang="zh-CN" altLang="en-US" dirty="0">
                <a:solidFill>
                  <a:srgbClr val="000000"/>
                </a:solidFill>
                <a:cs typeface="+mn-ea"/>
                <a:sym typeface="+mn-lt"/>
              </a:rPr>
              <a:t>只要凡事放胆，无论是生是死，总叫基督在我身上照常显大。</a:t>
            </a:r>
            <a:endParaRPr lang="en-US" altLang="zh-CN"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提摩太</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与保罗紧密父子关系</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徒</a:t>
            </a:r>
            <a:r>
              <a:rPr lang="en-US" altLang="zh-CN" dirty="0">
                <a:solidFill>
                  <a:srgbClr val="000000"/>
                </a:solidFill>
                <a:cs typeface="+mn-ea"/>
                <a:sym typeface="+mn-lt"/>
              </a:rPr>
              <a:t>16:3】</a:t>
            </a:r>
            <a:r>
              <a:rPr lang="zh-CN" altLang="en-US" dirty="0">
                <a:solidFill>
                  <a:srgbClr val="000000"/>
                </a:solidFill>
                <a:cs typeface="+mn-ea"/>
                <a:sym typeface="+mn-lt"/>
              </a:rPr>
              <a:t>保罗要带他同去，只因那些地方的犹太人都知道他父亲是希腊人，就给他行了割礼。</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提前</a:t>
            </a:r>
            <a:r>
              <a:rPr lang="en-US" altLang="zh-CN" dirty="0">
                <a:solidFill>
                  <a:srgbClr val="000000"/>
                </a:solidFill>
                <a:cs typeface="+mn-ea"/>
                <a:sym typeface="+mn-lt"/>
              </a:rPr>
              <a:t>1:2】</a:t>
            </a:r>
            <a:r>
              <a:rPr lang="zh-CN" altLang="en-US" dirty="0">
                <a:solidFill>
                  <a:srgbClr val="000000"/>
                </a:solidFill>
                <a:cs typeface="+mn-ea"/>
                <a:sym typeface="+mn-lt"/>
              </a:rPr>
              <a:t>写信给那因信主作我真儿子的提摩太。愿恩惠、怜悯、平安从父　神和我们主基督耶稣归与你！</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腓</a:t>
            </a:r>
            <a:r>
              <a:rPr lang="en-US" altLang="zh-CN" dirty="0">
                <a:solidFill>
                  <a:srgbClr val="000000"/>
                </a:solidFill>
                <a:cs typeface="+mn-ea"/>
                <a:sym typeface="+mn-lt"/>
              </a:rPr>
              <a:t>2:22】</a:t>
            </a:r>
            <a:r>
              <a:rPr lang="zh-CN" altLang="en-US" dirty="0">
                <a:solidFill>
                  <a:srgbClr val="000000"/>
                </a:solidFill>
                <a:cs typeface="+mn-ea"/>
                <a:sym typeface="+mn-lt"/>
              </a:rPr>
              <a:t>但你们知道提摩太的明证，他兴旺福音，与我同劳，待我像儿子待父亲一样。</a:t>
            </a:r>
            <a:r>
              <a:rPr lang="en-US" altLang="zh-CN" dirty="0">
                <a:solidFill>
                  <a:srgbClr val="000000"/>
                </a:solidFill>
                <a:cs typeface="+mn-ea"/>
                <a:sym typeface="+mn-lt"/>
              </a:rPr>
              <a:t>	</a:t>
            </a:r>
            <a:r>
              <a:rPr lang="en-US" altLang="zh-CN" sz="2000" dirty="0">
                <a:solidFill>
                  <a:srgbClr val="000000"/>
                </a:solidFill>
                <a:cs typeface="+mn-ea"/>
                <a:sym typeface="+mn-lt"/>
              </a:rPr>
              <a:t>	</a:t>
            </a:r>
          </a:p>
          <a:p>
            <a:pPr marL="342900" indent="-342900">
              <a:lnSpc>
                <a:spcPct val="120000"/>
              </a:lnSpc>
              <a:buFont typeface="Wingdings" panose="05000000000000000000" pitchFamily="2" charset="2"/>
              <a:buChar char="l"/>
            </a:pPr>
            <a:r>
              <a:rPr lang="en-US" altLang="zh-CN" sz="2400" b="1" dirty="0">
                <a:solidFill>
                  <a:srgbClr val="000000"/>
                </a:solidFill>
                <a:cs typeface="+mn-ea"/>
                <a:sym typeface="+mn-lt"/>
              </a:rPr>
              <a:t>《</a:t>
            </a:r>
            <a:r>
              <a:rPr lang="zh-CN" altLang="en-US" sz="2400" b="1" dirty="0">
                <a:solidFill>
                  <a:srgbClr val="000000"/>
                </a:solidFill>
                <a:cs typeface="+mn-ea"/>
                <a:sym typeface="+mn-lt"/>
              </a:rPr>
              <a:t>腓立比书</a:t>
            </a:r>
            <a:r>
              <a:rPr lang="en-US" altLang="zh-CN" sz="2400" b="1" dirty="0">
                <a:solidFill>
                  <a:srgbClr val="000000"/>
                </a:solidFill>
                <a:cs typeface="+mn-ea"/>
                <a:sym typeface="+mn-lt"/>
              </a:rPr>
              <a:t>》</a:t>
            </a: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喜乐之书</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感谢</a:t>
            </a:r>
            <a:r>
              <a:rPr lang="en-US" altLang="zh-CN" sz="2000" dirty="0">
                <a:solidFill>
                  <a:srgbClr val="000000"/>
                </a:solidFill>
                <a:cs typeface="+mn-ea"/>
                <a:sym typeface="+mn-lt"/>
              </a:rPr>
              <a:t>&amp;</a:t>
            </a:r>
            <a:r>
              <a:rPr lang="zh-CN" altLang="en-US" sz="2000" dirty="0">
                <a:solidFill>
                  <a:srgbClr val="000000"/>
                </a:solidFill>
                <a:cs typeface="+mn-ea"/>
                <a:sym typeface="+mn-lt"/>
              </a:rPr>
              <a:t>归正</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财物</a:t>
            </a:r>
            <a:r>
              <a:rPr lang="en-US" altLang="zh-CN" sz="1600" dirty="0">
                <a:solidFill>
                  <a:srgbClr val="000000"/>
                </a:solidFill>
                <a:cs typeface="+mn-ea"/>
                <a:sym typeface="+mn-lt"/>
              </a:rPr>
              <a:t>/</a:t>
            </a:r>
            <a:r>
              <a:rPr lang="zh-CN" altLang="en-US" sz="1600" dirty="0">
                <a:solidFill>
                  <a:srgbClr val="000000"/>
                </a:solidFill>
                <a:cs typeface="+mn-ea"/>
                <a:sym typeface="+mn-lt"/>
              </a:rPr>
              <a:t>人力</a:t>
            </a:r>
            <a:r>
              <a:rPr lang="en-US" altLang="zh-CN" sz="1600" dirty="0">
                <a:solidFill>
                  <a:srgbClr val="000000"/>
                </a:solidFill>
                <a:cs typeface="+mn-ea"/>
                <a:sym typeface="+mn-lt"/>
              </a:rPr>
              <a:t>/</a:t>
            </a:r>
            <a:r>
              <a:rPr lang="zh-CN" altLang="en-US" sz="1600" dirty="0">
                <a:solidFill>
                  <a:srgbClr val="000000"/>
                </a:solidFill>
                <a:cs typeface="+mn-ea"/>
                <a:sym typeface="+mn-lt"/>
              </a:rPr>
              <a:t>属灵</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保罗的下监受苦感到不安</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1:12~14</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sym typeface="+mn-lt"/>
              </a:rPr>
              <a:t>/</a:t>
            </a:r>
            <a:r>
              <a:rPr lang="zh-CN" altLang="zh-CN" sz="1600" dirty="0">
                <a:solidFill>
                  <a:srgbClr val="000000"/>
                </a:solidFill>
                <a:cs typeface="+mn-ea"/>
              </a:rPr>
              <a:t>割礼派的异端</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3:2</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rPr>
              <a:t>/</a:t>
            </a:r>
            <a:r>
              <a:rPr lang="zh-CN" altLang="zh-CN" sz="1600" dirty="0">
                <a:solidFill>
                  <a:srgbClr val="000000"/>
                </a:solidFill>
                <a:cs typeface="+mn-ea"/>
              </a:rPr>
              <a:t>驳斥纵欲主义</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3:17~19</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rPr>
              <a:t>/</a:t>
            </a:r>
            <a:r>
              <a:rPr lang="zh-CN" altLang="zh-CN" sz="1600" dirty="0">
                <a:solidFill>
                  <a:srgbClr val="000000"/>
                </a:solidFill>
                <a:cs typeface="+mn-ea"/>
              </a:rPr>
              <a:t>信徒之间有不和睦</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4:2~3</a:t>
            </a:r>
            <a:r>
              <a:rPr lang="zh-CN" altLang="zh-CN" sz="1600" dirty="0">
                <a:effectLst/>
                <a:ea typeface="宋体" panose="02010600030101010101" pitchFamily="2" charset="-122"/>
                <a:cs typeface="Times New Roman" panose="02020603050405020304" pitchFamily="18" charset="0"/>
              </a:rPr>
              <a:t>）</a:t>
            </a:r>
            <a:endParaRPr lang="en-US" altLang="zh-CN" sz="1600" dirty="0">
              <a:solidFill>
                <a:srgbClr val="000000"/>
              </a:solidFill>
              <a:cs typeface="+mn-ea"/>
              <a:sym typeface="+mn-lt"/>
            </a:endParaRPr>
          </a:p>
          <a:p>
            <a:pPr>
              <a:lnSpc>
                <a:spcPct val="120000"/>
              </a:lnSpc>
            </a:pPr>
            <a:endParaRPr lang="en-US" altLang="zh-CN" sz="2000" dirty="0">
              <a:solidFill>
                <a:srgbClr val="000000"/>
              </a:solidFill>
              <a:cs typeface="+mn-ea"/>
              <a:sym typeface="+mn-lt"/>
            </a:endParaRPr>
          </a:p>
          <a:p>
            <a:pPr marL="342900" indent="-342900">
              <a:lnSpc>
                <a:spcPct val="120000"/>
              </a:lnSpc>
              <a:buFont typeface="Wingdings" panose="05000000000000000000" pitchFamily="2" charset="2"/>
              <a:buChar char="l"/>
            </a:pPr>
            <a:endParaRPr lang="en-US" altLang="zh-CN" sz="2400" b="1"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5469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dirty="0">
                <a:solidFill>
                  <a:srgbClr val="000000"/>
                </a:solidFill>
                <a:cs typeface="+mn-ea"/>
                <a:sym typeface="+mn-lt"/>
              </a:rPr>
              <a:t>做精兵</a:t>
            </a:r>
            <a:endParaRPr lang="zh-CN" altLang="en-US" sz="4800" b="1" dirty="0">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295227"/>
            <a:ext cx="12192000" cy="2178289"/>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为什么做精兵？</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dirty="0">
                <a:solidFill>
                  <a:srgbClr val="000000"/>
                </a:solidFill>
                <a:cs typeface="+mn-ea"/>
                <a:sym typeface="+mn-lt"/>
              </a:rPr>
              <a:t>求主喜悦</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提后</a:t>
            </a:r>
            <a:r>
              <a:rPr lang="en-US" altLang="zh-CN" dirty="0">
                <a:solidFill>
                  <a:srgbClr val="000000"/>
                </a:solidFill>
                <a:cs typeface="+mn-ea"/>
                <a:sym typeface="+mn-lt"/>
              </a:rPr>
              <a:t>2:3】</a:t>
            </a:r>
            <a:r>
              <a:rPr lang="zh-CN" altLang="en-US" dirty="0">
                <a:solidFill>
                  <a:srgbClr val="000000"/>
                </a:solidFill>
                <a:cs typeface="+mn-ea"/>
                <a:sym typeface="+mn-lt"/>
              </a:rPr>
              <a:t>你要和我同受苦难，好像基督耶稣的精兵。</a:t>
            </a: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提后</a:t>
            </a:r>
            <a:r>
              <a:rPr lang="en-US" altLang="zh-CN" dirty="0">
                <a:solidFill>
                  <a:srgbClr val="000000"/>
                </a:solidFill>
                <a:cs typeface="+mn-ea"/>
                <a:sym typeface="+mn-lt"/>
              </a:rPr>
              <a:t>2:4】</a:t>
            </a:r>
            <a:r>
              <a:rPr lang="zh-CN" altLang="en-US" dirty="0">
                <a:solidFill>
                  <a:srgbClr val="000000"/>
                </a:solidFill>
                <a:cs typeface="+mn-ea"/>
                <a:sym typeface="+mn-lt"/>
              </a:rPr>
              <a:t>凡在军中当兵的，不将世务缠身，好叫那招他当兵的人</a:t>
            </a:r>
            <a:r>
              <a:rPr lang="zh-CN" altLang="en-US" b="1" dirty="0">
                <a:solidFill>
                  <a:srgbClr val="000000"/>
                </a:solidFill>
                <a:cs typeface="+mn-ea"/>
                <a:sym typeface="+mn-lt"/>
              </a:rPr>
              <a:t>喜悦</a:t>
            </a:r>
            <a:r>
              <a:rPr lang="zh-CN" altLang="en-US" dirty="0">
                <a:solidFill>
                  <a:srgbClr val="000000"/>
                </a:solidFill>
                <a:cs typeface="+mn-ea"/>
                <a:sym typeface="+mn-lt"/>
              </a:rPr>
              <a:t>。</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dirty="0">
                <a:solidFill>
                  <a:srgbClr val="000000"/>
                </a:solidFill>
                <a:cs typeface="+mn-ea"/>
                <a:sym typeface="+mn-lt"/>
              </a:rPr>
              <a:t>不该“躺平”</a:t>
            </a:r>
            <a:endParaRPr lang="en-US" altLang="zh-CN"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提后</a:t>
            </a:r>
            <a:r>
              <a:rPr lang="en-US" altLang="zh-CN" dirty="0">
                <a:solidFill>
                  <a:srgbClr val="000000"/>
                </a:solidFill>
                <a:cs typeface="+mn-ea"/>
                <a:sym typeface="+mn-lt"/>
              </a:rPr>
              <a:t>2:15】</a:t>
            </a:r>
            <a:r>
              <a:rPr lang="zh-CN" altLang="en-US" dirty="0">
                <a:solidFill>
                  <a:srgbClr val="000000"/>
                </a:solidFill>
                <a:cs typeface="+mn-ea"/>
                <a:sym typeface="+mn-lt"/>
              </a:rPr>
              <a:t>你当</a:t>
            </a:r>
            <a:r>
              <a:rPr lang="zh-CN" altLang="en-US" b="1" dirty="0">
                <a:solidFill>
                  <a:srgbClr val="000000"/>
                </a:solidFill>
                <a:cs typeface="+mn-ea"/>
                <a:sym typeface="+mn-lt"/>
              </a:rPr>
              <a:t>竭力</a:t>
            </a:r>
            <a:r>
              <a:rPr lang="zh-CN" altLang="en-US" dirty="0">
                <a:solidFill>
                  <a:srgbClr val="000000"/>
                </a:solidFill>
                <a:cs typeface="+mn-ea"/>
                <a:sym typeface="+mn-lt"/>
              </a:rPr>
              <a:t>在神面前得蒙喜悦，作无愧的工人，按着正意分解真理的道。</a:t>
            </a:r>
            <a:endParaRPr lang="en-US" altLang="zh-CN"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530530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010400" y="227964"/>
            <a:ext cx="4868620" cy="829945"/>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经文框架</a:t>
            </a:r>
          </a:p>
        </p:txBody>
      </p:sp>
      <p:sp>
        <p:nvSpPr>
          <p:cNvPr id="7" name="内容占位符 2"/>
          <p:cNvSpPr txBox="1">
            <a:spLocks noChangeArrowheads="1"/>
          </p:cNvSpPr>
          <p:nvPr/>
        </p:nvSpPr>
        <p:spPr>
          <a:xfrm>
            <a:off x="0" y="1298490"/>
            <a:ext cx="9442383" cy="3834163"/>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en-US" altLang="zh-CN" sz="2400">
              <a:latin typeface="苹方-简" panose="020B0300000000000000" pitchFamily="34" charset="-122"/>
              <a:ea typeface="苹方-简" panose="020B0300000000000000" pitchFamily="34" charset="-122"/>
              <a:cs typeface="+mn-ea"/>
              <a:sym typeface="+mn-lt"/>
            </a:endParaRPr>
          </a:p>
          <a:p>
            <a:pPr marL="457200" indent="-457200">
              <a:lnSpc>
                <a:spcPct val="100000"/>
              </a:lnSpc>
              <a:buFont typeface="+mj-lt"/>
              <a:buAutoNum type="arabicPeriod"/>
            </a:pPr>
            <a:endParaRPr lang="en-US" altLang="zh-CN" sz="2400">
              <a:latin typeface="苹方-简" panose="020B0300000000000000" pitchFamily="34" charset="-122"/>
              <a:ea typeface="苹方-简" panose="020B0300000000000000" pitchFamily="34" charset="-122"/>
              <a:cs typeface="+mn-ea"/>
              <a:sym typeface="+mn-lt"/>
            </a:endParaRPr>
          </a:p>
          <a:p>
            <a:pPr marL="0" indent="0">
              <a:lnSpc>
                <a:spcPct val="100000"/>
              </a:lnSpc>
              <a:buFont typeface="Wingdings" panose="05000000000000000000" pitchFamily="2" charset="2"/>
              <a:buNone/>
            </a:pPr>
            <a:endParaRPr lang="zh-CN" altLang="en-US" sz="1800">
              <a:latin typeface="+mn-lt"/>
              <a:ea typeface="+mn-ea"/>
              <a:cs typeface="+mn-ea"/>
              <a:sym typeface="+mn-lt"/>
            </a:endParaRPr>
          </a:p>
        </p:txBody>
      </p:sp>
      <p:pic>
        <p:nvPicPr>
          <p:cNvPr id="6" name="图片 5">
            <a:extLst>
              <a:ext uri="{FF2B5EF4-FFF2-40B4-BE49-F238E27FC236}">
                <a16:creationId xmlns:a16="http://schemas.microsoft.com/office/drawing/2014/main" id="{081A24BA-7881-FC8E-B899-CACD3C0C8414}"/>
              </a:ext>
            </a:extLst>
          </p:cNvPr>
          <p:cNvPicPr>
            <a:picLocks noChangeAspect="1"/>
          </p:cNvPicPr>
          <p:nvPr/>
        </p:nvPicPr>
        <p:blipFill>
          <a:blip r:embed="rId4"/>
          <a:stretch>
            <a:fillRect/>
          </a:stretch>
        </p:blipFill>
        <p:spPr>
          <a:xfrm>
            <a:off x="639438" y="1096011"/>
            <a:ext cx="8505825" cy="5534025"/>
          </a:xfrm>
          <a:prstGeom prst="rect">
            <a:avLst/>
          </a:prstGeom>
        </p:spPr>
      </p:pic>
    </p:spTree>
    <p:custDataLst>
      <p:tags r:id="rId1"/>
    </p:custDataLst>
    <p:extLst>
      <p:ext uri="{BB962C8B-B14F-4D97-AF65-F5344CB8AC3E}">
        <p14:creationId xmlns:p14="http://schemas.microsoft.com/office/powerpoint/2010/main" val="3813767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4414983" y="113635"/>
            <a:ext cx="7777018" cy="830997"/>
          </a:xfrm>
          <a:prstGeom prst="rect">
            <a:avLst/>
          </a:prstGeom>
          <a:noFill/>
        </p:spPr>
        <p:txBody>
          <a:bodyPr wrap="square" rtlCol="0">
            <a:spAutoFit/>
          </a:bodyPr>
          <a:lstStyle/>
          <a:p>
            <a:r>
              <a:rPr lang="zh-CN" altLang="en-US" sz="4800" b="1" dirty="0">
                <a:solidFill>
                  <a:schemeClr val="tx1">
                    <a:lumMod val="85000"/>
                    <a:lumOff val="15000"/>
                  </a:schemeClr>
                </a:solidFill>
                <a:cs typeface="+mn-ea"/>
                <a:sym typeface="+mn-lt"/>
              </a:rPr>
              <a:t>第一段：靠主耶稣指望 </a:t>
            </a:r>
            <a:r>
              <a:rPr lang="en-US" altLang="zh-CN" sz="4800" b="1" dirty="0">
                <a:solidFill>
                  <a:schemeClr val="tx1">
                    <a:lumMod val="85000"/>
                    <a:lumOff val="15000"/>
                  </a:schemeClr>
                </a:solidFill>
                <a:cs typeface="+mn-ea"/>
                <a:sym typeface="+mn-lt"/>
              </a:rPr>
              <a:t>1-2</a:t>
            </a:r>
            <a:endParaRPr lang="zh-CN" altLang="en-US" sz="4800" b="1" dirty="0">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295227"/>
            <a:ext cx="12192000" cy="3470950"/>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a:t>
            </a:r>
            <a:r>
              <a:rPr lang="zh-CN" altLang="en-US" sz="2400" b="1" dirty="0">
                <a:solidFill>
                  <a:srgbClr val="C00000"/>
                </a:solidFill>
                <a:cs typeface="+mn-ea"/>
                <a:sym typeface="+mn-lt"/>
              </a:rPr>
              <a:t>靠主耶稣指望</a:t>
            </a:r>
            <a:r>
              <a:rPr lang="zh-CN" altLang="en-US" sz="2400" dirty="0">
                <a:solidFill>
                  <a:srgbClr val="000000"/>
                </a:solidFill>
                <a:cs typeface="+mn-ea"/>
                <a:sym typeface="+mn-lt"/>
              </a:rPr>
              <a:t>快打发提摩太去见你们，叫我知道你们的事，心里就得着安慰。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凡事依靠</a:t>
            </a:r>
            <a:r>
              <a:rPr lang="zh-CN" altLang="en-US" sz="2400" b="1" dirty="0">
                <a:solidFill>
                  <a:schemeClr val="bg1">
                    <a:lumMod val="85000"/>
                  </a:schemeClr>
                </a:solidFill>
                <a:cs typeface="+mn-ea"/>
                <a:sym typeface="+mn-lt"/>
              </a:rPr>
              <a:t>（世界观）</a:t>
            </a:r>
            <a:endParaRPr lang="en-US" altLang="zh-CN" sz="2400" b="1" dirty="0">
              <a:solidFill>
                <a:schemeClr val="bg1">
                  <a:lumMod val="85000"/>
                </a:schemeClr>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凡事依靠主耶稣（ </a:t>
            </a:r>
            <a:r>
              <a:rPr lang="en-US" altLang="zh-CN" sz="2000" dirty="0">
                <a:solidFill>
                  <a:srgbClr val="000000"/>
                </a:solidFill>
                <a:cs typeface="+mn-ea"/>
                <a:sym typeface="+mn-lt"/>
              </a:rPr>
              <a:t>vs </a:t>
            </a:r>
            <a:r>
              <a:rPr lang="zh-CN" altLang="en-US" sz="2000" dirty="0">
                <a:solidFill>
                  <a:srgbClr val="000000"/>
                </a:solidFill>
                <a:cs typeface="+mn-ea"/>
                <a:sym typeface="+mn-lt"/>
              </a:rPr>
              <a:t>禁戒骄傲：“大事我求主，小事不麻烦主”）</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太</a:t>
            </a:r>
            <a:r>
              <a:rPr lang="en-US" altLang="zh-CN" dirty="0">
                <a:solidFill>
                  <a:srgbClr val="000000"/>
                </a:solidFill>
                <a:cs typeface="+mn-ea"/>
                <a:sym typeface="+mn-lt"/>
              </a:rPr>
              <a:t>5:36】</a:t>
            </a:r>
            <a:r>
              <a:rPr lang="zh-CN" altLang="en-US" dirty="0">
                <a:solidFill>
                  <a:srgbClr val="000000"/>
                </a:solidFill>
                <a:cs typeface="+mn-ea"/>
                <a:sym typeface="+mn-lt"/>
              </a:rPr>
              <a:t>又不可指着你的头起誓，因为你不能使一根头发变黑变白了。</a:t>
            </a:r>
            <a:endParaRPr lang="en-US" altLang="zh-CN"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徒</a:t>
            </a:r>
            <a:r>
              <a:rPr lang="en-US" altLang="zh-CN" dirty="0">
                <a:solidFill>
                  <a:srgbClr val="000000"/>
                </a:solidFill>
                <a:cs typeface="+mn-ea"/>
                <a:sym typeface="+mn-lt"/>
              </a:rPr>
              <a:t>3:16】</a:t>
            </a:r>
            <a:r>
              <a:rPr lang="zh-CN" altLang="en-US" dirty="0">
                <a:solidFill>
                  <a:srgbClr val="000000"/>
                </a:solidFill>
                <a:cs typeface="+mn-ea"/>
                <a:sym typeface="+mn-lt"/>
              </a:rPr>
              <a:t>我们因信他的名，他的名便叫你们所看见、所认识的这人健壮了。正是他所赐的信心，叫这人在你们众人面前全然好了。</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神掌管万事万物</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弗</a:t>
            </a:r>
            <a:r>
              <a:rPr lang="en-US" altLang="zh-CN" dirty="0">
                <a:solidFill>
                  <a:srgbClr val="000000"/>
                </a:solidFill>
                <a:cs typeface="+mn-ea"/>
                <a:sym typeface="+mn-lt"/>
              </a:rPr>
              <a:t>6:18】</a:t>
            </a:r>
            <a:r>
              <a:rPr lang="zh-CN" altLang="en-US" dirty="0">
                <a:solidFill>
                  <a:srgbClr val="000000"/>
                </a:solidFill>
                <a:cs typeface="+mn-ea"/>
                <a:sym typeface="+mn-lt"/>
              </a:rPr>
              <a:t>靠着圣灵，随时多方祷告祈求，并要在此警醒不倦，为众圣徒祈求，</a:t>
            </a:r>
            <a:endParaRPr lang="en-US" altLang="zh-CN"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5845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靠主耶稣指望 </a:t>
            </a:r>
            <a:r>
              <a:rPr lang="en-US" altLang="zh-CN" sz="4800" b="1">
                <a:solidFill>
                  <a:schemeClr val="tx1">
                    <a:lumMod val="85000"/>
                    <a:lumOff val="15000"/>
                  </a:schemeClr>
                </a:solidFill>
                <a:cs typeface="+mn-ea"/>
                <a:sym typeface="+mn-lt"/>
              </a:rPr>
              <a:t>2-2</a:t>
            </a:r>
            <a:endParaRPr lang="zh-CN" altLang="en-US" sz="4800" b="1">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118737"/>
            <a:ext cx="12192000" cy="6034729"/>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a:t>
            </a:r>
            <a:r>
              <a:rPr lang="zh-CN" altLang="en-US" sz="2400" b="1" dirty="0">
                <a:solidFill>
                  <a:srgbClr val="C00000"/>
                </a:solidFill>
                <a:cs typeface="+mn-ea"/>
                <a:sym typeface="+mn-lt"/>
              </a:rPr>
              <a:t>靠主耶稣指望</a:t>
            </a:r>
            <a:r>
              <a:rPr lang="zh-CN" altLang="en-US" sz="2400" dirty="0">
                <a:solidFill>
                  <a:srgbClr val="000000"/>
                </a:solidFill>
                <a:cs typeface="+mn-ea"/>
                <a:sym typeface="+mn-lt"/>
              </a:rPr>
              <a:t>快打发提摩太去见你们，叫我知道你们的事，心里就得着安慰。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我们指望</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指望不应仅关注今生（今生 </a:t>
            </a:r>
            <a:r>
              <a:rPr lang="en-US" altLang="zh-CN" sz="2000" dirty="0">
                <a:solidFill>
                  <a:srgbClr val="000000"/>
                </a:solidFill>
                <a:cs typeface="+mn-ea"/>
                <a:sym typeface="+mn-lt"/>
              </a:rPr>
              <a:t>vs </a:t>
            </a:r>
            <a:r>
              <a:rPr lang="zh-CN" altLang="en-US" sz="2000" dirty="0">
                <a:solidFill>
                  <a:srgbClr val="000000"/>
                </a:solidFill>
                <a:cs typeface="+mn-ea"/>
                <a:sym typeface="+mn-lt"/>
              </a:rPr>
              <a:t>永远）</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林前</a:t>
            </a:r>
            <a:r>
              <a:rPr lang="en-US" altLang="zh-CN" dirty="0">
                <a:solidFill>
                  <a:srgbClr val="000000"/>
                </a:solidFill>
                <a:cs typeface="+mn-ea"/>
                <a:sym typeface="+mn-lt"/>
              </a:rPr>
              <a:t>15:19】</a:t>
            </a:r>
            <a:r>
              <a:rPr lang="zh-CN" altLang="en-US" dirty="0">
                <a:solidFill>
                  <a:srgbClr val="000000"/>
                </a:solidFill>
                <a:cs typeface="+mn-ea"/>
                <a:sym typeface="+mn-lt"/>
              </a:rPr>
              <a:t>我们若靠基督</a:t>
            </a:r>
            <a:r>
              <a:rPr lang="zh-CN" altLang="en-US" b="1" dirty="0">
                <a:solidFill>
                  <a:srgbClr val="000000"/>
                </a:solidFill>
                <a:cs typeface="+mn-ea"/>
                <a:sym typeface="+mn-lt"/>
              </a:rPr>
              <a:t>只在</a:t>
            </a:r>
            <a:r>
              <a:rPr lang="zh-CN" altLang="en-US" dirty="0">
                <a:solidFill>
                  <a:srgbClr val="000000"/>
                </a:solidFill>
                <a:cs typeface="+mn-ea"/>
                <a:sym typeface="+mn-lt"/>
              </a:rPr>
              <a:t>今生有指望，就算比众人更可怜。</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人如何指望永生</a:t>
            </a:r>
            <a:r>
              <a:rPr lang="en-US" altLang="zh-CN" sz="2000" dirty="0">
                <a:solidFill>
                  <a:srgbClr val="000000"/>
                </a:solidFill>
                <a:cs typeface="+mn-ea"/>
                <a:sym typeface="+mn-lt"/>
              </a:rPr>
              <a:t>&amp;</a:t>
            </a:r>
            <a:r>
              <a:rPr lang="zh-CN" altLang="en-US" sz="2000" dirty="0">
                <a:solidFill>
                  <a:srgbClr val="000000"/>
                </a:solidFill>
                <a:cs typeface="+mn-ea"/>
                <a:sym typeface="+mn-lt"/>
              </a:rPr>
              <a:t>未来？</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人不能掌控永生或者未来</a:t>
            </a:r>
            <a:endParaRPr lang="en-US" altLang="zh-CN" sz="2000" dirty="0">
              <a:solidFill>
                <a:srgbClr val="000000"/>
              </a:solidFill>
              <a:cs typeface="+mn-ea"/>
              <a:sym typeface="+mn-lt"/>
            </a:endParaRPr>
          </a:p>
          <a:p>
            <a:pPr marL="1028700" lvl="3">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诗</a:t>
            </a:r>
            <a:r>
              <a:rPr lang="en-US" altLang="zh-CN" dirty="0">
                <a:solidFill>
                  <a:srgbClr val="000000"/>
                </a:solidFill>
                <a:cs typeface="+mn-ea"/>
                <a:sym typeface="+mn-lt"/>
              </a:rPr>
              <a:t>90:10】</a:t>
            </a:r>
            <a:r>
              <a:rPr lang="zh-CN" altLang="en-US" dirty="0">
                <a:solidFill>
                  <a:srgbClr val="000000"/>
                </a:solidFill>
                <a:cs typeface="+mn-ea"/>
                <a:sym typeface="+mn-lt"/>
              </a:rPr>
              <a:t>我们一生的年日是七十岁，若是强壮可到八十岁；但其中所矜夸的不过是劳苦愁烦，转眼成空，我们便如飞而去。</a:t>
            </a: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传</a:t>
            </a:r>
            <a:r>
              <a:rPr lang="en-US" altLang="zh-CN" dirty="0">
                <a:solidFill>
                  <a:srgbClr val="000000"/>
                </a:solidFill>
                <a:cs typeface="+mn-ea"/>
                <a:sym typeface="+mn-lt"/>
              </a:rPr>
              <a:t>1:2】</a:t>
            </a:r>
            <a:r>
              <a:rPr lang="zh-CN" altLang="en-US" dirty="0">
                <a:solidFill>
                  <a:srgbClr val="000000"/>
                </a:solidFill>
                <a:cs typeface="+mn-ea"/>
                <a:sym typeface="+mn-lt"/>
              </a:rPr>
              <a:t>传道者说：虚空的虚空，虚空的虚空，凡事都是虚空。</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唯有靠那能掌管未来和永远的神</a:t>
            </a:r>
            <a:endParaRPr lang="en-US" altLang="zh-CN" sz="2000" dirty="0">
              <a:solidFill>
                <a:srgbClr val="000000"/>
              </a:solidFill>
              <a:cs typeface="+mn-ea"/>
              <a:sym typeface="+mn-lt"/>
            </a:endParaRPr>
          </a:p>
          <a:p>
            <a:pPr lvl="3">
              <a:lnSpc>
                <a:spcPct val="120000"/>
              </a:lnSpc>
            </a:pPr>
            <a:r>
              <a:rPr lang="en-US" altLang="zh-CN" sz="2000" dirty="0">
                <a:solidFill>
                  <a:srgbClr val="000000"/>
                </a:solidFill>
                <a:cs typeface="+mn-ea"/>
                <a:sym typeface="+mn-lt"/>
              </a:rPr>
              <a:t>【</a:t>
            </a:r>
            <a:r>
              <a:rPr lang="zh-CN" altLang="en-US" sz="2000" dirty="0">
                <a:solidFill>
                  <a:srgbClr val="000000"/>
                </a:solidFill>
                <a:cs typeface="+mn-ea"/>
                <a:sym typeface="+mn-lt"/>
              </a:rPr>
              <a:t>诗</a:t>
            </a:r>
            <a:r>
              <a:rPr lang="en-US" altLang="zh-CN" sz="2000" dirty="0">
                <a:solidFill>
                  <a:srgbClr val="000000"/>
                </a:solidFill>
                <a:cs typeface="+mn-ea"/>
                <a:sym typeface="+mn-lt"/>
              </a:rPr>
              <a:t>90:12】</a:t>
            </a:r>
            <a:r>
              <a:rPr lang="zh-CN" altLang="en-US" sz="2000" dirty="0">
                <a:solidFill>
                  <a:srgbClr val="000000"/>
                </a:solidFill>
                <a:cs typeface="+mn-ea"/>
                <a:sym typeface="+mn-lt"/>
              </a:rPr>
              <a:t>求你指教我们怎样数算自己的日子，好叫我们得着智慧的心。</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用今生的生活见证出永远的生命。</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dirty="0">
                <a:solidFill>
                  <a:srgbClr val="000000"/>
                </a:solidFill>
                <a:cs typeface="+mn-ea"/>
                <a:sym typeface="+mn-lt"/>
              </a:rPr>
              <a:t>认真过好我们当下的生活，努力尽我们的本分来荣耀神，把指望建立在神的国和神的义上面。</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endParaRPr lang="en-US" altLang="zh-CN" sz="2400" dirty="0">
              <a:solidFill>
                <a:srgbClr val="000000"/>
              </a:solidFill>
              <a:cs typeface="+mn-ea"/>
              <a:sym typeface="+mn-lt"/>
            </a:endParaRPr>
          </a:p>
        </p:txBody>
      </p:sp>
      <p:grpSp>
        <p:nvGrpSpPr>
          <p:cNvPr id="3" name="组合 2">
            <a:extLst>
              <a:ext uri="{FF2B5EF4-FFF2-40B4-BE49-F238E27FC236}">
                <a16:creationId xmlns:a16="http://schemas.microsoft.com/office/drawing/2014/main" id="{396B3AF0-3B7B-BB39-F9D1-6251432A74D1}"/>
              </a:ext>
            </a:extLst>
          </p:cNvPr>
          <p:cNvGrpSpPr/>
          <p:nvPr/>
        </p:nvGrpSpPr>
        <p:grpSpPr>
          <a:xfrm>
            <a:off x="243418"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A8A77838-51F2-553E-DE91-246079D769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F26E2100-C214-5D1E-3B58-C2ED1ECE553C}"/>
                </a:ext>
              </a:extLst>
            </p:cNvPr>
            <p:cNvSpPr txBox="1"/>
            <p:nvPr/>
          </p:nvSpPr>
          <p:spPr>
            <a:xfrm>
              <a:off x="988487" y="6233942"/>
              <a:ext cx="6145306" cy="369332"/>
            </a:xfrm>
            <a:prstGeom prst="rect">
              <a:avLst/>
            </a:prstGeom>
            <a:noFill/>
          </p:spPr>
          <p:txBody>
            <a:bodyPr wrap="square">
              <a:spAutoFit/>
            </a:bodyPr>
            <a:lstStyle/>
            <a:p>
              <a:r>
                <a:rPr lang="zh-CN" altLang="en-US"/>
                <a:t>精兵要求：靠主指望。</a:t>
              </a:r>
            </a:p>
          </p:txBody>
        </p:sp>
      </p:grpSp>
    </p:spTree>
    <p:custDataLst>
      <p:tags r:id="rId1"/>
    </p:custDataLst>
    <p:extLst>
      <p:ext uri="{BB962C8B-B14F-4D97-AF65-F5344CB8AC3E}">
        <p14:creationId xmlns:p14="http://schemas.microsoft.com/office/powerpoint/2010/main" val="3692116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dirty="0">
                <a:solidFill>
                  <a:schemeClr val="tx1">
                    <a:lumMod val="85000"/>
                    <a:lumOff val="15000"/>
                  </a:schemeClr>
                </a:solidFill>
                <a:cs typeface="+mn-ea"/>
                <a:sym typeface="+mn-lt"/>
              </a:rPr>
              <a:t>明确目标</a:t>
            </a:r>
            <a:r>
              <a:rPr lang="en-US" altLang="zh-CN" sz="4800" b="1" dirty="0">
                <a:solidFill>
                  <a:schemeClr val="tx1">
                    <a:lumMod val="85000"/>
                    <a:lumOff val="15000"/>
                  </a:schemeClr>
                </a:solidFill>
                <a:cs typeface="+mn-ea"/>
                <a:sym typeface="+mn-lt"/>
              </a:rPr>
              <a:t>&amp;</a:t>
            </a:r>
            <a:r>
              <a:rPr lang="zh-CN" altLang="en-US" sz="4800" b="1" dirty="0">
                <a:solidFill>
                  <a:schemeClr val="tx1">
                    <a:lumMod val="85000"/>
                    <a:lumOff val="15000"/>
                  </a:schemeClr>
                </a:solidFill>
                <a:cs typeface="+mn-ea"/>
                <a:sym typeface="+mn-lt"/>
              </a:rPr>
              <a:t>信靠</a:t>
            </a:r>
          </a:p>
        </p:txBody>
      </p:sp>
      <p:sp>
        <p:nvSpPr>
          <p:cNvPr id="2" name="文本框 1"/>
          <p:cNvSpPr txBox="1"/>
          <p:nvPr>
            <p:custDataLst>
              <p:tags r:id="rId3"/>
            </p:custDataLst>
          </p:nvPr>
        </p:nvSpPr>
        <p:spPr>
          <a:xfrm>
            <a:off x="0" y="1295227"/>
            <a:ext cx="12192000" cy="3948966"/>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我靠主耶稣指望快打发提摩太去见你们，</a:t>
            </a:r>
            <a:r>
              <a:rPr lang="zh-CN" altLang="en-US" sz="2400" b="1" dirty="0">
                <a:solidFill>
                  <a:srgbClr val="C00000"/>
                </a:solidFill>
                <a:cs typeface="+mn-ea"/>
                <a:sym typeface="+mn-lt"/>
              </a:rPr>
              <a:t>叫我知道你们的事</a:t>
            </a:r>
            <a:r>
              <a:rPr lang="zh-CN" altLang="en-US" sz="2400" dirty="0">
                <a:solidFill>
                  <a:srgbClr val="000000"/>
                </a:solidFill>
                <a:cs typeface="+mn-ea"/>
                <a:sym typeface="+mn-lt"/>
              </a:rPr>
              <a:t>，心里就得着安慰。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目标</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第一是具体明确的，比如有宣教士有神的呼召，去到某个族群，去做宣教的工作。</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第二圣经所启示出来对每个基督徒基本的要求却不着眼在具体事务上。</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小要理问答</a:t>
            </a:r>
            <a:r>
              <a:rPr lang="en-US" altLang="zh-CN" dirty="0">
                <a:solidFill>
                  <a:srgbClr val="000000"/>
                </a:solidFill>
                <a:cs typeface="+mn-ea"/>
                <a:sym typeface="+mn-lt"/>
              </a:rPr>
              <a:t>》</a:t>
            </a:r>
            <a:r>
              <a:rPr lang="zh-CN" altLang="en-US" dirty="0">
                <a:solidFill>
                  <a:srgbClr val="000000"/>
                </a:solidFill>
                <a:cs typeface="+mn-ea"/>
                <a:sym typeface="+mn-lt"/>
              </a:rPr>
              <a:t>第一问人生的目的是什么？</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圣经所教导，如爱神爱人、亲手做正经事、不可懒惰等等。</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预备、祷告。</a:t>
            </a:r>
            <a:endParaRPr lang="en-US" altLang="zh-CN" sz="2400" b="1"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信靠</a:t>
            </a:r>
            <a:r>
              <a:rPr lang="en-US" altLang="zh-CN" sz="2400" b="1" dirty="0">
                <a:solidFill>
                  <a:srgbClr val="000000"/>
                </a:solidFill>
                <a:cs typeface="+mn-ea"/>
                <a:sym typeface="+mn-lt"/>
              </a:rPr>
              <a:t>-&gt;</a:t>
            </a:r>
            <a:r>
              <a:rPr lang="zh-CN" altLang="en-US" sz="2400" b="1" dirty="0">
                <a:solidFill>
                  <a:srgbClr val="000000"/>
                </a:solidFill>
                <a:cs typeface="+mn-ea"/>
                <a:sym typeface="+mn-lt"/>
              </a:rPr>
              <a:t>安慰</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信靠神对腓立比教会看顾</a:t>
            </a:r>
            <a:endParaRPr lang="en-US" altLang="zh-CN" sz="20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996529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203908"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第二段：原因</a:t>
            </a:r>
          </a:p>
        </p:txBody>
      </p:sp>
      <p:sp>
        <p:nvSpPr>
          <p:cNvPr id="2" name="文本框 1"/>
          <p:cNvSpPr txBox="1"/>
          <p:nvPr>
            <p:custDataLst>
              <p:tags r:id="rId3"/>
            </p:custDataLst>
          </p:nvPr>
        </p:nvSpPr>
        <p:spPr>
          <a:xfrm>
            <a:off x="0" y="1295227"/>
            <a:ext cx="12192000" cy="3612271"/>
          </a:xfrm>
          <a:prstGeom prst="rect">
            <a:avLst/>
          </a:prstGeom>
          <a:noFill/>
        </p:spPr>
        <p:txBody>
          <a:bodyPr wrap="square" rtlCol="0" anchor="t">
            <a:spAutoFit/>
          </a:bodyPr>
          <a:lstStyle/>
          <a:p>
            <a:pPr marL="0" indent="0">
              <a:lnSpc>
                <a:spcPct val="120000"/>
              </a:lnSpc>
              <a:buNone/>
            </a:pPr>
            <a:r>
              <a:rPr lang="en-US" altLang="zh-CN" sz="2400">
                <a:solidFill>
                  <a:srgbClr val="000000"/>
                </a:solidFill>
                <a:cs typeface="+mn-ea"/>
                <a:sym typeface="+mn-lt"/>
              </a:rPr>
              <a:t>【</a:t>
            </a:r>
            <a:r>
              <a:rPr lang="zh-CN" altLang="en-US" sz="2400">
                <a:solidFill>
                  <a:srgbClr val="000000"/>
                </a:solidFill>
                <a:cs typeface="+mn-ea"/>
                <a:sym typeface="+mn-lt"/>
              </a:rPr>
              <a:t>腓</a:t>
            </a:r>
            <a:r>
              <a:rPr lang="en-US" altLang="zh-CN" sz="2400">
                <a:solidFill>
                  <a:srgbClr val="000000"/>
                </a:solidFill>
                <a:cs typeface="+mn-ea"/>
                <a:sym typeface="+mn-lt"/>
              </a:rPr>
              <a:t>2:20】</a:t>
            </a:r>
            <a:r>
              <a:rPr lang="zh-CN" altLang="en-US" sz="2400">
                <a:solidFill>
                  <a:srgbClr val="000000"/>
                </a:solidFill>
                <a:cs typeface="+mn-ea"/>
                <a:sym typeface="+mn-lt"/>
              </a:rPr>
              <a:t>因为我没有别人与我</a:t>
            </a:r>
            <a:r>
              <a:rPr lang="zh-CN" altLang="en-US" sz="2400" b="1">
                <a:solidFill>
                  <a:srgbClr val="C00000"/>
                </a:solidFill>
                <a:cs typeface="+mn-ea"/>
                <a:sym typeface="+mn-lt"/>
              </a:rPr>
              <a:t>同心</a:t>
            </a:r>
            <a:r>
              <a:rPr lang="zh-CN" altLang="en-US" sz="2400">
                <a:solidFill>
                  <a:srgbClr val="000000"/>
                </a:solidFill>
                <a:cs typeface="+mn-ea"/>
                <a:sym typeface="+mn-lt"/>
              </a:rPr>
              <a:t>，实在挂念你们的事。</a:t>
            </a:r>
            <a:endParaRPr lang="en-US" altLang="zh-CN" sz="2400">
              <a:solidFill>
                <a:srgbClr val="000000"/>
              </a:solidFill>
              <a:cs typeface="+mn-ea"/>
              <a:sym typeface="+mn-lt"/>
            </a:endParaRPr>
          </a:p>
          <a:p>
            <a:pPr marL="0" indent="0">
              <a:lnSpc>
                <a:spcPct val="120000"/>
              </a:lnSpc>
              <a:buNone/>
            </a:pPr>
            <a:r>
              <a:rPr lang="en-US" altLang="zh-CN" sz="2400">
                <a:solidFill>
                  <a:srgbClr val="000000"/>
                </a:solidFill>
                <a:cs typeface="+mn-ea"/>
                <a:sym typeface="+mn-lt"/>
              </a:rPr>
              <a:t>【</a:t>
            </a:r>
            <a:r>
              <a:rPr lang="zh-CN" altLang="en-US" sz="2400">
                <a:solidFill>
                  <a:srgbClr val="000000"/>
                </a:solidFill>
                <a:cs typeface="+mn-ea"/>
                <a:sym typeface="+mn-lt"/>
              </a:rPr>
              <a:t>腓</a:t>
            </a:r>
            <a:r>
              <a:rPr lang="en-US" altLang="zh-CN" sz="2400">
                <a:solidFill>
                  <a:srgbClr val="000000"/>
                </a:solidFill>
                <a:cs typeface="+mn-ea"/>
                <a:sym typeface="+mn-lt"/>
              </a:rPr>
              <a:t>2:21】</a:t>
            </a:r>
            <a:r>
              <a:rPr lang="zh-CN" altLang="en-US" sz="2400">
                <a:solidFill>
                  <a:srgbClr val="000000"/>
                </a:solidFill>
                <a:cs typeface="+mn-ea"/>
                <a:sym typeface="+mn-lt"/>
              </a:rPr>
              <a:t>别人都求自己的事，并不</a:t>
            </a:r>
            <a:r>
              <a:rPr lang="zh-CN" altLang="en-US" sz="2400" b="1">
                <a:solidFill>
                  <a:srgbClr val="C00000"/>
                </a:solidFill>
                <a:cs typeface="+mn-ea"/>
                <a:sym typeface="+mn-lt"/>
              </a:rPr>
              <a:t>求耶稣基督的事</a:t>
            </a:r>
            <a:r>
              <a:rPr lang="zh-CN" altLang="en-US" sz="2400">
                <a:solidFill>
                  <a:srgbClr val="000000"/>
                </a:solidFill>
                <a:cs typeface="+mn-ea"/>
                <a:sym typeface="+mn-lt"/>
              </a:rPr>
              <a:t>。</a:t>
            </a:r>
            <a:endParaRPr lang="en-US" altLang="zh-CN" sz="2400">
              <a:solidFill>
                <a:srgbClr val="000000"/>
              </a:solidFill>
              <a:cs typeface="+mn-ea"/>
              <a:sym typeface="+mn-lt"/>
            </a:endParaRPr>
          </a:p>
          <a:p>
            <a:pPr marL="0" indent="0">
              <a:lnSpc>
                <a:spcPct val="120000"/>
              </a:lnSpc>
              <a:buNone/>
            </a:pPr>
            <a:r>
              <a:rPr lang="en-US" altLang="zh-CN" sz="2400">
                <a:solidFill>
                  <a:srgbClr val="000000"/>
                </a:solidFill>
                <a:cs typeface="+mn-ea"/>
                <a:sym typeface="+mn-lt"/>
              </a:rPr>
              <a:t>【</a:t>
            </a:r>
            <a:r>
              <a:rPr lang="zh-CN" altLang="en-US" sz="2400">
                <a:solidFill>
                  <a:srgbClr val="000000"/>
                </a:solidFill>
                <a:cs typeface="+mn-ea"/>
                <a:sym typeface="+mn-lt"/>
              </a:rPr>
              <a:t>腓</a:t>
            </a:r>
            <a:r>
              <a:rPr lang="en-US" altLang="zh-CN" sz="2400">
                <a:solidFill>
                  <a:srgbClr val="000000"/>
                </a:solidFill>
                <a:cs typeface="+mn-ea"/>
                <a:sym typeface="+mn-lt"/>
              </a:rPr>
              <a:t>2:22】</a:t>
            </a:r>
            <a:r>
              <a:rPr lang="zh-CN" altLang="en-US" sz="2400">
                <a:solidFill>
                  <a:srgbClr val="000000"/>
                </a:solidFill>
                <a:cs typeface="+mn-ea"/>
                <a:sym typeface="+mn-lt"/>
              </a:rPr>
              <a:t>但你们知道提摩太的</a:t>
            </a:r>
            <a:r>
              <a:rPr lang="zh-CN" altLang="en-US" sz="2400" b="1">
                <a:solidFill>
                  <a:srgbClr val="C00000"/>
                </a:solidFill>
                <a:cs typeface="+mn-ea"/>
                <a:sym typeface="+mn-lt"/>
              </a:rPr>
              <a:t>明证</a:t>
            </a:r>
            <a:r>
              <a:rPr lang="zh-CN" altLang="en-US" sz="2400">
                <a:solidFill>
                  <a:srgbClr val="000000"/>
                </a:solidFill>
                <a:cs typeface="+mn-ea"/>
                <a:sym typeface="+mn-lt"/>
              </a:rPr>
              <a:t>，他兴旺福音，与我同劳，待我像儿子待父亲一样。</a:t>
            </a:r>
            <a:endParaRPr lang="en-US" altLang="zh-CN" sz="2400">
              <a:solidFill>
                <a:srgbClr val="000000"/>
              </a:solidFill>
              <a:cs typeface="+mn-ea"/>
              <a:sym typeface="+mn-lt"/>
            </a:endParaRPr>
          </a:p>
          <a:p>
            <a:pPr marL="0" indent="0">
              <a:lnSpc>
                <a:spcPct val="120000"/>
              </a:lnSpc>
              <a:buNone/>
            </a:pPr>
            <a:endParaRPr lang="en-US" altLang="zh-CN" sz="2400">
              <a:solidFill>
                <a:srgbClr val="000000"/>
              </a:solidFill>
              <a:cs typeface="+mn-ea"/>
              <a:sym typeface="+mn-lt"/>
            </a:endParaRPr>
          </a:p>
          <a:p>
            <a:pPr marL="0" indent="0">
              <a:lnSpc>
                <a:spcPct val="120000"/>
              </a:lnSpc>
              <a:buNone/>
            </a:pPr>
            <a:r>
              <a:rPr lang="zh-CN" altLang="en-US" sz="2400">
                <a:solidFill>
                  <a:srgbClr val="000000"/>
                </a:solidFill>
                <a:cs typeface="+mn-ea"/>
                <a:sym typeface="+mn-lt"/>
              </a:rPr>
              <a:t>讲述三件主要要求：</a:t>
            </a:r>
            <a:endParaRPr lang="en-US" altLang="zh-CN" sz="240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a:solidFill>
                  <a:srgbClr val="000000"/>
                </a:solidFill>
                <a:cs typeface="+mn-ea"/>
                <a:sym typeface="+mn-lt"/>
              </a:rPr>
              <a:t>1. </a:t>
            </a:r>
            <a:r>
              <a:rPr lang="zh-CN" altLang="en-US" sz="2400">
                <a:solidFill>
                  <a:srgbClr val="000000"/>
                </a:solidFill>
                <a:cs typeface="+mn-ea"/>
                <a:sym typeface="+mn-lt"/>
              </a:rPr>
              <a:t>同心</a:t>
            </a:r>
          </a:p>
          <a:p>
            <a:pPr marL="342900" indent="-342900">
              <a:lnSpc>
                <a:spcPct val="120000"/>
              </a:lnSpc>
              <a:buFont typeface="Wingdings" panose="05000000000000000000" pitchFamily="2" charset="2"/>
              <a:buChar char="l"/>
            </a:pPr>
            <a:r>
              <a:rPr lang="en-US" altLang="zh-CN" sz="2400">
                <a:solidFill>
                  <a:srgbClr val="000000"/>
                </a:solidFill>
                <a:cs typeface="+mn-ea"/>
                <a:sym typeface="+mn-lt"/>
              </a:rPr>
              <a:t>2. </a:t>
            </a:r>
            <a:r>
              <a:rPr lang="zh-CN" altLang="en-US" sz="2400">
                <a:solidFill>
                  <a:srgbClr val="000000"/>
                </a:solidFill>
                <a:cs typeface="+mn-ea"/>
                <a:sym typeface="+mn-lt"/>
              </a:rPr>
              <a:t>求耶稣基督的事</a:t>
            </a:r>
          </a:p>
          <a:p>
            <a:pPr marL="342900" indent="-342900">
              <a:lnSpc>
                <a:spcPct val="120000"/>
              </a:lnSpc>
              <a:buFont typeface="Wingdings" panose="05000000000000000000" pitchFamily="2" charset="2"/>
              <a:buChar char="l"/>
            </a:pPr>
            <a:r>
              <a:rPr lang="en-US" altLang="zh-CN" sz="2400">
                <a:solidFill>
                  <a:srgbClr val="000000"/>
                </a:solidFill>
                <a:cs typeface="+mn-ea"/>
                <a:sym typeface="+mn-lt"/>
              </a:rPr>
              <a:t>3. </a:t>
            </a:r>
            <a:r>
              <a:rPr lang="zh-CN" altLang="en-US" sz="2400">
                <a:solidFill>
                  <a:srgbClr val="000000"/>
                </a:solidFill>
                <a:cs typeface="+mn-ea"/>
                <a:sym typeface="+mn-lt"/>
              </a:rPr>
              <a:t>明证</a:t>
            </a:r>
            <a:endParaRPr lang="en-US" altLang="zh-CN" sz="2400">
              <a:solidFill>
                <a:srgbClr val="000000"/>
              </a:solidFill>
              <a:cs typeface="+mn-ea"/>
              <a:sym typeface="+mn-lt"/>
            </a:endParaRPr>
          </a:p>
        </p:txBody>
      </p:sp>
    </p:spTree>
    <p:custDataLst>
      <p:tags r:id="rId1"/>
    </p:custDataLst>
    <p:extLst>
      <p:ext uri="{BB962C8B-B14F-4D97-AF65-F5344CB8AC3E}">
        <p14:creationId xmlns:p14="http://schemas.microsoft.com/office/powerpoint/2010/main" val="18833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 </a:t>
            </a:r>
            <a:r>
              <a:rPr lang="en-US" altLang="zh-CN" sz="4800" b="1">
                <a:solidFill>
                  <a:schemeClr val="tx1">
                    <a:lumMod val="85000"/>
                    <a:lumOff val="15000"/>
                  </a:schemeClr>
                </a:solidFill>
                <a:cs typeface="+mn-ea"/>
                <a:sym typeface="+mn-lt"/>
              </a:rPr>
              <a:t>1-3</a:t>
            </a:r>
            <a:r>
              <a:rPr lang="zh-CN" altLang="en-US" sz="4800" b="1">
                <a:solidFill>
                  <a:schemeClr val="tx1">
                    <a:lumMod val="85000"/>
                    <a:lumOff val="15000"/>
                  </a:schemeClr>
                </a:solidFill>
                <a:cs typeface="+mn-ea"/>
                <a:sym typeface="+mn-lt"/>
              </a:rPr>
              <a:t> </a:t>
            </a:r>
          </a:p>
        </p:txBody>
      </p:sp>
      <p:sp>
        <p:nvSpPr>
          <p:cNvPr id="2" name="文本框 1"/>
          <p:cNvSpPr txBox="1"/>
          <p:nvPr>
            <p:custDataLst>
              <p:tags r:id="rId3"/>
            </p:custDataLst>
          </p:nvPr>
        </p:nvSpPr>
        <p:spPr>
          <a:xfrm>
            <a:off x="0" y="1119737"/>
            <a:ext cx="12192000" cy="5265993"/>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a:t>
            </a:r>
            <a:r>
              <a:rPr lang="zh-CN" altLang="en-US" sz="2400" b="1" dirty="0">
                <a:solidFill>
                  <a:srgbClr val="C00000"/>
                </a:solidFill>
                <a:cs typeface="+mn-ea"/>
                <a:sym typeface="+mn-lt"/>
              </a:rPr>
              <a:t>同心</a:t>
            </a:r>
            <a:r>
              <a:rPr lang="zh-CN" altLang="en-US" sz="2400" dirty="0">
                <a:solidFill>
                  <a:srgbClr val="000000"/>
                </a:solidFill>
                <a:cs typeface="+mn-ea"/>
                <a:sym typeface="+mn-lt"/>
              </a:rPr>
              <a:t>，实在挂念你们的事。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别人都求自己的事，并不求耶稣基督的事。</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挂念</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同心</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共同异象</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摩</a:t>
            </a:r>
            <a:r>
              <a:rPr lang="en-US" altLang="zh-CN" dirty="0">
                <a:solidFill>
                  <a:srgbClr val="000000"/>
                </a:solidFill>
                <a:cs typeface="+mn-ea"/>
                <a:sym typeface="+mn-lt"/>
              </a:rPr>
              <a:t>3:3】“</a:t>
            </a:r>
            <a:r>
              <a:rPr lang="zh-CN" altLang="en-US" dirty="0">
                <a:solidFill>
                  <a:srgbClr val="000000"/>
                </a:solidFill>
                <a:cs typeface="+mn-ea"/>
                <a:sym typeface="+mn-lt"/>
              </a:rPr>
              <a:t>二人若不同心，岂能同行呢？</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尊主为大、放下自己，在基督里</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创</a:t>
            </a:r>
            <a:r>
              <a:rPr lang="en-US" altLang="zh-CN" dirty="0">
                <a:solidFill>
                  <a:srgbClr val="000000"/>
                </a:solidFill>
                <a:cs typeface="+mn-ea"/>
                <a:sym typeface="+mn-lt"/>
              </a:rPr>
              <a:t>3:5】</a:t>
            </a:r>
            <a:r>
              <a:rPr lang="zh-CN" altLang="en-US" dirty="0">
                <a:solidFill>
                  <a:srgbClr val="000000"/>
                </a:solidFill>
                <a:cs typeface="+mn-ea"/>
                <a:sym typeface="+mn-lt"/>
              </a:rPr>
              <a:t>因为　神知道，你们吃的日子眼睛就明亮了，你们便</a:t>
            </a:r>
            <a:r>
              <a:rPr lang="zh-CN" altLang="en-US" dirty="0">
                <a:solidFill>
                  <a:srgbClr val="C00000"/>
                </a:solidFill>
                <a:cs typeface="+mn-ea"/>
                <a:sym typeface="+mn-lt"/>
              </a:rPr>
              <a:t>如　神</a:t>
            </a:r>
            <a:r>
              <a:rPr lang="zh-CN" altLang="en-US" dirty="0">
                <a:solidFill>
                  <a:srgbClr val="000000"/>
                </a:solidFill>
                <a:cs typeface="+mn-ea"/>
                <a:sym typeface="+mn-lt"/>
              </a:rPr>
              <a:t>能知道善恶。”</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同心目的</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帖前</a:t>
            </a:r>
            <a:r>
              <a:rPr lang="en-US" altLang="zh-CN" dirty="0">
                <a:solidFill>
                  <a:srgbClr val="000000"/>
                </a:solidFill>
                <a:cs typeface="+mn-ea"/>
                <a:sym typeface="+mn-lt"/>
              </a:rPr>
              <a:t>2:4】</a:t>
            </a:r>
            <a:r>
              <a:rPr lang="zh-CN" altLang="en-US" dirty="0">
                <a:solidFill>
                  <a:srgbClr val="000000"/>
                </a:solidFill>
                <a:cs typeface="+mn-ea"/>
                <a:sym typeface="+mn-lt"/>
              </a:rPr>
              <a:t>但神既然验中了我们，把</a:t>
            </a:r>
            <a:r>
              <a:rPr lang="zh-CN" altLang="en-US" dirty="0">
                <a:solidFill>
                  <a:srgbClr val="C00000"/>
                </a:solidFill>
                <a:cs typeface="+mn-ea"/>
                <a:sym typeface="+mn-lt"/>
              </a:rPr>
              <a:t>福音</a:t>
            </a:r>
            <a:r>
              <a:rPr lang="zh-CN" altLang="en-US" dirty="0">
                <a:solidFill>
                  <a:srgbClr val="000000"/>
                </a:solidFill>
                <a:cs typeface="+mn-ea"/>
                <a:sym typeface="+mn-lt"/>
              </a:rPr>
              <a:t>托付我们，我们就照样讲，不是要讨人喜欢，乃是要讨那察验我们心的　</a:t>
            </a:r>
            <a:r>
              <a:rPr lang="zh-CN" altLang="en-US" dirty="0">
                <a:solidFill>
                  <a:srgbClr val="C00000"/>
                </a:solidFill>
                <a:cs typeface="+mn-ea"/>
                <a:sym typeface="+mn-lt"/>
              </a:rPr>
              <a:t>神喜欢</a:t>
            </a:r>
            <a:r>
              <a:rPr lang="zh-CN" altLang="en-US" dirty="0">
                <a:solidFill>
                  <a:srgbClr val="000000"/>
                </a:solidFill>
                <a:cs typeface="+mn-ea"/>
                <a:sym typeface="+mn-lt"/>
              </a:rPr>
              <a:t>。</a:t>
            </a:r>
            <a:endParaRPr lang="en-US" altLang="zh-CN" sz="2000" dirty="0">
              <a:solidFill>
                <a:srgbClr val="000000"/>
              </a:solidFill>
              <a:cs typeface="+mn-ea"/>
              <a:sym typeface="+mn-lt"/>
            </a:endParaRPr>
          </a:p>
          <a:p>
            <a:pPr lvl="3">
              <a:lnSpc>
                <a:spcPct val="120000"/>
              </a:lnSpc>
            </a:pPr>
            <a:endParaRPr lang="en-US" altLang="zh-CN" sz="20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236072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0" y="1116849"/>
            <a:ext cx="12192000" cy="5130828"/>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因为我没有别人与我同心，实在挂念你们的事。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a:t>
            </a:r>
            <a:r>
              <a:rPr lang="zh-CN" altLang="en-US" sz="2400" b="1" dirty="0">
                <a:solidFill>
                  <a:srgbClr val="7030A0"/>
                </a:solidFill>
                <a:cs typeface="+mn-ea"/>
                <a:sym typeface="+mn-lt"/>
              </a:rPr>
              <a:t>都求自己的事</a:t>
            </a:r>
            <a:r>
              <a:rPr lang="zh-CN" altLang="en-US" sz="2400" dirty="0">
                <a:solidFill>
                  <a:srgbClr val="000000"/>
                </a:solidFill>
                <a:cs typeface="+mn-ea"/>
                <a:sym typeface="+mn-lt"/>
              </a:rPr>
              <a:t>，并不</a:t>
            </a:r>
            <a:r>
              <a:rPr lang="zh-CN" altLang="en-US" sz="2400" b="1" dirty="0">
                <a:solidFill>
                  <a:srgbClr val="C00000"/>
                </a:solidFill>
                <a:cs typeface="+mn-ea"/>
                <a:sym typeface="+mn-lt"/>
              </a:rPr>
              <a:t>求耶稣基督的事</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求耶稣基督的事</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求（主动、积极、寻求）</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更高要求</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对比“顾别人的事”</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被动解决</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腓</a:t>
            </a:r>
            <a:r>
              <a:rPr lang="en-US" altLang="zh-CN" dirty="0">
                <a:solidFill>
                  <a:srgbClr val="000000"/>
                </a:solidFill>
                <a:cs typeface="+mn-ea"/>
                <a:sym typeface="+mn-lt"/>
              </a:rPr>
              <a:t>2:4】</a:t>
            </a:r>
            <a:r>
              <a:rPr lang="zh-CN" altLang="en-US" dirty="0">
                <a:solidFill>
                  <a:srgbClr val="000000"/>
                </a:solidFill>
                <a:cs typeface="+mn-ea"/>
                <a:sym typeface="+mn-lt"/>
              </a:rPr>
              <a:t>各人不要单顾自己的事，也要顾别人的事。</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求自己的事是一个人犯罪堕落之后的反应</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创</a:t>
            </a:r>
            <a:r>
              <a:rPr lang="en-US" altLang="zh-CN" dirty="0">
                <a:solidFill>
                  <a:srgbClr val="000000"/>
                </a:solidFill>
                <a:cs typeface="+mn-ea"/>
                <a:sym typeface="+mn-lt"/>
              </a:rPr>
              <a:t>3:6】</a:t>
            </a:r>
            <a:r>
              <a:rPr lang="zh-CN" altLang="en-US" dirty="0">
                <a:solidFill>
                  <a:srgbClr val="000000"/>
                </a:solidFill>
                <a:cs typeface="+mn-ea"/>
                <a:sym typeface="+mn-lt"/>
              </a:rPr>
              <a:t>于是，女人见那棵树的果子好作食物，也悦人的眼目，且是可喜爱的，能使人有智慧，就摘下果子来吃了；又给她丈夫，她丈夫也吃了。</a:t>
            </a:r>
            <a:endParaRPr lang="en-US" altLang="zh-CN" dirty="0">
              <a:solidFill>
                <a:srgbClr val="000000"/>
              </a:solidFill>
              <a:cs typeface="+mn-ea"/>
              <a:sym typeface="+mn-lt"/>
            </a:endParaRPr>
          </a:p>
        </p:txBody>
      </p:sp>
      <p:sp>
        <p:nvSpPr>
          <p:cNvPr id="6" name="文本框 5">
            <a:extLst>
              <a:ext uri="{FF2B5EF4-FFF2-40B4-BE49-F238E27FC236}">
                <a16:creationId xmlns:a16="http://schemas.microsoft.com/office/drawing/2014/main" id="{E9162F18-D987-C5F3-DE29-50E61F685379}"/>
              </a:ext>
            </a:extLst>
          </p:cNvPr>
          <p:cNvSpPr txBox="1"/>
          <p:nvPr>
            <p:custDataLst>
              <p:tags r:id="rId3"/>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a:t>
            </a:r>
            <a:r>
              <a:rPr lang="en-US" altLang="zh-CN" sz="4800" b="1">
                <a:solidFill>
                  <a:schemeClr val="tx1">
                    <a:lumMod val="85000"/>
                    <a:lumOff val="15000"/>
                  </a:schemeClr>
                </a:solidFill>
                <a:cs typeface="+mn-ea"/>
                <a:sym typeface="+mn-lt"/>
              </a:rPr>
              <a:t> 2-3</a:t>
            </a:r>
            <a:r>
              <a:rPr lang="zh-CN" altLang="en-US" sz="4800" b="1">
                <a:solidFill>
                  <a:schemeClr val="tx1">
                    <a:lumMod val="85000"/>
                    <a:lumOff val="15000"/>
                  </a:schemeClr>
                </a:solidFill>
                <a:cs typeface="+mn-ea"/>
                <a:sym typeface="+mn-lt"/>
              </a:rPr>
              <a:t> </a:t>
            </a:r>
          </a:p>
        </p:txBody>
      </p:sp>
    </p:spTree>
    <p:custDataLst>
      <p:tags r:id="rId1"/>
    </p:custDataLst>
    <p:extLst>
      <p:ext uri="{BB962C8B-B14F-4D97-AF65-F5344CB8AC3E}">
        <p14:creationId xmlns:p14="http://schemas.microsoft.com/office/powerpoint/2010/main" val="1560840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0" y="1103708"/>
            <a:ext cx="12192000" cy="5487592"/>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因为我没有别人与我同心，实在挂念你们的事。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a:t>
            </a:r>
            <a:r>
              <a:rPr lang="zh-CN" altLang="en-US" sz="2400" b="1" dirty="0">
                <a:solidFill>
                  <a:srgbClr val="7030A0"/>
                </a:solidFill>
                <a:cs typeface="+mn-ea"/>
                <a:sym typeface="+mn-lt"/>
              </a:rPr>
              <a:t>都求自己的事</a:t>
            </a:r>
            <a:r>
              <a:rPr lang="zh-CN" altLang="en-US" sz="2400" dirty="0">
                <a:solidFill>
                  <a:srgbClr val="000000"/>
                </a:solidFill>
                <a:cs typeface="+mn-ea"/>
                <a:sym typeface="+mn-lt"/>
              </a:rPr>
              <a:t>，并不</a:t>
            </a:r>
            <a:r>
              <a:rPr lang="zh-CN" altLang="en-US" sz="2400" b="1" dirty="0">
                <a:solidFill>
                  <a:srgbClr val="C00000"/>
                </a:solidFill>
                <a:cs typeface="+mn-ea"/>
                <a:sym typeface="+mn-lt"/>
              </a:rPr>
              <a:t>求耶稣基督的事</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求耶稣基督的事</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如何才能求基督事？</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认识基督</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身份转变</a:t>
            </a:r>
            <a:endParaRPr lang="en-US" altLang="zh-CN" sz="2000" dirty="0">
              <a:solidFill>
                <a:srgbClr val="000000"/>
              </a:solidFill>
              <a:cs typeface="+mn-ea"/>
              <a:sym typeface="+mn-lt"/>
            </a:endParaRPr>
          </a:p>
          <a:p>
            <a:pPr lvl="4">
              <a:lnSpc>
                <a:spcPct val="120000"/>
              </a:lnSpc>
            </a:pPr>
            <a:r>
              <a:rPr lang="en-US" altLang="zh-CN" sz="1600" dirty="0">
                <a:solidFill>
                  <a:srgbClr val="000000"/>
                </a:solidFill>
                <a:cs typeface="+mn-ea"/>
                <a:sym typeface="+mn-lt"/>
              </a:rPr>
              <a:t>【</a:t>
            </a:r>
            <a:r>
              <a:rPr lang="zh-CN" altLang="en-US" sz="1600" dirty="0">
                <a:solidFill>
                  <a:srgbClr val="000000"/>
                </a:solidFill>
                <a:cs typeface="+mn-ea"/>
                <a:sym typeface="+mn-lt"/>
              </a:rPr>
              <a:t>罗</a:t>
            </a:r>
            <a:r>
              <a:rPr lang="en-US" altLang="zh-CN" sz="1600" dirty="0">
                <a:solidFill>
                  <a:srgbClr val="000000"/>
                </a:solidFill>
                <a:cs typeface="+mn-ea"/>
                <a:sym typeface="+mn-lt"/>
              </a:rPr>
              <a:t>1:1】</a:t>
            </a:r>
            <a:r>
              <a:rPr lang="zh-CN" altLang="en-US" sz="1600" dirty="0">
                <a:solidFill>
                  <a:srgbClr val="000000"/>
                </a:solidFill>
                <a:cs typeface="+mn-ea"/>
                <a:sym typeface="+mn-lt"/>
              </a:rPr>
              <a:t>耶稣基督的仆人保罗，奉召为使徒，特派传　神的福音。</a:t>
            </a:r>
            <a:endParaRPr lang="en-US" altLang="zh-CN" sz="1600" dirty="0">
              <a:solidFill>
                <a:srgbClr val="000000"/>
              </a:solidFill>
              <a:cs typeface="+mn-ea"/>
              <a:sym typeface="+mn-lt"/>
            </a:endParaRPr>
          </a:p>
          <a:p>
            <a:pPr lvl="4">
              <a:lnSpc>
                <a:spcPct val="120000"/>
              </a:lnSpc>
            </a:pPr>
            <a:r>
              <a:rPr lang="en-US" altLang="zh-CN" sz="1600" dirty="0">
                <a:solidFill>
                  <a:srgbClr val="000000"/>
                </a:solidFill>
                <a:cs typeface="+mn-ea"/>
                <a:sym typeface="+mn-lt"/>
              </a:rPr>
              <a:t>【</a:t>
            </a:r>
            <a:r>
              <a:rPr lang="zh-CN" altLang="en-US" sz="1600" dirty="0">
                <a:solidFill>
                  <a:srgbClr val="000000"/>
                </a:solidFill>
                <a:cs typeface="+mn-ea"/>
                <a:sym typeface="+mn-lt"/>
              </a:rPr>
              <a:t>加</a:t>
            </a:r>
            <a:r>
              <a:rPr lang="en-US" altLang="zh-CN" sz="1600" dirty="0">
                <a:solidFill>
                  <a:srgbClr val="000000"/>
                </a:solidFill>
                <a:cs typeface="+mn-ea"/>
                <a:sym typeface="+mn-lt"/>
              </a:rPr>
              <a:t>2:20】</a:t>
            </a:r>
            <a:r>
              <a:rPr lang="zh-CN" altLang="en-US" sz="1600" dirty="0">
                <a:solidFill>
                  <a:srgbClr val="000000"/>
                </a:solidFill>
                <a:cs typeface="+mn-ea"/>
                <a:sym typeface="+mn-lt"/>
              </a:rPr>
              <a:t>我已经与基督同钉十字架，现在活着的不再是我，乃是基督在我里面活着；</a:t>
            </a:r>
            <a:endParaRPr lang="en-US" altLang="zh-CN" sz="1600" dirty="0">
              <a:solidFill>
                <a:srgbClr val="000000"/>
              </a:solidFill>
              <a:cs typeface="+mn-ea"/>
              <a:sym typeface="+mn-lt"/>
            </a:endParaRPr>
          </a:p>
          <a:p>
            <a:pPr marL="2171700" lvl="4" indent="-342900">
              <a:lnSpc>
                <a:spcPct val="120000"/>
              </a:lnSpc>
              <a:buFont typeface="Wingdings" panose="05000000000000000000" pitchFamily="2" charset="2"/>
              <a:buChar char="l"/>
            </a:pPr>
            <a:r>
              <a:rPr lang="zh-CN" altLang="en-US" dirty="0">
                <a:solidFill>
                  <a:srgbClr val="000000"/>
                </a:solidFill>
                <a:cs typeface="+mn-ea"/>
                <a:sym typeface="+mn-lt"/>
              </a:rPr>
              <a:t>求：“</a:t>
            </a:r>
            <a:r>
              <a:rPr lang="zh-CN" altLang="en-US" sz="1600" dirty="0">
                <a:solidFill>
                  <a:srgbClr val="000000"/>
                </a:solidFill>
                <a:cs typeface="+mn-ea"/>
                <a:sym typeface="+mn-lt"/>
              </a:rPr>
              <a:t>没有条件创造条件也要上”</a:t>
            </a:r>
            <a:endParaRPr lang="en-US" altLang="zh-CN" sz="1600" dirty="0">
              <a:solidFill>
                <a:srgbClr val="000000"/>
              </a:solidFill>
              <a:cs typeface="+mn-ea"/>
              <a:sym typeface="+mn-lt"/>
            </a:endParaRPr>
          </a:p>
          <a:p>
            <a:pPr marL="2171700" lvl="4" indent="-342900">
              <a:lnSpc>
                <a:spcPct val="120000"/>
              </a:lnSpc>
              <a:buFont typeface="Wingdings" panose="05000000000000000000" pitchFamily="2" charset="2"/>
              <a:buChar char="l"/>
            </a:pPr>
            <a:r>
              <a:rPr lang="zh-CN" altLang="en-US" sz="1600" dirty="0">
                <a:solidFill>
                  <a:srgbClr val="000000"/>
                </a:solidFill>
                <a:cs typeface="+mn-ea"/>
                <a:sym typeface="+mn-lt"/>
              </a:rPr>
              <a:t>求基督的事：“两手都要抓，两手都要硬”</a:t>
            </a:r>
            <a:endParaRPr lang="en-US" altLang="zh-CN" sz="1600" dirty="0">
              <a:solidFill>
                <a:srgbClr val="000000"/>
              </a:solidFill>
              <a:cs typeface="+mn-ea"/>
              <a:sym typeface="+mn-lt"/>
            </a:endParaRPr>
          </a:p>
          <a:p>
            <a:pPr marL="2628900" lvl="5" indent="-342900">
              <a:lnSpc>
                <a:spcPct val="120000"/>
              </a:lnSpc>
              <a:buFont typeface="Wingdings" panose="05000000000000000000" pitchFamily="2" charset="2"/>
              <a:buChar char="l"/>
            </a:pPr>
            <a:r>
              <a:rPr lang="zh-CN" altLang="en-US" sz="1600" dirty="0">
                <a:solidFill>
                  <a:srgbClr val="000000"/>
                </a:solidFill>
                <a:cs typeface="+mn-ea"/>
                <a:sym typeface="+mn-lt"/>
              </a:rPr>
              <a:t>在基督里同心</a:t>
            </a:r>
            <a:endParaRPr lang="en-US" altLang="zh-CN" sz="1600" dirty="0">
              <a:solidFill>
                <a:srgbClr val="000000"/>
              </a:solidFill>
              <a:cs typeface="+mn-ea"/>
              <a:sym typeface="+mn-lt"/>
            </a:endParaRPr>
          </a:p>
          <a:p>
            <a:pPr marL="2628900" lvl="5" indent="-342900">
              <a:lnSpc>
                <a:spcPct val="120000"/>
              </a:lnSpc>
              <a:buFont typeface="Wingdings" panose="05000000000000000000" pitchFamily="2" charset="2"/>
              <a:buChar char="l"/>
            </a:pPr>
            <a:r>
              <a:rPr lang="zh-CN" altLang="en-US" sz="1600" dirty="0">
                <a:solidFill>
                  <a:srgbClr val="000000"/>
                </a:solidFill>
                <a:cs typeface="+mn-ea"/>
                <a:sym typeface="+mn-lt"/>
              </a:rPr>
              <a:t>竭力主动为基督、为教会、为神的国</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endParaRPr lang="en-US" altLang="zh-CN" sz="2000" dirty="0">
              <a:solidFill>
                <a:srgbClr val="000000"/>
              </a:solidFill>
              <a:cs typeface="+mn-ea"/>
              <a:sym typeface="+mn-lt"/>
            </a:endParaRPr>
          </a:p>
        </p:txBody>
      </p:sp>
      <p:grpSp>
        <p:nvGrpSpPr>
          <p:cNvPr id="3" name="组合 2">
            <a:extLst>
              <a:ext uri="{FF2B5EF4-FFF2-40B4-BE49-F238E27FC236}">
                <a16:creationId xmlns:a16="http://schemas.microsoft.com/office/drawing/2014/main" id="{5AB7B9BB-BF5F-1016-F7B7-FFAEAEFD6106}"/>
              </a:ext>
            </a:extLst>
          </p:cNvPr>
          <p:cNvGrpSpPr/>
          <p:nvPr/>
        </p:nvGrpSpPr>
        <p:grpSpPr>
          <a:xfrm>
            <a:off x="138643"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093C7B6F-EB40-A533-DCE7-A0EBFF60C5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D2EF1E1C-FCA8-3AB8-BA6B-18883F543FA0}"/>
                </a:ext>
              </a:extLst>
            </p:cNvPr>
            <p:cNvSpPr txBox="1"/>
            <p:nvPr/>
          </p:nvSpPr>
          <p:spPr>
            <a:xfrm>
              <a:off x="988487" y="6233942"/>
              <a:ext cx="6145306" cy="369332"/>
            </a:xfrm>
            <a:prstGeom prst="rect">
              <a:avLst/>
            </a:prstGeom>
            <a:noFill/>
          </p:spPr>
          <p:txBody>
            <a:bodyPr wrap="square">
              <a:spAutoFit/>
            </a:bodyPr>
            <a:lstStyle/>
            <a:p>
              <a:r>
                <a:rPr lang="zh-CN" altLang="en-US" dirty="0"/>
                <a:t>精兵要求：同心求基督的事。</a:t>
              </a:r>
            </a:p>
          </p:txBody>
        </p:sp>
      </p:grpSp>
      <p:sp>
        <p:nvSpPr>
          <p:cNvPr id="6" name="文本框 5">
            <a:extLst>
              <a:ext uri="{FF2B5EF4-FFF2-40B4-BE49-F238E27FC236}">
                <a16:creationId xmlns:a16="http://schemas.microsoft.com/office/drawing/2014/main" id="{EF23C510-2016-A407-597D-D4AC06000692}"/>
              </a:ext>
            </a:extLst>
          </p:cNvPr>
          <p:cNvSpPr txBox="1"/>
          <p:nvPr>
            <p:custDataLst>
              <p:tags r:id="rId3"/>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 </a:t>
            </a:r>
            <a:r>
              <a:rPr lang="en-US" altLang="zh-CN" sz="4800" b="1">
                <a:solidFill>
                  <a:schemeClr val="tx1">
                    <a:lumMod val="85000"/>
                    <a:lumOff val="15000"/>
                  </a:schemeClr>
                </a:solidFill>
                <a:cs typeface="+mn-ea"/>
                <a:sym typeface="+mn-lt"/>
              </a:rPr>
              <a:t>3-3</a:t>
            </a:r>
            <a:r>
              <a:rPr lang="zh-CN" altLang="en-US" sz="4800" b="1">
                <a:solidFill>
                  <a:schemeClr val="tx1">
                    <a:lumMod val="85000"/>
                    <a:lumOff val="15000"/>
                  </a:schemeClr>
                </a:solidFill>
                <a:cs typeface="+mn-ea"/>
                <a:sym typeface="+mn-lt"/>
              </a:rPr>
              <a:t> </a:t>
            </a:r>
          </a:p>
        </p:txBody>
      </p:sp>
    </p:spTree>
    <p:custDataLst>
      <p:tags r:id="rId1"/>
    </p:custDataLst>
    <p:extLst>
      <p:ext uri="{BB962C8B-B14F-4D97-AF65-F5344CB8AC3E}">
        <p14:creationId xmlns:p14="http://schemas.microsoft.com/office/powerpoint/2010/main" val="387987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明证</a:t>
            </a:r>
          </a:p>
        </p:txBody>
      </p:sp>
      <p:sp>
        <p:nvSpPr>
          <p:cNvPr id="2" name="文本框 1"/>
          <p:cNvSpPr txBox="1"/>
          <p:nvPr>
            <p:custDataLst>
              <p:tags r:id="rId3"/>
            </p:custDataLst>
          </p:nvPr>
        </p:nvSpPr>
        <p:spPr>
          <a:xfrm>
            <a:off x="0" y="1111875"/>
            <a:ext cx="12192000" cy="5746125"/>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2:22】</a:t>
            </a:r>
            <a:r>
              <a:rPr lang="zh-CN" altLang="en-US" sz="2400" dirty="0">
                <a:solidFill>
                  <a:srgbClr val="000000"/>
                </a:solidFill>
                <a:cs typeface="+mn-ea"/>
                <a:sym typeface="+mn-lt"/>
              </a:rPr>
              <a:t>但你们知道提摩太的</a:t>
            </a:r>
            <a:r>
              <a:rPr lang="zh-CN" altLang="en-US" sz="2400" b="1" dirty="0">
                <a:solidFill>
                  <a:srgbClr val="C00000"/>
                </a:solidFill>
                <a:cs typeface="+mn-ea"/>
                <a:sym typeface="+mn-lt"/>
              </a:rPr>
              <a:t>明证</a:t>
            </a:r>
            <a:r>
              <a:rPr lang="zh-CN" altLang="en-US" sz="2400" dirty="0">
                <a:solidFill>
                  <a:srgbClr val="000000"/>
                </a:solidFill>
                <a:cs typeface="+mn-ea"/>
                <a:sym typeface="+mn-lt"/>
              </a:rPr>
              <a:t>，他兴旺福音，与我同劳，待我像儿子待父亲一样。</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明证</a:t>
            </a:r>
            <a:r>
              <a:rPr lang="zh-CN" altLang="en-US" sz="2400" dirty="0">
                <a:solidFill>
                  <a:srgbClr val="000000"/>
                </a:solidFill>
                <a:cs typeface="+mn-ea"/>
                <a:sym typeface="+mn-lt"/>
              </a:rPr>
              <a:t>（原文为经过考验而显为成熟的品格，是一种经过考验的品格）</a:t>
            </a:r>
            <a:endParaRPr lang="en-US" altLang="zh-CN" sz="24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提摩太的明证</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兴旺福音</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与我同劳</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儿子父亲</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为什么需要明证？</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sz="1600" dirty="0">
                <a:solidFill>
                  <a:srgbClr val="000000"/>
                </a:solidFill>
                <a:cs typeface="+mn-ea"/>
                <a:sym typeface="+mn-lt"/>
              </a:rPr>
              <a:t>【</a:t>
            </a:r>
            <a:r>
              <a:rPr lang="zh-CN" altLang="en-US" sz="1600" dirty="0">
                <a:solidFill>
                  <a:srgbClr val="000000"/>
                </a:solidFill>
                <a:cs typeface="+mn-ea"/>
                <a:sym typeface="+mn-lt"/>
              </a:rPr>
              <a:t>彼前</a:t>
            </a:r>
            <a:r>
              <a:rPr lang="en-US" altLang="zh-CN" sz="1600" dirty="0">
                <a:solidFill>
                  <a:srgbClr val="000000"/>
                </a:solidFill>
                <a:cs typeface="+mn-ea"/>
                <a:sym typeface="+mn-lt"/>
              </a:rPr>
              <a:t>1:7】</a:t>
            </a:r>
            <a:r>
              <a:rPr lang="zh-CN" altLang="en-US" sz="1600" dirty="0">
                <a:solidFill>
                  <a:srgbClr val="000000"/>
                </a:solidFill>
                <a:cs typeface="+mn-ea"/>
                <a:sym typeface="+mn-lt"/>
              </a:rPr>
              <a:t>叫你们的信心既被试验，就比那被火试验仍然能坏的金子更显宝贵，可以在耶稣基督显现的时候，得着称赞、荣耀、尊贵。</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我们应该有什么明证？</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坚持读经、圣道班、门训、及培训</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主日敬拜不缺席、不迟到、不早退</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生活、工作、家庭、朋友间见证主</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在服侍中有明证</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endParaRPr lang="en-US" altLang="zh-CN" sz="2000" dirty="0">
              <a:solidFill>
                <a:srgbClr val="000000"/>
              </a:solidFill>
              <a:cs typeface="+mn-ea"/>
              <a:sym typeface="+mn-lt"/>
            </a:endParaRPr>
          </a:p>
        </p:txBody>
      </p:sp>
      <p:grpSp>
        <p:nvGrpSpPr>
          <p:cNvPr id="3" name="组合 2">
            <a:extLst>
              <a:ext uri="{FF2B5EF4-FFF2-40B4-BE49-F238E27FC236}">
                <a16:creationId xmlns:a16="http://schemas.microsoft.com/office/drawing/2014/main" id="{726480B9-F738-F9C4-A3A9-291FDBCBE60B}"/>
              </a:ext>
            </a:extLst>
          </p:cNvPr>
          <p:cNvGrpSpPr/>
          <p:nvPr/>
        </p:nvGrpSpPr>
        <p:grpSpPr>
          <a:xfrm>
            <a:off x="243418"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515BC975-09A1-48C6-8FED-743CBD34CC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4A5AC82D-48F1-5DA2-0A95-193BBCEEA933}"/>
                </a:ext>
              </a:extLst>
            </p:cNvPr>
            <p:cNvSpPr txBox="1"/>
            <p:nvPr/>
          </p:nvSpPr>
          <p:spPr>
            <a:xfrm>
              <a:off x="988487" y="6233942"/>
              <a:ext cx="6145306" cy="369332"/>
            </a:xfrm>
            <a:prstGeom prst="rect">
              <a:avLst/>
            </a:prstGeom>
            <a:noFill/>
          </p:spPr>
          <p:txBody>
            <a:bodyPr wrap="square">
              <a:spAutoFit/>
            </a:bodyPr>
            <a:lstStyle/>
            <a:p>
              <a:r>
                <a:rPr lang="zh-CN" altLang="en-US"/>
                <a:t>精兵要求：明证。</a:t>
              </a:r>
            </a:p>
          </p:txBody>
        </p:sp>
      </p:grpSp>
    </p:spTree>
    <p:custDataLst>
      <p:tags r:id="rId1"/>
    </p:custDataLst>
    <p:extLst>
      <p:ext uri="{BB962C8B-B14F-4D97-AF65-F5344CB8AC3E}">
        <p14:creationId xmlns:p14="http://schemas.microsoft.com/office/powerpoint/2010/main" val="3014528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第三段：盼望</a:t>
            </a:r>
          </a:p>
        </p:txBody>
      </p:sp>
      <p:sp>
        <p:nvSpPr>
          <p:cNvPr id="2" name="文本框 1"/>
          <p:cNvSpPr txBox="1"/>
          <p:nvPr>
            <p:custDataLst>
              <p:tags r:id="rId3"/>
            </p:custDataLst>
          </p:nvPr>
        </p:nvSpPr>
        <p:spPr>
          <a:xfrm>
            <a:off x="0" y="1210588"/>
            <a:ext cx="12192000" cy="5813130"/>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2:23】</a:t>
            </a:r>
            <a:r>
              <a:rPr lang="zh-CN" altLang="en-US" sz="2400" dirty="0">
                <a:solidFill>
                  <a:srgbClr val="000000"/>
                </a:solidFill>
                <a:cs typeface="+mn-ea"/>
                <a:sym typeface="+mn-lt"/>
              </a:rPr>
              <a:t>所以我一看出我的事要怎样了结，就盼望立刻打发他去；</a:t>
            </a:r>
            <a:endParaRPr lang="en-US" altLang="zh-CN" sz="2400" dirty="0">
              <a:solidFill>
                <a:srgbClr val="000000"/>
              </a:solidFill>
              <a:cs typeface="+mn-ea"/>
              <a:sym typeface="+mn-lt"/>
            </a:endParaRPr>
          </a:p>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2:24】</a:t>
            </a:r>
            <a:r>
              <a:rPr lang="zh-CN" altLang="en-US" sz="2400" dirty="0">
                <a:solidFill>
                  <a:srgbClr val="000000"/>
                </a:solidFill>
                <a:cs typeface="+mn-ea"/>
                <a:sym typeface="+mn-lt"/>
              </a:rPr>
              <a:t>但我靠着主，自信我也必快去。</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盼望</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身陷环境：生死未卜</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dirty="0">
                <a:sym typeface="+mn-lt"/>
              </a:rPr>
              <a:t>【</a:t>
            </a:r>
            <a:r>
              <a:rPr lang="zh-CN" altLang="en-US" dirty="0">
                <a:sym typeface="+mn-lt"/>
              </a:rPr>
              <a:t>腓</a:t>
            </a:r>
            <a:r>
              <a:rPr lang="en-US" altLang="zh-CN" dirty="0">
                <a:sym typeface="+mn-lt"/>
              </a:rPr>
              <a:t>1:22】</a:t>
            </a:r>
            <a:r>
              <a:rPr lang="zh-CN" altLang="en-US" dirty="0">
                <a:sym typeface="+mn-lt"/>
              </a:rPr>
              <a:t>但我在肉身活着，若成就我工夫的果子，我就不知道该挑选什么。</a:t>
            </a:r>
            <a:endParaRPr lang="en-US" altLang="zh-CN" dirty="0">
              <a:sym typeface="+mn-lt"/>
            </a:endParaRPr>
          </a:p>
          <a:p>
            <a:pPr marL="1257300" lvl="2" indent="-342900">
              <a:lnSpc>
                <a:spcPct val="120000"/>
              </a:lnSpc>
              <a:buFont typeface="Wingdings" panose="05000000000000000000" pitchFamily="2" charset="2"/>
              <a:buChar char="l"/>
            </a:pPr>
            <a:r>
              <a:rPr lang="en-US" altLang="zh-CN" dirty="0">
                <a:sym typeface="+mn-lt"/>
              </a:rPr>
              <a:t>【</a:t>
            </a:r>
            <a:r>
              <a:rPr lang="zh-CN" altLang="en-US" dirty="0">
                <a:sym typeface="+mn-lt"/>
              </a:rPr>
              <a:t>腓</a:t>
            </a:r>
            <a:r>
              <a:rPr lang="en-US" altLang="zh-CN" dirty="0">
                <a:sym typeface="+mn-lt"/>
              </a:rPr>
              <a:t>1:23】</a:t>
            </a:r>
            <a:r>
              <a:rPr lang="zh-CN" altLang="en-US" dirty="0">
                <a:sym typeface="+mn-lt"/>
              </a:rPr>
              <a:t>我正在两难之间，情愿离世与基督同在，因为这是好得无比的。</a:t>
            </a:r>
            <a:endParaRPr lang="en-US" altLang="zh-CN" dirty="0">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盼望目的：于基督有益</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盼望凭据：主的恩典</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盼望</a:t>
            </a:r>
            <a:r>
              <a:rPr lang="en-US" altLang="zh-CN" sz="2000" dirty="0">
                <a:solidFill>
                  <a:srgbClr val="000000"/>
                </a:solidFill>
                <a:cs typeface="+mn-ea"/>
                <a:sym typeface="+mn-lt"/>
              </a:rPr>
              <a:t>-&gt;</a:t>
            </a:r>
            <a:r>
              <a:rPr lang="zh-CN" altLang="en-US" sz="2000" dirty="0">
                <a:solidFill>
                  <a:srgbClr val="000000"/>
                </a:solidFill>
                <a:cs typeface="+mn-ea"/>
                <a:sym typeface="+mn-lt"/>
              </a:rPr>
              <a:t>靠主</a:t>
            </a:r>
            <a:r>
              <a:rPr lang="en-US" altLang="zh-CN" sz="2000" dirty="0">
                <a:solidFill>
                  <a:srgbClr val="000000"/>
                </a:solidFill>
                <a:cs typeface="+mn-ea"/>
                <a:sym typeface="+mn-lt"/>
              </a:rPr>
              <a:t>-&gt;</a:t>
            </a:r>
            <a:r>
              <a:rPr lang="zh-CN" altLang="en-US" sz="2000" dirty="0">
                <a:solidFill>
                  <a:srgbClr val="000000"/>
                </a:solidFill>
                <a:cs typeface="+mn-ea"/>
                <a:sym typeface="+mn-lt"/>
              </a:rPr>
              <a:t>得安慰</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腓</a:t>
            </a:r>
            <a:r>
              <a:rPr lang="en-US" altLang="zh-CN" dirty="0">
                <a:solidFill>
                  <a:srgbClr val="000000"/>
                </a:solidFill>
                <a:cs typeface="+mn-ea"/>
                <a:sym typeface="+mn-lt"/>
              </a:rPr>
              <a:t>2:19】……</a:t>
            </a:r>
            <a:r>
              <a:rPr lang="zh-CN" altLang="en-US" dirty="0">
                <a:solidFill>
                  <a:srgbClr val="000000"/>
                </a:solidFill>
                <a:cs typeface="+mn-ea"/>
                <a:sym typeface="+mn-lt"/>
              </a:rPr>
              <a:t>叫我知道你们的事，心里就</a:t>
            </a:r>
            <a:r>
              <a:rPr lang="zh-CN" altLang="en-US" b="1" dirty="0">
                <a:solidFill>
                  <a:srgbClr val="000000"/>
                </a:solidFill>
                <a:cs typeface="+mn-ea"/>
                <a:sym typeface="+mn-lt"/>
              </a:rPr>
              <a:t>得着安慰</a:t>
            </a:r>
            <a:r>
              <a:rPr lang="zh-CN" altLang="en-US" dirty="0">
                <a:solidFill>
                  <a:srgbClr val="000000"/>
                </a:solidFill>
                <a:cs typeface="+mn-ea"/>
                <a:sym typeface="+mn-lt"/>
              </a:rPr>
              <a:t>。</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盼望根源：靠主</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t>【彼前1:21】你们也因着他，信那叫他从死里复活，又给他荣耀的　神，叫你们的信心和盼望都在于　神。</a:t>
            </a:r>
          </a:p>
          <a:p>
            <a:pPr marL="1257300" lvl="2" indent="-342900">
              <a:lnSpc>
                <a:spcPct val="120000"/>
              </a:lnSpc>
              <a:buFont typeface="Wingdings" panose="05000000000000000000" pitchFamily="2" charset="2"/>
              <a:buChar char="l"/>
            </a:pPr>
            <a:endParaRPr lang="en-US" altLang="zh-CN" sz="2000" dirty="0">
              <a:solidFill>
                <a:srgbClr val="000000"/>
              </a:solidFill>
              <a:cs typeface="+mn-ea"/>
              <a:sym typeface="+mn-lt"/>
            </a:endParaRPr>
          </a:p>
          <a:p>
            <a:pPr marL="342900" indent="-342900">
              <a:lnSpc>
                <a:spcPct val="120000"/>
              </a:lnSpc>
              <a:buFont typeface="Wingdings" panose="05000000000000000000" pitchFamily="2" charset="2"/>
              <a:buChar char="l"/>
            </a:pPr>
            <a:endParaRPr lang="en-US" altLang="zh-CN" sz="2400" b="1" dirty="0">
              <a:solidFill>
                <a:srgbClr val="000000"/>
              </a:solidFill>
              <a:cs typeface="+mn-ea"/>
              <a:sym typeface="+mn-lt"/>
            </a:endParaRPr>
          </a:p>
        </p:txBody>
      </p:sp>
      <p:grpSp>
        <p:nvGrpSpPr>
          <p:cNvPr id="8" name="组合 7">
            <a:extLst>
              <a:ext uri="{FF2B5EF4-FFF2-40B4-BE49-F238E27FC236}">
                <a16:creationId xmlns:a16="http://schemas.microsoft.com/office/drawing/2014/main" id="{E7EAC2EE-5648-1224-46AA-160F6F6F3300}"/>
              </a:ext>
            </a:extLst>
          </p:cNvPr>
          <p:cNvGrpSpPr/>
          <p:nvPr/>
        </p:nvGrpSpPr>
        <p:grpSpPr>
          <a:xfrm>
            <a:off x="243418" y="6324600"/>
            <a:ext cx="6785450" cy="533400"/>
            <a:chOff x="348343" y="6069874"/>
            <a:chExt cx="6785450" cy="533400"/>
          </a:xfrm>
        </p:grpSpPr>
        <p:pic>
          <p:nvPicPr>
            <p:cNvPr id="9" name="图形 8" descr="插在洞里的高尔夫球标志旗 纯色填充">
              <a:extLst>
                <a:ext uri="{FF2B5EF4-FFF2-40B4-BE49-F238E27FC236}">
                  <a16:creationId xmlns:a16="http://schemas.microsoft.com/office/drawing/2014/main" id="{8D1923FB-E975-9E82-558F-CA71CA9338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343" y="6069874"/>
              <a:ext cx="533400" cy="533400"/>
            </a:xfrm>
            <a:prstGeom prst="rect">
              <a:avLst/>
            </a:prstGeom>
          </p:spPr>
        </p:pic>
        <p:sp>
          <p:nvSpPr>
            <p:cNvPr id="10" name="文本框 9">
              <a:extLst>
                <a:ext uri="{FF2B5EF4-FFF2-40B4-BE49-F238E27FC236}">
                  <a16:creationId xmlns:a16="http://schemas.microsoft.com/office/drawing/2014/main" id="{EC74C576-B331-C48E-B2C7-E8CA8BAB4C49}"/>
                </a:ext>
              </a:extLst>
            </p:cNvPr>
            <p:cNvSpPr txBox="1"/>
            <p:nvPr/>
          </p:nvSpPr>
          <p:spPr>
            <a:xfrm>
              <a:off x="988487" y="6233942"/>
              <a:ext cx="6145306" cy="369332"/>
            </a:xfrm>
            <a:prstGeom prst="rect">
              <a:avLst/>
            </a:prstGeom>
            <a:noFill/>
          </p:spPr>
          <p:txBody>
            <a:bodyPr wrap="square">
              <a:spAutoFit/>
            </a:bodyPr>
            <a:lstStyle/>
            <a:p>
              <a:r>
                <a:rPr lang="zh-CN" altLang="en-US"/>
                <a:t>精兵要求：盼望。</a:t>
              </a:r>
            </a:p>
          </p:txBody>
        </p:sp>
      </p:grpSp>
    </p:spTree>
    <p:custDataLst>
      <p:tags r:id="rId1"/>
    </p:custDataLst>
    <p:extLst>
      <p:ext uri="{BB962C8B-B14F-4D97-AF65-F5344CB8AC3E}">
        <p14:creationId xmlns:p14="http://schemas.microsoft.com/office/powerpoint/2010/main" val="2632320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总结</a:t>
            </a:r>
          </a:p>
        </p:txBody>
      </p:sp>
      <p:sp>
        <p:nvSpPr>
          <p:cNvPr id="2" name="文本框 1"/>
          <p:cNvSpPr txBox="1"/>
          <p:nvPr>
            <p:custDataLst>
              <p:tags r:id="rId3"/>
            </p:custDataLst>
          </p:nvPr>
        </p:nvSpPr>
        <p:spPr>
          <a:xfrm>
            <a:off x="502024" y="1844463"/>
            <a:ext cx="12192000" cy="3612271"/>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1. </a:t>
            </a:r>
            <a:r>
              <a:rPr lang="zh-CN" altLang="en-US" sz="2400" b="1" dirty="0">
                <a:solidFill>
                  <a:srgbClr val="000000"/>
                </a:solidFill>
                <a:cs typeface="+mn-ea"/>
                <a:sym typeface="+mn-lt"/>
              </a:rPr>
              <a:t>靠主耶稣有指望。</a:t>
            </a:r>
            <a:endParaRPr lang="en-US" altLang="zh-CN" sz="2400" b="1"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2. </a:t>
            </a:r>
            <a:r>
              <a:rPr lang="zh-CN" altLang="en-US" sz="2400" dirty="0">
                <a:solidFill>
                  <a:srgbClr val="000000"/>
                </a:solidFill>
                <a:cs typeface="+mn-ea"/>
                <a:sym typeface="+mn-lt"/>
              </a:rPr>
              <a:t>为</a:t>
            </a:r>
            <a:r>
              <a:rPr lang="zh-CN" altLang="en-US" sz="2400">
                <a:solidFill>
                  <a:srgbClr val="000000"/>
                </a:solidFill>
                <a:cs typeface="+mn-ea"/>
                <a:sym typeface="+mn-lt"/>
              </a:rPr>
              <a:t>着</a:t>
            </a:r>
            <a:r>
              <a:rPr lang="zh-CN" altLang="en-US" sz="2400" dirty="0">
                <a:solidFill>
                  <a:srgbClr val="000000"/>
                </a:solidFill>
                <a:cs typeface="+mn-ea"/>
                <a:sym typeface="+mn-lt"/>
              </a:rPr>
              <a:t>基督的目标。</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3. </a:t>
            </a:r>
            <a:r>
              <a:rPr lang="zh-CN" altLang="en-US" sz="2400" b="1" dirty="0">
                <a:solidFill>
                  <a:srgbClr val="000000"/>
                </a:solidFill>
                <a:cs typeface="+mn-ea"/>
                <a:sym typeface="+mn-lt"/>
              </a:rPr>
              <a:t>同心求基督的事。</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4. </a:t>
            </a:r>
            <a:r>
              <a:rPr lang="zh-CN" altLang="en-US" sz="2400" b="1" dirty="0">
                <a:solidFill>
                  <a:srgbClr val="000000"/>
                </a:solidFill>
                <a:cs typeface="+mn-ea"/>
                <a:sym typeface="+mn-lt"/>
              </a:rPr>
              <a:t>要有明证。</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5. </a:t>
            </a:r>
            <a:r>
              <a:rPr lang="zh-CN" altLang="en-US" sz="2400" dirty="0">
                <a:solidFill>
                  <a:srgbClr val="000000"/>
                </a:solidFill>
                <a:cs typeface="+mn-ea"/>
                <a:sym typeface="+mn-lt"/>
              </a:rPr>
              <a:t>要有异象。</a:t>
            </a: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6. </a:t>
            </a:r>
            <a:r>
              <a:rPr lang="zh-CN" altLang="en-US" sz="2400" dirty="0">
                <a:solidFill>
                  <a:srgbClr val="000000"/>
                </a:solidFill>
                <a:cs typeface="+mn-ea"/>
                <a:sym typeface="+mn-lt"/>
              </a:rPr>
              <a:t>与人同劳。</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7. </a:t>
            </a:r>
            <a:r>
              <a:rPr lang="zh-CN" altLang="en-US" sz="2400" dirty="0">
                <a:solidFill>
                  <a:srgbClr val="000000"/>
                </a:solidFill>
                <a:cs typeface="+mn-ea"/>
                <a:sym typeface="+mn-lt"/>
              </a:rPr>
              <a:t>美好品格。</a:t>
            </a: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8. </a:t>
            </a:r>
            <a:r>
              <a:rPr lang="zh-CN" altLang="en-US" sz="2400" b="1" dirty="0">
                <a:solidFill>
                  <a:srgbClr val="000000"/>
                </a:solidFill>
                <a:cs typeface="+mn-ea"/>
                <a:sym typeface="+mn-lt"/>
              </a:rPr>
              <a:t>盼望。</a:t>
            </a:r>
            <a:endParaRPr lang="en-US" altLang="zh-CN" sz="2400" b="1"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242525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问题</a:t>
            </a:r>
          </a:p>
        </p:txBody>
      </p:sp>
      <p:sp>
        <p:nvSpPr>
          <p:cNvPr id="2" name="文本框 1"/>
          <p:cNvSpPr txBox="1"/>
          <p:nvPr>
            <p:custDataLst>
              <p:tags r:id="rId3"/>
            </p:custDataLst>
          </p:nvPr>
        </p:nvSpPr>
        <p:spPr>
          <a:xfrm>
            <a:off x="406231" y="2297308"/>
            <a:ext cx="11190200" cy="1613647"/>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en-US" altLang="zh-CN" sz="2800">
                <a:solidFill>
                  <a:srgbClr val="000000"/>
                </a:solidFill>
                <a:cs typeface="+mn-ea"/>
                <a:sym typeface="+mn-lt"/>
              </a:rPr>
              <a:t> 1. </a:t>
            </a:r>
            <a:r>
              <a:rPr lang="zh-CN" altLang="en-US" sz="2800">
                <a:solidFill>
                  <a:srgbClr val="000000"/>
                </a:solidFill>
                <a:cs typeface="+mn-ea"/>
                <a:sym typeface="+mn-lt"/>
              </a:rPr>
              <a:t>在你的生活，工作，学习中指望或者依靠是什么？ </a:t>
            </a:r>
            <a:endParaRPr lang="en-US" altLang="zh-CN" sz="280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800">
                <a:solidFill>
                  <a:srgbClr val="000000"/>
                </a:solidFill>
                <a:cs typeface="+mn-ea"/>
                <a:sym typeface="+mn-lt"/>
              </a:rPr>
              <a:t> 2. </a:t>
            </a:r>
            <a:r>
              <a:rPr lang="zh-CN" altLang="en-US" sz="2800">
                <a:solidFill>
                  <a:srgbClr val="000000"/>
                </a:solidFill>
                <a:cs typeface="+mn-ea"/>
                <a:sym typeface="+mn-lt"/>
              </a:rPr>
              <a:t>总结保罗差遣提摩太的主要原因是什么？</a:t>
            </a:r>
            <a:endParaRPr lang="en-US" altLang="zh-CN" sz="280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800">
                <a:solidFill>
                  <a:srgbClr val="000000"/>
                </a:solidFill>
                <a:cs typeface="+mn-ea"/>
                <a:sym typeface="+mn-lt"/>
              </a:rPr>
              <a:t> </a:t>
            </a:r>
            <a:r>
              <a:rPr lang="en-US" altLang="zh-CN" sz="2800">
                <a:solidFill>
                  <a:srgbClr val="000000"/>
                </a:solidFill>
                <a:cs typeface="+mn-ea"/>
                <a:sym typeface="+mn-lt"/>
              </a:rPr>
              <a:t>3. </a:t>
            </a:r>
            <a:r>
              <a:rPr lang="zh-CN" altLang="en-US" sz="2800">
                <a:solidFill>
                  <a:srgbClr val="000000"/>
                </a:solidFill>
                <a:cs typeface="+mn-ea"/>
                <a:sym typeface="+mn-lt"/>
              </a:rPr>
              <a:t>根据问题</a:t>
            </a:r>
            <a:r>
              <a:rPr lang="en-US" altLang="zh-CN" sz="2800">
                <a:solidFill>
                  <a:srgbClr val="000000"/>
                </a:solidFill>
                <a:cs typeface="+mn-ea"/>
                <a:sym typeface="+mn-lt"/>
              </a:rPr>
              <a:t>2</a:t>
            </a:r>
            <a:r>
              <a:rPr lang="zh-CN" altLang="en-US" sz="2800">
                <a:solidFill>
                  <a:srgbClr val="000000"/>
                </a:solidFill>
                <a:cs typeface="+mn-ea"/>
                <a:sym typeface="+mn-lt"/>
              </a:rPr>
              <a:t>的总结，你个人认为你需要在哪几个方面要有提高？</a:t>
            </a:r>
            <a:endParaRPr lang="en-US" altLang="zh-CN" sz="2800">
              <a:solidFill>
                <a:srgbClr val="000000"/>
              </a:solidFill>
              <a:cs typeface="+mn-ea"/>
              <a:sym typeface="+mn-lt"/>
            </a:endParaRPr>
          </a:p>
        </p:txBody>
      </p:sp>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34.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91730"/>
  <p:tag name="KSO_WM_FULL_TEXT_BEAUTIFY_COPY_ID" val="150995382"/>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4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TotalTime>
  <Words>2160</Words>
  <Application>Microsoft Office PowerPoint</Application>
  <PresentationFormat>宽屏</PresentationFormat>
  <Paragraphs>180</Paragraphs>
  <Slides>17</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17</vt:i4>
      </vt:variant>
    </vt:vector>
  </HeadingPairs>
  <TitlesOfParts>
    <vt:vector size="23" baseType="lpstr">
      <vt:lpstr>苹方-简</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强 李</cp:lastModifiedBy>
  <cp:revision>3</cp:revision>
  <dcterms:created xsi:type="dcterms:W3CDTF">2019-06-19T02:08:00Z</dcterms:created>
  <dcterms:modified xsi:type="dcterms:W3CDTF">2023-03-18T21:53:04Z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