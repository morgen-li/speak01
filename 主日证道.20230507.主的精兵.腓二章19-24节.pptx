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1.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2.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560" r:id="rId2"/>
    <p:sldId id="425" r:id="rId3"/>
    <p:sldId id="554" r:id="rId4"/>
    <p:sldId id="531" r:id="rId5"/>
    <p:sldId id="553" r:id="rId6"/>
    <p:sldId id="538" r:id="rId7"/>
    <p:sldId id="561" r:id="rId8"/>
    <p:sldId id="555" r:id="rId9"/>
    <p:sldId id="556" r:id="rId10"/>
    <p:sldId id="541" r:id="rId11"/>
    <p:sldId id="546" r:id="rId12"/>
    <p:sldId id="557" r:id="rId13"/>
    <p:sldId id="558" r:id="rId14"/>
    <p:sldId id="542" r:id="rId15"/>
    <p:sldId id="551" r:id="rId16"/>
    <p:sldId id="543" r:id="rId17"/>
    <p:sldId id="552"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3">
          <p15:clr>
            <a:srgbClr val="A4A3A4"/>
          </p15:clr>
        </p15:guide>
        <p15:guide id="2" pos="385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A76"/>
    <a:srgbClr val="633D06"/>
    <a:srgbClr val="FCFEFE"/>
    <a:srgbClr val="FFFFFF"/>
    <a:srgbClr val="00205D"/>
    <a:srgbClr val="C90909"/>
    <a:srgbClr val="272520"/>
    <a:srgbClr val="203E80"/>
    <a:srgbClr val="F1F1F1"/>
    <a:srgbClr val="00AB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935CA5-AC7E-4C06-84E8-D35EFB632B81}" v="10" dt="2023-05-06T22:21:16.8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996" y="96"/>
      </p:cViewPr>
      <p:guideLst>
        <p:guide orient="horz" pos="2093"/>
        <p:guide pos="38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强 李" userId="cd6c7ec7188785ae" providerId="LiveId" clId="{CF935CA5-AC7E-4C06-84E8-D35EFB632B81}"/>
    <pc:docChg chg="undo custSel modSld">
      <pc:chgData name="强 李" userId="cd6c7ec7188785ae" providerId="LiveId" clId="{CF935CA5-AC7E-4C06-84E8-D35EFB632B81}" dt="2023-05-06T22:21:47.530" v="57" actId="20577"/>
      <pc:docMkLst>
        <pc:docMk/>
      </pc:docMkLst>
      <pc:sldChg chg="modSp mod">
        <pc:chgData name="强 李" userId="cd6c7ec7188785ae" providerId="LiveId" clId="{CF935CA5-AC7E-4C06-84E8-D35EFB632B81}" dt="2023-05-06T21:56:37.088" v="32"/>
        <pc:sldMkLst>
          <pc:docMk/>
          <pc:sldMk cId="188333421" sldId="541"/>
        </pc:sldMkLst>
        <pc:spChg chg="mod">
          <ac:chgData name="强 李" userId="cd6c7ec7188785ae" providerId="LiveId" clId="{CF935CA5-AC7E-4C06-84E8-D35EFB632B81}" dt="2023-05-06T21:56:37.088" v="32"/>
          <ac:spMkLst>
            <pc:docMk/>
            <pc:sldMk cId="188333421" sldId="541"/>
            <ac:spMk id="2" creationId="{00000000-0000-0000-0000-000000000000}"/>
          </ac:spMkLst>
        </pc:spChg>
      </pc:sldChg>
      <pc:sldChg chg="modSp mod">
        <pc:chgData name="强 李" userId="cd6c7ec7188785ae" providerId="LiveId" clId="{CF935CA5-AC7E-4C06-84E8-D35EFB632B81}" dt="2023-05-06T22:21:47.530" v="57" actId="20577"/>
        <pc:sldMkLst>
          <pc:docMk/>
          <pc:sldMk cId="1236072088" sldId="546"/>
        </pc:sldMkLst>
        <pc:spChg chg="mod">
          <ac:chgData name="强 李" userId="cd6c7ec7188785ae" providerId="LiveId" clId="{CF935CA5-AC7E-4C06-84E8-D35EFB632B81}" dt="2023-05-06T22:21:47.530" v="57" actId="20577"/>
          <ac:spMkLst>
            <pc:docMk/>
            <pc:sldMk cId="1236072088" sldId="546"/>
            <ac:spMk id="2" creationId="{00000000-0000-0000-0000-000000000000}"/>
          </ac:spMkLst>
        </pc:spChg>
      </pc:sldChg>
      <pc:sldChg chg="modSp mod">
        <pc:chgData name="强 李" userId="cd6c7ec7188785ae" providerId="LiveId" clId="{CF935CA5-AC7E-4C06-84E8-D35EFB632B81}" dt="2023-05-06T20:50:44.492" v="22" actId="113"/>
        <pc:sldMkLst>
          <pc:docMk/>
          <pc:sldMk cId="530530540" sldId="553"/>
        </pc:sldMkLst>
        <pc:spChg chg="mod">
          <ac:chgData name="强 李" userId="cd6c7ec7188785ae" providerId="LiveId" clId="{CF935CA5-AC7E-4C06-84E8-D35EFB632B81}" dt="2023-05-06T20:50:44.492" v="22" actId="113"/>
          <ac:spMkLst>
            <pc:docMk/>
            <pc:sldMk cId="530530540" sldId="553"/>
            <ac:spMk id="2" creationId="{00000000-0000-0000-0000-000000000000}"/>
          </ac:spMkLst>
        </pc:spChg>
      </pc:sldChg>
      <pc:sldChg chg="modSp">
        <pc:chgData name="强 李" userId="cd6c7ec7188785ae" providerId="LiveId" clId="{CF935CA5-AC7E-4C06-84E8-D35EFB632B81}" dt="2023-05-06T20:46:53.362" v="1"/>
        <pc:sldMkLst>
          <pc:docMk/>
          <pc:sldMk cId="3418790839" sldId="554"/>
        </pc:sldMkLst>
        <pc:graphicFrameChg chg="mod">
          <ac:chgData name="强 李" userId="cd6c7ec7188785ae" providerId="LiveId" clId="{CF935CA5-AC7E-4C06-84E8-D35EFB632B81}" dt="2023-05-06T20:46:53.362" v="1"/>
          <ac:graphicFrameMkLst>
            <pc:docMk/>
            <pc:sldMk cId="3418790839" sldId="554"/>
            <ac:graphicFrameMk id="3" creationId="{834FEE26-B6D8-F604-DE97-236834A9A579}"/>
          </ac:graphicFrameMkLst>
        </pc:graphicFrameChg>
      </pc:sldChg>
      <pc:sldChg chg="modSp mod">
        <pc:chgData name="强 李" userId="cd6c7ec7188785ae" providerId="LiveId" clId="{CF935CA5-AC7E-4C06-84E8-D35EFB632B81}" dt="2023-05-06T21:07:00.005" v="26" actId="108"/>
        <pc:sldMkLst>
          <pc:docMk/>
          <pc:sldMk cId="3692116085" sldId="555"/>
        </pc:sldMkLst>
        <pc:spChg chg="mod">
          <ac:chgData name="强 李" userId="cd6c7ec7188785ae" providerId="LiveId" clId="{CF935CA5-AC7E-4C06-84E8-D35EFB632B81}" dt="2023-05-06T21:07:00.005" v="26" actId="108"/>
          <ac:spMkLst>
            <pc:docMk/>
            <pc:sldMk cId="3692116085" sldId="555"/>
            <ac:spMk id="2" creationId="{00000000-0000-0000-0000-000000000000}"/>
          </ac:spMkLst>
        </pc:spChg>
      </pc:sldChg>
      <pc:sldChg chg="modSp mod">
        <pc:chgData name="强 李" userId="cd6c7ec7188785ae" providerId="LiveId" clId="{CF935CA5-AC7E-4C06-84E8-D35EFB632B81}" dt="2023-05-06T21:06:51.223" v="25" actId="108"/>
        <pc:sldMkLst>
          <pc:docMk/>
          <pc:sldMk cId="158457568" sldId="561"/>
        </pc:sldMkLst>
        <pc:spChg chg="mod">
          <ac:chgData name="强 李" userId="cd6c7ec7188785ae" providerId="LiveId" clId="{CF935CA5-AC7E-4C06-84E8-D35EFB632B81}" dt="2023-05-06T21:06:51.223" v="25" actId="108"/>
          <ac:spMkLst>
            <pc:docMk/>
            <pc:sldMk cId="158457568" sldId="561"/>
            <ac:spMk id="2" creationId="{00000000-0000-0000-0000-000000000000}"/>
          </ac:spMkLst>
        </pc:spChg>
      </pc:sldChg>
    </pc:docChg>
  </pc:docChgLst>
  <pc:docChgLst>
    <pc:chgData name="强 李" userId="cd6c7ec7188785ae" providerId="LiveId" clId="{B66338D9-4727-4FA1-A32F-D75940F3AAAB}"/>
    <pc:docChg chg="modSld">
      <pc:chgData name="强 李" userId="cd6c7ec7188785ae" providerId="LiveId" clId="{B66338D9-4727-4FA1-A32F-D75940F3AAAB}" dt="2023-04-15T21:56:53.423" v="1" actId="108"/>
      <pc:docMkLst>
        <pc:docMk/>
      </pc:docMkLst>
      <pc:sldChg chg="modSp">
        <pc:chgData name="强 李" userId="cd6c7ec7188785ae" providerId="LiveId" clId="{B66338D9-4727-4FA1-A32F-D75940F3AAAB}" dt="2023-04-15T21:56:53.423" v="1" actId="108"/>
        <pc:sldMkLst>
          <pc:docMk/>
          <pc:sldMk cId="0" sldId="425"/>
        </pc:sldMkLst>
        <pc:graphicFrameChg chg="mod">
          <ac:chgData name="强 李" userId="cd6c7ec7188785ae" providerId="LiveId" clId="{B66338D9-4727-4FA1-A32F-D75940F3AAAB}" dt="2023-04-15T21:56:53.423" v="1" actId="108"/>
          <ac:graphicFrameMkLst>
            <pc:docMk/>
            <pc:sldMk cId="0" sldId="425"/>
            <ac:graphicFrameMk id="5" creationId="{6AB369E9-7320-DE30-3AFD-31DAAE20458E}"/>
          </ac:graphicFrameMkLst>
        </pc:graphicFrameChg>
      </pc:sldChg>
    </pc:docChg>
  </pc:docChgLst>
  <pc:docChgLst>
    <pc:chgData name="强 李" userId="cd6c7ec7188785ae" providerId="LiveId" clId="{662C0930-B515-4910-93A9-1A499EB77362}"/>
    <pc:docChg chg="undo custSel addSld delSld modSld sldOrd">
      <pc:chgData name="强 李" userId="cd6c7ec7188785ae" providerId="LiveId" clId="{662C0930-B515-4910-93A9-1A499EB77362}" dt="2023-03-11T22:12:46.885" v="1858"/>
      <pc:docMkLst>
        <pc:docMk/>
      </pc:docMkLst>
      <pc:sldChg chg="addSp modSp add del mod ord setBg">
        <pc:chgData name="强 李" userId="cd6c7ec7188785ae" providerId="LiveId" clId="{662C0930-B515-4910-93A9-1A499EB77362}" dt="2023-03-11T08:18:47.370" v="1410" actId="47"/>
        <pc:sldMkLst>
          <pc:docMk/>
          <pc:sldMk cId="0" sldId="413"/>
        </pc:sldMkLst>
        <pc:spChg chg="mod">
          <ac:chgData name="强 李" userId="cd6c7ec7188785ae" providerId="LiveId" clId="{662C0930-B515-4910-93A9-1A499EB77362}" dt="2023-03-11T06:10:20.383" v="4" actId="20577"/>
          <ac:spMkLst>
            <pc:docMk/>
            <pc:sldMk cId="0" sldId="413"/>
            <ac:spMk id="4" creationId="{00000000-0000-0000-0000-000000000000}"/>
          </ac:spMkLst>
        </pc:spChg>
        <pc:spChg chg="mod">
          <ac:chgData name="强 李" userId="cd6c7ec7188785ae" providerId="LiveId" clId="{662C0930-B515-4910-93A9-1A499EB77362}" dt="2023-03-11T06:10:17.866" v="3" actId="20577"/>
          <ac:spMkLst>
            <pc:docMk/>
            <pc:sldMk cId="0" sldId="413"/>
            <ac:spMk id="5" creationId="{00000000-0000-0000-0000-000000000000}"/>
          </ac:spMkLst>
        </pc:spChg>
        <pc:picChg chg="add mod">
          <ac:chgData name="强 李" userId="cd6c7ec7188785ae" providerId="LiveId" clId="{662C0930-B515-4910-93A9-1A499EB77362}" dt="2023-03-11T08:18:32.802" v="1408" actId="14100"/>
          <ac:picMkLst>
            <pc:docMk/>
            <pc:sldMk cId="0" sldId="413"/>
            <ac:picMk id="2" creationId="{1CBC46B4-7D80-E329-B1AD-FDFD099568D7}"/>
          </ac:picMkLst>
        </pc:picChg>
      </pc:sldChg>
      <pc:sldChg chg="addSp delSp modSp mod setBg setClrOvrMap">
        <pc:chgData name="强 李" userId="cd6c7ec7188785ae" providerId="LiveId" clId="{662C0930-B515-4910-93A9-1A499EB77362}" dt="2023-03-11T06:46:01.552" v="402" actId="207"/>
        <pc:sldMkLst>
          <pc:docMk/>
          <pc:sldMk cId="0" sldId="425"/>
        </pc:sldMkLst>
        <pc:spChg chg="add del mod">
          <ac:chgData name="强 李" userId="cd6c7ec7188785ae" providerId="LiveId" clId="{662C0930-B515-4910-93A9-1A499EB77362}" dt="2023-03-11T06:44:56.780" v="395" actId="478"/>
          <ac:spMkLst>
            <pc:docMk/>
            <pc:sldMk cId="0" sldId="425"/>
            <ac:spMk id="2" creationId="{4D5453E4-D45B-90DA-6F57-3AA9982CAEA4}"/>
          </ac:spMkLst>
        </pc:spChg>
        <pc:spChg chg="mod">
          <ac:chgData name="强 李" userId="cd6c7ec7188785ae" providerId="LiveId" clId="{662C0930-B515-4910-93A9-1A499EB77362}" dt="2023-03-11T06:16:29.234" v="41" actId="26606"/>
          <ac:spMkLst>
            <pc:docMk/>
            <pc:sldMk cId="0" sldId="425"/>
            <ac:spMk id="18" creationId="{00000000-0000-0000-0000-000000000000}"/>
          </ac:spMkLst>
        </pc:spChg>
        <pc:spChg chg="add del">
          <ac:chgData name="强 李" userId="cd6c7ec7188785ae" providerId="LiveId" clId="{662C0930-B515-4910-93A9-1A499EB77362}" dt="2023-03-11T06:16:28.034" v="36" actId="26606"/>
          <ac:spMkLst>
            <pc:docMk/>
            <pc:sldMk cId="0" sldId="425"/>
            <ac:spMk id="21" creationId="{F3060C83-F051-4F0E-ABAD-AA0DFC48B218}"/>
          </ac:spMkLst>
        </pc:spChg>
        <pc:spChg chg="add del">
          <ac:chgData name="强 李" userId="cd6c7ec7188785ae" providerId="LiveId" clId="{662C0930-B515-4910-93A9-1A499EB77362}" dt="2023-03-11T06:16:28.034" v="36" actId="26606"/>
          <ac:spMkLst>
            <pc:docMk/>
            <pc:sldMk cId="0" sldId="425"/>
            <ac:spMk id="22" creationId="{83C98ABE-055B-441F-B07E-44F97F083C39}"/>
          </ac:spMkLst>
        </pc:spChg>
        <pc:spChg chg="add del">
          <ac:chgData name="强 李" userId="cd6c7ec7188785ae" providerId="LiveId" clId="{662C0930-B515-4910-93A9-1A499EB77362}" dt="2023-03-11T06:15:56.029" v="16" actId="26606"/>
          <ac:spMkLst>
            <pc:docMk/>
            <pc:sldMk cId="0" sldId="425"/>
            <ac:spMk id="23" creationId="{42285737-90EE-47DC-AC80-8AE156B11969}"/>
          </ac:spMkLst>
        </pc:spChg>
        <pc:spChg chg="add del">
          <ac:chgData name="强 李" userId="cd6c7ec7188785ae" providerId="LiveId" clId="{662C0930-B515-4910-93A9-1A499EB77362}" dt="2023-03-11T06:16:02.201" v="20" actId="26606"/>
          <ac:spMkLst>
            <pc:docMk/>
            <pc:sldMk cId="0" sldId="425"/>
            <ac:spMk id="24" creationId="{9228552E-C8B1-4A80-8448-0787CE0FC704}"/>
          </ac:spMkLst>
        </pc:spChg>
        <pc:spChg chg="add del">
          <ac:chgData name="强 李" userId="cd6c7ec7188785ae" providerId="LiveId" clId="{662C0930-B515-4910-93A9-1A499EB77362}" dt="2023-03-11T06:16:03.785" v="22" actId="26606"/>
          <ac:spMkLst>
            <pc:docMk/>
            <pc:sldMk cId="0" sldId="425"/>
            <ac:spMk id="26" creationId="{35DB3719-6FDC-4E5D-891D-FF40B7300F64}"/>
          </ac:spMkLst>
        </pc:spChg>
        <pc:spChg chg="add del">
          <ac:chgData name="强 李" userId="cd6c7ec7188785ae" providerId="LiveId" clId="{662C0930-B515-4910-93A9-1A499EB77362}" dt="2023-03-11T06:15:58.222" v="18" actId="26606"/>
          <ac:spMkLst>
            <pc:docMk/>
            <pc:sldMk cId="0" sldId="425"/>
            <ac:spMk id="27" creationId="{AAD0DBB9-1A4B-4391-81D4-CB19F9AB918A}"/>
          </ac:spMkLst>
        </pc:spChg>
        <pc:spChg chg="add del">
          <ac:chgData name="强 李" userId="cd6c7ec7188785ae" providerId="LiveId" clId="{662C0930-B515-4910-93A9-1A499EB77362}" dt="2023-03-11T06:16:03.785" v="22" actId="26606"/>
          <ac:spMkLst>
            <pc:docMk/>
            <pc:sldMk cId="0" sldId="425"/>
            <ac:spMk id="28" creationId="{E0CBAC23-2E3F-4A90-BA59-F8299F6A5439}"/>
          </ac:spMkLst>
        </pc:spChg>
        <pc:spChg chg="add del">
          <ac:chgData name="强 李" userId="cd6c7ec7188785ae" providerId="LiveId" clId="{662C0930-B515-4910-93A9-1A499EB77362}" dt="2023-03-11T06:15:58.222" v="18" actId="26606"/>
          <ac:spMkLst>
            <pc:docMk/>
            <pc:sldMk cId="0" sldId="425"/>
            <ac:spMk id="29" creationId="{063BBA22-50EA-4C4D-BE05-F1CE4E63AA56}"/>
          </ac:spMkLst>
        </pc:spChg>
        <pc:spChg chg="add del">
          <ac:chgData name="强 李" userId="cd6c7ec7188785ae" providerId="LiveId" clId="{662C0930-B515-4910-93A9-1A499EB77362}" dt="2023-03-11T06:16:10.235" v="24" actId="26606"/>
          <ac:spMkLst>
            <pc:docMk/>
            <pc:sldMk cId="0" sldId="425"/>
            <ac:spMk id="30" creationId="{9DBC8166-481C-4473-95F5-9A5B9073B7F1}"/>
          </ac:spMkLst>
        </pc:spChg>
        <pc:spChg chg="add del">
          <ac:chgData name="强 李" userId="cd6c7ec7188785ae" providerId="LiveId" clId="{662C0930-B515-4910-93A9-1A499EB77362}" dt="2023-03-11T06:16:10.235" v="24" actId="26606"/>
          <ac:spMkLst>
            <pc:docMk/>
            <pc:sldMk cId="0" sldId="425"/>
            <ac:spMk id="31" creationId="{A5A5CE6E-90AF-4D43-A014-1F9EC83EB93D}"/>
          </ac:spMkLst>
        </pc:spChg>
        <pc:spChg chg="add del">
          <ac:chgData name="强 李" userId="cd6c7ec7188785ae" providerId="LiveId" clId="{662C0930-B515-4910-93A9-1A499EB77362}" dt="2023-03-11T06:16:28.034" v="36" actId="26606"/>
          <ac:spMkLst>
            <pc:docMk/>
            <pc:sldMk cId="0" sldId="425"/>
            <ac:spMk id="32" creationId="{29FDB030-9B49-4CED-8CCD-4D99382388AC}"/>
          </ac:spMkLst>
        </pc:spChg>
        <pc:spChg chg="add del">
          <ac:chgData name="强 李" userId="cd6c7ec7188785ae" providerId="LiveId" clId="{662C0930-B515-4910-93A9-1A499EB77362}" dt="2023-03-11T06:15:58.222" v="18" actId="26606"/>
          <ac:spMkLst>
            <pc:docMk/>
            <pc:sldMk cId="0" sldId="425"/>
            <ac:spMk id="33" creationId="{BACC6370-2D7E-4714-9D71-7542949D7D5D}"/>
          </ac:spMkLst>
        </pc:spChg>
        <pc:spChg chg="add del">
          <ac:chgData name="强 李" userId="cd6c7ec7188785ae" providerId="LiveId" clId="{662C0930-B515-4910-93A9-1A499EB77362}" dt="2023-03-11T06:15:58.222" v="18" actId="26606"/>
          <ac:spMkLst>
            <pc:docMk/>
            <pc:sldMk cId="0" sldId="425"/>
            <ac:spMk id="34" creationId="{F68B3F68-107C-434F-AA38-110D5EA91B85}"/>
          </ac:spMkLst>
        </pc:spChg>
        <pc:spChg chg="add del">
          <ac:chgData name="强 李" userId="cd6c7ec7188785ae" providerId="LiveId" clId="{662C0930-B515-4910-93A9-1A499EB77362}" dt="2023-03-11T06:16:28.034" v="36" actId="26606"/>
          <ac:spMkLst>
            <pc:docMk/>
            <pc:sldMk cId="0" sldId="425"/>
            <ac:spMk id="35" creationId="{3ECA69A1-7536-43AC-85EF-C7106179F5ED}"/>
          </ac:spMkLst>
        </pc:spChg>
        <pc:spChg chg="add del">
          <ac:chgData name="强 李" userId="cd6c7ec7188785ae" providerId="LiveId" clId="{662C0930-B515-4910-93A9-1A499EB77362}" dt="2023-03-11T06:16:28.034" v="36" actId="26606"/>
          <ac:spMkLst>
            <pc:docMk/>
            <pc:sldMk cId="0" sldId="425"/>
            <ac:spMk id="36" creationId="{3783CA14-24A1-485C-8B30-D6A5D87987AD}"/>
          </ac:spMkLst>
        </pc:spChg>
        <pc:spChg chg="add del">
          <ac:chgData name="强 李" userId="cd6c7ec7188785ae" providerId="LiveId" clId="{662C0930-B515-4910-93A9-1A499EB77362}" dt="2023-03-11T06:16:28.034" v="36" actId="26606"/>
          <ac:spMkLst>
            <pc:docMk/>
            <pc:sldMk cId="0" sldId="425"/>
            <ac:spMk id="37" creationId="{9A97C86A-04D6-40F7-AE84-31AB43E6A846}"/>
          </ac:spMkLst>
        </pc:spChg>
        <pc:spChg chg="add del">
          <ac:chgData name="强 李" userId="cd6c7ec7188785ae" providerId="LiveId" clId="{662C0930-B515-4910-93A9-1A499EB77362}" dt="2023-03-11T06:16:28.034" v="36" actId="26606"/>
          <ac:spMkLst>
            <pc:docMk/>
            <pc:sldMk cId="0" sldId="425"/>
            <ac:spMk id="38" creationId="{FF9F2414-84E8-453E-B1F3-389FDE8192D9}"/>
          </ac:spMkLst>
        </pc:spChg>
        <pc:spChg chg="add del">
          <ac:chgData name="强 李" userId="cd6c7ec7188785ae" providerId="LiveId" clId="{662C0930-B515-4910-93A9-1A499EB77362}" dt="2023-03-11T06:16:29.232" v="40" actId="26606"/>
          <ac:spMkLst>
            <pc:docMk/>
            <pc:sldMk cId="0" sldId="425"/>
            <ac:spMk id="39" creationId="{F3060C83-F051-4F0E-ABAD-AA0DFC48B218}"/>
          </ac:spMkLst>
        </pc:spChg>
        <pc:spChg chg="add del">
          <ac:chgData name="强 李" userId="cd6c7ec7188785ae" providerId="LiveId" clId="{662C0930-B515-4910-93A9-1A499EB77362}" dt="2023-03-11T06:16:29.232" v="40" actId="26606"/>
          <ac:spMkLst>
            <pc:docMk/>
            <pc:sldMk cId="0" sldId="425"/>
            <ac:spMk id="40" creationId="{83C98ABE-055B-441F-B07E-44F97F083C39}"/>
          </ac:spMkLst>
        </pc:spChg>
        <pc:spChg chg="add del">
          <ac:chgData name="强 李" userId="cd6c7ec7188785ae" providerId="LiveId" clId="{662C0930-B515-4910-93A9-1A499EB77362}" dt="2023-03-11T06:16:29.232" v="40" actId="26606"/>
          <ac:spMkLst>
            <pc:docMk/>
            <pc:sldMk cId="0" sldId="425"/>
            <ac:spMk id="41" creationId="{29FDB030-9B49-4CED-8CCD-4D99382388AC}"/>
          </ac:spMkLst>
        </pc:spChg>
        <pc:spChg chg="add del">
          <ac:chgData name="强 李" userId="cd6c7ec7188785ae" providerId="LiveId" clId="{662C0930-B515-4910-93A9-1A499EB77362}" dt="2023-03-11T06:16:29.232" v="40" actId="26606"/>
          <ac:spMkLst>
            <pc:docMk/>
            <pc:sldMk cId="0" sldId="425"/>
            <ac:spMk id="42" creationId="{3783CA14-24A1-485C-8B30-D6A5D87987AD}"/>
          </ac:spMkLst>
        </pc:spChg>
        <pc:spChg chg="add del">
          <ac:chgData name="强 李" userId="cd6c7ec7188785ae" providerId="LiveId" clId="{662C0930-B515-4910-93A9-1A499EB77362}" dt="2023-03-11T06:16:29.232" v="40" actId="26606"/>
          <ac:spMkLst>
            <pc:docMk/>
            <pc:sldMk cId="0" sldId="425"/>
            <ac:spMk id="43" creationId="{9A97C86A-04D6-40F7-AE84-31AB43E6A846}"/>
          </ac:spMkLst>
        </pc:spChg>
        <pc:spChg chg="add del">
          <ac:chgData name="强 李" userId="cd6c7ec7188785ae" providerId="LiveId" clId="{662C0930-B515-4910-93A9-1A499EB77362}" dt="2023-03-11T06:16:29.232" v="40" actId="26606"/>
          <ac:spMkLst>
            <pc:docMk/>
            <pc:sldMk cId="0" sldId="425"/>
            <ac:spMk id="44" creationId="{FF9F2414-84E8-453E-B1F3-389FDE8192D9}"/>
          </ac:spMkLst>
        </pc:spChg>
        <pc:spChg chg="add del">
          <ac:chgData name="强 李" userId="cd6c7ec7188785ae" providerId="LiveId" clId="{662C0930-B515-4910-93A9-1A499EB77362}" dt="2023-03-11T06:16:29.232" v="40" actId="26606"/>
          <ac:spMkLst>
            <pc:docMk/>
            <pc:sldMk cId="0" sldId="425"/>
            <ac:spMk id="45" creationId="{3ECA69A1-7536-43AC-85EF-C7106179F5ED}"/>
          </ac:spMkLst>
        </pc:spChg>
        <pc:grpChg chg="add del">
          <ac:chgData name="强 李" userId="cd6c7ec7188785ae" providerId="LiveId" clId="{662C0930-B515-4910-93A9-1A499EB77362}" dt="2023-03-11T06:15:56.029" v="16" actId="26606"/>
          <ac:grpSpMkLst>
            <pc:docMk/>
            <pc:sldMk cId="0" sldId="425"/>
            <ac:grpSpMk id="25" creationId="{B57BDC17-F1B3-455F-BBF1-680AA1F25C06}"/>
          </ac:grpSpMkLst>
        </pc:grpChg>
        <pc:graphicFrameChg chg="mod modGraphic">
          <ac:chgData name="强 李" userId="cd6c7ec7188785ae" providerId="LiveId" clId="{662C0930-B515-4910-93A9-1A499EB77362}" dt="2023-03-11T06:46:01.552" v="402" actId="207"/>
          <ac:graphicFrameMkLst>
            <pc:docMk/>
            <pc:sldMk cId="0" sldId="425"/>
            <ac:graphicFrameMk id="5" creationId="{6AB369E9-7320-DE30-3AFD-31DAAE20458E}"/>
          </ac:graphicFrameMkLst>
        </pc:graphicFrameChg>
        <pc:picChg chg="add del">
          <ac:chgData name="强 李" userId="cd6c7ec7188785ae" providerId="LiveId" clId="{662C0930-B515-4910-93A9-1A499EB77362}" dt="2023-03-11T06:16:02.201" v="20" actId="26606"/>
          <ac:picMkLst>
            <pc:docMk/>
            <pc:sldMk cId="0" sldId="425"/>
            <ac:picMk id="20" creationId="{A6CA3DDE-1E9B-4539-F00E-B29E88290649}"/>
          </ac:picMkLst>
        </pc:picChg>
      </pc:sldChg>
      <pc:sldChg chg="delSp modSp mod">
        <pc:chgData name="强 李" userId="cd6c7ec7188785ae" providerId="LiveId" clId="{662C0930-B515-4910-93A9-1A499EB77362}" dt="2023-03-11T21:04:17.670" v="1464"/>
        <pc:sldMkLst>
          <pc:docMk/>
          <pc:sldMk cId="54695671" sldId="531"/>
        </pc:sldMkLst>
        <pc:spChg chg="mod">
          <ac:chgData name="强 李" userId="cd6c7ec7188785ae" providerId="LiveId" clId="{662C0930-B515-4910-93A9-1A499EB77362}" dt="2023-03-11T21:04:17.670" v="1464"/>
          <ac:spMkLst>
            <pc:docMk/>
            <pc:sldMk cId="54695671" sldId="531"/>
            <ac:spMk id="2" creationId="{00000000-0000-0000-0000-000000000000}"/>
          </ac:spMkLst>
        </pc:spChg>
        <pc:spChg chg="mod">
          <ac:chgData name="强 李" userId="cd6c7ec7188785ae" providerId="LiveId" clId="{662C0930-B515-4910-93A9-1A499EB77362}" dt="2023-03-11T06:27:12.221" v="84"/>
          <ac:spMkLst>
            <pc:docMk/>
            <pc:sldMk cId="54695671" sldId="531"/>
            <ac:spMk id="18" creationId="{00000000-0000-0000-0000-000000000000}"/>
          </ac:spMkLst>
        </pc:spChg>
        <pc:grpChg chg="del">
          <ac:chgData name="强 李" userId="cd6c7ec7188785ae" providerId="LiveId" clId="{662C0930-B515-4910-93A9-1A499EB77362}" dt="2023-03-11T06:34:20.452" v="247" actId="478"/>
          <ac:grpSpMkLst>
            <pc:docMk/>
            <pc:sldMk cId="54695671" sldId="531"/>
            <ac:grpSpMk id="5" creationId="{66B526DA-78B5-EF99-F66F-28E8DE868CF9}"/>
          </ac:grpSpMkLst>
        </pc:grpChg>
      </pc:sldChg>
      <pc:sldChg chg="addSp delSp modSp mod setBg">
        <pc:chgData name="强 李" userId="cd6c7ec7188785ae" providerId="LiveId" clId="{662C0930-B515-4910-93A9-1A499EB77362}" dt="2023-03-11T21:23:37.300" v="1494" actId="1076"/>
        <pc:sldMkLst>
          <pc:docMk/>
          <pc:sldMk cId="3813767857" sldId="538"/>
        </pc:sldMkLst>
        <pc:spChg chg="mod">
          <ac:chgData name="强 李" userId="cd6c7ec7188785ae" providerId="LiveId" clId="{662C0930-B515-4910-93A9-1A499EB77362}" dt="2023-03-11T21:13:06.080" v="1482" actId="26606"/>
          <ac:spMkLst>
            <pc:docMk/>
            <pc:sldMk cId="3813767857" sldId="538"/>
            <ac:spMk id="5" creationId="{00000000-0000-0000-0000-000000000000}"/>
          </ac:spMkLst>
        </pc:spChg>
        <pc:spChg chg="ord">
          <ac:chgData name="强 李" userId="cd6c7ec7188785ae" providerId="LiveId" clId="{662C0930-B515-4910-93A9-1A499EB77362}" dt="2023-03-11T21:13:06.080" v="1482" actId="26606"/>
          <ac:spMkLst>
            <pc:docMk/>
            <pc:sldMk cId="3813767857" sldId="538"/>
            <ac:spMk id="7" creationId="{00000000-0000-0000-0000-000000000000}"/>
          </ac:spMkLst>
        </pc:spChg>
        <pc:spChg chg="add del">
          <ac:chgData name="强 李" userId="cd6c7ec7188785ae" providerId="LiveId" clId="{662C0930-B515-4910-93A9-1A499EB77362}" dt="2023-03-11T21:12:54.660" v="1474" actId="26606"/>
          <ac:spMkLst>
            <pc:docMk/>
            <pc:sldMk cId="3813767857" sldId="538"/>
            <ac:spMk id="17" creationId="{6753252F-4873-4F63-801D-CC719279A7D5}"/>
          </ac:spMkLst>
        </pc:spChg>
        <pc:spChg chg="add del">
          <ac:chgData name="强 李" userId="cd6c7ec7188785ae" providerId="LiveId" clId="{662C0930-B515-4910-93A9-1A499EB77362}" dt="2023-03-11T21:12:54.660" v="1474" actId="26606"/>
          <ac:spMkLst>
            <pc:docMk/>
            <pc:sldMk cId="3813767857" sldId="538"/>
            <ac:spMk id="19" creationId="{047C8CCB-F95D-4249-92DD-651249D3535A}"/>
          </ac:spMkLst>
        </pc:spChg>
        <pc:spChg chg="add del">
          <ac:chgData name="强 李" userId="cd6c7ec7188785ae" providerId="LiveId" clId="{662C0930-B515-4910-93A9-1A499EB77362}" dt="2023-03-11T21:13:01.608" v="1480" actId="26606"/>
          <ac:spMkLst>
            <pc:docMk/>
            <pc:sldMk cId="3813767857" sldId="538"/>
            <ac:spMk id="20" creationId="{D4771268-CB57-404A-9271-370EB28F6090}"/>
          </ac:spMkLst>
        </pc:spChg>
        <pc:spChg chg="add del">
          <ac:chgData name="强 李" userId="cd6c7ec7188785ae" providerId="LiveId" clId="{662C0930-B515-4910-93A9-1A499EB77362}" dt="2023-03-11T21:12:56.105" v="1476" actId="26606"/>
          <ac:spMkLst>
            <pc:docMk/>
            <pc:sldMk cId="3813767857" sldId="538"/>
            <ac:spMk id="21" creationId="{D12DDE76-C203-4047-9998-63900085B5E8}"/>
          </ac:spMkLst>
        </pc:spChg>
        <pc:spChg chg="add del">
          <ac:chgData name="强 李" userId="cd6c7ec7188785ae" providerId="LiveId" clId="{662C0930-B515-4910-93A9-1A499EB77362}" dt="2023-03-11T21:13:06.080" v="1482" actId="26606"/>
          <ac:spMkLst>
            <pc:docMk/>
            <pc:sldMk cId="3813767857" sldId="538"/>
            <ac:spMk id="22" creationId="{665DBBEF-238B-476B-96AB-8AAC3224ECEA}"/>
          </ac:spMkLst>
        </pc:spChg>
        <pc:spChg chg="add del">
          <ac:chgData name="强 李" userId="cd6c7ec7188785ae" providerId="LiveId" clId="{662C0930-B515-4910-93A9-1A499EB77362}" dt="2023-03-11T21:13:06.080" v="1482" actId="26606"/>
          <ac:spMkLst>
            <pc:docMk/>
            <pc:sldMk cId="3813767857" sldId="538"/>
            <ac:spMk id="23" creationId="{3FCFB1DE-0B7E-48CC-BA90-B2AB0889F9D6}"/>
          </ac:spMkLst>
        </pc:spChg>
        <pc:picChg chg="add del mod">
          <ac:chgData name="强 李" userId="cd6c7ec7188785ae" providerId="LiveId" clId="{662C0930-B515-4910-93A9-1A499EB77362}" dt="2023-03-11T21:23:33.938" v="1493" actId="478"/>
          <ac:picMkLst>
            <pc:docMk/>
            <pc:sldMk cId="3813767857" sldId="538"/>
            <ac:picMk id="3" creationId="{877DAC93-31F9-D8DC-2138-FF06CC7B4922}"/>
          </ac:picMkLst>
        </pc:picChg>
        <pc:picChg chg="add del mod">
          <ac:chgData name="强 李" userId="cd6c7ec7188785ae" providerId="LiveId" clId="{662C0930-B515-4910-93A9-1A499EB77362}" dt="2023-03-11T06:21:34.653" v="55" actId="478"/>
          <ac:picMkLst>
            <pc:docMk/>
            <pc:sldMk cId="3813767857" sldId="538"/>
            <ac:picMk id="3" creationId="{DAE608FA-1FF2-061B-BF61-D12B4953FA25}"/>
          </ac:picMkLst>
        </pc:picChg>
        <pc:picChg chg="add mod">
          <ac:chgData name="强 李" userId="cd6c7ec7188785ae" providerId="LiveId" clId="{662C0930-B515-4910-93A9-1A499EB77362}" dt="2023-03-11T21:23:37.300" v="1494" actId="1076"/>
          <ac:picMkLst>
            <pc:docMk/>
            <pc:sldMk cId="3813767857" sldId="538"/>
            <ac:picMk id="6" creationId="{081A24BA-7881-FC8E-B899-CACD3C0C8414}"/>
          </ac:picMkLst>
        </pc:picChg>
        <pc:picChg chg="add del mod">
          <ac:chgData name="强 李" userId="cd6c7ec7188785ae" providerId="LiveId" clId="{662C0930-B515-4910-93A9-1A499EB77362}" dt="2023-03-11T06:21:58.529" v="59" actId="478"/>
          <ac:picMkLst>
            <pc:docMk/>
            <pc:sldMk cId="3813767857" sldId="538"/>
            <ac:picMk id="6" creationId="{ABF06EAE-B543-58AD-ED11-5B08AC0C283C}"/>
          </ac:picMkLst>
        </pc:picChg>
        <pc:picChg chg="add del">
          <ac:chgData name="强 李" userId="cd6c7ec7188785ae" providerId="LiveId" clId="{662C0930-B515-4910-93A9-1A499EB77362}" dt="2023-03-11T06:22:03.490" v="62" actId="478"/>
          <ac:picMkLst>
            <pc:docMk/>
            <pc:sldMk cId="3813767857" sldId="538"/>
            <ac:picMk id="9" creationId="{C6323978-F3A5-FE19-AD29-B0149918A7F2}"/>
          </ac:picMkLst>
        </pc:picChg>
        <pc:picChg chg="add del">
          <ac:chgData name="强 李" userId="cd6c7ec7188785ae" providerId="LiveId" clId="{662C0930-B515-4910-93A9-1A499EB77362}" dt="2023-03-11T06:22:02.165" v="61" actId="478"/>
          <ac:picMkLst>
            <pc:docMk/>
            <pc:sldMk cId="3813767857" sldId="538"/>
            <ac:picMk id="11" creationId="{EEEF987B-B847-2967-566F-64E0010EE3AA}"/>
          </ac:picMkLst>
        </pc:picChg>
        <pc:picChg chg="add del mod">
          <ac:chgData name="强 李" userId="cd6c7ec7188785ae" providerId="LiveId" clId="{662C0930-B515-4910-93A9-1A499EB77362}" dt="2023-03-11T06:22:31.211" v="66" actId="478"/>
          <ac:picMkLst>
            <pc:docMk/>
            <pc:sldMk cId="3813767857" sldId="538"/>
            <ac:picMk id="13" creationId="{6A9E429C-2035-0197-B924-60FD3DBFC912}"/>
          </ac:picMkLst>
        </pc:picChg>
        <pc:picChg chg="add del">
          <ac:chgData name="强 李" userId="cd6c7ec7188785ae" providerId="LiveId" clId="{662C0930-B515-4910-93A9-1A499EB77362}" dt="2023-03-11T06:22:57.632" v="68" actId="478"/>
          <ac:picMkLst>
            <pc:docMk/>
            <pc:sldMk cId="3813767857" sldId="538"/>
            <ac:picMk id="15" creationId="{72DF1AFE-8543-A49E-B635-2AD9C8ADC2C2}"/>
          </ac:picMkLst>
        </pc:picChg>
        <pc:picChg chg="del">
          <ac:chgData name="强 李" userId="cd6c7ec7188785ae" providerId="LiveId" clId="{662C0930-B515-4910-93A9-1A499EB77362}" dt="2023-03-11T06:21:16.534" v="52" actId="478"/>
          <ac:picMkLst>
            <pc:docMk/>
            <pc:sldMk cId="3813767857" sldId="538"/>
            <ac:picMk id="16" creationId="{74056DEE-0819-4B10-D7F5-CEF8EFDB20AE}"/>
          </ac:picMkLst>
        </pc:picChg>
        <pc:picChg chg="add del mod">
          <ac:chgData name="强 李" userId="cd6c7ec7188785ae" providerId="LiveId" clId="{662C0930-B515-4910-93A9-1A499EB77362}" dt="2023-03-11T21:12:36.585" v="1471" actId="478"/>
          <ac:picMkLst>
            <pc:docMk/>
            <pc:sldMk cId="3813767857" sldId="538"/>
            <ac:picMk id="18" creationId="{568CFC25-C18C-025E-AE16-5F348191025A}"/>
          </ac:picMkLst>
        </pc:picChg>
      </pc:sldChg>
      <pc:sldChg chg="addSp delSp modSp mod">
        <pc:chgData name="强 李" userId="cd6c7ec7188785ae" providerId="LiveId" clId="{662C0930-B515-4910-93A9-1A499EB77362}" dt="2023-03-11T08:03:28.033" v="1213"/>
        <pc:sldMkLst>
          <pc:docMk/>
          <pc:sldMk cId="188333421" sldId="541"/>
        </pc:sldMkLst>
        <pc:spChg chg="mod">
          <ac:chgData name="强 李" userId="cd6c7ec7188785ae" providerId="LiveId" clId="{662C0930-B515-4910-93A9-1A499EB77362}" dt="2023-03-11T07:08:08.428" v="762"/>
          <ac:spMkLst>
            <pc:docMk/>
            <pc:sldMk cId="188333421" sldId="541"/>
            <ac:spMk id="2" creationId="{00000000-0000-0000-0000-000000000000}"/>
          </ac:spMkLst>
        </pc:spChg>
        <pc:spChg chg="add del">
          <ac:chgData name="强 李" userId="cd6c7ec7188785ae" providerId="LiveId" clId="{662C0930-B515-4910-93A9-1A499EB77362}" dt="2023-03-11T07:07:36.768" v="734"/>
          <ac:spMkLst>
            <pc:docMk/>
            <pc:sldMk cId="188333421" sldId="541"/>
            <ac:spMk id="3" creationId="{6D883AE3-D7CE-8761-FAE5-A378DF6AE52C}"/>
          </ac:spMkLst>
        </pc:spChg>
        <pc:spChg chg="mod">
          <ac:chgData name="强 李" userId="cd6c7ec7188785ae" providerId="LiveId" clId="{662C0930-B515-4910-93A9-1A499EB77362}" dt="2023-03-11T08:03:28.033" v="1213"/>
          <ac:spMkLst>
            <pc:docMk/>
            <pc:sldMk cId="188333421" sldId="541"/>
            <ac:spMk id="18" creationId="{00000000-0000-0000-0000-000000000000}"/>
          </ac:spMkLst>
        </pc:spChg>
      </pc:sldChg>
      <pc:sldChg chg="modSp mod modNotesTx">
        <pc:chgData name="强 李" userId="cd6c7ec7188785ae" providerId="LiveId" clId="{662C0930-B515-4910-93A9-1A499EB77362}" dt="2023-03-11T22:09:09.929" v="1842" actId="20577"/>
        <pc:sldMkLst>
          <pc:docMk/>
          <pc:sldMk cId="3014528576" sldId="542"/>
        </pc:sldMkLst>
        <pc:spChg chg="mod">
          <ac:chgData name="强 李" userId="cd6c7ec7188785ae" providerId="LiveId" clId="{662C0930-B515-4910-93A9-1A499EB77362}" dt="2023-03-11T22:05:07.512" v="1826" actId="404"/>
          <ac:spMkLst>
            <pc:docMk/>
            <pc:sldMk cId="3014528576" sldId="542"/>
            <ac:spMk id="2" creationId="{00000000-0000-0000-0000-000000000000}"/>
          </ac:spMkLst>
        </pc:spChg>
        <pc:spChg chg="mod">
          <ac:chgData name="强 李" userId="cd6c7ec7188785ae" providerId="LiveId" clId="{662C0930-B515-4910-93A9-1A499EB77362}" dt="2023-03-11T08:02:11.025" v="1196" actId="20577"/>
          <ac:spMkLst>
            <pc:docMk/>
            <pc:sldMk cId="3014528576" sldId="542"/>
            <ac:spMk id="5" creationId="{4A5AC82D-48F1-5DA2-0A95-193BBCEEA933}"/>
          </ac:spMkLst>
        </pc:spChg>
        <pc:spChg chg="mod">
          <ac:chgData name="强 李" userId="cd6c7ec7188785ae" providerId="LiveId" clId="{662C0930-B515-4910-93A9-1A499EB77362}" dt="2023-03-11T07:36:57.021" v="1071"/>
          <ac:spMkLst>
            <pc:docMk/>
            <pc:sldMk cId="3014528576" sldId="542"/>
            <ac:spMk id="18" creationId="{00000000-0000-0000-0000-000000000000}"/>
          </ac:spMkLst>
        </pc:spChg>
      </pc:sldChg>
      <pc:sldChg chg="modSp mod">
        <pc:chgData name="强 李" userId="cd6c7ec7188785ae" providerId="LiveId" clId="{662C0930-B515-4910-93A9-1A499EB77362}" dt="2023-03-11T22:12:46.885" v="1858"/>
        <pc:sldMkLst>
          <pc:docMk/>
          <pc:sldMk cId="1242525785" sldId="543"/>
        </pc:sldMkLst>
        <pc:spChg chg="mod">
          <ac:chgData name="强 李" userId="cd6c7ec7188785ae" providerId="LiveId" clId="{662C0930-B515-4910-93A9-1A499EB77362}" dt="2023-03-11T22:12:46.885" v="1858"/>
          <ac:spMkLst>
            <pc:docMk/>
            <pc:sldMk cId="1242525785" sldId="543"/>
            <ac:spMk id="2" creationId="{00000000-0000-0000-0000-000000000000}"/>
          </ac:spMkLst>
        </pc:spChg>
      </pc:sldChg>
      <pc:sldChg chg="delSp modSp mod">
        <pc:chgData name="强 李" userId="cd6c7ec7188785ae" providerId="LiveId" clId="{662C0930-B515-4910-93A9-1A499EB77362}" dt="2023-03-11T22:01:09.085" v="1804" actId="1076"/>
        <pc:sldMkLst>
          <pc:docMk/>
          <pc:sldMk cId="1236072088" sldId="546"/>
        </pc:sldMkLst>
        <pc:spChg chg="mod">
          <ac:chgData name="强 李" userId="cd6c7ec7188785ae" providerId="LiveId" clId="{662C0930-B515-4910-93A9-1A499EB77362}" dt="2023-03-11T22:01:09.085" v="1804" actId="1076"/>
          <ac:spMkLst>
            <pc:docMk/>
            <pc:sldMk cId="1236072088" sldId="546"/>
            <ac:spMk id="2" creationId="{00000000-0000-0000-0000-000000000000}"/>
          </ac:spMkLst>
        </pc:spChg>
        <pc:spChg chg="mod">
          <ac:chgData name="强 李" userId="cd6c7ec7188785ae" providerId="LiveId" clId="{662C0930-B515-4910-93A9-1A499EB77362}" dt="2023-03-11T07:36:31.771" v="1066" actId="20577"/>
          <ac:spMkLst>
            <pc:docMk/>
            <pc:sldMk cId="1236072088" sldId="546"/>
            <ac:spMk id="18" creationId="{00000000-0000-0000-0000-000000000000}"/>
          </ac:spMkLst>
        </pc:spChg>
        <pc:grpChg chg="del">
          <ac:chgData name="强 李" userId="cd6c7ec7188785ae" providerId="LiveId" clId="{662C0930-B515-4910-93A9-1A499EB77362}" dt="2023-03-11T07:24:07.685" v="892" actId="478"/>
          <ac:grpSpMkLst>
            <pc:docMk/>
            <pc:sldMk cId="1236072088" sldId="546"/>
            <ac:grpSpMk id="7" creationId="{8415C2D7-F2C8-1C6F-5DD8-9970E53E2F4E}"/>
          </ac:grpSpMkLst>
        </pc:grpChg>
      </pc:sldChg>
      <pc:sldChg chg="del">
        <pc:chgData name="强 李" userId="cd6c7ec7188785ae" providerId="LiveId" clId="{662C0930-B515-4910-93A9-1A499EB77362}" dt="2023-03-11T07:37:13.824" v="1072" actId="47"/>
        <pc:sldMkLst>
          <pc:docMk/>
          <pc:sldMk cId="30193004" sldId="547"/>
        </pc:sldMkLst>
      </pc:sldChg>
      <pc:sldChg chg="del">
        <pc:chgData name="强 李" userId="cd6c7ec7188785ae" providerId="LiveId" clId="{662C0930-B515-4910-93A9-1A499EB77362}" dt="2023-03-11T08:00:49.455" v="1191" actId="47"/>
        <pc:sldMkLst>
          <pc:docMk/>
          <pc:sldMk cId="1850033319" sldId="548"/>
        </pc:sldMkLst>
      </pc:sldChg>
      <pc:sldChg chg="del">
        <pc:chgData name="强 李" userId="cd6c7ec7188785ae" providerId="LiveId" clId="{662C0930-B515-4910-93A9-1A499EB77362}" dt="2023-03-11T08:00:49.455" v="1191" actId="47"/>
        <pc:sldMkLst>
          <pc:docMk/>
          <pc:sldMk cId="2628862028" sldId="549"/>
        </pc:sldMkLst>
      </pc:sldChg>
      <pc:sldChg chg="del">
        <pc:chgData name="强 李" userId="cd6c7ec7188785ae" providerId="LiveId" clId="{662C0930-B515-4910-93A9-1A499EB77362}" dt="2023-03-11T08:00:49.455" v="1191" actId="47"/>
        <pc:sldMkLst>
          <pc:docMk/>
          <pc:sldMk cId="2538769747" sldId="550"/>
        </pc:sldMkLst>
      </pc:sldChg>
      <pc:sldChg chg="addSp delSp modSp mod modNotesTx">
        <pc:chgData name="强 李" userId="cd6c7ec7188785ae" providerId="LiveId" clId="{662C0930-B515-4910-93A9-1A499EB77362}" dt="2023-03-11T22:11:13.239" v="1854" actId="20577"/>
        <pc:sldMkLst>
          <pc:docMk/>
          <pc:sldMk cId="2632320746" sldId="551"/>
        </pc:sldMkLst>
        <pc:spChg chg="mod">
          <ac:chgData name="强 李" userId="cd6c7ec7188785ae" providerId="LiveId" clId="{662C0930-B515-4910-93A9-1A499EB77362}" dt="2023-03-11T22:11:13.239" v="1854" actId="20577"/>
          <ac:spMkLst>
            <pc:docMk/>
            <pc:sldMk cId="2632320746" sldId="551"/>
            <ac:spMk id="2" creationId="{00000000-0000-0000-0000-000000000000}"/>
          </ac:spMkLst>
        </pc:spChg>
        <pc:spChg chg="del mod">
          <ac:chgData name="强 李" userId="cd6c7ec7188785ae" providerId="LiveId" clId="{662C0930-B515-4910-93A9-1A499EB77362}" dt="2023-03-11T08:11:59.443" v="1319" actId="478"/>
          <ac:spMkLst>
            <pc:docMk/>
            <pc:sldMk cId="2632320746" sldId="551"/>
            <ac:spMk id="4" creationId="{4B362D96-9962-5976-8E72-0BB5DA524421}"/>
          </ac:spMkLst>
        </pc:spChg>
        <pc:spChg chg="mod">
          <ac:chgData name="强 李" userId="cd6c7ec7188785ae" providerId="LiveId" clId="{662C0930-B515-4910-93A9-1A499EB77362}" dt="2023-03-11T08:02:24.613" v="1210"/>
          <ac:spMkLst>
            <pc:docMk/>
            <pc:sldMk cId="2632320746" sldId="551"/>
            <ac:spMk id="6" creationId="{F138545E-EEB5-75B7-72C1-16AD99D34E81}"/>
          </ac:spMkLst>
        </pc:spChg>
        <pc:spChg chg="add del">
          <ac:chgData name="强 李" userId="cd6c7ec7188785ae" providerId="LiveId" clId="{662C0930-B515-4910-93A9-1A499EB77362}" dt="2023-03-11T08:05:51.320" v="1238"/>
          <ac:spMkLst>
            <pc:docMk/>
            <pc:sldMk cId="2632320746" sldId="551"/>
            <ac:spMk id="7" creationId="{EBABDC6E-11C8-7A0D-A5A8-05D18BEDA806}"/>
          </ac:spMkLst>
        </pc:spChg>
        <pc:spChg chg="mod">
          <ac:chgData name="强 李" userId="cd6c7ec7188785ae" providerId="LiveId" clId="{662C0930-B515-4910-93A9-1A499EB77362}" dt="2023-03-11T08:13:20.952" v="1341"/>
          <ac:spMkLst>
            <pc:docMk/>
            <pc:sldMk cId="2632320746" sldId="551"/>
            <ac:spMk id="10" creationId="{EC74C576-B331-C48E-B2C7-E8CA8BAB4C49}"/>
          </ac:spMkLst>
        </pc:spChg>
        <pc:spChg chg="mod">
          <ac:chgData name="强 李" userId="cd6c7ec7188785ae" providerId="LiveId" clId="{662C0930-B515-4910-93A9-1A499EB77362}" dt="2023-03-11T08:04:14.289" v="1224"/>
          <ac:spMkLst>
            <pc:docMk/>
            <pc:sldMk cId="2632320746" sldId="551"/>
            <ac:spMk id="18" creationId="{00000000-0000-0000-0000-000000000000}"/>
          </ac:spMkLst>
        </pc:spChg>
        <pc:grpChg chg="add del mod">
          <ac:chgData name="强 李" userId="cd6c7ec7188785ae" providerId="LiveId" clId="{662C0930-B515-4910-93A9-1A499EB77362}" dt="2023-03-11T08:04:09.917" v="1220" actId="478"/>
          <ac:grpSpMkLst>
            <pc:docMk/>
            <pc:sldMk cId="2632320746" sldId="551"/>
            <ac:grpSpMk id="3" creationId="{18652D06-F0C5-C1C8-8FEF-8216D94914AD}"/>
          </ac:grpSpMkLst>
        </pc:grpChg>
        <pc:grpChg chg="add mod">
          <ac:chgData name="强 李" userId="cd6c7ec7188785ae" providerId="LiveId" clId="{662C0930-B515-4910-93A9-1A499EB77362}" dt="2023-03-11T08:13:20.952" v="1341"/>
          <ac:grpSpMkLst>
            <pc:docMk/>
            <pc:sldMk cId="2632320746" sldId="551"/>
            <ac:grpSpMk id="8" creationId="{E7EAC2EE-5648-1224-46AA-160F6F6F3300}"/>
          </ac:grpSpMkLst>
        </pc:grpChg>
        <pc:picChg chg="mod">
          <ac:chgData name="强 李" userId="cd6c7ec7188785ae" providerId="LiveId" clId="{662C0930-B515-4910-93A9-1A499EB77362}" dt="2023-03-11T08:02:19.531" v="1198"/>
          <ac:picMkLst>
            <pc:docMk/>
            <pc:sldMk cId="2632320746" sldId="551"/>
            <ac:picMk id="5" creationId="{BCEA5273-9AB5-27D8-15DA-1612685627DA}"/>
          </ac:picMkLst>
        </pc:picChg>
        <pc:picChg chg="mod">
          <ac:chgData name="强 李" userId="cd6c7ec7188785ae" providerId="LiveId" clId="{662C0930-B515-4910-93A9-1A499EB77362}" dt="2023-03-11T08:13:20.952" v="1341"/>
          <ac:picMkLst>
            <pc:docMk/>
            <pc:sldMk cId="2632320746" sldId="551"/>
            <ac:picMk id="9" creationId="{8D1923FB-E975-9E82-558F-CA71CA93388D}"/>
          </ac:picMkLst>
        </pc:picChg>
      </pc:sldChg>
      <pc:sldChg chg="modSp mod">
        <pc:chgData name="强 李" userId="cd6c7ec7188785ae" providerId="LiveId" clId="{662C0930-B515-4910-93A9-1A499EB77362}" dt="2023-03-11T07:38:22.251" v="1081" actId="20577"/>
        <pc:sldMkLst>
          <pc:docMk/>
          <pc:sldMk cId="419382719" sldId="552"/>
        </pc:sldMkLst>
        <pc:spChg chg="mod">
          <ac:chgData name="强 李" userId="cd6c7ec7188785ae" providerId="LiveId" clId="{662C0930-B515-4910-93A9-1A499EB77362}" dt="2023-03-11T07:38:22.251" v="1081" actId="20577"/>
          <ac:spMkLst>
            <pc:docMk/>
            <pc:sldMk cId="419382719" sldId="552"/>
            <ac:spMk id="2" creationId="{00000000-0000-0000-0000-000000000000}"/>
          </ac:spMkLst>
        </pc:spChg>
      </pc:sldChg>
      <pc:sldChg chg="addSp delSp modSp add mod ord">
        <pc:chgData name="强 李" userId="cd6c7ec7188785ae" providerId="LiveId" clId="{662C0930-B515-4910-93A9-1A499EB77362}" dt="2023-03-11T21:33:40.081" v="1608" actId="113"/>
        <pc:sldMkLst>
          <pc:docMk/>
          <pc:sldMk cId="530530540" sldId="553"/>
        </pc:sldMkLst>
        <pc:spChg chg="mod">
          <ac:chgData name="强 李" userId="cd6c7ec7188785ae" providerId="LiveId" clId="{662C0930-B515-4910-93A9-1A499EB77362}" dt="2023-03-11T21:33:40.081" v="1608" actId="113"/>
          <ac:spMkLst>
            <pc:docMk/>
            <pc:sldMk cId="530530540" sldId="553"/>
            <ac:spMk id="2" creationId="{00000000-0000-0000-0000-000000000000}"/>
          </ac:spMkLst>
        </pc:spChg>
        <pc:spChg chg="add del">
          <ac:chgData name="强 李" userId="cd6c7ec7188785ae" providerId="LiveId" clId="{662C0930-B515-4910-93A9-1A499EB77362}" dt="2023-03-11T06:37:14.192" v="302"/>
          <ac:spMkLst>
            <pc:docMk/>
            <pc:sldMk cId="530530540" sldId="553"/>
            <ac:spMk id="3" creationId="{A1973529-9132-C3AF-D21F-CA9FB739F487}"/>
          </ac:spMkLst>
        </pc:spChg>
        <pc:spChg chg="add del">
          <ac:chgData name="强 李" userId="cd6c7ec7188785ae" providerId="LiveId" clId="{662C0930-B515-4910-93A9-1A499EB77362}" dt="2023-03-11T06:50:29.427" v="440"/>
          <ac:spMkLst>
            <pc:docMk/>
            <pc:sldMk cId="530530540" sldId="553"/>
            <ac:spMk id="4" creationId="{62BC4176-1488-834D-2BF5-D925B7A75354}"/>
          </ac:spMkLst>
        </pc:spChg>
        <pc:spChg chg="mod">
          <ac:chgData name="强 李" userId="cd6c7ec7188785ae" providerId="LiveId" clId="{662C0930-B515-4910-93A9-1A499EB77362}" dt="2023-03-11T21:32:57.781" v="1606" actId="20577"/>
          <ac:spMkLst>
            <pc:docMk/>
            <pc:sldMk cId="530530540" sldId="553"/>
            <ac:spMk id="18" creationId="{00000000-0000-0000-0000-000000000000}"/>
          </ac:spMkLst>
        </pc:spChg>
        <pc:grpChg chg="del">
          <ac:chgData name="强 李" userId="cd6c7ec7188785ae" providerId="LiveId" clId="{662C0930-B515-4910-93A9-1A499EB77362}" dt="2023-03-11T06:54:22.696" v="540" actId="478"/>
          <ac:grpSpMkLst>
            <pc:docMk/>
            <pc:sldMk cId="530530540" sldId="553"/>
            <ac:grpSpMk id="5" creationId="{66B526DA-78B5-EF99-F66F-28E8DE868CF9}"/>
          </ac:grpSpMkLst>
        </pc:grpChg>
      </pc:sldChg>
      <pc:sldChg chg="addSp modSp add mod ord">
        <pc:chgData name="强 李" userId="cd6c7ec7188785ae" providerId="LiveId" clId="{662C0930-B515-4910-93A9-1A499EB77362}" dt="2023-03-11T21:05:54.468" v="1469" actId="1076"/>
        <pc:sldMkLst>
          <pc:docMk/>
          <pc:sldMk cId="3418790839" sldId="554"/>
        </pc:sldMkLst>
        <pc:spChg chg="mod">
          <ac:chgData name="强 李" userId="cd6c7ec7188785ae" providerId="LiveId" clId="{662C0930-B515-4910-93A9-1A499EB77362}" dt="2023-03-11T21:05:54.468" v="1469" actId="1076"/>
          <ac:spMkLst>
            <pc:docMk/>
            <pc:sldMk cId="3418790839" sldId="554"/>
            <ac:spMk id="2" creationId="{00000000-0000-0000-0000-000000000000}"/>
          </ac:spMkLst>
        </pc:spChg>
        <pc:spChg chg="mod">
          <ac:chgData name="强 李" userId="cd6c7ec7188785ae" providerId="LiveId" clId="{662C0930-B515-4910-93A9-1A499EB77362}" dt="2023-03-11T08:19:43.130" v="1425" actId="20577"/>
          <ac:spMkLst>
            <pc:docMk/>
            <pc:sldMk cId="3418790839" sldId="554"/>
            <ac:spMk id="18" creationId="{00000000-0000-0000-0000-000000000000}"/>
          </ac:spMkLst>
        </pc:spChg>
        <pc:graphicFrameChg chg="add mod modGraphic">
          <ac:chgData name="强 李" userId="cd6c7ec7188785ae" providerId="LiveId" clId="{662C0930-B515-4910-93A9-1A499EB77362}" dt="2023-03-11T06:47:45.154" v="418" actId="404"/>
          <ac:graphicFrameMkLst>
            <pc:docMk/>
            <pc:sldMk cId="3418790839" sldId="554"/>
            <ac:graphicFrameMk id="3" creationId="{834FEE26-B6D8-F604-DE97-236834A9A579}"/>
          </ac:graphicFrameMkLst>
        </pc:graphicFrameChg>
        <pc:cxnChg chg="add">
          <ac:chgData name="强 李" userId="cd6c7ec7188785ae" providerId="LiveId" clId="{662C0930-B515-4910-93A9-1A499EB77362}" dt="2023-03-11T21:05:37.552" v="1467" actId="11529"/>
          <ac:cxnSpMkLst>
            <pc:docMk/>
            <pc:sldMk cId="3418790839" sldId="554"/>
            <ac:cxnSpMk id="5" creationId="{9CA26DAA-ACC3-E965-66E4-F6A39B93A5B3}"/>
          </ac:cxnSpMkLst>
        </pc:cxnChg>
      </pc:sldChg>
      <pc:sldChg chg="addSp modSp add del mod ord setBg">
        <pc:chgData name="强 李" userId="cd6c7ec7188785ae" providerId="LiveId" clId="{662C0930-B515-4910-93A9-1A499EB77362}" dt="2023-03-11T06:45:36.380" v="396" actId="47"/>
        <pc:sldMkLst>
          <pc:docMk/>
          <pc:sldMk cId="1782103472" sldId="555"/>
        </pc:sldMkLst>
        <pc:spChg chg="mod">
          <ac:chgData name="强 李" userId="cd6c7ec7188785ae" providerId="LiveId" clId="{662C0930-B515-4910-93A9-1A499EB77362}" dt="2023-03-11T06:40:21.913" v="364"/>
          <ac:spMkLst>
            <pc:docMk/>
            <pc:sldMk cId="1782103472" sldId="555"/>
            <ac:spMk id="18" creationId="{00000000-0000-0000-0000-000000000000}"/>
          </ac:spMkLst>
        </pc:spChg>
        <pc:spChg chg="add">
          <ac:chgData name="强 李" userId="cd6c7ec7188785ae" providerId="LiveId" clId="{662C0930-B515-4910-93A9-1A499EB77362}" dt="2023-03-11T06:39:41.993" v="351" actId="26606"/>
          <ac:spMkLst>
            <pc:docMk/>
            <pc:sldMk cId="1782103472" sldId="555"/>
            <ac:spMk id="23" creationId="{56E9B3E6-E277-4D68-BA48-9CB43FFBD6E2}"/>
          </ac:spMkLst>
        </pc:spChg>
        <pc:spChg chg="add">
          <ac:chgData name="强 李" userId="cd6c7ec7188785ae" providerId="LiveId" clId="{662C0930-B515-4910-93A9-1A499EB77362}" dt="2023-03-11T06:39:41.993" v="351" actId="26606"/>
          <ac:spMkLst>
            <pc:docMk/>
            <pc:sldMk cId="1782103472" sldId="555"/>
            <ac:spMk id="30" creationId="{D5B0017B-2ECA-49AF-B397-DC140825DF8D}"/>
          </ac:spMkLst>
        </pc:spChg>
        <pc:grpChg chg="add">
          <ac:chgData name="强 李" userId="cd6c7ec7188785ae" providerId="LiveId" clId="{662C0930-B515-4910-93A9-1A499EB77362}" dt="2023-03-11T06:39:41.993" v="351" actId="26606"/>
          <ac:grpSpMkLst>
            <pc:docMk/>
            <pc:sldMk cId="1782103472" sldId="555"/>
            <ac:grpSpMk id="25" creationId="{AE1C45F0-260A-458C-96ED-C1F6D2151219}"/>
          </ac:grpSpMkLst>
        </pc:grpChg>
        <pc:graphicFrameChg chg="mod modGraphic">
          <ac:chgData name="强 李" userId="cd6c7ec7188785ae" providerId="LiveId" clId="{662C0930-B515-4910-93A9-1A499EB77362}" dt="2023-03-11T06:42:03.512" v="377" actId="403"/>
          <ac:graphicFrameMkLst>
            <pc:docMk/>
            <pc:sldMk cId="1782103472" sldId="555"/>
            <ac:graphicFrameMk id="5" creationId="{6AB369E9-7320-DE30-3AFD-31DAAE20458E}"/>
          </ac:graphicFrameMkLst>
        </pc:graphicFrameChg>
        <pc:cxnChg chg="add">
          <ac:chgData name="强 李" userId="cd6c7ec7188785ae" providerId="LiveId" clId="{662C0930-B515-4910-93A9-1A499EB77362}" dt="2023-03-11T06:39:41.993" v="351" actId="26606"/>
          <ac:cxnSpMkLst>
            <pc:docMk/>
            <pc:sldMk cId="1782103472" sldId="555"/>
            <ac:cxnSpMk id="32" creationId="{6CF1BAF6-AD41-4082-B212-8A1F9A2E8779}"/>
          </ac:cxnSpMkLst>
        </pc:cxnChg>
      </pc:sldChg>
      <pc:sldChg chg="addSp delSp modSp add mod">
        <pc:chgData name="强 李" userId="cd6c7ec7188785ae" providerId="LiveId" clId="{662C0930-B515-4910-93A9-1A499EB77362}" dt="2023-03-11T21:48:20.335" v="1671" actId="403"/>
        <pc:sldMkLst>
          <pc:docMk/>
          <pc:sldMk cId="3692116085" sldId="555"/>
        </pc:sldMkLst>
        <pc:spChg chg="mod">
          <ac:chgData name="强 李" userId="cd6c7ec7188785ae" providerId="LiveId" clId="{662C0930-B515-4910-93A9-1A499EB77362}" dt="2023-03-11T21:48:20.335" v="1671" actId="403"/>
          <ac:spMkLst>
            <pc:docMk/>
            <pc:sldMk cId="3692116085" sldId="555"/>
            <ac:spMk id="2" creationId="{00000000-0000-0000-0000-000000000000}"/>
          </ac:spMkLst>
        </pc:spChg>
        <pc:spChg chg="mod">
          <ac:chgData name="强 李" userId="cd6c7ec7188785ae" providerId="LiveId" clId="{662C0930-B515-4910-93A9-1A499EB77362}" dt="2023-03-11T07:27:25.286" v="955" actId="20577"/>
          <ac:spMkLst>
            <pc:docMk/>
            <pc:sldMk cId="3692116085" sldId="555"/>
            <ac:spMk id="5" creationId="{F26E2100-C214-5D1E-3B58-C2ED1ECE553C}"/>
          </ac:spMkLst>
        </pc:spChg>
        <pc:spChg chg="add del">
          <ac:chgData name="强 李" userId="cd6c7ec7188785ae" providerId="LiveId" clId="{662C0930-B515-4910-93A9-1A499EB77362}" dt="2023-03-11T07:03:04.489" v="660"/>
          <ac:spMkLst>
            <pc:docMk/>
            <pc:sldMk cId="3692116085" sldId="555"/>
            <ac:spMk id="6" creationId="{1667CC5F-FC83-D413-8A20-3CC1CD282029}"/>
          </ac:spMkLst>
        </pc:spChg>
        <pc:spChg chg="add del">
          <ac:chgData name="强 李" userId="cd6c7ec7188785ae" providerId="LiveId" clId="{662C0930-B515-4910-93A9-1A499EB77362}" dt="2023-03-11T21:47:41.639" v="1664"/>
          <ac:spMkLst>
            <pc:docMk/>
            <pc:sldMk cId="3692116085" sldId="555"/>
            <ac:spMk id="6" creationId="{E24A43C6-6F7B-B2D9-C7C7-8FF2ED55D25A}"/>
          </ac:spMkLst>
        </pc:spChg>
        <pc:spChg chg="mod">
          <ac:chgData name="强 李" userId="cd6c7ec7188785ae" providerId="LiveId" clId="{662C0930-B515-4910-93A9-1A499EB77362}" dt="2023-03-11T07:06:53.417" v="720" actId="20577"/>
          <ac:spMkLst>
            <pc:docMk/>
            <pc:sldMk cId="3692116085" sldId="555"/>
            <ac:spMk id="18" creationId="{00000000-0000-0000-0000-000000000000}"/>
          </ac:spMkLst>
        </pc:spChg>
        <pc:grpChg chg="add mod">
          <ac:chgData name="强 李" userId="cd6c7ec7188785ae" providerId="LiveId" clId="{662C0930-B515-4910-93A9-1A499EB77362}" dt="2023-03-11T07:02:18.831" v="643"/>
          <ac:grpSpMkLst>
            <pc:docMk/>
            <pc:sldMk cId="3692116085" sldId="555"/>
            <ac:grpSpMk id="3" creationId="{396B3AF0-3B7B-BB39-F9D1-6251432A74D1}"/>
          </ac:grpSpMkLst>
        </pc:grpChg>
        <pc:picChg chg="mod">
          <ac:chgData name="强 李" userId="cd6c7ec7188785ae" providerId="LiveId" clId="{662C0930-B515-4910-93A9-1A499EB77362}" dt="2023-03-11T07:02:18.831" v="643"/>
          <ac:picMkLst>
            <pc:docMk/>
            <pc:sldMk cId="3692116085" sldId="555"/>
            <ac:picMk id="4" creationId="{A8A77838-51F2-553E-DE91-246079D7696B}"/>
          </ac:picMkLst>
        </pc:picChg>
      </pc:sldChg>
      <pc:sldChg chg="delSp modSp add mod">
        <pc:chgData name="强 李" userId="cd6c7ec7188785ae" providerId="LiveId" clId="{662C0930-B515-4910-93A9-1A499EB77362}" dt="2023-03-11T21:52:05.085" v="1753"/>
        <pc:sldMkLst>
          <pc:docMk/>
          <pc:sldMk cId="996529028" sldId="556"/>
        </pc:sldMkLst>
        <pc:spChg chg="mod">
          <ac:chgData name="强 李" userId="cd6c7ec7188785ae" providerId="LiveId" clId="{662C0930-B515-4910-93A9-1A499EB77362}" dt="2023-03-11T21:52:05.085" v="1753"/>
          <ac:spMkLst>
            <pc:docMk/>
            <pc:sldMk cId="996529028" sldId="556"/>
            <ac:spMk id="2" creationId="{00000000-0000-0000-0000-000000000000}"/>
          </ac:spMkLst>
        </pc:spChg>
        <pc:spChg chg="mod">
          <ac:chgData name="强 李" userId="cd6c7ec7188785ae" providerId="LiveId" clId="{662C0930-B515-4910-93A9-1A499EB77362}" dt="2023-03-11T07:04:15.180" v="683"/>
          <ac:spMkLst>
            <pc:docMk/>
            <pc:sldMk cId="996529028" sldId="556"/>
            <ac:spMk id="18" creationId="{00000000-0000-0000-0000-000000000000}"/>
          </ac:spMkLst>
        </pc:spChg>
        <pc:grpChg chg="del">
          <ac:chgData name="强 李" userId="cd6c7ec7188785ae" providerId="LiveId" clId="{662C0930-B515-4910-93A9-1A499EB77362}" dt="2023-03-11T07:05:49.780" v="712" actId="478"/>
          <ac:grpSpMkLst>
            <pc:docMk/>
            <pc:sldMk cId="996529028" sldId="556"/>
            <ac:grpSpMk id="3" creationId="{396B3AF0-3B7B-BB39-F9D1-6251432A74D1}"/>
          </ac:grpSpMkLst>
        </pc:grpChg>
      </pc:sldChg>
      <pc:sldChg chg="new del">
        <pc:chgData name="强 李" userId="cd6c7ec7188785ae" providerId="LiveId" clId="{662C0930-B515-4910-93A9-1A499EB77362}" dt="2023-03-11T07:03:19.054" v="666" actId="47"/>
        <pc:sldMkLst>
          <pc:docMk/>
          <pc:sldMk cId="2356210197" sldId="556"/>
        </pc:sldMkLst>
      </pc:sldChg>
      <pc:sldChg chg="addSp delSp modSp add mod">
        <pc:chgData name="强 李" userId="cd6c7ec7188785ae" providerId="LiveId" clId="{662C0930-B515-4910-93A9-1A499EB77362}" dt="2023-03-11T22:03:15.695" v="1820"/>
        <pc:sldMkLst>
          <pc:docMk/>
          <pc:sldMk cId="1560840645" sldId="557"/>
        </pc:sldMkLst>
        <pc:spChg chg="mod">
          <ac:chgData name="强 李" userId="cd6c7ec7188785ae" providerId="LiveId" clId="{662C0930-B515-4910-93A9-1A499EB77362}" dt="2023-03-11T22:03:15.695" v="1820"/>
          <ac:spMkLst>
            <pc:docMk/>
            <pc:sldMk cId="1560840645" sldId="557"/>
            <ac:spMk id="2" creationId="{00000000-0000-0000-0000-000000000000}"/>
          </ac:spMkLst>
        </pc:spChg>
        <pc:spChg chg="mod">
          <ac:chgData name="强 李" userId="cd6c7ec7188785ae" providerId="LiveId" clId="{662C0930-B515-4910-93A9-1A499EB77362}" dt="2023-03-11T07:27:32.565" v="958" actId="20577"/>
          <ac:spMkLst>
            <pc:docMk/>
            <pc:sldMk cId="1560840645" sldId="557"/>
            <ac:spMk id="5" creationId="{D2EF1E1C-FCA8-3AB8-BA6B-18883F543FA0}"/>
          </ac:spMkLst>
        </pc:spChg>
        <pc:spChg chg="add mod">
          <ac:chgData name="强 李" userId="cd6c7ec7188785ae" providerId="LiveId" clId="{662C0930-B515-4910-93A9-1A499EB77362}" dt="2023-03-11T07:36:36.837" v="1067" actId="20577"/>
          <ac:spMkLst>
            <pc:docMk/>
            <pc:sldMk cId="1560840645" sldId="557"/>
            <ac:spMk id="6" creationId="{E9162F18-D987-C5F3-DE29-50E61F685379}"/>
          </ac:spMkLst>
        </pc:spChg>
        <pc:spChg chg="del">
          <ac:chgData name="强 李" userId="cd6c7ec7188785ae" providerId="LiveId" clId="{662C0930-B515-4910-93A9-1A499EB77362}" dt="2023-03-11T07:36:04.326" v="1056" actId="478"/>
          <ac:spMkLst>
            <pc:docMk/>
            <pc:sldMk cId="1560840645" sldId="557"/>
            <ac:spMk id="18" creationId="{00000000-0000-0000-0000-000000000000}"/>
          </ac:spMkLst>
        </pc:spChg>
        <pc:grpChg chg="add del mod">
          <ac:chgData name="强 李" userId="cd6c7ec7188785ae" providerId="LiveId" clId="{662C0930-B515-4910-93A9-1A499EB77362}" dt="2023-03-11T07:32:55.346" v="1009" actId="478"/>
          <ac:grpSpMkLst>
            <pc:docMk/>
            <pc:sldMk cId="1560840645" sldId="557"/>
            <ac:grpSpMk id="3" creationId="{5AB7B9BB-BF5F-1016-F7B7-FFAEAEFD6106}"/>
          </ac:grpSpMkLst>
        </pc:grpChg>
        <pc:picChg chg="mod">
          <ac:chgData name="强 李" userId="cd6c7ec7188785ae" providerId="LiveId" clId="{662C0930-B515-4910-93A9-1A499EB77362}" dt="2023-03-11T07:27:07.525" v="929"/>
          <ac:picMkLst>
            <pc:docMk/>
            <pc:sldMk cId="1560840645" sldId="557"/>
            <ac:picMk id="4" creationId="{093C7B6F-EB40-A533-DCE7-A0EBFF60C517}"/>
          </ac:picMkLst>
        </pc:picChg>
      </pc:sldChg>
      <pc:sldChg chg="addSp delSp modSp add mod">
        <pc:chgData name="强 李" userId="cd6c7ec7188785ae" providerId="LiveId" clId="{662C0930-B515-4910-93A9-1A499EB77362}" dt="2023-03-11T22:04:12.835" v="1825" actId="1076"/>
        <pc:sldMkLst>
          <pc:docMk/>
          <pc:sldMk cId="3879874253" sldId="558"/>
        </pc:sldMkLst>
        <pc:spChg chg="mod">
          <ac:chgData name="强 李" userId="cd6c7ec7188785ae" providerId="LiveId" clId="{662C0930-B515-4910-93A9-1A499EB77362}" dt="2023-03-11T22:04:12.835" v="1825" actId="1076"/>
          <ac:spMkLst>
            <pc:docMk/>
            <pc:sldMk cId="3879874253" sldId="558"/>
            <ac:spMk id="2" creationId="{00000000-0000-0000-0000-000000000000}"/>
          </ac:spMkLst>
        </pc:spChg>
        <pc:spChg chg="mod">
          <ac:chgData name="强 李" userId="cd6c7ec7188785ae" providerId="LiveId" clId="{662C0930-B515-4910-93A9-1A499EB77362}" dt="2023-03-11T22:03:36.413" v="1822" actId="20577"/>
          <ac:spMkLst>
            <pc:docMk/>
            <pc:sldMk cId="3879874253" sldId="558"/>
            <ac:spMk id="5" creationId="{D2EF1E1C-FCA8-3AB8-BA6B-18883F543FA0}"/>
          </ac:spMkLst>
        </pc:spChg>
        <pc:spChg chg="add mod">
          <ac:chgData name="强 李" userId="cd6c7ec7188785ae" providerId="LiveId" clId="{662C0930-B515-4910-93A9-1A499EB77362}" dt="2023-03-11T07:36:40.016" v="1068" actId="20577"/>
          <ac:spMkLst>
            <pc:docMk/>
            <pc:sldMk cId="3879874253" sldId="558"/>
            <ac:spMk id="6" creationId="{EF23C510-2016-A407-597D-D4AC06000692}"/>
          </ac:spMkLst>
        </pc:spChg>
        <pc:spChg chg="del">
          <ac:chgData name="强 李" userId="cd6c7ec7188785ae" providerId="LiveId" clId="{662C0930-B515-4910-93A9-1A499EB77362}" dt="2023-03-11T07:36:09.088" v="1058" actId="478"/>
          <ac:spMkLst>
            <pc:docMk/>
            <pc:sldMk cId="3879874253" sldId="558"/>
            <ac:spMk id="18" creationId="{00000000-0000-0000-0000-000000000000}"/>
          </ac:spMkLst>
        </pc:spChg>
        <pc:grpChg chg="mod">
          <ac:chgData name="强 李" userId="cd6c7ec7188785ae" providerId="LiveId" clId="{662C0930-B515-4910-93A9-1A499EB77362}" dt="2023-03-11T07:32:18.022" v="1007" actId="1076"/>
          <ac:grpSpMkLst>
            <pc:docMk/>
            <pc:sldMk cId="3879874253" sldId="558"/>
            <ac:grpSpMk id="3" creationId="{5AB7B9BB-BF5F-1016-F7B7-FFAEAEFD6106}"/>
          </ac:grpSpMkLst>
        </pc:grpChg>
      </pc:sldChg>
      <pc:sldChg chg="add del">
        <pc:chgData name="强 李" userId="cd6c7ec7188785ae" providerId="LiveId" clId="{662C0930-B515-4910-93A9-1A499EB77362}" dt="2023-03-11T22:12:27.879" v="1855" actId="47"/>
        <pc:sldMkLst>
          <pc:docMk/>
          <pc:sldMk cId="3306781835" sldId="559"/>
        </pc:sldMkLst>
      </pc:sldChg>
      <pc:sldChg chg="modSp add del mod ord setBg">
        <pc:chgData name="强 李" userId="cd6c7ec7188785ae" providerId="LiveId" clId="{662C0930-B515-4910-93A9-1A499EB77362}" dt="2023-03-11T08:18:53.822" v="1415" actId="20577"/>
        <pc:sldMkLst>
          <pc:docMk/>
          <pc:sldMk cId="1911491714" sldId="560"/>
        </pc:sldMkLst>
        <pc:spChg chg="mod">
          <ac:chgData name="强 李" userId="cd6c7ec7188785ae" providerId="LiveId" clId="{662C0930-B515-4910-93A9-1A499EB77362}" dt="2023-03-11T08:18:50.703" v="1413" actId="20577"/>
          <ac:spMkLst>
            <pc:docMk/>
            <pc:sldMk cId="1911491714" sldId="560"/>
            <ac:spMk id="4" creationId="{00000000-0000-0000-0000-000000000000}"/>
          </ac:spMkLst>
        </pc:spChg>
        <pc:spChg chg="mod">
          <ac:chgData name="强 李" userId="cd6c7ec7188785ae" providerId="LiveId" clId="{662C0930-B515-4910-93A9-1A499EB77362}" dt="2023-03-11T08:18:53.822" v="1415" actId="20577"/>
          <ac:spMkLst>
            <pc:docMk/>
            <pc:sldMk cId="1911491714" sldId="560"/>
            <ac:spMk id="5" creationId="{00000000-0000-0000-0000-000000000000}"/>
          </ac:spMkLst>
        </pc:spChg>
      </pc:sldChg>
      <pc:sldChg chg="modSp add mod">
        <pc:chgData name="强 李" userId="cd6c7ec7188785ae" providerId="LiveId" clId="{662C0930-B515-4910-93A9-1A499EB77362}" dt="2023-03-11T21:52:35.144" v="1759" actId="14100"/>
        <pc:sldMkLst>
          <pc:docMk/>
          <pc:sldMk cId="158457568" sldId="561"/>
        </pc:sldMkLst>
        <pc:spChg chg="mod">
          <ac:chgData name="强 李" userId="cd6c7ec7188785ae" providerId="LiveId" clId="{662C0930-B515-4910-93A9-1A499EB77362}" dt="2023-03-11T21:39:38.828" v="1631"/>
          <ac:spMkLst>
            <pc:docMk/>
            <pc:sldMk cId="158457568" sldId="561"/>
            <ac:spMk id="2" creationId="{00000000-0000-0000-0000-000000000000}"/>
          </ac:spMkLst>
        </pc:spChg>
        <pc:spChg chg="mod">
          <ac:chgData name="强 李" userId="cd6c7ec7188785ae" providerId="LiveId" clId="{662C0930-B515-4910-93A9-1A499EB77362}" dt="2023-03-11T21:52:35.144" v="1759" actId="14100"/>
          <ac:spMkLst>
            <pc:docMk/>
            <pc:sldMk cId="158457568" sldId="561"/>
            <ac:spMk id="18" creationId="{00000000-0000-0000-0000-000000000000}"/>
          </ac:spMkLst>
        </pc:spChg>
      </pc:sldChg>
    </pc:docChg>
  </pc:docChgLst>
  <pc:docChgLst>
    <pc:chgData name="强 李" userId="cd6c7ec7188785ae" providerId="LiveId" clId="{4C67824B-4ABF-4026-A5FF-7EB9DA765689}"/>
    <pc:docChg chg="undo custSel addSld delSld modSld sldOrd">
      <pc:chgData name="强 李" userId="cd6c7ec7188785ae" providerId="LiveId" clId="{4C67824B-4ABF-4026-A5FF-7EB9DA765689}" dt="2023-02-18T14:02:46.036" v="776" actId="729"/>
      <pc:docMkLst>
        <pc:docMk/>
      </pc:docMkLst>
      <pc:sldChg chg="modSp mod">
        <pc:chgData name="强 李" userId="cd6c7ec7188785ae" providerId="LiveId" clId="{4C67824B-4ABF-4026-A5FF-7EB9DA765689}" dt="2023-02-18T12:35:14.244" v="25" actId="20577"/>
        <pc:sldMkLst>
          <pc:docMk/>
          <pc:sldMk cId="0" sldId="413"/>
        </pc:sldMkLst>
        <pc:spChg chg="mod">
          <ac:chgData name="强 李" userId="cd6c7ec7188785ae" providerId="LiveId" clId="{4C67824B-4ABF-4026-A5FF-7EB9DA765689}" dt="2023-02-18T12:35:14.244" v="25" actId="20577"/>
          <ac:spMkLst>
            <pc:docMk/>
            <pc:sldMk cId="0" sldId="413"/>
            <ac:spMk id="4" creationId="{00000000-0000-0000-0000-000000000000}"/>
          </ac:spMkLst>
        </pc:spChg>
      </pc:sldChg>
      <pc:sldChg chg="mod modShow">
        <pc:chgData name="强 李" userId="cd6c7ec7188785ae" providerId="LiveId" clId="{4C67824B-4ABF-4026-A5FF-7EB9DA765689}" dt="2023-02-18T14:02:46.036" v="776" actId="729"/>
        <pc:sldMkLst>
          <pc:docMk/>
          <pc:sldMk cId="0" sldId="425"/>
        </pc:sldMkLst>
      </pc:sldChg>
      <pc:sldChg chg="mod modShow">
        <pc:chgData name="强 李" userId="cd6c7ec7188785ae" providerId="LiveId" clId="{4C67824B-4ABF-4026-A5FF-7EB9DA765689}" dt="2023-02-18T14:02:06.289" v="773" actId="729"/>
        <pc:sldMkLst>
          <pc:docMk/>
          <pc:sldMk cId="0" sldId="427"/>
        </pc:sldMkLst>
      </pc:sldChg>
      <pc:sldChg chg="mod modShow">
        <pc:chgData name="强 李" userId="cd6c7ec7188785ae" providerId="LiveId" clId="{4C67824B-4ABF-4026-A5FF-7EB9DA765689}" dt="2023-02-18T14:02:06.289" v="773" actId="729"/>
        <pc:sldMkLst>
          <pc:docMk/>
          <pc:sldMk cId="3608494230" sldId="530"/>
        </pc:sldMkLst>
      </pc:sldChg>
      <pc:sldChg chg="mod modShow">
        <pc:chgData name="强 李" userId="cd6c7ec7188785ae" providerId="LiveId" clId="{4C67824B-4ABF-4026-A5FF-7EB9DA765689}" dt="2023-02-18T14:02:06.289" v="773" actId="729"/>
        <pc:sldMkLst>
          <pc:docMk/>
          <pc:sldMk cId="54695671" sldId="531"/>
        </pc:sldMkLst>
      </pc:sldChg>
      <pc:sldChg chg="addSp delSp modSp mod ord">
        <pc:chgData name="强 李" userId="cd6c7ec7188785ae" providerId="LiveId" clId="{4C67824B-4ABF-4026-A5FF-7EB9DA765689}" dt="2023-02-18T12:46:27.700" v="37" actId="1076"/>
        <pc:sldMkLst>
          <pc:docMk/>
          <pc:sldMk cId="3813767857" sldId="538"/>
        </pc:sldMkLst>
        <pc:spChg chg="add del mod">
          <ac:chgData name="强 李" userId="cd6c7ec7188785ae" providerId="LiveId" clId="{4C67824B-4ABF-4026-A5FF-7EB9DA765689}" dt="2023-02-18T10:52:22.626" v="17"/>
          <ac:spMkLst>
            <pc:docMk/>
            <pc:sldMk cId="3813767857" sldId="538"/>
            <ac:spMk id="5" creationId="{00000000-0000-0000-0000-000000000000}"/>
          </ac:spMkLst>
        </pc:spChg>
        <pc:spChg chg="mod">
          <ac:chgData name="强 李" userId="cd6c7ec7188785ae" providerId="LiveId" clId="{4C67824B-4ABF-4026-A5FF-7EB9DA765689}" dt="2023-02-18T10:51:49.104" v="6" actId="6549"/>
          <ac:spMkLst>
            <pc:docMk/>
            <pc:sldMk cId="3813767857" sldId="538"/>
            <ac:spMk id="7" creationId="{00000000-0000-0000-0000-000000000000}"/>
          </ac:spMkLst>
        </pc:spChg>
        <pc:picChg chg="add del">
          <ac:chgData name="强 李" userId="cd6c7ec7188785ae" providerId="LiveId" clId="{4C67824B-4ABF-4026-A5FF-7EB9DA765689}" dt="2023-02-18T10:51:45.415" v="5" actId="22"/>
          <ac:picMkLst>
            <pc:docMk/>
            <pc:sldMk cId="3813767857" sldId="538"/>
            <ac:picMk id="3" creationId="{F858E885-3B4C-08E6-D706-338787AC8643}"/>
          </ac:picMkLst>
        </pc:picChg>
        <pc:picChg chg="add del mod">
          <ac:chgData name="强 李" userId="cd6c7ec7188785ae" providerId="LiveId" clId="{4C67824B-4ABF-4026-A5FF-7EB9DA765689}" dt="2023-02-18T10:51:44.375" v="4"/>
          <ac:picMkLst>
            <pc:docMk/>
            <pc:sldMk cId="3813767857" sldId="538"/>
            <ac:picMk id="4" creationId="{C215FE08-B064-D2BA-685A-B158F7698996}"/>
          </ac:picMkLst>
        </pc:picChg>
        <pc:picChg chg="add del mod">
          <ac:chgData name="强 李" userId="cd6c7ec7188785ae" providerId="LiveId" clId="{4C67824B-4ABF-4026-A5FF-7EB9DA765689}" dt="2023-02-18T12:40:13.868" v="27" actId="478"/>
          <ac:picMkLst>
            <pc:docMk/>
            <pc:sldMk cId="3813767857" sldId="538"/>
            <ac:picMk id="8" creationId="{D89F7F07-7A5E-961F-E5FC-4808EC192D29}"/>
          </ac:picMkLst>
        </pc:picChg>
        <pc:picChg chg="add del mod">
          <ac:chgData name="强 李" userId="cd6c7ec7188785ae" providerId="LiveId" clId="{4C67824B-4ABF-4026-A5FF-7EB9DA765689}" dt="2023-02-18T12:43:48.669" v="30" actId="478"/>
          <ac:picMkLst>
            <pc:docMk/>
            <pc:sldMk cId="3813767857" sldId="538"/>
            <ac:picMk id="10" creationId="{820B0367-8E8D-3FA2-9F7E-E58140356AAC}"/>
          </ac:picMkLst>
        </pc:picChg>
        <pc:picChg chg="add del mod">
          <ac:chgData name="强 李" userId="cd6c7ec7188785ae" providerId="LiveId" clId="{4C67824B-4ABF-4026-A5FF-7EB9DA765689}" dt="2023-02-18T12:45:31.621" v="33" actId="478"/>
          <ac:picMkLst>
            <pc:docMk/>
            <pc:sldMk cId="3813767857" sldId="538"/>
            <ac:picMk id="12" creationId="{B66D3BAF-CA7F-958C-A675-CAF8E57A7390}"/>
          </ac:picMkLst>
        </pc:picChg>
        <pc:picChg chg="add del">
          <ac:chgData name="强 李" userId="cd6c7ec7188785ae" providerId="LiveId" clId="{4C67824B-4ABF-4026-A5FF-7EB9DA765689}" dt="2023-02-18T12:46:25.397" v="35" actId="478"/>
          <ac:picMkLst>
            <pc:docMk/>
            <pc:sldMk cId="3813767857" sldId="538"/>
            <ac:picMk id="14" creationId="{FA0BC33C-1022-A907-488D-F18274D526B9}"/>
          </ac:picMkLst>
        </pc:picChg>
        <pc:picChg chg="add mod">
          <ac:chgData name="强 李" userId="cd6c7ec7188785ae" providerId="LiveId" clId="{4C67824B-4ABF-4026-A5FF-7EB9DA765689}" dt="2023-02-18T12:46:27.700" v="37" actId="1076"/>
          <ac:picMkLst>
            <pc:docMk/>
            <pc:sldMk cId="3813767857" sldId="538"/>
            <ac:picMk id="16" creationId="{74056DEE-0819-4B10-D7F5-CEF8EFDB20AE}"/>
          </ac:picMkLst>
        </pc:picChg>
      </pc:sldChg>
      <pc:sldChg chg="mod modShow">
        <pc:chgData name="强 李" userId="cd6c7ec7188785ae" providerId="LiveId" clId="{4C67824B-4ABF-4026-A5FF-7EB9DA765689}" dt="2023-02-18T14:02:34.493" v="775" actId="729"/>
        <pc:sldMkLst>
          <pc:docMk/>
          <pc:sldMk cId="3098698452" sldId="539"/>
        </pc:sldMkLst>
      </pc:sldChg>
      <pc:sldChg chg="mod modShow">
        <pc:chgData name="强 李" userId="cd6c7ec7188785ae" providerId="LiveId" clId="{4C67824B-4ABF-4026-A5FF-7EB9DA765689}" dt="2023-02-18T14:02:06.289" v="773" actId="729"/>
        <pc:sldMkLst>
          <pc:docMk/>
          <pc:sldMk cId="1804281116" sldId="540"/>
        </pc:sldMkLst>
      </pc:sldChg>
      <pc:sldChg chg="modSp mod">
        <pc:chgData name="强 李" userId="cd6c7ec7188785ae" providerId="LiveId" clId="{4C67824B-4ABF-4026-A5FF-7EB9DA765689}" dt="2023-02-18T12:52:04.687" v="135" actId="15"/>
        <pc:sldMkLst>
          <pc:docMk/>
          <pc:sldMk cId="188333421" sldId="541"/>
        </pc:sldMkLst>
        <pc:spChg chg="mod">
          <ac:chgData name="强 李" userId="cd6c7ec7188785ae" providerId="LiveId" clId="{4C67824B-4ABF-4026-A5FF-7EB9DA765689}" dt="2023-02-18T12:52:04.687" v="135" actId="15"/>
          <ac:spMkLst>
            <pc:docMk/>
            <pc:sldMk cId="188333421" sldId="541"/>
            <ac:spMk id="2" creationId="{00000000-0000-0000-0000-000000000000}"/>
          </ac:spMkLst>
        </pc:spChg>
        <pc:spChg chg="mod">
          <ac:chgData name="强 李" userId="cd6c7ec7188785ae" providerId="LiveId" clId="{4C67824B-4ABF-4026-A5FF-7EB9DA765689}" dt="2023-02-18T12:48:37.085" v="48" actId="14100"/>
          <ac:spMkLst>
            <pc:docMk/>
            <pc:sldMk cId="188333421" sldId="541"/>
            <ac:spMk id="18" creationId="{00000000-0000-0000-0000-000000000000}"/>
          </ac:spMkLst>
        </pc:spChg>
      </pc:sldChg>
      <pc:sldChg chg="addSp delSp modSp mod">
        <pc:chgData name="强 李" userId="cd6c7ec7188785ae" providerId="LiveId" clId="{4C67824B-4ABF-4026-A5FF-7EB9DA765689}" dt="2023-02-18T13:21:42.955" v="486" actId="20577"/>
        <pc:sldMkLst>
          <pc:docMk/>
          <pc:sldMk cId="3014528576" sldId="542"/>
        </pc:sldMkLst>
        <pc:spChg chg="mod">
          <ac:chgData name="强 李" userId="cd6c7ec7188785ae" providerId="LiveId" clId="{4C67824B-4ABF-4026-A5FF-7EB9DA765689}" dt="2023-02-18T13:21:42.955" v="486" actId="20577"/>
          <ac:spMkLst>
            <pc:docMk/>
            <pc:sldMk cId="3014528576" sldId="542"/>
            <ac:spMk id="2" creationId="{00000000-0000-0000-0000-000000000000}"/>
          </ac:spMkLst>
        </pc:spChg>
        <pc:spChg chg="add del">
          <ac:chgData name="强 李" userId="cd6c7ec7188785ae" providerId="LiveId" clId="{4C67824B-4ABF-4026-A5FF-7EB9DA765689}" dt="2023-02-18T13:20:43.996" v="424"/>
          <ac:spMkLst>
            <pc:docMk/>
            <pc:sldMk cId="3014528576" sldId="542"/>
            <ac:spMk id="3" creationId="{BDB90018-EE78-A5D7-1768-C00C120955C9}"/>
          </ac:spMkLst>
        </pc:spChg>
        <pc:spChg chg="mod">
          <ac:chgData name="强 李" userId="cd6c7ec7188785ae" providerId="LiveId" clId="{4C67824B-4ABF-4026-A5FF-7EB9DA765689}" dt="2023-02-18T13:16:37.422" v="387"/>
          <ac:spMkLst>
            <pc:docMk/>
            <pc:sldMk cId="3014528576" sldId="542"/>
            <ac:spMk id="18" creationId="{00000000-0000-0000-0000-000000000000}"/>
          </ac:spMkLst>
        </pc:spChg>
      </pc:sldChg>
      <pc:sldChg chg="addSp delSp modSp mod ord">
        <pc:chgData name="强 李" userId="cd6c7ec7188785ae" providerId="LiveId" clId="{4C67824B-4ABF-4026-A5FF-7EB9DA765689}" dt="2023-02-18T13:46:48.445" v="772" actId="113"/>
        <pc:sldMkLst>
          <pc:docMk/>
          <pc:sldMk cId="1242525785" sldId="543"/>
        </pc:sldMkLst>
        <pc:spChg chg="mod">
          <ac:chgData name="强 李" userId="cd6c7ec7188785ae" providerId="LiveId" clId="{4C67824B-4ABF-4026-A5FF-7EB9DA765689}" dt="2023-02-18T13:46:48.445" v="772" actId="113"/>
          <ac:spMkLst>
            <pc:docMk/>
            <pc:sldMk cId="1242525785" sldId="543"/>
            <ac:spMk id="2" creationId="{00000000-0000-0000-0000-000000000000}"/>
          </ac:spMkLst>
        </pc:spChg>
        <pc:spChg chg="add del">
          <ac:chgData name="强 李" userId="cd6c7ec7188785ae" providerId="LiveId" clId="{4C67824B-4ABF-4026-A5FF-7EB9DA765689}" dt="2023-02-18T13:45:34.636" v="744"/>
          <ac:spMkLst>
            <pc:docMk/>
            <pc:sldMk cId="1242525785" sldId="543"/>
            <ac:spMk id="3" creationId="{0EAF7D6E-4E37-4798-68A6-56ECDF8E3B3A}"/>
          </ac:spMkLst>
        </pc:spChg>
        <pc:spChg chg="mod">
          <ac:chgData name="强 李" userId="cd6c7ec7188785ae" providerId="LiveId" clId="{4C67824B-4ABF-4026-A5FF-7EB9DA765689}" dt="2023-02-18T13:45:24.868" v="742"/>
          <ac:spMkLst>
            <pc:docMk/>
            <pc:sldMk cId="1242525785" sldId="543"/>
            <ac:spMk id="18" creationId="{00000000-0000-0000-0000-000000000000}"/>
          </ac:spMkLst>
        </pc:spChg>
      </pc:sldChg>
      <pc:sldChg chg="mod modShow">
        <pc:chgData name="强 李" userId="cd6c7ec7188785ae" providerId="LiveId" clId="{4C67824B-4ABF-4026-A5FF-7EB9DA765689}" dt="2023-02-18T14:02:06.289" v="773" actId="729"/>
        <pc:sldMkLst>
          <pc:docMk/>
          <pc:sldMk cId="2346705434" sldId="544"/>
        </pc:sldMkLst>
      </pc:sldChg>
      <pc:sldChg chg="addSp modSp del mod">
        <pc:chgData name="强 李" userId="cd6c7ec7188785ae" providerId="LiveId" clId="{4C67824B-4ABF-4026-A5FF-7EB9DA765689}" dt="2023-02-18T14:02:24.641" v="774" actId="47"/>
        <pc:sldMkLst>
          <pc:docMk/>
          <pc:sldMk cId="3594653571" sldId="545"/>
        </pc:sldMkLst>
        <pc:spChg chg="add mod">
          <ac:chgData name="强 李" userId="cd6c7ec7188785ae" providerId="LiveId" clId="{4C67824B-4ABF-4026-A5FF-7EB9DA765689}" dt="2023-02-18T13:18:04.519" v="403" actId="207"/>
          <ac:spMkLst>
            <pc:docMk/>
            <pc:sldMk cId="3594653571" sldId="545"/>
            <ac:spMk id="3" creationId="{93B5B640-A200-0186-2651-3F5529A19A41}"/>
          </ac:spMkLst>
        </pc:spChg>
        <pc:spChg chg="mod">
          <ac:chgData name="强 李" userId="cd6c7ec7188785ae" providerId="LiveId" clId="{4C67824B-4ABF-4026-A5FF-7EB9DA765689}" dt="2023-02-18T13:16:46.750" v="388" actId="6549"/>
          <ac:spMkLst>
            <pc:docMk/>
            <pc:sldMk cId="3594653571" sldId="545"/>
            <ac:spMk id="7" creationId="{00000000-0000-0000-0000-000000000000}"/>
          </ac:spMkLst>
        </pc:spChg>
      </pc:sldChg>
      <pc:sldChg chg="modSp add mod">
        <pc:chgData name="强 李" userId="cd6c7ec7188785ae" providerId="LiveId" clId="{4C67824B-4ABF-4026-A5FF-7EB9DA765689}" dt="2023-02-18T13:05:32.564" v="255" actId="20577"/>
        <pc:sldMkLst>
          <pc:docMk/>
          <pc:sldMk cId="1236072088" sldId="546"/>
        </pc:sldMkLst>
        <pc:spChg chg="mod">
          <ac:chgData name="强 李" userId="cd6c7ec7188785ae" providerId="LiveId" clId="{4C67824B-4ABF-4026-A5FF-7EB9DA765689}" dt="2023-02-18T13:05:14.894" v="248" actId="6549"/>
          <ac:spMkLst>
            <pc:docMk/>
            <pc:sldMk cId="1236072088" sldId="546"/>
            <ac:spMk id="2" creationId="{00000000-0000-0000-0000-000000000000}"/>
          </ac:spMkLst>
        </pc:spChg>
        <pc:spChg chg="mod">
          <ac:chgData name="强 李" userId="cd6c7ec7188785ae" providerId="LiveId" clId="{4C67824B-4ABF-4026-A5FF-7EB9DA765689}" dt="2023-02-18T13:05:32.564" v="255" actId="20577"/>
          <ac:spMkLst>
            <pc:docMk/>
            <pc:sldMk cId="1236072088" sldId="546"/>
            <ac:spMk id="18" creationId="{00000000-0000-0000-0000-000000000000}"/>
          </ac:spMkLst>
        </pc:spChg>
      </pc:sldChg>
      <pc:sldChg chg="add del">
        <pc:chgData name="强 李" userId="cd6c7ec7188785ae" providerId="LiveId" clId="{4C67824B-4ABF-4026-A5FF-7EB9DA765689}" dt="2023-02-18T10:51:44.157" v="3"/>
        <pc:sldMkLst>
          <pc:docMk/>
          <pc:sldMk cId="2033925912" sldId="546"/>
        </pc:sldMkLst>
      </pc:sldChg>
      <pc:sldChg chg="add del">
        <pc:chgData name="强 李" userId="cd6c7ec7188785ae" providerId="LiveId" clId="{4C67824B-4ABF-4026-A5FF-7EB9DA765689}" dt="2023-02-18T10:51:53.170" v="8"/>
        <pc:sldMkLst>
          <pc:docMk/>
          <pc:sldMk cId="2511412543" sldId="546"/>
        </pc:sldMkLst>
      </pc:sldChg>
      <pc:sldChg chg="addSp delSp modSp add mod">
        <pc:chgData name="强 李" userId="cd6c7ec7188785ae" providerId="LiveId" clId="{4C67824B-4ABF-4026-A5FF-7EB9DA765689}" dt="2023-02-18T13:16:04.879" v="383" actId="6549"/>
        <pc:sldMkLst>
          <pc:docMk/>
          <pc:sldMk cId="30193004" sldId="547"/>
        </pc:sldMkLst>
        <pc:spChg chg="mod">
          <ac:chgData name="强 李" userId="cd6c7ec7188785ae" providerId="LiveId" clId="{4C67824B-4ABF-4026-A5FF-7EB9DA765689}" dt="2023-02-18T13:16:04.879" v="383" actId="6549"/>
          <ac:spMkLst>
            <pc:docMk/>
            <pc:sldMk cId="30193004" sldId="547"/>
            <ac:spMk id="2" creationId="{00000000-0000-0000-0000-000000000000}"/>
          </ac:spMkLst>
        </pc:spChg>
        <pc:spChg chg="add del">
          <ac:chgData name="强 李" userId="cd6c7ec7188785ae" providerId="LiveId" clId="{4C67824B-4ABF-4026-A5FF-7EB9DA765689}" dt="2023-02-18T13:09:29.527" v="286"/>
          <ac:spMkLst>
            <pc:docMk/>
            <pc:sldMk cId="30193004" sldId="547"/>
            <ac:spMk id="3" creationId="{8C1620A6-FDB1-5B29-AACA-B0B0E969F671}"/>
          </ac:spMkLst>
        </pc:spChg>
        <pc:spChg chg="mod">
          <ac:chgData name="强 李" userId="cd6c7ec7188785ae" providerId="LiveId" clId="{4C67824B-4ABF-4026-A5FF-7EB9DA765689}" dt="2023-02-18T13:05:01.668" v="247"/>
          <ac:spMkLst>
            <pc:docMk/>
            <pc:sldMk cId="30193004" sldId="547"/>
            <ac:spMk id="18" creationId="{00000000-0000-0000-0000-000000000000}"/>
          </ac:spMkLst>
        </pc:spChg>
      </pc:sldChg>
      <pc:sldChg chg="modSp add mod">
        <pc:chgData name="强 李" userId="cd6c7ec7188785ae" providerId="LiveId" clId="{4C67824B-4ABF-4026-A5FF-7EB9DA765689}" dt="2023-02-18T13:26:33.938" v="574"/>
        <pc:sldMkLst>
          <pc:docMk/>
          <pc:sldMk cId="1850033319" sldId="548"/>
        </pc:sldMkLst>
        <pc:spChg chg="mod">
          <ac:chgData name="强 李" userId="cd6c7ec7188785ae" providerId="LiveId" clId="{4C67824B-4ABF-4026-A5FF-7EB9DA765689}" dt="2023-02-18T13:26:33.938" v="574"/>
          <ac:spMkLst>
            <pc:docMk/>
            <pc:sldMk cId="1850033319" sldId="548"/>
            <ac:spMk id="2" creationId="{00000000-0000-0000-0000-000000000000}"/>
          </ac:spMkLst>
        </pc:spChg>
      </pc:sldChg>
      <pc:sldChg chg="modSp add mod">
        <pc:chgData name="强 李" userId="cd6c7ec7188785ae" providerId="LiveId" clId="{4C67824B-4ABF-4026-A5FF-7EB9DA765689}" dt="2023-02-18T13:33:13.180" v="650" actId="404"/>
        <pc:sldMkLst>
          <pc:docMk/>
          <pc:sldMk cId="2628862028" sldId="549"/>
        </pc:sldMkLst>
        <pc:spChg chg="mod">
          <ac:chgData name="强 李" userId="cd6c7ec7188785ae" providerId="LiveId" clId="{4C67824B-4ABF-4026-A5FF-7EB9DA765689}" dt="2023-02-18T13:33:13.180" v="650" actId="404"/>
          <ac:spMkLst>
            <pc:docMk/>
            <pc:sldMk cId="2628862028" sldId="549"/>
            <ac:spMk id="2" creationId="{00000000-0000-0000-0000-000000000000}"/>
          </ac:spMkLst>
        </pc:spChg>
      </pc:sldChg>
      <pc:sldChg chg="modSp add mod setBg">
        <pc:chgData name="强 李" userId="cd6c7ec7188785ae" providerId="LiveId" clId="{4C67824B-4ABF-4026-A5FF-7EB9DA765689}" dt="2023-02-18T13:35:53.684" v="691"/>
        <pc:sldMkLst>
          <pc:docMk/>
          <pc:sldMk cId="2538769747" sldId="550"/>
        </pc:sldMkLst>
        <pc:spChg chg="mod">
          <ac:chgData name="强 李" userId="cd6c7ec7188785ae" providerId="LiveId" clId="{4C67824B-4ABF-4026-A5FF-7EB9DA765689}" dt="2023-02-18T13:35:53.684" v="691"/>
          <ac:spMkLst>
            <pc:docMk/>
            <pc:sldMk cId="2538769747" sldId="550"/>
            <ac:spMk id="2" creationId="{00000000-0000-0000-0000-000000000000}"/>
          </ac:spMkLst>
        </pc:spChg>
      </pc:sldChg>
      <pc:sldChg chg="modSp add mod">
        <pc:chgData name="强 李" userId="cd6c7ec7188785ae" providerId="LiveId" clId="{4C67824B-4ABF-4026-A5FF-7EB9DA765689}" dt="2023-02-18T13:45:07.955" v="738" actId="20577"/>
        <pc:sldMkLst>
          <pc:docMk/>
          <pc:sldMk cId="2632320746" sldId="551"/>
        </pc:sldMkLst>
        <pc:spChg chg="mod">
          <ac:chgData name="强 李" userId="cd6c7ec7188785ae" providerId="LiveId" clId="{4C67824B-4ABF-4026-A5FF-7EB9DA765689}" dt="2023-02-18T13:45:07.955" v="738" actId="20577"/>
          <ac:spMkLst>
            <pc:docMk/>
            <pc:sldMk cId="2632320746" sldId="551"/>
            <ac:spMk id="2" creationId="{00000000-0000-0000-0000-000000000000}"/>
          </ac:spMkLst>
        </pc:spChg>
      </pc:sldChg>
    </pc:docChg>
  </pc:docChgLst>
  <pc:docChgLst>
    <pc:chgData name="强 李" userId="cd6c7ec7188785ae" providerId="LiveId" clId="{B6154CA8-8C72-45D2-BE76-D4B6167EDC87}"/>
    <pc:docChg chg="modSld sldOrd">
      <pc:chgData name="强 李" userId="cd6c7ec7188785ae" providerId="LiveId" clId="{B6154CA8-8C72-45D2-BE76-D4B6167EDC87}" dt="2023-03-18T21:53:03.774" v="74"/>
      <pc:docMkLst>
        <pc:docMk/>
      </pc:docMkLst>
      <pc:sldChg chg="modSp mod">
        <pc:chgData name="强 李" userId="cd6c7ec7188785ae" providerId="LiveId" clId="{B6154CA8-8C72-45D2-BE76-D4B6167EDC87}" dt="2023-03-18T21:53:03.774" v="74"/>
        <pc:sldMkLst>
          <pc:docMk/>
          <pc:sldMk cId="188333421" sldId="541"/>
        </pc:sldMkLst>
        <pc:spChg chg="mod">
          <ac:chgData name="强 李" userId="cd6c7ec7188785ae" providerId="LiveId" clId="{B6154CA8-8C72-45D2-BE76-D4B6167EDC87}" dt="2023-03-18T21:53:03.774" v="74"/>
          <ac:spMkLst>
            <pc:docMk/>
            <pc:sldMk cId="188333421" sldId="541"/>
            <ac:spMk id="18" creationId="{00000000-0000-0000-0000-000000000000}"/>
          </ac:spMkLst>
        </pc:spChg>
      </pc:sldChg>
      <pc:sldChg chg="ord">
        <pc:chgData name="强 李" userId="cd6c7ec7188785ae" providerId="LiveId" clId="{B6154CA8-8C72-45D2-BE76-D4B6167EDC87}" dt="2023-03-18T21:01:16.632" v="1"/>
        <pc:sldMkLst>
          <pc:docMk/>
          <pc:sldMk cId="3418790839" sldId="554"/>
        </pc:sldMkLst>
      </pc:sldChg>
      <pc:sldChg chg="modSp mod">
        <pc:chgData name="强 李" userId="cd6c7ec7188785ae" providerId="LiveId" clId="{B6154CA8-8C72-45D2-BE76-D4B6167EDC87}" dt="2023-03-18T21:49:01.243" v="19"/>
        <pc:sldMkLst>
          <pc:docMk/>
          <pc:sldMk cId="3692116085" sldId="555"/>
        </pc:sldMkLst>
        <pc:spChg chg="mod">
          <ac:chgData name="强 李" userId="cd6c7ec7188785ae" providerId="LiveId" clId="{B6154CA8-8C72-45D2-BE76-D4B6167EDC87}" dt="2023-03-18T21:49:01.243" v="19"/>
          <ac:spMkLst>
            <pc:docMk/>
            <pc:sldMk cId="3692116085" sldId="555"/>
            <ac:spMk id="2" creationId="{00000000-0000-0000-0000-000000000000}"/>
          </ac:spMkLst>
        </pc:spChg>
      </pc:sldChg>
      <pc:sldChg chg="modSp mod">
        <pc:chgData name="强 李" userId="cd6c7ec7188785ae" providerId="LiveId" clId="{B6154CA8-8C72-45D2-BE76-D4B6167EDC87}" dt="2023-03-18T21:52:46.950" v="70" actId="20577"/>
        <pc:sldMkLst>
          <pc:docMk/>
          <pc:sldMk cId="996529028" sldId="556"/>
        </pc:sldMkLst>
        <pc:spChg chg="mod">
          <ac:chgData name="强 李" userId="cd6c7ec7188785ae" providerId="LiveId" clId="{B6154CA8-8C72-45D2-BE76-D4B6167EDC87}" dt="2023-03-18T21:52:46.950" v="70" actId="20577"/>
          <ac:spMkLst>
            <pc:docMk/>
            <pc:sldMk cId="996529028" sldId="556"/>
            <ac:spMk id="2" creationId="{00000000-0000-0000-0000-000000000000}"/>
          </ac:spMkLst>
        </pc:spChg>
        <pc:spChg chg="mod">
          <ac:chgData name="强 李" userId="cd6c7ec7188785ae" providerId="LiveId" clId="{B6154CA8-8C72-45D2-BE76-D4B6167EDC87}" dt="2023-03-18T21:51:22.206" v="22"/>
          <ac:spMkLst>
            <pc:docMk/>
            <pc:sldMk cId="996529028" sldId="556"/>
            <ac:spMk id="18" creationId="{00000000-0000-0000-0000-000000000000}"/>
          </ac:spMkLst>
        </pc:spChg>
      </pc:sldChg>
    </pc:docChg>
  </pc:docChgLst>
  <pc:docChgLst>
    <pc:chgData name="李 强" userId="cd6c7ec7188785ae" providerId="LiveId" clId="{A0AD0D13-0BFD-4F11-9585-DCCAE7360DFB}"/>
    <pc:docChg chg="undo custSel addSld delSld modSld sldOrd">
      <pc:chgData name="李 强" userId="cd6c7ec7188785ae" providerId="LiveId" clId="{A0AD0D13-0BFD-4F11-9585-DCCAE7360DFB}" dt="2023-02-18T22:02:41.586" v="492" actId="255"/>
      <pc:docMkLst>
        <pc:docMk/>
      </pc:docMkLst>
      <pc:sldChg chg="modSp mod">
        <pc:chgData name="李 强" userId="cd6c7ec7188785ae" providerId="LiveId" clId="{A0AD0D13-0BFD-4F11-9585-DCCAE7360DFB}" dt="2023-02-18T14:05:07.474" v="2" actId="20577"/>
        <pc:sldMkLst>
          <pc:docMk/>
          <pc:sldMk cId="0" sldId="413"/>
        </pc:sldMkLst>
        <pc:spChg chg="mod">
          <ac:chgData name="李 强" userId="cd6c7ec7188785ae" providerId="LiveId" clId="{A0AD0D13-0BFD-4F11-9585-DCCAE7360DFB}" dt="2023-02-18T14:05:07.474" v="2" actId="20577"/>
          <ac:spMkLst>
            <pc:docMk/>
            <pc:sldMk cId="0" sldId="413"/>
            <ac:spMk id="4" creationId="{00000000-0000-0000-0000-000000000000}"/>
          </ac:spMkLst>
        </pc:spChg>
      </pc:sldChg>
      <pc:sldChg chg="addSp delSp modSp mod modShow">
        <pc:chgData name="李 强" userId="cd6c7ec7188785ae" providerId="LiveId" clId="{A0AD0D13-0BFD-4F11-9585-DCCAE7360DFB}" dt="2023-02-18T21:02:35.854" v="197"/>
        <pc:sldMkLst>
          <pc:docMk/>
          <pc:sldMk cId="0" sldId="425"/>
        </pc:sldMkLst>
        <pc:spChg chg="del mod">
          <ac:chgData name="李 强" userId="cd6c7ec7188785ae" providerId="LiveId" clId="{A0AD0D13-0BFD-4F11-9585-DCCAE7360DFB}" dt="2023-02-18T21:00:06.895" v="170" actId="12084"/>
          <ac:spMkLst>
            <pc:docMk/>
            <pc:sldMk cId="0" sldId="425"/>
            <ac:spMk id="2" creationId="{00000000-0000-0000-0000-000000000000}"/>
          </ac:spMkLst>
        </pc:spChg>
        <pc:spChg chg="mod">
          <ac:chgData name="李 强" userId="cd6c7ec7188785ae" providerId="LiveId" clId="{A0AD0D13-0BFD-4F11-9585-DCCAE7360DFB}" dt="2023-02-18T21:01:38.486" v="195" actId="14100"/>
          <ac:spMkLst>
            <pc:docMk/>
            <pc:sldMk cId="0" sldId="425"/>
            <ac:spMk id="18" creationId="{00000000-0000-0000-0000-000000000000}"/>
          </ac:spMkLst>
        </pc:spChg>
        <pc:graphicFrameChg chg="add mod">
          <ac:chgData name="李 强" userId="cd6c7ec7188785ae" providerId="LiveId" clId="{A0AD0D13-0BFD-4F11-9585-DCCAE7360DFB}" dt="2023-02-18T21:02:35.854" v="197"/>
          <ac:graphicFrameMkLst>
            <pc:docMk/>
            <pc:sldMk cId="0" sldId="425"/>
            <ac:graphicFrameMk id="5" creationId="{6AB369E9-7320-DE30-3AFD-31DAAE20458E}"/>
          </ac:graphicFrameMkLst>
        </pc:graphicFrameChg>
        <pc:picChg chg="add del mod">
          <ac:chgData name="李 强" userId="cd6c7ec7188785ae" providerId="LiveId" clId="{A0AD0D13-0BFD-4F11-9585-DCCAE7360DFB}" dt="2023-02-18T20:57:43.430" v="165" actId="478"/>
          <ac:picMkLst>
            <pc:docMk/>
            <pc:sldMk cId="0" sldId="425"/>
            <ac:picMk id="4" creationId="{27225987-7E0F-6DA0-ECD3-734739A316A7}"/>
          </ac:picMkLst>
        </pc:picChg>
      </pc:sldChg>
      <pc:sldChg chg="del">
        <pc:chgData name="李 强" userId="cd6c7ec7188785ae" providerId="LiveId" clId="{A0AD0D13-0BFD-4F11-9585-DCCAE7360DFB}" dt="2023-02-18T14:05:02.428" v="1" actId="47"/>
        <pc:sldMkLst>
          <pc:docMk/>
          <pc:sldMk cId="0" sldId="427"/>
        </pc:sldMkLst>
      </pc:sldChg>
      <pc:sldChg chg="del">
        <pc:chgData name="李 强" userId="cd6c7ec7188785ae" providerId="LiveId" clId="{A0AD0D13-0BFD-4F11-9585-DCCAE7360DFB}" dt="2023-02-18T14:05:02.428" v="1" actId="47"/>
        <pc:sldMkLst>
          <pc:docMk/>
          <pc:sldMk cId="3608494230" sldId="530"/>
        </pc:sldMkLst>
      </pc:sldChg>
      <pc:sldChg chg="addSp delSp modSp add del mod ord">
        <pc:chgData name="李 强" userId="cd6c7ec7188785ae" providerId="LiveId" clId="{A0AD0D13-0BFD-4F11-9585-DCCAE7360DFB}" dt="2023-02-18T21:13:58.400" v="255" actId="1076"/>
        <pc:sldMkLst>
          <pc:docMk/>
          <pc:sldMk cId="54695671" sldId="531"/>
        </pc:sldMkLst>
        <pc:spChg chg="mod">
          <ac:chgData name="李 强" userId="cd6c7ec7188785ae" providerId="LiveId" clId="{A0AD0D13-0BFD-4F11-9585-DCCAE7360DFB}" dt="2023-02-18T21:13:51.529" v="253" actId="6549"/>
          <ac:spMkLst>
            <pc:docMk/>
            <pc:sldMk cId="54695671" sldId="531"/>
            <ac:spMk id="2" creationId="{00000000-0000-0000-0000-000000000000}"/>
          </ac:spMkLst>
        </pc:spChg>
        <pc:spChg chg="mod">
          <ac:chgData name="李 强" userId="cd6c7ec7188785ae" providerId="LiveId" clId="{A0AD0D13-0BFD-4F11-9585-DCCAE7360DFB}" dt="2023-02-18T21:13:48.208" v="252"/>
          <ac:spMkLst>
            <pc:docMk/>
            <pc:sldMk cId="54695671" sldId="531"/>
            <ac:spMk id="7" creationId="{2D1A8CAF-63CC-1BAD-13AD-0325E43D050B}"/>
          </ac:spMkLst>
        </pc:spChg>
        <pc:spChg chg="mod">
          <ac:chgData name="李 强" userId="cd6c7ec7188785ae" providerId="LiveId" clId="{A0AD0D13-0BFD-4F11-9585-DCCAE7360DFB}" dt="2023-02-18T14:19:59.465" v="15"/>
          <ac:spMkLst>
            <pc:docMk/>
            <pc:sldMk cId="54695671" sldId="531"/>
            <ac:spMk id="18" creationId="{00000000-0000-0000-0000-000000000000}"/>
          </ac:spMkLst>
        </pc:spChg>
        <pc:grpChg chg="add mod">
          <ac:chgData name="李 强" userId="cd6c7ec7188785ae" providerId="LiveId" clId="{A0AD0D13-0BFD-4F11-9585-DCCAE7360DFB}" dt="2023-02-18T21:13:58.400" v="255" actId="1076"/>
          <ac:grpSpMkLst>
            <pc:docMk/>
            <pc:sldMk cId="54695671" sldId="531"/>
            <ac:grpSpMk id="5" creationId="{66B526DA-78B5-EF99-F66F-28E8DE868CF9}"/>
          </ac:grpSpMkLst>
        </pc:grpChg>
        <pc:picChg chg="add del mod">
          <ac:chgData name="李 强" userId="cd6c7ec7188785ae" providerId="LiveId" clId="{A0AD0D13-0BFD-4F11-9585-DCCAE7360DFB}" dt="2023-02-18T21:13:54.098" v="254" actId="478"/>
          <ac:picMkLst>
            <pc:docMk/>
            <pc:sldMk cId="54695671" sldId="531"/>
            <ac:picMk id="4" creationId="{A334C737-564D-2E1B-D7F5-75244E536269}"/>
          </ac:picMkLst>
        </pc:picChg>
        <pc:picChg chg="mod">
          <ac:chgData name="李 强" userId="cd6c7ec7188785ae" providerId="LiveId" clId="{A0AD0D13-0BFD-4F11-9585-DCCAE7360DFB}" dt="2023-02-18T21:13:31.748" v="247"/>
          <ac:picMkLst>
            <pc:docMk/>
            <pc:sldMk cId="54695671" sldId="531"/>
            <ac:picMk id="6" creationId="{7ED050C9-E1B9-1C8B-E9AC-6460500E2DCD}"/>
          </ac:picMkLst>
        </pc:picChg>
      </pc:sldChg>
      <pc:sldChg chg="del">
        <pc:chgData name="李 强" userId="cd6c7ec7188785ae" providerId="LiveId" clId="{A0AD0D13-0BFD-4F11-9585-DCCAE7360DFB}" dt="2023-02-18T14:05:02.428" v="1" actId="47"/>
        <pc:sldMkLst>
          <pc:docMk/>
          <pc:sldMk cId="3098698452" sldId="539"/>
        </pc:sldMkLst>
      </pc:sldChg>
      <pc:sldChg chg="del">
        <pc:chgData name="李 强" userId="cd6c7ec7188785ae" providerId="LiveId" clId="{A0AD0D13-0BFD-4F11-9585-DCCAE7360DFB}" dt="2023-02-18T14:05:02.428" v="1" actId="47"/>
        <pc:sldMkLst>
          <pc:docMk/>
          <pc:sldMk cId="1804281116" sldId="540"/>
        </pc:sldMkLst>
      </pc:sldChg>
      <pc:sldChg chg="modSp mod">
        <pc:chgData name="李 强" userId="cd6c7ec7188785ae" providerId="LiveId" clId="{A0AD0D13-0BFD-4F11-9585-DCCAE7360DFB}" dt="2023-02-18T21:23:04.632" v="330" actId="20577"/>
        <pc:sldMkLst>
          <pc:docMk/>
          <pc:sldMk cId="188333421" sldId="541"/>
        </pc:sldMkLst>
        <pc:spChg chg="mod">
          <ac:chgData name="李 强" userId="cd6c7ec7188785ae" providerId="LiveId" clId="{A0AD0D13-0BFD-4F11-9585-DCCAE7360DFB}" dt="2023-02-18T21:23:04.632" v="330" actId="20577"/>
          <ac:spMkLst>
            <pc:docMk/>
            <pc:sldMk cId="188333421" sldId="541"/>
            <ac:spMk id="2" creationId="{00000000-0000-0000-0000-000000000000}"/>
          </ac:spMkLst>
        </pc:spChg>
      </pc:sldChg>
      <pc:sldChg chg="addSp modSp mod">
        <pc:chgData name="李 强" userId="cd6c7ec7188785ae" providerId="LiveId" clId="{A0AD0D13-0BFD-4F11-9585-DCCAE7360DFB}" dt="2023-02-18T21:59:06.009" v="472" actId="108"/>
        <pc:sldMkLst>
          <pc:docMk/>
          <pc:sldMk cId="3014528576" sldId="542"/>
        </pc:sldMkLst>
        <pc:spChg chg="mod">
          <ac:chgData name="李 强" userId="cd6c7ec7188785ae" providerId="LiveId" clId="{A0AD0D13-0BFD-4F11-9585-DCCAE7360DFB}" dt="2023-02-18T21:59:06.009" v="472" actId="108"/>
          <ac:spMkLst>
            <pc:docMk/>
            <pc:sldMk cId="3014528576" sldId="542"/>
            <ac:spMk id="2" creationId="{00000000-0000-0000-0000-000000000000}"/>
          </ac:spMkLst>
        </pc:spChg>
        <pc:spChg chg="mod">
          <ac:chgData name="李 强" userId="cd6c7ec7188785ae" providerId="LiveId" clId="{A0AD0D13-0BFD-4F11-9585-DCCAE7360DFB}" dt="2023-02-18T21:16:15.920" v="307"/>
          <ac:spMkLst>
            <pc:docMk/>
            <pc:sldMk cId="3014528576" sldId="542"/>
            <ac:spMk id="5" creationId="{4A5AC82D-48F1-5DA2-0A95-193BBCEEA933}"/>
          </ac:spMkLst>
        </pc:spChg>
        <pc:grpChg chg="add mod">
          <ac:chgData name="李 强" userId="cd6c7ec7188785ae" providerId="LiveId" clId="{A0AD0D13-0BFD-4F11-9585-DCCAE7360DFB}" dt="2023-02-18T21:16:03.447" v="301" actId="1076"/>
          <ac:grpSpMkLst>
            <pc:docMk/>
            <pc:sldMk cId="3014528576" sldId="542"/>
            <ac:grpSpMk id="3" creationId="{726480B9-F738-F9C4-A3A9-291FDBCBE60B}"/>
          </ac:grpSpMkLst>
        </pc:grpChg>
        <pc:picChg chg="mod">
          <ac:chgData name="李 强" userId="cd6c7ec7188785ae" providerId="LiveId" clId="{A0AD0D13-0BFD-4F11-9585-DCCAE7360DFB}" dt="2023-02-18T21:15:58.004" v="299"/>
          <ac:picMkLst>
            <pc:docMk/>
            <pc:sldMk cId="3014528576" sldId="542"/>
            <ac:picMk id="4" creationId="{515BC975-09A1-48C6-8FED-743CBD34CC3B}"/>
          </ac:picMkLst>
        </pc:picChg>
      </pc:sldChg>
      <pc:sldChg chg="del">
        <pc:chgData name="李 强" userId="cd6c7ec7188785ae" providerId="LiveId" clId="{A0AD0D13-0BFD-4F11-9585-DCCAE7360DFB}" dt="2023-02-18T14:05:02.428" v="1" actId="47"/>
        <pc:sldMkLst>
          <pc:docMk/>
          <pc:sldMk cId="2346705434" sldId="544"/>
        </pc:sldMkLst>
      </pc:sldChg>
      <pc:sldChg chg="addSp delSp modSp mod">
        <pc:chgData name="李 强" userId="cd6c7ec7188785ae" providerId="LiveId" clId="{A0AD0D13-0BFD-4F11-9585-DCCAE7360DFB}" dt="2023-02-18T21:27:48.110" v="340" actId="20577"/>
        <pc:sldMkLst>
          <pc:docMk/>
          <pc:sldMk cId="1236072088" sldId="546"/>
        </pc:sldMkLst>
        <pc:spChg chg="mod">
          <ac:chgData name="李 强" userId="cd6c7ec7188785ae" providerId="LiveId" clId="{A0AD0D13-0BFD-4F11-9585-DCCAE7360DFB}" dt="2023-02-18T21:27:48.110" v="340" actId="20577"/>
          <ac:spMkLst>
            <pc:docMk/>
            <pc:sldMk cId="1236072088" sldId="546"/>
            <ac:spMk id="2" creationId="{00000000-0000-0000-0000-000000000000}"/>
          </ac:spMkLst>
        </pc:spChg>
        <pc:spChg chg="add del">
          <ac:chgData name="李 强" userId="cd6c7ec7188785ae" providerId="LiveId" clId="{A0AD0D13-0BFD-4F11-9585-DCCAE7360DFB}" dt="2023-02-18T21:12:00.948" v="222"/>
          <ac:spMkLst>
            <pc:docMk/>
            <pc:sldMk cId="1236072088" sldId="546"/>
            <ac:spMk id="4" creationId="{A40F4468-0073-3ECA-9CD9-F87616BD0B00}"/>
          </ac:spMkLst>
        </pc:spChg>
        <pc:spChg chg="add mod">
          <ac:chgData name="李 强" userId="cd6c7ec7188785ae" providerId="LiveId" clId="{A0AD0D13-0BFD-4F11-9585-DCCAE7360DFB}" dt="2023-02-18T21:12:38.373" v="226" actId="164"/>
          <ac:spMkLst>
            <pc:docMk/>
            <pc:sldMk cId="1236072088" sldId="546"/>
            <ac:spMk id="6" creationId="{C7DDE0EC-59DE-48FE-924A-E11B03032422}"/>
          </ac:spMkLst>
        </pc:spChg>
        <pc:grpChg chg="add mod">
          <ac:chgData name="李 强" userId="cd6c7ec7188785ae" providerId="LiveId" clId="{A0AD0D13-0BFD-4F11-9585-DCCAE7360DFB}" dt="2023-02-18T21:13:23.063" v="246" actId="1076"/>
          <ac:grpSpMkLst>
            <pc:docMk/>
            <pc:sldMk cId="1236072088" sldId="546"/>
            <ac:grpSpMk id="7" creationId="{8415C2D7-F2C8-1C6F-5DD8-9970E53E2F4E}"/>
          </ac:grpSpMkLst>
        </pc:grpChg>
        <pc:picChg chg="add mod">
          <ac:chgData name="李 强" userId="cd6c7ec7188785ae" providerId="LiveId" clId="{A0AD0D13-0BFD-4F11-9585-DCCAE7360DFB}" dt="2023-02-18T21:12:38.373" v="226" actId="164"/>
          <ac:picMkLst>
            <pc:docMk/>
            <pc:sldMk cId="1236072088" sldId="546"/>
            <ac:picMk id="3" creationId="{970178CA-16A9-F886-F888-C097DE33FCD7}"/>
          </ac:picMkLst>
        </pc:picChg>
      </pc:sldChg>
      <pc:sldChg chg="addSp modSp mod">
        <pc:chgData name="李 强" userId="cd6c7ec7188785ae" providerId="LiveId" clId="{A0AD0D13-0BFD-4F11-9585-DCCAE7360DFB}" dt="2023-02-18T21:47:29.054" v="348" actId="20577"/>
        <pc:sldMkLst>
          <pc:docMk/>
          <pc:sldMk cId="30193004" sldId="547"/>
        </pc:sldMkLst>
        <pc:spChg chg="mod">
          <ac:chgData name="李 强" userId="cd6c7ec7188785ae" providerId="LiveId" clId="{A0AD0D13-0BFD-4F11-9585-DCCAE7360DFB}" dt="2023-02-18T21:47:29.054" v="348" actId="20577"/>
          <ac:spMkLst>
            <pc:docMk/>
            <pc:sldMk cId="30193004" sldId="547"/>
            <ac:spMk id="2" creationId="{00000000-0000-0000-0000-000000000000}"/>
          </ac:spMkLst>
        </pc:spChg>
        <pc:spChg chg="mod">
          <ac:chgData name="李 强" userId="cd6c7ec7188785ae" providerId="LiveId" clId="{A0AD0D13-0BFD-4F11-9585-DCCAE7360DFB}" dt="2023-02-18T21:43:53.150" v="344"/>
          <ac:spMkLst>
            <pc:docMk/>
            <pc:sldMk cId="30193004" sldId="547"/>
            <ac:spMk id="5" creationId="{119776E6-13D0-E3C6-B0AF-0AE81EC32EB1}"/>
          </ac:spMkLst>
        </pc:spChg>
        <pc:grpChg chg="add mod">
          <ac:chgData name="李 强" userId="cd6c7ec7188785ae" providerId="LiveId" clId="{A0AD0D13-0BFD-4F11-9585-DCCAE7360DFB}" dt="2023-02-18T21:44:00.314" v="345" actId="1076"/>
          <ac:grpSpMkLst>
            <pc:docMk/>
            <pc:sldMk cId="30193004" sldId="547"/>
            <ac:grpSpMk id="3" creationId="{09E1F726-1044-0820-13BF-1422AEAF8B9A}"/>
          </ac:grpSpMkLst>
        </pc:grpChg>
        <pc:picChg chg="mod">
          <ac:chgData name="李 强" userId="cd6c7ec7188785ae" providerId="LiveId" clId="{A0AD0D13-0BFD-4F11-9585-DCCAE7360DFB}" dt="2023-02-18T21:12:53.547" v="227"/>
          <ac:picMkLst>
            <pc:docMk/>
            <pc:sldMk cId="30193004" sldId="547"/>
            <ac:picMk id="4" creationId="{338F6CE7-DF82-8F79-312B-B5451C1B1882}"/>
          </ac:picMkLst>
        </pc:picChg>
      </pc:sldChg>
      <pc:sldChg chg="addSp delSp modSp mod">
        <pc:chgData name="李 强" userId="cd6c7ec7188785ae" providerId="LiveId" clId="{A0AD0D13-0BFD-4F11-9585-DCCAE7360DFB}" dt="2023-02-18T22:02:41.586" v="492" actId="255"/>
        <pc:sldMkLst>
          <pc:docMk/>
          <pc:sldMk cId="1850033319" sldId="548"/>
        </pc:sldMkLst>
        <pc:spChg chg="mod">
          <ac:chgData name="李 强" userId="cd6c7ec7188785ae" providerId="LiveId" clId="{A0AD0D13-0BFD-4F11-9585-DCCAE7360DFB}" dt="2023-02-18T22:02:41.586" v="492" actId="255"/>
          <ac:spMkLst>
            <pc:docMk/>
            <pc:sldMk cId="1850033319" sldId="548"/>
            <ac:spMk id="2" creationId="{00000000-0000-0000-0000-000000000000}"/>
          </ac:spMkLst>
        </pc:spChg>
        <pc:spChg chg="mod">
          <ac:chgData name="李 强" userId="cd6c7ec7188785ae" providerId="LiveId" clId="{A0AD0D13-0BFD-4F11-9585-DCCAE7360DFB}" dt="2023-02-18T21:16:26.672" v="314"/>
          <ac:spMkLst>
            <pc:docMk/>
            <pc:sldMk cId="1850033319" sldId="548"/>
            <ac:spMk id="5" creationId="{AD90000D-A3AB-4A8E-D619-ACF05C853ADF}"/>
          </ac:spMkLst>
        </pc:spChg>
        <pc:spChg chg="add del">
          <ac:chgData name="李 强" userId="cd6c7ec7188785ae" providerId="LiveId" clId="{A0AD0D13-0BFD-4F11-9585-DCCAE7360DFB}" dt="2023-02-18T22:01:14.038" v="478"/>
          <ac:spMkLst>
            <pc:docMk/>
            <pc:sldMk cId="1850033319" sldId="548"/>
            <ac:spMk id="6" creationId="{0D605B4C-1607-2DBB-D37E-6709AAD130B0}"/>
          </ac:spMkLst>
        </pc:spChg>
        <pc:grpChg chg="add mod">
          <ac:chgData name="李 强" userId="cd6c7ec7188785ae" providerId="LiveId" clId="{A0AD0D13-0BFD-4F11-9585-DCCAE7360DFB}" dt="2023-02-18T21:14:25" v="258" actId="1076"/>
          <ac:grpSpMkLst>
            <pc:docMk/>
            <pc:sldMk cId="1850033319" sldId="548"/>
            <ac:grpSpMk id="3" creationId="{E3F25E25-2780-0BA4-5F1E-81FE86C42EC9}"/>
          </ac:grpSpMkLst>
        </pc:grpChg>
        <pc:picChg chg="mod">
          <ac:chgData name="李 强" userId="cd6c7ec7188785ae" providerId="LiveId" clId="{A0AD0D13-0BFD-4F11-9585-DCCAE7360DFB}" dt="2023-02-18T21:14:17.826" v="256"/>
          <ac:picMkLst>
            <pc:docMk/>
            <pc:sldMk cId="1850033319" sldId="548"/>
            <ac:picMk id="4" creationId="{1CFAAF72-0F47-0A47-6A0E-E70AE1FF0468}"/>
          </ac:picMkLst>
        </pc:picChg>
      </pc:sldChg>
      <pc:sldChg chg="addSp modSp mod">
        <pc:chgData name="李 强" userId="cd6c7ec7188785ae" providerId="LiveId" clId="{A0AD0D13-0BFD-4F11-9585-DCCAE7360DFB}" dt="2023-02-18T21:16:36.566" v="321"/>
        <pc:sldMkLst>
          <pc:docMk/>
          <pc:sldMk cId="2628862028" sldId="549"/>
        </pc:sldMkLst>
        <pc:spChg chg="mod">
          <ac:chgData name="李 强" userId="cd6c7ec7188785ae" providerId="LiveId" clId="{A0AD0D13-0BFD-4F11-9585-DCCAE7360DFB}" dt="2023-02-18T21:16:36.566" v="321"/>
          <ac:spMkLst>
            <pc:docMk/>
            <pc:sldMk cId="2628862028" sldId="549"/>
            <ac:spMk id="5" creationId="{B32F6395-DF06-AC0E-506A-B0C2FC26362A}"/>
          </ac:spMkLst>
        </pc:spChg>
        <pc:grpChg chg="add mod">
          <ac:chgData name="李 强" userId="cd6c7ec7188785ae" providerId="LiveId" clId="{A0AD0D13-0BFD-4F11-9585-DCCAE7360DFB}" dt="2023-02-18T21:14:49.153" v="270" actId="1076"/>
          <ac:grpSpMkLst>
            <pc:docMk/>
            <pc:sldMk cId="2628862028" sldId="549"/>
            <ac:grpSpMk id="3" creationId="{15504A29-F313-2069-DA9C-4A5EEF8D8768}"/>
          </ac:grpSpMkLst>
        </pc:grpChg>
        <pc:picChg chg="mod">
          <ac:chgData name="李 强" userId="cd6c7ec7188785ae" providerId="LiveId" clId="{A0AD0D13-0BFD-4F11-9585-DCCAE7360DFB}" dt="2023-02-18T21:14:44.258" v="268"/>
          <ac:picMkLst>
            <pc:docMk/>
            <pc:sldMk cId="2628862028" sldId="549"/>
            <ac:picMk id="4" creationId="{1E0EB8D9-2C07-D2D1-3B8A-D9C73D2496CC}"/>
          </ac:picMkLst>
        </pc:picChg>
      </pc:sldChg>
      <pc:sldChg chg="addSp modSp mod">
        <pc:chgData name="李 强" userId="cd6c7ec7188785ae" providerId="LiveId" clId="{A0AD0D13-0BFD-4F11-9585-DCCAE7360DFB}" dt="2023-02-18T21:16:41.711" v="324"/>
        <pc:sldMkLst>
          <pc:docMk/>
          <pc:sldMk cId="2538769747" sldId="550"/>
        </pc:sldMkLst>
        <pc:spChg chg="mod">
          <ac:chgData name="李 强" userId="cd6c7ec7188785ae" providerId="LiveId" clId="{A0AD0D13-0BFD-4F11-9585-DCCAE7360DFB}" dt="2023-02-18T21:16:41.711" v="324"/>
          <ac:spMkLst>
            <pc:docMk/>
            <pc:sldMk cId="2538769747" sldId="550"/>
            <ac:spMk id="5" creationId="{BBDB9439-D752-AD3A-8991-38100E75641C}"/>
          </ac:spMkLst>
        </pc:spChg>
        <pc:grpChg chg="add mod">
          <ac:chgData name="李 强" userId="cd6c7ec7188785ae" providerId="LiveId" clId="{A0AD0D13-0BFD-4F11-9585-DCCAE7360DFB}" dt="2023-02-18T21:15:18.529" v="286" actId="1076"/>
          <ac:grpSpMkLst>
            <pc:docMk/>
            <pc:sldMk cId="2538769747" sldId="550"/>
            <ac:grpSpMk id="3" creationId="{54B3D18A-B537-B68D-5B83-792788905E8E}"/>
          </ac:grpSpMkLst>
        </pc:grpChg>
        <pc:picChg chg="mod">
          <ac:chgData name="李 强" userId="cd6c7ec7188785ae" providerId="LiveId" clId="{A0AD0D13-0BFD-4F11-9585-DCCAE7360DFB}" dt="2023-02-18T21:15:12.816" v="284"/>
          <ac:picMkLst>
            <pc:docMk/>
            <pc:sldMk cId="2538769747" sldId="550"/>
            <ac:picMk id="4" creationId="{97CEEC7A-6ADE-618A-42EC-AD3DE6C4EF02}"/>
          </ac:picMkLst>
        </pc:picChg>
      </pc:sldChg>
      <pc:sldChg chg="addSp modSp mod">
        <pc:chgData name="李 强" userId="cd6c7ec7188785ae" providerId="LiveId" clId="{A0AD0D13-0BFD-4F11-9585-DCCAE7360DFB}" dt="2023-02-18T21:21:05.188" v="329" actId="404"/>
        <pc:sldMkLst>
          <pc:docMk/>
          <pc:sldMk cId="2632320746" sldId="551"/>
        </pc:sldMkLst>
        <pc:spChg chg="add mod">
          <ac:chgData name="李 强" userId="cd6c7ec7188785ae" providerId="LiveId" clId="{A0AD0D13-0BFD-4F11-9585-DCCAE7360DFB}" dt="2023-02-18T21:21:05.188" v="329" actId="404"/>
          <ac:spMkLst>
            <pc:docMk/>
            <pc:sldMk cId="2632320746" sldId="551"/>
            <ac:spMk id="4" creationId="{4B362D96-9962-5976-8E72-0BB5DA524421}"/>
          </ac:spMkLst>
        </pc:spChg>
      </pc:sldChg>
      <pc:sldChg chg="modSp add mod">
        <pc:chgData name="李 强" userId="cd6c7ec7188785ae" providerId="LiveId" clId="{A0AD0D13-0BFD-4F11-9585-DCCAE7360DFB}" dt="2023-02-18T20:54:01.742" v="156"/>
        <pc:sldMkLst>
          <pc:docMk/>
          <pc:sldMk cId="419382719" sldId="552"/>
        </pc:sldMkLst>
        <pc:spChg chg="mod">
          <ac:chgData name="李 强" userId="cd6c7ec7188785ae" providerId="LiveId" clId="{A0AD0D13-0BFD-4F11-9585-DCCAE7360DFB}" dt="2023-02-18T20:54:01.742" v="156"/>
          <ac:spMkLst>
            <pc:docMk/>
            <pc:sldMk cId="419382719" sldId="552"/>
            <ac:spMk id="2" creationId="{00000000-0000-0000-0000-000000000000}"/>
          </ac:spMkLst>
        </pc:spChg>
        <pc:spChg chg="mod">
          <ac:chgData name="李 强" userId="cd6c7ec7188785ae" providerId="LiveId" clId="{A0AD0D13-0BFD-4F11-9585-DCCAE7360DFB}" dt="2023-02-18T20:48:54.926" v="20"/>
          <ac:spMkLst>
            <pc:docMk/>
            <pc:sldMk cId="419382719" sldId="552"/>
            <ac:spMk id="18" creationId="{00000000-0000-0000-0000-000000000000}"/>
          </ac:spMkLst>
        </pc:spChg>
      </pc:sldChg>
    </pc:docChg>
  </pc:docChgLst>
  <pc:docChgLst>
    <pc:chgData name="李 强" userId="cd6c7ec7188785ae" providerId="Windows Live" clId="Web-{E46B53FF-9A88-47C2-AE39-26A84E1195D8}"/>
    <pc:docChg chg="modSld sldOrd">
      <pc:chgData name="李 强" userId="cd6c7ec7188785ae" providerId="Windows Live" clId="Web-{E46B53FF-9A88-47C2-AE39-26A84E1195D8}" dt="2023-03-11T20:57:51.575" v="3"/>
      <pc:docMkLst>
        <pc:docMk/>
      </pc:docMkLst>
      <pc:sldChg chg="modSp">
        <pc:chgData name="李 强" userId="cd6c7ec7188785ae" providerId="Windows Live" clId="Web-{E46B53FF-9A88-47C2-AE39-26A84E1195D8}" dt="2023-03-11T20:57:46.997" v="2" actId="20577"/>
        <pc:sldMkLst>
          <pc:docMk/>
          <pc:sldMk cId="0" sldId="425"/>
        </pc:sldMkLst>
        <pc:spChg chg="mod">
          <ac:chgData name="李 强" userId="cd6c7ec7188785ae" providerId="Windows Live" clId="Web-{E46B53FF-9A88-47C2-AE39-26A84E1195D8}" dt="2023-03-11T20:57:46.997" v="2" actId="20577"/>
          <ac:spMkLst>
            <pc:docMk/>
            <pc:sldMk cId="0" sldId="425"/>
            <ac:spMk id="18" creationId="{00000000-0000-0000-0000-000000000000}"/>
          </ac:spMkLst>
        </pc:spChg>
      </pc:sldChg>
      <pc:sldChg chg="ord">
        <pc:chgData name="李 强" userId="cd6c7ec7188785ae" providerId="Windows Live" clId="Web-{E46B53FF-9A88-47C2-AE39-26A84E1195D8}" dt="2023-03-11T20:57:51.575" v="3"/>
        <pc:sldMkLst>
          <pc:docMk/>
          <pc:sldMk cId="54695671" sldId="531"/>
        </pc:sldMkLst>
      </pc:sldChg>
      <pc:sldChg chg="ord">
        <pc:chgData name="李 强" userId="cd6c7ec7188785ae" providerId="Windows Live" clId="Web-{E46B53FF-9A88-47C2-AE39-26A84E1195D8}" dt="2023-03-11T13:28:45.064" v="0"/>
        <pc:sldMkLst>
          <pc:docMk/>
          <pc:sldMk cId="3418790839" sldId="55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A81FBC-F055-4CF8-9F99-BEA867858D8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E742C01D-4FF8-4074-AEB3-7EA0CB7B7AE3}">
      <dgm:prSet/>
      <dgm:spPr>
        <a:noFill/>
        <a:ln>
          <a:solidFill>
            <a:srgbClr val="7030A0"/>
          </a:solidFill>
        </a:ln>
      </dgm:spPr>
      <dgm:t>
        <a:bodyPr/>
        <a:lstStyle/>
        <a:p>
          <a:r>
            <a:rPr lang="en-US" dirty="0">
              <a:solidFill>
                <a:schemeClr val="tx1"/>
              </a:solidFill>
            </a:rPr>
            <a:t>【</a:t>
          </a:r>
          <a:r>
            <a:rPr lang="zh-CN" dirty="0">
              <a:solidFill>
                <a:schemeClr val="tx1"/>
              </a:solidFill>
            </a:rPr>
            <a:t>腓</a:t>
          </a:r>
          <a:r>
            <a:rPr lang="en-US" dirty="0">
              <a:solidFill>
                <a:schemeClr val="tx1"/>
              </a:solidFill>
            </a:rPr>
            <a:t>2:19】</a:t>
          </a:r>
          <a:r>
            <a:rPr lang="zh-CN" dirty="0">
              <a:solidFill>
                <a:schemeClr val="tx1"/>
              </a:solidFill>
            </a:rPr>
            <a:t>我</a:t>
          </a:r>
          <a:r>
            <a:rPr lang="zh-CN" b="1" dirty="0">
              <a:solidFill>
                <a:srgbClr val="C00000"/>
              </a:solidFill>
            </a:rPr>
            <a:t>靠主耶稣指望</a:t>
          </a:r>
          <a:r>
            <a:rPr lang="zh-CN" dirty="0">
              <a:solidFill>
                <a:schemeClr val="tx1"/>
              </a:solidFill>
            </a:rPr>
            <a:t>快打发提摩太去见你们，叫我知道你们的事，心里就得着安慰。</a:t>
          </a:r>
        </a:p>
      </dgm:t>
    </dgm:pt>
    <dgm:pt modelId="{47D3505E-4402-497B-8DE8-586DFC075491}" type="parTrans" cxnId="{018024E2-4DB2-4639-A730-6D9C2EB05117}">
      <dgm:prSet/>
      <dgm:spPr/>
      <dgm:t>
        <a:bodyPr/>
        <a:lstStyle/>
        <a:p>
          <a:endParaRPr lang="zh-CN" altLang="en-US"/>
        </a:p>
      </dgm:t>
    </dgm:pt>
    <dgm:pt modelId="{37181C65-89AB-47D1-B1FA-3745A4223A1D}" type="sibTrans" cxnId="{018024E2-4DB2-4639-A730-6D9C2EB05117}">
      <dgm:prSet/>
      <dgm:spPr/>
      <dgm:t>
        <a:bodyPr/>
        <a:lstStyle/>
        <a:p>
          <a:endParaRPr lang="zh-CN" altLang="en-US"/>
        </a:p>
      </dgm:t>
    </dgm:pt>
    <dgm:pt modelId="{CD7CCBCF-2713-44D8-88C2-C50CF181AF36}">
      <dgm:prSet/>
      <dgm:spPr>
        <a:noFill/>
        <a:ln w="12700" cap="flat" cmpd="sng" algn="ctr">
          <a:solidFill>
            <a:srgbClr val="C00000"/>
          </a:solidFill>
          <a:prstDash val="solid"/>
          <a:miter lim="800000"/>
        </a:ln>
        <a:effectLst/>
      </dgm:spPr>
      <dgm:t>
        <a:bodyPr spcFirstLastPara="0" vert="horz" wrap="square" lIns="87630" tIns="87630" rIns="87630" bIns="87630" numCol="1" spcCol="1270" anchor="ctr" anchorCtr="0"/>
        <a:lstStyle/>
        <a:p>
          <a:r>
            <a:rPr lang="en-US">
              <a:solidFill>
                <a:schemeClr val="tx1"/>
              </a:solidFill>
            </a:rPr>
            <a:t>【</a:t>
          </a:r>
          <a:r>
            <a:rPr lang="zh-CN">
              <a:solidFill>
                <a:schemeClr val="tx1"/>
              </a:solidFill>
            </a:rPr>
            <a:t>腓</a:t>
          </a:r>
          <a:r>
            <a:rPr lang="en-US">
              <a:solidFill>
                <a:schemeClr val="tx1"/>
              </a:solidFill>
            </a:rPr>
            <a:t>2:20】</a:t>
          </a:r>
          <a:r>
            <a:rPr lang="zh-CN">
              <a:solidFill>
                <a:schemeClr val="tx1"/>
              </a:solidFill>
            </a:rPr>
            <a:t>因为我没有别人与我</a:t>
          </a:r>
          <a:r>
            <a:rPr lang="zh-CN" b="1">
              <a:solidFill>
                <a:srgbClr val="C00000"/>
              </a:solidFill>
            </a:rPr>
            <a:t>同心</a:t>
          </a:r>
          <a:r>
            <a:rPr lang="zh-CN">
              <a:solidFill>
                <a:schemeClr val="tx1"/>
              </a:solidFill>
            </a:rPr>
            <a:t>，实在挂念你们的事。</a:t>
          </a:r>
          <a:endParaRPr lang="en-US" altLang="zh-CN">
            <a:solidFill>
              <a:schemeClr val="tx1"/>
            </a:solidFill>
          </a:endParaRPr>
        </a:p>
        <a:p>
          <a:r>
            <a:rPr lang="en-US">
              <a:solidFill>
                <a:schemeClr val="tx1"/>
              </a:solidFill>
            </a:rPr>
            <a:t>【</a:t>
          </a:r>
          <a:r>
            <a:rPr lang="zh-CN">
              <a:solidFill>
                <a:schemeClr val="tx1"/>
              </a:solidFill>
            </a:rPr>
            <a:t>腓</a:t>
          </a:r>
          <a:r>
            <a:rPr lang="en-US">
              <a:solidFill>
                <a:schemeClr val="tx1"/>
              </a:solidFill>
            </a:rPr>
            <a:t>2:21】</a:t>
          </a:r>
          <a:r>
            <a:rPr lang="zh-CN">
              <a:solidFill>
                <a:schemeClr val="tx1"/>
              </a:solidFill>
            </a:rPr>
            <a:t>别人都求自己的事，并不</a:t>
          </a:r>
          <a:r>
            <a:rPr lang="zh-CN" b="1">
              <a:solidFill>
                <a:srgbClr val="C00000"/>
              </a:solidFill>
            </a:rPr>
            <a:t>求耶稣基督的事</a:t>
          </a:r>
          <a:r>
            <a:rPr lang="zh-CN">
              <a:solidFill>
                <a:schemeClr val="tx1"/>
              </a:solidFill>
            </a:rPr>
            <a:t>。</a:t>
          </a:r>
          <a:endParaRPr lang="en-US" altLang="zh-CN">
            <a:solidFill>
              <a:schemeClr val="tx1"/>
            </a:solidFill>
          </a:endParaRPr>
        </a:p>
        <a:p>
          <a:r>
            <a:rPr lang="en-US">
              <a:solidFill>
                <a:schemeClr val="tx1"/>
              </a:solidFill>
            </a:rPr>
            <a:t>【</a:t>
          </a:r>
          <a:r>
            <a:rPr lang="zh-CN">
              <a:solidFill>
                <a:schemeClr val="tx1"/>
              </a:solidFill>
            </a:rPr>
            <a:t>腓</a:t>
          </a:r>
          <a:r>
            <a:rPr lang="en-US">
              <a:solidFill>
                <a:schemeClr val="tx1"/>
              </a:solidFill>
            </a:rPr>
            <a:t>2:22】</a:t>
          </a:r>
          <a:r>
            <a:rPr lang="zh-CN">
              <a:solidFill>
                <a:schemeClr val="tx1"/>
              </a:solidFill>
            </a:rPr>
            <a:t>但你们知道提摩太的</a:t>
          </a:r>
          <a:r>
            <a:rPr lang="zh-CN" b="1">
              <a:solidFill>
                <a:srgbClr val="C00000"/>
              </a:solidFill>
            </a:rPr>
            <a:t>明证</a:t>
          </a:r>
          <a:r>
            <a:rPr lang="zh-CN">
              <a:solidFill>
                <a:schemeClr val="tx1"/>
              </a:solidFill>
            </a:rPr>
            <a:t>，他兴旺福音，与我同劳，待我像儿子待父亲一样。</a:t>
          </a:r>
        </a:p>
      </dgm:t>
    </dgm:pt>
    <dgm:pt modelId="{EB2FD9AC-C52C-47FC-9E41-A85CCA563560}" type="parTrans" cxnId="{B59DE30C-14F0-4EE0-A560-8E54B146FD08}">
      <dgm:prSet/>
      <dgm:spPr/>
      <dgm:t>
        <a:bodyPr/>
        <a:lstStyle/>
        <a:p>
          <a:endParaRPr lang="zh-CN" altLang="en-US"/>
        </a:p>
      </dgm:t>
    </dgm:pt>
    <dgm:pt modelId="{288FCE0F-63B7-4B19-B87B-0B46D59F1C5C}" type="sibTrans" cxnId="{B59DE30C-14F0-4EE0-A560-8E54B146FD08}">
      <dgm:prSet/>
      <dgm:spPr/>
      <dgm:t>
        <a:bodyPr/>
        <a:lstStyle/>
        <a:p>
          <a:endParaRPr lang="zh-CN" altLang="en-US"/>
        </a:p>
      </dgm:t>
    </dgm:pt>
    <dgm:pt modelId="{E2985E0C-3FFC-49D5-9D68-DE8B2019882F}">
      <dgm:prSet custT="1"/>
      <dgm:spPr>
        <a:noFill/>
        <a:ln w="12700" cap="flat" cmpd="sng" algn="ctr">
          <a:solidFill>
            <a:srgbClr val="0070C0"/>
          </a:solidFill>
          <a:prstDash val="solid"/>
          <a:miter lim="800000"/>
        </a:ln>
        <a:effectLst/>
      </dgm:spPr>
      <dgm:t>
        <a:bodyPr spcFirstLastPara="0" vert="horz" wrap="square" lIns="87630" tIns="87630" rIns="87630" bIns="87630" numCol="1" spcCol="1270" anchor="ctr" anchorCtr="0"/>
        <a:lstStyle/>
        <a:p>
          <a:r>
            <a:rPr lang="en-US" sz="2300" kern="1200" dirty="0">
              <a:solidFill>
                <a:schemeClr val="tx1"/>
              </a:solidFill>
            </a:rPr>
            <a:t>【</a:t>
          </a:r>
          <a:r>
            <a:rPr lang="zh-CN" sz="2300" kern="1200" dirty="0">
              <a:solidFill>
                <a:schemeClr val="tx1"/>
              </a:solidFill>
            </a:rPr>
            <a:t>腓</a:t>
          </a:r>
          <a:r>
            <a:rPr lang="en-US" sz="2300" kern="1200" dirty="0">
              <a:solidFill>
                <a:schemeClr val="tx1"/>
              </a:solidFill>
            </a:rPr>
            <a:t>2:23】</a:t>
          </a:r>
          <a:r>
            <a:rPr lang="zh-CN" sz="2300" kern="1200" dirty="0">
              <a:solidFill>
                <a:schemeClr val="tx1"/>
              </a:solidFill>
            </a:rPr>
            <a:t>所以我一看出我的事要怎样了结，就</a:t>
          </a:r>
          <a:r>
            <a:rPr lang="zh-CN" sz="2300" b="1" kern="1200" dirty="0">
              <a:solidFill>
                <a:srgbClr val="C00000"/>
              </a:solidFill>
              <a:latin typeface="Arial"/>
              <a:ea typeface="苹方-简"/>
              <a:cs typeface="+mn-cs"/>
            </a:rPr>
            <a:t>盼望</a:t>
          </a:r>
          <a:r>
            <a:rPr lang="zh-CN" sz="2300" kern="1200" dirty="0">
              <a:solidFill>
                <a:schemeClr val="tx1"/>
              </a:solidFill>
            </a:rPr>
            <a:t>立刻打发他去；</a:t>
          </a:r>
          <a:endParaRPr lang="en-US" altLang="zh-CN" sz="2300" kern="1200" dirty="0">
            <a:solidFill>
              <a:schemeClr val="tx1"/>
            </a:solidFill>
          </a:endParaRPr>
        </a:p>
        <a:p>
          <a:r>
            <a:rPr lang="en-US" sz="2300" kern="1200" dirty="0">
              <a:solidFill>
                <a:schemeClr val="tx1"/>
              </a:solidFill>
            </a:rPr>
            <a:t>【</a:t>
          </a:r>
          <a:r>
            <a:rPr lang="zh-CN" sz="2300" kern="1200" dirty="0">
              <a:solidFill>
                <a:schemeClr val="tx1"/>
              </a:solidFill>
            </a:rPr>
            <a:t>腓</a:t>
          </a:r>
          <a:r>
            <a:rPr lang="en-US" sz="2300" kern="1200" dirty="0">
              <a:solidFill>
                <a:schemeClr val="tx1"/>
              </a:solidFill>
            </a:rPr>
            <a:t>2:24】</a:t>
          </a:r>
          <a:r>
            <a:rPr lang="zh-CN" sz="2300" kern="1200" dirty="0">
              <a:solidFill>
                <a:schemeClr val="tx1"/>
              </a:solidFill>
            </a:rPr>
            <a:t>但我</a:t>
          </a:r>
          <a:r>
            <a:rPr lang="zh-CN" sz="2400" b="1" kern="1200" dirty="0">
              <a:solidFill>
                <a:srgbClr val="C00000"/>
              </a:solidFill>
              <a:latin typeface="Arial"/>
              <a:ea typeface="苹方-简"/>
              <a:cs typeface="+mn-cs"/>
            </a:rPr>
            <a:t>靠着主</a:t>
          </a:r>
          <a:r>
            <a:rPr lang="zh-CN" sz="2300" kern="1200" dirty="0">
              <a:solidFill>
                <a:schemeClr val="tx1"/>
              </a:solidFill>
            </a:rPr>
            <a:t>，自信我也必快去。</a:t>
          </a:r>
        </a:p>
      </dgm:t>
    </dgm:pt>
    <dgm:pt modelId="{384DFEF6-C449-4334-BEE7-426449E80E79}" type="parTrans" cxnId="{A10AF7AE-830D-41A9-902C-CE5968C4E6F0}">
      <dgm:prSet/>
      <dgm:spPr/>
      <dgm:t>
        <a:bodyPr/>
        <a:lstStyle/>
        <a:p>
          <a:endParaRPr lang="zh-CN" altLang="en-US"/>
        </a:p>
      </dgm:t>
    </dgm:pt>
    <dgm:pt modelId="{36E762D2-B0CC-482C-9599-920BA04D4C52}" type="sibTrans" cxnId="{A10AF7AE-830D-41A9-902C-CE5968C4E6F0}">
      <dgm:prSet/>
      <dgm:spPr/>
      <dgm:t>
        <a:bodyPr/>
        <a:lstStyle/>
        <a:p>
          <a:endParaRPr lang="zh-CN" altLang="en-US"/>
        </a:p>
      </dgm:t>
    </dgm:pt>
    <dgm:pt modelId="{F2141AC8-A486-4288-B085-DB43533E438F}" type="pres">
      <dgm:prSet presAssocID="{66A81FBC-F055-4CF8-9F99-BEA867858D8C}" presName="linear" presStyleCnt="0">
        <dgm:presLayoutVars>
          <dgm:animLvl val="lvl"/>
          <dgm:resizeHandles val="exact"/>
        </dgm:presLayoutVars>
      </dgm:prSet>
      <dgm:spPr/>
    </dgm:pt>
    <dgm:pt modelId="{390D3555-4096-426E-9F81-111950E9479E}" type="pres">
      <dgm:prSet presAssocID="{E742C01D-4FF8-4074-AEB3-7EA0CB7B7AE3}" presName="parentText" presStyleLbl="node1" presStyleIdx="0" presStyleCnt="3" custScaleY="37309">
        <dgm:presLayoutVars>
          <dgm:chMax val="0"/>
          <dgm:bulletEnabled val="1"/>
        </dgm:presLayoutVars>
      </dgm:prSet>
      <dgm:spPr/>
    </dgm:pt>
    <dgm:pt modelId="{507730E8-3E7F-4CAB-B355-EBC692B574F3}" type="pres">
      <dgm:prSet presAssocID="{37181C65-89AB-47D1-B1FA-3745A4223A1D}" presName="spacer" presStyleCnt="0"/>
      <dgm:spPr/>
    </dgm:pt>
    <dgm:pt modelId="{0D6B1CC5-01FB-498C-BA20-9C78C70B8E95}" type="pres">
      <dgm:prSet presAssocID="{CD7CCBCF-2713-44D8-88C2-C50CF181AF36}" presName="parentText" presStyleLbl="node1" presStyleIdx="1" presStyleCnt="3">
        <dgm:presLayoutVars>
          <dgm:chMax val="0"/>
          <dgm:bulletEnabled val="1"/>
        </dgm:presLayoutVars>
      </dgm:prSet>
      <dgm:spPr>
        <a:xfrm>
          <a:off x="0" y="1049333"/>
          <a:ext cx="12192001" cy="2316600"/>
        </a:xfrm>
        <a:prstGeom prst="roundRect">
          <a:avLst/>
        </a:prstGeom>
      </dgm:spPr>
    </dgm:pt>
    <dgm:pt modelId="{12AB3BF3-D919-4463-9838-0A7EBD7A9E35}" type="pres">
      <dgm:prSet presAssocID="{288FCE0F-63B7-4B19-B87B-0B46D59F1C5C}" presName="spacer" presStyleCnt="0"/>
      <dgm:spPr/>
    </dgm:pt>
    <dgm:pt modelId="{CEE5ED75-26E9-4403-BDCA-3E72321A9ADE}" type="pres">
      <dgm:prSet presAssocID="{E2985E0C-3FFC-49D5-9D68-DE8B2019882F}" presName="parentText" presStyleLbl="node1" presStyleIdx="2" presStyleCnt="3" custScaleY="63773">
        <dgm:presLayoutVars>
          <dgm:chMax val="0"/>
          <dgm:bulletEnabled val="1"/>
        </dgm:presLayoutVars>
      </dgm:prSet>
      <dgm:spPr>
        <a:xfrm>
          <a:off x="0" y="3435053"/>
          <a:ext cx="12192001" cy="1477365"/>
        </a:xfrm>
        <a:prstGeom prst="roundRect">
          <a:avLst/>
        </a:prstGeom>
      </dgm:spPr>
    </dgm:pt>
  </dgm:ptLst>
  <dgm:cxnLst>
    <dgm:cxn modelId="{C3C57002-D234-4817-BE1B-7775FBD04558}" type="presOf" srcId="{66A81FBC-F055-4CF8-9F99-BEA867858D8C}" destId="{F2141AC8-A486-4288-B085-DB43533E438F}" srcOrd="0" destOrd="0" presId="urn:microsoft.com/office/officeart/2005/8/layout/vList2"/>
    <dgm:cxn modelId="{B59DE30C-14F0-4EE0-A560-8E54B146FD08}" srcId="{66A81FBC-F055-4CF8-9F99-BEA867858D8C}" destId="{CD7CCBCF-2713-44D8-88C2-C50CF181AF36}" srcOrd="1" destOrd="0" parTransId="{EB2FD9AC-C52C-47FC-9E41-A85CCA563560}" sibTransId="{288FCE0F-63B7-4B19-B87B-0B46D59F1C5C}"/>
    <dgm:cxn modelId="{0AC90865-79B6-416C-92D5-2C30496BFFD9}" type="presOf" srcId="{CD7CCBCF-2713-44D8-88C2-C50CF181AF36}" destId="{0D6B1CC5-01FB-498C-BA20-9C78C70B8E95}" srcOrd="0" destOrd="0" presId="urn:microsoft.com/office/officeart/2005/8/layout/vList2"/>
    <dgm:cxn modelId="{A10AF7AE-830D-41A9-902C-CE5968C4E6F0}" srcId="{66A81FBC-F055-4CF8-9F99-BEA867858D8C}" destId="{E2985E0C-3FFC-49D5-9D68-DE8B2019882F}" srcOrd="2" destOrd="0" parTransId="{384DFEF6-C449-4334-BEE7-426449E80E79}" sibTransId="{36E762D2-B0CC-482C-9599-920BA04D4C52}"/>
    <dgm:cxn modelId="{93C27EDF-F78C-47CB-AE72-BB02A86173DF}" type="presOf" srcId="{E742C01D-4FF8-4074-AEB3-7EA0CB7B7AE3}" destId="{390D3555-4096-426E-9F81-111950E9479E}" srcOrd="0" destOrd="0" presId="urn:microsoft.com/office/officeart/2005/8/layout/vList2"/>
    <dgm:cxn modelId="{018024E2-4DB2-4639-A730-6D9C2EB05117}" srcId="{66A81FBC-F055-4CF8-9F99-BEA867858D8C}" destId="{E742C01D-4FF8-4074-AEB3-7EA0CB7B7AE3}" srcOrd="0" destOrd="0" parTransId="{47D3505E-4402-497B-8DE8-586DFC075491}" sibTransId="{37181C65-89AB-47D1-B1FA-3745A4223A1D}"/>
    <dgm:cxn modelId="{000B3BF8-CAB3-44FF-8436-F2BBA21511B0}" type="presOf" srcId="{E2985E0C-3FFC-49D5-9D68-DE8B2019882F}" destId="{CEE5ED75-26E9-4403-BDCA-3E72321A9ADE}" srcOrd="0" destOrd="0" presId="urn:microsoft.com/office/officeart/2005/8/layout/vList2"/>
    <dgm:cxn modelId="{FC456D06-542F-4483-8E96-F03BE8C02D62}" type="presParOf" srcId="{F2141AC8-A486-4288-B085-DB43533E438F}" destId="{390D3555-4096-426E-9F81-111950E9479E}" srcOrd="0" destOrd="0" presId="urn:microsoft.com/office/officeart/2005/8/layout/vList2"/>
    <dgm:cxn modelId="{09354AC9-0431-413F-B9D0-0152EF6B4892}" type="presParOf" srcId="{F2141AC8-A486-4288-B085-DB43533E438F}" destId="{507730E8-3E7F-4CAB-B355-EBC692B574F3}" srcOrd="1" destOrd="0" presId="urn:microsoft.com/office/officeart/2005/8/layout/vList2"/>
    <dgm:cxn modelId="{95369591-45FC-4A5A-9013-E599EE9BC5CB}" type="presParOf" srcId="{F2141AC8-A486-4288-B085-DB43533E438F}" destId="{0D6B1CC5-01FB-498C-BA20-9C78C70B8E95}" srcOrd="2" destOrd="0" presId="urn:microsoft.com/office/officeart/2005/8/layout/vList2"/>
    <dgm:cxn modelId="{E9D279A7-8D35-4BE2-BB70-0F394D7C0F7C}" type="presParOf" srcId="{F2141AC8-A486-4288-B085-DB43533E438F}" destId="{12AB3BF3-D919-4463-9838-0A7EBD7A9E35}" srcOrd="3" destOrd="0" presId="urn:microsoft.com/office/officeart/2005/8/layout/vList2"/>
    <dgm:cxn modelId="{AB34C1DE-C22D-4BF8-802D-4859D73DADD0}" type="presParOf" srcId="{F2141AC8-A486-4288-B085-DB43533E438F}" destId="{CEE5ED75-26E9-4403-BDCA-3E72321A9ADE}"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A81FBC-F055-4CF8-9F99-BEA867858D8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E742C01D-4FF8-4074-AEB3-7EA0CB7B7AE3}">
      <dgm:prSet/>
      <dgm:spPr>
        <a:noFill/>
        <a:ln>
          <a:solidFill>
            <a:srgbClr val="7030A0"/>
          </a:solidFill>
        </a:ln>
      </dgm:spPr>
      <dgm:t>
        <a:bodyPr/>
        <a:lstStyle/>
        <a:p>
          <a:r>
            <a:rPr lang="en-US" dirty="0">
              <a:solidFill>
                <a:schemeClr val="tx1"/>
              </a:solidFill>
            </a:rPr>
            <a:t>【</a:t>
          </a:r>
          <a:r>
            <a:rPr lang="zh-CN" dirty="0">
              <a:solidFill>
                <a:schemeClr val="tx1"/>
              </a:solidFill>
            </a:rPr>
            <a:t>腓</a:t>
          </a:r>
          <a:r>
            <a:rPr lang="en-US" dirty="0">
              <a:solidFill>
                <a:schemeClr val="tx1"/>
              </a:solidFill>
            </a:rPr>
            <a:t>2:19】</a:t>
          </a:r>
          <a:r>
            <a:rPr lang="zh-CN" dirty="0">
              <a:solidFill>
                <a:schemeClr val="tx1"/>
              </a:solidFill>
            </a:rPr>
            <a:t>我</a:t>
          </a:r>
          <a:r>
            <a:rPr lang="zh-CN" b="1" dirty="0">
              <a:solidFill>
                <a:srgbClr val="C00000"/>
              </a:solidFill>
            </a:rPr>
            <a:t>靠主耶稣指望</a:t>
          </a:r>
          <a:r>
            <a:rPr lang="zh-CN" dirty="0">
              <a:solidFill>
                <a:schemeClr val="tx1"/>
              </a:solidFill>
            </a:rPr>
            <a:t>快打发提摩太去见你们，叫我知道你们的事，心里就得着安慰。</a:t>
          </a:r>
        </a:p>
      </dgm:t>
    </dgm:pt>
    <dgm:pt modelId="{47D3505E-4402-497B-8DE8-586DFC075491}" type="parTrans" cxnId="{018024E2-4DB2-4639-A730-6D9C2EB05117}">
      <dgm:prSet/>
      <dgm:spPr/>
      <dgm:t>
        <a:bodyPr/>
        <a:lstStyle/>
        <a:p>
          <a:endParaRPr lang="zh-CN" altLang="en-US"/>
        </a:p>
      </dgm:t>
    </dgm:pt>
    <dgm:pt modelId="{37181C65-89AB-47D1-B1FA-3745A4223A1D}" type="sibTrans" cxnId="{018024E2-4DB2-4639-A730-6D9C2EB05117}">
      <dgm:prSet/>
      <dgm:spPr/>
      <dgm:t>
        <a:bodyPr/>
        <a:lstStyle/>
        <a:p>
          <a:endParaRPr lang="zh-CN" altLang="en-US"/>
        </a:p>
      </dgm:t>
    </dgm:pt>
    <dgm:pt modelId="{CD7CCBCF-2713-44D8-88C2-C50CF181AF36}">
      <dgm:prSet/>
      <dgm:spPr>
        <a:noFill/>
        <a:ln w="12700" cap="flat" cmpd="sng" algn="ctr">
          <a:solidFill>
            <a:srgbClr val="C00000"/>
          </a:solidFill>
          <a:prstDash val="solid"/>
          <a:miter lim="800000"/>
        </a:ln>
        <a:effectLst/>
      </dgm:spPr>
      <dgm:t>
        <a:bodyPr spcFirstLastPara="0" vert="horz" wrap="square" lIns="87630" tIns="87630" rIns="87630" bIns="87630" numCol="1" spcCol="1270" anchor="ctr" anchorCtr="0"/>
        <a:lstStyle/>
        <a:p>
          <a:r>
            <a:rPr lang="en-US" dirty="0">
              <a:solidFill>
                <a:schemeClr val="tx1"/>
              </a:solidFill>
            </a:rPr>
            <a:t>【</a:t>
          </a:r>
          <a:r>
            <a:rPr lang="zh-CN" dirty="0">
              <a:solidFill>
                <a:schemeClr val="tx1"/>
              </a:solidFill>
            </a:rPr>
            <a:t>腓</a:t>
          </a:r>
          <a:r>
            <a:rPr lang="en-US" dirty="0">
              <a:solidFill>
                <a:schemeClr val="tx1"/>
              </a:solidFill>
            </a:rPr>
            <a:t>2:20】</a:t>
          </a:r>
          <a:r>
            <a:rPr lang="zh-CN" dirty="0">
              <a:solidFill>
                <a:schemeClr val="tx1"/>
              </a:solidFill>
            </a:rPr>
            <a:t>因为我没有别人与我</a:t>
          </a:r>
          <a:r>
            <a:rPr lang="zh-CN" b="1" dirty="0">
              <a:solidFill>
                <a:srgbClr val="C00000"/>
              </a:solidFill>
            </a:rPr>
            <a:t>同心</a:t>
          </a:r>
          <a:r>
            <a:rPr lang="zh-CN" dirty="0">
              <a:solidFill>
                <a:schemeClr val="tx1"/>
              </a:solidFill>
            </a:rPr>
            <a:t>，实在挂念你们的事。</a:t>
          </a:r>
          <a:endParaRPr lang="en-US" altLang="zh-CN" dirty="0">
            <a:solidFill>
              <a:schemeClr val="tx1"/>
            </a:solidFill>
          </a:endParaRPr>
        </a:p>
        <a:p>
          <a:r>
            <a:rPr lang="en-US" dirty="0">
              <a:solidFill>
                <a:schemeClr val="tx1"/>
              </a:solidFill>
            </a:rPr>
            <a:t>【</a:t>
          </a:r>
          <a:r>
            <a:rPr lang="zh-CN" dirty="0">
              <a:solidFill>
                <a:schemeClr val="tx1"/>
              </a:solidFill>
            </a:rPr>
            <a:t>腓</a:t>
          </a:r>
          <a:r>
            <a:rPr lang="en-US" dirty="0">
              <a:solidFill>
                <a:schemeClr val="tx1"/>
              </a:solidFill>
            </a:rPr>
            <a:t>2:21】</a:t>
          </a:r>
          <a:r>
            <a:rPr lang="zh-CN" dirty="0">
              <a:solidFill>
                <a:schemeClr val="tx1"/>
              </a:solidFill>
            </a:rPr>
            <a:t>别人都求自己的事，并不</a:t>
          </a:r>
          <a:r>
            <a:rPr lang="zh-CN" b="1" dirty="0">
              <a:solidFill>
                <a:srgbClr val="C00000"/>
              </a:solidFill>
            </a:rPr>
            <a:t>求耶稣基督的事</a:t>
          </a:r>
          <a:r>
            <a:rPr lang="zh-CN" dirty="0">
              <a:solidFill>
                <a:schemeClr val="tx1"/>
              </a:solidFill>
            </a:rPr>
            <a:t>。</a:t>
          </a:r>
          <a:endParaRPr lang="en-US" altLang="zh-CN" dirty="0">
            <a:solidFill>
              <a:schemeClr val="tx1"/>
            </a:solidFill>
          </a:endParaRPr>
        </a:p>
        <a:p>
          <a:r>
            <a:rPr lang="en-US" dirty="0">
              <a:solidFill>
                <a:schemeClr val="tx1"/>
              </a:solidFill>
            </a:rPr>
            <a:t>【</a:t>
          </a:r>
          <a:r>
            <a:rPr lang="zh-CN" dirty="0">
              <a:solidFill>
                <a:schemeClr val="tx1"/>
              </a:solidFill>
            </a:rPr>
            <a:t>腓</a:t>
          </a:r>
          <a:r>
            <a:rPr lang="en-US" dirty="0">
              <a:solidFill>
                <a:schemeClr val="tx1"/>
              </a:solidFill>
            </a:rPr>
            <a:t>2:22】</a:t>
          </a:r>
          <a:r>
            <a:rPr lang="zh-CN" dirty="0">
              <a:solidFill>
                <a:schemeClr val="tx1"/>
              </a:solidFill>
            </a:rPr>
            <a:t>但你们知道提摩太的</a:t>
          </a:r>
          <a:r>
            <a:rPr lang="zh-CN" b="1" dirty="0">
              <a:solidFill>
                <a:srgbClr val="C00000"/>
              </a:solidFill>
            </a:rPr>
            <a:t>明证</a:t>
          </a:r>
          <a:r>
            <a:rPr lang="zh-CN" dirty="0">
              <a:solidFill>
                <a:schemeClr val="tx1"/>
              </a:solidFill>
            </a:rPr>
            <a:t>，他兴旺福音，与我同劳，待我像儿子待父亲一样。</a:t>
          </a:r>
        </a:p>
      </dgm:t>
    </dgm:pt>
    <dgm:pt modelId="{EB2FD9AC-C52C-47FC-9E41-A85CCA563560}" type="parTrans" cxnId="{B59DE30C-14F0-4EE0-A560-8E54B146FD08}">
      <dgm:prSet/>
      <dgm:spPr/>
      <dgm:t>
        <a:bodyPr/>
        <a:lstStyle/>
        <a:p>
          <a:endParaRPr lang="zh-CN" altLang="en-US"/>
        </a:p>
      </dgm:t>
    </dgm:pt>
    <dgm:pt modelId="{288FCE0F-63B7-4B19-B87B-0B46D59F1C5C}" type="sibTrans" cxnId="{B59DE30C-14F0-4EE0-A560-8E54B146FD08}">
      <dgm:prSet/>
      <dgm:spPr/>
      <dgm:t>
        <a:bodyPr/>
        <a:lstStyle/>
        <a:p>
          <a:endParaRPr lang="zh-CN" altLang="en-US"/>
        </a:p>
      </dgm:t>
    </dgm:pt>
    <dgm:pt modelId="{E2985E0C-3FFC-49D5-9D68-DE8B2019882F}">
      <dgm:prSet custT="1"/>
      <dgm:spPr>
        <a:noFill/>
        <a:ln w="12700" cap="flat" cmpd="sng" algn="ctr">
          <a:solidFill>
            <a:srgbClr val="0070C0"/>
          </a:solidFill>
          <a:prstDash val="solid"/>
          <a:miter lim="800000"/>
        </a:ln>
        <a:effectLst/>
      </dgm:spPr>
      <dgm:t>
        <a:bodyPr spcFirstLastPara="0" vert="horz" wrap="square" lIns="87630" tIns="87630" rIns="87630" bIns="87630" numCol="1" spcCol="1270" anchor="ctr" anchorCtr="0"/>
        <a:lstStyle/>
        <a:p>
          <a:r>
            <a:rPr lang="en-US" sz="1400" kern="1200" dirty="0">
              <a:solidFill>
                <a:schemeClr val="tx1"/>
              </a:solidFill>
            </a:rPr>
            <a:t>【</a:t>
          </a:r>
          <a:r>
            <a:rPr lang="zh-CN" sz="1400" kern="1200" dirty="0">
              <a:solidFill>
                <a:schemeClr val="tx1"/>
              </a:solidFill>
            </a:rPr>
            <a:t>腓</a:t>
          </a:r>
          <a:r>
            <a:rPr lang="en-US" sz="1400" kern="1200" dirty="0">
              <a:solidFill>
                <a:schemeClr val="tx1"/>
              </a:solidFill>
            </a:rPr>
            <a:t>2:23】</a:t>
          </a:r>
          <a:r>
            <a:rPr lang="zh-CN" sz="1400" kern="1200" dirty="0">
              <a:solidFill>
                <a:schemeClr val="tx1"/>
              </a:solidFill>
            </a:rPr>
            <a:t>所以我一看出我的事要怎样了结，就</a:t>
          </a:r>
          <a:r>
            <a:rPr lang="zh-CN" sz="1400" b="1" kern="1200" dirty="0">
              <a:solidFill>
                <a:srgbClr val="C00000"/>
              </a:solidFill>
              <a:latin typeface="Arial"/>
              <a:ea typeface="苹方-简"/>
              <a:cs typeface="+mn-cs"/>
            </a:rPr>
            <a:t>盼望</a:t>
          </a:r>
          <a:r>
            <a:rPr lang="zh-CN" sz="1400" kern="1200" dirty="0">
              <a:solidFill>
                <a:schemeClr val="tx1"/>
              </a:solidFill>
            </a:rPr>
            <a:t>立刻打发他去；</a:t>
          </a:r>
          <a:endParaRPr lang="en-US" altLang="zh-CN" sz="1400" kern="1200" dirty="0">
            <a:solidFill>
              <a:schemeClr val="tx1"/>
            </a:solidFill>
          </a:endParaRPr>
        </a:p>
        <a:p>
          <a:r>
            <a:rPr lang="en-US" sz="1400" kern="1200" dirty="0">
              <a:solidFill>
                <a:schemeClr val="tx1"/>
              </a:solidFill>
            </a:rPr>
            <a:t>【</a:t>
          </a:r>
          <a:r>
            <a:rPr lang="zh-CN" sz="1400" kern="1200" dirty="0">
              <a:solidFill>
                <a:schemeClr val="tx1"/>
              </a:solidFill>
            </a:rPr>
            <a:t>腓</a:t>
          </a:r>
          <a:r>
            <a:rPr lang="en-US" sz="1400" kern="1200" dirty="0">
              <a:solidFill>
                <a:schemeClr val="tx1"/>
              </a:solidFill>
            </a:rPr>
            <a:t>2:24】</a:t>
          </a:r>
          <a:r>
            <a:rPr lang="zh-CN" sz="1400" kern="1200" dirty="0">
              <a:solidFill>
                <a:schemeClr val="tx1"/>
              </a:solidFill>
            </a:rPr>
            <a:t>但我靠着主，自信我也必快去。</a:t>
          </a:r>
        </a:p>
      </dgm:t>
    </dgm:pt>
    <dgm:pt modelId="{384DFEF6-C449-4334-BEE7-426449E80E79}" type="parTrans" cxnId="{A10AF7AE-830D-41A9-902C-CE5968C4E6F0}">
      <dgm:prSet/>
      <dgm:spPr/>
      <dgm:t>
        <a:bodyPr/>
        <a:lstStyle/>
        <a:p>
          <a:endParaRPr lang="zh-CN" altLang="en-US"/>
        </a:p>
      </dgm:t>
    </dgm:pt>
    <dgm:pt modelId="{36E762D2-B0CC-482C-9599-920BA04D4C52}" type="sibTrans" cxnId="{A10AF7AE-830D-41A9-902C-CE5968C4E6F0}">
      <dgm:prSet/>
      <dgm:spPr/>
      <dgm:t>
        <a:bodyPr/>
        <a:lstStyle/>
        <a:p>
          <a:endParaRPr lang="zh-CN" altLang="en-US"/>
        </a:p>
      </dgm:t>
    </dgm:pt>
    <dgm:pt modelId="{F2141AC8-A486-4288-B085-DB43533E438F}" type="pres">
      <dgm:prSet presAssocID="{66A81FBC-F055-4CF8-9F99-BEA867858D8C}" presName="linear" presStyleCnt="0">
        <dgm:presLayoutVars>
          <dgm:animLvl val="lvl"/>
          <dgm:resizeHandles val="exact"/>
        </dgm:presLayoutVars>
      </dgm:prSet>
      <dgm:spPr/>
    </dgm:pt>
    <dgm:pt modelId="{390D3555-4096-426E-9F81-111950E9479E}" type="pres">
      <dgm:prSet presAssocID="{E742C01D-4FF8-4074-AEB3-7EA0CB7B7AE3}" presName="parentText" presStyleLbl="node1" presStyleIdx="0" presStyleCnt="3" custScaleY="37309" custLinFactY="-342" custLinFactNeighborX="-338" custLinFactNeighborY="-100000">
        <dgm:presLayoutVars>
          <dgm:chMax val="0"/>
          <dgm:bulletEnabled val="1"/>
        </dgm:presLayoutVars>
      </dgm:prSet>
      <dgm:spPr/>
    </dgm:pt>
    <dgm:pt modelId="{507730E8-3E7F-4CAB-B355-EBC692B574F3}" type="pres">
      <dgm:prSet presAssocID="{37181C65-89AB-47D1-B1FA-3745A4223A1D}" presName="spacer" presStyleCnt="0"/>
      <dgm:spPr/>
    </dgm:pt>
    <dgm:pt modelId="{0D6B1CC5-01FB-498C-BA20-9C78C70B8E95}" type="pres">
      <dgm:prSet presAssocID="{CD7CCBCF-2713-44D8-88C2-C50CF181AF36}" presName="parentText" presStyleLbl="node1" presStyleIdx="1" presStyleCnt="3">
        <dgm:presLayoutVars>
          <dgm:chMax val="0"/>
          <dgm:bulletEnabled val="1"/>
        </dgm:presLayoutVars>
      </dgm:prSet>
      <dgm:spPr>
        <a:xfrm>
          <a:off x="0" y="1049333"/>
          <a:ext cx="12192001" cy="2316600"/>
        </a:xfrm>
        <a:prstGeom prst="roundRect">
          <a:avLst/>
        </a:prstGeom>
      </dgm:spPr>
    </dgm:pt>
    <dgm:pt modelId="{12AB3BF3-D919-4463-9838-0A7EBD7A9E35}" type="pres">
      <dgm:prSet presAssocID="{288FCE0F-63B7-4B19-B87B-0B46D59F1C5C}" presName="spacer" presStyleCnt="0"/>
      <dgm:spPr/>
    </dgm:pt>
    <dgm:pt modelId="{CEE5ED75-26E9-4403-BDCA-3E72321A9ADE}" type="pres">
      <dgm:prSet presAssocID="{E2985E0C-3FFC-49D5-9D68-DE8B2019882F}" presName="parentText" presStyleLbl="node1" presStyleIdx="2" presStyleCnt="3" custScaleY="63773" custLinFactNeighborY="80933">
        <dgm:presLayoutVars>
          <dgm:chMax val="0"/>
          <dgm:bulletEnabled val="1"/>
        </dgm:presLayoutVars>
      </dgm:prSet>
      <dgm:spPr>
        <a:xfrm>
          <a:off x="0" y="3435053"/>
          <a:ext cx="12192001" cy="1477365"/>
        </a:xfrm>
        <a:prstGeom prst="roundRect">
          <a:avLst/>
        </a:prstGeom>
      </dgm:spPr>
    </dgm:pt>
  </dgm:ptLst>
  <dgm:cxnLst>
    <dgm:cxn modelId="{C3C57002-D234-4817-BE1B-7775FBD04558}" type="presOf" srcId="{66A81FBC-F055-4CF8-9F99-BEA867858D8C}" destId="{F2141AC8-A486-4288-B085-DB43533E438F}" srcOrd="0" destOrd="0" presId="urn:microsoft.com/office/officeart/2005/8/layout/vList2"/>
    <dgm:cxn modelId="{B59DE30C-14F0-4EE0-A560-8E54B146FD08}" srcId="{66A81FBC-F055-4CF8-9F99-BEA867858D8C}" destId="{CD7CCBCF-2713-44D8-88C2-C50CF181AF36}" srcOrd="1" destOrd="0" parTransId="{EB2FD9AC-C52C-47FC-9E41-A85CCA563560}" sibTransId="{288FCE0F-63B7-4B19-B87B-0B46D59F1C5C}"/>
    <dgm:cxn modelId="{0AC90865-79B6-416C-92D5-2C30496BFFD9}" type="presOf" srcId="{CD7CCBCF-2713-44D8-88C2-C50CF181AF36}" destId="{0D6B1CC5-01FB-498C-BA20-9C78C70B8E95}" srcOrd="0" destOrd="0" presId="urn:microsoft.com/office/officeart/2005/8/layout/vList2"/>
    <dgm:cxn modelId="{A10AF7AE-830D-41A9-902C-CE5968C4E6F0}" srcId="{66A81FBC-F055-4CF8-9F99-BEA867858D8C}" destId="{E2985E0C-3FFC-49D5-9D68-DE8B2019882F}" srcOrd="2" destOrd="0" parTransId="{384DFEF6-C449-4334-BEE7-426449E80E79}" sibTransId="{36E762D2-B0CC-482C-9599-920BA04D4C52}"/>
    <dgm:cxn modelId="{93C27EDF-F78C-47CB-AE72-BB02A86173DF}" type="presOf" srcId="{E742C01D-4FF8-4074-AEB3-7EA0CB7B7AE3}" destId="{390D3555-4096-426E-9F81-111950E9479E}" srcOrd="0" destOrd="0" presId="urn:microsoft.com/office/officeart/2005/8/layout/vList2"/>
    <dgm:cxn modelId="{018024E2-4DB2-4639-A730-6D9C2EB05117}" srcId="{66A81FBC-F055-4CF8-9F99-BEA867858D8C}" destId="{E742C01D-4FF8-4074-AEB3-7EA0CB7B7AE3}" srcOrd="0" destOrd="0" parTransId="{47D3505E-4402-497B-8DE8-586DFC075491}" sibTransId="{37181C65-89AB-47D1-B1FA-3745A4223A1D}"/>
    <dgm:cxn modelId="{000B3BF8-CAB3-44FF-8436-F2BBA21511B0}" type="presOf" srcId="{E2985E0C-3FFC-49D5-9D68-DE8B2019882F}" destId="{CEE5ED75-26E9-4403-BDCA-3E72321A9ADE}" srcOrd="0" destOrd="0" presId="urn:microsoft.com/office/officeart/2005/8/layout/vList2"/>
    <dgm:cxn modelId="{FC456D06-542F-4483-8E96-F03BE8C02D62}" type="presParOf" srcId="{F2141AC8-A486-4288-B085-DB43533E438F}" destId="{390D3555-4096-426E-9F81-111950E9479E}" srcOrd="0" destOrd="0" presId="urn:microsoft.com/office/officeart/2005/8/layout/vList2"/>
    <dgm:cxn modelId="{09354AC9-0431-413F-B9D0-0152EF6B4892}" type="presParOf" srcId="{F2141AC8-A486-4288-B085-DB43533E438F}" destId="{507730E8-3E7F-4CAB-B355-EBC692B574F3}" srcOrd="1" destOrd="0" presId="urn:microsoft.com/office/officeart/2005/8/layout/vList2"/>
    <dgm:cxn modelId="{95369591-45FC-4A5A-9013-E599EE9BC5CB}" type="presParOf" srcId="{F2141AC8-A486-4288-B085-DB43533E438F}" destId="{0D6B1CC5-01FB-498C-BA20-9C78C70B8E95}" srcOrd="2" destOrd="0" presId="urn:microsoft.com/office/officeart/2005/8/layout/vList2"/>
    <dgm:cxn modelId="{E9D279A7-8D35-4BE2-BB70-0F394D7C0F7C}" type="presParOf" srcId="{F2141AC8-A486-4288-B085-DB43533E438F}" destId="{12AB3BF3-D919-4463-9838-0A7EBD7A9E35}" srcOrd="3" destOrd="0" presId="urn:microsoft.com/office/officeart/2005/8/layout/vList2"/>
    <dgm:cxn modelId="{AB34C1DE-C22D-4BF8-802D-4859D73DADD0}" type="presParOf" srcId="{F2141AC8-A486-4288-B085-DB43533E438F}" destId="{CEE5ED75-26E9-4403-BDCA-3E72321A9ADE}" srcOrd="4"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0D3555-4096-426E-9F81-111950E9479E}">
      <dsp:nvSpPr>
        <dsp:cNvPr id="0" name=""/>
        <dsp:cNvSpPr/>
      </dsp:nvSpPr>
      <dsp:spPr>
        <a:xfrm>
          <a:off x="0" y="115913"/>
          <a:ext cx="12192001" cy="864300"/>
        </a:xfrm>
        <a:prstGeom prst="roundRect">
          <a:avLst/>
        </a:prstGeom>
        <a:no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solidFill>
                <a:schemeClr val="tx1"/>
              </a:solidFill>
            </a:rPr>
            <a:t>【</a:t>
          </a:r>
          <a:r>
            <a:rPr lang="zh-CN" sz="2300" kern="1200" dirty="0">
              <a:solidFill>
                <a:schemeClr val="tx1"/>
              </a:solidFill>
            </a:rPr>
            <a:t>腓</a:t>
          </a:r>
          <a:r>
            <a:rPr lang="en-US" sz="2300" kern="1200" dirty="0">
              <a:solidFill>
                <a:schemeClr val="tx1"/>
              </a:solidFill>
            </a:rPr>
            <a:t>2:19】</a:t>
          </a:r>
          <a:r>
            <a:rPr lang="zh-CN" sz="2300" kern="1200" dirty="0">
              <a:solidFill>
                <a:schemeClr val="tx1"/>
              </a:solidFill>
            </a:rPr>
            <a:t>我</a:t>
          </a:r>
          <a:r>
            <a:rPr lang="zh-CN" sz="2300" b="1" kern="1200" dirty="0">
              <a:solidFill>
                <a:srgbClr val="C00000"/>
              </a:solidFill>
            </a:rPr>
            <a:t>靠主耶稣指望</a:t>
          </a:r>
          <a:r>
            <a:rPr lang="zh-CN" sz="2300" kern="1200" dirty="0">
              <a:solidFill>
                <a:schemeClr val="tx1"/>
              </a:solidFill>
            </a:rPr>
            <a:t>快打发提摩太去见你们，叫我知道你们的事，心里就得着安慰。</a:t>
          </a:r>
        </a:p>
      </dsp:txBody>
      <dsp:txXfrm>
        <a:off x="42192" y="158105"/>
        <a:ext cx="12107617" cy="779916"/>
      </dsp:txXfrm>
    </dsp:sp>
    <dsp:sp modelId="{0D6B1CC5-01FB-498C-BA20-9C78C70B8E95}">
      <dsp:nvSpPr>
        <dsp:cNvPr id="0" name=""/>
        <dsp:cNvSpPr/>
      </dsp:nvSpPr>
      <dsp:spPr>
        <a:xfrm>
          <a:off x="0" y="1049333"/>
          <a:ext cx="12192001" cy="2316600"/>
        </a:xfrm>
        <a:prstGeom prst="roundRect">
          <a:avLst/>
        </a:prstGeom>
        <a:no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solidFill>
                <a:schemeClr val="tx1"/>
              </a:solidFill>
            </a:rPr>
            <a:t>【</a:t>
          </a:r>
          <a:r>
            <a:rPr lang="zh-CN" sz="2300" kern="1200">
              <a:solidFill>
                <a:schemeClr val="tx1"/>
              </a:solidFill>
            </a:rPr>
            <a:t>腓</a:t>
          </a:r>
          <a:r>
            <a:rPr lang="en-US" sz="2300" kern="1200">
              <a:solidFill>
                <a:schemeClr val="tx1"/>
              </a:solidFill>
            </a:rPr>
            <a:t>2:20】</a:t>
          </a:r>
          <a:r>
            <a:rPr lang="zh-CN" sz="2300" kern="1200">
              <a:solidFill>
                <a:schemeClr val="tx1"/>
              </a:solidFill>
            </a:rPr>
            <a:t>因为我没有别人与我</a:t>
          </a:r>
          <a:r>
            <a:rPr lang="zh-CN" sz="2300" b="1" kern="1200">
              <a:solidFill>
                <a:srgbClr val="C00000"/>
              </a:solidFill>
            </a:rPr>
            <a:t>同心</a:t>
          </a:r>
          <a:r>
            <a:rPr lang="zh-CN" sz="2300" kern="1200">
              <a:solidFill>
                <a:schemeClr val="tx1"/>
              </a:solidFill>
            </a:rPr>
            <a:t>，实在挂念你们的事。</a:t>
          </a:r>
          <a:endParaRPr lang="en-US" altLang="zh-CN" sz="2300" kern="1200">
            <a:solidFill>
              <a:schemeClr val="tx1"/>
            </a:solidFill>
          </a:endParaRPr>
        </a:p>
        <a:p>
          <a:pPr marL="0" lvl="0" indent="0" algn="l" defTabSz="1022350">
            <a:lnSpc>
              <a:spcPct val="90000"/>
            </a:lnSpc>
            <a:spcBef>
              <a:spcPct val="0"/>
            </a:spcBef>
            <a:spcAft>
              <a:spcPct val="35000"/>
            </a:spcAft>
            <a:buNone/>
          </a:pPr>
          <a:r>
            <a:rPr lang="en-US" sz="2300" kern="1200">
              <a:solidFill>
                <a:schemeClr val="tx1"/>
              </a:solidFill>
            </a:rPr>
            <a:t>【</a:t>
          </a:r>
          <a:r>
            <a:rPr lang="zh-CN" sz="2300" kern="1200">
              <a:solidFill>
                <a:schemeClr val="tx1"/>
              </a:solidFill>
            </a:rPr>
            <a:t>腓</a:t>
          </a:r>
          <a:r>
            <a:rPr lang="en-US" sz="2300" kern="1200">
              <a:solidFill>
                <a:schemeClr val="tx1"/>
              </a:solidFill>
            </a:rPr>
            <a:t>2:21】</a:t>
          </a:r>
          <a:r>
            <a:rPr lang="zh-CN" sz="2300" kern="1200">
              <a:solidFill>
                <a:schemeClr val="tx1"/>
              </a:solidFill>
            </a:rPr>
            <a:t>别人都求自己的事，并不</a:t>
          </a:r>
          <a:r>
            <a:rPr lang="zh-CN" sz="2300" b="1" kern="1200">
              <a:solidFill>
                <a:srgbClr val="C00000"/>
              </a:solidFill>
            </a:rPr>
            <a:t>求耶稣基督的事</a:t>
          </a:r>
          <a:r>
            <a:rPr lang="zh-CN" sz="2300" kern="1200">
              <a:solidFill>
                <a:schemeClr val="tx1"/>
              </a:solidFill>
            </a:rPr>
            <a:t>。</a:t>
          </a:r>
          <a:endParaRPr lang="en-US" altLang="zh-CN" sz="2300" kern="1200">
            <a:solidFill>
              <a:schemeClr val="tx1"/>
            </a:solidFill>
          </a:endParaRPr>
        </a:p>
        <a:p>
          <a:pPr marL="0" lvl="0" indent="0" algn="l" defTabSz="1022350">
            <a:lnSpc>
              <a:spcPct val="90000"/>
            </a:lnSpc>
            <a:spcBef>
              <a:spcPct val="0"/>
            </a:spcBef>
            <a:spcAft>
              <a:spcPct val="35000"/>
            </a:spcAft>
            <a:buNone/>
          </a:pPr>
          <a:r>
            <a:rPr lang="en-US" sz="2300" kern="1200">
              <a:solidFill>
                <a:schemeClr val="tx1"/>
              </a:solidFill>
            </a:rPr>
            <a:t>【</a:t>
          </a:r>
          <a:r>
            <a:rPr lang="zh-CN" sz="2300" kern="1200">
              <a:solidFill>
                <a:schemeClr val="tx1"/>
              </a:solidFill>
            </a:rPr>
            <a:t>腓</a:t>
          </a:r>
          <a:r>
            <a:rPr lang="en-US" sz="2300" kern="1200">
              <a:solidFill>
                <a:schemeClr val="tx1"/>
              </a:solidFill>
            </a:rPr>
            <a:t>2:22】</a:t>
          </a:r>
          <a:r>
            <a:rPr lang="zh-CN" sz="2300" kern="1200">
              <a:solidFill>
                <a:schemeClr val="tx1"/>
              </a:solidFill>
            </a:rPr>
            <a:t>但你们知道提摩太的</a:t>
          </a:r>
          <a:r>
            <a:rPr lang="zh-CN" sz="2300" b="1" kern="1200">
              <a:solidFill>
                <a:srgbClr val="C00000"/>
              </a:solidFill>
            </a:rPr>
            <a:t>明证</a:t>
          </a:r>
          <a:r>
            <a:rPr lang="zh-CN" sz="2300" kern="1200">
              <a:solidFill>
                <a:schemeClr val="tx1"/>
              </a:solidFill>
            </a:rPr>
            <a:t>，他兴旺福音，与我同劳，待我像儿子待父亲一样。</a:t>
          </a:r>
        </a:p>
      </dsp:txBody>
      <dsp:txXfrm>
        <a:off x="113087" y="1162420"/>
        <a:ext cx="11965827" cy="2090426"/>
      </dsp:txXfrm>
    </dsp:sp>
    <dsp:sp modelId="{CEE5ED75-26E9-4403-BDCA-3E72321A9ADE}">
      <dsp:nvSpPr>
        <dsp:cNvPr id="0" name=""/>
        <dsp:cNvSpPr/>
      </dsp:nvSpPr>
      <dsp:spPr>
        <a:xfrm>
          <a:off x="0" y="3435053"/>
          <a:ext cx="12192001" cy="1477365"/>
        </a:xfrm>
        <a:prstGeom prst="roundRect">
          <a:avLst/>
        </a:prstGeom>
        <a:no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solidFill>
                <a:schemeClr val="tx1"/>
              </a:solidFill>
            </a:rPr>
            <a:t>【</a:t>
          </a:r>
          <a:r>
            <a:rPr lang="zh-CN" sz="2300" kern="1200" dirty="0">
              <a:solidFill>
                <a:schemeClr val="tx1"/>
              </a:solidFill>
            </a:rPr>
            <a:t>腓</a:t>
          </a:r>
          <a:r>
            <a:rPr lang="en-US" sz="2300" kern="1200" dirty="0">
              <a:solidFill>
                <a:schemeClr val="tx1"/>
              </a:solidFill>
            </a:rPr>
            <a:t>2:23】</a:t>
          </a:r>
          <a:r>
            <a:rPr lang="zh-CN" sz="2300" kern="1200" dirty="0">
              <a:solidFill>
                <a:schemeClr val="tx1"/>
              </a:solidFill>
            </a:rPr>
            <a:t>所以我一看出我的事要怎样了结，就</a:t>
          </a:r>
          <a:r>
            <a:rPr lang="zh-CN" sz="2300" b="1" kern="1200" dirty="0">
              <a:solidFill>
                <a:srgbClr val="C00000"/>
              </a:solidFill>
              <a:latin typeface="Arial"/>
              <a:ea typeface="苹方-简"/>
              <a:cs typeface="+mn-cs"/>
            </a:rPr>
            <a:t>盼望</a:t>
          </a:r>
          <a:r>
            <a:rPr lang="zh-CN" sz="2300" kern="1200" dirty="0">
              <a:solidFill>
                <a:schemeClr val="tx1"/>
              </a:solidFill>
            </a:rPr>
            <a:t>立刻打发他去；</a:t>
          </a:r>
          <a:endParaRPr lang="en-US" altLang="zh-CN" sz="2300" kern="1200" dirty="0">
            <a:solidFill>
              <a:schemeClr val="tx1"/>
            </a:solidFill>
          </a:endParaRPr>
        </a:p>
        <a:p>
          <a:pPr marL="0" lvl="0" indent="0" algn="l" defTabSz="1022350">
            <a:lnSpc>
              <a:spcPct val="90000"/>
            </a:lnSpc>
            <a:spcBef>
              <a:spcPct val="0"/>
            </a:spcBef>
            <a:spcAft>
              <a:spcPct val="35000"/>
            </a:spcAft>
            <a:buNone/>
          </a:pPr>
          <a:r>
            <a:rPr lang="en-US" sz="2300" kern="1200" dirty="0">
              <a:solidFill>
                <a:schemeClr val="tx1"/>
              </a:solidFill>
            </a:rPr>
            <a:t>【</a:t>
          </a:r>
          <a:r>
            <a:rPr lang="zh-CN" sz="2300" kern="1200" dirty="0">
              <a:solidFill>
                <a:schemeClr val="tx1"/>
              </a:solidFill>
            </a:rPr>
            <a:t>腓</a:t>
          </a:r>
          <a:r>
            <a:rPr lang="en-US" sz="2300" kern="1200" dirty="0">
              <a:solidFill>
                <a:schemeClr val="tx1"/>
              </a:solidFill>
            </a:rPr>
            <a:t>2:24】</a:t>
          </a:r>
          <a:r>
            <a:rPr lang="zh-CN" sz="2300" kern="1200" dirty="0">
              <a:solidFill>
                <a:schemeClr val="tx1"/>
              </a:solidFill>
            </a:rPr>
            <a:t>但我</a:t>
          </a:r>
          <a:r>
            <a:rPr lang="zh-CN" sz="2400" b="1" kern="1200" dirty="0">
              <a:solidFill>
                <a:srgbClr val="C00000"/>
              </a:solidFill>
              <a:latin typeface="Arial"/>
              <a:ea typeface="苹方-简"/>
              <a:cs typeface="+mn-cs"/>
            </a:rPr>
            <a:t>靠着主</a:t>
          </a:r>
          <a:r>
            <a:rPr lang="zh-CN" sz="2300" kern="1200" dirty="0">
              <a:solidFill>
                <a:schemeClr val="tx1"/>
              </a:solidFill>
            </a:rPr>
            <a:t>，自信我也必快去。</a:t>
          </a:r>
        </a:p>
      </dsp:txBody>
      <dsp:txXfrm>
        <a:off x="72119" y="3507172"/>
        <a:ext cx="12047763" cy="13331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0D3555-4096-426E-9F81-111950E9479E}">
      <dsp:nvSpPr>
        <dsp:cNvPr id="0" name=""/>
        <dsp:cNvSpPr/>
      </dsp:nvSpPr>
      <dsp:spPr>
        <a:xfrm>
          <a:off x="0" y="371948"/>
          <a:ext cx="5819775" cy="779179"/>
        </a:xfrm>
        <a:prstGeom prst="roundRect">
          <a:avLst/>
        </a:prstGeom>
        <a:no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2:19】</a:t>
          </a:r>
          <a:r>
            <a:rPr lang="zh-CN" sz="1400" kern="1200" dirty="0">
              <a:solidFill>
                <a:schemeClr val="tx1"/>
              </a:solidFill>
            </a:rPr>
            <a:t>我</a:t>
          </a:r>
          <a:r>
            <a:rPr lang="zh-CN" sz="1400" b="1" kern="1200" dirty="0">
              <a:solidFill>
                <a:srgbClr val="C00000"/>
              </a:solidFill>
            </a:rPr>
            <a:t>靠主耶稣指望</a:t>
          </a:r>
          <a:r>
            <a:rPr lang="zh-CN" sz="1400" kern="1200" dirty="0">
              <a:solidFill>
                <a:schemeClr val="tx1"/>
              </a:solidFill>
            </a:rPr>
            <a:t>快打发提摩太去见你们，叫我知道你们的事，心里就得着安慰。</a:t>
          </a:r>
        </a:p>
      </dsp:txBody>
      <dsp:txXfrm>
        <a:off x="38036" y="409984"/>
        <a:ext cx="5743703" cy="703107"/>
      </dsp:txXfrm>
    </dsp:sp>
    <dsp:sp modelId="{0D6B1CC5-01FB-498C-BA20-9C78C70B8E95}">
      <dsp:nvSpPr>
        <dsp:cNvPr id="0" name=""/>
        <dsp:cNvSpPr/>
      </dsp:nvSpPr>
      <dsp:spPr>
        <a:xfrm>
          <a:off x="0" y="1256190"/>
          <a:ext cx="5819775" cy="2088450"/>
        </a:xfrm>
        <a:prstGeom prst="roundRect">
          <a:avLst/>
        </a:prstGeom>
        <a:no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2:20】</a:t>
          </a:r>
          <a:r>
            <a:rPr lang="zh-CN" sz="1400" kern="1200" dirty="0">
              <a:solidFill>
                <a:schemeClr val="tx1"/>
              </a:solidFill>
            </a:rPr>
            <a:t>因为我没有别人与我</a:t>
          </a:r>
          <a:r>
            <a:rPr lang="zh-CN" sz="1400" b="1" kern="1200" dirty="0">
              <a:solidFill>
                <a:srgbClr val="C00000"/>
              </a:solidFill>
            </a:rPr>
            <a:t>同心</a:t>
          </a:r>
          <a:r>
            <a:rPr lang="zh-CN" sz="1400" kern="1200" dirty="0">
              <a:solidFill>
                <a:schemeClr val="tx1"/>
              </a:solidFill>
            </a:rPr>
            <a:t>，实在挂念你们的事。</a:t>
          </a:r>
          <a:endParaRPr lang="en-US" altLang="zh-CN" sz="1400" kern="1200" dirty="0">
            <a:solidFill>
              <a:schemeClr val="tx1"/>
            </a:solidFill>
          </a:endParaRPr>
        </a:p>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2:21】</a:t>
          </a:r>
          <a:r>
            <a:rPr lang="zh-CN" sz="1400" kern="1200" dirty="0">
              <a:solidFill>
                <a:schemeClr val="tx1"/>
              </a:solidFill>
            </a:rPr>
            <a:t>别人都求自己的事，并不</a:t>
          </a:r>
          <a:r>
            <a:rPr lang="zh-CN" sz="1400" b="1" kern="1200" dirty="0">
              <a:solidFill>
                <a:srgbClr val="C00000"/>
              </a:solidFill>
            </a:rPr>
            <a:t>求耶稣基督的事</a:t>
          </a:r>
          <a:r>
            <a:rPr lang="zh-CN" sz="1400" kern="1200" dirty="0">
              <a:solidFill>
                <a:schemeClr val="tx1"/>
              </a:solidFill>
            </a:rPr>
            <a:t>。</a:t>
          </a:r>
          <a:endParaRPr lang="en-US" altLang="zh-CN" sz="1400" kern="1200" dirty="0">
            <a:solidFill>
              <a:schemeClr val="tx1"/>
            </a:solidFill>
          </a:endParaRPr>
        </a:p>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2:22】</a:t>
          </a:r>
          <a:r>
            <a:rPr lang="zh-CN" sz="1400" kern="1200" dirty="0">
              <a:solidFill>
                <a:schemeClr val="tx1"/>
              </a:solidFill>
            </a:rPr>
            <a:t>但你们知道提摩太的</a:t>
          </a:r>
          <a:r>
            <a:rPr lang="zh-CN" sz="1400" b="1" kern="1200" dirty="0">
              <a:solidFill>
                <a:srgbClr val="C00000"/>
              </a:solidFill>
            </a:rPr>
            <a:t>明证</a:t>
          </a:r>
          <a:r>
            <a:rPr lang="zh-CN" sz="1400" kern="1200" dirty="0">
              <a:solidFill>
                <a:schemeClr val="tx1"/>
              </a:solidFill>
            </a:rPr>
            <a:t>，他兴旺福音，与我同劳，待我像儿子待父亲一样。</a:t>
          </a:r>
        </a:p>
      </dsp:txBody>
      <dsp:txXfrm>
        <a:off x="101950" y="1358140"/>
        <a:ext cx="5615875" cy="1884550"/>
      </dsp:txXfrm>
    </dsp:sp>
    <dsp:sp modelId="{CEE5ED75-26E9-4403-BDCA-3E72321A9ADE}">
      <dsp:nvSpPr>
        <dsp:cNvPr id="0" name=""/>
        <dsp:cNvSpPr/>
      </dsp:nvSpPr>
      <dsp:spPr>
        <a:xfrm>
          <a:off x="0" y="3433225"/>
          <a:ext cx="5819775" cy="1331867"/>
        </a:xfrm>
        <a:prstGeom prst="roundRect">
          <a:avLst/>
        </a:prstGeom>
        <a:no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2:23】</a:t>
          </a:r>
          <a:r>
            <a:rPr lang="zh-CN" sz="1400" kern="1200" dirty="0">
              <a:solidFill>
                <a:schemeClr val="tx1"/>
              </a:solidFill>
            </a:rPr>
            <a:t>所以我一看出我的事要怎样了结，就</a:t>
          </a:r>
          <a:r>
            <a:rPr lang="zh-CN" sz="1400" b="1" kern="1200" dirty="0">
              <a:solidFill>
                <a:srgbClr val="C00000"/>
              </a:solidFill>
              <a:latin typeface="Arial"/>
              <a:ea typeface="苹方-简"/>
              <a:cs typeface="+mn-cs"/>
            </a:rPr>
            <a:t>盼望</a:t>
          </a:r>
          <a:r>
            <a:rPr lang="zh-CN" sz="1400" kern="1200" dirty="0">
              <a:solidFill>
                <a:schemeClr val="tx1"/>
              </a:solidFill>
            </a:rPr>
            <a:t>立刻打发他去；</a:t>
          </a:r>
          <a:endParaRPr lang="en-US" altLang="zh-CN" sz="1400" kern="1200" dirty="0">
            <a:solidFill>
              <a:schemeClr val="tx1"/>
            </a:solidFill>
          </a:endParaRPr>
        </a:p>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2:24】</a:t>
          </a:r>
          <a:r>
            <a:rPr lang="zh-CN" sz="1400" kern="1200" dirty="0">
              <a:solidFill>
                <a:schemeClr val="tx1"/>
              </a:solidFill>
            </a:rPr>
            <a:t>但我靠着主，自信我也必快去。</a:t>
          </a:r>
        </a:p>
      </dsp:txBody>
      <dsp:txXfrm>
        <a:off x="65016" y="3498241"/>
        <a:ext cx="5689743" cy="12018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2023/5/6 Sat</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你对神认真，神必对你认真</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694770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腓</a:t>
            </a:r>
            <a:r>
              <a:rPr lang="en-US" altLang="zh-CN" dirty="0"/>
              <a:t>1:21】</a:t>
            </a:r>
            <a:r>
              <a:rPr lang="zh-CN" altLang="en-US" dirty="0"/>
              <a:t>因我活着就是基督，我死了就有益处。</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39596638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tags" Target="../tags/tag28.xml"/><Relationship Id="rId3" Type="http://schemas.openxmlformats.org/officeDocument/2006/relationships/tags" Target="../tags/tag13.xml"/><Relationship Id="rId21" Type="http://schemas.openxmlformats.org/officeDocument/2006/relationships/tags" Target="../tags/tag31.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tags" Target="../tags/tag30.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19" Type="http://schemas.openxmlformats.org/officeDocument/2006/relationships/tags" Target="../tags/tag29.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2331537" y="2195875"/>
            <a:ext cx="7528927" cy="1515717"/>
          </a:xfrm>
        </p:spPr>
        <p:txBody>
          <a:bodyPr lIns="90000" tIns="46800" rIns="90000" bIns="46800" anchor="ctr">
            <a:normAutofit/>
          </a:bodyPr>
          <a:lstStyle>
            <a:lvl1pPr algn="ctr">
              <a:defRPr sz="7200" spc="600">
                <a:gradFill>
                  <a:gsLst>
                    <a:gs pos="0">
                      <a:schemeClr val="accent5"/>
                    </a:gs>
                    <a:gs pos="100000">
                      <a:schemeClr val="accent2"/>
                    </a:gs>
                  </a:gsLst>
                  <a:lin ang="0" scaled="0"/>
                </a:gradFill>
              </a:defRPr>
            </a:lvl1pPr>
          </a:lstStyle>
          <a:p>
            <a:r>
              <a:rPr lang="zh-CN" altLang="en-US"/>
              <a:t>编辑标题</a:t>
            </a:r>
          </a:p>
        </p:txBody>
      </p:sp>
      <p:sp>
        <p:nvSpPr>
          <p:cNvPr id="16" name="日期占位符 15"/>
          <p:cNvSpPr>
            <a:spLocks noGrp="1"/>
          </p:cNvSpPr>
          <p:nvPr>
            <p:ph type="dt" sz="half" idx="10"/>
            <p:custDataLst>
              <p:tags r:id="rId2"/>
            </p:custDataLst>
          </p:nvPr>
        </p:nvSpPr>
        <p:spPr/>
        <p:txBody>
          <a:bodyPr/>
          <a:lstStyle>
            <a:lvl1pPr>
              <a:defRPr>
                <a:solidFill>
                  <a:schemeClr val="bg1">
                    <a:lumMod val="50000"/>
                  </a:schemeClr>
                </a:solidFill>
              </a:defRPr>
            </a:lvl1pPr>
          </a:lstStyle>
          <a:p>
            <a:fld id="{760FBDFE-C587-4B4C-A407-44438C67B59E}" type="datetimeFigureOut">
              <a:rPr lang="zh-CN" altLang="en-US" smtClean="0"/>
              <a:t>2023/5/6 Sat</a:t>
            </a:fld>
            <a:endParaRPr lang="zh-CN" altLang="en-US"/>
          </a:p>
        </p:txBody>
      </p:sp>
      <p:sp>
        <p:nvSpPr>
          <p:cNvPr id="17" name="页脚占位符 16"/>
          <p:cNvSpPr>
            <a:spLocks noGrp="1"/>
          </p:cNvSpPr>
          <p:nvPr>
            <p:ph type="ftr" sz="quarter" idx="11"/>
            <p:custDataLst>
              <p:tags r:id="rId3"/>
            </p:custDataLst>
          </p:nvPr>
        </p:nvSpPr>
        <p:spPr/>
        <p:txBody>
          <a:bodyPr/>
          <a:lstStyle>
            <a:lvl1pPr>
              <a:defRPr>
                <a:solidFill>
                  <a:schemeClr val="bg1">
                    <a:lumMod val="50000"/>
                  </a:schemeClr>
                </a:solidFill>
              </a:defRPr>
            </a:lvl1pPr>
          </a:lstStyle>
          <a:p>
            <a:endParaRPr lang="zh-CN" altLang="en-US"/>
          </a:p>
        </p:txBody>
      </p:sp>
      <p:sp>
        <p:nvSpPr>
          <p:cNvPr id="18" name="灯片编号占位符 17"/>
          <p:cNvSpPr>
            <a:spLocks noGrp="1"/>
          </p:cNvSpPr>
          <p:nvPr>
            <p:ph type="sldNum" sz="quarter" idx="12"/>
            <p:custDataLst>
              <p:tags r:id="rId4"/>
            </p:custDataLst>
          </p:nvPr>
        </p:nvSpPr>
        <p:spPr/>
        <p:txBody>
          <a:bodyPr/>
          <a:lstStyle>
            <a:lvl1pPr>
              <a:defRPr>
                <a:solidFill>
                  <a:schemeClr val="bg1">
                    <a:lumMod val="50000"/>
                  </a:schemeClr>
                </a:solidFill>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50000">
              <a:schemeClr val="accent1">
                <a:lumMod val="5000"/>
                <a:lumOff val="95000"/>
                <a:alpha val="27000"/>
              </a:schemeClr>
            </a:gs>
            <a:gs pos="15000">
              <a:schemeClr val="bg1">
                <a:lumMod val="95000"/>
                <a:alpha val="100000"/>
              </a:schemeClr>
            </a:gs>
            <a:gs pos="100000">
              <a:schemeClr val="bg1">
                <a:lumMod val="85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grpSp>
        <p:nvGrpSpPr>
          <p:cNvPr id="10" name="组合 9"/>
          <p:cNvGrpSpPr/>
          <p:nvPr userDrawn="1">
            <p:custDataLst>
              <p:tags r:id="rId1"/>
            </p:custDataLst>
          </p:nvPr>
        </p:nvGrpSpPr>
        <p:grpSpPr>
          <a:xfrm>
            <a:off x="11298538" y="0"/>
            <a:ext cx="893461" cy="716280"/>
            <a:chOff x="9044119" y="-15877"/>
            <a:chExt cx="2624337" cy="2103905"/>
          </a:xfrm>
          <a:solidFill>
            <a:srgbClr val="FFC000">
              <a:alpha val="50000"/>
            </a:srgbClr>
          </a:solidFill>
        </p:grpSpPr>
        <p:sp>
          <p:nvSpPr>
            <p:cNvPr id="11" name="任意多边形 122"/>
            <p:cNvSpPr/>
            <p:nvPr>
              <p:custDataLst>
                <p:tags r:id="rId5"/>
              </p:custDataLst>
            </p:nvPr>
          </p:nvSpPr>
          <p:spPr>
            <a:xfrm>
              <a:off x="9044119" y="-15876"/>
              <a:ext cx="407785" cy="706307"/>
            </a:xfrm>
            <a:custGeom>
              <a:avLst/>
              <a:gdLst>
                <a:gd name="connsiteX0" fmla="*/ 255661 w 302156"/>
                <a:gd name="connsiteY0" fmla="*/ 0 h 523351"/>
                <a:gd name="connsiteX1" fmla="*/ 302156 w 302156"/>
                <a:gd name="connsiteY1" fmla="*/ 0 h 523351"/>
                <a:gd name="connsiteX2" fmla="*/ 285876 w 302156"/>
                <a:gd name="connsiteY2" fmla="*/ 28198 h 523351"/>
                <a:gd name="connsiteX3" fmla="*/ 0 w 302156"/>
                <a:gd name="connsiteY3" fmla="*/ 523351 h 523351"/>
                <a:gd name="connsiteX4" fmla="*/ 86860 w 302156"/>
                <a:gd name="connsiteY4" fmla="*/ 292372 h 523351"/>
                <a:gd name="connsiteX5" fmla="*/ 207463 w 302156"/>
                <a:gd name="connsiteY5" fmla="*/ 83480 h 523351"/>
                <a:gd name="connsiteX6" fmla="*/ 255661 w 302156"/>
                <a:gd name="connsiteY6" fmla="*/ 0 h 52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156" h="523351">
                  <a:moveTo>
                    <a:pt x="255661" y="0"/>
                  </a:moveTo>
                  <a:lnTo>
                    <a:pt x="302156" y="0"/>
                  </a:lnTo>
                  <a:lnTo>
                    <a:pt x="285876" y="28198"/>
                  </a:lnTo>
                  <a:cubicBezTo>
                    <a:pt x="223325" y="136541"/>
                    <a:pt x="132341" y="294130"/>
                    <a:pt x="0" y="523351"/>
                  </a:cubicBezTo>
                  <a:cubicBezTo>
                    <a:pt x="21737" y="448790"/>
                    <a:pt x="51262" y="370808"/>
                    <a:pt x="86860" y="292372"/>
                  </a:cubicBezTo>
                  <a:cubicBezTo>
                    <a:pt x="86860" y="292372"/>
                    <a:pt x="86860" y="292372"/>
                    <a:pt x="207463" y="83480"/>
                  </a:cubicBezTo>
                  <a:lnTo>
                    <a:pt x="2556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21"/>
            <p:cNvSpPr/>
            <p:nvPr>
              <p:custDataLst>
                <p:tags r:id="rId6"/>
              </p:custDataLst>
            </p:nvPr>
          </p:nvSpPr>
          <p:spPr>
            <a:xfrm>
              <a:off x="9058874" y="-15876"/>
              <a:ext cx="575657" cy="997070"/>
            </a:xfrm>
            <a:custGeom>
              <a:avLst/>
              <a:gdLst>
                <a:gd name="connsiteX0" fmla="*/ 380051 w 426544"/>
                <a:gd name="connsiteY0" fmla="*/ 0 h 738797"/>
                <a:gd name="connsiteX1" fmla="*/ 426544 w 426544"/>
                <a:gd name="connsiteY1" fmla="*/ 0 h 738797"/>
                <a:gd name="connsiteX2" fmla="*/ 408138 w 426544"/>
                <a:gd name="connsiteY2" fmla="*/ 31881 h 738797"/>
                <a:gd name="connsiteX3" fmla="*/ 0 w 426544"/>
                <a:gd name="connsiteY3" fmla="*/ 738797 h 738797"/>
                <a:gd name="connsiteX4" fmla="*/ 23528 w 426544"/>
                <a:gd name="connsiteY4" fmla="*/ 617513 h 738797"/>
                <a:gd name="connsiteX5" fmla="*/ 350321 w 426544"/>
                <a:gd name="connsiteY5" fmla="*/ 51493 h 738797"/>
                <a:gd name="connsiteX6" fmla="*/ 380051 w 426544"/>
                <a:gd name="connsiteY6" fmla="*/ 0 h 73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44" h="738797">
                  <a:moveTo>
                    <a:pt x="380051" y="0"/>
                  </a:moveTo>
                  <a:lnTo>
                    <a:pt x="426544" y="0"/>
                  </a:lnTo>
                  <a:lnTo>
                    <a:pt x="408138" y="31881"/>
                  </a:lnTo>
                  <a:cubicBezTo>
                    <a:pt x="318835" y="186559"/>
                    <a:pt x="188939" y="411545"/>
                    <a:pt x="0" y="738797"/>
                  </a:cubicBezTo>
                  <a:cubicBezTo>
                    <a:pt x="4959" y="700009"/>
                    <a:pt x="13087" y="659086"/>
                    <a:pt x="23528" y="617513"/>
                  </a:cubicBezTo>
                  <a:cubicBezTo>
                    <a:pt x="23528" y="617513"/>
                    <a:pt x="23528" y="617513"/>
                    <a:pt x="350321" y="51493"/>
                  </a:cubicBezTo>
                  <a:lnTo>
                    <a:pt x="38005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0"/>
            <p:cNvSpPr/>
            <p:nvPr>
              <p:custDataLst>
                <p:tags r:id="rId7"/>
              </p:custDataLst>
            </p:nvPr>
          </p:nvSpPr>
          <p:spPr>
            <a:xfrm>
              <a:off x="9113492" y="-15876"/>
              <a:ext cx="700903" cy="1213998"/>
            </a:xfrm>
            <a:custGeom>
              <a:avLst/>
              <a:gdLst>
                <a:gd name="connsiteX0" fmla="*/ 472852 w 519347"/>
                <a:gd name="connsiteY0" fmla="*/ 0 h 899534"/>
                <a:gd name="connsiteX1" fmla="*/ 519347 w 519347"/>
                <a:gd name="connsiteY1" fmla="*/ 0 h 899534"/>
                <a:gd name="connsiteX2" fmla="*/ 488447 w 519347"/>
                <a:gd name="connsiteY2" fmla="*/ 53520 h 899534"/>
                <a:gd name="connsiteX3" fmla="*/ 0 w 519347"/>
                <a:gd name="connsiteY3" fmla="*/ 899534 h 899534"/>
                <a:gd name="connsiteX4" fmla="*/ 4566 w 519347"/>
                <a:gd name="connsiteY4" fmla="*/ 811095 h 899534"/>
                <a:gd name="connsiteX5" fmla="*/ 436464 w 519347"/>
                <a:gd name="connsiteY5" fmla="*/ 63025 h 899534"/>
                <a:gd name="connsiteX6" fmla="*/ 472852 w 519347"/>
                <a:gd name="connsiteY6" fmla="*/ 0 h 899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347" h="899534">
                  <a:moveTo>
                    <a:pt x="472852" y="0"/>
                  </a:moveTo>
                  <a:lnTo>
                    <a:pt x="519347" y="0"/>
                  </a:lnTo>
                  <a:lnTo>
                    <a:pt x="488447" y="53520"/>
                  </a:lnTo>
                  <a:cubicBezTo>
                    <a:pt x="381572" y="238633"/>
                    <a:pt x="226117" y="507889"/>
                    <a:pt x="0" y="899534"/>
                  </a:cubicBezTo>
                  <a:cubicBezTo>
                    <a:pt x="510" y="870130"/>
                    <a:pt x="1746" y="841145"/>
                    <a:pt x="4566" y="811095"/>
                  </a:cubicBezTo>
                  <a:cubicBezTo>
                    <a:pt x="4566" y="811095"/>
                    <a:pt x="4566" y="811095"/>
                    <a:pt x="436464" y="63025"/>
                  </a:cubicBezTo>
                  <a:lnTo>
                    <a:pt x="4728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19"/>
            <p:cNvSpPr/>
            <p:nvPr>
              <p:custDataLst>
                <p:tags r:id="rId8"/>
              </p:custDataLst>
            </p:nvPr>
          </p:nvSpPr>
          <p:spPr>
            <a:xfrm>
              <a:off x="9184090" y="-15876"/>
              <a:ext cx="812932" cy="1394769"/>
            </a:xfrm>
            <a:custGeom>
              <a:avLst/>
              <a:gdLst>
                <a:gd name="connsiteX0" fmla="*/ 555861 w 602357"/>
                <a:gd name="connsiteY0" fmla="*/ 0 h 1033480"/>
                <a:gd name="connsiteX1" fmla="*/ 602357 w 602357"/>
                <a:gd name="connsiteY1" fmla="*/ 0 h 1033480"/>
                <a:gd name="connsiteX2" fmla="*/ 552857 w 602357"/>
                <a:gd name="connsiteY2" fmla="*/ 85735 h 1033480"/>
                <a:gd name="connsiteX3" fmla="*/ 5677 w 602357"/>
                <a:gd name="connsiteY3" fmla="*/ 1033480 h 1033480"/>
                <a:gd name="connsiteX4" fmla="*/ 0 w 602357"/>
                <a:gd name="connsiteY4" fmla="*/ 962780 h 1033480"/>
                <a:gd name="connsiteX5" fmla="*/ 503909 w 602357"/>
                <a:gd name="connsiteY5" fmla="*/ 89985 h 1033480"/>
                <a:gd name="connsiteX6" fmla="*/ 555861 w 602357"/>
                <a:gd name="connsiteY6" fmla="*/ 0 h 103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357" h="1033480">
                  <a:moveTo>
                    <a:pt x="555861" y="0"/>
                  </a:moveTo>
                  <a:lnTo>
                    <a:pt x="602357" y="0"/>
                  </a:lnTo>
                  <a:lnTo>
                    <a:pt x="552857" y="85735"/>
                  </a:lnTo>
                  <a:cubicBezTo>
                    <a:pt x="433131" y="293108"/>
                    <a:pt x="258983" y="594741"/>
                    <a:pt x="5677" y="1033480"/>
                  </a:cubicBezTo>
                  <a:cubicBezTo>
                    <a:pt x="1914" y="1011477"/>
                    <a:pt x="594" y="986919"/>
                    <a:pt x="0" y="962780"/>
                  </a:cubicBezTo>
                  <a:cubicBezTo>
                    <a:pt x="0" y="962780"/>
                    <a:pt x="0" y="962780"/>
                    <a:pt x="503909" y="89985"/>
                  </a:cubicBezTo>
                  <a:lnTo>
                    <a:pt x="5558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18"/>
            <p:cNvSpPr/>
            <p:nvPr>
              <p:custDataLst>
                <p:tags r:id="rId9"/>
              </p:custDataLst>
            </p:nvPr>
          </p:nvSpPr>
          <p:spPr>
            <a:xfrm>
              <a:off x="9267546" y="-15876"/>
              <a:ext cx="912104" cy="1546484"/>
            </a:xfrm>
            <a:custGeom>
              <a:avLst/>
              <a:gdLst>
                <a:gd name="connsiteX0" fmla="*/ 629345 w 675840"/>
                <a:gd name="connsiteY0" fmla="*/ 0 h 1145896"/>
                <a:gd name="connsiteX1" fmla="*/ 675840 w 675840"/>
                <a:gd name="connsiteY1" fmla="*/ 0 h 1145896"/>
                <a:gd name="connsiteX2" fmla="*/ 673914 w 675840"/>
                <a:gd name="connsiteY2" fmla="*/ 3335 h 1145896"/>
                <a:gd name="connsiteX3" fmla="*/ 14256 w 675840"/>
                <a:gd name="connsiteY3" fmla="*/ 1145896 h 1145896"/>
                <a:gd name="connsiteX4" fmla="*/ 0 w 675840"/>
                <a:gd name="connsiteY4" fmla="*/ 1090056 h 1145896"/>
                <a:gd name="connsiteX5" fmla="*/ 618876 w 675840"/>
                <a:gd name="connsiteY5" fmla="*/ 18132 h 1145896"/>
                <a:gd name="connsiteX6" fmla="*/ 629345 w 675840"/>
                <a:gd name="connsiteY6" fmla="*/ 0 h 114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840" h="1145896">
                  <a:moveTo>
                    <a:pt x="629345" y="0"/>
                  </a:moveTo>
                  <a:lnTo>
                    <a:pt x="675840" y="0"/>
                  </a:lnTo>
                  <a:lnTo>
                    <a:pt x="673914" y="3335"/>
                  </a:lnTo>
                  <a:cubicBezTo>
                    <a:pt x="546073" y="224762"/>
                    <a:pt x="341528" y="579044"/>
                    <a:pt x="14256" y="1145896"/>
                  </a:cubicBezTo>
                  <a:cubicBezTo>
                    <a:pt x="8645" y="1128771"/>
                    <a:pt x="3893" y="1110157"/>
                    <a:pt x="0" y="1090056"/>
                  </a:cubicBezTo>
                  <a:cubicBezTo>
                    <a:pt x="0" y="1090056"/>
                    <a:pt x="0" y="1090056"/>
                    <a:pt x="618876" y="18132"/>
                  </a:cubicBezTo>
                  <a:lnTo>
                    <a:pt x="629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17"/>
            <p:cNvSpPr/>
            <p:nvPr>
              <p:custDataLst>
                <p:tags r:id="rId10"/>
              </p:custDataLst>
            </p:nvPr>
          </p:nvSpPr>
          <p:spPr>
            <a:xfrm>
              <a:off x="9366478" y="-15876"/>
              <a:ext cx="995799" cy="1675374"/>
            </a:xfrm>
            <a:custGeom>
              <a:avLst/>
              <a:gdLst>
                <a:gd name="connsiteX0" fmla="*/ 691359 w 737856"/>
                <a:gd name="connsiteY0" fmla="*/ 0 h 1241399"/>
                <a:gd name="connsiteX1" fmla="*/ 737856 w 737856"/>
                <a:gd name="connsiteY1" fmla="*/ 0 h 1241399"/>
                <a:gd name="connsiteX2" fmla="*/ 713003 w 737856"/>
                <a:gd name="connsiteY2" fmla="*/ 43046 h 1241399"/>
                <a:gd name="connsiteX3" fmla="*/ 21133 w 737856"/>
                <a:gd name="connsiteY3" fmla="*/ 1241399 h 1241399"/>
                <a:gd name="connsiteX4" fmla="*/ 0 w 737856"/>
                <a:gd name="connsiteY4" fmla="*/ 1197470 h 1241399"/>
                <a:gd name="connsiteX5" fmla="*/ 660831 w 737856"/>
                <a:gd name="connsiteY5" fmla="*/ 52877 h 1241399"/>
                <a:gd name="connsiteX6" fmla="*/ 691359 w 737856"/>
                <a:gd name="connsiteY6" fmla="*/ 0 h 124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7856" h="1241399">
                  <a:moveTo>
                    <a:pt x="691359" y="0"/>
                  </a:moveTo>
                  <a:lnTo>
                    <a:pt x="737856" y="0"/>
                  </a:lnTo>
                  <a:lnTo>
                    <a:pt x="713003" y="43046"/>
                  </a:lnTo>
                  <a:cubicBezTo>
                    <a:pt x="578920" y="275285"/>
                    <a:pt x="364386" y="646867"/>
                    <a:pt x="21133" y="1241399"/>
                  </a:cubicBezTo>
                  <a:cubicBezTo>
                    <a:pt x="13803" y="1227252"/>
                    <a:pt x="6472" y="1213104"/>
                    <a:pt x="0" y="1197470"/>
                  </a:cubicBezTo>
                  <a:cubicBezTo>
                    <a:pt x="0" y="1197470"/>
                    <a:pt x="0" y="1197470"/>
                    <a:pt x="660831" y="52877"/>
                  </a:cubicBezTo>
                  <a:lnTo>
                    <a:pt x="69135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16"/>
            <p:cNvSpPr/>
            <p:nvPr>
              <p:custDataLst>
                <p:tags r:id="rId11"/>
              </p:custDataLst>
            </p:nvPr>
          </p:nvSpPr>
          <p:spPr>
            <a:xfrm>
              <a:off x="9478515" y="-15876"/>
              <a:ext cx="1066392" cy="1785584"/>
            </a:xfrm>
            <a:custGeom>
              <a:avLst/>
              <a:gdLst>
                <a:gd name="connsiteX0" fmla="*/ 743667 w 790163"/>
                <a:gd name="connsiteY0" fmla="*/ 0 h 1323061"/>
                <a:gd name="connsiteX1" fmla="*/ 790163 w 790163"/>
                <a:gd name="connsiteY1" fmla="*/ 0 h 1323061"/>
                <a:gd name="connsiteX2" fmla="*/ 738294 w 790163"/>
                <a:gd name="connsiteY2" fmla="*/ 89838 h 1323061"/>
                <a:gd name="connsiteX3" fmla="*/ 26293 w 790163"/>
                <a:gd name="connsiteY3" fmla="*/ 1323061 h 1323061"/>
                <a:gd name="connsiteX4" fmla="*/ 0 w 790163"/>
                <a:gd name="connsiteY4" fmla="*/ 1288068 h 1323061"/>
                <a:gd name="connsiteX5" fmla="*/ 688336 w 790163"/>
                <a:gd name="connsiteY5" fmla="*/ 95836 h 1323061"/>
                <a:gd name="connsiteX6" fmla="*/ 743667 w 790163"/>
                <a:gd name="connsiteY6" fmla="*/ 0 h 13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163" h="1323061">
                  <a:moveTo>
                    <a:pt x="743667" y="0"/>
                  </a:moveTo>
                  <a:lnTo>
                    <a:pt x="790163" y="0"/>
                  </a:lnTo>
                  <a:lnTo>
                    <a:pt x="738294" y="89838"/>
                  </a:lnTo>
                  <a:cubicBezTo>
                    <a:pt x="600310" y="328835"/>
                    <a:pt x="379534" y="711229"/>
                    <a:pt x="26293" y="1323061"/>
                  </a:cubicBezTo>
                  <a:cubicBezTo>
                    <a:pt x="17243" y="1311892"/>
                    <a:pt x="8193" y="1300723"/>
                    <a:pt x="0" y="1288068"/>
                  </a:cubicBezTo>
                  <a:cubicBezTo>
                    <a:pt x="0" y="1288068"/>
                    <a:pt x="0" y="1288068"/>
                    <a:pt x="688336" y="95836"/>
                  </a:cubicBezTo>
                  <a:lnTo>
                    <a:pt x="74366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15"/>
            <p:cNvSpPr/>
            <p:nvPr>
              <p:custDataLst>
                <p:tags r:id="rId12"/>
              </p:custDataLst>
            </p:nvPr>
          </p:nvSpPr>
          <p:spPr>
            <a:xfrm>
              <a:off x="9598080" y="-15877"/>
              <a:ext cx="1126689" cy="1877994"/>
            </a:xfrm>
            <a:custGeom>
              <a:avLst/>
              <a:gdLst>
                <a:gd name="connsiteX0" fmla="*/ 788345 w 834841"/>
                <a:gd name="connsiteY0" fmla="*/ 0 h 1391534"/>
                <a:gd name="connsiteX1" fmla="*/ 834841 w 834841"/>
                <a:gd name="connsiteY1" fmla="*/ 0 h 1391534"/>
                <a:gd name="connsiteX2" fmla="*/ 815980 w 834841"/>
                <a:gd name="connsiteY2" fmla="*/ 32668 h 1391534"/>
                <a:gd name="connsiteX3" fmla="*/ 31438 w 834841"/>
                <a:gd name="connsiteY3" fmla="*/ 1391534 h 1391534"/>
                <a:gd name="connsiteX4" fmla="*/ 0 w 834841"/>
                <a:gd name="connsiteY4" fmla="*/ 1365455 h 1391534"/>
                <a:gd name="connsiteX5" fmla="*/ 780748 w 834841"/>
                <a:gd name="connsiteY5" fmla="*/ 13159 h 1391534"/>
                <a:gd name="connsiteX6" fmla="*/ 788345 w 834841"/>
                <a:gd name="connsiteY6" fmla="*/ 0 h 13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4841" h="1391534">
                  <a:moveTo>
                    <a:pt x="788345" y="0"/>
                  </a:moveTo>
                  <a:lnTo>
                    <a:pt x="834841" y="0"/>
                  </a:lnTo>
                  <a:lnTo>
                    <a:pt x="815980" y="32668"/>
                  </a:lnTo>
                  <a:cubicBezTo>
                    <a:pt x="683864" y="261500"/>
                    <a:pt x="448991" y="668312"/>
                    <a:pt x="31438" y="1391534"/>
                  </a:cubicBezTo>
                  <a:cubicBezTo>
                    <a:pt x="20672" y="1383337"/>
                    <a:pt x="9907" y="1375139"/>
                    <a:pt x="0" y="1365455"/>
                  </a:cubicBezTo>
                  <a:cubicBezTo>
                    <a:pt x="0" y="1365455"/>
                    <a:pt x="0" y="1365455"/>
                    <a:pt x="780748" y="13159"/>
                  </a:cubicBezTo>
                  <a:lnTo>
                    <a:pt x="788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14"/>
            <p:cNvSpPr/>
            <p:nvPr>
              <p:custDataLst>
                <p:tags r:id="rId13"/>
              </p:custDataLst>
            </p:nvPr>
          </p:nvSpPr>
          <p:spPr>
            <a:xfrm>
              <a:off x="9730418" y="-15876"/>
              <a:ext cx="1176980" cy="1953062"/>
            </a:xfrm>
            <a:custGeom>
              <a:avLst/>
              <a:gdLst>
                <a:gd name="connsiteX0" fmla="*/ 825609 w 872105"/>
                <a:gd name="connsiteY0" fmla="*/ 0 h 1447157"/>
                <a:gd name="connsiteX1" fmla="*/ 872105 w 872105"/>
                <a:gd name="connsiteY1" fmla="*/ 0 h 1447157"/>
                <a:gd name="connsiteX2" fmla="*/ 868689 w 872105"/>
                <a:gd name="connsiteY2" fmla="*/ 5916 h 1447157"/>
                <a:gd name="connsiteX3" fmla="*/ 36588 w 872105"/>
                <a:gd name="connsiteY3" fmla="*/ 1447157 h 1447157"/>
                <a:gd name="connsiteX4" fmla="*/ 1453 w 872105"/>
                <a:gd name="connsiteY4" fmla="*/ 1430836 h 1447157"/>
                <a:gd name="connsiteX5" fmla="*/ 0 w 872105"/>
                <a:gd name="connsiteY5" fmla="*/ 1429997 h 1447157"/>
                <a:gd name="connsiteX6" fmla="*/ 786405 w 872105"/>
                <a:gd name="connsiteY6" fmla="*/ 67903 h 1447157"/>
                <a:gd name="connsiteX7" fmla="*/ 825609 w 872105"/>
                <a:gd name="connsiteY7" fmla="*/ 0 h 14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2105" h="1447157">
                  <a:moveTo>
                    <a:pt x="825609" y="0"/>
                  </a:moveTo>
                  <a:lnTo>
                    <a:pt x="872105" y="0"/>
                  </a:lnTo>
                  <a:lnTo>
                    <a:pt x="868689" y="5916"/>
                  </a:lnTo>
                  <a:cubicBezTo>
                    <a:pt x="749817" y="211808"/>
                    <a:pt x="512074" y="623591"/>
                    <a:pt x="36588" y="1447157"/>
                  </a:cubicBezTo>
                  <a:cubicBezTo>
                    <a:pt x="24832" y="1442352"/>
                    <a:pt x="12350" y="1437128"/>
                    <a:pt x="1453" y="1430836"/>
                  </a:cubicBezTo>
                  <a:cubicBezTo>
                    <a:pt x="726" y="1430417"/>
                    <a:pt x="726" y="1430417"/>
                    <a:pt x="0" y="1429997"/>
                  </a:cubicBezTo>
                  <a:cubicBezTo>
                    <a:pt x="0" y="1429997"/>
                    <a:pt x="0" y="1429997"/>
                    <a:pt x="786405" y="67903"/>
                  </a:cubicBezTo>
                  <a:lnTo>
                    <a:pt x="82560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13"/>
            <p:cNvSpPr/>
            <p:nvPr>
              <p:custDataLst>
                <p:tags r:id="rId14"/>
              </p:custDataLst>
            </p:nvPr>
          </p:nvSpPr>
          <p:spPr>
            <a:xfrm>
              <a:off x="9872180" y="-15876"/>
              <a:ext cx="1217844" cy="2011807"/>
            </a:xfrm>
            <a:custGeom>
              <a:avLst/>
              <a:gdLst>
                <a:gd name="connsiteX0" fmla="*/ 855889 w 902384"/>
                <a:gd name="connsiteY0" fmla="*/ 0 h 1490685"/>
                <a:gd name="connsiteX1" fmla="*/ 902384 w 902384"/>
                <a:gd name="connsiteY1" fmla="*/ 0 h 1490685"/>
                <a:gd name="connsiteX2" fmla="*/ 897132 w 902384"/>
                <a:gd name="connsiteY2" fmla="*/ 9096 h 1490685"/>
                <a:gd name="connsiteX3" fmla="*/ 41736 w 902384"/>
                <a:gd name="connsiteY3" fmla="*/ 1490685 h 1490685"/>
                <a:gd name="connsiteX4" fmla="*/ 0 w 902384"/>
                <a:gd name="connsiteY4" fmla="*/ 1482442 h 1490685"/>
                <a:gd name="connsiteX5" fmla="*/ 780554 w 902384"/>
                <a:gd name="connsiteY5" fmla="*/ 130483 h 1490685"/>
                <a:gd name="connsiteX6" fmla="*/ 855889 w 902384"/>
                <a:gd name="connsiteY6" fmla="*/ 0 h 14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384" h="1490685">
                  <a:moveTo>
                    <a:pt x="855889" y="0"/>
                  </a:moveTo>
                  <a:lnTo>
                    <a:pt x="902384" y="0"/>
                  </a:lnTo>
                  <a:lnTo>
                    <a:pt x="897132" y="9096"/>
                  </a:lnTo>
                  <a:cubicBezTo>
                    <a:pt x="796618" y="183191"/>
                    <a:pt x="566871" y="581124"/>
                    <a:pt x="41736" y="1490685"/>
                  </a:cubicBezTo>
                  <a:cubicBezTo>
                    <a:pt x="26680" y="1489919"/>
                    <a:pt x="13340" y="1486181"/>
                    <a:pt x="0" y="1482442"/>
                  </a:cubicBezTo>
                  <a:cubicBezTo>
                    <a:pt x="0" y="1482442"/>
                    <a:pt x="0" y="1482442"/>
                    <a:pt x="780554" y="130483"/>
                  </a:cubicBezTo>
                  <a:lnTo>
                    <a:pt x="8558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112"/>
            <p:cNvSpPr/>
            <p:nvPr>
              <p:custDataLst>
                <p:tags r:id="rId15"/>
              </p:custDataLst>
            </p:nvPr>
          </p:nvSpPr>
          <p:spPr>
            <a:xfrm>
              <a:off x="10022332" y="-15876"/>
              <a:ext cx="1250320" cy="2057325"/>
            </a:xfrm>
            <a:custGeom>
              <a:avLst/>
              <a:gdLst>
                <a:gd name="connsiteX0" fmla="*/ 879952 w 926448"/>
                <a:gd name="connsiteY0" fmla="*/ 0 h 1524413"/>
                <a:gd name="connsiteX1" fmla="*/ 926448 w 926448"/>
                <a:gd name="connsiteY1" fmla="*/ 0 h 1524413"/>
                <a:gd name="connsiteX2" fmla="*/ 922230 w 926448"/>
                <a:gd name="connsiteY2" fmla="*/ 7306 h 1524413"/>
                <a:gd name="connsiteX3" fmla="*/ 47757 w 926448"/>
                <a:gd name="connsiteY3" fmla="*/ 1521937 h 1524413"/>
                <a:gd name="connsiteX4" fmla="*/ 0 w 926448"/>
                <a:gd name="connsiteY4" fmla="*/ 1524123 h 1524413"/>
                <a:gd name="connsiteX5" fmla="*/ 843482 w 926448"/>
                <a:gd name="connsiteY5" fmla="*/ 63168 h 1524413"/>
                <a:gd name="connsiteX6" fmla="*/ 879952 w 926448"/>
                <a:gd name="connsiteY6" fmla="*/ 0 h 152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448" h="1524413">
                  <a:moveTo>
                    <a:pt x="879952" y="0"/>
                  </a:moveTo>
                  <a:lnTo>
                    <a:pt x="926448" y="0"/>
                  </a:lnTo>
                  <a:lnTo>
                    <a:pt x="922230" y="7306"/>
                  </a:lnTo>
                  <a:cubicBezTo>
                    <a:pt x="861671" y="112197"/>
                    <a:pt x="667882" y="447850"/>
                    <a:pt x="47757" y="1521937"/>
                  </a:cubicBezTo>
                  <a:cubicBezTo>
                    <a:pt x="30979" y="1524154"/>
                    <a:pt x="15060" y="1524882"/>
                    <a:pt x="0" y="1524123"/>
                  </a:cubicBezTo>
                  <a:cubicBezTo>
                    <a:pt x="0" y="1524123"/>
                    <a:pt x="0" y="1524123"/>
                    <a:pt x="843482" y="63168"/>
                  </a:cubicBezTo>
                  <a:lnTo>
                    <a:pt x="8799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111"/>
            <p:cNvSpPr/>
            <p:nvPr>
              <p:custDataLst>
                <p:tags r:id="rId16"/>
              </p:custDataLst>
            </p:nvPr>
          </p:nvSpPr>
          <p:spPr>
            <a:xfrm>
              <a:off x="10185663" y="-2916"/>
              <a:ext cx="1222136" cy="2077396"/>
            </a:xfrm>
            <a:custGeom>
              <a:avLst/>
              <a:gdLst>
                <a:gd name="connsiteX0" fmla="*/ 888707 w 905564"/>
                <a:gd name="connsiteY0" fmla="*/ 0 h 1539285"/>
                <a:gd name="connsiteX1" fmla="*/ 905564 w 905564"/>
                <a:gd name="connsiteY1" fmla="*/ 51334 h 1539285"/>
                <a:gd name="connsiteX2" fmla="*/ 52886 w 905564"/>
                <a:gd name="connsiteY2" fmla="*/ 1528217 h 1539285"/>
                <a:gd name="connsiteX3" fmla="*/ 0 w 905564"/>
                <a:gd name="connsiteY3" fmla="*/ 1539285 h 1539285"/>
                <a:gd name="connsiteX4" fmla="*/ 888707 w 905564"/>
                <a:gd name="connsiteY4" fmla="*/ 0 h 1539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564" h="1539285">
                  <a:moveTo>
                    <a:pt x="888707" y="0"/>
                  </a:moveTo>
                  <a:cubicBezTo>
                    <a:pt x="895184" y="15625"/>
                    <a:pt x="900803" y="32737"/>
                    <a:pt x="905564" y="51334"/>
                  </a:cubicBezTo>
                  <a:cubicBezTo>
                    <a:pt x="905564" y="51334"/>
                    <a:pt x="905564" y="51334"/>
                    <a:pt x="52886" y="1528217"/>
                  </a:cubicBezTo>
                  <a:cubicBezTo>
                    <a:pt x="34399" y="1533392"/>
                    <a:pt x="16771" y="1537082"/>
                    <a:pt x="0" y="1539285"/>
                  </a:cubicBezTo>
                  <a:cubicBezTo>
                    <a:pt x="0" y="1539285"/>
                    <a:pt x="0" y="1539285"/>
                    <a:pt x="88870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110"/>
            <p:cNvSpPr/>
            <p:nvPr>
              <p:custDataLst>
                <p:tags r:id="rId17"/>
              </p:custDataLst>
            </p:nvPr>
          </p:nvSpPr>
          <p:spPr>
            <a:xfrm>
              <a:off x="10357701" y="139301"/>
              <a:ext cx="1137436" cy="1948727"/>
            </a:xfrm>
            <a:custGeom>
              <a:avLst/>
              <a:gdLst>
                <a:gd name="connsiteX0" fmla="*/ 833662 w 842804"/>
                <a:gd name="connsiteY0" fmla="*/ 0 h 1443945"/>
                <a:gd name="connsiteX1" fmla="*/ 842804 w 842804"/>
                <a:gd name="connsiteY1" fmla="*/ 64699 h 1443945"/>
                <a:gd name="connsiteX2" fmla="*/ 60602 w 842804"/>
                <a:gd name="connsiteY2" fmla="*/ 1419512 h 1443945"/>
                <a:gd name="connsiteX3" fmla="*/ 0 w 842804"/>
                <a:gd name="connsiteY3" fmla="*/ 1443945 h 1443945"/>
                <a:gd name="connsiteX4" fmla="*/ 833662 w 842804"/>
                <a:gd name="connsiteY4" fmla="*/ 0 h 1443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804" h="1443945">
                  <a:moveTo>
                    <a:pt x="833662" y="0"/>
                  </a:moveTo>
                  <a:cubicBezTo>
                    <a:pt x="838294" y="20500"/>
                    <a:pt x="841341" y="42067"/>
                    <a:pt x="842804" y="64699"/>
                  </a:cubicBezTo>
                  <a:cubicBezTo>
                    <a:pt x="842804" y="64699"/>
                    <a:pt x="842804" y="64699"/>
                    <a:pt x="60602" y="1419512"/>
                  </a:cubicBezTo>
                  <a:cubicBezTo>
                    <a:pt x="40270" y="1429561"/>
                    <a:pt x="20070" y="1437706"/>
                    <a:pt x="0" y="1443945"/>
                  </a:cubicBezTo>
                  <a:cubicBezTo>
                    <a:pt x="0" y="1443945"/>
                    <a:pt x="0" y="1443945"/>
                    <a:pt x="83366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109"/>
            <p:cNvSpPr/>
            <p:nvPr>
              <p:custDataLst>
                <p:tags r:id="rId18"/>
              </p:custDataLst>
            </p:nvPr>
          </p:nvSpPr>
          <p:spPr>
            <a:xfrm>
              <a:off x="10546195" y="307619"/>
              <a:ext cx="1023884" cy="1770248"/>
            </a:xfrm>
            <a:custGeom>
              <a:avLst/>
              <a:gdLst>
                <a:gd name="connsiteX0" fmla="*/ 757309 w 758666"/>
                <a:gd name="connsiteY0" fmla="*/ 0 h 1311698"/>
                <a:gd name="connsiteX1" fmla="*/ 756977 w 758666"/>
                <a:gd name="connsiteY1" fmla="*/ 81107 h 1311698"/>
                <a:gd name="connsiteX2" fmla="*/ 70075 w 758666"/>
                <a:gd name="connsiteY2" fmla="*/ 1270857 h 1311698"/>
                <a:gd name="connsiteX3" fmla="*/ 0 w 758666"/>
                <a:gd name="connsiteY3" fmla="*/ 1311698 h 1311698"/>
                <a:gd name="connsiteX4" fmla="*/ 757309 w 758666"/>
                <a:gd name="connsiteY4" fmla="*/ 0 h 1311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666" h="1311698">
                  <a:moveTo>
                    <a:pt x="757309" y="0"/>
                  </a:moveTo>
                  <a:cubicBezTo>
                    <a:pt x="759356" y="24976"/>
                    <a:pt x="758959" y="52508"/>
                    <a:pt x="756977" y="81107"/>
                  </a:cubicBezTo>
                  <a:cubicBezTo>
                    <a:pt x="756977" y="81107"/>
                    <a:pt x="756977" y="81107"/>
                    <a:pt x="70075" y="1270857"/>
                  </a:cubicBezTo>
                  <a:cubicBezTo>
                    <a:pt x="46298" y="1286873"/>
                    <a:pt x="22653" y="1300983"/>
                    <a:pt x="0" y="1311698"/>
                  </a:cubicBezTo>
                  <a:cubicBezTo>
                    <a:pt x="0" y="1311698"/>
                    <a:pt x="0" y="1311698"/>
                    <a:pt x="7573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108"/>
            <p:cNvSpPr/>
            <p:nvPr>
              <p:custDataLst>
                <p:tags r:id="rId19"/>
              </p:custDataLst>
            </p:nvPr>
          </p:nvSpPr>
          <p:spPr>
            <a:xfrm>
              <a:off x="10753860" y="509144"/>
              <a:ext cx="880668" cy="1525362"/>
            </a:xfrm>
            <a:custGeom>
              <a:avLst/>
              <a:gdLst>
                <a:gd name="connsiteX0" fmla="*/ 652547 w 652547"/>
                <a:gd name="connsiteY0" fmla="*/ 0 h 1130245"/>
                <a:gd name="connsiteX1" fmla="*/ 636760 w 652547"/>
                <a:gd name="connsiteY1" fmla="*/ 107876 h 1130245"/>
                <a:gd name="connsiteX2" fmla="*/ 85530 w 652547"/>
                <a:gd name="connsiteY2" fmla="*/ 1062635 h 1130245"/>
                <a:gd name="connsiteX3" fmla="*/ 0 w 652547"/>
                <a:gd name="connsiteY3" fmla="*/ 1130245 h 1130245"/>
                <a:gd name="connsiteX4" fmla="*/ 652547 w 652547"/>
                <a:gd name="connsiteY4" fmla="*/ 0 h 1130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547" h="1130245">
                  <a:moveTo>
                    <a:pt x="652547" y="0"/>
                  </a:moveTo>
                  <a:cubicBezTo>
                    <a:pt x="648584" y="35387"/>
                    <a:pt x="643894" y="70354"/>
                    <a:pt x="636760" y="107876"/>
                  </a:cubicBezTo>
                  <a:cubicBezTo>
                    <a:pt x="636760" y="107876"/>
                    <a:pt x="636760" y="107876"/>
                    <a:pt x="85530" y="1062635"/>
                  </a:cubicBezTo>
                  <a:cubicBezTo>
                    <a:pt x="56601" y="1087574"/>
                    <a:pt x="28664" y="1109119"/>
                    <a:pt x="0" y="1130245"/>
                  </a:cubicBezTo>
                  <a:cubicBezTo>
                    <a:pt x="0" y="1130245"/>
                    <a:pt x="0" y="1130245"/>
                    <a:pt x="65254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107"/>
            <p:cNvSpPr/>
            <p:nvPr>
              <p:custDataLst>
                <p:tags r:id="rId20"/>
              </p:custDataLst>
            </p:nvPr>
          </p:nvSpPr>
          <p:spPr>
            <a:xfrm>
              <a:off x="10993875" y="766703"/>
              <a:ext cx="674581" cy="1168406"/>
            </a:xfrm>
            <a:custGeom>
              <a:avLst/>
              <a:gdLst>
                <a:gd name="connsiteX0" fmla="*/ 499843 w 499843"/>
                <a:gd name="connsiteY0" fmla="*/ 0 h 865752"/>
                <a:gd name="connsiteX1" fmla="*/ 449689 w 499843"/>
                <a:gd name="connsiteY1" fmla="*/ 167400 h 865752"/>
                <a:gd name="connsiteX2" fmla="*/ 119896 w 499843"/>
                <a:gd name="connsiteY2" fmla="*/ 738618 h 865752"/>
                <a:gd name="connsiteX3" fmla="*/ 0 w 499843"/>
                <a:gd name="connsiteY3" fmla="*/ 865752 h 865752"/>
                <a:gd name="connsiteX4" fmla="*/ 499843 w 499843"/>
                <a:gd name="connsiteY4" fmla="*/ 0 h 865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43" h="865752">
                  <a:moveTo>
                    <a:pt x="499843" y="0"/>
                  </a:moveTo>
                  <a:cubicBezTo>
                    <a:pt x="487022" y="54083"/>
                    <a:pt x="470304" y="109883"/>
                    <a:pt x="449689" y="167400"/>
                  </a:cubicBezTo>
                  <a:cubicBezTo>
                    <a:pt x="449689" y="167400"/>
                    <a:pt x="449689" y="167400"/>
                    <a:pt x="119896" y="738618"/>
                  </a:cubicBezTo>
                  <a:cubicBezTo>
                    <a:pt x="80393" y="785230"/>
                    <a:pt x="40427" y="827608"/>
                    <a:pt x="0" y="865752"/>
                  </a:cubicBezTo>
                  <a:cubicBezTo>
                    <a:pt x="0" y="865752"/>
                    <a:pt x="0" y="865752"/>
                    <a:pt x="49984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106"/>
            <p:cNvSpPr/>
            <p:nvPr>
              <p:custDataLst>
                <p:tags r:id="rId21"/>
              </p:custDataLst>
            </p:nvPr>
          </p:nvSpPr>
          <p:spPr>
            <a:xfrm>
              <a:off x="11322880" y="1180787"/>
              <a:ext cx="286367" cy="496002"/>
            </a:xfrm>
            <a:custGeom>
              <a:avLst/>
              <a:gdLst>
                <a:gd name="connsiteX0" fmla="*/ 212189 w 212189"/>
                <a:gd name="connsiteY0" fmla="*/ 0 h 367522"/>
                <a:gd name="connsiteX1" fmla="*/ 127623 w 212189"/>
                <a:gd name="connsiteY1" fmla="*/ 196191 h 367522"/>
                <a:gd name="connsiteX2" fmla="*/ 0 w 212189"/>
                <a:gd name="connsiteY2" fmla="*/ 367522 h 367522"/>
                <a:gd name="connsiteX3" fmla="*/ 212189 w 212189"/>
                <a:gd name="connsiteY3" fmla="*/ 0 h 367522"/>
              </a:gdLst>
              <a:ahLst/>
              <a:cxnLst>
                <a:cxn ang="0">
                  <a:pos x="connsiteX0" y="connsiteY0"/>
                </a:cxn>
                <a:cxn ang="0">
                  <a:pos x="connsiteX1" y="connsiteY1"/>
                </a:cxn>
                <a:cxn ang="0">
                  <a:pos x="connsiteX2" y="connsiteY2"/>
                </a:cxn>
                <a:cxn ang="0">
                  <a:pos x="connsiteX3" y="connsiteY3"/>
                </a:cxn>
              </a:cxnLst>
              <a:rect l="l" t="t" r="r" b="b"/>
              <a:pathLst>
                <a:path w="212189" h="367522">
                  <a:moveTo>
                    <a:pt x="212189" y="0"/>
                  </a:moveTo>
                  <a:cubicBezTo>
                    <a:pt x="191805" y="67268"/>
                    <a:pt x="164414" y="132467"/>
                    <a:pt x="127623" y="196191"/>
                  </a:cubicBezTo>
                  <a:cubicBezTo>
                    <a:pt x="90832" y="259914"/>
                    <a:pt x="48064" y="316235"/>
                    <a:pt x="0" y="367522"/>
                  </a:cubicBezTo>
                  <a:lnTo>
                    <a:pt x="2121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2023/5/6 Sat</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2" name="矩形 1"/>
          <p:cNvSpPr/>
          <p:nvPr userDrawn="1"/>
        </p:nvSpPr>
        <p:spPr>
          <a:xfrm>
            <a:off x="7018655" y="862330"/>
            <a:ext cx="5173345" cy="24955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2023/5/6 Sat</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2023/5/6 Sat</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2023/5/6 Sat</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ags" Target="../tags/tag1.xml"/><Relationship Id="rId12" Type="http://schemas.openxmlformats.org/officeDocument/2006/relationships/tags" Target="../tags/tag6.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5.xml"/><Relationship Id="rId5" Type="http://schemas.openxmlformats.org/officeDocument/2006/relationships/slideLayout" Target="../slideLayouts/slideLayout5.xml"/><Relationship Id="rId10"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0000">
              <a:schemeClr val="accent1">
                <a:lumMod val="5000"/>
                <a:lumOff val="95000"/>
                <a:alpha val="27000"/>
              </a:schemeClr>
            </a:gs>
            <a:gs pos="15000">
              <a:schemeClr val="bg1">
                <a:lumMod val="95000"/>
                <a:alpha val="100000"/>
              </a:schemeClr>
            </a:gs>
            <a:gs pos="100000">
              <a:schemeClr val="bg1">
                <a:lumMod val="65000"/>
                <a:alpha val="8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7"/>
            </p:custDataLst>
          </p:nvPr>
        </p:nvSpPr>
        <p:spPr>
          <a:xfrm>
            <a:off x="623888" y="407239"/>
            <a:ext cx="10944225" cy="864000"/>
          </a:xfrm>
          <a:prstGeom prst="rect">
            <a:avLst/>
          </a:prstGeom>
        </p:spPr>
        <p:txBody>
          <a:bodyPr vert="horz" lIns="91440" tIns="45720" rIns="91440" bIns="46800" rtlCol="0" anchor="b">
            <a:normAutofit/>
          </a:bodyPr>
          <a:lstStyle/>
          <a:p>
            <a:r>
              <a:rPr lang="zh-CN" altLang="en-US"/>
              <a:t>单击此处编辑母版标题样式</a:t>
            </a:r>
          </a:p>
        </p:txBody>
      </p:sp>
      <p:sp>
        <p:nvSpPr>
          <p:cNvPr id="3" name="文本占位符 2"/>
          <p:cNvSpPr>
            <a:spLocks noGrp="1"/>
          </p:cNvSpPr>
          <p:nvPr>
            <p:ph type="body" idx="1"/>
            <p:custDataLst>
              <p:tags r:id="rId8"/>
            </p:custDataLst>
          </p:nvPr>
        </p:nvSpPr>
        <p:spPr>
          <a:xfrm>
            <a:off x="623888" y="1414800"/>
            <a:ext cx="10944225" cy="4895850"/>
          </a:xfrm>
          <a:prstGeom prst="rect">
            <a:avLst/>
          </a:prstGeom>
        </p:spPr>
        <p:txBody>
          <a:bodyPr vert="horz" lIns="91440" tIns="45720" rIns="9144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9"/>
            </p:custDataLst>
          </p:nvPr>
        </p:nvSpPr>
        <p:spPr>
          <a:xfrm>
            <a:off x="879742" y="6349833"/>
            <a:ext cx="2700000" cy="316800"/>
          </a:xfrm>
          <a:prstGeom prst="rect">
            <a:avLst/>
          </a:prstGeom>
        </p:spPr>
        <p:txBody>
          <a:bodyPr vert="horz" lIns="91440" tIns="45720" rIns="91440" bIns="46800" rtlCol="0" anchor="ctr">
            <a:normAutofit/>
          </a:bodyPr>
          <a:lstStyle>
            <a:lvl1pPr algn="l">
              <a:defRPr sz="1200">
                <a:solidFill>
                  <a:schemeClr val="tx1">
                    <a:lumMod val="85000"/>
                    <a:lumOff val="15000"/>
                  </a:schemeClr>
                </a:solidFill>
              </a:defRPr>
            </a:lvl1pPr>
          </a:lstStyle>
          <a:p>
            <a:fld id="{760FBDFE-C587-4B4C-A407-44438C67B59E}" type="datetimeFigureOut">
              <a:rPr lang="zh-CN" altLang="en-US" smtClean="0"/>
              <a:t>2023/5/6 Sat</a:t>
            </a:fld>
            <a:endParaRPr lang="zh-CN" altLang="en-US"/>
          </a:p>
        </p:txBody>
      </p:sp>
      <p:sp>
        <p:nvSpPr>
          <p:cNvPr id="5" name="页脚占位符 4"/>
          <p:cNvSpPr>
            <a:spLocks noGrp="1"/>
          </p:cNvSpPr>
          <p:nvPr>
            <p:ph type="ftr" sz="quarter" idx="3"/>
            <p:custDataLst>
              <p:tags r:id="rId10"/>
            </p:custDataLst>
          </p:nvPr>
        </p:nvSpPr>
        <p:spPr>
          <a:xfrm>
            <a:off x="4116000" y="6349833"/>
            <a:ext cx="3960000" cy="316800"/>
          </a:xfrm>
          <a:prstGeom prst="rect">
            <a:avLst/>
          </a:prstGeom>
        </p:spPr>
        <p:txBody>
          <a:bodyPr vert="horz" lIns="91440" tIns="45720" rIns="91440" bIns="46800" rtlCol="0" anchor="ctr">
            <a:normAutofit/>
          </a:bodyPr>
          <a:lstStyle>
            <a:lvl1pPr algn="ctr">
              <a:defRPr sz="1200">
                <a:solidFill>
                  <a:schemeClr val="tx1">
                    <a:lumMod val="85000"/>
                    <a:lumOff val="15000"/>
                  </a:schemeClr>
                </a:solidFill>
              </a:defRPr>
            </a:lvl1pPr>
          </a:lstStyle>
          <a:p>
            <a:endParaRPr lang="zh-CN" altLang="en-US"/>
          </a:p>
        </p:txBody>
      </p:sp>
      <p:sp>
        <p:nvSpPr>
          <p:cNvPr id="6" name="灯片编号占位符 5"/>
          <p:cNvSpPr>
            <a:spLocks noGrp="1"/>
          </p:cNvSpPr>
          <p:nvPr>
            <p:ph type="sldNum" sz="quarter" idx="4"/>
            <p:custDataLst>
              <p:tags r:id="rId11"/>
            </p:custDataLst>
          </p:nvPr>
        </p:nvSpPr>
        <p:spPr>
          <a:xfrm>
            <a:off x="8610600" y="6349833"/>
            <a:ext cx="2700000" cy="316800"/>
          </a:xfrm>
          <a:prstGeom prst="rect">
            <a:avLst/>
          </a:prstGeom>
        </p:spPr>
        <p:txBody>
          <a:bodyPr vert="horz" lIns="91440" tIns="45720" rIns="91440" bIns="46800" rtlCol="0" anchor="ctr">
            <a:normAutofit/>
          </a:bodyPr>
          <a:lstStyle>
            <a:lvl1pPr algn="r">
              <a:defRPr sz="1200">
                <a:solidFill>
                  <a:schemeClr val="tx1">
                    <a:lumMod val="85000"/>
                    <a:lumOff val="15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120000"/>
        </a:lnSpc>
        <a:spcBef>
          <a:spcPct val="0"/>
        </a:spcBef>
        <a:buNone/>
        <a:defRPr sz="2800" b="1"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1.jpeg"/><Relationship Id="rId4"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slideLayout" Target="../slideLayouts/slideLayout2.xml"/><Relationship Id="rId7" Type="http://schemas.openxmlformats.org/officeDocument/2006/relationships/diagramColors" Target="../diagrams/colors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tags" Target="../tags/tag39.xml"/><Relationship Id="rId7" Type="http://schemas.openxmlformats.org/officeDocument/2006/relationships/diagramQuickStyle" Target="../diagrams/quickStyle2.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slideLayout" Target="../slideLayouts/slideLayout2.xml"/><Relationship Id="rId9" Type="http://schemas.microsoft.com/office/2007/relationships/diagramDrawing" Target="../diagrams/drawing2.xml"/></Relationships>
</file>

<file path=ppt/slides/_rels/slide4.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71.xml"/><Relationship Id="rId7" Type="http://schemas.openxmlformats.org/officeDocument/2006/relationships/image" Target="../media/image4.sv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image" Target="../media/image4.sv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3.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7110787" y="4414022"/>
            <a:ext cx="4613737" cy="509883"/>
          </a:xfrm>
          <a:prstGeom prst="rect">
            <a:avLst/>
          </a:prstGeom>
          <a:noFill/>
          <a:ln>
            <a:noFill/>
          </a:ln>
        </p:spPr>
        <p:style>
          <a:lnRef idx="0">
            <a:scrgbClr r="0" g="0" b="0"/>
          </a:lnRef>
          <a:fillRef idx="0">
            <a:scrgbClr r="0" g="0" b="0"/>
          </a:fillRef>
          <a:effectRef idx="0">
            <a:scrgbClr r="0" g="0" b="0"/>
          </a:effectRef>
          <a:fontRef idx="minor">
            <a:schemeClr val="accent6"/>
          </a:fontRef>
        </p:style>
        <p:txBody>
          <a:bodyPr wrap="square" rtlCol="0" anchor="t">
            <a:spAutoFit/>
          </a:bodyPr>
          <a:lstStyle/>
          <a:p>
            <a:pPr marL="2424430" marR="0" lvl="0" indent="-2424430" algn="l" defTabSz="914400" rtl="0" eaLnBrk="1" fontAlgn="auto" latinLnBrk="0" hangingPunct="1">
              <a:lnSpc>
                <a:spcPct val="120000"/>
              </a:lnSpc>
              <a:spcBef>
                <a:spcPts val="0"/>
              </a:spcBef>
              <a:spcAft>
                <a:spcPts val="0"/>
              </a:spcAft>
              <a:buClrTx/>
              <a:buSzTx/>
              <a:buFontTx/>
              <a:buNone/>
              <a:tabLst/>
              <a:defRPr sz="2500">
                <a:solidFill>
                  <a:srgbClr val="FFFFFF"/>
                </a:solidFill>
              </a:defRPr>
            </a:pPr>
            <a:r>
              <a:rPr kumimoji="0" lang="zh-CN" altLang="en-US" sz="2400" b="1" i="0" u="none" strike="noStrike" kern="1200" cap="none" spc="0" normalizeH="0" baseline="0" noProof="0">
                <a:ln>
                  <a:noFill/>
                </a:ln>
                <a:solidFill>
                  <a:srgbClr val="FFFFFF"/>
                </a:solidFill>
                <a:effectLst/>
                <a:uLnTx/>
                <a:uFillTx/>
                <a:latin typeface="Arial"/>
                <a:ea typeface="苹方-简"/>
                <a:cs typeface="+mn-ea"/>
                <a:sym typeface="+mn-lt"/>
              </a:rPr>
              <a:t>经文：腓立比书二章</a:t>
            </a:r>
            <a:r>
              <a:rPr kumimoji="0" lang="en-US" altLang="zh-CN" sz="2400" b="1" i="0" u="none" strike="noStrike" kern="1200" cap="none" spc="0" normalizeH="0" baseline="0" noProof="0">
                <a:ln>
                  <a:noFill/>
                </a:ln>
                <a:solidFill>
                  <a:srgbClr val="FFFFFF"/>
                </a:solidFill>
                <a:effectLst/>
                <a:uLnTx/>
                <a:uFillTx/>
                <a:latin typeface="Arial"/>
                <a:ea typeface="苹方-简"/>
                <a:cs typeface="+mn-ea"/>
                <a:sym typeface="+mn-lt"/>
              </a:rPr>
              <a:t>19~24</a:t>
            </a:r>
            <a:r>
              <a:rPr kumimoji="0" lang="zh-CN" altLang="en-US" sz="2400" b="1" i="0" u="none" strike="noStrike" kern="1200" cap="none" spc="0" normalizeH="0" baseline="0" noProof="0">
                <a:ln>
                  <a:noFill/>
                </a:ln>
                <a:solidFill>
                  <a:srgbClr val="FFFFFF"/>
                </a:solidFill>
                <a:effectLst/>
                <a:uLnTx/>
                <a:uFillTx/>
                <a:latin typeface="Arial"/>
                <a:ea typeface="苹方-简"/>
                <a:cs typeface="+mn-ea"/>
                <a:sym typeface="+mn-lt"/>
              </a:rPr>
              <a:t>节</a:t>
            </a:r>
            <a:endParaRPr kumimoji="0" lang="en-US" altLang="zh-CN" sz="2400" b="1" i="0" u="none" strike="noStrike" kern="1200" cap="none" spc="0" normalizeH="0" baseline="0" noProof="0">
              <a:ln>
                <a:noFill/>
              </a:ln>
              <a:solidFill>
                <a:srgbClr val="FFFFFF"/>
              </a:solidFill>
              <a:effectLst/>
              <a:uLnTx/>
              <a:uFillTx/>
              <a:latin typeface="Arial"/>
              <a:ea typeface="苹方-简"/>
              <a:cs typeface="+mn-ea"/>
              <a:sym typeface="+mn-lt"/>
            </a:endParaRPr>
          </a:p>
        </p:txBody>
      </p:sp>
      <p:sp>
        <p:nvSpPr>
          <p:cNvPr id="4" name="矩形 3"/>
          <p:cNvSpPr/>
          <p:nvPr>
            <p:custDataLst>
              <p:tags r:id="rId3"/>
            </p:custDataLst>
          </p:nvPr>
        </p:nvSpPr>
        <p:spPr>
          <a:xfrm>
            <a:off x="7285644" y="2052839"/>
            <a:ext cx="4264025" cy="21189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a:ln>
                  <a:noFill/>
                </a:ln>
                <a:solidFill>
                  <a:srgbClr val="FFFFFF"/>
                </a:solidFill>
                <a:effectLst>
                  <a:outerShdw blurRad="50800" dist="38100" dir="2700000" algn="tl" rotWithShape="0">
                    <a:prstClr val="black">
                      <a:alpha val="40000"/>
                    </a:prstClr>
                  </a:outerShdw>
                </a:effectLst>
                <a:uLnTx/>
                <a:uFillTx/>
                <a:latin typeface="Arial"/>
                <a:ea typeface="苹方-简"/>
                <a:cs typeface="+mn-ea"/>
                <a:sym typeface="+mn-lt"/>
              </a:rPr>
              <a:t>主的精兵</a:t>
            </a:r>
            <a:endParaRPr kumimoji="0" lang="en-US" altLang="zh-CN" sz="5400" b="1" i="0" u="none" strike="noStrike" kern="1200" cap="none" spc="0" normalizeH="0" baseline="0" noProof="0">
              <a:ln>
                <a:noFill/>
              </a:ln>
              <a:solidFill>
                <a:srgbClr val="FFFFFF"/>
              </a:solidFill>
              <a:effectLst>
                <a:outerShdw blurRad="50800" dist="38100" dir="2700000" algn="tl" rotWithShape="0">
                  <a:prstClr val="black">
                    <a:alpha val="40000"/>
                  </a:prstClr>
                </a:outerShdw>
              </a:effectLst>
              <a:uLnTx/>
              <a:uFillTx/>
              <a:latin typeface="Arial"/>
              <a:ea typeface="苹方-简"/>
              <a:cs typeface="+mn-ea"/>
              <a:sym typeface="+mn-lt"/>
            </a:endParaRPr>
          </a:p>
        </p:txBody>
      </p:sp>
    </p:spTree>
    <p:custDataLst>
      <p:tags r:id="rId1"/>
    </p:custDataLst>
    <p:extLst>
      <p:ext uri="{BB962C8B-B14F-4D97-AF65-F5344CB8AC3E}">
        <p14:creationId xmlns:p14="http://schemas.microsoft.com/office/powerpoint/2010/main" val="191149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19634" y="139761"/>
            <a:ext cx="5033029" cy="1646605"/>
          </a:xfrm>
          <a:prstGeom prst="rect">
            <a:avLst/>
          </a:prstGeom>
          <a:noFill/>
        </p:spPr>
        <p:txBody>
          <a:bodyPr wrap="square" lIns="91440" tIns="45720" rIns="91440" bIns="45720" rtlCol="0" anchor="t">
            <a:spAutoFit/>
          </a:bodyPr>
          <a:lstStyle/>
          <a:p>
            <a:pPr>
              <a:spcAft>
                <a:spcPts val="600"/>
              </a:spcAft>
            </a:pPr>
            <a:r>
              <a:rPr lang="zh-CN" altLang="en-US" sz="4800" b="1">
                <a:solidFill>
                  <a:schemeClr val="tx1">
                    <a:lumMod val="85000"/>
                    <a:lumOff val="15000"/>
                  </a:schemeClr>
                </a:solidFill>
                <a:cs typeface="+mn-ea"/>
                <a:sym typeface="+mn-lt"/>
              </a:rPr>
              <a:t>经文：</a:t>
            </a:r>
            <a:r>
              <a:rPr lang="zh-CN" altLang="zh-CN" sz="4800" b="1"/>
              <a:t>腓二</a:t>
            </a:r>
            <a:r>
              <a:rPr lang="en-US" altLang="zh-CN" sz="4800" b="1" dirty="0"/>
              <a:t>19~24</a:t>
            </a:r>
            <a:endParaRPr lang="zh-CN" altLang="zh-CN" sz="4800" dirty="0"/>
          </a:p>
          <a:p>
            <a:pPr>
              <a:spcAft>
                <a:spcPts val="600"/>
              </a:spcAft>
            </a:pPr>
            <a:endParaRPr lang="zh-CN" altLang="en-US" sz="4800" b="1" dirty="0">
              <a:solidFill>
                <a:schemeClr val="tx1">
                  <a:lumMod val="85000"/>
                  <a:lumOff val="15000"/>
                </a:schemeClr>
              </a:solidFill>
              <a:cs typeface="+mn-ea"/>
            </a:endParaRPr>
          </a:p>
        </p:txBody>
      </p:sp>
      <p:graphicFrame>
        <p:nvGraphicFramePr>
          <p:cNvPr id="5" name="图示 4">
            <a:extLst>
              <a:ext uri="{FF2B5EF4-FFF2-40B4-BE49-F238E27FC236}">
                <a16:creationId xmlns:a16="http://schemas.microsoft.com/office/drawing/2014/main" id="{6AB369E9-7320-DE30-3AFD-31DAAE20458E}"/>
              </a:ext>
            </a:extLst>
          </p:cNvPr>
          <p:cNvGraphicFramePr/>
          <p:nvPr>
            <p:extLst>
              <p:ext uri="{D42A27DB-BD31-4B8C-83A1-F6EECF244321}">
                <p14:modId xmlns:p14="http://schemas.microsoft.com/office/powerpoint/2010/main" val="2478904876"/>
              </p:ext>
            </p:extLst>
          </p:nvPr>
        </p:nvGraphicFramePr>
        <p:xfrm>
          <a:off x="-1" y="1285381"/>
          <a:ext cx="12192001" cy="50283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203908"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目录</a:t>
            </a:r>
            <a:r>
              <a:rPr lang="en-US" altLang="zh-CN" sz="4800" b="1">
                <a:solidFill>
                  <a:schemeClr val="tx1">
                    <a:lumMod val="85000"/>
                    <a:lumOff val="15000"/>
                  </a:schemeClr>
                </a:solidFill>
                <a:cs typeface="+mn-ea"/>
                <a:sym typeface="+mn-lt"/>
              </a:rPr>
              <a:t>&amp;</a:t>
            </a:r>
            <a:r>
              <a:rPr lang="zh-CN" altLang="en-US" sz="4800" b="1">
                <a:solidFill>
                  <a:schemeClr val="tx1">
                    <a:lumMod val="85000"/>
                    <a:lumOff val="15000"/>
                  </a:schemeClr>
                </a:solidFill>
                <a:cs typeface="+mn-ea"/>
                <a:sym typeface="+mn-lt"/>
              </a:rPr>
              <a:t>分段</a:t>
            </a:r>
          </a:p>
        </p:txBody>
      </p:sp>
      <p:sp>
        <p:nvSpPr>
          <p:cNvPr id="2" name="文本框 1"/>
          <p:cNvSpPr txBox="1"/>
          <p:nvPr>
            <p:custDataLst>
              <p:tags r:id="rId3"/>
            </p:custDataLst>
          </p:nvPr>
        </p:nvSpPr>
        <p:spPr>
          <a:xfrm>
            <a:off x="83127" y="2486342"/>
            <a:ext cx="5819775" cy="1917641"/>
          </a:xfrm>
          <a:prstGeom prst="rect">
            <a:avLst/>
          </a:prstGeom>
          <a:noFill/>
        </p:spPr>
        <p:txBody>
          <a:bodyPr wrap="square" rtlCol="0" anchor="t">
            <a:spAutoFit/>
          </a:bodyPr>
          <a:lstStyle/>
          <a:p>
            <a:pPr marL="0" indent="0">
              <a:lnSpc>
                <a:spcPct val="120000"/>
              </a:lnSpc>
              <a:buNone/>
            </a:pPr>
            <a:r>
              <a:rPr lang="zh-CN" altLang="en-US" sz="2000" dirty="0">
                <a:solidFill>
                  <a:srgbClr val="000000"/>
                </a:solidFill>
                <a:cs typeface="+mn-ea"/>
                <a:sym typeface="+mn-lt"/>
              </a:rPr>
              <a:t>第一段：</a:t>
            </a:r>
            <a:r>
              <a:rPr lang="en-US" altLang="zh-CN" sz="2000" dirty="0">
                <a:solidFill>
                  <a:srgbClr val="000000"/>
                </a:solidFill>
                <a:cs typeface="+mn-ea"/>
                <a:sym typeface="+mn-lt"/>
              </a:rPr>
              <a:t>19</a:t>
            </a:r>
            <a:r>
              <a:rPr lang="zh-CN" altLang="en-US" sz="2000" dirty="0">
                <a:solidFill>
                  <a:srgbClr val="000000"/>
                </a:solidFill>
                <a:cs typeface="+mn-ea"/>
                <a:sym typeface="+mn-lt"/>
              </a:rPr>
              <a:t>节       差遣提摩太的目的。</a:t>
            </a:r>
          </a:p>
          <a:p>
            <a:pPr marL="0" indent="0">
              <a:lnSpc>
                <a:spcPct val="120000"/>
              </a:lnSpc>
              <a:buNone/>
            </a:pPr>
            <a:endParaRPr lang="zh-CN" altLang="en-US" sz="2000" dirty="0">
              <a:solidFill>
                <a:srgbClr val="000000"/>
              </a:solidFill>
              <a:cs typeface="+mn-ea"/>
              <a:sym typeface="+mn-lt"/>
            </a:endParaRPr>
          </a:p>
          <a:p>
            <a:pPr marL="0" indent="0">
              <a:lnSpc>
                <a:spcPct val="120000"/>
              </a:lnSpc>
              <a:buNone/>
            </a:pPr>
            <a:r>
              <a:rPr lang="zh-CN" altLang="en-US" sz="2000" dirty="0">
                <a:solidFill>
                  <a:srgbClr val="000000"/>
                </a:solidFill>
                <a:cs typeface="+mn-ea"/>
                <a:sym typeface="+mn-lt"/>
              </a:rPr>
              <a:t>第二段：</a:t>
            </a:r>
            <a:r>
              <a:rPr lang="en-US" altLang="zh-CN" sz="2000" dirty="0">
                <a:solidFill>
                  <a:srgbClr val="000000"/>
                </a:solidFill>
                <a:cs typeface="+mn-ea"/>
                <a:sym typeface="+mn-lt"/>
              </a:rPr>
              <a:t>20~22</a:t>
            </a:r>
            <a:r>
              <a:rPr lang="zh-CN" altLang="en-US" sz="2000" dirty="0">
                <a:solidFill>
                  <a:srgbClr val="000000"/>
                </a:solidFill>
                <a:cs typeface="+mn-ea"/>
                <a:sym typeface="+mn-lt"/>
              </a:rPr>
              <a:t>节 差遣提摩太的原因。</a:t>
            </a:r>
          </a:p>
          <a:p>
            <a:pPr marL="0" indent="0">
              <a:lnSpc>
                <a:spcPct val="120000"/>
              </a:lnSpc>
              <a:buNone/>
            </a:pPr>
            <a:endParaRPr lang="zh-CN" altLang="en-US" sz="2000" dirty="0">
              <a:solidFill>
                <a:srgbClr val="000000"/>
              </a:solidFill>
              <a:cs typeface="+mn-ea"/>
              <a:sym typeface="+mn-lt"/>
            </a:endParaRPr>
          </a:p>
          <a:p>
            <a:pPr marL="0" indent="0">
              <a:lnSpc>
                <a:spcPct val="120000"/>
              </a:lnSpc>
              <a:buNone/>
            </a:pPr>
            <a:r>
              <a:rPr lang="zh-CN" altLang="en-US" sz="2000" dirty="0">
                <a:solidFill>
                  <a:srgbClr val="000000"/>
                </a:solidFill>
                <a:cs typeface="+mn-ea"/>
                <a:sym typeface="+mn-lt"/>
              </a:rPr>
              <a:t>第三段：</a:t>
            </a:r>
            <a:r>
              <a:rPr lang="en-US" altLang="zh-CN" sz="2000" dirty="0">
                <a:solidFill>
                  <a:srgbClr val="000000"/>
                </a:solidFill>
                <a:cs typeface="+mn-ea"/>
                <a:sym typeface="+mn-lt"/>
              </a:rPr>
              <a:t>23~24</a:t>
            </a:r>
            <a:r>
              <a:rPr lang="zh-CN" altLang="en-US" sz="2000" dirty="0">
                <a:solidFill>
                  <a:srgbClr val="000000"/>
                </a:solidFill>
                <a:cs typeface="+mn-ea"/>
                <a:sym typeface="+mn-lt"/>
              </a:rPr>
              <a:t>节 保罗对将来的盼望。</a:t>
            </a:r>
            <a:endParaRPr lang="en-US" altLang="zh-CN" sz="2000" dirty="0">
              <a:solidFill>
                <a:srgbClr val="000000"/>
              </a:solidFill>
              <a:cs typeface="+mn-ea"/>
              <a:sym typeface="+mn-lt"/>
            </a:endParaRPr>
          </a:p>
        </p:txBody>
      </p:sp>
      <p:graphicFrame>
        <p:nvGraphicFramePr>
          <p:cNvPr id="3" name="图示 2">
            <a:extLst>
              <a:ext uri="{FF2B5EF4-FFF2-40B4-BE49-F238E27FC236}">
                <a16:creationId xmlns:a16="http://schemas.microsoft.com/office/drawing/2014/main" id="{834FEE26-B6D8-F604-DE97-236834A9A579}"/>
              </a:ext>
            </a:extLst>
          </p:cNvPr>
          <p:cNvGraphicFramePr/>
          <p:nvPr>
            <p:extLst>
              <p:ext uri="{D42A27DB-BD31-4B8C-83A1-F6EECF244321}">
                <p14:modId xmlns:p14="http://schemas.microsoft.com/office/powerpoint/2010/main" val="778299216"/>
              </p:ext>
            </p:extLst>
          </p:nvPr>
        </p:nvGraphicFramePr>
        <p:xfrm>
          <a:off x="5591175" y="970758"/>
          <a:ext cx="5819775" cy="515351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5" name="直接连接符 4">
            <a:extLst>
              <a:ext uri="{FF2B5EF4-FFF2-40B4-BE49-F238E27FC236}">
                <a16:creationId xmlns:a16="http://schemas.microsoft.com/office/drawing/2014/main" id="{9CA26DAA-ACC3-E965-66E4-F6A39B93A5B3}"/>
              </a:ext>
            </a:extLst>
          </p:cNvPr>
          <p:cNvCxnSpPr/>
          <p:nvPr/>
        </p:nvCxnSpPr>
        <p:spPr>
          <a:xfrm>
            <a:off x="5190836" y="1173018"/>
            <a:ext cx="0" cy="4544291"/>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418790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背景</a:t>
            </a:r>
          </a:p>
        </p:txBody>
      </p:sp>
      <p:sp>
        <p:nvSpPr>
          <p:cNvPr id="2" name="文本框 1"/>
          <p:cNvSpPr txBox="1"/>
          <p:nvPr>
            <p:custDataLst>
              <p:tags r:id="rId3"/>
            </p:custDataLst>
          </p:nvPr>
        </p:nvSpPr>
        <p:spPr>
          <a:xfrm>
            <a:off x="0" y="1295227"/>
            <a:ext cx="12192000" cy="6404061"/>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保罗</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在罗马狱中</a:t>
            </a:r>
            <a:endParaRPr lang="en-US" altLang="zh-CN" sz="2000" dirty="0">
              <a:solidFill>
                <a:srgbClr val="000000"/>
              </a:solidFill>
              <a:cs typeface="+mn-ea"/>
              <a:sym typeface="+mn-lt"/>
            </a:endParaRPr>
          </a:p>
          <a:p>
            <a:pPr lvl="2">
              <a:lnSpc>
                <a:spcPct val="120000"/>
              </a:lnSpc>
            </a:pPr>
            <a:r>
              <a:rPr lang="en-US" altLang="zh-CN" sz="2000" dirty="0">
                <a:solidFill>
                  <a:srgbClr val="000000"/>
                </a:solidFill>
                <a:cs typeface="+mn-ea"/>
                <a:sym typeface="+mn-lt"/>
              </a:rPr>
              <a:t>【</a:t>
            </a:r>
            <a:r>
              <a:rPr lang="zh-CN" altLang="en-US" sz="2000" dirty="0">
                <a:solidFill>
                  <a:srgbClr val="000000"/>
                </a:solidFill>
                <a:cs typeface="+mn-ea"/>
                <a:sym typeface="+mn-lt"/>
              </a:rPr>
              <a:t>腓</a:t>
            </a:r>
            <a:r>
              <a:rPr lang="en-US" altLang="zh-CN" sz="2000" dirty="0">
                <a:solidFill>
                  <a:srgbClr val="000000"/>
                </a:solidFill>
                <a:cs typeface="+mn-ea"/>
                <a:sym typeface="+mn-lt"/>
              </a:rPr>
              <a:t>1:13】</a:t>
            </a:r>
            <a:r>
              <a:rPr lang="zh-CN" altLang="en-US" sz="2000" dirty="0">
                <a:solidFill>
                  <a:srgbClr val="000000"/>
                </a:solidFill>
                <a:cs typeface="+mn-ea"/>
                <a:sym typeface="+mn-lt"/>
              </a:rPr>
              <a:t>以致我受的捆锁，在御营全军和其余的人中，已经显明是为基督的缘故。</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审判其未知</a:t>
            </a:r>
            <a:endParaRPr lang="en-US" altLang="zh-CN" sz="2000" dirty="0">
              <a:solidFill>
                <a:srgbClr val="000000"/>
              </a:solidFill>
              <a:cs typeface="+mn-ea"/>
              <a:sym typeface="+mn-lt"/>
            </a:endParaRPr>
          </a:p>
          <a:p>
            <a:pPr>
              <a:lnSpc>
                <a:spcPct val="120000"/>
              </a:lnSpc>
            </a:pPr>
            <a:r>
              <a:rPr lang="en-US" altLang="zh-CN" sz="2000" dirty="0">
                <a:solidFill>
                  <a:srgbClr val="000000"/>
                </a:solidFill>
                <a:cs typeface="+mn-ea"/>
                <a:sym typeface="+mn-lt"/>
              </a:rPr>
              <a:t>	</a:t>
            </a:r>
            <a:r>
              <a:rPr lang="en-US" altLang="zh-CN" dirty="0">
                <a:solidFill>
                  <a:srgbClr val="000000"/>
                </a:solidFill>
                <a:cs typeface="+mn-ea"/>
                <a:sym typeface="+mn-lt"/>
              </a:rPr>
              <a:t>【</a:t>
            </a:r>
            <a:r>
              <a:rPr lang="zh-CN" altLang="en-US" dirty="0">
                <a:solidFill>
                  <a:srgbClr val="000000"/>
                </a:solidFill>
                <a:cs typeface="+mn-ea"/>
                <a:sym typeface="+mn-lt"/>
              </a:rPr>
              <a:t>腓</a:t>
            </a:r>
            <a:r>
              <a:rPr lang="en-US" altLang="zh-CN" dirty="0">
                <a:solidFill>
                  <a:srgbClr val="000000"/>
                </a:solidFill>
                <a:cs typeface="+mn-ea"/>
                <a:sym typeface="+mn-lt"/>
              </a:rPr>
              <a:t>1:20】……</a:t>
            </a:r>
            <a:r>
              <a:rPr lang="zh-CN" altLang="en-US" dirty="0">
                <a:solidFill>
                  <a:srgbClr val="000000"/>
                </a:solidFill>
                <a:cs typeface="+mn-ea"/>
                <a:sym typeface="+mn-lt"/>
              </a:rPr>
              <a:t>只要凡事放胆，无论是生是死，总叫基督在我身上照常显大。</a:t>
            </a:r>
            <a:endParaRPr lang="en-US" altLang="zh-CN"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提摩太</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与保罗紧密父子关系</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徒</a:t>
            </a:r>
            <a:r>
              <a:rPr lang="en-US" altLang="zh-CN" dirty="0">
                <a:solidFill>
                  <a:srgbClr val="000000"/>
                </a:solidFill>
                <a:cs typeface="+mn-ea"/>
                <a:sym typeface="+mn-lt"/>
              </a:rPr>
              <a:t>16:3】</a:t>
            </a:r>
            <a:r>
              <a:rPr lang="zh-CN" altLang="en-US" dirty="0">
                <a:solidFill>
                  <a:srgbClr val="000000"/>
                </a:solidFill>
                <a:cs typeface="+mn-ea"/>
                <a:sym typeface="+mn-lt"/>
              </a:rPr>
              <a:t>保罗要带他同去，只因那些地方的犹太人都知道他父亲是希腊人，就给他行了割礼。</a:t>
            </a:r>
            <a:endParaRPr lang="en-US" altLang="zh-CN" dirty="0">
              <a:solidFill>
                <a:srgbClr val="000000"/>
              </a:solidFill>
              <a:cs typeface="+mn-ea"/>
              <a:sym typeface="+mn-lt"/>
            </a:endParaRP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提前</a:t>
            </a:r>
            <a:r>
              <a:rPr lang="en-US" altLang="zh-CN" dirty="0">
                <a:solidFill>
                  <a:srgbClr val="000000"/>
                </a:solidFill>
                <a:cs typeface="+mn-ea"/>
                <a:sym typeface="+mn-lt"/>
              </a:rPr>
              <a:t>1:2】</a:t>
            </a:r>
            <a:r>
              <a:rPr lang="zh-CN" altLang="en-US" dirty="0">
                <a:solidFill>
                  <a:srgbClr val="000000"/>
                </a:solidFill>
                <a:cs typeface="+mn-ea"/>
                <a:sym typeface="+mn-lt"/>
              </a:rPr>
              <a:t>写信给那因信主作我真儿子的提摩太。愿恩惠、怜悯、平安从父　神和我们主基督耶稣归与你！</a:t>
            </a:r>
            <a:endParaRPr lang="en-US" altLang="zh-CN" dirty="0">
              <a:solidFill>
                <a:srgbClr val="000000"/>
              </a:solidFill>
              <a:cs typeface="+mn-ea"/>
              <a:sym typeface="+mn-lt"/>
            </a:endParaRP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腓</a:t>
            </a:r>
            <a:r>
              <a:rPr lang="en-US" altLang="zh-CN" dirty="0">
                <a:solidFill>
                  <a:srgbClr val="000000"/>
                </a:solidFill>
                <a:cs typeface="+mn-ea"/>
                <a:sym typeface="+mn-lt"/>
              </a:rPr>
              <a:t>2:22】</a:t>
            </a:r>
            <a:r>
              <a:rPr lang="zh-CN" altLang="en-US" dirty="0">
                <a:solidFill>
                  <a:srgbClr val="000000"/>
                </a:solidFill>
                <a:cs typeface="+mn-ea"/>
                <a:sym typeface="+mn-lt"/>
              </a:rPr>
              <a:t>但你们知道提摩太的明证，他兴旺福音，与我同劳，待我像儿子待父亲一样。</a:t>
            </a:r>
            <a:r>
              <a:rPr lang="en-US" altLang="zh-CN" dirty="0">
                <a:solidFill>
                  <a:srgbClr val="000000"/>
                </a:solidFill>
                <a:cs typeface="+mn-ea"/>
                <a:sym typeface="+mn-lt"/>
              </a:rPr>
              <a:t>	</a:t>
            </a:r>
            <a:r>
              <a:rPr lang="en-US" altLang="zh-CN" sz="2000" dirty="0">
                <a:solidFill>
                  <a:srgbClr val="000000"/>
                </a:solidFill>
                <a:cs typeface="+mn-ea"/>
                <a:sym typeface="+mn-lt"/>
              </a:rPr>
              <a:t>	</a:t>
            </a:r>
          </a:p>
          <a:p>
            <a:pPr marL="342900" indent="-342900">
              <a:lnSpc>
                <a:spcPct val="120000"/>
              </a:lnSpc>
              <a:buFont typeface="Wingdings" panose="05000000000000000000" pitchFamily="2" charset="2"/>
              <a:buChar char="l"/>
            </a:pPr>
            <a:r>
              <a:rPr lang="en-US" altLang="zh-CN" sz="2400" b="1" dirty="0">
                <a:solidFill>
                  <a:srgbClr val="000000"/>
                </a:solidFill>
                <a:cs typeface="+mn-ea"/>
                <a:sym typeface="+mn-lt"/>
              </a:rPr>
              <a:t>《</a:t>
            </a:r>
            <a:r>
              <a:rPr lang="zh-CN" altLang="en-US" sz="2400" b="1" dirty="0">
                <a:solidFill>
                  <a:srgbClr val="000000"/>
                </a:solidFill>
                <a:cs typeface="+mn-ea"/>
                <a:sym typeface="+mn-lt"/>
              </a:rPr>
              <a:t>腓立比书</a:t>
            </a:r>
            <a:r>
              <a:rPr lang="en-US" altLang="zh-CN" sz="2400" b="1" dirty="0">
                <a:solidFill>
                  <a:srgbClr val="000000"/>
                </a:solidFill>
                <a:cs typeface="+mn-ea"/>
                <a:sym typeface="+mn-lt"/>
              </a:rPr>
              <a:t>》</a:t>
            </a: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喜乐之书</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感谢</a:t>
            </a:r>
            <a:r>
              <a:rPr lang="en-US" altLang="zh-CN" sz="2000" dirty="0">
                <a:solidFill>
                  <a:srgbClr val="000000"/>
                </a:solidFill>
                <a:cs typeface="+mn-ea"/>
                <a:sym typeface="+mn-lt"/>
              </a:rPr>
              <a:t>&amp;</a:t>
            </a:r>
            <a:r>
              <a:rPr lang="zh-CN" altLang="en-US" sz="2000" dirty="0">
                <a:solidFill>
                  <a:srgbClr val="000000"/>
                </a:solidFill>
                <a:cs typeface="+mn-ea"/>
                <a:sym typeface="+mn-lt"/>
              </a:rPr>
              <a:t>归正</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财物</a:t>
            </a:r>
            <a:r>
              <a:rPr lang="en-US" altLang="zh-CN" sz="1600" dirty="0">
                <a:solidFill>
                  <a:srgbClr val="000000"/>
                </a:solidFill>
                <a:cs typeface="+mn-ea"/>
                <a:sym typeface="+mn-lt"/>
              </a:rPr>
              <a:t>/</a:t>
            </a:r>
            <a:r>
              <a:rPr lang="zh-CN" altLang="en-US" sz="1600" dirty="0">
                <a:solidFill>
                  <a:srgbClr val="000000"/>
                </a:solidFill>
                <a:cs typeface="+mn-ea"/>
                <a:sym typeface="+mn-lt"/>
              </a:rPr>
              <a:t>人力</a:t>
            </a:r>
            <a:r>
              <a:rPr lang="en-US" altLang="zh-CN" sz="1600" dirty="0">
                <a:solidFill>
                  <a:srgbClr val="000000"/>
                </a:solidFill>
                <a:cs typeface="+mn-ea"/>
                <a:sym typeface="+mn-lt"/>
              </a:rPr>
              <a:t>/</a:t>
            </a:r>
            <a:r>
              <a:rPr lang="zh-CN" altLang="en-US" sz="1600" dirty="0">
                <a:solidFill>
                  <a:srgbClr val="000000"/>
                </a:solidFill>
                <a:cs typeface="+mn-ea"/>
                <a:sym typeface="+mn-lt"/>
              </a:rPr>
              <a:t>属灵</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保罗的下监受苦感到不安</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1:12~14</a:t>
            </a:r>
            <a:r>
              <a:rPr lang="zh-CN" altLang="zh-CN" sz="1600" dirty="0">
                <a:effectLst/>
                <a:ea typeface="宋体" panose="02010600030101010101" pitchFamily="2" charset="-122"/>
                <a:cs typeface="Times New Roman" panose="02020603050405020304" pitchFamily="18" charset="0"/>
              </a:rPr>
              <a:t>）</a:t>
            </a:r>
            <a:r>
              <a:rPr lang="en-US" altLang="zh-CN" sz="1600" dirty="0">
                <a:solidFill>
                  <a:srgbClr val="000000"/>
                </a:solidFill>
                <a:cs typeface="+mn-ea"/>
                <a:sym typeface="+mn-lt"/>
              </a:rPr>
              <a:t>/</a:t>
            </a:r>
            <a:r>
              <a:rPr lang="zh-CN" altLang="zh-CN" sz="1600" dirty="0">
                <a:solidFill>
                  <a:srgbClr val="000000"/>
                </a:solidFill>
                <a:cs typeface="+mn-ea"/>
              </a:rPr>
              <a:t>割礼派的异端</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3:2</a:t>
            </a:r>
            <a:r>
              <a:rPr lang="zh-CN" altLang="zh-CN" sz="1600" dirty="0">
                <a:effectLst/>
                <a:ea typeface="宋体" panose="02010600030101010101" pitchFamily="2" charset="-122"/>
                <a:cs typeface="Times New Roman" panose="02020603050405020304" pitchFamily="18" charset="0"/>
              </a:rPr>
              <a:t>）</a:t>
            </a:r>
            <a:r>
              <a:rPr lang="en-US" altLang="zh-CN" sz="1600" dirty="0">
                <a:solidFill>
                  <a:srgbClr val="000000"/>
                </a:solidFill>
                <a:cs typeface="+mn-ea"/>
              </a:rPr>
              <a:t>/</a:t>
            </a:r>
            <a:r>
              <a:rPr lang="zh-CN" altLang="zh-CN" sz="1600" dirty="0">
                <a:solidFill>
                  <a:srgbClr val="000000"/>
                </a:solidFill>
                <a:cs typeface="+mn-ea"/>
              </a:rPr>
              <a:t>驳斥纵欲主义</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3:17~19</a:t>
            </a:r>
            <a:r>
              <a:rPr lang="zh-CN" altLang="zh-CN" sz="1600" dirty="0">
                <a:effectLst/>
                <a:ea typeface="宋体" panose="02010600030101010101" pitchFamily="2" charset="-122"/>
                <a:cs typeface="Times New Roman" panose="02020603050405020304" pitchFamily="18" charset="0"/>
              </a:rPr>
              <a:t>）</a:t>
            </a:r>
            <a:r>
              <a:rPr lang="en-US" altLang="zh-CN" sz="1600" dirty="0">
                <a:solidFill>
                  <a:srgbClr val="000000"/>
                </a:solidFill>
                <a:cs typeface="+mn-ea"/>
              </a:rPr>
              <a:t>/</a:t>
            </a:r>
            <a:r>
              <a:rPr lang="zh-CN" altLang="zh-CN" sz="1600" dirty="0">
                <a:solidFill>
                  <a:srgbClr val="000000"/>
                </a:solidFill>
                <a:cs typeface="+mn-ea"/>
              </a:rPr>
              <a:t>信徒之间有不和睦</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4:2~3</a:t>
            </a:r>
            <a:r>
              <a:rPr lang="zh-CN" altLang="zh-CN" sz="1600" dirty="0">
                <a:effectLst/>
                <a:ea typeface="宋体" panose="02010600030101010101" pitchFamily="2" charset="-122"/>
                <a:cs typeface="Times New Roman" panose="02020603050405020304" pitchFamily="18" charset="0"/>
              </a:rPr>
              <a:t>）</a:t>
            </a:r>
            <a:endParaRPr lang="en-US" altLang="zh-CN" sz="1600" dirty="0">
              <a:solidFill>
                <a:srgbClr val="000000"/>
              </a:solidFill>
              <a:cs typeface="+mn-ea"/>
              <a:sym typeface="+mn-lt"/>
            </a:endParaRPr>
          </a:p>
          <a:p>
            <a:pPr>
              <a:lnSpc>
                <a:spcPct val="120000"/>
              </a:lnSpc>
            </a:pPr>
            <a:endParaRPr lang="en-US" altLang="zh-CN" sz="2000" dirty="0">
              <a:solidFill>
                <a:srgbClr val="000000"/>
              </a:solidFill>
              <a:cs typeface="+mn-ea"/>
              <a:sym typeface="+mn-lt"/>
            </a:endParaRPr>
          </a:p>
          <a:p>
            <a:pPr marL="342900" indent="-342900">
              <a:lnSpc>
                <a:spcPct val="120000"/>
              </a:lnSpc>
              <a:buFont typeface="Wingdings" panose="05000000000000000000" pitchFamily="2" charset="2"/>
              <a:buChar char="l"/>
            </a:pPr>
            <a:endParaRPr lang="en-US" altLang="zh-CN" sz="2400" b="1"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54695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dirty="0">
                <a:solidFill>
                  <a:srgbClr val="000000"/>
                </a:solidFill>
                <a:cs typeface="+mn-ea"/>
                <a:sym typeface="+mn-lt"/>
              </a:rPr>
              <a:t>做精兵</a:t>
            </a:r>
            <a:endParaRPr lang="zh-CN" altLang="en-US" sz="4800" b="1" dirty="0">
              <a:solidFill>
                <a:schemeClr val="tx1">
                  <a:lumMod val="85000"/>
                  <a:lumOff val="15000"/>
                </a:schemeClr>
              </a:solidFill>
              <a:cs typeface="+mn-ea"/>
              <a:sym typeface="+mn-lt"/>
            </a:endParaRPr>
          </a:p>
        </p:txBody>
      </p:sp>
      <p:sp>
        <p:nvSpPr>
          <p:cNvPr id="2" name="文本框 1"/>
          <p:cNvSpPr txBox="1"/>
          <p:nvPr>
            <p:custDataLst>
              <p:tags r:id="rId3"/>
            </p:custDataLst>
          </p:nvPr>
        </p:nvSpPr>
        <p:spPr>
          <a:xfrm>
            <a:off x="0" y="1295227"/>
            <a:ext cx="12192000" cy="2178289"/>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为什么做精兵？</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dirty="0">
                <a:solidFill>
                  <a:srgbClr val="000000"/>
                </a:solidFill>
                <a:cs typeface="+mn-ea"/>
                <a:sym typeface="+mn-lt"/>
              </a:rPr>
              <a:t>求主喜悦</a:t>
            </a:r>
            <a:endParaRPr lang="en-US" altLang="zh-CN" dirty="0">
              <a:solidFill>
                <a:srgbClr val="000000"/>
              </a:solidFill>
              <a:cs typeface="+mn-ea"/>
              <a:sym typeface="+mn-lt"/>
            </a:endParaRP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提后</a:t>
            </a:r>
            <a:r>
              <a:rPr lang="en-US" altLang="zh-CN" dirty="0">
                <a:solidFill>
                  <a:srgbClr val="000000"/>
                </a:solidFill>
                <a:cs typeface="+mn-ea"/>
                <a:sym typeface="+mn-lt"/>
              </a:rPr>
              <a:t>2:3】</a:t>
            </a:r>
            <a:r>
              <a:rPr lang="zh-CN" altLang="en-US" dirty="0">
                <a:solidFill>
                  <a:srgbClr val="000000"/>
                </a:solidFill>
                <a:cs typeface="+mn-ea"/>
                <a:sym typeface="+mn-lt"/>
              </a:rPr>
              <a:t>你要和我同受苦难，好像基督耶稣的精兵。</a:t>
            </a: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提后</a:t>
            </a:r>
            <a:r>
              <a:rPr lang="en-US" altLang="zh-CN" dirty="0">
                <a:solidFill>
                  <a:srgbClr val="000000"/>
                </a:solidFill>
                <a:cs typeface="+mn-ea"/>
                <a:sym typeface="+mn-lt"/>
              </a:rPr>
              <a:t>2:4】</a:t>
            </a:r>
            <a:r>
              <a:rPr lang="zh-CN" altLang="en-US" dirty="0">
                <a:solidFill>
                  <a:srgbClr val="000000"/>
                </a:solidFill>
                <a:cs typeface="+mn-ea"/>
                <a:sym typeface="+mn-lt"/>
              </a:rPr>
              <a:t>凡在军中当兵的，不将世务缠身，好叫那招他当兵的人</a:t>
            </a:r>
            <a:r>
              <a:rPr lang="zh-CN" altLang="en-US" b="1" dirty="0">
                <a:solidFill>
                  <a:srgbClr val="000000"/>
                </a:solidFill>
                <a:cs typeface="+mn-ea"/>
                <a:sym typeface="+mn-lt"/>
              </a:rPr>
              <a:t>喜悦</a:t>
            </a:r>
            <a:r>
              <a:rPr lang="zh-CN" altLang="en-US" dirty="0">
                <a:solidFill>
                  <a:srgbClr val="000000"/>
                </a:solidFill>
                <a:cs typeface="+mn-ea"/>
                <a:sym typeface="+mn-lt"/>
              </a:rPr>
              <a:t>。</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dirty="0">
                <a:solidFill>
                  <a:srgbClr val="000000"/>
                </a:solidFill>
                <a:cs typeface="+mn-ea"/>
                <a:sym typeface="+mn-lt"/>
              </a:rPr>
              <a:t>主是元帅</a:t>
            </a:r>
            <a:endParaRPr lang="en-US" altLang="zh-CN"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林后</a:t>
            </a:r>
            <a:r>
              <a:rPr lang="en-US" altLang="zh-CN" dirty="0">
                <a:solidFill>
                  <a:srgbClr val="000000"/>
                </a:solidFill>
                <a:cs typeface="+mn-ea"/>
                <a:sym typeface="+mn-lt"/>
              </a:rPr>
              <a:t>2:14】</a:t>
            </a:r>
            <a:r>
              <a:rPr lang="zh-CN" altLang="en-US" dirty="0">
                <a:solidFill>
                  <a:srgbClr val="000000"/>
                </a:solidFill>
                <a:cs typeface="+mn-ea"/>
                <a:sym typeface="+mn-lt"/>
              </a:rPr>
              <a:t>感谢　神！</a:t>
            </a:r>
            <a:r>
              <a:rPr lang="zh-CN" altLang="en-US" b="1" dirty="0">
                <a:solidFill>
                  <a:srgbClr val="000000"/>
                </a:solidFill>
                <a:cs typeface="+mn-ea"/>
                <a:sym typeface="+mn-lt"/>
              </a:rPr>
              <a:t>常率领</a:t>
            </a:r>
            <a:r>
              <a:rPr lang="zh-CN" altLang="en-US" dirty="0">
                <a:solidFill>
                  <a:srgbClr val="000000"/>
                </a:solidFill>
                <a:cs typeface="+mn-ea"/>
                <a:sym typeface="+mn-lt"/>
              </a:rPr>
              <a:t>我们在基督里夸胜，并藉着我们在各处显扬那因认识基督而有的香气。</a:t>
            </a:r>
            <a:endParaRPr lang="en-US" altLang="zh-CN"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530530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7010400" y="227964"/>
            <a:ext cx="4868620" cy="829945"/>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经文框架</a:t>
            </a:r>
          </a:p>
        </p:txBody>
      </p:sp>
      <p:sp>
        <p:nvSpPr>
          <p:cNvPr id="7" name="内容占位符 2"/>
          <p:cNvSpPr txBox="1">
            <a:spLocks noChangeArrowheads="1"/>
          </p:cNvSpPr>
          <p:nvPr/>
        </p:nvSpPr>
        <p:spPr>
          <a:xfrm>
            <a:off x="0" y="1298490"/>
            <a:ext cx="9442383" cy="3834163"/>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en-US" altLang="zh-CN" sz="2400">
              <a:latin typeface="苹方-简" panose="020B0300000000000000" pitchFamily="34" charset="-122"/>
              <a:ea typeface="苹方-简" panose="020B0300000000000000" pitchFamily="34" charset="-122"/>
              <a:cs typeface="+mn-ea"/>
              <a:sym typeface="+mn-lt"/>
            </a:endParaRPr>
          </a:p>
          <a:p>
            <a:pPr marL="457200" indent="-457200">
              <a:lnSpc>
                <a:spcPct val="100000"/>
              </a:lnSpc>
              <a:buFont typeface="+mj-lt"/>
              <a:buAutoNum type="arabicPeriod"/>
            </a:pPr>
            <a:endParaRPr lang="en-US" altLang="zh-CN" sz="2400">
              <a:latin typeface="苹方-简" panose="020B0300000000000000" pitchFamily="34" charset="-122"/>
              <a:ea typeface="苹方-简" panose="020B0300000000000000" pitchFamily="34" charset="-122"/>
              <a:cs typeface="+mn-ea"/>
              <a:sym typeface="+mn-lt"/>
            </a:endParaRPr>
          </a:p>
          <a:p>
            <a:pPr marL="0" indent="0">
              <a:lnSpc>
                <a:spcPct val="100000"/>
              </a:lnSpc>
              <a:buFont typeface="Wingdings" panose="05000000000000000000" pitchFamily="2" charset="2"/>
              <a:buNone/>
            </a:pPr>
            <a:endParaRPr lang="zh-CN" altLang="en-US" sz="1800">
              <a:latin typeface="+mn-lt"/>
              <a:ea typeface="+mn-ea"/>
              <a:cs typeface="+mn-ea"/>
              <a:sym typeface="+mn-lt"/>
            </a:endParaRPr>
          </a:p>
        </p:txBody>
      </p:sp>
      <p:pic>
        <p:nvPicPr>
          <p:cNvPr id="6" name="图片 5">
            <a:extLst>
              <a:ext uri="{FF2B5EF4-FFF2-40B4-BE49-F238E27FC236}">
                <a16:creationId xmlns:a16="http://schemas.microsoft.com/office/drawing/2014/main" id="{081A24BA-7881-FC8E-B899-CACD3C0C8414}"/>
              </a:ext>
            </a:extLst>
          </p:cNvPr>
          <p:cNvPicPr>
            <a:picLocks noChangeAspect="1"/>
          </p:cNvPicPr>
          <p:nvPr/>
        </p:nvPicPr>
        <p:blipFill>
          <a:blip r:embed="rId4"/>
          <a:stretch>
            <a:fillRect/>
          </a:stretch>
        </p:blipFill>
        <p:spPr>
          <a:xfrm>
            <a:off x="639438" y="1096011"/>
            <a:ext cx="8505825" cy="5534025"/>
          </a:xfrm>
          <a:prstGeom prst="rect">
            <a:avLst/>
          </a:prstGeom>
        </p:spPr>
      </p:pic>
    </p:spTree>
    <p:custDataLst>
      <p:tags r:id="rId1"/>
    </p:custDataLst>
    <p:extLst>
      <p:ext uri="{BB962C8B-B14F-4D97-AF65-F5344CB8AC3E}">
        <p14:creationId xmlns:p14="http://schemas.microsoft.com/office/powerpoint/2010/main" val="3813767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4414983" y="113635"/>
            <a:ext cx="7777018" cy="830997"/>
          </a:xfrm>
          <a:prstGeom prst="rect">
            <a:avLst/>
          </a:prstGeom>
          <a:noFill/>
        </p:spPr>
        <p:txBody>
          <a:bodyPr wrap="square" rtlCol="0">
            <a:spAutoFit/>
          </a:bodyPr>
          <a:lstStyle/>
          <a:p>
            <a:r>
              <a:rPr lang="zh-CN" altLang="en-US" sz="4800" b="1" dirty="0">
                <a:solidFill>
                  <a:schemeClr val="tx1">
                    <a:lumMod val="85000"/>
                    <a:lumOff val="15000"/>
                  </a:schemeClr>
                </a:solidFill>
                <a:cs typeface="+mn-ea"/>
                <a:sym typeface="+mn-lt"/>
              </a:rPr>
              <a:t>第一段：靠主耶稣指望 </a:t>
            </a:r>
            <a:r>
              <a:rPr lang="en-US" altLang="zh-CN" sz="4800" b="1" dirty="0">
                <a:solidFill>
                  <a:schemeClr val="tx1">
                    <a:lumMod val="85000"/>
                    <a:lumOff val="15000"/>
                  </a:schemeClr>
                </a:solidFill>
                <a:cs typeface="+mn-ea"/>
                <a:sym typeface="+mn-lt"/>
              </a:rPr>
              <a:t>1-2</a:t>
            </a:r>
            <a:endParaRPr lang="zh-CN" altLang="en-US" sz="4800" b="1" dirty="0">
              <a:solidFill>
                <a:schemeClr val="tx1">
                  <a:lumMod val="85000"/>
                  <a:lumOff val="15000"/>
                </a:schemeClr>
              </a:solidFill>
              <a:cs typeface="+mn-ea"/>
              <a:sym typeface="+mn-lt"/>
            </a:endParaRPr>
          </a:p>
        </p:txBody>
      </p:sp>
      <p:sp>
        <p:nvSpPr>
          <p:cNvPr id="2" name="文本框 1"/>
          <p:cNvSpPr txBox="1"/>
          <p:nvPr>
            <p:custDataLst>
              <p:tags r:id="rId3"/>
            </p:custDataLst>
          </p:nvPr>
        </p:nvSpPr>
        <p:spPr>
          <a:xfrm>
            <a:off x="0" y="1295227"/>
            <a:ext cx="12192000" cy="4135748"/>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2:19】</a:t>
            </a:r>
            <a:r>
              <a:rPr lang="zh-CN" altLang="en-US" sz="2400" dirty="0">
                <a:solidFill>
                  <a:srgbClr val="000000"/>
                </a:solidFill>
                <a:cs typeface="+mn-ea"/>
                <a:sym typeface="+mn-lt"/>
              </a:rPr>
              <a:t>我</a:t>
            </a:r>
            <a:r>
              <a:rPr lang="zh-CN" altLang="en-US" sz="2400" b="1" dirty="0">
                <a:solidFill>
                  <a:srgbClr val="C00000"/>
                </a:solidFill>
                <a:cs typeface="+mn-ea"/>
                <a:sym typeface="+mn-lt"/>
              </a:rPr>
              <a:t>靠主</a:t>
            </a:r>
            <a:r>
              <a:rPr lang="zh-CN" altLang="en-US" sz="2400" dirty="0">
                <a:solidFill>
                  <a:srgbClr val="000000"/>
                </a:solidFill>
                <a:cs typeface="+mn-ea"/>
                <a:sym typeface="+mn-lt"/>
              </a:rPr>
              <a:t>耶稣指望快打发提摩太去见你们，叫我知道你们的事，心里就得着安慰。</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凡事依靠</a:t>
            </a:r>
            <a:r>
              <a:rPr lang="zh-CN" altLang="en-US" sz="2400" b="1" dirty="0">
                <a:solidFill>
                  <a:schemeClr val="bg1">
                    <a:lumMod val="85000"/>
                  </a:schemeClr>
                </a:solidFill>
                <a:cs typeface="+mn-ea"/>
                <a:sym typeface="+mn-lt"/>
              </a:rPr>
              <a:t>（世界观）</a:t>
            </a:r>
            <a:endParaRPr lang="en-US" altLang="zh-CN" sz="2400" b="1" dirty="0">
              <a:solidFill>
                <a:schemeClr val="bg1">
                  <a:lumMod val="85000"/>
                </a:schemeClr>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凡事依靠主耶稣（ </a:t>
            </a:r>
            <a:r>
              <a:rPr lang="en-US" altLang="zh-CN" sz="2000" dirty="0">
                <a:solidFill>
                  <a:srgbClr val="000000"/>
                </a:solidFill>
                <a:cs typeface="+mn-ea"/>
                <a:sym typeface="+mn-lt"/>
              </a:rPr>
              <a:t>vs </a:t>
            </a:r>
            <a:r>
              <a:rPr lang="zh-CN" altLang="en-US" sz="2000" dirty="0">
                <a:solidFill>
                  <a:srgbClr val="000000"/>
                </a:solidFill>
                <a:cs typeface="+mn-ea"/>
                <a:sym typeface="+mn-lt"/>
              </a:rPr>
              <a:t>禁戒骄傲：“大事我求主，小事不麻烦主”）</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太</a:t>
            </a:r>
            <a:r>
              <a:rPr lang="en-US" altLang="zh-CN" dirty="0">
                <a:solidFill>
                  <a:srgbClr val="000000"/>
                </a:solidFill>
                <a:cs typeface="+mn-ea"/>
                <a:sym typeface="+mn-lt"/>
              </a:rPr>
              <a:t>5:36】</a:t>
            </a:r>
            <a:r>
              <a:rPr lang="zh-CN" altLang="en-US" dirty="0">
                <a:solidFill>
                  <a:srgbClr val="000000"/>
                </a:solidFill>
                <a:cs typeface="+mn-ea"/>
                <a:sym typeface="+mn-lt"/>
              </a:rPr>
              <a:t>又不可指着你的头起誓，因为你不能使一根头发变黑变白了。</a:t>
            </a:r>
            <a:endParaRPr lang="en-US" altLang="zh-CN"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徒</a:t>
            </a:r>
            <a:r>
              <a:rPr lang="en-US" altLang="zh-CN" dirty="0">
                <a:solidFill>
                  <a:srgbClr val="000000"/>
                </a:solidFill>
                <a:cs typeface="+mn-ea"/>
                <a:sym typeface="+mn-lt"/>
              </a:rPr>
              <a:t>3:16】</a:t>
            </a:r>
            <a:r>
              <a:rPr lang="zh-CN" altLang="en-US" dirty="0">
                <a:solidFill>
                  <a:srgbClr val="000000"/>
                </a:solidFill>
                <a:cs typeface="+mn-ea"/>
                <a:sym typeface="+mn-lt"/>
              </a:rPr>
              <a:t>我们因信他的名，他的名便叫你们所看见、所认识的这人健壮了。正是他所赐的信心，叫这人在你们众人面前全然好了。</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神掌管万事万物</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来</a:t>
            </a:r>
            <a:r>
              <a:rPr lang="en-US" altLang="zh-CN" dirty="0">
                <a:solidFill>
                  <a:srgbClr val="000000"/>
                </a:solidFill>
                <a:cs typeface="+mn-ea"/>
                <a:sym typeface="+mn-lt"/>
              </a:rPr>
              <a:t>1:3】</a:t>
            </a:r>
            <a:r>
              <a:rPr lang="zh-CN" altLang="en-US" dirty="0">
                <a:solidFill>
                  <a:srgbClr val="000000"/>
                </a:solidFill>
                <a:cs typeface="+mn-ea"/>
                <a:sym typeface="+mn-lt"/>
              </a:rPr>
              <a:t>他是　神荣耀所发的光辉，是　神本体的真像，常用他权能的命令托住万有。他洗净了人的罪，就坐在高天至大者的右边。</a:t>
            </a:r>
            <a:endParaRPr lang="en-US" altLang="zh-CN"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弗</a:t>
            </a:r>
            <a:r>
              <a:rPr lang="en-US" altLang="zh-CN" dirty="0">
                <a:solidFill>
                  <a:srgbClr val="000000"/>
                </a:solidFill>
                <a:cs typeface="+mn-ea"/>
                <a:sym typeface="+mn-lt"/>
              </a:rPr>
              <a:t>6:18】</a:t>
            </a:r>
            <a:r>
              <a:rPr lang="zh-CN" altLang="en-US" dirty="0">
                <a:solidFill>
                  <a:srgbClr val="000000"/>
                </a:solidFill>
                <a:cs typeface="+mn-ea"/>
                <a:sym typeface="+mn-lt"/>
              </a:rPr>
              <a:t>靠着圣灵，随时多方祷告祈求，并要在此警醒不倦，为众圣徒祈求，</a:t>
            </a:r>
            <a:endParaRPr lang="en-US" altLang="zh-CN"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158457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靠主耶稣指望 </a:t>
            </a:r>
            <a:r>
              <a:rPr lang="en-US" altLang="zh-CN" sz="4800" b="1">
                <a:solidFill>
                  <a:schemeClr val="tx1">
                    <a:lumMod val="85000"/>
                    <a:lumOff val="15000"/>
                  </a:schemeClr>
                </a:solidFill>
                <a:cs typeface="+mn-ea"/>
                <a:sym typeface="+mn-lt"/>
              </a:rPr>
              <a:t>2-2</a:t>
            </a:r>
            <a:endParaRPr lang="zh-CN" altLang="en-US" sz="4800" b="1">
              <a:solidFill>
                <a:schemeClr val="tx1">
                  <a:lumMod val="85000"/>
                  <a:lumOff val="15000"/>
                </a:schemeClr>
              </a:solidFill>
              <a:cs typeface="+mn-ea"/>
              <a:sym typeface="+mn-lt"/>
            </a:endParaRPr>
          </a:p>
        </p:txBody>
      </p:sp>
      <p:sp>
        <p:nvSpPr>
          <p:cNvPr id="2" name="文本框 1"/>
          <p:cNvSpPr txBox="1"/>
          <p:nvPr>
            <p:custDataLst>
              <p:tags r:id="rId3"/>
            </p:custDataLst>
          </p:nvPr>
        </p:nvSpPr>
        <p:spPr>
          <a:xfrm>
            <a:off x="0" y="1118737"/>
            <a:ext cx="12192000" cy="6034729"/>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2:19】</a:t>
            </a:r>
            <a:r>
              <a:rPr lang="zh-CN" altLang="en-US" sz="2400" dirty="0">
                <a:solidFill>
                  <a:srgbClr val="000000"/>
                </a:solidFill>
                <a:cs typeface="+mn-ea"/>
                <a:sym typeface="+mn-lt"/>
              </a:rPr>
              <a:t>我靠主</a:t>
            </a:r>
            <a:r>
              <a:rPr lang="zh-CN" altLang="en-US" sz="2400" b="1" dirty="0">
                <a:solidFill>
                  <a:srgbClr val="C00000"/>
                </a:solidFill>
                <a:cs typeface="+mn-ea"/>
                <a:sym typeface="+mn-lt"/>
              </a:rPr>
              <a:t>耶稣指望</a:t>
            </a:r>
            <a:r>
              <a:rPr lang="zh-CN" altLang="en-US" sz="2400" dirty="0">
                <a:solidFill>
                  <a:srgbClr val="000000"/>
                </a:solidFill>
                <a:cs typeface="+mn-ea"/>
                <a:sym typeface="+mn-lt"/>
              </a:rPr>
              <a:t>快打发提摩太去见你们，叫我知道你们的事，心里就得着安慰。</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我们指望</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指望不应仅关注今生（今生 </a:t>
            </a:r>
            <a:r>
              <a:rPr lang="en-US" altLang="zh-CN" sz="2000" dirty="0">
                <a:solidFill>
                  <a:srgbClr val="000000"/>
                </a:solidFill>
                <a:cs typeface="+mn-ea"/>
                <a:sym typeface="+mn-lt"/>
              </a:rPr>
              <a:t>vs </a:t>
            </a:r>
            <a:r>
              <a:rPr lang="zh-CN" altLang="en-US" sz="2000" dirty="0">
                <a:solidFill>
                  <a:srgbClr val="000000"/>
                </a:solidFill>
                <a:cs typeface="+mn-ea"/>
                <a:sym typeface="+mn-lt"/>
              </a:rPr>
              <a:t>永远）</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林前</a:t>
            </a:r>
            <a:r>
              <a:rPr lang="en-US" altLang="zh-CN" dirty="0">
                <a:solidFill>
                  <a:srgbClr val="000000"/>
                </a:solidFill>
                <a:cs typeface="+mn-ea"/>
                <a:sym typeface="+mn-lt"/>
              </a:rPr>
              <a:t>15:19】</a:t>
            </a:r>
            <a:r>
              <a:rPr lang="zh-CN" altLang="en-US" dirty="0">
                <a:solidFill>
                  <a:srgbClr val="000000"/>
                </a:solidFill>
                <a:cs typeface="+mn-ea"/>
                <a:sym typeface="+mn-lt"/>
              </a:rPr>
              <a:t>我们若靠基督</a:t>
            </a:r>
            <a:r>
              <a:rPr lang="zh-CN" altLang="en-US" b="1" dirty="0">
                <a:solidFill>
                  <a:srgbClr val="000000"/>
                </a:solidFill>
                <a:cs typeface="+mn-ea"/>
                <a:sym typeface="+mn-lt"/>
              </a:rPr>
              <a:t>只在</a:t>
            </a:r>
            <a:r>
              <a:rPr lang="zh-CN" altLang="en-US" dirty="0">
                <a:solidFill>
                  <a:srgbClr val="000000"/>
                </a:solidFill>
                <a:cs typeface="+mn-ea"/>
                <a:sym typeface="+mn-lt"/>
              </a:rPr>
              <a:t>今生有指望，就算比众人更可怜。</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人如何指望永生</a:t>
            </a:r>
            <a:r>
              <a:rPr lang="en-US" altLang="zh-CN" sz="2000" dirty="0">
                <a:solidFill>
                  <a:srgbClr val="000000"/>
                </a:solidFill>
                <a:cs typeface="+mn-ea"/>
                <a:sym typeface="+mn-lt"/>
              </a:rPr>
              <a:t>&amp;</a:t>
            </a:r>
            <a:r>
              <a:rPr lang="zh-CN" altLang="en-US" sz="2000" dirty="0">
                <a:solidFill>
                  <a:srgbClr val="000000"/>
                </a:solidFill>
                <a:cs typeface="+mn-ea"/>
                <a:sym typeface="+mn-lt"/>
              </a:rPr>
              <a:t>未来？</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人不能掌控永生或者未来</a:t>
            </a:r>
            <a:endParaRPr lang="en-US" altLang="zh-CN" sz="2000" dirty="0">
              <a:solidFill>
                <a:srgbClr val="000000"/>
              </a:solidFill>
              <a:cs typeface="+mn-ea"/>
              <a:sym typeface="+mn-lt"/>
            </a:endParaRPr>
          </a:p>
          <a:p>
            <a:pPr marL="1028700" lvl="3">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诗</a:t>
            </a:r>
            <a:r>
              <a:rPr lang="en-US" altLang="zh-CN" dirty="0">
                <a:solidFill>
                  <a:srgbClr val="000000"/>
                </a:solidFill>
                <a:cs typeface="+mn-ea"/>
                <a:sym typeface="+mn-lt"/>
              </a:rPr>
              <a:t>90:10】</a:t>
            </a:r>
            <a:r>
              <a:rPr lang="zh-CN" altLang="en-US" dirty="0">
                <a:solidFill>
                  <a:srgbClr val="000000"/>
                </a:solidFill>
                <a:cs typeface="+mn-ea"/>
                <a:sym typeface="+mn-lt"/>
              </a:rPr>
              <a:t>我们一生的年日是七十岁，若是强壮可到八十岁；但其中所矜夸的不过是劳苦愁烦，转眼成空，我们便如飞而去。</a:t>
            </a: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传</a:t>
            </a:r>
            <a:r>
              <a:rPr lang="en-US" altLang="zh-CN" dirty="0">
                <a:solidFill>
                  <a:srgbClr val="000000"/>
                </a:solidFill>
                <a:cs typeface="+mn-ea"/>
                <a:sym typeface="+mn-lt"/>
              </a:rPr>
              <a:t>1:2】</a:t>
            </a:r>
            <a:r>
              <a:rPr lang="zh-CN" altLang="en-US" dirty="0">
                <a:solidFill>
                  <a:srgbClr val="000000"/>
                </a:solidFill>
                <a:cs typeface="+mn-ea"/>
                <a:sym typeface="+mn-lt"/>
              </a:rPr>
              <a:t>传道者说：虚空的虚空，虚空的虚空，凡事都是虚空。</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唯有靠那能掌管未来和永远的神</a:t>
            </a:r>
            <a:endParaRPr lang="en-US" altLang="zh-CN" sz="2000" dirty="0">
              <a:solidFill>
                <a:srgbClr val="000000"/>
              </a:solidFill>
              <a:cs typeface="+mn-ea"/>
              <a:sym typeface="+mn-lt"/>
            </a:endParaRPr>
          </a:p>
          <a:p>
            <a:pPr lvl="3">
              <a:lnSpc>
                <a:spcPct val="120000"/>
              </a:lnSpc>
            </a:pPr>
            <a:r>
              <a:rPr lang="en-US" altLang="zh-CN" sz="2000" dirty="0">
                <a:solidFill>
                  <a:srgbClr val="000000"/>
                </a:solidFill>
                <a:cs typeface="+mn-ea"/>
                <a:sym typeface="+mn-lt"/>
              </a:rPr>
              <a:t>【</a:t>
            </a:r>
            <a:r>
              <a:rPr lang="zh-CN" altLang="en-US" sz="2000" dirty="0">
                <a:solidFill>
                  <a:srgbClr val="000000"/>
                </a:solidFill>
                <a:cs typeface="+mn-ea"/>
                <a:sym typeface="+mn-lt"/>
              </a:rPr>
              <a:t>诗</a:t>
            </a:r>
            <a:r>
              <a:rPr lang="en-US" altLang="zh-CN" sz="2000" dirty="0">
                <a:solidFill>
                  <a:srgbClr val="000000"/>
                </a:solidFill>
                <a:cs typeface="+mn-ea"/>
                <a:sym typeface="+mn-lt"/>
              </a:rPr>
              <a:t>90:12】</a:t>
            </a:r>
            <a:r>
              <a:rPr lang="zh-CN" altLang="en-US" sz="2000" dirty="0">
                <a:solidFill>
                  <a:srgbClr val="000000"/>
                </a:solidFill>
                <a:cs typeface="+mn-ea"/>
                <a:sym typeface="+mn-lt"/>
              </a:rPr>
              <a:t>求你指教我们怎样数算自己的日子，好叫我们得着智慧的心。</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用今生的生活见证出永远的生命。</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dirty="0">
                <a:solidFill>
                  <a:srgbClr val="000000"/>
                </a:solidFill>
                <a:cs typeface="+mn-ea"/>
                <a:sym typeface="+mn-lt"/>
              </a:rPr>
              <a:t>认真过好我们当下的生活，努力尽我们的本分来荣耀神，把指望建立在神的国和神的义上面。</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endParaRPr lang="en-US" altLang="zh-CN" sz="2400" dirty="0">
              <a:solidFill>
                <a:srgbClr val="000000"/>
              </a:solidFill>
              <a:cs typeface="+mn-ea"/>
              <a:sym typeface="+mn-lt"/>
            </a:endParaRPr>
          </a:p>
        </p:txBody>
      </p:sp>
      <p:grpSp>
        <p:nvGrpSpPr>
          <p:cNvPr id="3" name="组合 2">
            <a:extLst>
              <a:ext uri="{FF2B5EF4-FFF2-40B4-BE49-F238E27FC236}">
                <a16:creationId xmlns:a16="http://schemas.microsoft.com/office/drawing/2014/main" id="{396B3AF0-3B7B-BB39-F9D1-6251432A74D1}"/>
              </a:ext>
            </a:extLst>
          </p:cNvPr>
          <p:cNvGrpSpPr/>
          <p:nvPr/>
        </p:nvGrpSpPr>
        <p:grpSpPr>
          <a:xfrm>
            <a:off x="243418" y="6324600"/>
            <a:ext cx="6785450" cy="533400"/>
            <a:chOff x="348343" y="6069874"/>
            <a:chExt cx="6785450" cy="533400"/>
          </a:xfrm>
        </p:grpSpPr>
        <p:pic>
          <p:nvPicPr>
            <p:cNvPr id="4" name="图形 3" descr="插在洞里的高尔夫球标志旗 纯色填充">
              <a:extLst>
                <a:ext uri="{FF2B5EF4-FFF2-40B4-BE49-F238E27FC236}">
                  <a16:creationId xmlns:a16="http://schemas.microsoft.com/office/drawing/2014/main" id="{A8A77838-51F2-553E-DE91-246079D7696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8343" y="6069874"/>
              <a:ext cx="533400" cy="533400"/>
            </a:xfrm>
            <a:prstGeom prst="rect">
              <a:avLst/>
            </a:prstGeom>
          </p:spPr>
        </p:pic>
        <p:sp>
          <p:nvSpPr>
            <p:cNvPr id="5" name="文本框 4">
              <a:extLst>
                <a:ext uri="{FF2B5EF4-FFF2-40B4-BE49-F238E27FC236}">
                  <a16:creationId xmlns:a16="http://schemas.microsoft.com/office/drawing/2014/main" id="{F26E2100-C214-5D1E-3B58-C2ED1ECE553C}"/>
                </a:ext>
              </a:extLst>
            </p:cNvPr>
            <p:cNvSpPr txBox="1"/>
            <p:nvPr/>
          </p:nvSpPr>
          <p:spPr>
            <a:xfrm>
              <a:off x="988487" y="6233942"/>
              <a:ext cx="6145306" cy="369332"/>
            </a:xfrm>
            <a:prstGeom prst="rect">
              <a:avLst/>
            </a:prstGeom>
            <a:noFill/>
          </p:spPr>
          <p:txBody>
            <a:bodyPr wrap="square">
              <a:spAutoFit/>
            </a:bodyPr>
            <a:lstStyle/>
            <a:p>
              <a:r>
                <a:rPr lang="zh-CN" altLang="en-US"/>
                <a:t>精兵要求：靠主指望。</a:t>
              </a:r>
            </a:p>
          </p:txBody>
        </p:sp>
      </p:grpSp>
    </p:spTree>
    <p:custDataLst>
      <p:tags r:id="rId1"/>
    </p:custDataLst>
    <p:extLst>
      <p:ext uri="{BB962C8B-B14F-4D97-AF65-F5344CB8AC3E}">
        <p14:creationId xmlns:p14="http://schemas.microsoft.com/office/powerpoint/2010/main" val="3692116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dirty="0">
                <a:solidFill>
                  <a:schemeClr val="tx1">
                    <a:lumMod val="85000"/>
                    <a:lumOff val="15000"/>
                  </a:schemeClr>
                </a:solidFill>
                <a:cs typeface="+mn-ea"/>
                <a:sym typeface="+mn-lt"/>
              </a:rPr>
              <a:t>明确目标</a:t>
            </a:r>
            <a:r>
              <a:rPr lang="en-US" altLang="zh-CN" sz="4800" b="1" dirty="0">
                <a:solidFill>
                  <a:schemeClr val="tx1">
                    <a:lumMod val="85000"/>
                    <a:lumOff val="15000"/>
                  </a:schemeClr>
                </a:solidFill>
                <a:cs typeface="+mn-ea"/>
                <a:sym typeface="+mn-lt"/>
              </a:rPr>
              <a:t>&amp;</a:t>
            </a:r>
            <a:r>
              <a:rPr lang="zh-CN" altLang="en-US" sz="4800" b="1" dirty="0">
                <a:solidFill>
                  <a:schemeClr val="tx1">
                    <a:lumMod val="85000"/>
                    <a:lumOff val="15000"/>
                  </a:schemeClr>
                </a:solidFill>
                <a:cs typeface="+mn-ea"/>
                <a:sym typeface="+mn-lt"/>
              </a:rPr>
              <a:t>信靠</a:t>
            </a:r>
          </a:p>
        </p:txBody>
      </p:sp>
      <p:sp>
        <p:nvSpPr>
          <p:cNvPr id="2" name="文本框 1"/>
          <p:cNvSpPr txBox="1"/>
          <p:nvPr>
            <p:custDataLst>
              <p:tags r:id="rId3"/>
            </p:custDataLst>
          </p:nvPr>
        </p:nvSpPr>
        <p:spPr>
          <a:xfrm>
            <a:off x="0" y="1295227"/>
            <a:ext cx="12192000" cy="3948966"/>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2:19】</a:t>
            </a:r>
            <a:r>
              <a:rPr lang="zh-CN" altLang="en-US" sz="2400" dirty="0">
                <a:solidFill>
                  <a:srgbClr val="000000"/>
                </a:solidFill>
                <a:cs typeface="+mn-ea"/>
                <a:sym typeface="+mn-lt"/>
              </a:rPr>
              <a:t>我靠主耶稣指望快打发提摩太去见你们，</a:t>
            </a:r>
            <a:r>
              <a:rPr lang="zh-CN" altLang="en-US" sz="2400" b="1" dirty="0">
                <a:solidFill>
                  <a:srgbClr val="C00000"/>
                </a:solidFill>
                <a:cs typeface="+mn-ea"/>
                <a:sym typeface="+mn-lt"/>
              </a:rPr>
              <a:t>叫我知道你们的事</a:t>
            </a:r>
            <a:r>
              <a:rPr lang="zh-CN" altLang="en-US" sz="2400" dirty="0">
                <a:solidFill>
                  <a:srgbClr val="000000"/>
                </a:solidFill>
                <a:cs typeface="+mn-ea"/>
                <a:sym typeface="+mn-lt"/>
              </a:rPr>
              <a:t>，心里就得着安慰。</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目标</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第一是具体明确的，比如有宣教士有神的呼召，去到某个族群，去做宣教的工作。</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第二圣经所启示出来对每个基督徒基本的要求却不着眼在具体事务上。</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en-US" altLang="zh-CN" dirty="0">
                <a:solidFill>
                  <a:srgbClr val="000000"/>
                </a:solidFill>
                <a:cs typeface="+mn-ea"/>
                <a:sym typeface="+mn-lt"/>
              </a:rPr>
              <a:t>《</a:t>
            </a:r>
            <a:r>
              <a:rPr lang="zh-CN" altLang="en-US" dirty="0">
                <a:solidFill>
                  <a:srgbClr val="000000"/>
                </a:solidFill>
                <a:cs typeface="+mn-ea"/>
                <a:sym typeface="+mn-lt"/>
              </a:rPr>
              <a:t>小要理问答</a:t>
            </a:r>
            <a:r>
              <a:rPr lang="en-US" altLang="zh-CN" dirty="0">
                <a:solidFill>
                  <a:srgbClr val="000000"/>
                </a:solidFill>
                <a:cs typeface="+mn-ea"/>
                <a:sym typeface="+mn-lt"/>
              </a:rPr>
              <a:t>》</a:t>
            </a:r>
            <a:r>
              <a:rPr lang="zh-CN" altLang="en-US" dirty="0">
                <a:solidFill>
                  <a:srgbClr val="000000"/>
                </a:solidFill>
                <a:cs typeface="+mn-ea"/>
                <a:sym typeface="+mn-lt"/>
              </a:rPr>
              <a:t>第一问人生的目的是什么？</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圣经所教导，如爱神爱人、亲手做正经事、不可懒惰等等。</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预备、祷告。</a:t>
            </a:r>
            <a:endParaRPr lang="en-US" altLang="zh-CN" sz="2400" b="1"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信靠</a:t>
            </a:r>
            <a:r>
              <a:rPr lang="en-US" altLang="zh-CN" sz="2400" b="1" dirty="0">
                <a:solidFill>
                  <a:srgbClr val="000000"/>
                </a:solidFill>
                <a:cs typeface="+mn-ea"/>
                <a:sym typeface="+mn-lt"/>
              </a:rPr>
              <a:t>-&gt;</a:t>
            </a:r>
            <a:r>
              <a:rPr lang="zh-CN" altLang="en-US" sz="2400" b="1" dirty="0">
                <a:solidFill>
                  <a:srgbClr val="000000"/>
                </a:solidFill>
                <a:cs typeface="+mn-ea"/>
                <a:sym typeface="+mn-lt"/>
              </a:rPr>
              <a:t>安慰</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信靠神对腓立比教会看顾</a:t>
            </a:r>
            <a:endParaRPr lang="en-US" altLang="zh-CN" sz="20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996529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203908"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第二段：原因</a:t>
            </a:r>
          </a:p>
        </p:txBody>
      </p:sp>
      <p:sp>
        <p:nvSpPr>
          <p:cNvPr id="2" name="文本框 1"/>
          <p:cNvSpPr txBox="1"/>
          <p:nvPr>
            <p:custDataLst>
              <p:tags r:id="rId3"/>
            </p:custDataLst>
          </p:nvPr>
        </p:nvSpPr>
        <p:spPr>
          <a:xfrm>
            <a:off x="0" y="1295227"/>
            <a:ext cx="12192000" cy="3612271"/>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2:20】</a:t>
            </a:r>
            <a:r>
              <a:rPr lang="zh-CN" altLang="en-US" sz="2400" dirty="0">
                <a:solidFill>
                  <a:srgbClr val="000000"/>
                </a:solidFill>
                <a:cs typeface="+mn-ea"/>
                <a:sym typeface="+mn-lt"/>
              </a:rPr>
              <a:t>因为我没有别人与我</a:t>
            </a:r>
            <a:r>
              <a:rPr lang="zh-CN" altLang="en-US" sz="2400" b="1" dirty="0">
                <a:solidFill>
                  <a:srgbClr val="C00000"/>
                </a:solidFill>
                <a:cs typeface="+mn-ea"/>
                <a:sym typeface="+mn-lt"/>
              </a:rPr>
              <a:t>同心</a:t>
            </a:r>
            <a:r>
              <a:rPr lang="zh-CN" altLang="en-US" sz="2400" dirty="0">
                <a:solidFill>
                  <a:srgbClr val="000000"/>
                </a:solidFill>
                <a:cs typeface="+mn-ea"/>
                <a:sym typeface="+mn-lt"/>
              </a:rPr>
              <a:t>，实在</a:t>
            </a:r>
            <a:r>
              <a:rPr lang="zh-CN" altLang="en-US" sz="2400" b="1" dirty="0">
                <a:solidFill>
                  <a:srgbClr val="FF0000"/>
                </a:solidFill>
                <a:cs typeface="+mn-ea"/>
                <a:sym typeface="+mn-lt"/>
              </a:rPr>
              <a:t>挂念</a:t>
            </a:r>
            <a:r>
              <a:rPr lang="zh-CN" altLang="en-US" sz="2400" dirty="0">
                <a:solidFill>
                  <a:srgbClr val="000000"/>
                </a:solidFill>
                <a:cs typeface="+mn-ea"/>
                <a:sym typeface="+mn-lt"/>
              </a:rPr>
              <a:t>你们的事。</a:t>
            </a:r>
            <a:endParaRPr lang="en-US" altLang="zh-CN" sz="2400" dirty="0">
              <a:solidFill>
                <a:srgbClr val="000000"/>
              </a:solidFill>
              <a:cs typeface="+mn-ea"/>
              <a:sym typeface="+mn-lt"/>
            </a:endParaRPr>
          </a:p>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2:21】</a:t>
            </a:r>
            <a:r>
              <a:rPr lang="zh-CN" altLang="en-US" sz="2400" dirty="0">
                <a:solidFill>
                  <a:srgbClr val="000000"/>
                </a:solidFill>
                <a:cs typeface="+mn-ea"/>
                <a:sym typeface="+mn-lt"/>
              </a:rPr>
              <a:t>别人都求自己的事，并不</a:t>
            </a:r>
            <a:r>
              <a:rPr lang="zh-CN" altLang="en-US" sz="2400" b="1" dirty="0">
                <a:solidFill>
                  <a:srgbClr val="C00000"/>
                </a:solidFill>
                <a:cs typeface="+mn-ea"/>
                <a:sym typeface="+mn-lt"/>
              </a:rPr>
              <a:t>求耶稣基督的事</a:t>
            </a:r>
            <a:r>
              <a:rPr lang="zh-CN" altLang="en-US" sz="2400" dirty="0">
                <a:solidFill>
                  <a:srgbClr val="000000"/>
                </a:solidFill>
                <a:cs typeface="+mn-ea"/>
                <a:sym typeface="+mn-lt"/>
              </a:rPr>
              <a:t>。</a:t>
            </a:r>
            <a:endParaRPr lang="en-US" altLang="zh-CN" sz="2400" dirty="0">
              <a:solidFill>
                <a:srgbClr val="000000"/>
              </a:solidFill>
              <a:cs typeface="+mn-ea"/>
              <a:sym typeface="+mn-lt"/>
            </a:endParaRPr>
          </a:p>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2:22】</a:t>
            </a:r>
            <a:r>
              <a:rPr lang="zh-CN" altLang="en-US" sz="2400" dirty="0">
                <a:solidFill>
                  <a:srgbClr val="000000"/>
                </a:solidFill>
                <a:cs typeface="+mn-ea"/>
                <a:sym typeface="+mn-lt"/>
              </a:rPr>
              <a:t>但你们知道提摩太的</a:t>
            </a:r>
            <a:r>
              <a:rPr lang="zh-CN" altLang="en-US" sz="2400" b="1" dirty="0">
                <a:solidFill>
                  <a:srgbClr val="C00000"/>
                </a:solidFill>
                <a:cs typeface="+mn-ea"/>
                <a:sym typeface="+mn-lt"/>
              </a:rPr>
              <a:t>明证</a:t>
            </a:r>
            <a:r>
              <a:rPr lang="zh-CN" altLang="en-US" sz="2400" dirty="0">
                <a:solidFill>
                  <a:srgbClr val="000000"/>
                </a:solidFill>
                <a:cs typeface="+mn-ea"/>
                <a:sym typeface="+mn-lt"/>
              </a:rPr>
              <a:t>，他兴旺福音，与我同劳，待我像儿子待父亲一样。</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0" indent="0">
              <a:lnSpc>
                <a:spcPct val="120000"/>
              </a:lnSpc>
              <a:buNone/>
            </a:pPr>
            <a:r>
              <a:rPr lang="zh-CN" altLang="en-US" sz="2400" dirty="0">
                <a:solidFill>
                  <a:srgbClr val="000000"/>
                </a:solidFill>
                <a:cs typeface="+mn-ea"/>
                <a:sym typeface="+mn-lt"/>
              </a:rPr>
              <a:t>讲述三件主要要求：</a:t>
            </a: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1. </a:t>
            </a:r>
            <a:r>
              <a:rPr lang="zh-CN" altLang="en-US" sz="2400" dirty="0">
                <a:solidFill>
                  <a:srgbClr val="000000"/>
                </a:solidFill>
                <a:cs typeface="+mn-ea"/>
                <a:sym typeface="+mn-lt"/>
              </a:rPr>
              <a:t>同心</a:t>
            </a:r>
            <a:r>
              <a:rPr lang="en-US" altLang="zh-CN" sz="2400" dirty="0">
                <a:solidFill>
                  <a:srgbClr val="000000"/>
                </a:solidFill>
                <a:cs typeface="+mn-ea"/>
                <a:sym typeface="+mn-lt"/>
              </a:rPr>
              <a:t>-&gt;</a:t>
            </a:r>
            <a:r>
              <a:rPr lang="zh-CN" altLang="en-US" sz="2400" dirty="0">
                <a:solidFill>
                  <a:srgbClr val="000000"/>
                </a:solidFill>
                <a:cs typeface="+mn-ea"/>
                <a:sym typeface="+mn-lt"/>
              </a:rPr>
              <a:t>挂念</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2. </a:t>
            </a:r>
            <a:r>
              <a:rPr lang="zh-CN" altLang="en-US" sz="2400" dirty="0">
                <a:solidFill>
                  <a:srgbClr val="000000"/>
                </a:solidFill>
                <a:cs typeface="+mn-ea"/>
                <a:sym typeface="+mn-lt"/>
              </a:rPr>
              <a:t>求耶稣基督的事</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3. </a:t>
            </a:r>
            <a:r>
              <a:rPr lang="zh-CN" altLang="en-US" sz="2400" dirty="0">
                <a:solidFill>
                  <a:srgbClr val="000000"/>
                </a:solidFill>
                <a:cs typeface="+mn-ea"/>
                <a:sym typeface="+mn-lt"/>
              </a:rPr>
              <a:t>明证</a:t>
            </a:r>
            <a:endParaRPr lang="en-US" altLang="zh-CN" sz="24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188333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657975" y="120711"/>
            <a:ext cx="5791199"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同心求基督的事 </a:t>
            </a:r>
            <a:r>
              <a:rPr lang="en-US" altLang="zh-CN" sz="4800" b="1">
                <a:solidFill>
                  <a:schemeClr val="tx1">
                    <a:lumMod val="85000"/>
                    <a:lumOff val="15000"/>
                  </a:schemeClr>
                </a:solidFill>
                <a:cs typeface="+mn-ea"/>
                <a:sym typeface="+mn-lt"/>
              </a:rPr>
              <a:t>1-3</a:t>
            </a:r>
            <a:r>
              <a:rPr lang="zh-CN" altLang="en-US" sz="4800" b="1">
                <a:solidFill>
                  <a:schemeClr val="tx1">
                    <a:lumMod val="85000"/>
                    <a:lumOff val="15000"/>
                  </a:schemeClr>
                </a:solidFill>
                <a:cs typeface="+mn-ea"/>
                <a:sym typeface="+mn-lt"/>
              </a:rPr>
              <a:t> </a:t>
            </a:r>
          </a:p>
        </p:txBody>
      </p:sp>
      <p:sp>
        <p:nvSpPr>
          <p:cNvPr id="2" name="文本框 1"/>
          <p:cNvSpPr txBox="1"/>
          <p:nvPr>
            <p:custDataLst>
              <p:tags r:id="rId3"/>
            </p:custDataLst>
          </p:nvPr>
        </p:nvSpPr>
        <p:spPr>
          <a:xfrm>
            <a:off x="0" y="1119737"/>
            <a:ext cx="12192000" cy="5561459"/>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2:20】</a:t>
            </a:r>
            <a:r>
              <a:rPr lang="zh-CN" altLang="en-US" sz="2400" dirty="0">
                <a:solidFill>
                  <a:srgbClr val="000000"/>
                </a:solidFill>
                <a:cs typeface="+mn-ea"/>
                <a:sym typeface="+mn-lt"/>
              </a:rPr>
              <a:t>因为我没有别人与我</a:t>
            </a:r>
            <a:r>
              <a:rPr lang="zh-CN" altLang="en-US" sz="2400" b="1" dirty="0">
                <a:solidFill>
                  <a:srgbClr val="C00000"/>
                </a:solidFill>
                <a:cs typeface="+mn-ea"/>
                <a:sym typeface="+mn-lt"/>
              </a:rPr>
              <a:t>同心</a:t>
            </a:r>
            <a:r>
              <a:rPr lang="zh-CN" altLang="en-US" sz="2400" dirty="0">
                <a:solidFill>
                  <a:srgbClr val="000000"/>
                </a:solidFill>
                <a:cs typeface="+mn-ea"/>
                <a:sym typeface="+mn-lt"/>
              </a:rPr>
              <a:t>，实在挂念你们的事。</a:t>
            </a:r>
            <a:endParaRPr lang="en-US" altLang="zh-CN" sz="2400" dirty="0">
              <a:solidFill>
                <a:srgbClr val="000000"/>
              </a:solidFill>
              <a:cs typeface="+mn-ea"/>
              <a:sym typeface="+mn-lt"/>
            </a:endParaRPr>
          </a:p>
          <a:p>
            <a:pPr>
              <a:lnSpc>
                <a:spcPct val="120000"/>
              </a:lnSpc>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2:21】</a:t>
            </a:r>
            <a:r>
              <a:rPr lang="zh-CN" altLang="en-US" sz="2400" dirty="0">
                <a:solidFill>
                  <a:srgbClr val="000000"/>
                </a:solidFill>
                <a:cs typeface="+mn-ea"/>
                <a:sym typeface="+mn-lt"/>
              </a:rPr>
              <a:t>别人都求自己的事，并不求耶稣基督的事。</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差遣提摩太原因</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挂念</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同心</a:t>
            </a:r>
            <a:endParaRPr lang="en-US" altLang="zh-CN" sz="2000" dirty="0">
              <a:solidFill>
                <a:srgbClr val="000000"/>
              </a:solidFill>
              <a:cs typeface="+mn-ea"/>
              <a:sym typeface="+mn-lt"/>
            </a:endParaRPr>
          </a:p>
          <a:p>
            <a:pPr lvl="2">
              <a:lnSpc>
                <a:spcPct val="120000"/>
              </a:lnSpc>
            </a:pPr>
            <a:r>
              <a:rPr lang="en-US" altLang="zh-CN" sz="1600" dirty="0">
                <a:solidFill>
                  <a:srgbClr val="000000"/>
                </a:solidFill>
                <a:cs typeface="+mn-ea"/>
                <a:sym typeface="+mn-lt"/>
              </a:rPr>
              <a:t>【</a:t>
            </a:r>
            <a:r>
              <a:rPr lang="zh-CN" altLang="en-US" sz="1600" dirty="0">
                <a:solidFill>
                  <a:srgbClr val="000000"/>
                </a:solidFill>
                <a:cs typeface="+mn-ea"/>
                <a:sym typeface="+mn-lt"/>
              </a:rPr>
              <a:t>摩</a:t>
            </a:r>
            <a:r>
              <a:rPr lang="en-US" altLang="zh-CN" sz="1600" dirty="0">
                <a:solidFill>
                  <a:srgbClr val="000000"/>
                </a:solidFill>
                <a:cs typeface="+mn-ea"/>
                <a:sym typeface="+mn-lt"/>
              </a:rPr>
              <a:t>3:3】“</a:t>
            </a:r>
            <a:r>
              <a:rPr lang="zh-CN" altLang="en-US" sz="1600" dirty="0">
                <a:solidFill>
                  <a:srgbClr val="000000"/>
                </a:solidFill>
                <a:cs typeface="+mn-ea"/>
                <a:sym typeface="+mn-lt"/>
              </a:rPr>
              <a:t>二人若不同心，岂能同行呢？</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共同异象</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真理合一</a:t>
            </a:r>
            <a:r>
              <a:rPr lang="zh-CN" altLang="en-US" sz="1400" dirty="0">
                <a:solidFill>
                  <a:srgbClr val="000000"/>
                </a:solidFill>
                <a:cs typeface="+mn-ea"/>
                <a:sym typeface="+mn-lt"/>
              </a:rPr>
              <a:t>（尊主为大、放下自己，在基督里）</a:t>
            </a:r>
            <a:endParaRPr lang="en-US" altLang="zh-CN" sz="1400" dirty="0">
              <a:solidFill>
                <a:srgbClr val="000000"/>
              </a:solidFill>
              <a:cs typeface="+mn-ea"/>
              <a:sym typeface="+mn-lt"/>
            </a:endParaRP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弗</a:t>
            </a:r>
            <a:r>
              <a:rPr lang="en-US" altLang="zh-CN" dirty="0">
                <a:solidFill>
                  <a:srgbClr val="000000"/>
                </a:solidFill>
                <a:cs typeface="+mn-ea"/>
                <a:sym typeface="+mn-lt"/>
              </a:rPr>
              <a:t>4:4】</a:t>
            </a:r>
            <a:r>
              <a:rPr lang="zh-CN" altLang="en-US" dirty="0">
                <a:solidFill>
                  <a:srgbClr val="000000"/>
                </a:solidFill>
                <a:cs typeface="+mn-ea"/>
                <a:sym typeface="+mn-lt"/>
              </a:rPr>
              <a:t>身体只有一个，圣灵只有一个，正如你们蒙召，同有一个指望；</a:t>
            </a:r>
            <a:endParaRPr lang="en-US" altLang="zh-CN">
              <a:solidFill>
                <a:srgbClr val="000000"/>
              </a:solidFill>
              <a:cs typeface="+mn-ea"/>
              <a:sym typeface="+mn-lt"/>
            </a:endParaRPr>
          </a:p>
          <a:p>
            <a:pPr lvl="3">
              <a:lnSpc>
                <a:spcPct val="120000"/>
              </a:lnSpc>
            </a:pPr>
            <a:r>
              <a:rPr lang="en-US" altLang="zh-CN">
                <a:solidFill>
                  <a:srgbClr val="000000"/>
                </a:solidFill>
                <a:cs typeface="+mn-ea"/>
                <a:sym typeface="+mn-lt"/>
              </a:rPr>
              <a:t>【</a:t>
            </a:r>
            <a:r>
              <a:rPr lang="zh-CN" altLang="en-US" dirty="0">
                <a:solidFill>
                  <a:srgbClr val="000000"/>
                </a:solidFill>
                <a:cs typeface="+mn-ea"/>
                <a:sym typeface="+mn-lt"/>
              </a:rPr>
              <a:t>创</a:t>
            </a:r>
            <a:r>
              <a:rPr lang="en-US" altLang="zh-CN" dirty="0">
                <a:solidFill>
                  <a:srgbClr val="000000"/>
                </a:solidFill>
                <a:cs typeface="+mn-ea"/>
                <a:sym typeface="+mn-lt"/>
              </a:rPr>
              <a:t>3:5】</a:t>
            </a:r>
            <a:r>
              <a:rPr lang="zh-CN" altLang="en-US" dirty="0">
                <a:solidFill>
                  <a:srgbClr val="000000"/>
                </a:solidFill>
                <a:cs typeface="+mn-ea"/>
                <a:sym typeface="+mn-lt"/>
              </a:rPr>
              <a:t>因为　神知道，你们吃的日子眼睛就明亮了，你们便</a:t>
            </a:r>
            <a:r>
              <a:rPr lang="zh-CN" altLang="en-US" dirty="0">
                <a:solidFill>
                  <a:srgbClr val="C00000"/>
                </a:solidFill>
                <a:cs typeface="+mn-ea"/>
                <a:sym typeface="+mn-lt"/>
              </a:rPr>
              <a:t>如　神</a:t>
            </a:r>
            <a:r>
              <a:rPr lang="zh-CN" altLang="en-US" dirty="0">
                <a:solidFill>
                  <a:srgbClr val="000000"/>
                </a:solidFill>
                <a:cs typeface="+mn-ea"/>
                <a:sym typeface="+mn-lt"/>
              </a:rPr>
              <a:t>能知道善恶。”</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同心目的</a:t>
            </a:r>
            <a:endParaRPr lang="en-US" altLang="zh-CN" dirty="0">
              <a:solidFill>
                <a:srgbClr val="000000"/>
              </a:solidFill>
              <a:cs typeface="+mn-ea"/>
              <a:sym typeface="+mn-lt"/>
            </a:endParaRP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帖前</a:t>
            </a:r>
            <a:r>
              <a:rPr lang="en-US" altLang="zh-CN" dirty="0">
                <a:solidFill>
                  <a:srgbClr val="000000"/>
                </a:solidFill>
                <a:cs typeface="+mn-ea"/>
                <a:sym typeface="+mn-lt"/>
              </a:rPr>
              <a:t>2:4】</a:t>
            </a:r>
            <a:r>
              <a:rPr lang="zh-CN" altLang="en-US" dirty="0">
                <a:solidFill>
                  <a:srgbClr val="000000"/>
                </a:solidFill>
                <a:cs typeface="+mn-ea"/>
                <a:sym typeface="+mn-lt"/>
              </a:rPr>
              <a:t>但神既然验中了我们，把</a:t>
            </a:r>
            <a:r>
              <a:rPr lang="zh-CN" altLang="en-US" dirty="0">
                <a:solidFill>
                  <a:srgbClr val="C00000"/>
                </a:solidFill>
                <a:cs typeface="+mn-ea"/>
                <a:sym typeface="+mn-lt"/>
              </a:rPr>
              <a:t>福音</a:t>
            </a:r>
            <a:r>
              <a:rPr lang="zh-CN" altLang="en-US" dirty="0">
                <a:solidFill>
                  <a:srgbClr val="000000"/>
                </a:solidFill>
                <a:cs typeface="+mn-ea"/>
                <a:sym typeface="+mn-lt"/>
              </a:rPr>
              <a:t>托付我们，我们就照样讲，不是要讨人喜欢，乃是要讨那察验我们心的　</a:t>
            </a:r>
            <a:r>
              <a:rPr lang="zh-CN" altLang="en-US" dirty="0">
                <a:solidFill>
                  <a:srgbClr val="C00000"/>
                </a:solidFill>
                <a:cs typeface="+mn-ea"/>
                <a:sym typeface="+mn-lt"/>
              </a:rPr>
              <a:t>神喜欢</a:t>
            </a:r>
            <a:r>
              <a:rPr lang="zh-CN" altLang="en-US" dirty="0">
                <a:solidFill>
                  <a:srgbClr val="000000"/>
                </a:solidFill>
                <a:cs typeface="+mn-ea"/>
                <a:sym typeface="+mn-lt"/>
              </a:rPr>
              <a:t>。</a:t>
            </a:r>
            <a:endParaRPr lang="en-US" altLang="zh-CN" sz="2000" dirty="0">
              <a:solidFill>
                <a:srgbClr val="000000"/>
              </a:solidFill>
              <a:cs typeface="+mn-ea"/>
              <a:sym typeface="+mn-lt"/>
            </a:endParaRPr>
          </a:p>
          <a:p>
            <a:pPr lvl="3">
              <a:lnSpc>
                <a:spcPct val="120000"/>
              </a:lnSpc>
            </a:pPr>
            <a:endParaRPr lang="en-US" altLang="zh-CN" sz="20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1236072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0" y="1116849"/>
            <a:ext cx="12192000" cy="5130828"/>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2:20】</a:t>
            </a:r>
            <a:r>
              <a:rPr lang="zh-CN" altLang="en-US" sz="2400" dirty="0">
                <a:solidFill>
                  <a:srgbClr val="000000"/>
                </a:solidFill>
                <a:cs typeface="+mn-ea"/>
                <a:sym typeface="+mn-lt"/>
              </a:rPr>
              <a:t>因为我没有别人与我同心，实在挂念你们的事。</a:t>
            </a:r>
            <a:endParaRPr lang="en-US" altLang="zh-CN" sz="2400" dirty="0">
              <a:solidFill>
                <a:srgbClr val="000000"/>
              </a:solidFill>
              <a:cs typeface="+mn-ea"/>
              <a:sym typeface="+mn-lt"/>
            </a:endParaRPr>
          </a:p>
          <a:p>
            <a:pPr>
              <a:lnSpc>
                <a:spcPct val="120000"/>
              </a:lnSpc>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2:21】</a:t>
            </a:r>
            <a:r>
              <a:rPr lang="zh-CN" altLang="en-US" sz="2400" dirty="0">
                <a:solidFill>
                  <a:srgbClr val="000000"/>
                </a:solidFill>
                <a:cs typeface="+mn-ea"/>
                <a:sym typeface="+mn-lt"/>
              </a:rPr>
              <a:t>别人</a:t>
            </a:r>
            <a:r>
              <a:rPr lang="zh-CN" altLang="en-US" sz="2400" b="1" dirty="0">
                <a:solidFill>
                  <a:srgbClr val="7030A0"/>
                </a:solidFill>
                <a:cs typeface="+mn-ea"/>
                <a:sym typeface="+mn-lt"/>
              </a:rPr>
              <a:t>都求自己的事</a:t>
            </a:r>
            <a:r>
              <a:rPr lang="zh-CN" altLang="en-US" sz="2400" dirty="0">
                <a:solidFill>
                  <a:srgbClr val="000000"/>
                </a:solidFill>
                <a:cs typeface="+mn-ea"/>
                <a:sym typeface="+mn-lt"/>
              </a:rPr>
              <a:t>，并不</a:t>
            </a:r>
            <a:r>
              <a:rPr lang="zh-CN" altLang="en-US" sz="2400" b="1" dirty="0">
                <a:solidFill>
                  <a:srgbClr val="C00000"/>
                </a:solidFill>
                <a:cs typeface="+mn-ea"/>
                <a:sym typeface="+mn-lt"/>
              </a:rPr>
              <a:t>求耶稣基督的事</a:t>
            </a:r>
            <a:r>
              <a:rPr lang="zh-CN" altLang="en-US" sz="2400" dirty="0">
                <a:solidFill>
                  <a:srgbClr val="000000"/>
                </a:solidFill>
                <a:cs typeface="+mn-ea"/>
                <a:sym typeface="+mn-lt"/>
              </a:rPr>
              <a:t>。</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差遣提摩太原因</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求耶稣基督的事</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求（主动、积极、寻求）</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更高要求</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对比“顾别人的事”</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被动解决</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腓</a:t>
            </a:r>
            <a:r>
              <a:rPr lang="en-US" altLang="zh-CN" dirty="0">
                <a:solidFill>
                  <a:srgbClr val="000000"/>
                </a:solidFill>
                <a:cs typeface="+mn-ea"/>
                <a:sym typeface="+mn-lt"/>
              </a:rPr>
              <a:t>2:4】</a:t>
            </a:r>
            <a:r>
              <a:rPr lang="zh-CN" altLang="en-US" dirty="0">
                <a:solidFill>
                  <a:srgbClr val="000000"/>
                </a:solidFill>
                <a:cs typeface="+mn-ea"/>
                <a:sym typeface="+mn-lt"/>
              </a:rPr>
              <a:t>各人不要单顾自己的事，也要顾别人的事。</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求自己的事是一个人犯罪堕落之后的反应</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en-US" altLang="zh-CN" dirty="0">
                <a:solidFill>
                  <a:srgbClr val="000000"/>
                </a:solidFill>
                <a:cs typeface="+mn-ea"/>
                <a:sym typeface="+mn-lt"/>
              </a:rPr>
              <a:t>【</a:t>
            </a:r>
            <a:r>
              <a:rPr lang="zh-CN" altLang="en-US" dirty="0">
                <a:solidFill>
                  <a:srgbClr val="000000"/>
                </a:solidFill>
                <a:cs typeface="+mn-ea"/>
                <a:sym typeface="+mn-lt"/>
              </a:rPr>
              <a:t>创</a:t>
            </a:r>
            <a:r>
              <a:rPr lang="en-US" altLang="zh-CN" dirty="0">
                <a:solidFill>
                  <a:srgbClr val="000000"/>
                </a:solidFill>
                <a:cs typeface="+mn-ea"/>
                <a:sym typeface="+mn-lt"/>
              </a:rPr>
              <a:t>3:6】</a:t>
            </a:r>
            <a:r>
              <a:rPr lang="zh-CN" altLang="en-US" dirty="0">
                <a:solidFill>
                  <a:srgbClr val="000000"/>
                </a:solidFill>
                <a:cs typeface="+mn-ea"/>
                <a:sym typeface="+mn-lt"/>
              </a:rPr>
              <a:t>于是，女人见那棵树的果子好作食物，也悦人的眼目，且是可喜爱的，能使人有智慧，就摘下果子来吃了；又给她丈夫，她丈夫也吃了。</a:t>
            </a:r>
            <a:endParaRPr lang="en-US" altLang="zh-CN" dirty="0">
              <a:solidFill>
                <a:srgbClr val="000000"/>
              </a:solidFill>
              <a:cs typeface="+mn-ea"/>
              <a:sym typeface="+mn-lt"/>
            </a:endParaRPr>
          </a:p>
        </p:txBody>
      </p:sp>
      <p:sp>
        <p:nvSpPr>
          <p:cNvPr id="6" name="文本框 5">
            <a:extLst>
              <a:ext uri="{FF2B5EF4-FFF2-40B4-BE49-F238E27FC236}">
                <a16:creationId xmlns:a16="http://schemas.microsoft.com/office/drawing/2014/main" id="{E9162F18-D987-C5F3-DE29-50E61F685379}"/>
              </a:ext>
            </a:extLst>
          </p:cNvPr>
          <p:cNvSpPr txBox="1"/>
          <p:nvPr>
            <p:custDataLst>
              <p:tags r:id="rId3"/>
            </p:custDataLst>
          </p:nvPr>
        </p:nvSpPr>
        <p:spPr>
          <a:xfrm>
            <a:off x="6657975" y="120711"/>
            <a:ext cx="5791199"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同心求基督的事</a:t>
            </a:r>
            <a:r>
              <a:rPr lang="en-US" altLang="zh-CN" sz="4800" b="1">
                <a:solidFill>
                  <a:schemeClr val="tx1">
                    <a:lumMod val="85000"/>
                    <a:lumOff val="15000"/>
                  </a:schemeClr>
                </a:solidFill>
                <a:cs typeface="+mn-ea"/>
                <a:sym typeface="+mn-lt"/>
              </a:rPr>
              <a:t> 2-3</a:t>
            </a:r>
            <a:r>
              <a:rPr lang="zh-CN" altLang="en-US" sz="4800" b="1">
                <a:solidFill>
                  <a:schemeClr val="tx1">
                    <a:lumMod val="85000"/>
                    <a:lumOff val="15000"/>
                  </a:schemeClr>
                </a:solidFill>
                <a:cs typeface="+mn-ea"/>
                <a:sym typeface="+mn-lt"/>
              </a:rPr>
              <a:t> </a:t>
            </a:r>
          </a:p>
        </p:txBody>
      </p:sp>
    </p:spTree>
    <p:custDataLst>
      <p:tags r:id="rId1"/>
    </p:custDataLst>
    <p:extLst>
      <p:ext uri="{BB962C8B-B14F-4D97-AF65-F5344CB8AC3E}">
        <p14:creationId xmlns:p14="http://schemas.microsoft.com/office/powerpoint/2010/main" val="1560840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0" y="1103708"/>
            <a:ext cx="12192000" cy="5487592"/>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2:20】</a:t>
            </a:r>
            <a:r>
              <a:rPr lang="zh-CN" altLang="en-US" sz="2400" dirty="0">
                <a:solidFill>
                  <a:srgbClr val="000000"/>
                </a:solidFill>
                <a:cs typeface="+mn-ea"/>
                <a:sym typeface="+mn-lt"/>
              </a:rPr>
              <a:t>因为我没有别人与我同心，实在挂念你们的事。</a:t>
            </a:r>
            <a:endParaRPr lang="en-US" altLang="zh-CN" sz="2400" dirty="0">
              <a:solidFill>
                <a:srgbClr val="000000"/>
              </a:solidFill>
              <a:cs typeface="+mn-ea"/>
              <a:sym typeface="+mn-lt"/>
            </a:endParaRPr>
          </a:p>
          <a:p>
            <a:pPr>
              <a:lnSpc>
                <a:spcPct val="120000"/>
              </a:lnSpc>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2:21】</a:t>
            </a:r>
            <a:r>
              <a:rPr lang="zh-CN" altLang="en-US" sz="2400" dirty="0">
                <a:solidFill>
                  <a:srgbClr val="000000"/>
                </a:solidFill>
                <a:cs typeface="+mn-ea"/>
                <a:sym typeface="+mn-lt"/>
              </a:rPr>
              <a:t>别人</a:t>
            </a:r>
            <a:r>
              <a:rPr lang="zh-CN" altLang="en-US" sz="2400" b="1" dirty="0">
                <a:solidFill>
                  <a:srgbClr val="7030A0"/>
                </a:solidFill>
                <a:cs typeface="+mn-ea"/>
                <a:sym typeface="+mn-lt"/>
              </a:rPr>
              <a:t>都求自己的事</a:t>
            </a:r>
            <a:r>
              <a:rPr lang="zh-CN" altLang="en-US" sz="2400" dirty="0">
                <a:solidFill>
                  <a:srgbClr val="000000"/>
                </a:solidFill>
                <a:cs typeface="+mn-ea"/>
                <a:sym typeface="+mn-lt"/>
              </a:rPr>
              <a:t>，并不</a:t>
            </a:r>
            <a:r>
              <a:rPr lang="zh-CN" altLang="en-US" sz="2400" b="1" dirty="0">
                <a:solidFill>
                  <a:srgbClr val="C00000"/>
                </a:solidFill>
                <a:cs typeface="+mn-ea"/>
                <a:sym typeface="+mn-lt"/>
              </a:rPr>
              <a:t>求耶稣基督的事</a:t>
            </a:r>
            <a:r>
              <a:rPr lang="zh-CN" altLang="en-US" sz="2400" dirty="0">
                <a:solidFill>
                  <a:srgbClr val="000000"/>
                </a:solidFill>
                <a:cs typeface="+mn-ea"/>
                <a:sym typeface="+mn-lt"/>
              </a:rPr>
              <a:t>。</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差遣提摩太原因</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求耶稣基督的事</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如何才能求基督事？</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认识基督</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身份转变</a:t>
            </a:r>
            <a:endParaRPr lang="en-US" altLang="zh-CN" sz="2000" dirty="0">
              <a:solidFill>
                <a:srgbClr val="000000"/>
              </a:solidFill>
              <a:cs typeface="+mn-ea"/>
              <a:sym typeface="+mn-lt"/>
            </a:endParaRPr>
          </a:p>
          <a:p>
            <a:pPr lvl="4">
              <a:lnSpc>
                <a:spcPct val="120000"/>
              </a:lnSpc>
            </a:pPr>
            <a:r>
              <a:rPr lang="en-US" altLang="zh-CN" sz="1600" dirty="0">
                <a:solidFill>
                  <a:srgbClr val="000000"/>
                </a:solidFill>
                <a:cs typeface="+mn-ea"/>
                <a:sym typeface="+mn-lt"/>
              </a:rPr>
              <a:t>【</a:t>
            </a:r>
            <a:r>
              <a:rPr lang="zh-CN" altLang="en-US" sz="1600" dirty="0">
                <a:solidFill>
                  <a:srgbClr val="000000"/>
                </a:solidFill>
                <a:cs typeface="+mn-ea"/>
                <a:sym typeface="+mn-lt"/>
              </a:rPr>
              <a:t>罗</a:t>
            </a:r>
            <a:r>
              <a:rPr lang="en-US" altLang="zh-CN" sz="1600" dirty="0">
                <a:solidFill>
                  <a:srgbClr val="000000"/>
                </a:solidFill>
                <a:cs typeface="+mn-ea"/>
                <a:sym typeface="+mn-lt"/>
              </a:rPr>
              <a:t>1:1】</a:t>
            </a:r>
            <a:r>
              <a:rPr lang="zh-CN" altLang="en-US" sz="1600" dirty="0">
                <a:solidFill>
                  <a:srgbClr val="000000"/>
                </a:solidFill>
                <a:cs typeface="+mn-ea"/>
                <a:sym typeface="+mn-lt"/>
              </a:rPr>
              <a:t>耶稣基督的仆人保罗，奉召为使徒，特派传　神的福音。</a:t>
            </a:r>
            <a:endParaRPr lang="en-US" altLang="zh-CN" sz="1600" dirty="0">
              <a:solidFill>
                <a:srgbClr val="000000"/>
              </a:solidFill>
              <a:cs typeface="+mn-ea"/>
              <a:sym typeface="+mn-lt"/>
            </a:endParaRPr>
          </a:p>
          <a:p>
            <a:pPr lvl="4">
              <a:lnSpc>
                <a:spcPct val="120000"/>
              </a:lnSpc>
            </a:pPr>
            <a:r>
              <a:rPr lang="en-US" altLang="zh-CN" sz="1600" dirty="0">
                <a:solidFill>
                  <a:srgbClr val="000000"/>
                </a:solidFill>
                <a:cs typeface="+mn-ea"/>
                <a:sym typeface="+mn-lt"/>
              </a:rPr>
              <a:t>【</a:t>
            </a:r>
            <a:r>
              <a:rPr lang="zh-CN" altLang="en-US" sz="1600" dirty="0">
                <a:solidFill>
                  <a:srgbClr val="000000"/>
                </a:solidFill>
                <a:cs typeface="+mn-ea"/>
                <a:sym typeface="+mn-lt"/>
              </a:rPr>
              <a:t>加</a:t>
            </a:r>
            <a:r>
              <a:rPr lang="en-US" altLang="zh-CN" sz="1600" dirty="0">
                <a:solidFill>
                  <a:srgbClr val="000000"/>
                </a:solidFill>
                <a:cs typeface="+mn-ea"/>
                <a:sym typeface="+mn-lt"/>
              </a:rPr>
              <a:t>2:20】</a:t>
            </a:r>
            <a:r>
              <a:rPr lang="zh-CN" altLang="en-US" sz="1600" dirty="0">
                <a:solidFill>
                  <a:srgbClr val="000000"/>
                </a:solidFill>
                <a:cs typeface="+mn-ea"/>
                <a:sym typeface="+mn-lt"/>
              </a:rPr>
              <a:t>我已经与基督同钉十字架，现在活着的不再是我，乃是基督在我里面活着；</a:t>
            </a:r>
            <a:endParaRPr lang="en-US" altLang="zh-CN" sz="1600" dirty="0">
              <a:solidFill>
                <a:srgbClr val="000000"/>
              </a:solidFill>
              <a:cs typeface="+mn-ea"/>
              <a:sym typeface="+mn-lt"/>
            </a:endParaRPr>
          </a:p>
          <a:p>
            <a:pPr marL="2171700" lvl="4" indent="-342900">
              <a:lnSpc>
                <a:spcPct val="120000"/>
              </a:lnSpc>
              <a:buFont typeface="Wingdings" panose="05000000000000000000" pitchFamily="2" charset="2"/>
              <a:buChar char="l"/>
            </a:pPr>
            <a:r>
              <a:rPr lang="zh-CN" altLang="en-US" dirty="0">
                <a:solidFill>
                  <a:srgbClr val="000000"/>
                </a:solidFill>
                <a:cs typeface="+mn-ea"/>
                <a:sym typeface="+mn-lt"/>
              </a:rPr>
              <a:t>求：“</a:t>
            </a:r>
            <a:r>
              <a:rPr lang="zh-CN" altLang="en-US" sz="1600" dirty="0">
                <a:solidFill>
                  <a:srgbClr val="000000"/>
                </a:solidFill>
                <a:cs typeface="+mn-ea"/>
                <a:sym typeface="+mn-lt"/>
              </a:rPr>
              <a:t>没有条件创造条件也要上”</a:t>
            </a:r>
            <a:endParaRPr lang="en-US" altLang="zh-CN" sz="1600" dirty="0">
              <a:solidFill>
                <a:srgbClr val="000000"/>
              </a:solidFill>
              <a:cs typeface="+mn-ea"/>
              <a:sym typeface="+mn-lt"/>
            </a:endParaRPr>
          </a:p>
          <a:p>
            <a:pPr marL="2171700" lvl="4" indent="-342900">
              <a:lnSpc>
                <a:spcPct val="120000"/>
              </a:lnSpc>
              <a:buFont typeface="Wingdings" panose="05000000000000000000" pitchFamily="2" charset="2"/>
              <a:buChar char="l"/>
            </a:pPr>
            <a:r>
              <a:rPr lang="zh-CN" altLang="en-US" sz="1600" dirty="0">
                <a:solidFill>
                  <a:srgbClr val="000000"/>
                </a:solidFill>
                <a:cs typeface="+mn-ea"/>
                <a:sym typeface="+mn-lt"/>
              </a:rPr>
              <a:t>求基督的事：“两手都要抓，两手都要硬”</a:t>
            </a:r>
            <a:endParaRPr lang="en-US" altLang="zh-CN" sz="1600" dirty="0">
              <a:solidFill>
                <a:srgbClr val="000000"/>
              </a:solidFill>
              <a:cs typeface="+mn-ea"/>
              <a:sym typeface="+mn-lt"/>
            </a:endParaRPr>
          </a:p>
          <a:p>
            <a:pPr marL="2628900" lvl="5" indent="-342900">
              <a:lnSpc>
                <a:spcPct val="120000"/>
              </a:lnSpc>
              <a:buFont typeface="Wingdings" panose="05000000000000000000" pitchFamily="2" charset="2"/>
              <a:buChar char="l"/>
            </a:pPr>
            <a:r>
              <a:rPr lang="zh-CN" altLang="en-US" sz="1600" dirty="0">
                <a:solidFill>
                  <a:srgbClr val="000000"/>
                </a:solidFill>
                <a:cs typeface="+mn-ea"/>
                <a:sym typeface="+mn-lt"/>
              </a:rPr>
              <a:t>在基督里同心</a:t>
            </a:r>
            <a:endParaRPr lang="en-US" altLang="zh-CN" sz="1600" dirty="0">
              <a:solidFill>
                <a:srgbClr val="000000"/>
              </a:solidFill>
              <a:cs typeface="+mn-ea"/>
              <a:sym typeface="+mn-lt"/>
            </a:endParaRPr>
          </a:p>
          <a:p>
            <a:pPr marL="2628900" lvl="5" indent="-342900">
              <a:lnSpc>
                <a:spcPct val="120000"/>
              </a:lnSpc>
              <a:buFont typeface="Wingdings" panose="05000000000000000000" pitchFamily="2" charset="2"/>
              <a:buChar char="l"/>
            </a:pPr>
            <a:r>
              <a:rPr lang="zh-CN" altLang="en-US" sz="1600" dirty="0">
                <a:solidFill>
                  <a:srgbClr val="000000"/>
                </a:solidFill>
                <a:cs typeface="+mn-ea"/>
                <a:sym typeface="+mn-lt"/>
              </a:rPr>
              <a:t>竭力主动为基督、为教会、为神的国</a:t>
            </a:r>
            <a:endParaRPr lang="en-US" altLang="zh-CN" sz="1600" dirty="0">
              <a:solidFill>
                <a:srgbClr val="000000"/>
              </a:solidFill>
              <a:cs typeface="+mn-ea"/>
              <a:sym typeface="+mn-lt"/>
            </a:endParaRPr>
          </a:p>
          <a:p>
            <a:pPr marL="800100" lvl="1" indent="-342900">
              <a:lnSpc>
                <a:spcPct val="120000"/>
              </a:lnSpc>
              <a:buFont typeface="Wingdings" panose="05000000000000000000" pitchFamily="2" charset="2"/>
              <a:buChar char="l"/>
            </a:pPr>
            <a:endParaRPr lang="en-US" altLang="zh-CN" sz="2000" dirty="0">
              <a:solidFill>
                <a:srgbClr val="000000"/>
              </a:solidFill>
              <a:cs typeface="+mn-ea"/>
              <a:sym typeface="+mn-lt"/>
            </a:endParaRPr>
          </a:p>
        </p:txBody>
      </p:sp>
      <p:grpSp>
        <p:nvGrpSpPr>
          <p:cNvPr id="3" name="组合 2">
            <a:extLst>
              <a:ext uri="{FF2B5EF4-FFF2-40B4-BE49-F238E27FC236}">
                <a16:creationId xmlns:a16="http://schemas.microsoft.com/office/drawing/2014/main" id="{5AB7B9BB-BF5F-1016-F7B7-FFAEAEFD6106}"/>
              </a:ext>
            </a:extLst>
          </p:cNvPr>
          <p:cNvGrpSpPr/>
          <p:nvPr/>
        </p:nvGrpSpPr>
        <p:grpSpPr>
          <a:xfrm>
            <a:off x="138643" y="6324600"/>
            <a:ext cx="6785450" cy="533400"/>
            <a:chOff x="348343" y="6069874"/>
            <a:chExt cx="6785450" cy="533400"/>
          </a:xfrm>
        </p:grpSpPr>
        <p:pic>
          <p:nvPicPr>
            <p:cNvPr id="4" name="图形 3" descr="插在洞里的高尔夫球标志旗 纯色填充">
              <a:extLst>
                <a:ext uri="{FF2B5EF4-FFF2-40B4-BE49-F238E27FC236}">
                  <a16:creationId xmlns:a16="http://schemas.microsoft.com/office/drawing/2014/main" id="{093C7B6F-EB40-A533-DCE7-A0EBFF60C5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8343" y="6069874"/>
              <a:ext cx="533400" cy="533400"/>
            </a:xfrm>
            <a:prstGeom prst="rect">
              <a:avLst/>
            </a:prstGeom>
          </p:spPr>
        </p:pic>
        <p:sp>
          <p:nvSpPr>
            <p:cNvPr id="5" name="文本框 4">
              <a:extLst>
                <a:ext uri="{FF2B5EF4-FFF2-40B4-BE49-F238E27FC236}">
                  <a16:creationId xmlns:a16="http://schemas.microsoft.com/office/drawing/2014/main" id="{D2EF1E1C-FCA8-3AB8-BA6B-18883F543FA0}"/>
                </a:ext>
              </a:extLst>
            </p:cNvPr>
            <p:cNvSpPr txBox="1"/>
            <p:nvPr/>
          </p:nvSpPr>
          <p:spPr>
            <a:xfrm>
              <a:off x="988487" y="6233942"/>
              <a:ext cx="6145306" cy="369332"/>
            </a:xfrm>
            <a:prstGeom prst="rect">
              <a:avLst/>
            </a:prstGeom>
            <a:noFill/>
          </p:spPr>
          <p:txBody>
            <a:bodyPr wrap="square">
              <a:spAutoFit/>
            </a:bodyPr>
            <a:lstStyle/>
            <a:p>
              <a:r>
                <a:rPr lang="zh-CN" altLang="en-US" dirty="0"/>
                <a:t>精兵要求：同心求基督的事。</a:t>
              </a:r>
            </a:p>
          </p:txBody>
        </p:sp>
      </p:grpSp>
      <p:sp>
        <p:nvSpPr>
          <p:cNvPr id="6" name="文本框 5">
            <a:extLst>
              <a:ext uri="{FF2B5EF4-FFF2-40B4-BE49-F238E27FC236}">
                <a16:creationId xmlns:a16="http://schemas.microsoft.com/office/drawing/2014/main" id="{EF23C510-2016-A407-597D-D4AC06000692}"/>
              </a:ext>
            </a:extLst>
          </p:cNvPr>
          <p:cNvSpPr txBox="1"/>
          <p:nvPr>
            <p:custDataLst>
              <p:tags r:id="rId3"/>
            </p:custDataLst>
          </p:nvPr>
        </p:nvSpPr>
        <p:spPr>
          <a:xfrm>
            <a:off x="6657975" y="120711"/>
            <a:ext cx="5791199"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同心求基督的事 </a:t>
            </a:r>
            <a:r>
              <a:rPr lang="en-US" altLang="zh-CN" sz="4800" b="1">
                <a:solidFill>
                  <a:schemeClr val="tx1">
                    <a:lumMod val="85000"/>
                    <a:lumOff val="15000"/>
                  </a:schemeClr>
                </a:solidFill>
                <a:cs typeface="+mn-ea"/>
                <a:sym typeface="+mn-lt"/>
              </a:rPr>
              <a:t>3-3</a:t>
            </a:r>
            <a:r>
              <a:rPr lang="zh-CN" altLang="en-US" sz="4800" b="1">
                <a:solidFill>
                  <a:schemeClr val="tx1">
                    <a:lumMod val="85000"/>
                    <a:lumOff val="15000"/>
                  </a:schemeClr>
                </a:solidFill>
                <a:cs typeface="+mn-ea"/>
                <a:sym typeface="+mn-lt"/>
              </a:rPr>
              <a:t> </a:t>
            </a:r>
          </a:p>
        </p:txBody>
      </p:sp>
    </p:spTree>
    <p:custDataLst>
      <p:tags r:id="rId1"/>
    </p:custDataLst>
    <p:extLst>
      <p:ext uri="{BB962C8B-B14F-4D97-AF65-F5344CB8AC3E}">
        <p14:creationId xmlns:p14="http://schemas.microsoft.com/office/powerpoint/2010/main" val="3879874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明证</a:t>
            </a:r>
          </a:p>
        </p:txBody>
      </p:sp>
      <p:sp>
        <p:nvSpPr>
          <p:cNvPr id="2" name="文本框 1"/>
          <p:cNvSpPr txBox="1"/>
          <p:nvPr>
            <p:custDataLst>
              <p:tags r:id="rId3"/>
            </p:custDataLst>
          </p:nvPr>
        </p:nvSpPr>
        <p:spPr>
          <a:xfrm>
            <a:off x="0" y="1111875"/>
            <a:ext cx="12192000" cy="5746125"/>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2:22】</a:t>
            </a:r>
            <a:r>
              <a:rPr lang="zh-CN" altLang="en-US" sz="2400" dirty="0">
                <a:solidFill>
                  <a:srgbClr val="000000"/>
                </a:solidFill>
                <a:cs typeface="+mn-ea"/>
                <a:sym typeface="+mn-lt"/>
              </a:rPr>
              <a:t>但你们知道提摩太的</a:t>
            </a:r>
            <a:r>
              <a:rPr lang="zh-CN" altLang="en-US" sz="2400" b="1" dirty="0">
                <a:solidFill>
                  <a:srgbClr val="C00000"/>
                </a:solidFill>
                <a:cs typeface="+mn-ea"/>
                <a:sym typeface="+mn-lt"/>
              </a:rPr>
              <a:t>明证</a:t>
            </a:r>
            <a:r>
              <a:rPr lang="zh-CN" altLang="en-US" sz="2400" dirty="0">
                <a:solidFill>
                  <a:srgbClr val="000000"/>
                </a:solidFill>
                <a:cs typeface="+mn-ea"/>
                <a:sym typeface="+mn-lt"/>
              </a:rPr>
              <a:t>，他兴旺福音，与我同劳，待我像儿子待父亲一样。</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明证</a:t>
            </a:r>
            <a:r>
              <a:rPr lang="zh-CN" altLang="en-US" sz="2400" dirty="0">
                <a:solidFill>
                  <a:srgbClr val="000000"/>
                </a:solidFill>
                <a:cs typeface="+mn-ea"/>
                <a:sym typeface="+mn-lt"/>
              </a:rPr>
              <a:t>（原文为经过考验而显为成熟的品格，是一种经过考验的品格）</a:t>
            </a:r>
            <a:endParaRPr lang="en-US" altLang="zh-CN" sz="24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提摩太的明证</a:t>
            </a: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兴旺福音</a:t>
            </a: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与我同劳</a:t>
            </a: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儿子父亲</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为什么需要明证？</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en-US" altLang="zh-CN" sz="1600" dirty="0">
                <a:solidFill>
                  <a:srgbClr val="000000"/>
                </a:solidFill>
                <a:cs typeface="+mn-ea"/>
                <a:sym typeface="+mn-lt"/>
              </a:rPr>
              <a:t>【</a:t>
            </a:r>
            <a:r>
              <a:rPr lang="zh-CN" altLang="en-US" sz="1600" dirty="0">
                <a:solidFill>
                  <a:srgbClr val="000000"/>
                </a:solidFill>
                <a:cs typeface="+mn-ea"/>
                <a:sym typeface="+mn-lt"/>
              </a:rPr>
              <a:t>彼前</a:t>
            </a:r>
            <a:r>
              <a:rPr lang="en-US" altLang="zh-CN" sz="1600" dirty="0">
                <a:solidFill>
                  <a:srgbClr val="000000"/>
                </a:solidFill>
                <a:cs typeface="+mn-ea"/>
                <a:sym typeface="+mn-lt"/>
              </a:rPr>
              <a:t>1:7】</a:t>
            </a:r>
            <a:r>
              <a:rPr lang="zh-CN" altLang="en-US" sz="1600" dirty="0">
                <a:solidFill>
                  <a:srgbClr val="000000"/>
                </a:solidFill>
                <a:cs typeface="+mn-ea"/>
                <a:sym typeface="+mn-lt"/>
              </a:rPr>
              <a:t>叫你们的信心既被试验，就比那被火试验仍然能坏的金子更显宝贵，可以在耶稣基督显现的时候，得着称赞、荣耀、尊贵。</a:t>
            </a:r>
            <a:endParaRPr lang="en-US" altLang="zh-CN" sz="16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我们应该有什么明证？</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坚持读经、圣道班、门训、及培训</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主日敬拜不缺席、不迟到、不早退</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生活、工作、家庭、朋友间见证主</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在服侍中有明证</a:t>
            </a:r>
            <a:endParaRPr lang="en-US" altLang="zh-CN" sz="1600" dirty="0">
              <a:solidFill>
                <a:srgbClr val="000000"/>
              </a:solidFill>
              <a:cs typeface="+mn-ea"/>
              <a:sym typeface="+mn-lt"/>
            </a:endParaRPr>
          </a:p>
          <a:p>
            <a:pPr marL="800100" lvl="1" indent="-342900">
              <a:lnSpc>
                <a:spcPct val="120000"/>
              </a:lnSpc>
              <a:buFont typeface="Wingdings" panose="05000000000000000000" pitchFamily="2" charset="2"/>
              <a:buChar char="l"/>
            </a:pPr>
            <a:endParaRPr lang="en-US" altLang="zh-CN" sz="2000" dirty="0">
              <a:solidFill>
                <a:srgbClr val="000000"/>
              </a:solidFill>
              <a:cs typeface="+mn-ea"/>
              <a:sym typeface="+mn-lt"/>
            </a:endParaRPr>
          </a:p>
        </p:txBody>
      </p:sp>
      <p:grpSp>
        <p:nvGrpSpPr>
          <p:cNvPr id="3" name="组合 2">
            <a:extLst>
              <a:ext uri="{FF2B5EF4-FFF2-40B4-BE49-F238E27FC236}">
                <a16:creationId xmlns:a16="http://schemas.microsoft.com/office/drawing/2014/main" id="{726480B9-F738-F9C4-A3A9-291FDBCBE60B}"/>
              </a:ext>
            </a:extLst>
          </p:cNvPr>
          <p:cNvGrpSpPr/>
          <p:nvPr/>
        </p:nvGrpSpPr>
        <p:grpSpPr>
          <a:xfrm>
            <a:off x="243418" y="6324600"/>
            <a:ext cx="6785450" cy="533400"/>
            <a:chOff x="348343" y="6069874"/>
            <a:chExt cx="6785450" cy="533400"/>
          </a:xfrm>
        </p:grpSpPr>
        <p:pic>
          <p:nvPicPr>
            <p:cNvPr id="4" name="图形 3" descr="插在洞里的高尔夫球标志旗 纯色填充">
              <a:extLst>
                <a:ext uri="{FF2B5EF4-FFF2-40B4-BE49-F238E27FC236}">
                  <a16:creationId xmlns:a16="http://schemas.microsoft.com/office/drawing/2014/main" id="{515BC975-09A1-48C6-8FED-743CBD34CC3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8343" y="6069874"/>
              <a:ext cx="533400" cy="533400"/>
            </a:xfrm>
            <a:prstGeom prst="rect">
              <a:avLst/>
            </a:prstGeom>
          </p:spPr>
        </p:pic>
        <p:sp>
          <p:nvSpPr>
            <p:cNvPr id="5" name="文本框 4">
              <a:extLst>
                <a:ext uri="{FF2B5EF4-FFF2-40B4-BE49-F238E27FC236}">
                  <a16:creationId xmlns:a16="http://schemas.microsoft.com/office/drawing/2014/main" id="{4A5AC82D-48F1-5DA2-0A95-193BBCEEA933}"/>
                </a:ext>
              </a:extLst>
            </p:cNvPr>
            <p:cNvSpPr txBox="1"/>
            <p:nvPr/>
          </p:nvSpPr>
          <p:spPr>
            <a:xfrm>
              <a:off x="988487" y="6233942"/>
              <a:ext cx="6145306" cy="369332"/>
            </a:xfrm>
            <a:prstGeom prst="rect">
              <a:avLst/>
            </a:prstGeom>
            <a:noFill/>
          </p:spPr>
          <p:txBody>
            <a:bodyPr wrap="square">
              <a:spAutoFit/>
            </a:bodyPr>
            <a:lstStyle/>
            <a:p>
              <a:r>
                <a:rPr lang="zh-CN" altLang="en-US"/>
                <a:t>精兵要求：明证。</a:t>
              </a:r>
            </a:p>
          </p:txBody>
        </p:sp>
      </p:grpSp>
    </p:spTree>
    <p:custDataLst>
      <p:tags r:id="rId1"/>
    </p:custDataLst>
    <p:extLst>
      <p:ext uri="{BB962C8B-B14F-4D97-AF65-F5344CB8AC3E}">
        <p14:creationId xmlns:p14="http://schemas.microsoft.com/office/powerpoint/2010/main" val="3014528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第三段：盼望</a:t>
            </a:r>
          </a:p>
        </p:txBody>
      </p:sp>
      <p:sp>
        <p:nvSpPr>
          <p:cNvPr id="2" name="文本框 1"/>
          <p:cNvSpPr txBox="1"/>
          <p:nvPr>
            <p:custDataLst>
              <p:tags r:id="rId3"/>
            </p:custDataLst>
          </p:nvPr>
        </p:nvSpPr>
        <p:spPr>
          <a:xfrm>
            <a:off x="0" y="1210588"/>
            <a:ext cx="12192000" cy="5813130"/>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2:23】</a:t>
            </a:r>
            <a:r>
              <a:rPr lang="zh-CN" altLang="en-US" sz="2400" dirty="0">
                <a:solidFill>
                  <a:srgbClr val="000000"/>
                </a:solidFill>
                <a:cs typeface="+mn-ea"/>
                <a:sym typeface="+mn-lt"/>
              </a:rPr>
              <a:t>所以我一看出我的事要怎样了结，就盼望立刻打发他去；</a:t>
            </a:r>
            <a:endParaRPr lang="en-US" altLang="zh-CN" sz="2400" dirty="0">
              <a:solidFill>
                <a:srgbClr val="000000"/>
              </a:solidFill>
              <a:cs typeface="+mn-ea"/>
              <a:sym typeface="+mn-lt"/>
            </a:endParaRPr>
          </a:p>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2:24】</a:t>
            </a:r>
            <a:r>
              <a:rPr lang="zh-CN" altLang="en-US" sz="2400" dirty="0">
                <a:solidFill>
                  <a:srgbClr val="000000"/>
                </a:solidFill>
                <a:cs typeface="+mn-ea"/>
                <a:sym typeface="+mn-lt"/>
              </a:rPr>
              <a:t>但我靠着主，自信我也必快去。</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盼望</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身陷环境：生死未卜</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en-US" altLang="zh-CN" dirty="0">
                <a:sym typeface="+mn-lt"/>
              </a:rPr>
              <a:t>【</a:t>
            </a:r>
            <a:r>
              <a:rPr lang="zh-CN" altLang="en-US" dirty="0">
                <a:sym typeface="+mn-lt"/>
              </a:rPr>
              <a:t>腓</a:t>
            </a:r>
            <a:r>
              <a:rPr lang="en-US" altLang="zh-CN" dirty="0">
                <a:sym typeface="+mn-lt"/>
              </a:rPr>
              <a:t>1:22】</a:t>
            </a:r>
            <a:r>
              <a:rPr lang="zh-CN" altLang="en-US" dirty="0">
                <a:sym typeface="+mn-lt"/>
              </a:rPr>
              <a:t>但我在肉身活着，若成就我工夫的果子，我就不知道该挑选什么。</a:t>
            </a:r>
            <a:endParaRPr lang="en-US" altLang="zh-CN" dirty="0">
              <a:sym typeface="+mn-lt"/>
            </a:endParaRPr>
          </a:p>
          <a:p>
            <a:pPr marL="1257300" lvl="2" indent="-342900">
              <a:lnSpc>
                <a:spcPct val="120000"/>
              </a:lnSpc>
              <a:buFont typeface="Wingdings" panose="05000000000000000000" pitchFamily="2" charset="2"/>
              <a:buChar char="l"/>
            </a:pPr>
            <a:r>
              <a:rPr lang="en-US" altLang="zh-CN" dirty="0">
                <a:sym typeface="+mn-lt"/>
              </a:rPr>
              <a:t>【</a:t>
            </a:r>
            <a:r>
              <a:rPr lang="zh-CN" altLang="en-US" dirty="0">
                <a:sym typeface="+mn-lt"/>
              </a:rPr>
              <a:t>腓</a:t>
            </a:r>
            <a:r>
              <a:rPr lang="en-US" altLang="zh-CN" dirty="0">
                <a:sym typeface="+mn-lt"/>
              </a:rPr>
              <a:t>1:23】</a:t>
            </a:r>
            <a:r>
              <a:rPr lang="zh-CN" altLang="en-US" dirty="0">
                <a:sym typeface="+mn-lt"/>
              </a:rPr>
              <a:t>我正在两难之间，情愿离世与基督同在，因为这是好得无比的。</a:t>
            </a:r>
            <a:endParaRPr lang="en-US" altLang="zh-CN" dirty="0">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盼望目的：于基督有益</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盼望凭据：主的恩典</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盼望</a:t>
            </a:r>
            <a:r>
              <a:rPr lang="en-US" altLang="zh-CN" sz="2000" dirty="0">
                <a:solidFill>
                  <a:srgbClr val="000000"/>
                </a:solidFill>
                <a:cs typeface="+mn-ea"/>
                <a:sym typeface="+mn-lt"/>
              </a:rPr>
              <a:t>-&gt;</a:t>
            </a:r>
            <a:r>
              <a:rPr lang="zh-CN" altLang="en-US" sz="2000" dirty="0">
                <a:solidFill>
                  <a:srgbClr val="000000"/>
                </a:solidFill>
                <a:cs typeface="+mn-ea"/>
                <a:sym typeface="+mn-lt"/>
              </a:rPr>
              <a:t>靠主</a:t>
            </a:r>
            <a:r>
              <a:rPr lang="en-US" altLang="zh-CN" sz="2000" dirty="0">
                <a:solidFill>
                  <a:srgbClr val="000000"/>
                </a:solidFill>
                <a:cs typeface="+mn-ea"/>
                <a:sym typeface="+mn-lt"/>
              </a:rPr>
              <a:t>-&gt;</a:t>
            </a:r>
            <a:r>
              <a:rPr lang="zh-CN" altLang="en-US" sz="2000" dirty="0">
                <a:solidFill>
                  <a:srgbClr val="000000"/>
                </a:solidFill>
                <a:cs typeface="+mn-ea"/>
                <a:sym typeface="+mn-lt"/>
              </a:rPr>
              <a:t>得安慰</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en-US" altLang="zh-CN" dirty="0">
                <a:solidFill>
                  <a:srgbClr val="000000"/>
                </a:solidFill>
                <a:cs typeface="+mn-ea"/>
                <a:sym typeface="+mn-lt"/>
              </a:rPr>
              <a:t>【</a:t>
            </a:r>
            <a:r>
              <a:rPr lang="zh-CN" altLang="en-US" dirty="0">
                <a:solidFill>
                  <a:srgbClr val="000000"/>
                </a:solidFill>
                <a:cs typeface="+mn-ea"/>
                <a:sym typeface="+mn-lt"/>
              </a:rPr>
              <a:t>腓</a:t>
            </a:r>
            <a:r>
              <a:rPr lang="en-US" altLang="zh-CN" dirty="0">
                <a:solidFill>
                  <a:srgbClr val="000000"/>
                </a:solidFill>
                <a:cs typeface="+mn-ea"/>
                <a:sym typeface="+mn-lt"/>
              </a:rPr>
              <a:t>2:19】……</a:t>
            </a:r>
            <a:r>
              <a:rPr lang="zh-CN" altLang="en-US" dirty="0">
                <a:solidFill>
                  <a:srgbClr val="000000"/>
                </a:solidFill>
                <a:cs typeface="+mn-ea"/>
                <a:sym typeface="+mn-lt"/>
              </a:rPr>
              <a:t>叫我知道你们的事，心里就</a:t>
            </a:r>
            <a:r>
              <a:rPr lang="zh-CN" altLang="en-US" b="1" dirty="0">
                <a:solidFill>
                  <a:srgbClr val="000000"/>
                </a:solidFill>
                <a:cs typeface="+mn-ea"/>
                <a:sym typeface="+mn-lt"/>
              </a:rPr>
              <a:t>得着安慰</a:t>
            </a:r>
            <a:r>
              <a:rPr lang="zh-CN" altLang="en-US" dirty="0">
                <a:solidFill>
                  <a:srgbClr val="000000"/>
                </a:solidFill>
                <a:cs typeface="+mn-ea"/>
                <a:sym typeface="+mn-lt"/>
              </a:rPr>
              <a:t>。</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盼望根源：靠主</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t>【彼前1:21】你们也因着他，信那叫他从死里复活，又给他荣耀的　神，叫你们的信心和盼望都在于　神。</a:t>
            </a:r>
          </a:p>
          <a:p>
            <a:pPr marL="1257300" lvl="2" indent="-342900">
              <a:lnSpc>
                <a:spcPct val="120000"/>
              </a:lnSpc>
              <a:buFont typeface="Wingdings" panose="05000000000000000000" pitchFamily="2" charset="2"/>
              <a:buChar char="l"/>
            </a:pPr>
            <a:endParaRPr lang="en-US" altLang="zh-CN" sz="2000" dirty="0">
              <a:solidFill>
                <a:srgbClr val="000000"/>
              </a:solidFill>
              <a:cs typeface="+mn-ea"/>
              <a:sym typeface="+mn-lt"/>
            </a:endParaRPr>
          </a:p>
          <a:p>
            <a:pPr marL="342900" indent="-342900">
              <a:lnSpc>
                <a:spcPct val="120000"/>
              </a:lnSpc>
              <a:buFont typeface="Wingdings" panose="05000000000000000000" pitchFamily="2" charset="2"/>
              <a:buChar char="l"/>
            </a:pPr>
            <a:endParaRPr lang="en-US" altLang="zh-CN" sz="2400" b="1" dirty="0">
              <a:solidFill>
                <a:srgbClr val="000000"/>
              </a:solidFill>
              <a:cs typeface="+mn-ea"/>
              <a:sym typeface="+mn-lt"/>
            </a:endParaRPr>
          </a:p>
        </p:txBody>
      </p:sp>
      <p:grpSp>
        <p:nvGrpSpPr>
          <p:cNvPr id="8" name="组合 7">
            <a:extLst>
              <a:ext uri="{FF2B5EF4-FFF2-40B4-BE49-F238E27FC236}">
                <a16:creationId xmlns:a16="http://schemas.microsoft.com/office/drawing/2014/main" id="{E7EAC2EE-5648-1224-46AA-160F6F6F3300}"/>
              </a:ext>
            </a:extLst>
          </p:cNvPr>
          <p:cNvGrpSpPr/>
          <p:nvPr/>
        </p:nvGrpSpPr>
        <p:grpSpPr>
          <a:xfrm>
            <a:off x="243418" y="6324600"/>
            <a:ext cx="6785450" cy="533400"/>
            <a:chOff x="348343" y="6069874"/>
            <a:chExt cx="6785450" cy="533400"/>
          </a:xfrm>
        </p:grpSpPr>
        <p:pic>
          <p:nvPicPr>
            <p:cNvPr id="9" name="图形 8" descr="插在洞里的高尔夫球标志旗 纯色填充">
              <a:extLst>
                <a:ext uri="{FF2B5EF4-FFF2-40B4-BE49-F238E27FC236}">
                  <a16:creationId xmlns:a16="http://schemas.microsoft.com/office/drawing/2014/main" id="{8D1923FB-E975-9E82-558F-CA71CA93388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8343" y="6069874"/>
              <a:ext cx="533400" cy="533400"/>
            </a:xfrm>
            <a:prstGeom prst="rect">
              <a:avLst/>
            </a:prstGeom>
          </p:spPr>
        </p:pic>
        <p:sp>
          <p:nvSpPr>
            <p:cNvPr id="10" name="文本框 9">
              <a:extLst>
                <a:ext uri="{FF2B5EF4-FFF2-40B4-BE49-F238E27FC236}">
                  <a16:creationId xmlns:a16="http://schemas.microsoft.com/office/drawing/2014/main" id="{EC74C576-B331-C48E-B2C7-E8CA8BAB4C49}"/>
                </a:ext>
              </a:extLst>
            </p:cNvPr>
            <p:cNvSpPr txBox="1"/>
            <p:nvPr/>
          </p:nvSpPr>
          <p:spPr>
            <a:xfrm>
              <a:off x="988487" y="6233942"/>
              <a:ext cx="6145306" cy="369332"/>
            </a:xfrm>
            <a:prstGeom prst="rect">
              <a:avLst/>
            </a:prstGeom>
            <a:noFill/>
          </p:spPr>
          <p:txBody>
            <a:bodyPr wrap="square">
              <a:spAutoFit/>
            </a:bodyPr>
            <a:lstStyle/>
            <a:p>
              <a:r>
                <a:rPr lang="zh-CN" altLang="en-US"/>
                <a:t>精兵要求：盼望。</a:t>
              </a:r>
            </a:p>
          </p:txBody>
        </p:sp>
      </p:grpSp>
    </p:spTree>
    <p:custDataLst>
      <p:tags r:id="rId1"/>
    </p:custDataLst>
    <p:extLst>
      <p:ext uri="{BB962C8B-B14F-4D97-AF65-F5344CB8AC3E}">
        <p14:creationId xmlns:p14="http://schemas.microsoft.com/office/powerpoint/2010/main" val="2632320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总结</a:t>
            </a:r>
          </a:p>
        </p:txBody>
      </p:sp>
      <p:sp>
        <p:nvSpPr>
          <p:cNvPr id="2" name="文本框 1"/>
          <p:cNvSpPr txBox="1"/>
          <p:nvPr>
            <p:custDataLst>
              <p:tags r:id="rId3"/>
            </p:custDataLst>
          </p:nvPr>
        </p:nvSpPr>
        <p:spPr>
          <a:xfrm>
            <a:off x="502024" y="1844463"/>
            <a:ext cx="12192000" cy="3612271"/>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1. </a:t>
            </a:r>
            <a:r>
              <a:rPr lang="zh-CN" altLang="en-US" sz="2400" b="1" dirty="0">
                <a:solidFill>
                  <a:srgbClr val="000000"/>
                </a:solidFill>
                <a:cs typeface="+mn-ea"/>
                <a:sym typeface="+mn-lt"/>
              </a:rPr>
              <a:t>靠主耶稣有指望。</a:t>
            </a:r>
            <a:endParaRPr lang="en-US" altLang="zh-CN" sz="2400" b="1" dirty="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2. </a:t>
            </a:r>
            <a:r>
              <a:rPr lang="zh-CN" altLang="en-US" sz="2400" dirty="0">
                <a:solidFill>
                  <a:srgbClr val="000000"/>
                </a:solidFill>
                <a:cs typeface="+mn-ea"/>
                <a:sym typeface="+mn-lt"/>
              </a:rPr>
              <a:t>为</a:t>
            </a:r>
            <a:r>
              <a:rPr lang="zh-CN" altLang="en-US" sz="2400">
                <a:solidFill>
                  <a:srgbClr val="000000"/>
                </a:solidFill>
                <a:cs typeface="+mn-ea"/>
                <a:sym typeface="+mn-lt"/>
              </a:rPr>
              <a:t>着</a:t>
            </a:r>
            <a:r>
              <a:rPr lang="zh-CN" altLang="en-US" sz="2400" dirty="0">
                <a:solidFill>
                  <a:srgbClr val="000000"/>
                </a:solidFill>
                <a:cs typeface="+mn-ea"/>
                <a:sym typeface="+mn-lt"/>
              </a:rPr>
              <a:t>基督的目标。</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3. </a:t>
            </a:r>
            <a:r>
              <a:rPr lang="zh-CN" altLang="en-US" sz="2400" b="1" dirty="0">
                <a:solidFill>
                  <a:srgbClr val="000000"/>
                </a:solidFill>
                <a:cs typeface="+mn-ea"/>
                <a:sym typeface="+mn-lt"/>
              </a:rPr>
              <a:t>同心求基督的事。</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4. </a:t>
            </a:r>
            <a:r>
              <a:rPr lang="zh-CN" altLang="en-US" sz="2400" b="1" dirty="0">
                <a:solidFill>
                  <a:srgbClr val="000000"/>
                </a:solidFill>
                <a:cs typeface="+mn-ea"/>
                <a:sym typeface="+mn-lt"/>
              </a:rPr>
              <a:t>要有明证。</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5. </a:t>
            </a:r>
            <a:r>
              <a:rPr lang="zh-CN" altLang="en-US" sz="2400" dirty="0">
                <a:solidFill>
                  <a:srgbClr val="000000"/>
                </a:solidFill>
                <a:cs typeface="+mn-ea"/>
                <a:sym typeface="+mn-lt"/>
              </a:rPr>
              <a:t>要有异象。</a:t>
            </a: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6. </a:t>
            </a:r>
            <a:r>
              <a:rPr lang="zh-CN" altLang="en-US" sz="2400" dirty="0">
                <a:solidFill>
                  <a:srgbClr val="000000"/>
                </a:solidFill>
                <a:cs typeface="+mn-ea"/>
                <a:sym typeface="+mn-lt"/>
              </a:rPr>
              <a:t>与人同劳。</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7. </a:t>
            </a:r>
            <a:r>
              <a:rPr lang="zh-CN" altLang="en-US" sz="2400" dirty="0">
                <a:solidFill>
                  <a:srgbClr val="000000"/>
                </a:solidFill>
                <a:cs typeface="+mn-ea"/>
                <a:sym typeface="+mn-lt"/>
              </a:rPr>
              <a:t>美好品格。</a:t>
            </a: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8. </a:t>
            </a:r>
            <a:r>
              <a:rPr lang="zh-CN" altLang="en-US" sz="2400" b="1" dirty="0">
                <a:solidFill>
                  <a:srgbClr val="000000"/>
                </a:solidFill>
                <a:cs typeface="+mn-ea"/>
                <a:sym typeface="+mn-lt"/>
              </a:rPr>
              <a:t>盼望。</a:t>
            </a:r>
            <a:endParaRPr lang="en-US" altLang="zh-CN" sz="2400" b="1"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1242525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问题</a:t>
            </a:r>
          </a:p>
        </p:txBody>
      </p:sp>
      <p:sp>
        <p:nvSpPr>
          <p:cNvPr id="2" name="文本框 1"/>
          <p:cNvSpPr txBox="1"/>
          <p:nvPr>
            <p:custDataLst>
              <p:tags r:id="rId3"/>
            </p:custDataLst>
          </p:nvPr>
        </p:nvSpPr>
        <p:spPr>
          <a:xfrm>
            <a:off x="406231" y="2297308"/>
            <a:ext cx="11190200" cy="1613647"/>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en-US" altLang="zh-CN" sz="2800">
                <a:solidFill>
                  <a:srgbClr val="000000"/>
                </a:solidFill>
                <a:cs typeface="+mn-ea"/>
                <a:sym typeface="+mn-lt"/>
              </a:rPr>
              <a:t> 1. </a:t>
            </a:r>
            <a:r>
              <a:rPr lang="zh-CN" altLang="en-US" sz="2800">
                <a:solidFill>
                  <a:srgbClr val="000000"/>
                </a:solidFill>
                <a:cs typeface="+mn-ea"/>
                <a:sym typeface="+mn-lt"/>
              </a:rPr>
              <a:t>在你的生活，工作，学习中指望或者依靠是什么？ </a:t>
            </a:r>
            <a:endParaRPr lang="en-US" altLang="zh-CN" sz="280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800">
                <a:solidFill>
                  <a:srgbClr val="000000"/>
                </a:solidFill>
                <a:cs typeface="+mn-ea"/>
                <a:sym typeface="+mn-lt"/>
              </a:rPr>
              <a:t> 2. </a:t>
            </a:r>
            <a:r>
              <a:rPr lang="zh-CN" altLang="en-US" sz="2800">
                <a:solidFill>
                  <a:srgbClr val="000000"/>
                </a:solidFill>
                <a:cs typeface="+mn-ea"/>
                <a:sym typeface="+mn-lt"/>
              </a:rPr>
              <a:t>总结保罗差遣提摩太的主要原因是什么？</a:t>
            </a:r>
            <a:endParaRPr lang="en-US" altLang="zh-CN" sz="280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800">
                <a:solidFill>
                  <a:srgbClr val="000000"/>
                </a:solidFill>
                <a:cs typeface="+mn-ea"/>
                <a:sym typeface="+mn-lt"/>
              </a:rPr>
              <a:t> </a:t>
            </a:r>
            <a:r>
              <a:rPr lang="en-US" altLang="zh-CN" sz="2800">
                <a:solidFill>
                  <a:srgbClr val="000000"/>
                </a:solidFill>
                <a:cs typeface="+mn-ea"/>
                <a:sym typeface="+mn-lt"/>
              </a:rPr>
              <a:t>3. </a:t>
            </a:r>
            <a:r>
              <a:rPr lang="zh-CN" altLang="en-US" sz="2800">
                <a:solidFill>
                  <a:srgbClr val="000000"/>
                </a:solidFill>
                <a:cs typeface="+mn-ea"/>
                <a:sym typeface="+mn-lt"/>
              </a:rPr>
              <a:t>根据问题</a:t>
            </a:r>
            <a:r>
              <a:rPr lang="en-US" altLang="zh-CN" sz="2800">
                <a:solidFill>
                  <a:srgbClr val="000000"/>
                </a:solidFill>
                <a:cs typeface="+mn-ea"/>
                <a:sym typeface="+mn-lt"/>
              </a:rPr>
              <a:t>2</a:t>
            </a:r>
            <a:r>
              <a:rPr lang="zh-CN" altLang="en-US" sz="2800">
                <a:solidFill>
                  <a:srgbClr val="000000"/>
                </a:solidFill>
                <a:cs typeface="+mn-ea"/>
                <a:sym typeface="+mn-lt"/>
              </a:rPr>
              <a:t>的总结，你个人认为你需要在哪几个方面要有提高？</a:t>
            </a:r>
            <a:endParaRPr lang="en-US" altLang="zh-CN" sz="2800">
              <a:solidFill>
                <a:srgbClr val="000000"/>
              </a:solidFill>
              <a:cs typeface="+mn-ea"/>
              <a:sym typeface="+mn-lt"/>
            </a:endParaRPr>
          </a:p>
        </p:txBody>
      </p:sp>
    </p:spTree>
    <p:custDataLst>
      <p:tags r:id="rId1"/>
    </p:custDataLst>
    <p:extLst>
      <p:ext uri="{BB962C8B-B14F-4D97-AF65-F5344CB8AC3E}">
        <p14:creationId xmlns:p14="http://schemas.microsoft.com/office/powerpoint/2010/main" val="4193827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91730"/>
  <p:tag name="KSO_WM_TEMPLATE_THUMBS_INDEX" val="1、2、3、4、5、6、7、8、9、10、11、12、13、14、15"/>
  <p:tag name="KSO_WM_TEMPLATE_SUBCATEGORY" val="0"/>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SLIDE_ID" val="custom20191730_3"/>
  <p:tag name="KSO_WM_SLIDE_TYPE" val="sectionTitle"/>
  <p:tag name="KSO_WM_SLIDE_SUBTYPE" val="pureTxt"/>
  <p:tag name="KSO_WM_SLIDE_ITEM_CNT" val="0"/>
  <p:tag name="KSO_WM_SLIDE_INDEX" val="3"/>
  <p:tag name="KSO_WM_TAG_VERSION" val="1.0"/>
  <p:tag name="KSO_WM_BEAUTIFY_FLAG" val="#wm#"/>
  <p:tag name="KSO_WM_TEMPLATE_CATEGORY" val="custom"/>
  <p:tag name="KSO_WM_TEMPLATE_INDEX" val="20191730"/>
  <p:tag name="KSO_WM_SLIDE_LAYOUT" val="a_b_e"/>
  <p:tag name="KSO_WM_SLIDE_LAYOUT_CNT" val="1_1_1"/>
  <p:tag name="KSO_WM_TEMPLATE_SUBCATEGORY" val="0"/>
  <p:tag name="KSO_WM_FULL_TEXT_BEAUTIFY_COPY_ID" val="150995357"/>
</p:tagLst>
</file>

<file path=ppt/tags/tag33.xml><?xml version="1.0" encoding="utf-8"?>
<p:tagLst xmlns:a="http://schemas.openxmlformats.org/drawingml/2006/main" xmlns:r="http://schemas.openxmlformats.org/officeDocument/2006/relationships" xmlns:p="http://schemas.openxmlformats.org/presentationml/2006/main">
  <p:tag name="KSO_WM_FULL_TEXT_BEAUTIFY_COPY_ID" val="5"/>
</p:tagLst>
</file>

<file path=ppt/tags/tag34.xml><?xml version="1.0" encoding="utf-8"?>
<p:tagLst xmlns:a="http://schemas.openxmlformats.org/drawingml/2006/main" xmlns:r="http://schemas.openxmlformats.org/officeDocument/2006/relationships" xmlns:p="http://schemas.openxmlformats.org/presentationml/2006/main">
  <p:tag name="KSO_WM_UNIT_PRESET_TEXT" val="01"/>
  <p:tag name="KSO_WM_UNIT_VALUE" val="1"/>
  <p:tag name="KSO_WM_UNIT_HIGHLIGHT" val="0"/>
  <p:tag name="KSO_WM_UNIT_COMPATIBLE" val="0"/>
  <p:tag name="KSO_WM_UNIT_DIAGRAM_ISNUMVISUAL" val="0"/>
  <p:tag name="KSO_WM_UNIT_DIAGRAM_ISREFERUNIT" val="0"/>
  <p:tag name="KSO_WM_UNIT_TYPE" val="e"/>
  <p:tag name="KSO_WM_UNIT_INDEX" val="1"/>
  <p:tag name="KSO_WM_UNIT_ID" val="custom20191730_3*e*1"/>
  <p:tag name="KSO_WM_TEMPLATE_CATEGORY" val="custom"/>
  <p:tag name="KSO_WM_TEMPLATE_INDEX" val="20191730"/>
  <p:tag name="KSO_WM_UNIT_LAYERLEVEL" val="1"/>
  <p:tag name="KSO_WM_TAG_VERSION" val="1.0"/>
  <p:tag name="KSO_WM_BEAUTIFY_FLAG" val="#wm#"/>
  <p:tag name="KSO_WM_UNIT_NOCLEAR" val="0"/>
  <p:tag name="KSO_WM_FULL_TEXT_BEAUTIFY_COPY_ID" val="4"/>
</p:tagLst>
</file>

<file path=ppt/tags/tag3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69"/>
</p:tagLst>
</file>

<file path=ppt/tags/tag3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3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91730"/>
  <p:tag name="KSO_WM_FULL_TEXT_BEAUTIFY_COPY_ID" val="150995382"/>
</p:tagLst>
</file>

<file path=ppt/tags/tag47.xml><?xml version="1.0" encoding="utf-8"?>
<p:tagLst xmlns:a="http://schemas.openxmlformats.org/drawingml/2006/main" xmlns:r="http://schemas.openxmlformats.org/officeDocument/2006/relationships" xmlns:p="http://schemas.openxmlformats.org/presentationml/2006/main">
  <p:tag name="KSO_WM_FULL_TEXT_BEAUTIFY_COPY_ID" val="5"/>
</p:tagLst>
</file>

<file path=ppt/tags/tag4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2.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3.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6.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heme/theme1.xml><?xml version="1.0" encoding="utf-8"?>
<a:theme xmlns:a="http://schemas.openxmlformats.org/drawingml/2006/main" name="2_Office 主题​​">
  <a:themeElements>
    <a:clrScheme name="自定义 2">
      <a:dk1>
        <a:srgbClr val="000000"/>
      </a:dk1>
      <a:lt1>
        <a:srgbClr val="FFFFFF"/>
      </a:lt1>
      <a:dk2>
        <a:srgbClr val="00ABE9"/>
      </a:dk2>
      <a:lt2>
        <a:srgbClr val="C6D65B"/>
      </a:lt2>
      <a:accent1>
        <a:srgbClr val="4CC5F0"/>
      </a:accent1>
      <a:accent2>
        <a:srgbClr val="00ABE9"/>
      </a:accent2>
      <a:accent3>
        <a:srgbClr val="C6D65B"/>
      </a:accent3>
      <a:accent4>
        <a:srgbClr val="7DCF87"/>
      </a:accent4>
      <a:accent5>
        <a:srgbClr val="B7CE2F"/>
      </a:accent5>
      <a:accent6>
        <a:srgbClr val="93DCF6"/>
      </a:accent6>
      <a:hlink>
        <a:srgbClr val="BFBFBF"/>
      </a:hlink>
      <a:folHlink>
        <a:srgbClr val="BFBFBF"/>
      </a:folHlink>
    </a:clrScheme>
    <a:fontScheme name="1aydu5ro">
      <a:majorFont>
        <a:latin typeface="Arial"/>
        <a:ea typeface="苹方-简"/>
        <a:cs typeface=""/>
      </a:majorFont>
      <a:minorFont>
        <a:latin typeface="Arial"/>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592</TotalTime>
  <Words>2243</Words>
  <Application>Microsoft Office PowerPoint</Application>
  <PresentationFormat>宽屏</PresentationFormat>
  <Paragraphs>182</Paragraphs>
  <Slides>17</Slides>
  <Notes>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17</vt:i4>
      </vt:variant>
    </vt:vector>
  </HeadingPairs>
  <TitlesOfParts>
    <vt:vector size="23" baseType="lpstr">
      <vt:lpstr>苹方-简</vt:lpstr>
      <vt:lpstr>微软雅黑</vt:lpstr>
      <vt:lpstr>Arial</vt:lpstr>
      <vt:lpstr>Calibri</vt:lpstr>
      <vt:lpstr>Wingdings</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Ying Song</dc:creator>
  <cp:lastModifiedBy>李 强</cp:lastModifiedBy>
  <cp:revision>3</cp:revision>
  <dcterms:created xsi:type="dcterms:W3CDTF">2019-06-19T02:08:00Z</dcterms:created>
  <dcterms:modified xsi:type="dcterms:W3CDTF">2023-05-06T22:21:58Z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2052-10.8.0.6018</vt:lpwstr>
  </property>
  <property fmtid="{D5CDD505-2E9C-101B-9397-08002B2CF9AE}" pid="3" name="ICV">
    <vt:lpwstr>DAEF22CE9FEB460DB4DF9BEF6398CD7D</vt:lpwstr>
  </property>
</Properties>
</file>