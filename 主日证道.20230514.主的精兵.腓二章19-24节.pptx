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1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2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560" r:id="rId2"/>
    <p:sldId id="425" r:id="rId3"/>
    <p:sldId id="554" r:id="rId4"/>
    <p:sldId id="531" r:id="rId5"/>
    <p:sldId id="553" r:id="rId6"/>
    <p:sldId id="538" r:id="rId7"/>
    <p:sldId id="561" r:id="rId8"/>
    <p:sldId id="555" r:id="rId9"/>
    <p:sldId id="541" r:id="rId10"/>
    <p:sldId id="546" r:id="rId11"/>
    <p:sldId id="557" r:id="rId12"/>
    <p:sldId id="558" r:id="rId13"/>
    <p:sldId id="542" r:id="rId14"/>
    <p:sldId id="551" r:id="rId15"/>
    <p:sldId id="543" r:id="rId16"/>
    <p:sldId id="552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3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3A76"/>
    <a:srgbClr val="633D06"/>
    <a:srgbClr val="FCFEFE"/>
    <a:srgbClr val="FFFFFF"/>
    <a:srgbClr val="00205D"/>
    <a:srgbClr val="C90909"/>
    <a:srgbClr val="272520"/>
    <a:srgbClr val="203E80"/>
    <a:srgbClr val="F1F1F1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B04525-367E-458D-A292-D07252BFEF77}" v="13" dt="2023-05-13T21:33:5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996" y="84"/>
      </p:cViewPr>
      <p:guideLst>
        <p:guide orient="horz" pos="2093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  <pc:spChg chg="mod">
          <ac:chgData name="强 李" userId="cd6c7ec7188785ae" providerId="LiveId" clId="{CF935CA5-AC7E-4C06-84E8-D35EFB632B81}" dt="2023-05-06T21:56:37.088" v="32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  <pc:spChg chg="mod">
          <ac:chgData name="强 李" userId="cd6c7ec7188785ae" providerId="LiveId" clId="{CF935CA5-AC7E-4C06-84E8-D35EFB632B81}" dt="2023-05-06T22:21:47.530" v="57" actId="20577"/>
          <ac:spMkLst>
            <pc:docMk/>
            <pc:sldMk cId="1236072088" sldId="546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  <pc:spChg chg="mod">
          <ac:chgData name="强 李" userId="cd6c7ec7188785ae" providerId="LiveId" clId="{CF935CA5-AC7E-4C06-84E8-D35EFB632B81}" dt="2023-05-06T20:50:44.492" v="22" actId="113"/>
          <ac:spMkLst>
            <pc:docMk/>
            <pc:sldMk cId="530530540" sldId="553"/>
            <ac:spMk id="2" creationId="{00000000-0000-0000-0000-000000000000}"/>
          </ac:spMkLst>
        </pc:spChg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  <pc:graphicFrameChg chg="mod">
          <ac:chgData name="强 李" userId="cd6c7ec7188785ae" providerId="LiveId" clId="{CF935CA5-AC7E-4C06-84E8-D35EFB632B81}" dt="2023-05-06T20:46:53.362" v="1"/>
          <ac:graphicFrameMkLst>
            <pc:docMk/>
            <pc:sldMk cId="3418790839" sldId="554"/>
            <ac:graphicFrameMk id="3" creationId="{834FEE26-B6D8-F604-DE97-236834A9A579}"/>
          </ac:graphicFrameMkLst>
        </pc:graphicFrameChg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  <pc:spChg chg="mod">
          <ac:chgData name="强 李" userId="cd6c7ec7188785ae" providerId="LiveId" clId="{CF935CA5-AC7E-4C06-84E8-D35EFB632B81}" dt="2023-05-06T21:07:00.005" v="26" actId="108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  <pc:spChg chg="mod">
          <ac:chgData name="强 李" userId="cd6c7ec7188785ae" providerId="LiveId" clId="{CF935CA5-AC7E-4C06-84E8-D35EFB632B81}" dt="2023-05-06T21:06:51.223" v="25" actId="108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  <pc:sldChg chg="modSp">
        <pc:chgData name="强 李" userId="cd6c7ec7188785ae" providerId="LiveId" clId="{B66338D9-4727-4FA1-A32F-D75940F3AAAB}" dt="2023-04-15T21:56:53.423" v="1" actId="108"/>
        <pc:sldMkLst>
          <pc:docMk/>
          <pc:sldMk cId="0" sldId="425"/>
        </pc:sldMkLst>
        <pc:graphicFrameChg chg="mod">
          <ac:chgData name="强 李" userId="cd6c7ec7188785ae" providerId="LiveId" clId="{B66338D9-4727-4FA1-A32F-D75940F3AAAB}" dt="2023-04-15T21:56:53.423" v="1" actId="108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  <pc:spChg chg="mod">
          <ac:chgData name="强 李" userId="cd6c7ec7188785ae" providerId="LiveId" clId="{662C0930-B515-4910-93A9-1A499EB77362}" dt="2023-03-11T06:10:20.383" v="4" actId="20577"/>
          <ac:spMkLst>
            <pc:docMk/>
            <pc:sldMk cId="0" sldId="413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6:10:17.866" v="3" actId="20577"/>
          <ac:spMkLst>
            <pc:docMk/>
            <pc:sldMk cId="0" sldId="413"/>
            <ac:spMk id="5" creationId="{00000000-0000-0000-0000-000000000000}"/>
          </ac:spMkLst>
        </pc:spChg>
        <pc:picChg chg="add mod">
          <ac:chgData name="强 李" userId="cd6c7ec7188785ae" providerId="LiveId" clId="{662C0930-B515-4910-93A9-1A499EB77362}" dt="2023-03-11T08:18:32.802" v="1408" actId="14100"/>
          <ac:picMkLst>
            <pc:docMk/>
            <pc:sldMk cId="0" sldId="413"/>
            <ac:picMk id="2" creationId="{1CBC46B4-7D80-E329-B1AD-FDFD099568D7}"/>
          </ac:picMkLst>
        </pc:picChg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  <pc:spChg chg="add del mod">
          <ac:chgData name="强 李" userId="cd6c7ec7188785ae" providerId="LiveId" clId="{662C0930-B515-4910-93A9-1A499EB77362}" dt="2023-03-11T06:44:56.780" v="395" actId="478"/>
          <ac:spMkLst>
            <pc:docMk/>
            <pc:sldMk cId="0" sldId="425"/>
            <ac:spMk id="2" creationId="{4D5453E4-D45B-90DA-6F57-3AA9982CAEA4}"/>
          </ac:spMkLst>
        </pc:spChg>
        <pc:spChg chg="mod">
          <ac:chgData name="强 李" userId="cd6c7ec7188785ae" providerId="LiveId" clId="{662C0930-B515-4910-93A9-1A499EB77362}" dt="2023-03-11T06:16:29.234" v="41" actId="26606"/>
          <ac:spMkLst>
            <pc:docMk/>
            <pc:sldMk cId="0" sldId="425"/>
            <ac:spMk id="18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1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2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5:56.029" v="16" actId="26606"/>
          <ac:spMkLst>
            <pc:docMk/>
            <pc:sldMk cId="0" sldId="425"/>
            <ac:spMk id="23" creationId="{42285737-90EE-47DC-AC80-8AE156B11969}"/>
          </ac:spMkLst>
        </pc:spChg>
        <pc:spChg chg="add del">
          <ac:chgData name="强 李" userId="cd6c7ec7188785ae" providerId="LiveId" clId="{662C0930-B515-4910-93A9-1A499EB77362}" dt="2023-03-11T06:16:02.201" v="20" actId="26606"/>
          <ac:spMkLst>
            <pc:docMk/>
            <pc:sldMk cId="0" sldId="425"/>
            <ac:spMk id="24" creationId="{9228552E-C8B1-4A80-8448-0787CE0FC704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6" creationId="{35DB3719-6FDC-4E5D-891D-FF40B7300F64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7" creationId="{AAD0DBB9-1A4B-4391-81D4-CB19F9AB918A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8" creationId="{E0CBAC23-2E3F-4A90-BA59-F8299F6A5439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9" creationId="{063BBA22-50EA-4C4D-BE05-F1CE4E63AA56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0" creationId="{9DBC8166-481C-4473-95F5-9A5B9073B7F1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1" creationId="{A5A5CE6E-90AF-4D43-A014-1F9EC83EB93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2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3" creationId="{BACC6370-2D7E-4714-9D71-7542949D7D5D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4" creationId="{F68B3F68-107C-434F-AA38-110D5EA91B85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5" creationId="{3ECA69A1-7536-43AC-85EF-C7106179F5E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6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7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8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39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0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1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2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3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4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5" creationId="{3ECA69A1-7536-43AC-85EF-C7106179F5ED}"/>
          </ac:spMkLst>
        </pc:spChg>
        <pc:grpChg chg="add del">
          <ac:chgData name="强 李" userId="cd6c7ec7188785ae" providerId="LiveId" clId="{662C0930-B515-4910-93A9-1A499EB77362}" dt="2023-03-11T06:15:56.029" v="16" actId="26606"/>
          <ac:grpSpMkLst>
            <pc:docMk/>
            <pc:sldMk cId="0" sldId="425"/>
            <ac:grpSpMk id="25" creationId="{B57BDC17-F1B3-455F-BBF1-680AA1F25C06}"/>
          </ac:grpSpMkLst>
        </pc:grpChg>
        <pc:graphicFrameChg chg="mod modGraphic">
          <ac:chgData name="强 李" userId="cd6c7ec7188785ae" providerId="LiveId" clId="{662C0930-B515-4910-93A9-1A499EB77362}" dt="2023-03-11T06:46:01.552" v="402" actId="20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">
          <ac:chgData name="强 李" userId="cd6c7ec7188785ae" providerId="LiveId" clId="{662C0930-B515-4910-93A9-1A499EB77362}" dt="2023-03-11T06:16:02.201" v="20" actId="26606"/>
          <ac:picMkLst>
            <pc:docMk/>
            <pc:sldMk cId="0" sldId="425"/>
            <ac:picMk id="20" creationId="{A6CA3DDE-1E9B-4539-F00E-B29E88290649}"/>
          </ac:picMkLst>
        </pc:picChg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  <pc:spChg chg="mod">
          <ac:chgData name="强 李" userId="cd6c7ec7188785ae" providerId="LiveId" clId="{662C0930-B515-4910-93A9-1A499EB77362}" dt="2023-03-11T21:04:17.670" v="1464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6:27:12.221" v="84"/>
          <ac:spMkLst>
            <pc:docMk/>
            <pc:sldMk cId="54695671" sldId="531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34:20.452" v="247" actId="478"/>
          <ac:grpSpMkLst>
            <pc:docMk/>
            <pc:sldMk cId="54695671" sldId="531"/>
            <ac:grpSpMk id="5" creationId="{66B526DA-78B5-EF99-F66F-28E8DE868CF9}"/>
          </ac:grpSpMkLst>
        </pc:grpChg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  <pc:spChg chg="mo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5" creationId="{00000000-0000-0000-0000-000000000000}"/>
          </ac:spMkLst>
        </pc:spChg>
        <pc:spChg chg="or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7" creationId="{00000000-0000-0000-0000-000000000000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7" creationId="{6753252F-4873-4F63-801D-CC719279A7D5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9" creationId="{047C8CCB-F95D-4249-92DD-651249D3535A}"/>
          </ac:spMkLst>
        </pc:spChg>
        <pc:spChg chg="add del">
          <ac:chgData name="强 李" userId="cd6c7ec7188785ae" providerId="LiveId" clId="{662C0930-B515-4910-93A9-1A499EB77362}" dt="2023-03-11T21:13:01.608" v="1480" actId="26606"/>
          <ac:spMkLst>
            <pc:docMk/>
            <pc:sldMk cId="3813767857" sldId="538"/>
            <ac:spMk id="20" creationId="{D4771268-CB57-404A-9271-370EB28F6090}"/>
          </ac:spMkLst>
        </pc:spChg>
        <pc:spChg chg="add del">
          <ac:chgData name="强 李" userId="cd6c7ec7188785ae" providerId="LiveId" clId="{662C0930-B515-4910-93A9-1A499EB77362}" dt="2023-03-11T21:12:56.105" v="1476" actId="26606"/>
          <ac:spMkLst>
            <pc:docMk/>
            <pc:sldMk cId="3813767857" sldId="538"/>
            <ac:spMk id="21" creationId="{D12DDE76-C203-4047-9998-63900085B5E8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2" creationId="{665DBBEF-238B-476B-96AB-8AAC3224ECEA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3" creationId="{3FCFB1DE-0B7E-48CC-BA90-B2AB0889F9D6}"/>
          </ac:spMkLst>
        </pc:spChg>
        <pc:picChg chg="add del mod">
          <ac:chgData name="强 李" userId="cd6c7ec7188785ae" providerId="LiveId" clId="{662C0930-B515-4910-93A9-1A499EB77362}" dt="2023-03-11T21:23:33.938" v="1493" actId="478"/>
          <ac:picMkLst>
            <pc:docMk/>
            <pc:sldMk cId="3813767857" sldId="538"/>
            <ac:picMk id="3" creationId="{877DAC93-31F9-D8DC-2138-FF06CC7B4922}"/>
          </ac:picMkLst>
        </pc:picChg>
        <pc:picChg chg="add del mod">
          <ac:chgData name="强 李" userId="cd6c7ec7188785ae" providerId="LiveId" clId="{662C0930-B515-4910-93A9-1A499EB77362}" dt="2023-03-11T06:21:34.653" v="55" actId="478"/>
          <ac:picMkLst>
            <pc:docMk/>
            <pc:sldMk cId="3813767857" sldId="538"/>
            <ac:picMk id="3" creationId="{DAE608FA-1FF2-061B-BF61-D12B4953FA25}"/>
          </ac:picMkLst>
        </pc:picChg>
        <pc:picChg chg="add mod">
          <ac:chgData name="强 李" userId="cd6c7ec7188785ae" providerId="LiveId" clId="{662C0930-B515-4910-93A9-1A499EB77362}" dt="2023-03-11T21:23:37.300" v="1494" actId="1076"/>
          <ac:picMkLst>
            <pc:docMk/>
            <pc:sldMk cId="3813767857" sldId="538"/>
            <ac:picMk id="6" creationId="{081A24BA-7881-FC8E-B899-CACD3C0C8414}"/>
          </ac:picMkLst>
        </pc:picChg>
        <pc:picChg chg="add del mod">
          <ac:chgData name="强 李" userId="cd6c7ec7188785ae" providerId="LiveId" clId="{662C0930-B515-4910-93A9-1A499EB77362}" dt="2023-03-11T06:21:58.529" v="59" actId="478"/>
          <ac:picMkLst>
            <pc:docMk/>
            <pc:sldMk cId="3813767857" sldId="538"/>
            <ac:picMk id="6" creationId="{ABF06EAE-B543-58AD-ED11-5B08AC0C283C}"/>
          </ac:picMkLst>
        </pc:picChg>
        <pc:picChg chg="add del">
          <ac:chgData name="强 李" userId="cd6c7ec7188785ae" providerId="LiveId" clId="{662C0930-B515-4910-93A9-1A499EB77362}" dt="2023-03-11T06:22:03.490" v="62" actId="478"/>
          <ac:picMkLst>
            <pc:docMk/>
            <pc:sldMk cId="3813767857" sldId="538"/>
            <ac:picMk id="9" creationId="{C6323978-F3A5-FE19-AD29-B0149918A7F2}"/>
          </ac:picMkLst>
        </pc:picChg>
        <pc:picChg chg="add del">
          <ac:chgData name="强 李" userId="cd6c7ec7188785ae" providerId="LiveId" clId="{662C0930-B515-4910-93A9-1A499EB77362}" dt="2023-03-11T06:22:02.165" v="61" actId="478"/>
          <ac:picMkLst>
            <pc:docMk/>
            <pc:sldMk cId="3813767857" sldId="538"/>
            <ac:picMk id="11" creationId="{EEEF987B-B847-2967-566F-64E0010EE3AA}"/>
          </ac:picMkLst>
        </pc:picChg>
        <pc:picChg chg="add del mod">
          <ac:chgData name="强 李" userId="cd6c7ec7188785ae" providerId="LiveId" clId="{662C0930-B515-4910-93A9-1A499EB77362}" dt="2023-03-11T06:22:31.211" v="66" actId="478"/>
          <ac:picMkLst>
            <pc:docMk/>
            <pc:sldMk cId="3813767857" sldId="538"/>
            <ac:picMk id="13" creationId="{6A9E429C-2035-0197-B924-60FD3DBFC912}"/>
          </ac:picMkLst>
        </pc:picChg>
        <pc:picChg chg="add del">
          <ac:chgData name="强 李" userId="cd6c7ec7188785ae" providerId="LiveId" clId="{662C0930-B515-4910-93A9-1A499EB77362}" dt="2023-03-11T06:22:57.632" v="68" actId="478"/>
          <ac:picMkLst>
            <pc:docMk/>
            <pc:sldMk cId="3813767857" sldId="538"/>
            <ac:picMk id="15" creationId="{72DF1AFE-8543-A49E-B635-2AD9C8ADC2C2}"/>
          </ac:picMkLst>
        </pc:picChg>
        <pc:picChg chg="del">
          <ac:chgData name="强 李" userId="cd6c7ec7188785ae" providerId="LiveId" clId="{662C0930-B515-4910-93A9-1A499EB77362}" dt="2023-03-11T06:21:16.534" v="52" actId="478"/>
          <ac:picMkLst>
            <pc:docMk/>
            <pc:sldMk cId="3813767857" sldId="538"/>
            <ac:picMk id="16" creationId="{74056DEE-0819-4B10-D7F5-CEF8EFDB20AE}"/>
          </ac:picMkLst>
        </pc:picChg>
        <pc:picChg chg="add del mod">
          <ac:chgData name="强 李" userId="cd6c7ec7188785ae" providerId="LiveId" clId="{662C0930-B515-4910-93A9-1A499EB77362}" dt="2023-03-11T21:12:36.585" v="1471" actId="478"/>
          <ac:picMkLst>
            <pc:docMk/>
            <pc:sldMk cId="3813767857" sldId="538"/>
            <ac:picMk id="18" creationId="{568CFC25-C18C-025E-AE16-5F348191025A}"/>
          </ac:picMkLst>
        </pc:picChg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  <pc:spChg chg="mod">
          <ac:chgData name="强 李" userId="cd6c7ec7188785ae" providerId="LiveId" clId="{662C0930-B515-4910-93A9-1A499EB77362}" dt="2023-03-11T07:08:08.428" v="762"/>
          <ac:spMkLst>
            <pc:docMk/>
            <pc:sldMk cId="188333421" sldId="541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7:07:36.768" v="734"/>
          <ac:spMkLst>
            <pc:docMk/>
            <pc:sldMk cId="188333421" sldId="541"/>
            <ac:spMk id="3" creationId="{6D883AE3-D7CE-8761-FAE5-A378DF6AE52C}"/>
          </ac:spMkLst>
        </pc:spChg>
        <pc:spChg chg="mod">
          <ac:chgData name="强 李" userId="cd6c7ec7188785ae" providerId="LiveId" clId="{662C0930-B515-4910-93A9-1A499EB77362}" dt="2023-03-11T08:03:28.033" v="1213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  <pc:spChg chg="mod">
          <ac:chgData name="强 李" userId="cd6c7ec7188785ae" providerId="LiveId" clId="{662C0930-B515-4910-93A9-1A499EB77362}" dt="2023-03-11T22:05:07.512" v="1826" actId="404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02:11.025" v="1196" actId="20577"/>
          <ac:spMkLst>
            <pc:docMk/>
            <pc:sldMk cId="3014528576" sldId="542"/>
            <ac:spMk id="5" creationId="{4A5AC82D-48F1-5DA2-0A95-193BBCEEA933}"/>
          </ac:spMkLst>
        </pc:spChg>
        <pc:spChg chg="mod">
          <ac:chgData name="强 李" userId="cd6c7ec7188785ae" providerId="LiveId" clId="{662C0930-B515-4910-93A9-1A499EB77362}" dt="2023-03-11T07:36:57.021" v="1071"/>
          <ac:spMkLst>
            <pc:docMk/>
            <pc:sldMk cId="3014528576" sldId="542"/>
            <ac:spMk id="18" creationId="{00000000-0000-0000-0000-000000000000}"/>
          </ac:spMkLst>
        </pc:spChg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  <pc:spChg chg="mod">
          <ac:chgData name="强 李" userId="cd6c7ec7188785ae" providerId="LiveId" clId="{662C0930-B515-4910-93A9-1A499EB77362}" dt="2023-03-11T22:12:46.885" v="1858"/>
          <ac:spMkLst>
            <pc:docMk/>
            <pc:sldMk cId="1242525785" sldId="543"/>
            <ac:spMk id="2" creationId="{00000000-0000-0000-0000-000000000000}"/>
          </ac:spMkLst>
        </pc:spChg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  <pc:spChg chg="mod">
          <ac:chgData name="强 李" userId="cd6c7ec7188785ae" providerId="LiveId" clId="{662C0930-B515-4910-93A9-1A499EB77362}" dt="2023-03-11T22:01:09.085" v="1804" actId="1076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36:31.771" v="1066" actId="20577"/>
          <ac:spMkLst>
            <pc:docMk/>
            <pc:sldMk cId="1236072088" sldId="54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24:07.685" v="892" actId="478"/>
          <ac:grpSpMkLst>
            <pc:docMk/>
            <pc:sldMk cId="1236072088" sldId="546"/>
            <ac:grpSpMk id="7" creationId="{8415C2D7-F2C8-1C6F-5DD8-9970E53E2F4E}"/>
          </ac:grpSpMkLst>
        </pc:grpChg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  <pc:spChg chg="mod">
          <ac:chgData name="强 李" userId="cd6c7ec7188785ae" providerId="LiveId" clId="{662C0930-B515-4910-93A9-1A499EB77362}" dt="2023-03-11T22:11:13.239" v="1854" actId="20577"/>
          <ac:spMkLst>
            <pc:docMk/>
            <pc:sldMk cId="2632320746" sldId="551"/>
            <ac:spMk id="2" creationId="{00000000-0000-0000-0000-000000000000}"/>
          </ac:spMkLst>
        </pc:spChg>
        <pc:spChg chg="del mod">
          <ac:chgData name="强 李" userId="cd6c7ec7188785ae" providerId="LiveId" clId="{662C0930-B515-4910-93A9-1A499EB77362}" dt="2023-03-11T08:11:59.443" v="1319" actId="478"/>
          <ac:spMkLst>
            <pc:docMk/>
            <pc:sldMk cId="2632320746" sldId="551"/>
            <ac:spMk id="4" creationId="{4B362D96-9962-5976-8E72-0BB5DA524421}"/>
          </ac:spMkLst>
        </pc:spChg>
        <pc:spChg chg="mod">
          <ac:chgData name="强 李" userId="cd6c7ec7188785ae" providerId="LiveId" clId="{662C0930-B515-4910-93A9-1A499EB77362}" dt="2023-03-11T08:02:24.613" v="1210"/>
          <ac:spMkLst>
            <pc:docMk/>
            <pc:sldMk cId="2632320746" sldId="551"/>
            <ac:spMk id="6" creationId="{F138545E-EEB5-75B7-72C1-16AD99D34E81}"/>
          </ac:spMkLst>
        </pc:spChg>
        <pc:spChg chg="add del">
          <ac:chgData name="强 李" userId="cd6c7ec7188785ae" providerId="LiveId" clId="{662C0930-B515-4910-93A9-1A499EB77362}" dt="2023-03-11T08:05:51.320" v="1238"/>
          <ac:spMkLst>
            <pc:docMk/>
            <pc:sldMk cId="2632320746" sldId="551"/>
            <ac:spMk id="7" creationId="{EBABDC6E-11C8-7A0D-A5A8-05D18BEDA806}"/>
          </ac:spMkLst>
        </pc:spChg>
        <pc:spChg chg="mod">
          <ac:chgData name="强 李" userId="cd6c7ec7188785ae" providerId="LiveId" clId="{662C0930-B515-4910-93A9-1A499EB77362}" dt="2023-03-11T08:13:20.952" v="1341"/>
          <ac:spMkLst>
            <pc:docMk/>
            <pc:sldMk cId="2632320746" sldId="551"/>
            <ac:spMk id="10" creationId="{EC74C576-B331-C48E-B2C7-E8CA8BAB4C49}"/>
          </ac:spMkLst>
        </pc:spChg>
        <pc:spChg chg="mod">
          <ac:chgData name="强 李" userId="cd6c7ec7188785ae" providerId="LiveId" clId="{662C0930-B515-4910-93A9-1A499EB77362}" dt="2023-03-11T08:04:14.289" v="1224"/>
          <ac:spMkLst>
            <pc:docMk/>
            <pc:sldMk cId="2632320746" sldId="551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8:04:09.917" v="1220" actId="478"/>
          <ac:grpSpMkLst>
            <pc:docMk/>
            <pc:sldMk cId="2632320746" sldId="551"/>
            <ac:grpSpMk id="3" creationId="{18652D06-F0C5-C1C8-8FEF-8216D94914AD}"/>
          </ac:grpSpMkLst>
        </pc:grpChg>
        <pc:grpChg chg="add mod">
          <ac:chgData name="强 李" userId="cd6c7ec7188785ae" providerId="LiveId" clId="{662C0930-B515-4910-93A9-1A499EB77362}" dt="2023-03-11T08:13:20.952" v="1341"/>
          <ac:grpSpMkLst>
            <pc:docMk/>
            <pc:sldMk cId="2632320746" sldId="551"/>
            <ac:grpSpMk id="8" creationId="{E7EAC2EE-5648-1224-46AA-160F6F6F3300}"/>
          </ac:grpSpMkLst>
        </pc:grpChg>
        <pc:picChg chg="mod">
          <ac:chgData name="强 李" userId="cd6c7ec7188785ae" providerId="LiveId" clId="{662C0930-B515-4910-93A9-1A499EB77362}" dt="2023-03-11T08:02:19.531" v="1198"/>
          <ac:picMkLst>
            <pc:docMk/>
            <pc:sldMk cId="2632320746" sldId="551"/>
            <ac:picMk id="5" creationId="{BCEA5273-9AB5-27D8-15DA-1612685627DA}"/>
          </ac:picMkLst>
        </pc:picChg>
        <pc:picChg chg="mod">
          <ac:chgData name="强 李" userId="cd6c7ec7188785ae" providerId="LiveId" clId="{662C0930-B515-4910-93A9-1A499EB77362}" dt="2023-03-11T08:13:20.952" v="1341"/>
          <ac:picMkLst>
            <pc:docMk/>
            <pc:sldMk cId="2632320746" sldId="551"/>
            <ac:picMk id="9" creationId="{8D1923FB-E975-9E82-558F-CA71CA93388D}"/>
          </ac:picMkLst>
        </pc:picChg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  <pc:spChg chg="mod">
          <ac:chgData name="强 李" userId="cd6c7ec7188785ae" providerId="LiveId" clId="{662C0930-B515-4910-93A9-1A499EB77362}" dt="2023-03-11T07:38:22.251" v="1081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  <pc:spChg chg="mod">
          <ac:chgData name="强 李" userId="cd6c7ec7188785ae" providerId="LiveId" clId="{662C0930-B515-4910-93A9-1A499EB77362}" dt="2023-03-11T21:33:40.081" v="1608" actId="113"/>
          <ac:spMkLst>
            <pc:docMk/>
            <pc:sldMk cId="530530540" sldId="553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37:14.192" v="302"/>
          <ac:spMkLst>
            <pc:docMk/>
            <pc:sldMk cId="530530540" sldId="553"/>
            <ac:spMk id="3" creationId="{A1973529-9132-C3AF-D21F-CA9FB739F487}"/>
          </ac:spMkLst>
        </pc:spChg>
        <pc:spChg chg="add del">
          <ac:chgData name="强 李" userId="cd6c7ec7188785ae" providerId="LiveId" clId="{662C0930-B515-4910-93A9-1A499EB77362}" dt="2023-03-11T06:50:29.427" v="440"/>
          <ac:spMkLst>
            <pc:docMk/>
            <pc:sldMk cId="530530540" sldId="553"/>
            <ac:spMk id="4" creationId="{62BC4176-1488-834D-2BF5-D925B7A75354}"/>
          </ac:spMkLst>
        </pc:spChg>
        <pc:spChg chg="mod">
          <ac:chgData name="强 李" userId="cd6c7ec7188785ae" providerId="LiveId" clId="{662C0930-B515-4910-93A9-1A499EB77362}" dt="2023-03-11T21:32:57.781" v="1606" actId="20577"/>
          <ac:spMkLst>
            <pc:docMk/>
            <pc:sldMk cId="530530540" sldId="553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54:22.696" v="540" actId="478"/>
          <ac:grpSpMkLst>
            <pc:docMk/>
            <pc:sldMk cId="530530540" sldId="553"/>
            <ac:grpSpMk id="5" creationId="{66B526DA-78B5-EF99-F66F-28E8DE868CF9}"/>
          </ac:grpSpMkLst>
        </pc:grpChg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  <pc:spChg chg="mod">
          <ac:chgData name="强 李" userId="cd6c7ec7188785ae" providerId="LiveId" clId="{662C0930-B515-4910-93A9-1A499EB77362}" dt="2023-03-11T21:05:54.468" v="1469" actId="1076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19:43.130" v="1425" actId="20577"/>
          <ac:spMkLst>
            <pc:docMk/>
            <pc:sldMk cId="3418790839" sldId="554"/>
            <ac:spMk id="18" creationId="{00000000-0000-0000-0000-000000000000}"/>
          </ac:spMkLst>
        </pc:spChg>
        <pc:graphicFrameChg chg="add mod modGraphic">
          <ac:chgData name="强 李" userId="cd6c7ec7188785ae" providerId="LiveId" clId="{662C0930-B515-4910-93A9-1A499EB77362}" dt="2023-03-11T06:47:45.154" v="418" actId="404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cxnChg chg="add">
          <ac:chgData name="强 李" userId="cd6c7ec7188785ae" providerId="LiveId" clId="{662C0930-B515-4910-93A9-1A499EB77362}" dt="2023-03-11T21:05:37.552" v="1467" actId="11529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  <pc:spChg chg="mod">
          <ac:chgData name="强 李" userId="cd6c7ec7188785ae" providerId="LiveId" clId="{662C0930-B515-4910-93A9-1A499EB77362}" dt="2023-03-11T06:40:21.913" v="364"/>
          <ac:spMkLst>
            <pc:docMk/>
            <pc:sldMk cId="1782103472" sldId="555"/>
            <ac:spMk id="18" creationId="{00000000-0000-0000-0000-000000000000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23" creationId="{56E9B3E6-E277-4D68-BA48-9CB43FFBD6E2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30" creationId="{D5B0017B-2ECA-49AF-B397-DC140825DF8D}"/>
          </ac:spMkLst>
        </pc:spChg>
        <pc:grpChg chg="add">
          <ac:chgData name="强 李" userId="cd6c7ec7188785ae" providerId="LiveId" clId="{662C0930-B515-4910-93A9-1A499EB77362}" dt="2023-03-11T06:39:41.993" v="351" actId="26606"/>
          <ac:grpSpMkLst>
            <pc:docMk/>
            <pc:sldMk cId="1782103472" sldId="555"/>
            <ac:grpSpMk id="25" creationId="{AE1C45F0-260A-458C-96ED-C1F6D2151219}"/>
          </ac:grpSpMkLst>
        </pc:grpChg>
        <pc:graphicFrameChg chg="mod modGraphic">
          <ac:chgData name="强 李" userId="cd6c7ec7188785ae" providerId="LiveId" clId="{662C0930-B515-4910-93A9-1A499EB77362}" dt="2023-03-11T06:42:03.512" v="377" actId="403"/>
          <ac:graphicFrameMkLst>
            <pc:docMk/>
            <pc:sldMk cId="1782103472" sldId="555"/>
            <ac:graphicFrameMk id="5" creationId="{6AB369E9-7320-DE30-3AFD-31DAAE20458E}"/>
          </ac:graphicFrameMkLst>
        </pc:graphicFrameChg>
        <pc:cxnChg chg="add">
          <ac:chgData name="强 李" userId="cd6c7ec7188785ae" providerId="LiveId" clId="{662C0930-B515-4910-93A9-1A499EB77362}" dt="2023-03-11T06:39:41.993" v="351" actId="26606"/>
          <ac:cxnSpMkLst>
            <pc:docMk/>
            <pc:sldMk cId="1782103472" sldId="555"/>
            <ac:cxnSpMk id="32" creationId="{6CF1BAF6-AD41-4082-B212-8A1F9A2E8779}"/>
          </ac:cxnSpMkLst>
        </pc:cxnChg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  <pc:spChg chg="mod">
          <ac:chgData name="强 李" userId="cd6c7ec7188785ae" providerId="LiveId" clId="{662C0930-B515-4910-93A9-1A499EB77362}" dt="2023-03-11T21:48:20.335" v="1671" actId="403"/>
          <ac:spMkLst>
            <pc:docMk/>
            <pc:sldMk cId="3692116085" sldId="555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25.286" v="955" actId="20577"/>
          <ac:spMkLst>
            <pc:docMk/>
            <pc:sldMk cId="3692116085" sldId="555"/>
            <ac:spMk id="5" creationId="{F26E2100-C214-5D1E-3B58-C2ED1ECE553C}"/>
          </ac:spMkLst>
        </pc:spChg>
        <pc:spChg chg="add del">
          <ac:chgData name="强 李" userId="cd6c7ec7188785ae" providerId="LiveId" clId="{662C0930-B515-4910-93A9-1A499EB77362}" dt="2023-03-11T07:03:04.489" v="660"/>
          <ac:spMkLst>
            <pc:docMk/>
            <pc:sldMk cId="3692116085" sldId="555"/>
            <ac:spMk id="6" creationId="{1667CC5F-FC83-D413-8A20-3CC1CD282029}"/>
          </ac:spMkLst>
        </pc:spChg>
        <pc:spChg chg="add del">
          <ac:chgData name="强 李" userId="cd6c7ec7188785ae" providerId="LiveId" clId="{662C0930-B515-4910-93A9-1A499EB77362}" dt="2023-03-11T21:47:41.639" v="1664"/>
          <ac:spMkLst>
            <pc:docMk/>
            <pc:sldMk cId="3692116085" sldId="555"/>
            <ac:spMk id="6" creationId="{E24A43C6-6F7B-B2D9-C7C7-8FF2ED55D25A}"/>
          </ac:spMkLst>
        </pc:spChg>
        <pc:spChg chg="mod">
          <ac:chgData name="强 李" userId="cd6c7ec7188785ae" providerId="LiveId" clId="{662C0930-B515-4910-93A9-1A499EB77362}" dt="2023-03-11T07:06:53.417" v="720" actId="20577"/>
          <ac:spMkLst>
            <pc:docMk/>
            <pc:sldMk cId="3692116085" sldId="555"/>
            <ac:spMk id="18" creationId="{00000000-0000-0000-0000-000000000000}"/>
          </ac:spMkLst>
        </pc:spChg>
        <pc:grpChg chg="add mod">
          <ac:chgData name="强 李" userId="cd6c7ec7188785ae" providerId="LiveId" clId="{662C0930-B515-4910-93A9-1A499EB77362}" dt="2023-03-11T07:02:18.831" v="643"/>
          <ac:grpSpMkLst>
            <pc:docMk/>
            <pc:sldMk cId="3692116085" sldId="555"/>
            <ac:grpSpMk id="3" creationId="{396B3AF0-3B7B-BB39-F9D1-6251432A74D1}"/>
          </ac:grpSpMkLst>
        </pc:grpChg>
        <pc:picChg chg="mod">
          <ac:chgData name="强 李" userId="cd6c7ec7188785ae" providerId="LiveId" clId="{662C0930-B515-4910-93A9-1A499EB77362}" dt="2023-03-11T07:02:18.831" v="643"/>
          <ac:picMkLst>
            <pc:docMk/>
            <pc:sldMk cId="3692116085" sldId="555"/>
            <ac:picMk id="4" creationId="{A8A77838-51F2-553E-DE91-246079D7696B}"/>
          </ac:picMkLst>
        </pc:picChg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  <pc:spChg chg="mod">
          <ac:chgData name="强 李" userId="cd6c7ec7188785ae" providerId="LiveId" clId="{662C0930-B515-4910-93A9-1A499EB77362}" dt="2023-03-11T21:52:05.085" v="1753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04:15.180" v="683"/>
          <ac:spMkLst>
            <pc:docMk/>
            <pc:sldMk cId="996529028" sldId="55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05:49.780" v="712" actId="478"/>
          <ac:grpSpMkLst>
            <pc:docMk/>
            <pc:sldMk cId="996529028" sldId="556"/>
            <ac:grpSpMk id="3" creationId="{396B3AF0-3B7B-BB39-F9D1-6251432A74D1}"/>
          </ac:grpSpMkLst>
        </pc:grpChg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  <pc:spChg chg="mod">
          <ac:chgData name="强 李" userId="cd6c7ec7188785ae" providerId="LiveId" clId="{662C0930-B515-4910-93A9-1A499EB77362}" dt="2023-03-11T22:03:15.695" v="1820"/>
          <ac:spMkLst>
            <pc:docMk/>
            <pc:sldMk cId="1560840645" sldId="557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32.565" v="958" actId="20577"/>
          <ac:spMkLst>
            <pc:docMk/>
            <pc:sldMk cId="1560840645" sldId="557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36.837" v="1067" actId="20577"/>
          <ac:spMkLst>
            <pc:docMk/>
            <pc:sldMk cId="1560840645" sldId="557"/>
            <ac:spMk id="6" creationId="{E9162F18-D987-C5F3-DE29-50E61F685379}"/>
          </ac:spMkLst>
        </pc:spChg>
        <pc:spChg chg="del">
          <ac:chgData name="强 李" userId="cd6c7ec7188785ae" providerId="LiveId" clId="{662C0930-B515-4910-93A9-1A499EB77362}" dt="2023-03-11T07:36:04.326" v="1056" actId="478"/>
          <ac:spMkLst>
            <pc:docMk/>
            <pc:sldMk cId="1560840645" sldId="557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7:32:55.346" v="1009" actId="478"/>
          <ac:grpSpMkLst>
            <pc:docMk/>
            <pc:sldMk cId="1560840645" sldId="557"/>
            <ac:grpSpMk id="3" creationId="{5AB7B9BB-BF5F-1016-F7B7-FFAEAEFD6106}"/>
          </ac:grpSpMkLst>
        </pc:grpChg>
        <pc:picChg chg="mod">
          <ac:chgData name="强 李" userId="cd6c7ec7188785ae" providerId="LiveId" clId="{662C0930-B515-4910-93A9-1A499EB77362}" dt="2023-03-11T07:27:07.525" v="929"/>
          <ac:picMkLst>
            <pc:docMk/>
            <pc:sldMk cId="1560840645" sldId="557"/>
            <ac:picMk id="4" creationId="{093C7B6F-EB40-A533-DCE7-A0EBFF60C517}"/>
          </ac:picMkLst>
        </pc:picChg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  <pc:spChg chg="mod">
          <ac:chgData name="强 李" userId="cd6c7ec7188785ae" providerId="LiveId" clId="{662C0930-B515-4910-93A9-1A499EB77362}" dt="2023-03-11T22:04:12.835" v="1825" actId="1076"/>
          <ac:spMkLst>
            <pc:docMk/>
            <pc:sldMk cId="3879874253" sldId="558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2:03:36.413" v="1822" actId="20577"/>
          <ac:spMkLst>
            <pc:docMk/>
            <pc:sldMk cId="3879874253" sldId="558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40.016" v="1068" actId="20577"/>
          <ac:spMkLst>
            <pc:docMk/>
            <pc:sldMk cId="3879874253" sldId="558"/>
            <ac:spMk id="6" creationId="{EF23C510-2016-A407-597D-D4AC06000692}"/>
          </ac:spMkLst>
        </pc:spChg>
        <pc:spChg chg="del">
          <ac:chgData name="强 李" userId="cd6c7ec7188785ae" providerId="LiveId" clId="{662C0930-B515-4910-93A9-1A499EB77362}" dt="2023-03-11T07:36:09.088" v="1058" actId="478"/>
          <ac:spMkLst>
            <pc:docMk/>
            <pc:sldMk cId="3879874253" sldId="558"/>
            <ac:spMk id="18" creationId="{00000000-0000-0000-0000-000000000000}"/>
          </ac:spMkLst>
        </pc:spChg>
        <pc:grpChg chg="mod">
          <ac:chgData name="强 李" userId="cd6c7ec7188785ae" providerId="LiveId" clId="{662C0930-B515-4910-93A9-1A499EB77362}" dt="2023-03-11T07:32:18.022" v="1007" actId="1076"/>
          <ac:grpSpMkLst>
            <pc:docMk/>
            <pc:sldMk cId="3879874253" sldId="558"/>
            <ac:grpSpMk id="3" creationId="{5AB7B9BB-BF5F-1016-F7B7-FFAEAEFD6106}"/>
          </ac:grpSpMkLst>
        </pc:grpChg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  <pc:spChg chg="mod">
          <ac:chgData name="强 李" userId="cd6c7ec7188785ae" providerId="LiveId" clId="{662C0930-B515-4910-93A9-1A499EB77362}" dt="2023-03-11T08:18:50.703" v="1413" actId="20577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8:18:53.822" v="141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  <pc:spChg chg="mod">
          <ac:chgData name="强 李" userId="cd6c7ec7188785ae" providerId="LiveId" clId="{662C0930-B515-4910-93A9-1A499EB77362}" dt="2023-03-11T21:39:38.828" v="1631"/>
          <ac:spMkLst>
            <pc:docMk/>
            <pc:sldMk cId="158457568" sldId="56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1:52:35.144" v="1759" actId="14100"/>
          <ac:spMkLst>
            <pc:docMk/>
            <pc:sldMk cId="158457568" sldId="56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0:18.066" v="6" actId="113"/>
        <pc:sldMkLst>
          <pc:docMk/>
          <pc:sldMk cId="54695671" sldId="531"/>
        </pc:sldMkLst>
        <pc:spChg chg="mod">
          <ac:chgData name="强 李" userId="cd6c7ec7188785ae" providerId="LiveId" clId="{59B04525-367E-458D-A292-D07252BFEF77}" dt="2023-05-13T21:10:18.066" v="6" actId="113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  <pc:spChg chg="mod">
          <ac:chgData name="强 李" userId="cd6c7ec7188785ae" providerId="LiveId" clId="{59B04525-367E-458D-A292-D07252BFEF77}" dt="2023-05-13T21:14:42.483" v="10"/>
          <ac:spMkLst>
            <pc:docMk/>
            <pc:sldMk cId="3813767857" sldId="538"/>
            <ac:spMk id="5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  <pc:spChg chg="mod">
          <ac:chgData name="强 李" userId="cd6c7ec7188785ae" providerId="LiveId" clId="{59B04525-367E-458D-A292-D07252BFEF77}" dt="2023-05-13T21:21:25.855" v="18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  <pc:spChg chg="mod">
          <ac:chgData name="强 李" userId="cd6c7ec7188785ae" providerId="LiveId" clId="{59B04525-367E-458D-A292-D07252BFEF77}" dt="2023-05-13T21:32:44.141" v="49" actId="6549"/>
          <ac:spMkLst>
            <pc:docMk/>
            <pc:sldMk cId="3014528576" sldId="542"/>
            <ac:spMk id="2" creationId="{00000000-0000-0000-0000-000000000000}"/>
          </ac:spMkLst>
        </pc:spChg>
        <pc:grpChg chg="mod">
          <ac:chgData name="强 李" userId="cd6c7ec7188785ae" providerId="LiveId" clId="{59B04525-367E-458D-A292-D07252BFEF77}" dt="2023-05-13T21:32:28.012" v="48" actId="1076"/>
          <ac:grpSpMkLst>
            <pc:docMk/>
            <pc:sldMk cId="3014528576" sldId="542"/>
            <ac:grpSpMk id="3" creationId="{726480B9-F738-F9C4-A3A9-291FDBCBE60B}"/>
          </ac:grpSpMkLst>
        </pc:grpChg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  <pc:spChg chg="mod">
          <ac:chgData name="强 李" userId="cd6c7ec7188785ae" providerId="LiveId" clId="{59B04525-367E-458D-A292-D07252BFEF77}" dt="2023-05-13T21:33:54.200" v="52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  <pc:spChg chg="mod">
          <ac:chgData name="强 李" userId="cd6c7ec7188785ae" providerId="LiveId" clId="{59B04525-367E-458D-A292-D07252BFEF77}" dt="2023-05-13T21:26:33.198" v="45"/>
          <ac:spMkLst>
            <pc:docMk/>
            <pc:sldMk cId="1560840645" sldId="557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  <pc:spChg chg="mod">
          <ac:chgData name="强 李" userId="cd6c7ec7188785ae" providerId="LiveId" clId="{59B04525-367E-458D-A292-D07252BFEF77}" dt="2023-05-13T21:15:27.492" v="15" actId="20577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  <pc:spChg chg="mod">
          <ac:chgData name="强 李" userId="cd6c7ec7188785ae" providerId="LiveId" clId="{4C67824B-4ABF-4026-A5FF-7EB9DA765689}" dt="2023-02-18T12:35:14.244" v="25" actId="20577"/>
          <ac:spMkLst>
            <pc:docMk/>
            <pc:sldMk cId="0" sldId="413"/>
            <ac:spMk id="4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  <pc:spChg chg="add del mod">
          <ac:chgData name="强 李" userId="cd6c7ec7188785ae" providerId="LiveId" clId="{4C67824B-4ABF-4026-A5FF-7EB9DA765689}" dt="2023-02-18T10:52:22.626" v="17"/>
          <ac:spMkLst>
            <pc:docMk/>
            <pc:sldMk cId="3813767857" sldId="538"/>
            <ac:spMk id="5" creationId="{00000000-0000-0000-0000-000000000000}"/>
          </ac:spMkLst>
        </pc:spChg>
        <pc:spChg chg="mod">
          <ac:chgData name="强 李" userId="cd6c7ec7188785ae" providerId="LiveId" clId="{4C67824B-4ABF-4026-A5FF-7EB9DA765689}" dt="2023-02-18T10:51:49.104" v="6" actId="6549"/>
          <ac:spMkLst>
            <pc:docMk/>
            <pc:sldMk cId="3813767857" sldId="538"/>
            <ac:spMk id="7" creationId="{00000000-0000-0000-0000-000000000000}"/>
          </ac:spMkLst>
        </pc:spChg>
        <pc:picChg chg="add del">
          <ac:chgData name="强 李" userId="cd6c7ec7188785ae" providerId="LiveId" clId="{4C67824B-4ABF-4026-A5FF-7EB9DA765689}" dt="2023-02-18T10:51:45.415" v="5" actId="22"/>
          <ac:picMkLst>
            <pc:docMk/>
            <pc:sldMk cId="3813767857" sldId="538"/>
            <ac:picMk id="3" creationId="{F858E885-3B4C-08E6-D706-338787AC8643}"/>
          </ac:picMkLst>
        </pc:picChg>
        <pc:picChg chg="add del mod">
          <ac:chgData name="强 李" userId="cd6c7ec7188785ae" providerId="LiveId" clId="{4C67824B-4ABF-4026-A5FF-7EB9DA765689}" dt="2023-02-18T10:51:44.375" v="4"/>
          <ac:picMkLst>
            <pc:docMk/>
            <pc:sldMk cId="3813767857" sldId="538"/>
            <ac:picMk id="4" creationId="{C215FE08-B064-D2BA-685A-B158F7698996}"/>
          </ac:picMkLst>
        </pc:picChg>
        <pc:picChg chg="add del mod">
          <ac:chgData name="强 李" userId="cd6c7ec7188785ae" providerId="LiveId" clId="{4C67824B-4ABF-4026-A5FF-7EB9DA765689}" dt="2023-02-18T12:40:13.868" v="27" actId="478"/>
          <ac:picMkLst>
            <pc:docMk/>
            <pc:sldMk cId="3813767857" sldId="538"/>
            <ac:picMk id="8" creationId="{D89F7F07-7A5E-961F-E5FC-4808EC192D29}"/>
          </ac:picMkLst>
        </pc:picChg>
        <pc:picChg chg="add del mod">
          <ac:chgData name="强 李" userId="cd6c7ec7188785ae" providerId="LiveId" clId="{4C67824B-4ABF-4026-A5FF-7EB9DA765689}" dt="2023-02-18T12:43:48.669" v="30" actId="478"/>
          <ac:picMkLst>
            <pc:docMk/>
            <pc:sldMk cId="3813767857" sldId="538"/>
            <ac:picMk id="10" creationId="{820B0367-8E8D-3FA2-9F7E-E58140356AAC}"/>
          </ac:picMkLst>
        </pc:picChg>
        <pc:picChg chg="add del mod">
          <ac:chgData name="强 李" userId="cd6c7ec7188785ae" providerId="LiveId" clId="{4C67824B-4ABF-4026-A5FF-7EB9DA765689}" dt="2023-02-18T12:45:31.621" v="33" actId="478"/>
          <ac:picMkLst>
            <pc:docMk/>
            <pc:sldMk cId="3813767857" sldId="538"/>
            <ac:picMk id="12" creationId="{B66D3BAF-CA7F-958C-A675-CAF8E57A7390}"/>
          </ac:picMkLst>
        </pc:picChg>
        <pc:picChg chg="add del">
          <ac:chgData name="强 李" userId="cd6c7ec7188785ae" providerId="LiveId" clId="{4C67824B-4ABF-4026-A5FF-7EB9DA765689}" dt="2023-02-18T12:46:25.397" v="35" actId="478"/>
          <ac:picMkLst>
            <pc:docMk/>
            <pc:sldMk cId="3813767857" sldId="538"/>
            <ac:picMk id="14" creationId="{FA0BC33C-1022-A907-488D-F18274D526B9}"/>
          </ac:picMkLst>
        </pc:picChg>
        <pc:picChg chg="add mod">
          <ac:chgData name="强 李" userId="cd6c7ec7188785ae" providerId="LiveId" clId="{4C67824B-4ABF-4026-A5FF-7EB9DA765689}" dt="2023-02-18T12:46:27.700" v="37" actId="1076"/>
          <ac:picMkLst>
            <pc:docMk/>
            <pc:sldMk cId="3813767857" sldId="538"/>
            <ac:picMk id="16" creationId="{74056DEE-0819-4B10-D7F5-CEF8EFDB20AE}"/>
          </ac:picMkLst>
        </pc:picChg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  <pc:spChg chg="mod">
          <ac:chgData name="强 李" userId="cd6c7ec7188785ae" providerId="LiveId" clId="{4C67824B-4ABF-4026-A5FF-7EB9DA765689}" dt="2023-02-18T12:52:04.687" v="135" actId="15"/>
          <ac:spMkLst>
            <pc:docMk/>
            <pc:sldMk cId="188333421" sldId="541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2:48:37.085" v="48" actId="14100"/>
          <ac:spMkLst>
            <pc:docMk/>
            <pc:sldMk cId="188333421" sldId="54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  <pc:spChg chg="mod">
          <ac:chgData name="强 李" userId="cd6c7ec7188785ae" providerId="LiveId" clId="{4C67824B-4ABF-4026-A5FF-7EB9DA765689}" dt="2023-02-18T13:21:42.955" v="486" actId="20577"/>
          <ac:spMkLst>
            <pc:docMk/>
            <pc:sldMk cId="3014528576" sldId="542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20:43.996" v="424"/>
          <ac:spMkLst>
            <pc:docMk/>
            <pc:sldMk cId="3014528576" sldId="542"/>
            <ac:spMk id="3" creationId="{BDB90018-EE78-A5D7-1768-C00C120955C9}"/>
          </ac:spMkLst>
        </pc:spChg>
        <pc:spChg chg="mod">
          <ac:chgData name="强 李" userId="cd6c7ec7188785ae" providerId="LiveId" clId="{4C67824B-4ABF-4026-A5FF-7EB9DA765689}" dt="2023-02-18T13:16:37.422" v="387"/>
          <ac:spMkLst>
            <pc:docMk/>
            <pc:sldMk cId="3014528576" sldId="542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  <pc:spChg chg="mod">
          <ac:chgData name="强 李" userId="cd6c7ec7188785ae" providerId="LiveId" clId="{4C67824B-4ABF-4026-A5FF-7EB9DA765689}" dt="2023-02-18T13:46:48.445" v="772" actId="113"/>
          <ac:spMkLst>
            <pc:docMk/>
            <pc:sldMk cId="1242525785" sldId="543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45:34.636" v="744"/>
          <ac:spMkLst>
            <pc:docMk/>
            <pc:sldMk cId="1242525785" sldId="543"/>
            <ac:spMk id="3" creationId="{0EAF7D6E-4E37-4798-68A6-56ECDF8E3B3A}"/>
          </ac:spMkLst>
        </pc:spChg>
        <pc:spChg chg="mod">
          <ac:chgData name="强 李" userId="cd6c7ec7188785ae" providerId="LiveId" clId="{4C67824B-4ABF-4026-A5FF-7EB9DA765689}" dt="2023-02-18T13:45:24.868" v="742"/>
          <ac:spMkLst>
            <pc:docMk/>
            <pc:sldMk cId="1242525785" sldId="543"/>
            <ac:spMk id="18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  <pc:spChg chg="add mod">
          <ac:chgData name="强 李" userId="cd6c7ec7188785ae" providerId="LiveId" clId="{4C67824B-4ABF-4026-A5FF-7EB9DA765689}" dt="2023-02-18T13:18:04.519" v="403" actId="207"/>
          <ac:spMkLst>
            <pc:docMk/>
            <pc:sldMk cId="3594653571" sldId="545"/>
            <ac:spMk id="3" creationId="{93B5B640-A200-0186-2651-3F5529A19A41}"/>
          </ac:spMkLst>
        </pc:spChg>
        <pc:spChg chg="mod">
          <ac:chgData name="强 李" userId="cd6c7ec7188785ae" providerId="LiveId" clId="{4C67824B-4ABF-4026-A5FF-7EB9DA765689}" dt="2023-02-18T13:16:46.750" v="388" actId="6549"/>
          <ac:spMkLst>
            <pc:docMk/>
            <pc:sldMk cId="3594653571" sldId="545"/>
            <ac:spMk id="7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  <pc:spChg chg="mod">
          <ac:chgData name="强 李" userId="cd6c7ec7188785ae" providerId="LiveId" clId="{4C67824B-4ABF-4026-A5FF-7EB9DA765689}" dt="2023-02-18T13:05:14.894" v="248" actId="6549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3:05:32.564" v="255" actId="20577"/>
          <ac:spMkLst>
            <pc:docMk/>
            <pc:sldMk cId="1236072088" sldId="546"/>
            <ac:spMk id="18" creationId="{00000000-0000-0000-0000-000000000000}"/>
          </ac:spMkLst>
        </pc:spChg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  <pc:spChg chg="mod">
          <ac:chgData name="强 李" userId="cd6c7ec7188785ae" providerId="LiveId" clId="{4C67824B-4ABF-4026-A5FF-7EB9DA765689}" dt="2023-02-18T13:16:04.879" v="383" actId="6549"/>
          <ac:spMkLst>
            <pc:docMk/>
            <pc:sldMk cId="30193004" sldId="547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09:29.527" v="286"/>
          <ac:spMkLst>
            <pc:docMk/>
            <pc:sldMk cId="30193004" sldId="547"/>
            <ac:spMk id="3" creationId="{8C1620A6-FDB1-5B29-AACA-B0B0E969F671}"/>
          </ac:spMkLst>
        </pc:spChg>
        <pc:spChg chg="mod">
          <ac:chgData name="强 李" userId="cd6c7ec7188785ae" providerId="LiveId" clId="{4C67824B-4ABF-4026-A5FF-7EB9DA765689}" dt="2023-02-18T13:05:01.668" v="247"/>
          <ac:spMkLst>
            <pc:docMk/>
            <pc:sldMk cId="30193004" sldId="547"/>
            <ac:spMk id="18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  <pc:spChg chg="mod">
          <ac:chgData name="强 李" userId="cd6c7ec7188785ae" providerId="LiveId" clId="{4C67824B-4ABF-4026-A5FF-7EB9DA765689}" dt="2023-02-18T13:26:33.938" v="574"/>
          <ac:spMkLst>
            <pc:docMk/>
            <pc:sldMk cId="1850033319" sldId="548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  <pc:spChg chg="mod">
          <ac:chgData name="强 李" userId="cd6c7ec7188785ae" providerId="LiveId" clId="{4C67824B-4ABF-4026-A5FF-7EB9DA765689}" dt="2023-02-18T13:33:13.180" v="650" actId="404"/>
          <ac:spMkLst>
            <pc:docMk/>
            <pc:sldMk cId="2628862028" sldId="549"/>
            <ac:spMk id="2" creationId="{00000000-0000-0000-0000-000000000000}"/>
          </ac:spMkLst>
        </pc:spChg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  <pc:spChg chg="mod">
          <ac:chgData name="强 李" userId="cd6c7ec7188785ae" providerId="LiveId" clId="{4C67824B-4ABF-4026-A5FF-7EB9DA765689}" dt="2023-02-18T13:35:53.684" v="691"/>
          <ac:spMkLst>
            <pc:docMk/>
            <pc:sldMk cId="2538769747" sldId="550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  <pc:spChg chg="mod">
          <ac:chgData name="强 李" userId="cd6c7ec7188785ae" providerId="LiveId" clId="{4C67824B-4ABF-4026-A5FF-7EB9DA765689}" dt="2023-02-18T13:45:07.955" v="738" actId="20577"/>
          <ac:spMkLst>
            <pc:docMk/>
            <pc:sldMk cId="2632320746" sldId="55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  <pc:spChg chg="mod">
          <ac:chgData name="强 李" userId="cd6c7ec7188785ae" providerId="LiveId" clId="{B6154CA8-8C72-45D2-BE76-D4B6167EDC87}" dt="2023-03-18T21:53:03.774" v="74"/>
          <ac:spMkLst>
            <pc:docMk/>
            <pc:sldMk cId="188333421" sldId="541"/>
            <ac:spMk id="18" creationId="{00000000-0000-0000-0000-000000000000}"/>
          </ac:spMkLst>
        </pc:spChg>
      </pc:sldChg>
      <pc:sldChg chg="ord">
        <pc:chgData name="强 李" userId="cd6c7ec7188785ae" providerId="LiveId" clId="{B6154CA8-8C72-45D2-BE76-D4B6167EDC87}" dt="2023-03-18T21:01:16.632" v="1"/>
        <pc:sldMkLst>
          <pc:docMk/>
          <pc:sldMk cId="3418790839" sldId="554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  <pc:spChg chg="mod">
          <ac:chgData name="强 李" userId="cd6c7ec7188785ae" providerId="LiveId" clId="{B6154CA8-8C72-45D2-BE76-D4B6167EDC87}" dt="2023-03-18T21:49:01.243" v="19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  <pc:spChg chg="mod">
          <ac:chgData name="强 李" userId="cd6c7ec7188785ae" providerId="LiveId" clId="{B6154CA8-8C72-45D2-BE76-D4B6167EDC87}" dt="2023-03-18T21:52:46.950" v="70" actId="20577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B6154CA8-8C72-45D2-BE76-D4B6167EDC87}" dt="2023-03-18T21:51:22.206" v="22"/>
          <ac:spMkLst>
            <pc:docMk/>
            <pc:sldMk cId="996529028" sldId="556"/>
            <ac:spMk id="18" creationId="{00000000-0000-0000-0000-000000000000}"/>
          </ac:spMkLst>
        </pc:spChg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  <pc:spChg chg="mod">
          <ac:chgData name="李 强" userId="cd6c7ec7188785ae" providerId="LiveId" clId="{A0AD0D13-0BFD-4F11-9585-DCCAE7360DFB}" dt="2023-02-18T14:05:07.474" v="2" actId="20577"/>
          <ac:spMkLst>
            <pc:docMk/>
            <pc:sldMk cId="0" sldId="413"/>
            <ac:spMk id="4" creationId="{00000000-0000-0000-0000-000000000000}"/>
          </ac:spMkLst>
        </pc:spChg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  <pc:spChg chg="del mod">
          <ac:chgData name="李 强" userId="cd6c7ec7188785ae" providerId="LiveId" clId="{A0AD0D13-0BFD-4F11-9585-DCCAE7360DFB}" dt="2023-02-18T21:00:06.895" v="170" actId="12084"/>
          <ac:spMkLst>
            <pc:docMk/>
            <pc:sldMk cId="0" sldId="425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01:38.486" v="195" actId="14100"/>
          <ac:spMkLst>
            <pc:docMk/>
            <pc:sldMk cId="0" sldId="425"/>
            <ac:spMk id="18" creationId="{00000000-0000-0000-0000-000000000000}"/>
          </ac:spMkLst>
        </pc:spChg>
        <pc:graphicFrameChg chg="add mod">
          <ac:chgData name="李 强" userId="cd6c7ec7188785ae" providerId="LiveId" clId="{A0AD0D13-0BFD-4F11-9585-DCCAE7360DFB}" dt="2023-02-18T21:02:35.854" v="19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 mod">
          <ac:chgData name="李 强" userId="cd6c7ec7188785ae" providerId="LiveId" clId="{A0AD0D13-0BFD-4F11-9585-DCCAE7360DFB}" dt="2023-02-18T20:57:43.430" v="165" actId="478"/>
          <ac:picMkLst>
            <pc:docMk/>
            <pc:sldMk cId="0" sldId="425"/>
            <ac:picMk id="4" creationId="{27225987-7E0F-6DA0-ECD3-734739A316A7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  <pc:spChg chg="mod">
          <ac:chgData name="李 强" userId="cd6c7ec7188785ae" providerId="LiveId" clId="{A0AD0D13-0BFD-4F11-9585-DCCAE7360DFB}" dt="2023-02-18T21:13:51.529" v="253" actId="6549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3:48.208" v="252"/>
          <ac:spMkLst>
            <pc:docMk/>
            <pc:sldMk cId="54695671" sldId="531"/>
            <ac:spMk id="7" creationId="{2D1A8CAF-63CC-1BAD-13AD-0325E43D050B}"/>
          </ac:spMkLst>
        </pc:spChg>
        <pc:spChg chg="mod">
          <ac:chgData name="李 强" userId="cd6c7ec7188785ae" providerId="LiveId" clId="{A0AD0D13-0BFD-4F11-9585-DCCAE7360DFB}" dt="2023-02-18T14:19:59.465" v="15"/>
          <ac:spMkLst>
            <pc:docMk/>
            <pc:sldMk cId="54695671" sldId="531"/>
            <ac:spMk id="18" creationId="{00000000-0000-0000-0000-000000000000}"/>
          </ac:spMkLst>
        </pc:spChg>
        <pc:grpChg chg="add mod">
          <ac:chgData name="李 强" userId="cd6c7ec7188785ae" providerId="LiveId" clId="{A0AD0D13-0BFD-4F11-9585-DCCAE7360DFB}" dt="2023-02-18T21:13:58.400" v="255" actId="1076"/>
          <ac:grpSpMkLst>
            <pc:docMk/>
            <pc:sldMk cId="54695671" sldId="531"/>
            <ac:grpSpMk id="5" creationId="{66B526DA-78B5-EF99-F66F-28E8DE868CF9}"/>
          </ac:grpSpMkLst>
        </pc:grpChg>
        <pc:picChg chg="add del mod">
          <ac:chgData name="李 强" userId="cd6c7ec7188785ae" providerId="LiveId" clId="{A0AD0D13-0BFD-4F11-9585-DCCAE7360DFB}" dt="2023-02-18T21:13:54.098" v="254" actId="478"/>
          <ac:picMkLst>
            <pc:docMk/>
            <pc:sldMk cId="54695671" sldId="531"/>
            <ac:picMk id="4" creationId="{A334C737-564D-2E1B-D7F5-75244E536269}"/>
          </ac:picMkLst>
        </pc:picChg>
        <pc:picChg chg="mod">
          <ac:chgData name="李 强" userId="cd6c7ec7188785ae" providerId="LiveId" clId="{A0AD0D13-0BFD-4F11-9585-DCCAE7360DFB}" dt="2023-02-18T21:13:31.748" v="247"/>
          <ac:picMkLst>
            <pc:docMk/>
            <pc:sldMk cId="54695671" sldId="531"/>
            <ac:picMk id="6" creationId="{7ED050C9-E1B9-1C8B-E9AC-6460500E2DCD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  <pc:spChg chg="mod">
          <ac:chgData name="李 强" userId="cd6c7ec7188785ae" providerId="LiveId" clId="{A0AD0D13-0BFD-4F11-9585-DCCAE7360DFB}" dt="2023-02-18T21:23:04.632" v="330" actId="20577"/>
          <ac:spMkLst>
            <pc:docMk/>
            <pc:sldMk cId="188333421" sldId="541"/>
            <ac:spMk id="2" creationId="{00000000-0000-0000-0000-000000000000}"/>
          </ac:spMkLst>
        </pc:spChg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  <pc:spChg chg="mod">
          <ac:chgData name="李 强" userId="cd6c7ec7188785ae" providerId="LiveId" clId="{A0AD0D13-0BFD-4F11-9585-DCCAE7360DFB}" dt="2023-02-18T21:59:06.009" v="472" actId="108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15.920" v="307"/>
          <ac:spMkLst>
            <pc:docMk/>
            <pc:sldMk cId="3014528576" sldId="542"/>
            <ac:spMk id="5" creationId="{4A5AC82D-48F1-5DA2-0A95-193BBCEEA933}"/>
          </ac:spMkLst>
        </pc:spChg>
        <pc:grpChg chg="add mod">
          <ac:chgData name="李 强" userId="cd6c7ec7188785ae" providerId="LiveId" clId="{A0AD0D13-0BFD-4F11-9585-DCCAE7360DFB}" dt="2023-02-18T21:16:03.447" v="301" actId="1076"/>
          <ac:grpSpMkLst>
            <pc:docMk/>
            <pc:sldMk cId="3014528576" sldId="542"/>
            <ac:grpSpMk id="3" creationId="{726480B9-F738-F9C4-A3A9-291FDBCBE60B}"/>
          </ac:grpSpMkLst>
        </pc:grpChg>
        <pc:picChg chg="mod">
          <ac:chgData name="李 强" userId="cd6c7ec7188785ae" providerId="LiveId" clId="{A0AD0D13-0BFD-4F11-9585-DCCAE7360DFB}" dt="2023-02-18T21:15:58.004" v="299"/>
          <ac:picMkLst>
            <pc:docMk/>
            <pc:sldMk cId="3014528576" sldId="542"/>
            <ac:picMk id="4" creationId="{515BC975-09A1-48C6-8FED-743CBD34CC3B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  <pc:spChg chg="mod">
          <ac:chgData name="李 强" userId="cd6c7ec7188785ae" providerId="LiveId" clId="{A0AD0D13-0BFD-4F11-9585-DCCAE7360DFB}" dt="2023-02-18T21:27:48.110" v="340" actId="20577"/>
          <ac:spMkLst>
            <pc:docMk/>
            <pc:sldMk cId="1236072088" sldId="546"/>
            <ac:spMk id="2" creationId="{00000000-0000-0000-0000-000000000000}"/>
          </ac:spMkLst>
        </pc:spChg>
        <pc:spChg chg="add del">
          <ac:chgData name="李 强" userId="cd6c7ec7188785ae" providerId="LiveId" clId="{A0AD0D13-0BFD-4F11-9585-DCCAE7360DFB}" dt="2023-02-18T21:12:00.948" v="222"/>
          <ac:spMkLst>
            <pc:docMk/>
            <pc:sldMk cId="1236072088" sldId="546"/>
            <ac:spMk id="4" creationId="{A40F4468-0073-3ECA-9CD9-F87616BD0B00}"/>
          </ac:spMkLst>
        </pc:spChg>
        <pc:spChg chg="add mod">
          <ac:chgData name="李 强" userId="cd6c7ec7188785ae" providerId="LiveId" clId="{A0AD0D13-0BFD-4F11-9585-DCCAE7360DFB}" dt="2023-02-18T21:12:38.373" v="226" actId="164"/>
          <ac:spMkLst>
            <pc:docMk/>
            <pc:sldMk cId="1236072088" sldId="546"/>
            <ac:spMk id="6" creationId="{C7DDE0EC-59DE-48FE-924A-E11B03032422}"/>
          </ac:spMkLst>
        </pc:spChg>
        <pc:grpChg chg="add mod">
          <ac:chgData name="李 强" userId="cd6c7ec7188785ae" providerId="LiveId" clId="{A0AD0D13-0BFD-4F11-9585-DCCAE7360DFB}" dt="2023-02-18T21:13:23.063" v="246" actId="1076"/>
          <ac:grpSpMkLst>
            <pc:docMk/>
            <pc:sldMk cId="1236072088" sldId="546"/>
            <ac:grpSpMk id="7" creationId="{8415C2D7-F2C8-1C6F-5DD8-9970E53E2F4E}"/>
          </ac:grpSpMkLst>
        </pc:grpChg>
        <pc:picChg chg="add mod">
          <ac:chgData name="李 强" userId="cd6c7ec7188785ae" providerId="LiveId" clId="{A0AD0D13-0BFD-4F11-9585-DCCAE7360DFB}" dt="2023-02-18T21:12:38.373" v="226" actId="164"/>
          <ac:picMkLst>
            <pc:docMk/>
            <pc:sldMk cId="1236072088" sldId="546"/>
            <ac:picMk id="3" creationId="{970178CA-16A9-F886-F888-C097DE33FCD7}"/>
          </ac:picMkLst>
        </pc:picChg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  <pc:spChg chg="mod">
          <ac:chgData name="李 强" userId="cd6c7ec7188785ae" providerId="LiveId" clId="{A0AD0D13-0BFD-4F11-9585-DCCAE7360DFB}" dt="2023-02-18T21:47:29.054" v="348" actId="20577"/>
          <ac:spMkLst>
            <pc:docMk/>
            <pc:sldMk cId="30193004" sldId="547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43:53.150" v="344"/>
          <ac:spMkLst>
            <pc:docMk/>
            <pc:sldMk cId="30193004" sldId="547"/>
            <ac:spMk id="5" creationId="{119776E6-13D0-E3C6-B0AF-0AE81EC32EB1}"/>
          </ac:spMkLst>
        </pc:spChg>
        <pc:grpChg chg="add mod">
          <ac:chgData name="李 强" userId="cd6c7ec7188785ae" providerId="LiveId" clId="{A0AD0D13-0BFD-4F11-9585-DCCAE7360DFB}" dt="2023-02-18T21:44:00.314" v="345" actId="1076"/>
          <ac:grpSpMkLst>
            <pc:docMk/>
            <pc:sldMk cId="30193004" sldId="547"/>
            <ac:grpSpMk id="3" creationId="{09E1F726-1044-0820-13BF-1422AEAF8B9A}"/>
          </ac:grpSpMkLst>
        </pc:grpChg>
        <pc:picChg chg="mod">
          <ac:chgData name="李 强" userId="cd6c7ec7188785ae" providerId="LiveId" clId="{A0AD0D13-0BFD-4F11-9585-DCCAE7360DFB}" dt="2023-02-18T21:12:53.547" v="227"/>
          <ac:picMkLst>
            <pc:docMk/>
            <pc:sldMk cId="30193004" sldId="547"/>
            <ac:picMk id="4" creationId="{338F6CE7-DF82-8F79-312B-B5451C1B1882}"/>
          </ac:picMkLst>
        </pc:picChg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  <pc:spChg chg="mod">
          <ac:chgData name="李 强" userId="cd6c7ec7188785ae" providerId="LiveId" clId="{A0AD0D13-0BFD-4F11-9585-DCCAE7360DFB}" dt="2023-02-18T22:02:41.586" v="492" actId="255"/>
          <ac:spMkLst>
            <pc:docMk/>
            <pc:sldMk cId="1850033319" sldId="548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26.672" v="314"/>
          <ac:spMkLst>
            <pc:docMk/>
            <pc:sldMk cId="1850033319" sldId="548"/>
            <ac:spMk id="5" creationId="{AD90000D-A3AB-4A8E-D619-ACF05C853ADF}"/>
          </ac:spMkLst>
        </pc:spChg>
        <pc:spChg chg="add del">
          <ac:chgData name="李 强" userId="cd6c7ec7188785ae" providerId="LiveId" clId="{A0AD0D13-0BFD-4F11-9585-DCCAE7360DFB}" dt="2023-02-18T22:01:14.038" v="478"/>
          <ac:spMkLst>
            <pc:docMk/>
            <pc:sldMk cId="1850033319" sldId="548"/>
            <ac:spMk id="6" creationId="{0D605B4C-1607-2DBB-D37E-6709AAD130B0}"/>
          </ac:spMkLst>
        </pc:spChg>
        <pc:grpChg chg="add mod">
          <ac:chgData name="李 强" userId="cd6c7ec7188785ae" providerId="LiveId" clId="{A0AD0D13-0BFD-4F11-9585-DCCAE7360DFB}" dt="2023-02-18T21:14:25" v="258" actId="1076"/>
          <ac:grpSpMkLst>
            <pc:docMk/>
            <pc:sldMk cId="1850033319" sldId="548"/>
            <ac:grpSpMk id="3" creationId="{E3F25E25-2780-0BA4-5F1E-81FE86C42EC9}"/>
          </ac:grpSpMkLst>
        </pc:grpChg>
        <pc:picChg chg="mod">
          <ac:chgData name="李 强" userId="cd6c7ec7188785ae" providerId="LiveId" clId="{A0AD0D13-0BFD-4F11-9585-DCCAE7360DFB}" dt="2023-02-18T21:14:17.826" v="256"/>
          <ac:picMkLst>
            <pc:docMk/>
            <pc:sldMk cId="1850033319" sldId="548"/>
            <ac:picMk id="4" creationId="{1CFAAF72-0F47-0A47-6A0E-E70AE1FF0468}"/>
          </ac:picMkLst>
        </pc:picChg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  <pc:spChg chg="mod">
          <ac:chgData name="李 强" userId="cd6c7ec7188785ae" providerId="LiveId" clId="{A0AD0D13-0BFD-4F11-9585-DCCAE7360DFB}" dt="2023-02-18T21:16:36.566" v="321"/>
          <ac:spMkLst>
            <pc:docMk/>
            <pc:sldMk cId="2628862028" sldId="549"/>
            <ac:spMk id="5" creationId="{B32F6395-DF06-AC0E-506A-B0C2FC26362A}"/>
          </ac:spMkLst>
        </pc:spChg>
        <pc:grpChg chg="add mod">
          <ac:chgData name="李 强" userId="cd6c7ec7188785ae" providerId="LiveId" clId="{A0AD0D13-0BFD-4F11-9585-DCCAE7360DFB}" dt="2023-02-18T21:14:49.153" v="270" actId="1076"/>
          <ac:grpSpMkLst>
            <pc:docMk/>
            <pc:sldMk cId="2628862028" sldId="549"/>
            <ac:grpSpMk id="3" creationId="{15504A29-F313-2069-DA9C-4A5EEF8D8768}"/>
          </ac:grpSpMkLst>
        </pc:grpChg>
        <pc:picChg chg="mod">
          <ac:chgData name="李 强" userId="cd6c7ec7188785ae" providerId="LiveId" clId="{A0AD0D13-0BFD-4F11-9585-DCCAE7360DFB}" dt="2023-02-18T21:14:44.258" v="268"/>
          <ac:picMkLst>
            <pc:docMk/>
            <pc:sldMk cId="2628862028" sldId="549"/>
            <ac:picMk id="4" creationId="{1E0EB8D9-2C07-D2D1-3B8A-D9C73D2496CC}"/>
          </ac:picMkLst>
        </pc:picChg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  <pc:spChg chg="mod">
          <ac:chgData name="李 强" userId="cd6c7ec7188785ae" providerId="LiveId" clId="{A0AD0D13-0BFD-4F11-9585-DCCAE7360DFB}" dt="2023-02-18T21:16:41.711" v="324"/>
          <ac:spMkLst>
            <pc:docMk/>
            <pc:sldMk cId="2538769747" sldId="550"/>
            <ac:spMk id="5" creationId="{BBDB9439-D752-AD3A-8991-38100E75641C}"/>
          </ac:spMkLst>
        </pc:spChg>
        <pc:grpChg chg="add mod">
          <ac:chgData name="李 强" userId="cd6c7ec7188785ae" providerId="LiveId" clId="{A0AD0D13-0BFD-4F11-9585-DCCAE7360DFB}" dt="2023-02-18T21:15:18.529" v="286" actId="1076"/>
          <ac:grpSpMkLst>
            <pc:docMk/>
            <pc:sldMk cId="2538769747" sldId="550"/>
            <ac:grpSpMk id="3" creationId="{54B3D18A-B537-B68D-5B83-792788905E8E}"/>
          </ac:grpSpMkLst>
        </pc:grpChg>
        <pc:picChg chg="mod">
          <ac:chgData name="李 强" userId="cd6c7ec7188785ae" providerId="LiveId" clId="{A0AD0D13-0BFD-4F11-9585-DCCAE7360DFB}" dt="2023-02-18T21:15:12.816" v="284"/>
          <ac:picMkLst>
            <pc:docMk/>
            <pc:sldMk cId="2538769747" sldId="550"/>
            <ac:picMk id="4" creationId="{97CEEC7A-6ADE-618A-42EC-AD3DE6C4EF02}"/>
          </ac:picMkLst>
        </pc:picChg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  <pc:spChg chg="add mod">
          <ac:chgData name="李 强" userId="cd6c7ec7188785ae" providerId="LiveId" clId="{A0AD0D13-0BFD-4F11-9585-DCCAE7360DFB}" dt="2023-02-18T21:21:05.188" v="329" actId="404"/>
          <ac:spMkLst>
            <pc:docMk/>
            <pc:sldMk cId="2632320746" sldId="551"/>
            <ac:spMk id="4" creationId="{4B362D96-9962-5976-8E72-0BB5DA524421}"/>
          </ac:spMkLst>
        </pc:spChg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  <pc:spChg chg="mod">
          <ac:chgData name="李 强" userId="cd6c7ec7188785ae" providerId="LiveId" clId="{A0AD0D13-0BFD-4F11-9585-DCCAE7360DFB}" dt="2023-02-18T20:54:01.742" v="15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0:48:54.926" v="20"/>
          <ac:spMkLst>
            <pc:docMk/>
            <pc:sldMk cId="419382719" sldId="552"/>
            <ac:spMk id="18" creationId="{00000000-0000-0000-0000-000000000000}"/>
          </ac:spMkLst>
        </pc:spChg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modSp">
        <pc:chgData name="李 强" userId="cd6c7ec7188785ae" providerId="Windows Live" clId="Web-{E46B53FF-9A88-47C2-AE39-26A84E1195D8}" dt="2023-03-11T20:57:46.997" v="2" actId="20577"/>
        <pc:sldMkLst>
          <pc:docMk/>
          <pc:sldMk cId="0" sldId="425"/>
        </pc:sldMkLst>
        <pc:spChg chg="mod">
          <ac:chgData name="李 强" userId="cd6c7ec7188785ae" providerId="Windows Live" clId="Web-{E46B53FF-9A88-47C2-AE39-26A84E1195D8}" dt="2023-03-11T20:57:46.997" v="2" actId="20577"/>
          <ac:spMkLst>
            <pc:docMk/>
            <pc:sldMk cId="0" sldId="425"/>
            <ac:spMk id="18" creationId="{00000000-0000-0000-0000-000000000000}"/>
          </ac:spMkLst>
        </pc:spChg>
      </pc:sldChg>
      <pc:sldChg chg="ord">
        <pc:chgData name="李 强" userId="cd6c7ec7188785ae" providerId="Windows Live" clId="Web-{E46B53FF-9A88-47C2-AE39-26A84E1195D8}" dt="2023-03-11T20:57:51.575" v="3"/>
        <pc:sldMkLst>
          <pc:docMk/>
          <pc:sldMk cId="54695671" sldId="531"/>
        </pc:sldMkLst>
      </pc:sldChg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A81FBC-F055-4CF8-9F99-BEA867858D8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E742C01D-4FF8-4074-AEB3-7EA0CB7B7AE3}">
      <dgm:prSet/>
      <dgm:spPr>
        <a:noFill/>
        <a:ln>
          <a:solidFill>
            <a:srgbClr val="7030A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【</a:t>
          </a:r>
          <a:r>
            <a:rPr lang="zh-CN" dirty="0">
              <a:solidFill>
                <a:schemeClr val="tx1"/>
              </a:solidFill>
            </a:rPr>
            <a:t>腓</a:t>
          </a:r>
          <a:r>
            <a:rPr lang="en-US" dirty="0">
              <a:solidFill>
                <a:schemeClr val="tx1"/>
              </a:solidFill>
            </a:rPr>
            <a:t>2:19】</a:t>
          </a:r>
          <a:r>
            <a:rPr lang="zh-CN" dirty="0">
              <a:solidFill>
                <a:schemeClr val="tx1"/>
              </a:solidFill>
            </a:rPr>
            <a:t>我</a:t>
          </a:r>
          <a:r>
            <a:rPr lang="zh-CN" b="1" dirty="0">
              <a:solidFill>
                <a:srgbClr val="C00000"/>
              </a:solidFill>
            </a:rPr>
            <a:t>靠主耶稣指望</a:t>
          </a:r>
          <a:r>
            <a:rPr lang="zh-CN" dirty="0">
              <a:solidFill>
                <a:schemeClr val="tx1"/>
              </a:solidFill>
            </a:rPr>
            <a:t>快打发提摩太去见你们，叫我知道你们的事，心里就得着安慰。</a:t>
          </a:r>
        </a:p>
      </dgm:t>
    </dgm:pt>
    <dgm:pt modelId="{47D3505E-4402-497B-8DE8-586DFC075491}" type="parTrans" cxnId="{018024E2-4DB2-4639-A730-6D9C2EB05117}">
      <dgm:prSet/>
      <dgm:spPr/>
      <dgm:t>
        <a:bodyPr/>
        <a:lstStyle/>
        <a:p>
          <a:endParaRPr lang="zh-CN" altLang="en-US"/>
        </a:p>
      </dgm:t>
    </dgm:pt>
    <dgm:pt modelId="{37181C65-89AB-47D1-B1FA-3745A4223A1D}" type="sibTrans" cxnId="{018024E2-4DB2-4639-A730-6D9C2EB05117}">
      <dgm:prSet/>
      <dgm:spPr/>
      <dgm:t>
        <a:bodyPr/>
        <a:lstStyle/>
        <a:p>
          <a:endParaRPr lang="zh-CN" altLang="en-US"/>
        </a:p>
      </dgm:t>
    </dgm:pt>
    <dgm:pt modelId="{CD7CCBCF-2713-44D8-88C2-C50CF181AF36}">
      <dgm:prSet/>
      <dgm:spPr>
        <a:noFill/>
        <a:ln w="1270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 spcFirstLastPara="0" vert="horz" wrap="square" lIns="87630" tIns="87630" rIns="87630" bIns="87630" numCol="1" spcCol="1270" anchor="ctr" anchorCtr="0"/>
        <a:lstStyle/>
        <a:p>
          <a:r>
            <a:rPr lang="en-US">
              <a:solidFill>
                <a:schemeClr val="tx1"/>
              </a:solidFill>
            </a:rPr>
            <a:t>【</a:t>
          </a:r>
          <a:r>
            <a:rPr lang="zh-CN">
              <a:solidFill>
                <a:schemeClr val="tx1"/>
              </a:solidFill>
            </a:rPr>
            <a:t>腓</a:t>
          </a:r>
          <a:r>
            <a:rPr lang="en-US">
              <a:solidFill>
                <a:schemeClr val="tx1"/>
              </a:solidFill>
            </a:rPr>
            <a:t>2:20】</a:t>
          </a:r>
          <a:r>
            <a:rPr lang="zh-CN">
              <a:solidFill>
                <a:schemeClr val="tx1"/>
              </a:solidFill>
            </a:rPr>
            <a:t>因为我没有别人与我</a:t>
          </a:r>
          <a:r>
            <a:rPr lang="zh-CN" b="1">
              <a:solidFill>
                <a:srgbClr val="C00000"/>
              </a:solidFill>
            </a:rPr>
            <a:t>同心</a:t>
          </a:r>
          <a:r>
            <a:rPr lang="zh-CN">
              <a:solidFill>
                <a:schemeClr val="tx1"/>
              </a:solidFill>
            </a:rPr>
            <a:t>，实在挂念你们的事。</a:t>
          </a:r>
          <a:endParaRPr lang="en-US" altLang="zh-CN">
            <a:solidFill>
              <a:schemeClr val="tx1"/>
            </a:solidFill>
          </a:endParaRPr>
        </a:p>
        <a:p>
          <a:r>
            <a:rPr lang="en-US">
              <a:solidFill>
                <a:schemeClr val="tx1"/>
              </a:solidFill>
            </a:rPr>
            <a:t>【</a:t>
          </a:r>
          <a:r>
            <a:rPr lang="zh-CN">
              <a:solidFill>
                <a:schemeClr val="tx1"/>
              </a:solidFill>
            </a:rPr>
            <a:t>腓</a:t>
          </a:r>
          <a:r>
            <a:rPr lang="en-US">
              <a:solidFill>
                <a:schemeClr val="tx1"/>
              </a:solidFill>
            </a:rPr>
            <a:t>2:21】</a:t>
          </a:r>
          <a:r>
            <a:rPr lang="zh-CN">
              <a:solidFill>
                <a:schemeClr val="tx1"/>
              </a:solidFill>
            </a:rPr>
            <a:t>别人都求自己的事，并不</a:t>
          </a:r>
          <a:r>
            <a:rPr lang="zh-CN" b="1">
              <a:solidFill>
                <a:srgbClr val="C00000"/>
              </a:solidFill>
            </a:rPr>
            <a:t>求耶稣基督的事</a:t>
          </a:r>
          <a:r>
            <a:rPr lang="zh-CN">
              <a:solidFill>
                <a:schemeClr val="tx1"/>
              </a:solidFill>
            </a:rPr>
            <a:t>。</a:t>
          </a:r>
          <a:endParaRPr lang="en-US" altLang="zh-CN">
            <a:solidFill>
              <a:schemeClr val="tx1"/>
            </a:solidFill>
          </a:endParaRPr>
        </a:p>
        <a:p>
          <a:r>
            <a:rPr lang="en-US">
              <a:solidFill>
                <a:schemeClr val="tx1"/>
              </a:solidFill>
            </a:rPr>
            <a:t>【</a:t>
          </a:r>
          <a:r>
            <a:rPr lang="zh-CN">
              <a:solidFill>
                <a:schemeClr val="tx1"/>
              </a:solidFill>
            </a:rPr>
            <a:t>腓</a:t>
          </a:r>
          <a:r>
            <a:rPr lang="en-US">
              <a:solidFill>
                <a:schemeClr val="tx1"/>
              </a:solidFill>
            </a:rPr>
            <a:t>2:22】</a:t>
          </a:r>
          <a:r>
            <a:rPr lang="zh-CN">
              <a:solidFill>
                <a:schemeClr val="tx1"/>
              </a:solidFill>
            </a:rPr>
            <a:t>但你们知道提摩太的</a:t>
          </a:r>
          <a:r>
            <a:rPr lang="zh-CN" b="1">
              <a:solidFill>
                <a:srgbClr val="C00000"/>
              </a:solidFill>
            </a:rPr>
            <a:t>明证</a:t>
          </a:r>
          <a:r>
            <a:rPr lang="zh-CN">
              <a:solidFill>
                <a:schemeClr val="tx1"/>
              </a:solidFill>
            </a:rPr>
            <a:t>，他兴旺福音，与我同劳，待我像儿子待父亲一样。</a:t>
          </a:r>
        </a:p>
      </dgm:t>
    </dgm:pt>
    <dgm:pt modelId="{EB2FD9AC-C52C-47FC-9E41-A85CCA563560}" type="parTrans" cxnId="{B59DE30C-14F0-4EE0-A560-8E54B146FD08}">
      <dgm:prSet/>
      <dgm:spPr/>
      <dgm:t>
        <a:bodyPr/>
        <a:lstStyle/>
        <a:p>
          <a:endParaRPr lang="zh-CN" altLang="en-US"/>
        </a:p>
      </dgm:t>
    </dgm:pt>
    <dgm:pt modelId="{288FCE0F-63B7-4B19-B87B-0B46D59F1C5C}" type="sibTrans" cxnId="{B59DE30C-14F0-4EE0-A560-8E54B146FD08}">
      <dgm:prSet/>
      <dgm:spPr/>
      <dgm:t>
        <a:bodyPr/>
        <a:lstStyle/>
        <a:p>
          <a:endParaRPr lang="zh-CN" altLang="en-US"/>
        </a:p>
      </dgm:t>
    </dgm:pt>
    <dgm:pt modelId="{E2985E0C-3FFC-49D5-9D68-DE8B2019882F}">
      <dgm:prSet custT="1"/>
      <dgm:spPr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gm:spPr>
      <dgm:t>
        <a:bodyPr spcFirstLastPara="0" vert="horz" wrap="square" lIns="87630" tIns="87630" rIns="87630" bIns="87630" numCol="1" spcCol="1270" anchor="ctr" anchorCtr="0"/>
        <a:lstStyle/>
        <a:p>
          <a:r>
            <a:rPr lang="en-US" sz="2300" kern="1200" dirty="0">
              <a:solidFill>
                <a:schemeClr val="tx1"/>
              </a:solidFill>
            </a:rPr>
            <a:t>【</a:t>
          </a:r>
          <a:r>
            <a:rPr lang="zh-CN" sz="2300" kern="1200" dirty="0">
              <a:solidFill>
                <a:schemeClr val="tx1"/>
              </a:solidFill>
            </a:rPr>
            <a:t>腓</a:t>
          </a:r>
          <a:r>
            <a:rPr lang="en-US" sz="2300" kern="1200" dirty="0">
              <a:solidFill>
                <a:schemeClr val="tx1"/>
              </a:solidFill>
            </a:rPr>
            <a:t>2:23】</a:t>
          </a:r>
          <a:r>
            <a:rPr lang="zh-CN" sz="2300" kern="1200" dirty="0">
              <a:solidFill>
                <a:schemeClr val="tx1"/>
              </a:solidFill>
            </a:rPr>
            <a:t>所以我一看出我的事要怎样了结，就</a:t>
          </a:r>
          <a:r>
            <a:rPr lang="zh-CN" sz="2300" b="1" kern="1200" dirty="0">
              <a:solidFill>
                <a:srgbClr val="C00000"/>
              </a:solidFill>
              <a:latin typeface="Arial"/>
              <a:ea typeface="苹方-简"/>
              <a:cs typeface="+mn-cs"/>
            </a:rPr>
            <a:t>盼望</a:t>
          </a:r>
          <a:r>
            <a:rPr lang="zh-CN" sz="2300" kern="1200" dirty="0">
              <a:solidFill>
                <a:schemeClr val="tx1"/>
              </a:solidFill>
            </a:rPr>
            <a:t>立刻打发他去；</a:t>
          </a:r>
          <a:endParaRPr lang="en-US" altLang="zh-CN" sz="2300" kern="1200" dirty="0">
            <a:solidFill>
              <a:schemeClr val="tx1"/>
            </a:solidFill>
          </a:endParaRPr>
        </a:p>
        <a:p>
          <a:r>
            <a:rPr lang="en-US" sz="2300" kern="1200" dirty="0">
              <a:solidFill>
                <a:schemeClr val="tx1"/>
              </a:solidFill>
            </a:rPr>
            <a:t>【</a:t>
          </a:r>
          <a:r>
            <a:rPr lang="zh-CN" sz="2300" kern="1200" dirty="0">
              <a:solidFill>
                <a:schemeClr val="tx1"/>
              </a:solidFill>
            </a:rPr>
            <a:t>腓</a:t>
          </a:r>
          <a:r>
            <a:rPr lang="en-US" sz="2300" kern="1200" dirty="0">
              <a:solidFill>
                <a:schemeClr val="tx1"/>
              </a:solidFill>
            </a:rPr>
            <a:t>2:24】</a:t>
          </a:r>
          <a:r>
            <a:rPr lang="zh-CN" sz="2300" kern="1200" dirty="0">
              <a:solidFill>
                <a:schemeClr val="tx1"/>
              </a:solidFill>
            </a:rPr>
            <a:t>但我</a:t>
          </a:r>
          <a:r>
            <a:rPr lang="zh-CN" sz="2400" b="1" kern="1200" dirty="0">
              <a:solidFill>
                <a:srgbClr val="C00000"/>
              </a:solidFill>
              <a:latin typeface="Arial"/>
              <a:ea typeface="苹方-简"/>
              <a:cs typeface="+mn-cs"/>
            </a:rPr>
            <a:t>靠着主</a:t>
          </a:r>
          <a:r>
            <a:rPr lang="zh-CN" sz="2300" kern="1200" dirty="0">
              <a:solidFill>
                <a:schemeClr val="tx1"/>
              </a:solidFill>
            </a:rPr>
            <a:t>，自信我也必快去。</a:t>
          </a:r>
        </a:p>
      </dgm:t>
    </dgm:pt>
    <dgm:pt modelId="{384DFEF6-C449-4334-BEE7-426449E80E79}" type="parTrans" cxnId="{A10AF7AE-830D-41A9-902C-CE5968C4E6F0}">
      <dgm:prSet/>
      <dgm:spPr/>
      <dgm:t>
        <a:bodyPr/>
        <a:lstStyle/>
        <a:p>
          <a:endParaRPr lang="zh-CN" altLang="en-US"/>
        </a:p>
      </dgm:t>
    </dgm:pt>
    <dgm:pt modelId="{36E762D2-B0CC-482C-9599-920BA04D4C52}" type="sibTrans" cxnId="{A10AF7AE-830D-41A9-902C-CE5968C4E6F0}">
      <dgm:prSet/>
      <dgm:spPr/>
      <dgm:t>
        <a:bodyPr/>
        <a:lstStyle/>
        <a:p>
          <a:endParaRPr lang="zh-CN" altLang="en-US"/>
        </a:p>
      </dgm:t>
    </dgm:pt>
    <dgm:pt modelId="{F2141AC8-A486-4288-B085-DB43533E438F}" type="pres">
      <dgm:prSet presAssocID="{66A81FBC-F055-4CF8-9F99-BEA867858D8C}" presName="linear" presStyleCnt="0">
        <dgm:presLayoutVars>
          <dgm:animLvl val="lvl"/>
          <dgm:resizeHandles val="exact"/>
        </dgm:presLayoutVars>
      </dgm:prSet>
      <dgm:spPr/>
    </dgm:pt>
    <dgm:pt modelId="{390D3555-4096-426E-9F81-111950E9479E}" type="pres">
      <dgm:prSet presAssocID="{E742C01D-4FF8-4074-AEB3-7EA0CB7B7AE3}" presName="parentText" presStyleLbl="node1" presStyleIdx="0" presStyleCnt="3" custScaleY="37309">
        <dgm:presLayoutVars>
          <dgm:chMax val="0"/>
          <dgm:bulletEnabled val="1"/>
        </dgm:presLayoutVars>
      </dgm:prSet>
      <dgm:spPr/>
    </dgm:pt>
    <dgm:pt modelId="{507730E8-3E7F-4CAB-B355-EBC692B574F3}" type="pres">
      <dgm:prSet presAssocID="{37181C65-89AB-47D1-B1FA-3745A4223A1D}" presName="spacer" presStyleCnt="0"/>
      <dgm:spPr/>
    </dgm:pt>
    <dgm:pt modelId="{0D6B1CC5-01FB-498C-BA20-9C78C70B8E95}" type="pres">
      <dgm:prSet presAssocID="{CD7CCBCF-2713-44D8-88C2-C50CF181AF36}" presName="parentText" presStyleLbl="node1" presStyleIdx="1" presStyleCnt="3">
        <dgm:presLayoutVars>
          <dgm:chMax val="0"/>
          <dgm:bulletEnabled val="1"/>
        </dgm:presLayoutVars>
      </dgm:prSet>
      <dgm:spPr>
        <a:xfrm>
          <a:off x="0" y="1049333"/>
          <a:ext cx="12192001" cy="2316600"/>
        </a:xfrm>
        <a:prstGeom prst="roundRect">
          <a:avLst/>
        </a:prstGeom>
      </dgm:spPr>
    </dgm:pt>
    <dgm:pt modelId="{12AB3BF3-D919-4463-9838-0A7EBD7A9E35}" type="pres">
      <dgm:prSet presAssocID="{288FCE0F-63B7-4B19-B87B-0B46D59F1C5C}" presName="spacer" presStyleCnt="0"/>
      <dgm:spPr/>
    </dgm:pt>
    <dgm:pt modelId="{CEE5ED75-26E9-4403-BDCA-3E72321A9ADE}" type="pres">
      <dgm:prSet presAssocID="{E2985E0C-3FFC-49D5-9D68-DE8B2019882F}" presName="parentText" presStyleLbl="node1" presStyleIdx="2" presStyleCnt="3" custScaleY="63773">
        <dgm:presLayoutVars>
          <dgm:chMax val="0"/>
          <dgm:bulletEnabled val="1"/>
        </dgm:presLayoutVars>
      </dgm:prSet>
      <dgm:spPr>
        <a:xfrm>
          <a:off x="0" y="3435053"/>
          <a:ext cx="12192001" cy="1477365"/>
        </a:xfrm>
        <a:prstGeom prst="roundRect">
          <a:avLst/>
        </a:prstGeom>
      </dgm:spPr>
    </dgm:pt>
  </dgm:ptLst>
  <dgm:cxnLst>
    <dgm:cxn modelId="{C3C57002-D234-4817-BE1B-7775FBD04558}" type="presOf" srcId="{66A81FBC-F055-4CF8-9F99-BEA867858D8C}" destId="{F2141AC8-A486-4288-B085-DB43533E438F}" srcOrd="0" destOrd="0" presId="urn:microsoft.com/office/officeart/2005/8/layout/vList2"/>
    <dgm:cxn modelId="{B59DE30C-14F0-4EE0-A560-8E54B146FD08}" srcId="{66A81FBC-F055-4CF8-9F99-BEA867858D8C}" destId="{CD7CCBCF-2713-44D8-88C2-C50CF181AF36}" srcOrd="1" destOrd="0" parTransId="{EB2FD9AC-C52C-47FC-9E41-A85CCA563560}" sibTransId="{288FCE0F-63B7-4B19-B87B-0B46D59F1C5C}"/>
    <dgm:cxn modelId="{0AC90865-79B6-416C-92D5-2C30496BFFD9}" type="presOf" srcId="{CD7CCBCF-2713-44D8-88C2-C50CF181AF36}" destId="{0D6B1CC5-01FB-498C-BA20-9C78C70B8E95}" srcOrd="0" destOrd="0" presId="urn:microsoft.com/office/officeart/2005/8/layout/vList2"/>
    <dgm:cxn modelId="{A10AF7AE-830D-41A9-902C-CE5968C4E6F0}" srcId="{66A81FBC-F055-4CF8-9F99-BEA867858D8C}" destId="{E2985E0C-3FFC-49D5-9D68-DE8B2019882F}" srcOrd="2" destOrd="0" parTransId="{384DFEF6-C449-4334-BEE7-426449E80E79}" sibTransId="{36E762D2-B0CC-482C-9599-920BA04D4C52}"/>
    <dgm:cxn modelId="{93C27EDF-F78C-47CB-AE72-BB02A86173DF}" type="presOf" srcId="{E742C01D-4FF8-4074-AEB3-7EA0CB7B7AE3}" destId="{390D3555-4096-426E-9F81-111950E9479E}" srcOrd="0" destOrd="0" presId="urn:microsoft.com/office/officeart/2005/8/layout/vList2"/>
    <dgm:cxn modelId="{018024E2-4DB2-4639-A730-6D9C2EB05117}" srcId="{66A81FBC-F055-4CF8-9F99-BEA867858D8C}" destId="{E742C01D-4FF8-4074-AEB3-7EA0CB7B7AE3}" srcOrd="0" destOrd="0" parTransId="{47D3505E-4402-497B-8DE8-586DFC075491}" sibTransId="{37181C65-89AB-47D1-B1FA-3745A4223A1D}"/>
    <dgm:cxn modelId="{000B3BF8-CAB3-44FF-8436-F2BBA21511B0}" type="presOf" srcId="{E2985E0C-3FFC-49D5-9D68-DE8B2019882F}" destId="{CEE5ED75-26E9-4403-BDCA-3E72321A9ADE}" srcOrd="0" destOrd="0" presId="urn:microsoft.com/office/officeart/2005/8/layout/vList2"/>
    <dgm:cxn modelId="{FC456D06-542F-4483-8E96-F03BE8C02D62}" type="presParOf" srcId="{F2141AC8-A486-4288-B085-DB43533E438F}" destId="{390D3555-4096-426E-9F81-111950E9479E}" srcOrd="0" destOrd="0" presId="urn:microsoft.com/office/officeart/2005/8/layout/vList2"/>
    <dgm:cxn modelId="{09354AC9-0431-413F-B9D0-0152EF6B4892}" type="presParOf" srcId="{F2141AC8-A486-4288-B085-DB43533E438F}" destId="{507730E8-3E7F-4CAB-B355-EBC692B574F3}" srcOrd="1" destOrd="0" presId="urn:microsoft.com/office/officeart/2005/8/layout/vList2"/>
    <dgm:cxn modelId="{95369591-45FC-4A5A-9013-E599EE9BC5CB}" type="presParOf" srcId="{F2141AC8-A486-4288-B085-DB43533E438F}" destId="{0D6B1CC5-01FB-498C-BA20-9C78C70B8E95}" srcOrd="2" destOrd="0" presId="urn:microsoft.com/office/officeart/2005/8/layout/vList2"/>
    <dgm:cxn modelId="{E9D279A7-8D35-4BE2-BB70-0F394D7C0F7C}" type="presParOf" srcId="{F2141AC8-A486-4288-B085-DB43533E438F}" destId="{12AB3BF3-D919-4463-9838-0A7EBD7A9E35}" srcOrd="3" destOrd="0" presId="urn:microsoft.com/office/officeart/2005/8/layout/vList2"/>
    <dgm:cxn modelId="{AB34C1DE-C22D-4BF8-802D-4859D73DADD0}" type="presParOf" srcId="{F2141AC8-A486-4288-B085-DB43533E438F}" destId="{CEE5ED75-26E9-4403-BDCA-3E72321A9AD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A81FBC-F055-4CF8-9F99-BEA867858D8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E742C01D-4FF8-4074-AEB3-7EA0CB7B7AE3}">
      <dgm:prSet/>
      <dgm:spPr>
        <a:noFill/>
        <a:ln>
          <a:solidFill>
            <a:srgbClr val="7030A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【</a:t>
          </a:r>
          <a:r>
            <a:rPr lang="zh-CN" dirty="0">
              <a:solidFill>
                <a:schemeClr val="tx1"/>
              </a:solidFill>
            </a:rPr>
            <a:t>腓</a:t>
          </a:r>
          <a:r>
            <a:rPr lang="en-US" dirty="0">
              <a:solidFill>
                <a:schemeClr val="tx1"/>
              </a:solidFill>
            </a:rPr>
            <a:t>2:19】</a:t>
          </a:r>
          <a:r>
            <a:rPr lang="zh-CN" dirty="0">
              <a:solidFill>
                <a:schemeClr val="tx1"/>
              </a:solidFill>
            </a:rPr>
            <a:t>我</a:t>
          </a:r>
          <a:r>
            <a:rPr lang="zh-CN" b="1" dirty="0">
              <a:solidFill>
                <a:srgbClr val="C00000"/>
              </a:solidFill>
            </a:rPr>
            <a:t>靠主耶稣指望</a:t>
          </a:r>
          <a:r>
            <a:rPr lang="zh-CN" dirty="0">
              <a:solidFill>
                <a:schemeClr val="tx1"/>
              </a:solidFill>
            </a:rPr>
            <a:t>快打发提摩太去见你们，叫我知道你们的事，心里就得着安慰。</a:t>
          </a:r>
        </a:p>
      </dgm:t>
    </dgm:pt>
    <dgm:pt modelId="{47D3505E-4402-497B-8DE8-586DFC075491}" type="parTrans" cxnId="{018024E2-4DB2-4639-A730-6D9C2EB05117}">
      <dgm:prSet/>
      <dgm:spPr/>
      <dgm:t>
        <a:bodyPr/>
        <a:lstStyle/>
        <a:p>
          <a:endParaRPr lang="zh-CN" altLang="en-US"/>
        </a:p>
      </dgm:t>
    </dgm:pt>
    <dgm:pt modelId="{37181C65-89AB-47D1-B1FA-3745A4223A1D}" type="sibTrans" cxnId="{018024E2-4DB2-4639-A730-6D9C2EB05117}">
      <dgm:prSet/>
      <dgm:spPr/>
      <dgm:t>
        <a:bodyPr/>
        <a:lstStyle/>
        <a:p>
          <a:endParaRPr lang="zh-CN" altLang="en-US"/>
        </a:p>
      </dgm:t>
    </dgm:pt>
    <dgm:pt modelId="{CD7CCBCF-2713-44D8-88C2-C50CF181AF36}">
      <dgm:prSet/>
      <dgm:spPr>
        <a:noFill/>
        <a:ln w="1270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 spcFirstLastPara="0" vert="horz" wrap="square" lIns="87630" tIns="87630" rIns="87630" bIns="87630" numCol="1" spcCol="1270" anchor="ctr" anchorCtr="0"/>
        <a:lstStyle/>
        <a:p>
          <a:r>
            <a:rPr lang="en-US" dirty="0">
              <a:solidFill>
                <a:schemeClr val="tx1"/>
              </a:solidFill>
            </a:rPr>
            <a:t>【</a:t>
          </a:r>
          <a:r>
            <a:rPr lang="zh-CN" dirty="0">
              <a:solidFill>
                <a:schemeClr val="tx1"/>
              </a:solidFill>
            </a:rPr>
            <a:t>腓</a:t>
          </a:r>
          <a:r>
            <a:rPr lang="en-US" dirty="0">
              <a:solidFill>
                <a:schemeClr val="tx1"/>
              </a:solidFill>
            </a:rPr>
            <a:t>2:20】</a:t>
          </a:r>
          <a:r>
            <a:rPr lang="zh-CN" dirty="0">
              <a:solidFill>
                <a:schemeClr val="tx1"/>
              </a:solidFill>
            </a:rPr>
            <a:t>因为我没有别人与我</a:t>
          </a:r>
          <a:r>
            <a:rPr lang="zh-CN" b="1" dirty="0">
              <a:solidFill>
                <a:srgbClr val="C00000"/>
              </a:solidFill>
            </a:rPr>
            <a:t>同心</a:t>
          </a:r>
          <a:r>
            <a:rPr lang="zh-CN" dirty="0">
              <a:solidFill>
                <a:schemeClr val="tx1"/>
              </a:solidFill>
            </a:rPr>
            <a:t>，实在挂念你们的事。</a:t>
          </a:r>
          <a:endParaRPr lang="en-US" altLang="zh-CN" dirty="0">
            <a:solidFill>
              <a:schemeClr val="tx1"/>
            </a:solidFill>
          </a:endParaRPr>
        </a:p>
        <a:p>
          <a:r>
            <a:rPr lang="en-US" dirty="0">
              <a:solidFill>
                <a:schemeClr val="tx1"/>
              </a:solidFill>
            </a:rPr>
            <a:t>【</a:t>
          </a:r>
          <a:r>
            <a:rPr lang="zh-CN" dirty="0">
              <a:solidFill>
                <a:schemeClr val="tx1"/>
              </a:solidFill>
            </a:rPr>
            <a:t>腓</a:t>
          </a:r>
          <a:r>
            <a:rPr lang="en-US" dirty="0">
              <a:solidFill>
                <a:schemeClr val="tx1"/>
              </a:solidFill>
            </a:rPr>
            <a:t>2:21】</a:t>
          </a:r>
          <a:r>
            <a:rPr lang="zh-CN" dirty="0">
              <a:solidFill>
                <a:schemeClr val="tx1"/>
              </a:solidFill>
            </a:rPr>
            <a:t>别人都求自己的事，并不</a:t>
          </a:r>
          <a:r>
            <a:rPr lang="zh-CN" b="1" dirty="0">
              <a:solidFill>
                <a:srgbClr val="C00000"/>
              </a:solidFill>
            </a:rPr>
            <a:t>求耶稣基督的事</a:t>
          </a:r>
          <a:r>
            <a:rPr lang="zh-CN" dirty="0">
              <a:solidFill>
                <a:schemeClr val="tx1"/>
              </a:solidFill>
            </a:rPr>
            <a:t>。</a:t>
          </a:r>
          <a:endParaRPr lang="en-US" altLang="zh-CN" dirty="0">
            <a:solidFill>
              <a:schemeClr val="tx1"/>
            </a:solidFill>
          </a:endParaRPr>
        </a:p>
        <a:p>
          <a:r>
            <a:rPr lang="en-US" dirty="0">
              <a:solidFill>
                <a:schemeClr val="tx1"/>
              </a:solidFill>
            </a:rPr>
            <a:t>【</a:t>
          </a:r>
          <a:r>
            <a:rPr lang="zh-CN" dirty="0">
              <a:solidFill>
                <a:schemeClr val="tx1"/>
              </a:solidFill>
            </a:rPr>
            <a:t>腓</a:t>
          </a:r>
          <a:r>
            <a:rPr lang="en-US" dirty="0">
              <a:solidFill>
                <a:schemeClr val="tx1"/>
              </a:solidFill>
            </a:rPr>
            <a:t>2:22】</a:t>
          </a:r>
          <a:r>
            <a:rPr lang="zh-CN" dirty="0">
              <a:solidFill>
                <a:schemeClr val="tx1"/>
              </a:solidFill>
            </a:rPr>
            <a:t>但你们知道提摩太的</a:t>
          </a:r>
          <a:r>
            <a:rPr lang="zh-CN" b="1" dirty="0">
              <a:solidFill>
                <a:srgbClr val="C00000"/>
              </a:solidFill>
            </a:rPr>
            <a:t>明证</a:t>
          </a:r>
          <a:r>
            <a:rPr lang="zh-CN" dirty="0">
              <a:solidFill>
                <a:schemeClr val="tx1"/>
              </a:solidFill>
            </a:rPr>
            <a:t>，他兴旺福音，与我同劳，待我像儿子待父亲一样。</a:t>
          </a:r>
        </a:p>
      </dgm:t>
    </dgm:pt>
    <dgm:pt modelId="{EB2FD9AC-C52C-47FC-9E41-A85CCA563560}" type="parTrans" cxnId="{B59DE30C-14F0-4EE0-A560-8E54B146FD08}">
      <dgm:prSet/>
      <dgm:spPr/>
      <dgm:t>
        <a:bodyPr/>
        <a:lstStyle/>
        <a:p>
          <a:endParaRPr lang="zh-CN" altLang="en-US"/>
        </a:p>
      </dgm:t>
    </dgm:pt>
    <dgm:pt modelId="{288FCE0F-63B7-4B19-B87B-0B46D59F1C5C}" type="sibTrans" cxnId="{B59DE30C-14F0-4EE0-A560-8E54B146FD08}">
      <dgm:prSet/>
      <dgm:spPr/>
      <dgm:t>
        <a:bodyPr/>
        <a:lstStyle/>
        <a:p>
          <a:endParaRPr lang="zh-CN" altLang="en-US"/>
        </a:p>
      </dgm:t>
    </dgm:pt>
    <dgm:pt modelId="{E2985E0C-3FFC-49D5-9D68-DE8B2019882F}">
      <dgm:prSet custT="1"/>
      <dgm:spPr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gm:spPr>
      <dgm:t>
        <a:bodyPr spcFirstLastPara="0" vert="horz" wrap="square" lIns="87630" tIns="87630" rIns="87630" bIns="87630" numCol="1" spcCol="1270" anchor="ctr" anchorCtr="0"/>
        <a:lstStyle/>
        <a:p>
          <a:r>
            <a:rPr lang="en-US" sz="1400" kern="1200" dirty="0">
              <a:solidFill>
                <a:schemeClr val="tx1"/>
              </a:solidFill>
            </a:rPr>
            <a:t>【</a:t>
          </a:r>
          <a:r>
            <a:rPr lang="zh-CN" sz="1400" kern="1200" dirty="0">
              <a:solidFill>
                <a:schemeClr val="tx1"/>
              </a:solidFill>
            </a:rPr>
            <a:t>腓</a:t>
          </a:r>
          <a:r>
            <a:rPr lang="en-US" sz="1400" kern="1200" dirty="0">
              <a:solidFill>
                <a:schemeClr val="tx1"/>
              </a:solidFill>
            </a:rPr>
            <a:t>2:23】</a:t>
          </a:r>
          <a:r>
            <a:rPr lang="zh-CN" sz="1400" kern="1200" dirty="0">
              <a:solidFill>
                <a:schemeClr val="tx1"/>
              </a:solidFill>
            </a:rPr>
            <a:t>所以我一看出我的事要怎样了结，就</a:t>
          </a:r>
          <a:r>
            <a:rPr lang="zh-CN" sz="1400" b="1" kern="1200" dirty="0">
              <a:solidFill>
                <a:srgbClr val="C00000"/>
              </a:solidFill>
              <a:latin typeface="Arial"/>
              <a:ea typeface="苹方-简"/>
              <a:cs typeface="+mn-cs"/>
            </a:rPr>
            <a:t>盼望</a:t>
          </a:r>
          <a:r>
            <a:rPr lang="zh-CN" sz="1400" kern="1200" dirty="0">
              <a:solidFill>
                <a:schemeClr val="tx1"/>
              </a:solidFill>
            </a:rPr>
            <a:t>立刻打发他去；</a:t>
          </a:r>
          <a:endParaRPr lang="en-US" altLang="zh-CN" sz="1400" kern="1200" dirty="0">
            <a:solidFill>
              <a:schemeClr val="tx1"/>
            </a:solidFill>
          </a:endParaRPr>
        </a:p>
        <a:p>
          <a:r>
            <a:rPr lang="en-US" sz="1400" kern="1200" dirty="0">
              <a:solidFill>
                <a:schemeClr val="tx1"/>
              </a:solidFill>
            </a:rPr>
            <a:t>【</a:t>
          </a:r>
          <a:r>
            <a:rPr lang="zh-CN" sz="1400" kern="1200" dirty="0">
              <a:solidFill>
                <a:schemeClr val="tx1"/>
              </a:solidFill>
            </a:rPr>
            <a:t>腓</a:t>
          </a:r>
          <a:r>
            <a:rPr lang="en-US" sz="1400" kern="1200" dirty="0">
              <a:solidFill>
                <a:schemeClr val="tx1"/>
              </a:solidFill>
            </a:rPr>
            <a:t>2:24】</a:t>
          </a:r>
          <a:r>
            <a:rPr lang="zh-CN" sz="1400" kern="1200" dirty="0">
              <a:solidFill>
                <a:schemeClr val="tx1"/>
              </a:solidFill>
            </a:rPr>
            <a:t>但我靠着主，自信我也必快去。</a:t>
          </a:r>
        </a:p>
      </dgm:t>
    </dgm:pt>
    <dgm:pt modelId="{384DFEF6-C449-4334-BEE7-426449E80E79}" type="parTrans" cxnId="{A10AF7AE-830D-41A9-902C-CE5968C4E6F0}">
      <dgm:prSet/>
      <dgm:spPr/>
      <dgm:t>
        <a:bodyPr/>
        <a:lstStyle/>
        <a:p>
          <a:endParaRPr lang="zh-CN" altLang="en-US"/>
        </a:p>
      </dgm:t>
    </dgm:pt>
    <dgm:pt modelId="{36E762D2-B0CC-482C-9599-920BA04D4C52}" type="sibTrans" cxnId="{A10AF7AE-830D-41A9-902C-CE5968C4E6F0}">
      <dgm:prSet/>
      <dgm:spPr/>
      <dgm:t>
        <a:bodyPr/>
        <a:lstStyle/>
        <a:p>
          <a:endParaRPr lang="zh-CN" altLang="en-US"/>
        </a:p>
      </dgm:t>
    </dgm:pt>
    <dgm:pt modelId="{F2141AC8-A486-4288-B085-DB43533E438F}" type="pres">
      <dgm:prSet presAssocID="{66A81FBC-F055-4CF8-9F99-BEA867858D8C}" presName="linear" presStyleCnt="0">
        <dgm:presLayoutVars>
          <dgm:animLvl val="lvl"/>
          <dgm:resizeHandles val="exact"/>
        </dgm:presLayoutVars>
      </dgm:prSet>
      <dgm:spPr/>
    </dgm:pt>
    <dgm:pt modelId="{390D3555-4096-426E-9F81-111950E9479E}" type="pres">
      <dgm:prSet presAssocID="{E742C01D-4FF8-4074-AEB3-7EA0CB7B7AE3}" presName="parentText" presStyleLbl="node1" presStyleIdx="0" presStyleCnt="3" custScaleY="37309" custLinFactY="-342" custLinFactNeighborX="-338" custLinFactNeighborY="-100000">
        <dgm:presLayoutVars>
          <dgm:chMax val="0"/>
          <dgm:bulletEnabled val="1"/>
        </dgm:presLayoutVars>
      </dgm:prSet>
      <dgm:spPr/>
    </dgm:pt>
    <dgm:pt modelId="{507730E8-3E7F-4CAB-B355-EBC692B574F3}" type="pres">
      <dgm:prSet presAssocID="{37181C65-89AB-47D1-B1FA-3745A4223A1D}" presName="spacer" presStyleCnt="0"/>
      <dgm:spPr/>
    </dgm:pt>
    <dgm:pt modelId="{0D6B1CC5-01FB-498C-BA20-9C78C70B8E95}" type="pres">
      <dgm:prSet presAssocID="{CD7CCBCF-2713-44D8-88C2-C50CF181AF36}" presName="parentText" presStyleLbl="node1" presStyleIdx="1" presStyleCnt="3">
        <dgm:presLayoutVars>
          <dgm:chMax val="0"/>
          <dgm:bulletEnabled val="1"/>
        </dgm:presLayoutVars>
      </dgm:prSet>
      <dgm:spPr>
        <a:xfrm>
          <a:off x="0" y="1049333"/>
          <a:ext cx="12192001" cy="2316600"/>
        </a:xfrm>
        <a:prstGeom prst="roundRect">
          <a:avLst/>
        </a:prstGeom>
      </dgm:spPr>
    </dgm:pt>
    <dgm:pt modelId="{12AB3BF3-D919-4463-9838-0A7EBD7A9E35}" type="pres">
      <dgm:prSet presAssocID="{288FCE0F-63B7-4B19-B87B-0B46D59F1C5C}" presName="spacer" presStyleCnt="0"/>
      <dgm:spPr/>
    </dgm:pt>
    <dgm:pt modelId="{CEE5ED75-26E9-4403-BDCA-3E72321A9ADE}" type="pres">
      <dgm:prSet presAssocID="{E2985E0C-3FFC-49D5-9D68-DE8B2019882F}" presName="parentText" presStyleLbl="node1" presStyleIdx="2" presStyleCnt="3" custScaleY="63773" custLinFactNeighborY="80933">
        <dgm:presLayoutVars>
          <dgm:chMax val="0"/>
          <dgm:bulletEnabled val="1"/>
        </dgm:presLayoutVars>
      </dgm:prSet>
      <dgm:spPr>
        <a:xfrm>
          <a:off x="0" y="3435053"/>
          <a:ext cx="12192001" cy="1477365"/>
        </a:xfrm>
        <a:prstGeom prst="roundRect">
          <a:avLst/>
        </a:prstGeom>
      </dgm:spPr>
    </dgm:pt>
  </dgm:ptLst>
  <dgm:cxnLst>
    <dgm:cxn modelId="{C3C57002-D234-4817-BE1B-7775FBD04558}" type="presOf" srcId="{66A81FBC-F055-4CF8-9F99-BEA867858D8C}" destId="{F2141AC8-A486-4288-B085-DB43533E438F}" srcOrd="0" destOrd="0" presId="urn:microsoft.com/office/officeart/2005/8/layout/vList2"/>
    <dgm:cxn modelId="{B59DE30C-14F0-4EE0-A560-8E54B146FD08}" srcId="{66A81FBC-F055-4CF8-9F99-BEA867858D8C}" destId="{CD7CCBCF-2713-44D8-88C2-C50CF181AF36}" srcOrd="1" destOrd="0" parTransId="{EB2FD9AC-C52C-47FC-9E41-A85CCA563560}" sibTransId="{288FCE0F-63B7-4B19-B87B-0B46D59F1C5C}"/>
    <dgm:cxn modelId="{0AC90865-79B6-416C-92D5-2C30496BFFD9}" type="presOf" srcId="{CD7CCBCF-2713-44D8-88C2-C50CF181AF36}" destId="{0D6B1CC5-01FB-498C-BA20-9C78C70B8E95}" srcOrd="0" destOrd="0" presId="urn:microsoft.com/office/officeart/2005/8/layout/vList2"/>
    <dgm:cxn modelId="{A10AF7AE-830D-41A9-902C-CE5968C4E6F0}" srcId="{66A81FBC-F055-4CF8-9F99-BEA867858D8C}" destId="{E2985E0C-3FFC-49D5-9D68-DE8B2019882F}" srcOrd="2" destOrd="0" parTransId="{384DFEF6-C449-4334-BEE7-426449E80E79}" sibTransId="{36E762D2-B0CC-482C-9599-920BA04D4C52}"/>
    <dgm:cxn modelId="{93C27EDF-F78C-47CB-AE72-BB02A86173DF}" type="presOf" srcId="{E742C01D-4FF8-4074-AEB3-7EA0CB7B7AE3}" destId="{390D3555-4096-426E-9F81-111950E9479E}" srcOrd="0" destOrd="0" presId="urn:microsoft.com/office/officeart/2005/8/layout/vList2"/>
    <dgm:cxn modelId="{018024E2-4DB2-4639-A730-6D9C2EB05117}" srcId="{66A81FBC-F055-4CF8-9F99-BEA867858D8C}" destId="{E742C01D-4FF8-4074-AEB3-7EA0CB7B7AE3}" srcOrd="0" destOrd="0" parTransId="{47D3505E-4402-497B-8DE8-586DFC075491}" sibTransId="{37181C65-89AB-47D1-B1FA-3745A4223A1D}"/>
    <dgm:cxn modelId="{000B3BF8-CAB3-44FF-8436-F2BBA21511B0}" type="presOf" srcId="{E2985E0C-3FFC-49D5-9D68-DE8B2019882F}" destId="{CEE5ED75-26E9-4403-BDCA-3E72321A9ADE}" srcOrd="0" destOrd="0" presId="urn:microsoft.com/office/officeart/2005/8/layout/vList2"/>
    <dgm:cxn modelId="{FC456D06-542F-4483-8E96-F03BE8C02D62}" type="presParOf" srcId="{F2141AC8-A486-4288-B085-DB43533E438F}" destId="{390D3555-4096-426E-9F81-111950E9479E}" srcOrd="0" destOrd="0" presId="urn:microsoft.com/office/officeart/2005/8/layout/vList2"/>
    <dgm:cxn modelId="{09354AC9-0431-413F-B9D0-0152EF6B4892}" type="presParOf" srcId="{F2141AC8-A486-4288-B085-DB43533E438F}" destId="{507730E8-3E7F-4CAB-B355-EBC692B574F3}" srcOrd="1" destOrd="0" presId="urn:microsoft.com/office/officeart/2005/8/layout/vList2"/>
    <dgm:cxn modelId="{95369591-45FC-4A5A-9013-E599EE9BC5CB}" type="presParOf" srcId="{F2141AC8-A486-4288-B085-DB43533E438F}" destId="{0D6B1CC5-01FB-498C-BA20-9C78C70B8E95}" srcOrd="2" destOrd="0" presId="urn:microsoft.com/office/officeart/2005/8/layout/vList2"/>
    <dgm:cxn modelId="{E9D279A7-8D35-4BE2-BB70-0F394D7C0F7C}" type="presParOf" srcId="{F2141AC8-A486-4288-B085-DB43533E438F}" destId="{12AB3BF3-D919-4463-9838-0A7EBD7A9E35}" srcOrd="3" destOrd="0" presId="urn:microsoft.com/office/officeart/2005/8/layout/vList2"/>
    <dgm:cxn modelId="{AB34C1DE-C22D-4BF8-802D-4859D73DADD0}" type="presParOf" srcId="{F2141AC8-A486-4288-B085-DB43533E438F}" destId="{CEE5ED75-26E9-4403-BDCA-3E72321A9AD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0D3555-4096-426E-9F81-111950E9479E}">
      <dsp:nvSpPr>
        <dsp:cNvPr id="0" name=""/>
        <dsp:cNvSpPr/>
      </dsp:nvSpPr>
      <dsp:spPr>
        <a:xfrm>
          <a:off x="0" y="115913"/>
          <a:ext cx="12192001" cy="864300"/>
        </a:xfrm>
        <a:prstGeom prst="roundRect">
          <a:avLst/>
        </a:prstGeom>
        <a:noFill/>
        <a:ln w="127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tx1"/>
              </a:solidFill>
            </a:rPr>
            <a:t>【</a:t>
          </a:r>
          <a:r>
            <a:rPr lang="zh-CN" sz="2300" kern="1200" dirty="0">
              <a:solidFill>
                <a:schemeClr val="tx1"/>
              </a:solidFill>
            </a:rPr>
            <a:t>腓</a:t>
          </a:r>
          <a:r>
            <a:rPr lang="en-US" sz="2300" kern="1200" dirty="0">
              <a:solidFill>
                <a:schemeClr val="tx1"/>
              </a:solidFill>
            </a:rPr>
            <a:t>2:19】</a:t>
          </a:r>
          <a:r>
            <a:rPr lang="zh-CN" sz="2300" kern="1200" dirty="0">
              <a:solidFill>
                <a:schemeClr val="tx1"/>
              </a:solidFill>
            </a:rPr>
            <a:t>我</a:t>
          </a:r>
          <a:r>
            <a:rPr lang="zh-CN" sz="2300" b="1" kern="1200" dirty="0">
              <a:solidFill>
                <a:srgbClr val="C00000"/>
              </a:solidFill>
            </a:rPr>
            <a:t>靠主耶稣指望</a:t>
          </a:r>
          <a:r>
            <a:rPr lang="zh-CN" sz="2300" kern="1200" dirty="0">
              <a:solidFill>
                <a:schemeClr val="tx1"/>
              </a:solidFill>
            </a:rPr>
            <a:t>快打发提摩太去见你们，叫我知道你们的事，心里就得着安慰。</a:t>
          </a:r>
        </a:p>
      </dsp:txBody>
      <dsp:txXfrm>
        <a:off x="42192" y="158105"/>
        <a:ext cx="12107617" cy="779916"/>
      </dsp:txXfrm>
    </dsp:sp>
    <dsp:sp modelId="{0D6B1CC5-01FB-498C-BA20-9C78C70B8E95}">
      <dsp:nvSpPr>
        <dsp:cNvPr id="0" name=""/>
        <dsp:cNvSpPr/>
      </dsp:nvSpPr>
      <dsp:spPr>
        <a:xfrm>
          <a:off x="0" y="1049333"/>
          <a:ext cx="12192001" cy="2316600"/>
        </a:xfrm>
        <a:prstGeom prst="roundRect">
          <a:avLst/>
        </a:prstGeom>
        <a:noFill/>
        <a:ln w="127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chemeClr val="tx1"/>
              </a:solidFill>
            </a:rPr>
            <a:t>【</a:t>
          </a:r>
          <a:r>
            <a:rPr lang="zh-CN" sz="2300" kern="1200">
              <a:solidFill>
                <a:schemeClr val="tx1"/>
              </a:solidFill>
            </a:rPr>
            <a:t>腓</a:t>
          </a:r>
          <a:r>
            <a:rPr lang="en-US" sz="2300" kern="1200">
              <a:solidFill>
                <a:schemeClr val="tx1"/>
              </a:solidFill>
            </a:rPr>
            <a:t>2:20】</a:t>
          </a:r>
          <a:r>
            <a:rPr lang="zh-CN" sz="2300" kern="1200">
              <a:solidFill>
                <a:schemeClr val="tx1"/>
              </a:solidFill>
            </a:rPr>
            <a:t>因为我没有别人与我</a:t>
          </a:r>
          <a:r>
            <a:rPr lang="zh-CN" sz="2300" b="1" kern="1200">
              <a:solidFill>
                <a:srgbClr val="C00000"/>
              </a:solidFill>
            </a:rPr>
            <a:t>同心</a:t>
          </a:r>
          <a:r>
            <a:rPr lang="zh-CN" sz="2300" kern="1200">
              <a:solidFill>
                <a:schemeClr val="tx1"/>
              </a:solidFill>
            </a:rPr>
            <a:t>，实在挂念你们的事。</a:t>
          </a:r>
          <a:endParaRPr lang="en-US" altLang="zh-CN" sz="2300" kern="1200">
            <a:solidFill>
              <a:schemeClr val="tx1"/>
            </a:solidFill>
          </a:endParaRP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chemeClr val="tx1"/>
              </a:solidFill>
            </a:rPr>
            <a:t>【</a:t>
          </a:r>
          <a:r>
            <a:rPr lang="zh-CN" sz="2300" kern="1200">
              <a:solidFill>
                <a:schemeClr val="tx1"/>
              </a:solidFill>
            </a:rPr>
            <a:t>腓</a:t>
          </a:r>
          <a:r>
            <a:rPr lang="en-US" sz="2300" kern="1200">
              <a:solidFill>
                <a:schemeClr val="tx1"/>
              </a:solidFill>
            </a:rPr>
            <a:t>2:21】</a:t>
          </a:r>
          <a:r>
            <a:rPr lang="zh-CN" sz="2300" kern="1200">
              <a:solidFill>
                <a:schemeClr val="tx1"/>
              </a:solidFill>
            </a:rPr>
            <a:t>别人都求自己的事，并不</a:t>
          </a:r>
          <a:r>
            <a:rPr lang="zh-CN" sz="2300" b="1" kern="1200">
              <a:solidFill>
                <a:srgbClr val="C00000"/>
              </a:solidFill>
            </a:rPr>
            <a:t>求耶稣基督的事</a:t>
          </a:r>
          <a:r>
            <a:rPr lang="zh-CN" sz="2300" kern="1200">
              <a:solidFill>
                <a:schemeClr val="tx1"/>
              </a:solidFill>
            </a:rPr>
            <a:t>。</a:t>
          </a:r>
          <a:endParaRPr lang="en-US" altLang="zh-CN" sz="2300" kern="1200">
            <a:solidFill>
              <a:schemeClr val="tx1"/>
            </a:solidFill>
          </a:endParaRP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chemeClr val="tx1"/>
              </a:solidFill>
            </a:rPr>
            <a:t>【</a:t>
          </a:r>
          <a:r>
            <a:rPr lang="zh-CN" sz="2300" kern="1200">
              <a:solidFill>
                <a:schemeClr val="tx1"/>
              </a:solidFill>
            </a:rPr>
            <a:t>腓</a:t>
          </a:r>
          <a:r>
            <a:rPr lang="en-US" sz="2300" kern="1200">
              <a:solidFill>
                <a:schemeClr val="tx1"/>
              </a:solidFill>
            </a:rPr>
            <a:t>2:22】</a:t>
          </a:r>
          <a:r>
            <a:rPr lang="zh-CN" sz="2300" kern="1200">
              <a:solidFill>
                <a:schemeClr val="tx1"/>
              </a:solidFill>
            </a:rPr>
            <a:t>但你们知道提摩太的</a:t>
          </a:r>
          <a:r>
            <a:rPr lang="zh-CN" sz="2300" b="1" kern="1200">
              <a:solidFill>
                <a:srgbClr val="C00000"/>
              </a:solidFill>
            </a:rPr>
            <a:t>明证</a:t>
          </a:r>
          <a:r>
            <a:rPr lang="zh-CN" sz="2300" kern="1200">
              <a:solidFill>
                <a:schemeClr val="tx1"/>
              </a:solidFill>
            </a:rPr>
            <a:t>，他兴旺福音，与我同劳，待我像儿子待父亲一样。</a:t>
          </a:r>
        </a:p>
      </dsp:txBody>
      <dsp:txXfrm>
        <a:off x="113087" y="1162420"/>
        <a:ext cx="11965827" cy="2090426"/>
      </dsp:txXfrm>
    </dsp:sp>
    <dsp:sp modelId="{CEE5ED75-26E9-4403-BDCA-3E72321A9ADE}">
      <dsp:nvSpPr>
        <dsp:cNvPr id="0" name=""/>
        <dsp:cNvSpPr/>
      </dsp:nvSpPr>
      <dsp:spPr>
        <a:xfrm>
          <a:off x="0" y="3435053"/>
          <a:ext cx="12192001" cy="1477365"/>
        </a:xfrm>
        <a:prstGeom prst="roundRect">
          <a:avLst/>
        </a:prstGeom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tx1"/>
              </a:solidFill>
            </a:rPr>
            <a:t>【</a:t>
          </a:r>
          <a:r>
            <a:rPr lang="zh-CN" sz="2300" kern="1200" dirty="0">
              <a:solidFill>
                <a:schemeClr val="tx1"/>
              </a:solidFill>
            </a:rPr>
            <a:t>腓</a:t>
          </a:r>
          <a:r>
            <a:rPr lang="en-US" sz="2300" kern="1200" dirty="0">
              <a:solidFill>
                <a:schemeClr val="tx1"/>
              </a:solidFill>
            </a:rPr>
            <a:t>2:23】</a:t>
          </a:r>
          <a:r>
            <a:rPr lang="zh-CN" sz="2300" kern="1200" dirty="0">
              <a:solidFill>
                <a:schemeClr val="tx1"/>
              </a:solidFill>
            </a:rPr>
            <a:t>所以我一看出我的事要怎样了结，就</a:t>
          </a:r>
          <a:r>
            <a:rPr lang="zh-CN" sz="2300" b="1" kern="1200" dirty="0">
              <a:solidFill>
                <a:srgbClr val="C00000"/>
              </a:solidFill>
              <a:latin typeface="Arial"/>
              <a:ea typeface="苹方-简"/>
              <a:cs typeface="+mn-cs"/>
            </a:rPr>
            <a:t>盼望</a:t>
          </a:r>
          <a:r>
            <a:rPr lang="zh-CN" sz="2300" kern="1200" dirty="0">
              <a:solidFill>
                <a:schemeClr val="tx1"/>
              </a:solidFill>
            </a:rPr>
            <a:t>立刻打发他去；</a:t>
          </a:r>
          <a:endParaRPr lang="en-US" altLang="zh-CN" sz="2300" kern="1200" dirty="0">
            <a:solidFill>
              <a:schemeClr val="tx1"/>
            </a:solidFill>
          </a:endParaRP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tx1"/>
              </a:solidFill>
            </a:rPr>
            <a:t>【</a:t>
          </a:r>
          <a:r>
            <a:rPr lang="zh-CN" sz="2300" kern="1200" dirty="0">
              <a:solidFill>
                <a:schemeClr val="tx1"/>
              </a:solidFill>
            </a:rPr>
            <a:t>腓</a:t>
          </a:r>
          <a:r>
            <a:rPr lang="en-US" sz="2300" kern="1200" dirty="0">
              <a:solidFill>
                <a:schemeClr val="tx1"/>
              </a:solidFill>
            </a:rPr>
            <a:t>2:24】</a:t>
          </a:r>
          <a:r>
            <a:rPr lang="zh-CN" sz="2300" kern="1200" dirty="0">
              <a:solidFill>
                <a:schemeClr val="tx1"/>
              </a:solidFill>
            </a:rPr>
            <a:t>但我</a:t>
          </a:r>
          <a:r>
            <a:rPr lang="zh-CN" sz="2400" b="1" kern="1200" dirty="0">
              <a:solidFill>
                <a:srgbClr val="C00000"/>
              </a:solidFill>
              <a:latin typeface="Arial"/>
              <a:ea typeface="苹方-简"/>
              <a:cs typeface="+mn-cs"/>
            </a:rPr>
            <a:t>靠着主</a:t>
          </a:r>
          <a:r>
            <a:rPr lang="zh-CN" sz="2300" kern="1200" dirty="0">
              <a:solidFill>
                <a:schemeClr val="tx1"/>
              </a:solidFill>
            </a:rPr>
            <a:t>，自信我也必快去。</a:t>
          </a:r>
        </a:p>
      </dsp:txBody>
      <dsp:txXfrm>
        <a:off x="72119" y="3507172"/>
        <a:ext cx="12047763" cy="13331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0D3555-4096-426E-9F81-111950E9479E}">
      <dsp:nvSpPr>
        <dsp:cNvPr id="0" name=""/>
        <dsp:cNvSpPr/>
      </dsp:nvSpPr>
      <dsp:spPr>
        <a:xfrm>
          <a:off x="0" y="371948"/>
          <a:ext cx="5819775" cy="779179"/>
        </a:xfrm>
        <a:prstGeom prst="roundRect">
          <a:avLst/>
        </a:prstGeom>
        <a:noFill/>
        <a:ln w="127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【</a:t>
          </a:r>
          <a:r>
            <a:rPr lang="zh-CN" sz="1400" kern="1200" dirty="0">
              <a:solidFill>
                <a:schemeClr val="tx1"/>
              </a:solidFill>
            </a:rPr>
            <a:t>腓</a:t>
          </a:r>
          <a:r>
            <a:rPr lang="en-US" sz="1400" kern="1200" dirty="0">
              <a:solidFill>
                <a:schemeClr val="tx1"/>
              </a:solidFill>
            </a:rPr>
            <a:t>2:19】</a:t>
          </a:r>
          <a:r>
            <a:rPr lang="zh-CN" sz="1400" kern="1200" dirty="0">
              <a:solidFill>
                <a:schemeClr val="tx1"/>
              </a:solidFill>
            </a:rPr>
            <a:t>我</a:t>
          </a:r>
          <a:r>
            <a:rPr lang="zh-CN" sz="1400" b="1" kern="1200" dirty="0">
              <a:solidFill>
                <a:srgbClr val="C00000"/>
              </a:solidFill>
            </a:rPr>
            <a:t>靠主耶稣指望</a:t>
          </a:r>
          <a:r>
            <a:rPr lang="zh-CN" sz="1400" kern="1200" dirty="0">
              <a:solidFill>
                <a:schemeClr val="tx1"/>
              </a:solidFill>
            </a:rPr>
            <a:t>快打发提摩太去见你们，叫我知道你们的事，心里就得着安慰。</a:t>
          </a:r>
        </a:p>
      </dsp:txBody>
      <dsp:txXfrm>
        <a:off x="38036" y="409984"/>
        <a:ext cx="5743703" cy="703107"/>
      </dsp:txXfrm>
    </dsp:sp>
    <dsp:sp modelId="{0D6B1CC5-01FB-498C-BA20-9C78C70B8E95}">
      <dsp:nvSpPr>
        <dsp:cNvPr id="0" name=""/>
        <dsp:cNvSpPr/>
      </dsp:nvSpPr>
      <dsp:spPr>
        <a:xfrm>
          <a:off x="0" y="1256190"/>
          <a:ext cx="5819775" cy="2088450"/>
        </a:xfrm>
        <a:prstGeom prst="roundRect">
          <a:avLst/>
        </a:prstGeom>
        <a:noFill/>
        <a:ln w="127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【</a:t>
          </a:r>
          <a:r>
            <a:rPr lang="zh-CN" sz="1400" kern="1200" dirty="0">
              <a:solidFill>
                <a:schemeClr val="tx1"/>
              </a:solidFill>
            </a:rPr>
            <a:t>腓</a:t>
          </a:r>
          <a:r>
            <a:rPr lang="en-US" sz="1400" kern="1200" dirty="0">
              <a:solidFill>
                <a:schemeClr val="tx1"/>
              </a:solidFill>
            </a:rPr>
            <a:t>2:20】</a:t>
          </a:r>
          <a:r>
            <a:rPr lang="zh-CN" sz="1400" kern="1200" dirty="0">
              <a:solidFill>
                <a:schemeClr val="tx1"/>
              </a:solidFill>
            </a:rPr>
            <a:t>因为我没有别人与我</a:t>
          </a:r>
          <a:r>
            <a:rPr lang="zh-CN" sz="1400" b="1" kern="1200" dirty="0">
              <a:solidFill>
                <a:srgbClr val="C00000"/>
              </a:solidFill>
            </a:rPr>
            <a:t>同心</a:t>
          </a:r>
          <a:r>
            <a:rPr lang="zh-CN" sz="1400" kern="1200" dirty="0">
              <a:solidFill>
                <a:schemeClr val="tx1"/>
              </a:solidFill>
            </a:rPr>
            <a:t>，实在挂念你们的事。</a:t>
          </a:r>
          <a:endParaRPr lang="en-US" altLang="zh-CN" sz="1400" kern="1200" dirty="0">
            <a:solidFill>
              <a:schemeClr val="tx1"/>
            </a:solidFill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【</a:t>
          </a:r>
          <a:r>
            <a:rPr lang="zh-CN" sz="1400" kern="1200" dirty="0">
              <a:solidFill>
                <a:schemeClr val="tx1"/>
              </a:solidFill>
            </a:rPr>
            <a:t>腓</a:t>
          </a:r>
          <a:r>
            <a:rPr lang="en-US" sz="1400" kern="1200" dirty="0">
              <a:solidFill>
                <a:schemeClr val="tx1"/>
              </a:solidFill>
            </a:rPr>
            <a:t>2:21】</a:t>
          </a:r>
          <a:r>
            <a:rPr lang="zh-CN" sz="1400" kern="1200" dirty="0">
              <a:solidFill>
                <a:schemeClr val="tx1"/>
              </a:solidFill>
            </a:rPr>
            <a:t>别人都求自己的事，并不</a:t>
          </a:r>
          <a:r>
            <a:rPr lang="zh-CN" sz="1400" b="1" kern="1200" dirty="0">
              <a:solidFill>
                <a:srgbClr val="C00000"/>
              </a:solidFill>
            </a:rPr>
            <a:t>求耶稣基督的事</a:t>
          </a:r>
          <a:r>
            <a:rPr lang="zh-CN" sz="1400" kern="1200" dirty="0">
              <a:solidFill>
                <a:schemeClr val="tx1"/>
              </a:solidFill>
            </a:rPr>
            <a:t>。</a:t>
          </a:r>
          <a:endParaRPr lang="en-US" altLang="zh-CN" sz="1400" kern="1200" dirty="0">
            <a:solidFill>
              <a:schemeClr val="tx1"/>
            </a:solidFill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【</a:t>
          </a:r>
          <a:r>
            <a:rPr lang="zh-CN" sz="1400" kern="1200" dirty="0">
              <a:solidFill>
                <a:schemeClr val="tx1"/>
              </a:solidFill>
            </a:rPr>
            <a:t>腓</a:t>
          </a:r>
          <a:r>
            <a:rPr lang="en-US" sz="1400" kern="1200" dirty="0">
              <a:solidFill>
                <a:schemeClr val="tx1"/>
              </a:solidFill>
            </a:rPr>
            <a:t>2:22】</a:t>
          </a:r>
          <a:r>
            <a:rPr lang="zh-CN" sz="1400" kern="1200" dirty="0">
              <a:solidFill>
                <a:schemeClr val="tx1"/>
              </a:solidFill>
            </a:rPr>
            <a:t>但你们知道提摩太的</a:t>
          </a:r>
          <a:r>
            <a:rPr lang="zh-CN" sz="1400" b="1" kern="1200" dirty="0">
              <a:solidFill>
                <a:srgbClr val="C00000"/>
              </a:solidFill>
            </a:rPr>
            <a:t>明证</a:t>
          </a:r>
          <a:r>
            <a:rPr lang="zh-CN" sz="1400" kern="1200" dirty="0">
              <a:solidFill>
                <a:schemeClr val="tx1"/>
              </a:solidFill>
            </a:rPr>
            <a:t>，他兴旺福音，与我同劳，待我像儿子待父亲一样。</a:t>
          </a:r>
        </a:p>
      </dsp:txBody>
      <dsp:txXfrm>
        <a:off x="101950" y="1358140"/>
        <a:ext cx="5615875" cy="1884550"/>
      </dsp:txXfrm>
    </dsp:sp>
    <dsp:sp modelId="{CEE5ED75-26E9-4403-BDCA-3E72321A9ADE}">
      <dsp:nvSpPr>
        <dsp:cNvPr id="0" name=""/>
        <dsp:cNvSpPr/>
      </dsp:nvSpPr>
      <dsp:spPr>
        <a:xfrm>
          <a:off x="0" y="3433225"/>
          <a:ext cx="5819775" cy="1331867"/>
        </a:xfrm>
        <a:prstGeom prst="roundRect">
          <a:avLst/>
        </a:prstGeom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【</a:t>
          </a:r>
          <a:r>
            <a:rPr lang="zh-CN" sz="1400" kern="1200" dirty="0">
              <a:solidFill>
                <a:schemeClr val="tx1"/>
              </a:solidFill>
            </a:rPr>
            <a:t>腓</a:t>
          </a:r>
          <a:r>
            <a:rPr lang="en-US" sz="1400" kern="1200" dirty="0">
              <a:solidFill>
                <a:schemeClr val="tx1"/>
              </a:solidFill>
            </a:rPr>
            <a:t>2:23】</a:t>
          </a:r>
          <a:r>
            <a:rPr lang="zh-CN" sz="1400" kern="1200" dirty="0">
              <a:solidFill>
                <a:schemeClr val="tx1"/>
              </a:solidFill>
            </a:rPr>
            <a:t>所以我一看出我的事要怎样了结，就</a:t>
          </a:r>
          <a:r>
            <a:rPr lang="zh-CN" sz="1400" b="1" kern="1200" dirty="0">
              <a:solidFill>
                <a:srgbClr val="C00000"/>
              </a:solidFill>
              <a:latin typeface="Arial"/>
              <a:ea typeface="苹方-简"/>
              <a:cs typeface="+mn-cs"/>
            </a:rPr>
            <a:t>盼望</a:t>
          </a:r>
          <a:r>
            <a:rPr lang="zh-CN" sz="1400" kern="1200" dirty="0">
              <a:solidFill>
                <a:schemeClr val="tx1"/>
              </a:solidFill>
            </a:rPr>
            <a:t>立刻打发他去；</a:t>
          </a:r>
          <a:endParaRPr lang="en-US" altLang="zh-CN" sz="1400" kern="1200" dirty="0">
            <a:solidFill>
              <a:schemeClr val="tx1"/>
            </a:solidFill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【</a:t>
          </a:r>
          <a:r>
            <a:rPr lang="zh-CN" sz="1400" kern="1200" dirty="0">
              <a:solidFill>
                <a:schemeClr val="tx1"/>
              </a:solidFill>
            </a:rPr>
            <a:t>腓</a:t>
          </a:r>
          <a:r>
            <a:rPr lang="en-US" sz="1400" kern="1200" dirty="0">
              <a:solidFill>
                <a:schemeClr val="tx1"/>
              </a:solidFill>
            </a:rPr>
            <a:t>2:24】</a:t>
          </a:r>
          <a:r>
            <a:rPr lang="zh-CN" sz="1400" kern="1200" dirty="0">
              <a:solidFill>
                <a:schemeClr val="tx1"/>
              </a:solidFill>
            </a:rPr>
            <a:t>但我靠着主，自信我也必快去。</a:t>
          </a:r>
        </a:p>
      </dsp:txBody>
      <dsp:txXfrm>
        <a:off x="65016" y="3498241"/>
        <a:ext cx="5689743" cy="12018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2023/5/14 Sun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你对神认真，神必对你认真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70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腓</a:t>
            </a:r>
            <a:r>
              <a:rPr lang="en-US" altLang="zh-CN" dirty="0"/>
              <a:t>1:21】</a:t>
            </a:r>
            <a:r>
              <a:rPr lang="zh-CN" altLang="en-US" dirty="0"/>
              <a:t>因我活着就是基督，我死了就有益处。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663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2023/5/14 Sun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2023/5/14 Sun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2023/5/14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2023/5/14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2023/5/14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2023/5/14 Sun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tags" Target="../tags/tag39.xml"/><Relationship Id="rId7" Type="http://schemas.openxmlformats.org/officeDocument/2006/relationships/diagramQuickStyle" Target="../diagrams/quickStyle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slideLayout" Target="../slideLayouts/slideLayout2.xml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7" Type="http://schemas.openxmlformats.org/officeDocument/2006/relationships/image" Target="../media/image4.svg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7" Type="http://schemas.openxmlformats.org/officeDocument/2006/relationships/image" Target="../media/image4.svg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0787" y="4414022"/>
            <a:ext cx="4613737" cy="5098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经文：腓立比书二章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19~24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7285644" y="2052839"/>
            <a:ext cx="4264025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苹方-简"/>
                <a:cs typeface="+mn-ea"/>
                <a:sym typeface="+mn-lt"/>
              </a:rPr>
              <a:t>主的精兵</a:t>
            </a:r>
            <a:endParaRPr kumimoji="0" lang="en-US" altLang="zh-CN" sz="5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16466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  <a:r>
              <a:rPr lang="zh-CN" altLang="zh-CN" sz="4800" b="1"/>
              <a:t>腓二</a:t>
            </a:r>
            <a:r>
              <a:rPr lang="en-US" altLang="zh-CN" sz="4800" b="1" dirty="0"/>
              <a:t>19~24</a:t>
            </a:r>
            <a:endParaRPr lang="zh-CN" altLang="zh-CN" sz="4800" dirty="0"/>
          </a:p>
          <a:p>
            <a:pPr>
              <a:spcAft>
                <a:spcPts val="600"/>
              </a:spcAft>
            </a:pP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6AB369E9-7320-DE30-3AFD-31DAAE2045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8904876"/>
              </p:ext>
            </p:extLst>
          </p:nvPr>
        </p:nvGraphicFramePr>
        <p:xfrm>
          <a:off x="-1" y="1285381"/>
          <a:ext cx="12192001" cy="5028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203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目录</a:t>
            </a:r>
            <a:r>
              <a:rPr lang="en-US" altLang="zh-CN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&amp;</a:t>
            </a:r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83127" y="2486342"/>
            <a:ext cx="5819775" cy="19176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第一段：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19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节       差遣提摩太的目的。</a:t>
            </a:r>
          </a:p>
          <a:p>
            <a:pPr marL="0" indent="0">
              <a:lnSpc>
                <a:spcPct val="120000"/>
              </a:lnSpc>
              <a:buNone/>
            </a:pPr>
            <a:endParaRPr lang="zh-CN" altLang="en-US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第二段：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20~22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节 差遣提摩太的原因。</a:t>
            </a:r>
          </a:p>
          <a:p>
            <a:pPr marL="0" indent="0">
              <a:lnSpc>
                <a:spcPct val="120000"/>
              </a:lnSpc>
              <a:buNone/>
            </a:pPr>
            <a:endParaRPr lang="zh-CN" altLang="en-US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第三段：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23~24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节 保罗对将来的盼望。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834FEE26-B6D8-F604-DE97-236834A9A5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8299216"/>
              </p:ext>
            </p:extLst>
          </p:nvPr>
        </p:nvGraphicFramePr>
        <p:xfrm>
          <a:off x="5591175" y="970758"/>
          <a:ext cx="5819775" cy="51535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A26DAA-ACC3-E965-66E4-F6A39B93A5B3}"/>
              </a:ext>
            </a:extLst>
          </p:cNvPr>
          <p:cNvCxnSpPr/>
          <p:nvPr/>
        </p:nvCxnSpPr>
        <p:spPr>
          <a:xfrm>
            <a:off x="5190836" y="1173018"/>
            <a:ext cx="0" cy="454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背景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640406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保罗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在罗马狱中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2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1:13】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以致我受的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捆锁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，在御营全军和其余的人中，已经显明是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为基督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的缘故。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审判其未知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1:20】……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只要凡事放胆，无论</a:t>
            </a: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是生是死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，总叫基督在我身上照常显大。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提摩太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与保罗紧密父子关系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2"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徒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16:3】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保罗要</a:t>
            </a: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带他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同去，只因那些地方的犹太人都知道他父亲是希腊人，就给他行了割礼。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	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提前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1:2】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写信给那因信主作我</a:t>
            </a: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真儿子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的提摩太。愿恩惠、怜悯、平安从父　神和我们主基督耶稣归与你！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	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2:22】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但你们知道提摩太的明证，他兴旺福音，与我同劳，待我像</a:t>
            </a: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儿子待父亲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一样。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	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《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腓立比书</a:t>
            </a: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》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喜乐之书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感谢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&amp;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归正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财物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/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人力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/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属灵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保罗的下监受苦感到不安</a:t>
            </a:r>
            <a:r>
              <a:rPr lang="zh-CN" altLang="zh-CN" sz="16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1:12~14</a:t>
            </a:r>
            <a:r>
              <a:rPr lang="zh-CN" altLang="zh-CN" sz="16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/</a:t>
            </a:r>
            <a:r>
              <a:rPr lang="zh-CN" altLang="zh-CN" sz="1600" dirty="0">
                <a:solidFill>
                  <a:srgbClr val="000000"/>
                </a:solidFill>
                <a:cs typeface="+mn-ea"/>
              </a:rPr>
              <a:t>割礼派的异端</a:t>
            </a:r>
            <a:r>
              <a:rPr lang="zh-CN" altLang="zh-CN" sz="16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3:2</a:t>
            </a:r>
            <a:r>
              <a:rPr lang="zh-CN" altLang="zh-CN" sz="16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1600" dirty="0">
                <a:solidFill>
                  <a:srgbClr val="000000"/>
                </a:solidFill>
                <a:cs typeface="+mn-ea"/>
              </a:rPr>
              <a:t>/</a:t>
            </a:r>
            <a:r>
              <a:rPr lang="zh-CN" altLang="zh-CN" sz="1600" dirty="0">
                <a:solidFill>
                  <a:srgbClr val="000000"/>
                </a:solidFill>
                <a:cs typeface="+mn-ea"/>
              </a:rPr>
              <a:t>驳斥纵欲主义</a:t>
            </a:r>
            <a:r>
              <a:rPr lang="zh-CN" altLang="zh-CN" sz="16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3:17~19</a:t>
            </a:r>
            <a:r>
              <a:rPr lang="zh-CN" altLang="zh-CN" sz="16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1600" dirty="0">
                <a:solidFill>
                  <a:srgbClr val="000000"/>
                </a:solidFill>
                <a:cs typeface="+mn-ea"/>
              </a:rPr>
              <a:t>/</a:t>
            </a:r>
            <a:r>
              <a:rPr lang="zh-CN" altLang="zh-CN" sz="1600" dirty="0">
                <a:solidFill>
                  <a:srgbClr val="000000"/>
                </a:solidFill>
                <a:cs typeface="+mn-ea"/>
              </a:rPr>
              <a:t>信徒之间有不和睦</a:t>
            </a:r>
            <a:r>
              <a:rPr lang="zh-CN" altLang="zh-CN" sz="16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4:2~3</a:t>
            </a:r>
            <a:r>
              <a:rPr lang="zh-CN" altLang="zh-CN" sz="16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做精兵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21782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为什么做精兵？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求主喜悦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	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提后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2:3】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你要和我同受苦难，好像基督耶稣的精兵。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	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提后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2:4】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凡在军中当兵的，不将世务缠身，好叫那招他当兵的人</a:t>
            </a: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喜悦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主是元帅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lvl="2"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林后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2:14】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感谢　神！</a:t>
            </a: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常率领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我们在基督里夸胜，并藉着我们在各处显扬那因认识基督而有的香气。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0530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010400" y="227964"/>
            <a:ext cx="48686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经文示意</a:t>
            </a:r>
          </a:p>
        </p:txBody>
      </p:sp>
      <p:sp>
        <p:nvSpPr>
          <p:cNvPr id="7" name="内容占位符 2"/>
          <p:cNvSpPr txBox="1">
            <a:spLocks noChangeArrowheads="1"/>
          </p:cNvSpPr>
          <p:nvPr/>
        </p:nvSpPr>
        <p:spPr>
          <a:xfrm>
            <a:off x="0" y="1298490"/>
            <a:ext cx="9442383" cy="38341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zh-CN" sz="240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altLang="zh-CN" sz="240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180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81A24BA-7881-FC8E-B899-CACD3C0C8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38" y="1096011"/>
            <a:ext cx="8505825" cy="55340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13767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4414983" y="113635"/>
            <a:ext cx="77770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第一段：靠主耶稣指望 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1-2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41357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2:19】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我</a:t>
            </a:r>
            <a:r>
              <a:rPr lang="zh-CN" altLang="en-US" sz="2400" b="1" dirty="0">
                <a:solidFill>
                  <a:srgbClr val="C00000"/>
                </a:solidFill>
                <a:cs typeface="+mn-ea"/>
                <a:sym typeface="+mn-lt"/>
              </a:rPr>
              <a:t>靠主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耶稣指望快打发提摩太去见你们，叫我知道你们的事，心里就得着安慰。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凡事依靠</a:t>
            </a:r>
            <a:endParaRPr lang="en-US" altLang="zh-CN" sz="2400" b="1" dirty="0">
              <a:solidFill>
                <a:schemeClr val="bg1">
                  <a:lumMod val="85000"/>
                </a:schemeClr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凡事依靠主耶稣（ 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vs 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禁戒骄傲：“大事我求主，小事不麻烦主”）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2"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5:36】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又不可指着你的头起誓，因为你不能使一根头发变黑变白了。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lvl="2"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徒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3:16】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我们因信他的名，他的名便叫你们所看见、所认识的这人健壮了。正是他所赐的信心，叫这人在你们众人面前全然好了。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神掌管万事万物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2"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来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1:3】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他是　神荣耀所发的光辉，是　神本体的真像，常用他权能的命令托住万有。他洗净了人的罪，就坐在高天至大者的右边。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lvl="2"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6:18】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靠着圣灵，随时多方祷告祈求，并要在此警醒不倦，为众圣徒祈求，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457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靠主耶稣指望 </a:t>
            </a:r>
            <a:r>
              <a:rPr lang="en-US" altLang="zh-CN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2-2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737"/>
            <a:ext cx="12192000" cy="60347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2:19】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我靠主</a:t>
            </a:r>
            <a:r>
              <a:rPr lang="zh-CN" altLang="en-US" sz="2400" b="1" dirty="0">
                <a:solidFill>
                  <a:srgbClr val="C00000"/>
                </a:solidFill>
                <a:cs typeface="+mn-ea"/>
                <a:sym typeface="+mn-lt"/>
              </a:rPr>
              <a:t>耶稣指望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快打发提摩太去见你们，叫我知道你们的事，心里就得着安慰。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我们指望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指望不应仅关注今生（今生 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vs 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永远）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2"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林前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15:19】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我们若靠基督</a:t>
            </a: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只在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今生有指望，就算比众人更可怜。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人如何指望永生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&amp;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未来？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人不能掌控永生或者未来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028700" lvl="3"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     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90:10】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我们一生的年日是七十岁，若是强壮可到八十岁；但其中所矜夸的不过是劳苦愁烦，转眼成空，我们便如飞而去。</a:t>
            </a:r>
          </a:p>
          <a:p>
            <a:pPr lvl="3"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传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1:2】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传道者说：虚空的虚空，虚空的虚空，凡事都是虚空。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唯有靠那能掌管未来和永远的神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3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诗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90:12】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求你指教我们怎样数算自己的日子，好叫我们得着智慧的心。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用今生的生活见证出永远的生命。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认真过好我们当下的生活，努力尽我们的本分来荣耀神，把指望建立在神的国和神的义上面。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96B3AF0-3B7B-BB39-F9D1-6251432A74D1}"/>
              </a:ext>
            </a:extLst>
          </p:cNvPr>
          <p:cNvGrpSpPr/>
          <p:nvPr/>
        </p:nvGrpSpPr>
        <p:grpSpPr>
          <a:xfrm>
            <a:off x="243418" y="6324600"/>
            <a:ext cx="6785450" cy="533400"/>
            <a:chOff x="348343" y="6069874"/>
            <a:chExt cx="6785450" cy="533400"/>
          </a:xfrm>
        </p:grpSpPr>
        <p:pic>
          <p:nvPicPr>
            <p:cNvPr id="4" name="图形 3" descr="插在洞里的高尔夫球标志旗 纯色填充">
              <a:extLst>
                <a:ext uri="{FF2B5EF4-FFF2-40B4-BE49-F238E27FC236}">
                  <a16:creationId xmlns:a16="http://schemas.microsoft.com/office/drawing/2014/main" id="{A8A77838-51F2-553E-DE91-246079D76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48343" y="6069874"/>
              <a:ext cx="533400" cy="533400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26E2100-C214-5D1E-3B58-C2ED1ECE553C}"/>
                </a:ext>
              </a:extLst>
            </p:cNvPr>
            <p:cNvSpPr txBox="1"/>
            <p:nvPr/>
          </p:nvSpPr>
          <p:spPr>
            <a:xfrm>
              <a:off x="988487" y="6233942"/>
              <a:ext cx="614530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/>
                <a:t>精兵要求：靠主指望。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692116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203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第二段：原因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361227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2:20】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因为我没有别人与我</a:t>
            </a:r>
            <a:r>
              <a:rPr lang="zh-CN" altLang="en-US" sz="2400" b="1" dirty="0">
                <a:solidFill>
                  <a:srgbClr val="C00000"/>
                </a:solidFill>
                <a:cs typeface="+mn-ea"/>
                <a:sym typeface="+mn-lt"/>
              </a:rPr>
              <a:t>同心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，实在</a:t>
            </a:r>
            <a:r>
              <a:rPr lang="zh-CN" altLang="en-US" sz="2400" b="1" dirty="0">
                <a:solidFill>
                  <a:srgbClr val="FF0000"/>
                </a:solidFill>
                <a:cs typeface="+mn-ea"/>
                <a:sym typeface="+mn-lt"/>
              </a:rPr>
              <a:t>挂念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你们的事。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2:21】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别人都求自己的事，并不</a:t>
            </a:r>
            <a:r>
              <a:rPr lang="zh-CN" altLang="en-US" sz="2400" b="1" dirty="0">
                <a:solidFill>
                  <a:srgbClr val="C00000"/>
                </a:solidFill>
                <a:cs typeface="+mn-ea"/>
                <a:sym typeface="+mn-lt"/>
              </a:rPr>
              <a:t>求耶稣基督的事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2:22】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但你们知道提摩太的</a:t>
            </a:r>
            <a:r>
              <a:rPr lang="zh-CN" altLang="en-US" sz="2400" b="1" dirty="0">
                <a:solidFill>
                  <a:srgbClr val="C00000"/>
                </a:solidFill>
                <a:cs typeface="+mn-ea"/>
                <a:sym typeface="+mn-lt"/>
              </a:rPr>
              <a:t>明证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，他兴旺福音，与我同劳，待我像儿子待父亲一样。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讲述三件主要要求：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1. 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同心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-&gt;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挂念教会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2. 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求耶稣基督的事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3. 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明证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333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657975" y="120711"/>
            <a:ext cx="5791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同心求基督的事 </a:t>
            </a:r>
            <a:r>
              <a:rPr lang="en-US" altLang="zh-CN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1-3</a:t>
            </a:r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9737"/>
            <a:ext cx="12192000" cy="556145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2:20】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因为我没有别人与我</a:t>
            </a:r>
            <a:r>
              <a:rPr lang="zh-CN" altLang="en-US" sz="2400" b="1" dirty="0">
                <a:solidFill>
                  <a:srgbClr val="C00000"/>
                </a:solidFill>
                <a:cs typeface="+mn-ea"/>
                <a:sym typeface="+mn-lt"/>
              </a:rPr>
              <a:t>同心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，实在挂念你们的事。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2:21】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别人都求自己的事，并不求耶稣基督的事。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差遣提摩太原因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挂念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同心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2">
              <a:lnSpc>
                <a:spcPct val="120000"/>
              </a:lnSpc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摩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3:3】“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二人若不同心，岂能同行呢？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共同异象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真理合一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（尊主为大、放下自己，在基督里）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3"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4:4】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身体只有一个，圣灵只有一个，正如你们蒙召，同有一个指望；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lvl="3">
              <a:lnSpc>
                <a:spcPct val="120000"/>
              </a:lnSpc>
            </a:pP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创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3:5】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因为　神知道，你们吃的日子眼睛就明亮了，你们便</a:t>
            </a:r>
            <a:r>
              <a:rPr lang="zh-CN" altLang="en-US" dirty="0">
                <a:solidFill>
                  <a:srgbClr val="C00000"/>
                </a:solidFill>
                <a:cs typeface="+mn-ea"/>
                <a:sym typeface="+mn-lt"/>
              </a:rPr>
              <a:t>如　神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能知道善恶。”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同心目的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lvl="3"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帖前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2:4】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但神既然验中了我们，把</a:t>
            </a:r>
            <a:r>
              <a:rPr lang="zh-CN" altLang="en-US" dirty="0">
                <a:solidFill>
                  <a:srgbClr val="C00000"/>
                </a:solidFill>
                <a:cs typeface="+mn-ea"/>
                <a:sym typeface="+mn-lt"/>
              </a:rPr>
              <a:t>福音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托付我们，我们就照样讲，不是要讨人喜欢，乃是要讨那察验我们心的　</a:t>
            </a:r>
            <a:r>
              <a:rPr lang="zh-CN" altLang="en-US" dirty="0">
                <a:solidFill>
                  <a:srgbClr val="C00000"/>
                </a:solidFill>
                <a:cs typeface="+mn-ea"/>
                <a:sym typeface="+mn-lt"/>
              </a:rPr>
              <a:t>神喜欢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3">
              <a:lnSpc>
                <a:spcPct val="120000"/>
              </a:lnSpc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6072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6849"/>
            <a:ext cx="12192000" cy="51308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2:20】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因为我没有别人与我同心，实在挂念你们的事。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2:21】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别人</a:t>
            </a:r>
            <a:r>
              <a:rPr lang="zh-CN" altLang="en-US" sz="2400" b="1" dirty="0">
                <a:solidFill>
                  <a:srgbClr val="7030A0"/>
                </a:solidFill>
                <a:cs typeface="+mn-ea"/>
                <a:sym typeface="+mn-lt"/>
              </a:rPr>
              <a:t>都求自己的事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，并不</a:t>
            </a:r>
            <a:r>
              <a:rPr lang="zh-CN" altLang="en-US" sz="2400" b="1" dirty="0">
                <a:solidFill>
                  <a:srgbClr val="C00000"/>
                </a:solidFill>
                <a:cs typeface="+mn-ea"/>
                <a:sym typeface="+mn-lt"/>
              </a:rPr>
              <a:t>求耶稣基督的事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差遣提摩太原因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求耶稣基督的事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求（主动、积极、寻求）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更直接的要求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“顾别人的事”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求耶稣基督的事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2"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	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2:4】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各人不要单顾自己的事，也要顾别人的事。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求自己的事是一个人犯罪堕落之后的反应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创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3:6】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于是，女人见那棵树的果子好作食物，也悦人的眼目，且是可喜爱的，能使人有智慧，就摘下果子来吃了；又给她丈夫，她丈夫也吃了。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9162F18-D987-C5F3-DE29-50E61F68537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657975" y="120711"/>
            <a:ext cx="5791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同心求基督的事</a:t>
            </a:r>
            <a:r>
              <a:rPr lang="en-US" altLang="zh-CN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2-3</a:t>
            </a:r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0840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03708"/>
            <a:ext cx="12192000" cy="54875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2:20】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因为我没有别人与我同心，实在挂念你们的事。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2:21】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别人</a:t>
            </a:r>
            <a:r>
              <a:rPr lang="zh-CN" altLang="en-US" sz="2400" b="1" dirty="0">
                <a:solidFill>
                  <a:srgbClr val="7030A0"/>
                </a:solidFill>
                <a:cs typeface="+mn-ea"/>
                <a:sym typeface="+mn-lt"/>
              </a:rPr>
              <a:t>都求自己的事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，并不</a:t>
            </a:r>
            <a:r>
              <a:rPr lang="zh-CN" altLang="en-US" sz="2400" b="1" dirty="0">
                <a:solidFill>
                  <a:srgbClr val="C00000"/>
                </a:solidFill>
                <a:cs typeface="+mn-ea"/>
                <a:sym typeface="+mn-lt"/>
              </a:rPr>
              <a:t>求耶稣基督的事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差遣提摩太原因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求耶稣基督的事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如何才能求基督事？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认识基督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身份转变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4">
              <a:lnSpc>
                <a:spcPct val="120000"/>
              </a:lnSpc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1:1】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耶稣基督的仆人保罗，奉召为使徒，特派传　神的福音。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4">
              <a:lnSpc>
                <a:spcPct val="120000"/>
              </a:lnSpc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加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2:20】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我已经与基督同钉十字架，现在活着的不再是我，乃是基督在我里面活着；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2171700" lvl="4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求：“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没有条件创造条件也要上”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2171700" lvl="4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求基督的事：“两手都要抓，两手都要硬”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2628900" lvl="5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在基督里同心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2628900" lvl="5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竭力主动为基督、为教会、为神的国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AB7B9BB-BF5F-1016-F7B7-FFAEAEFD6106}"/>
              </a:ext>
            </a:extLst>
          </p:cNvPr>
          <p:cNvGrpSpPr/>
          <p:nvPr/>
        </p:nvGrpSpPr>
        <p:grpSpPr>
          <a:xfrm>
            <a:off x="138643" y="6324600"/>
            <a:ext cx="6785450" cy="533400"/>
            <a:chOff x="348343" y="6069874"/>
            <a:chExt cx="6785450" cy="533400"/>
          </a:xfrm>
        </p:grpSpPr>
        <p:pic>
          <p:nvPicPr>
            <p:cNvPr id="4" name="图形 3" descr="插在洞里的高尔夫球标志旗 纯色填充">
              <a:extLst>
                <a:ext uri="{FF2B5EF4-FFF2-40B4-BE49-F238E27FC236}">
                  <a16:creationId xmlns:a16="http://schemas.microsoft.com/office/drawing/2014/main" id="{093C7B6F-EB40-A533-DCE7-A0EBFF60C5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48343" y="6069874"/>
              <a:ext cx="533400" cy="533400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2EF1E1C-FCA8-3AB8-BA6B-18883F543FA0}"/>
                </a:ext>
              </a:extLst>
            </p:cNvPr>
            <p:cNvSpPr txBox="1"/>
            <p:nvPr/>
          </p:nvSpPr>
          <p:spPr>
            <a:xfrm>
              <a:off x="988487" y="6233942"/>
              <a:ext cx="614530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精兵要求：同心求基督的事。</a:t>
              </a: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EF23C510-2016-A407-597D-D4AC0600069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657975" y="120711"/>
            <a:ext cx="5791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同心求基督的事 </a:t>
            </a:r>
            <a:r>
              <a:rPr lang="en-US" altLang="zh-CN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3-3</a:t>
            </a:r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9874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明证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1875"/>
            <a:ext cx="12192000" cy="54875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2:22】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但你们知道提摩太的</a:t>
            </a:r>
            <a:r>
              <a:rPr lang="zh-CN" altLang="en-US" sz="2400" b="1" dirty="0">
                <a:solidFill>
                  <a:srgbClr val="C00000"/>
                </a:solidFill>
                <a:cs typeface="+mn-ea"/>
                <a:sym typeface="+mn-lt"/>
              </a:rPr>
              <a:t>明证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，他兴旺福音，与我同劳，待我像儿子待父亲一样。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明证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（原文为经过考验而显为成熟的品格，是一种经过考验的品格）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提摩太的明证</a:t>
            </a: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兴旺福音</a:t>
            </a: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与我同劳</a:t>
            </a: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儿子父亲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为什么需要明证？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1:7】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叫你们的信心既被试验，就比那被火试验仍然能坏的金子更显宝贵，可以在耶稣基督显现的时候，得着称赞、荣耀、尊贵。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雅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1:12】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忍受试探的人是有福的，因为他经过试验以后，必得生命的冠冕，这是主应许给那些爱他之人的。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我们应该有什么明证？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坚持读经、圣道班、门训、及培训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主日敬拜不缺席、不迟到、不早退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生活、工作、家庭、朋友间见证主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在服侍中有明证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26480B9-F738-F9C4-A3A9-291FDBCBE60B}"/>
              </a:ext>
            </a:extLst>
          </p:cNvPr>
          <p:cNvGrpSpPr/>
          <p:nvPr/>
        </p:nvGrpSpPr>
        <p:grpSpPr>
          <a:xfrm>
            <a:off x="154928" y="6324600"/>
            <a:ext cx="6785450" cy="533400"/>
            <a:chOff x="348343" y="6069874"/>
            <a:chExt cx="6785450" cy="533400"/>
          </a:xfrm>
        </p:grpSpPr>
        <p:pic>
          <p:nvPicPr>
            <p:cNvPr id="4" name="图形 3" descr="插在洞里的高尔夫球标志旗 纯色填充">
              <a:extLst>
                <a:ext uri="{FF2B5EF4-FFF2-40B4-BE49-F238E27FC236}">
                  <a16:creationId xmlns:a16="http://schemas.microsoft.com/office/drawing/2014/main" id="{515BC975-09A1-48C6-8FED-743CBD34CC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48343" y="6069874"/>
              <a:ext cx="533400" cy="533400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A5AC82D-48F1-5DA2-0A95-193BBCEEA933}"/>
                </a:ext>
              </a:extLst>
            </p:cNvPr>
            <p:cNvSpPr txBox="1"/>
            <p:nvPr/>
          </p:nvSpPr>
          <p:spPr>
            <a:xfrm>
              <a:off x="988487" y="6233942"/>
              <a:ext cx="614530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精兵要求：明证。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014528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第三段：盼望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10588"/>
            <a:ext cx="12192000" cy="58131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2:23】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所以我一看出我的事要怎样了结，就盼望立刻打发他去；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2:24】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但我靠着主，自信我也必快去。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盼望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身陷环境：生死未卜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ym typeface="+mn-lt"/>
              </a:rPr>
              <a:t>【</a:t>
            </a:r>
            <a:r>
              <a:rPr lang="zh-CN" altLang="en-US" dirty="0">
                <a:sym typeface="+mn-lt"/>
              </a:rPr>
              <a:t>腓</a:t>
            </a:r>
            <a:r>
              <a:rPr lang="en-US" altLang="zh-CN" dirty="0">
                <a:sym typeface="+mn-lt"/>
              </a:rPr>
              <a:t>1:22】</a:t>
            </a:r>
            <a:r>
              <a:rPr lang="zh-CN" altLang="en-US" dirty="0">
                <a:sym typeface="+mn-lt"/>
              </a:rPr>
              <a:t>但我在肉身活着，若成就我工夫的果子，我就不知道该挑选什么。</a:t>
            </a:r>
            <a:endParaRPr lang="en-US" altLang="zh-CN" dirty="0"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ym typeface="+mn-lt"/>
              </a:rPr>
              <a:t>【</a:t>
            </a:r>
            <a:r>
              <a:rPr lang="zh-CN" altLang="en-US" dirty="0">
                <a:sym typeface="+mn-lt"/>
              </a:rPr>
              <a:t>腓</a:t>
            </a:r>
            <a:r>
              <a:rPr lang="en-US" altLang="zh-CN" dirty="0">
                <a:sym typeface="+mn-lt"/>
              </a:rPr>
              <a:t>1:23】</a:t>
            </a:r>
            <a:r>
              <a:rPr lang="zh-CN" altLang="en-US" dirty="0">
                <a:sym typeface="+mn-lt"/>
              </a:rPr>
              <a:t>我正在两难之间，情愿离世与基督同在，因为这是好得无比的。</a:t>
            </a:r>
            <a:endParaRPr lang="en-US" altLang="zh-CN" dirty="0"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盼望目的：于基督有益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盼望凭据：主的恩典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盼望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-&gt;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靠主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-&gt;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得安慰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2:19】……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叫我知道你们的事，心里就</a:t>
            </a: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得着安慰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盼望根源：靠主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【彼前1:21】你们也因着他，信那叫他从死里复活，又给他荣耀的　神，叫你们的信心和盼望都在于　神。</a:t>
            </a: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E7EAC2EE-5648-1224-46AA-160F6F6F3300}"/>
              </a:ext>
            </a:extLst>
          </p:cNvPr>
          <p:cNvGrpSpPr/>
          <p:nvPr/>
        </p:nvGrpSpPr>
        <p:grpSpPr>
          <a:xfrm>
            <a:off x="243418" y="6324600"/>
            <a:ext cx="6785450" cy="533400"/>
            <a:chOff x="348343" y="6069874"/>
            <a:chExt cx="6785450" cy="533400"/>
          </a:xfrm>
        </p:grpSpPr>
        <p:pic>
          <p:nvPicPr>
            <p:cNvPr id="9" name="图形 8" descr="插在洞里的高尔夫球标志旗 纯色填充">
              <a:extLst>
                <a:ext uri="{FF2B5EF4-FFF2-40B4-BE49-F238E27FC236}">
                  <a16:creationId xmlns:a16="http://schemas.microsoft.com/office/drawing/2014/main" id="{8D1923FB-E975-9E82-558F-CA71CA933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48343" y="6069874"/>
              <a:ext cx="533400" cy="533400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C74C576-B331-C48E-B2C7-E8CA8BAB4C49}"/>
                </a:ext>
              </a:extLst>
            </p:cNvPr>
            <p:cNvSpPr txBox="1"/>
            <p:nvPr/>
          </p:nvSpPr>
          <p:spPr>
            <a:xfrm>
              <a:off x="988487" y="6233942"/>
              <a:ext cx="614530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/>
                <a:t>精兵要求：盼望。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632320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总结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502024" y="1844463"/>
            <a:ext cx="12192000" cy="361227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1. 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靠主耶稣有指望。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2. </a:t>
            </a: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为着基督有目标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3. 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同心求基督的事。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4. 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要有明证。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5. 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要有异象。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6. 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与人同劳。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7. 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美好品格。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8. 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盼望。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2525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问题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406231" y="2297308"/>
            <a:ext cx="11190200" cy="16136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 1. 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在你的生活，工作，学习中指望或者依靠是什么？ </a:t>
            </a:r>
            <a:endParaRPr lang="en-US" altLang="zh-CN" sz="280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 2. 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总结保罗差遣提摩太的主要原因是什么？</a:t>
            </a:r>
            <a:endParaRPr lang="en-US" altLang="zh-CN" sz="280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3. 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根据问题</a:t>
            </a: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2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的总结，你个人认为你需要在哪几个方面要有提高？</a:t>
            </a:r>
            <a:endParaRPr lang="en-US" altLang="zh-CN" sz="280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91730"/>
  <p:tag name="KSO_WM_FULL_TEXT_BEAUTIFY_COPY_ID" val="15099538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618</TotalTime>
  <Words>2158</Words>
  <Application>Microsoft Office PowerPoint</Application>
  <PresentationFormat>宽屏</PresentationFormat>
  <Paragraphs>171</Paragraphs>
  <Slides>16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苹方-简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强 李</cp:lastModifiedBy>
  <cp:revision>3</cp:revision>
  <dcterms:created xsi:type="dcterms:W3CDTF">2019-06-19T02:08:00Z</dcterms:created>
  <dcterms:modified xsi:type="dcterms:W3CDTF">2023-05-13T21:33:54Z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