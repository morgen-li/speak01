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560" r:id="rId2"/>
    <p:sldId id="425" r:id="rId3"/>
    <p:sldId id="554" r:id="rId4"/>
    <p:sldId id="553" r:id="rId5"/>
    <p:sldId id="561" r:id="rId6"/>
    <p:sldId id="562" r:id="rId7"/>
    <p:sldId id="543" r:id="rId8"/>
    <p:sldId id="55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35731-71C3-4FE0-B5A5-AC0F0292308C}" v="167" dt="2023-09-16T23:30:30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1935731-71C3-4FE0-B5A5-AC0F0292308C}"/>
    <pc:docChg chg="undo custSel addSld delSld modSld">
      <pc:chgData name="强 李" userId="cd6c7ec7188785ae" providerId="LiveId" clId="{F1935731-71C3-4FE0-B5A5-AC0F0292308C}" dt="2023-09-16T23:30:33.357" v="466" actId="20577"/>
      <pc:docMkLst>
        <pc:docMk/>
      </pc:docMkLst>
      <pc:sldChg chg="modSp mod">
        <pc:chgData name="强 李" userId="cd6c7ec7188785ae" providerId="LiveId" clId="{F1935731-71C3-4FE0-B5A5-AC0F0292308C}" dt="2023-09-16T21:20:24.877" v="391"/>
        <pc:sldMkLst>
          <pc:docMk/>
          <pc:sldMk cId="0" sldId="425"/>
        </pc:sldMkLst>
        <pc:graphicFrameChg chg="mod modGraphic">
          <ac:chgData name="强 李" userId="cd6c7ec7188785ae" providerId="LiveId" clId="{F1935731-71C3-4FE0-B5A5-AC0F0292308C}" dt="2023-09-16T21:20:24.877" v="391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F1935731-71C3-4FE0-B5A5-AC0F0292308C}" dt="2023-09-16T07:15:51.222" v="64" actId="47"/>
        <pc:sldMkLst>
          <pc:docMk/>
          <pc:sldMk cId="54695671" sldId="531"/>
        </pc:sldMkLst>
      </pc:sldChg>
      <pc:sldChg chg="modSp mod">
        <pc:chgData name="强 李" userId="cd6c7ec7188785ae" providerId="LiveId" clId="{F1935731-71C3-4FE0-B5A5-AC0F0292308C}" dt="2023-09-16T23:28:46.865" v="438" actId="20577"/>
        <pc:sldMkLst>
          <pc:docMk/>
          <pc:sldMk cId="1242525785" sldId="543"/>
        </pc:sldMkLst>
        <pc:spChg chg="mod">
          <ac:chgData name="强 李" userId="cd6c7ec7188785ae" providerId="LiveId" clId="{F1935731-71C3-4FE0-B5A5-AC0F0292308C}" dt="2023-09-16T23:28:46.865" v="438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F1935731-71C3-4FE0-B5A5-AC0F0292308C}" dt="2023-09-16T23:30:33.357" v="466" actId="20577"/>
        <pc:sldMkLst>
          <pc:docMk/>
          <pc:sldMk cId="419382719" sldId="552"/>
        </pc:sldMkLst>
        <pc:spChg chg="mod">
          <ac:chgData name="强 李" userId="cd6c7ec7188785ae" providerId="LiveId" clId="{F1935731-71C3-4FE0-B5A5-AC0F0292308C}" dt="2023-09-16T23:30:33.357" v="466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F1935731-71C3-4FE0-B5A5-AC0F0292308C}" dt="2023-09-16T07:28:10.415" v="161"/>
        <pc:sldMkLst>
          <pc:docMk/>
          <pc:sldMk cId="530530540" sldId="553"/>
        </pc:sldMkLst>
        <pc:spChg chg="mod">
          <ac:chgData name="强 李" userId="cd6c7ec7188785ae" providerId="LiveId" clId="{F1935731-71C3-4FE0-B5A5-AC0F0292308C}" dt="2023-09-16T07:28:10.415" v="161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F1935731-71C3-4FE0-B5A5-AC0F0292308C}" dt="2023-09-16T07:16:36.572" v="74" actId="14100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F1935731-71C3-4FE0-B5A5-AC0F0292308C}" dt="2023-09-16T23:24:12.555" v="398" actId="14100"/>
        <pc:sldMkLst>
          <pc:docMk/>
          <pc:sldMk cId="3418790839" sldId="554"/>
        </pc:sldMkLst>
        <pc:spChg chg="mod">
          <ac:chgData name="强 李" userId="cd6c7ec7188785ae" providerId="LiveId" clId="{F1935731-71C3-4FE0-B5A5-AC0F0292308C}" dt="2023-09-16T07:35:16.442" v="389" actId="20577"/>
          <ac:spMkLst>
            <pc:docMk/>
            <pc:sldMk cId="3418790839" sldId="554"/>
            <ac:spMk id="2" creationId="{00000000-0000-0000-0000-000000000000}"/>
          </ac:spMkLst>
        </pc:spChg>
        <pc:spChg chg="add del">
          <ac:chgData name="强 李" userId="cd6c7ec7188785ae" providerId="LiveId" clId="{F1935731-71C3-4FE0-B5A5-AC0F0292308C}" dt="2023-09-16T07:15:01.386" v="49"/>
          <ac:spMkLst>
            <pc:docMk/>
            <pc:sldMk cId="3418790839" sldId="554"/>
            <ac:spMk id="3" creationId="{F02056E6-92C3-FBA8-B915-2C54F788997B}"/>
          </ac:spMkLst>
        </pc:spChg>
        <pc:spChg chg="add del">
          <ac:chgData name="强 李" userId="cd6c7ec7188785ae" providerId="LiveId" clId="{F1935731-71C3-4FE0-B5A5-AC0F0292308C}" dt="2023-09-16T07:17:03.482" v="77" actId="22"/>
          <ac:spMkLst>
            <pc:docMk/>
            <pc:sldMk cId="3418790839" sldId="554"/>
            <ac:spMk id="15" creationId="{E382DC00-06AF-5464-F5B4-721E6373F3C0}"/>
          </ac:spMkLst>
        </pc:spChg>
        <pc:grpChg chg="del">
          <ac:chgData name="强 李" userId="cd6c7ec7188785ae" providerId="LiveId" clId="{F1935731-71C3-4FE0-B5A5-AC0F0292308C}" dt="2023-09-16T07:14:54.550" v="47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F1935731-71C3-4FE0-B5A5-AC0F0292308C}" dt="2023-09-16T07:14:54.550" v="47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F1935731-71C3-4FE0-B5A5-AC0F0292308C}" dt="2023-09-16T07:14:54.550" v="4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F1935731-71C3-4FE0-B5A5-AC0F0292308C}" dt="2023-09-16T23:24:12.555" v="398" actId="14100"/>
          <ac:graphicFrameMkLst>
            <pc:docMk/>
            <pc:sldMk cId="3418790839" sldId="554"/>
            <ac:graphicFrameMk id="16" creationId="{631110A0-D334-175A-07C0-6853FACE2837}"/>
          </ac:graphicFrameMkLst>
        </pc:graphicFrameChg>
        <pc:cxnChg chg="mod">
          <ac:chgData name="强 李" userId="cd6c7ec7188785ae" providerId="LiveId" clId="{F1935731-71C3-4FE0-B5A5-AC0F0292308C}" dt="2023-09-16T07:17:32.450" v="82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F1935731-71C3-4FE0-B5A5-AC0F0292308C}" dt="2023-09-16T07:12:04.454" v="16" actId="20577"/>
        <pc:sldMkLst>
          <pc:docMk/>
          <pc:sldMk cId="1911491714" sldId="560"/>
        </pc:sldMkLst>
        <pc:spChg chg="mod">
          <ac:chgData name="强 李" userId="cd6c7ec7188785ae" providerId="LiveId" clId="{F1935731-71C3-4FE0-B5A5-AC0F0292308C}" dt="2023-09-16T07:11:42.019" v="13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F1935731-71C3-4FE0-B5A5-AC0F0292308C}" dt="2023-09-16T07:12:04.454" v="16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F1935731-71C3-4FE0-B5A5-AC0F0292308C}" dt="2023-09-16T07:29:01.913" v="224" actId="6549"/>
        <pc:sldMkLst>
          <pc:docMk/>
          <pc:sldMk cId="1416456624" sldId="561"/>
        </pc:sldMkLst>
        <pc:spChg chg="mod">
          <ac:chgData name="强 李" userId="cd6c7ec7188785ae" providerId="LiveId" clId="{F1935731-71C3-4FE0-B5A5-AC0F0292308C}" dt="2023-09-16T07:29:01.913" v="224" actId="6549"/>
          <ac:spMkLst>
            <pc:docMk/>
            <pc:sldMk cId="1416456624" sldId="561"/>
            <ac:spMk id="2" creationId="{00000000-0000-0000-0000-000000000000}"/>
          </ac:spMkLst>
        </pc:spChg>
      </pc:sldChg>
      <pc:sldChg chg="modSp add mod">
        <pc:chgData name="强 李" userId="cd6c7ec7188785ae" providerId="LiveId" clId="{F1935731-71C3-4FE0-B5A5-AC0F0292308C}" dt="2023-09-16T07:34:21.967" v="388"/>
        <pc:sldMkLst>
          <pc:docMk/>
          <pc:sldMk cId="2576434014" sldId="562"/>
        </pc:sldMkLst>
        <pc:spChg chg="mod">
          <ac:chgData name="强 李" userId="cd6c7ec7188785ae" providerId="LiveId" clId="{F1935731-71C3-4FE0-B5A5-AC0F0292308C}" dt="2023-09-16T07:34:21.967" v="388"/>
          <ac:spMkLst>
            <pc:docMk/>
            <pc:sldMk cId="2576434014" sldId="562"/>
            <ac:spMk id="2" creationId="{00000000-0000-0000-0000-000000000000}"/>
          </ac:spMkLst>
        </pc:spChg>
        <pc:spChg chg="mod">
          <ac:chgData name="强 李" userId="cd6c7ec7188785ae" providerId="LiveId" clId="{F1935731-71C3-4FE0-B5A5-AC0F0292308C}" dt="2023-09-16T07:31:12.943" v="268"/>
          <ac:spMkLst>
            <pc:docMk/>
            <pc:sldMk cId="2576434014" sldId="562"/>
            <ac:spMk id="18" creationId="{00000000-0000-0000-0000-000000000000}"/>
          </ac:spMkLst>
        </pc:spChg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377519088" sldId="563"/>
        </pc:sldMkLst>
      </pc:sldChg>
      <pc:sldChg chg="del">
        <pc:chgData name="强 李" userId="cd6c7ec7188785ae" providerId="LiveId" clId="{F1935731-71C3-4FE0-B5A5-AC0F0292308C}" dt="2023-09-16T07:11:26.128" v="0" actId="47"/>
        <pc:sldMkLst>
          <pc:docMk/>
          <pc:sldMk cId="2582865884" sldId="573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159884778" sldId="574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3225081264" sldId="575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285165969" sldId="577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3107274554" sldId="578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3941516956" sldId="579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401985542" sldId="580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3652969572" sldId="581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1488126517" sldId="582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599750978" sldId="583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3883622925" sldId="584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2093064981" sldId="585"/>
        </pc:sldMkLst>
      </pc:sldChg>
      <pc:sldChg chg="del">
        <pc:chgData name="强 李" userId="cd6c7ec7188785ae" providerId="LiveId" clId="{F1935731-71C3-4FE0-B5A5-AC0F0292308C}" dt="2023-09-16T07:16:57.692" v="75" actId="47"/>
        <pc:sldMkLst>
          <pc:docMk/>
          <pc:sldMk cId="4127907290" sldId="586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 custT="1"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3:1】</a:t>
          </a:r>
          <a:r>
            <a:rPr lang="zh-CN" altLang="zh-CN" sz="1400" dirty="0">
              <a:solidFill>
                <a:schemeClr val="tx1"/>
              </a:solidFill>
            </a:rPr>
            <a:t>弟兄们，我还有话说：你们要靠主喜乐。我把这话再写给你们，于我并不为难，于你们却是妥当。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3:2】</a:t>
          </a:r>
          <a:r>
            <a:rPr lang="zh-CN" altLang="zh-CN" sz="1400" dirty="0">
              <a:solidFill>
                <a:schemeClr val="tx1"/>
              </a:solidFill>
            </a:rPr>
            <a:t>应当防备犬类，防备作恶的，防备妄自行割的。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3:3】</a:t>
          </a:r>
          <a:r>
            <a:rPr lang="zh-CN" altLang="zh-CN" sz="1400" dirty="0">
              <a:solidFill>
                <a:schemeClr val="tx1"/>
              </a:solidFill>
            </a:rPr>
            <a:t>因为真受割礼的，乃是我们这以　神的灵敬拜，在基督耶稣里夸口，不靠着肉体的。</a:t>
          </a:r>
          <a:endParaRPr lang="zh-CN" sz="1400" dirty="0">
            <a:solidFill>
              <a:schemeClr val="tx1"/>
            </a:solidFill>
          </a:endParaRP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 custT="1"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3:4】</a:t>
          </a:r>
          <a:r>
            <a:rPr lang="zh-CN" altLang="zh-CN" sz="1400" dirty="0">
              <a:solidFill>
                <a:schemeClr val="tx1"/>
              </a:solidFill>
            </a:rPr>
            <a:t>其实我也可以靠肉体；若是别人想他可以靠肉体，我更可以靠着了。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3:5】</a:t>
          </a:r>
          <a:r>
            <a:rPr lang="zh-CN" altLang="zh-CN" sz="1400" dirty="0">
              <a:solidFill>
                <a:schemeClr val="tx1"/>
              </a:solidFill>
            </a:rPr>
            <a:t>我第八天受割礼，我是以色列族、便雅悯支派的人，是希伯来人所生的希伯来人。就律法说，我是法利赛人；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3:6】</a:t>
          </a:r>
          <a:r>
            <a:rPr lang="zh-CN" altLang="zh-CN" sz="1400" dirty="0">
              <a:solidFill>
                <a:schemeClr val="tx1"/>
              </a:solidFill>
            </a:rPr>
            <a:t>就热心说，我是逼迫教会的；就律法上的义说，我是无可指摘的。</a:t>
          </a:r>
          <a:endParaRPr lang="zh-CN" sz="1400" dirty="0">
            <a:solidFill>
              <a:schemeClr val="tx1"/>
            </a:solidFill>
          </a:endParaRP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3:7】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只是我先前以为与我有益的，我现在因基督都当作有损的。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3:8】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不但如此，我也将万事当作有损的，因我以认识我主基督耶稣为至宝。我为他已经丢弃万事，看作粪土，为要得着基督，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3:9】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并且得以在他里面，不是有自己因律法而得的义，乃是有信基督的义，就是因信　神而来的义，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3:10】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使我认识基督，晓得他复活的大能，并且晓得和他一同受苦，效法他的死，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3:11】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或者我也得以从死里复活。</a:t>
          </a:r>
          <a:endParaRPr lang="zh-CN" sz="14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124405" custLinFactY="-88713" custLinFactNeighborX="515" custLinFactNeighborY="-100000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 custScaleY="117084" custLinFactNeighborY="76082">
        <dgm:presLayoutVars>
          <dgm:chMax val="0"/>
          <dgm:bulletEnabled val="1"/>
        </dgm:presLayoutVars>
      </dgm:prSet>
      <dgm:spPr>
        <a:xfrm>
          <a:off x="0" y="1049333"/>
          <a:ext cx="12192001" cy="2316600"/>
        </a:xfrm>
        <a:prstGeom prst="roundRect">
          <a:avLst/>
        </a:prstGeom>
      </dgm:spPr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185402" custLinFactY="57215" custLinFactNeighborY="100000">
        <dgm:presLayoutVars>
          <dgm:chMax val="0"/>
          <dgm:bulletEnabled val="1"/>
        </dgm:presLayoutVars>
      </dgm:prSet>
      <dgm:spPr>
        <a:xfrm>
          <a:off x="0" y="3435053"/>
          <a:ext cx="12192001" cy="1477365"/>
        </a:xfrm>
        <a:prstGeom prst="roundRect">
          <a:avLst/>
        </a:prstGeom>
      </dgm:spPr>
    </dgm:pt>
  </dgm:ptLst>
  <dgm:cxnLst>
    <dgm:cxn modelId="{C3C57002-D234-4817-BE1B-7775FBD04558}" type="presOf" srcId="{66A81FBC-F055-4CF8-9F99-BEA867858D8C}" destId="{F2141AC8-A486-4288-B085-DB43533E438F}" srcOrd="0" destOrd="0" presId="urn:microsoft.com/office/officeart/2005/8/layout/vList2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0AC90865-79B6-416C-92D5-2C30496BFFD9}" type="presOf" srcId="{CD7CCBCF-2713-44D8-88C2-C50CF181AF36}" destId="{0D6B1CC5-01FB-498C-BA20-9C78C70B8E95}" srcOrd="0" destOrd="0" presId="urn:microsoft.com/office/officeart/2005/8/layout/vList2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93C27EDF-F78C-47CB-AE72-BB02A86173DF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000B3BF8-CAB3-44FF-8436-F2BBA21511B0}" type="presOf" srcId="{E2985E0C-3FFC-49D5-9D68-DE8B2019882F}" destId="{CEE5ED75-26E9-4403-BDCA-3E72321A9ADE}" srcOrd="0" destOrd="0" presId="urn:microsoft.com/office/officeart/2005/8/layout/vList2"/>
    <dgm:cxn modelId="{FC456D06-542F-4483-8E96-F03BE8C02D62}" type="presParOf" srcId="{F2141AC8-A486-4288-B085-DB43533E438F}" destId="{390D3555-4096-426E-9F81-111950E9479E}" srcOrd="0" destOrd="0" presId="urn:microsoft.com/office/officeart/2005/8/layout/vList2"/>
    <dgm:cxn modelId="{09354AC9-0431-413F-B9D0-0152EF6B4892}" type="presParOf" srcId="{F2141AC8-A486-4288-B085-DB43533E438F}" destId="{507730E8-3E7F-4CAB-B355-EBC692B574F3}" srcOrd="1" destOrd="0" presId="urn:microsoft.com/office/officeart/2005/8/layout/vList2"/>
    <dgm:cxn modelId="{95369591-45FC-4A5A-9013-E599EE9BC5CB}" type="presParOf" srcId="{F2141AC8-A486-4288-B085-DB43533E438F}" destId="{0D6B1CC5-01FB-498C-BA20-9C78C70B8E95}" srcOrd="2" destOrd="0" presId="urn:microsoft.com/office/officeart/2005/8/layout/vList2"/>
    <dgm:cxn modelId="{E9D279A7-8D35-4BE2-BB70-0F394D7C0F7C}" type="presParOf" srcId="{F2141AC8-A486-4288-B085-DB43533E438F}" destId="{12AB3BF3-D919-4463-9838-0A7EBD7A9E35}" srcOrd="3" destOrd="0" presId="urn:microsoft.com/office/officeart/2005/8/layout/vList2"/>
    <dgm:cxn modelId="{AB34C1DE-C22D-4BF8-802D-4859D73DADD0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 custT="1"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3:1】</a:t>
          </a:r>
          <a:r>
            <a:rPr lang="zh-CN" altLang="zh-CN" sz="1400" dirty="0">
              <a:solidFill>
                <a:schemeClr val="tx1"/>
              </a:solidFill>
            </a:rPr>
            <a:t>弟兄们，我还有话说：你们要靠主喜乐。我把这话再写给你们，于我并不为难，于你们却是妥当。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3:2】</a:t>
          </a:r>
          <a:r>
            <a:rPr lang="zh-CN" altLang="zh-CN" sz="1400" dirty="0">
              <a:solidFill>
                <a:schemeClr val="tx1"/>
              </a:solidFill>
            </a:rPr>
            <a:t>应当防备犬类，防备作恶的，防备妄自行割的。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3:3】</a:t>
          </a:r>
          <a:r>
            <a:rPr lang="zh-CN" altLang="zh-CN" sz="1400" dirty="0">
              <a:solidFill>
                <a:schemeClr val="tx1"/>
              </a:solidFill>
            </a:rPr>
            <a:t>因为真受割礼的，乃是我们这以　神的灵敬拜，在基督耶稣里夸口，不靠着肉体的。</a:t>
          </a:r>
          <a:endParaRPr lang="zh-CN" sz="1400" dirty="0">
            <a:solidFill>
              <a:schemeClr val="tx1"/>
            </a:solidFill>
          </a:endParaRP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 sz="1800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 sz="1800"/>
        </a:p>
      </dgm:t>
    </dgm:pt>
    <dgm:pt modelId="{CD7CCBCF-2713-44D8-88C2-C50CF181AF36}">
      <dgm:prSet custT="1"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3:4】</a:t>
          </a:r>
          <a:r>
            <a:rPr lang="zh-CN" altLang="zh-CN" sz="1400" dirty="0">
              <a:solidFill>
                <a:schemeClr val="tx1"/>
              </a:solidFill>
            </a:rPr>
            <a:t>其实我也可以靠肉体；若是别人想他可以靠肉体，我更可以靠着了。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3:5】</a:t>
          </a:r>
          <a:r>
            <a:rPr lang="zh-CN" altLang="zh-CN" sz="1400" dirty="0">
              <a:solidFill>
                <a:schemeClr val="tx1"/>
              </a:solidFill>
            </a:rPr>
            <a:t>我第八天受割礼，我是以色列族、便雅悯支派的人，是希伯来人所生的希伯来人。就律法说，我是法利赛人；</a:t>
          </a:r>
        </a:p>
        <a:p>
          <a:r>
            <a:rPr lang="en-US" altLang="zh-CN" sz="1400" dirty="0">
              <a:solidFill>
                <a:schemeClr val="tx1"/>
              </a:solidFill>
            </a:rPr>
            <a:t>【</a:t>
          </a:r>
          <a:r>
            <a:rPr lang="zh-CN" altLang="zh-CN" sz="1400" dirty="0">
              <a:solidFill>
                <a:schemeClr val="tx1"/>
              </a:solidFill>
            </a:rPr>
            <a:t>腓</a:t>
          </a:r>
          <a:r>
            <a:rPr lang="en-US" altLang="zh-CN" sz="1400" dirty="0">
              <a:solidFill>
                <a:schemeClr val="tx1"/>
              </a:solidFill>
            </a:rPr>
            <a:t>3:6】</a:t>
          </a:r>
          <a:r>
            <a:rPr lang="zh-CN" altLang="zh-CN" sz="1400" dirty="0">
              <a:solidFill>
                <a:schemeClr val="tx1"/>
              </a:solidFill>
            </a:rPr>
            <a:t>就热心说，我是逼迫教会的；就律法上的义说，我是无可指摘的。</a:t>
          </a:r>
          <a:endParaRPr lang="zh-CN" sz="1400" dirty="0">
            <a:solidFill>
              <a:schemeClr val="tx1"/>
            </a:solidFill>
          </a:endParaRP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 sz="1800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 sz="1800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3:7】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只是我先前以为与我有益的，我现在因基督都当作有损的。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3:8】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不但如此，我也将万事当作有损的，因我以认识我主基督耶稣为至宝。我为他已经丢弃万事，看作粪土，为要得着基督，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3:9】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并且得以在他里面，不是有自己因律法而得的义，乃是有信基督的义，就是因信　神而来的义，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3:10】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使我认识基督，晓得他复活的大能，并且晓得和他一同受苦，效法他的死，</a:t>
          </a:r>
        </a:p>
        <a:p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3:11】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或者我也得以从死里复活。</a:t>
          </a:r>
          <a:endParaRPr lang="zh-CN" sz="14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 sz="1800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 sz="1800"/>
        </a:p>
      </dgm:t>
    </dgm:pt>
    <dgm:pt modelId="{539E61F9-683D-4C1E-9ADB-60DBEE3EF180}" type="pres">
      <dgm:prSet presAssocID="{66A81FBC-F055-4CF8-9F99-BEA867858D8C}" presName="vert0" presStyleCnt="0">
        <dgm:presLayoutVars>
          <dgm:dir/>
          <dgm:animOne val="branch"/>
          <dgm:animLvl val="lvl"/>
        </dgm:presLayoutVars>
      </dgm:prSet>
      <dgm:spPr/>
    </dgm:pt>
    <dgm:pt modelId="{8F0CC7BE-D644-49B5-9AC5-5BC7D1864507}" type="pres">
      <dgm:prSet presAssocID="{E742C01D-4FF8-4074-AEB3-7EA0CB7B7AE3}" presName="thickLine" presStyleLbl="alignNode1" presStyleIdx="0" presStyleCnt="3"/>
      <dgm:spPr/>
    </dgm:pt>
    <dgm:pt modelId="{0EA89A36-75D9-445D-9F87-3A453F5B6C59}" type="pres">
      <dgm:prSet presAssocID="{E742C01D-4FF8-4074-AEB3-7EA0CB7B7AE3}" presName="horz1" presStyleCnt="0"/>
      <dgm:spPr/>
    </dgm:pt>
    <dgm:pt modelId="{B9766925-3861-428E-9FFA-C2D0DB75CD11}" type="pres">
      <dgm:prSet presAssocID="{E742C01D-4FF8-4074-AEB3-7EA0CB7B7AE3}" presName="tx1" presStyleLbl="revTx" presStyleIdx="0" presStyleCnt="3" custScaleY="73423"/>
      <dgm:spPr/>
    </dgm:pt>
    <dgm:pt modelId="{C0892A68-697E-460A-92D3-998E1D7B8ED5}" type="pres">
      <dgm:prSet presAssocID="{E742C01D-4FF8-4074-AEB3-7EA0CB7B7AE3}" presName="vert1" presStyleCnt="0"/>
      <dgm:spPr/>
    </dgm:pt>
    <dgm:pt modelId="{FDD09426-BEBC-47F0-A91C-BFD11AA39530}" type="pres">
      <dgm:prSet presAssocID="{CD7CCBCF-2713-44D8-88C2-C50CF181AF36}" presName="thickLine" presStyleLbl="alignNode1" presStyleIdx="1" presStyleCnt="3"/>
      <dgm:spPr/>
    </dgm:pt>
    <dgm:pt modelId="{5F31C535-47C4-4A12-97FE-86123565F151}" type="pres">
      <dgm:prSet presAssocID="{CD7CCBCF-2713-44D8-88C2-C50CF181AF36}" presName="horz1" presStyleCnt="0"/>
      <dgm:spPr/>
    </dgm:pt>
    <dgm:pt modelId="{F37E3E2F-3D54-4CBB-BE0B-D0EE175D5434}" type="pres">
      <dgm:prSet presAssocID="{CD7CCBCF-2713-44D8-88C2-C50CF181AF36}" presName="tx1" presStyleLbl="revTx" presStyleIdx="1" presStyleCnt="3"/>
      <dgm:spPr/>
    </dgm:pt>
    <dgm:pt modelId="{71B28F12-2767-4DB8-A237-441423421603}" type="pres">
      <dgm:prSet presAssocID="{CD7CCBCF-2713-44D8-88C2-C50CF181AF36}" presName="vert1" presStyleCnt="0"/>
      <dgm:spPr/>
    </dgm:pt>
    <dgm:pt modelId="{00F30472-C1E6-4803-A141-B37D8378A006}" type="pres">
      <dgm:prSet presAssocID="{E2985E0C-3FFC-49D5-9D68-DE8B2019882F}" presName="thickLine" presStyleLbl="alignNode1" presStyleIdx="2" presStyleCnt="3"/>
      <dgm:spPr/>
    </dgm:pt>
    <dgm:pt modelId="{1683CB7B-C14E-46B5-8CFC-6A2B2E139AEF}" type="pres">
      <dgm:prSet presAssocID="{E2985E0C-3FFC-49D5-9D68-DE8B2019882F}" presName="horz1" presStyleCnt="0"/>
      <dgm:spPr/>
    </dgm:pt>
    <dgm:pt modelId="{0CDFCDA8-BA3E-4381-A119-A6D51DE98B4E}" type="pres">
      <dgm:prSet presAssocID="{E2985E0C-3FFC-49D5-9D68-DE8B2019882F}" presName="tx1" presStyleLbl="revTx" presStyleIdx="2" presStyleCnt="3" custScaleY="120095"/>
      <dgm:spPr/>
    </dgm:pt>
    <dgm:pt modelId="{6F4D3089-C1BE-4D8C-B1AB-DAD63E9849CA}" type="pres">
      <dgm:prSet presAssocID="{E2985E0C-3FFC-49D5-9D68-DE8B2019882F}" presName="vert1" presStyleCnt="0"/>
      <dgm:spPr/>
    </dgm:pt>
  </dgm:ptLst>
  <dgm:cxnLst>
    <dgm:cxn modelId="{3905CE07-47B8-4988-B8BC-69D52F8AFA31}" type="presOf" srcId="{E2985E0C-3FFC-49D5-9D68-DE8B2019882F}" destId="{0CDFCDA8-BA3E-4381-A119-A6D51DE98B4E}" srcOrd="0" destOrd="0" presId="urn:microsoft.com/office/officeart/2008/layout/LinedList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C3D70E8C-09A0-43D2-9D71-F0DCA1555B6B}" type="presOf" srcId="{E742C01D-4FF8-4074-AEB3-7EA0CB7B7AE3}" destId="{B9766925-3861-428E-9FFA-C2D0DB75CD11}" srcOrd="0" destOrd="0" presId="urn:microsoft.com/office/officeart/2008/layout/LinedList"/>
    <dgm:cxn modelId="{FE5E359B-7A9E-46B2-A1E5-FD6E8C7103DB}" type="presOf" srcId="{66A81FBC-F055-4CF8-9F99-BEA867858D8C}" destId="{539E61F9-683D-4C1E-9ADB-60DBEE3EF180}" srcOrd="0" destOrd="0" presId="urn:microsoft.com/office/officeart/2008/layout/LinedList"/>
    <dgm:cxn modelId="{A7D2EFA9-6D76-4B33-A574-EF988C046C9D}" type="presOf" srcId="{CD7CCBCF-2713-44D8-88C2-C50CF181AF36}" destId="{F37E3E2F-3D54-4CBB-BE0B-D0EE175D5434}" srcOrd="0" destOrd="0" presId="urn:microsoft.com/office/officeart/2008/layout/LinedList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5DF74CC0-C881-416C-9CEB-1D7D3F50A524}" type="presParOf" srcId="{539E61F9-683D-4C1E-9ADB-60DBEE3EF180}" destId="{8F0CC7BE-D644-49B5-9AC5-5BC7D1864507}" srcOrd="0" destOrd="0" presId="urn:microsoft.com/office/officeart/2008/layout/LinedList"/>
    <dgm:cxn modelId="{06EB35A4-C76F-4E89-B2A5-9D27514D0B0A}" type="presParOf" srcId="{539E61F9-683D-4C1E-9ADB-60DBEE3EF180}" destId="{0EA89A36-75D9-445D-9F87-3A453F5B6C59}" srcOrd="1" destOrd="0" presId="urn:microsoft.com/office/officeart/2008/layout/LinedList"/>
    <dgm:cxn modelId="{2200E90A-EA20-4D03-B266-D5676E85A9F7}" type="presParOf" srcId="{0EA89A36-75D9-445D-9F87-3A453F5B6C59}" destId="{B9766925-3861-428E-9FFA-C2D0DB75CD11}" srcOrd="0" destOrd="0" presId="urn:microsoft.com/office/officeart/2008/layout/LinedList"/>
    <dgm:cxn modelId="{D6A2A22A-2E16-48A9-AD63-40C0193943DB}" type="presParOf" srcId="{0EA89A36-75D9-445D-9F87-3A453F5B6C59}" destId="{C0892A68-697E-460A-92D3-998E1D7B8ED5}" srcOrd="1" destOrd="0" presId="urn:microsoft.com/office/officeart/2008/layout/LinedList"/>
    <dgm:cxn modelId="{AC8BFE2B-3D54-49FF-8F93-BB28DDB8359D}" type="presParOf" srcId="{539E61F9-683D-4C1E-9ADB-60DBEE3EF180}" destId="{FDD09426-BEBC-47F0-A91C-BFD11AA39530}" srcOrd="2" destOrd="0" presId="urn:microsoft.com/office/officeart/2008/layout/LinedList"/>
    <dgm:cxn modelId="{E0F3E8DB-81E9-44F7-A09F-D2BC04A524B9}" type="presParOf" srcId="{539E61F9-683D-4C1E-9ADB-60DBEE3EF180}" destId="{5F31C535-47C4-4A12-97FE-86123565F151}" srcOrd="3" destOrd="0" presId="urn:microsoft.com/office/officeart/2008/layout/LinedList"/>
    <dgm:cxn modelId="{BE3FF55A-FB6F-4C7C-BA6F-D1C0F0EEAC67}" type="presParOf" srcId="{5F31C535-47C4-4A12-97FE-86123565F151}" destId="{F37E3E2F-3D54-4CBB-BE0B-D0EE175D5434}" srcOrd="0" destOrd="0" presId="urn:microsoft.com/office/officeart/2008/layout/LinedList"/>
    <dgm:cxn modelId="{518E1961-75FC-45D3-A786-77A0C3835194}" type="presParOf" srcId="{5F31C535-47C4-4A12-97FE-86123565F151}" destId="{71B28F12-2767-4DB8-A237-441423421603}" srcOrd="1" destOrd="0" presId="urn:microsoft.com/office/officeart/2008/layout/LinedList"/>
    <dgm:cxn modelId="{E4B52046-5E89-4A8A-BA8B-8F707776038C}" type="presParOf" srcId="{539E61F9-683D-4C1E-9ADB-60DBEE3EF180}" destId="{00F30472-C1E6-4803-A141-B37D8378A006}" srcOrd="4" destOrd="0" presId="urn:microsoft.com/office/officeart/2008/layout/LinedList"/>
    <dgm:cxn modelId="{D71760C6-548E-4B50-A9C1-B7173C972124}" type="presParOf" srcId="{539E61F9-683D-4C1E-9ADB-60DBEE3EF180}" destId="{1683CB7B-C14E-46B5-8CFC-6A2B2E139AEF}" srcOrd="5" destOrd="0" presId="urn:microsoft.com/office/officeart/2008/layout/LinedList"/>
    <dgm:cxn modelId="{D9C0C344-6367-4DC6-BE43-88ACD94A90FC}" type="presParOf" srcId="{1683CB7B-C14E-46B5-8CFC-6A2B2E139AEF}" destId="{0CDFCDA8-BA3E-4381-A119-A6D51DE98B4E}" srcOrd="0" destOrd="0" presId="urn:microsoft.com/office/officeart/2008/layout/LinedList"/>
    <dgm:cxn modelId="{7562BB80-5B74-4C9E-91C2-88F6B6DF759D}" type="presParOf" srcId="{1683CB7B-C14E-46B5-8CFC-6A2B2E139AEF}" destId="{6F4D3089-C1BE-4D8C-B1AB-DAD63E9849C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0"/>
          <a:ext cx="12192001" cy="1337275"/>
        </a:xfrm>
        <a:prstGeom prst="roundRect">
          <a:avLst/>
        </a:pr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3:1】</a:t>
          </a:r>
          <a:r>
            <a:rPr lang="zh-CN" altLang="zh-CN" sz="1400" kern="1200" dirty="0">
              <a:solidFill>
                <a:schemeClr val="tx1"/>
              </a:solidFill>
            </a:rPr>
            <a:t>弟兄们，我还有话说：你们要靠主喜乐。我把这话再写给你们，于我并不为难，于你们却是妥当。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3:2】</a:t>
          </a:r>
          <a:r>
            <a:rPr lang="zh-CN" altLang="zh-CN" sz="1400" kern="1200" dirty="0">
              <a:solidFill>
                <a:schemeClr val="tx1"/>
              </a:solidFill>
            </a:rPr>
            <a:t>应当防备犬类，防备作恶的，防备妄自行割的。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3:3】</a:t>
          </a:r>
          <a:r>
            <a:rPr lang="zh-CN" altLang="zh-CN" sz="1400" kern="1200" dirty="0">
              <a:solidFill>
                <a:schemeClr val="tx1"/>
              </a:solidFill>
            </a:rPr>
            <a:t>因为真受割礼的，乃是我们这以　神的灵敬拜，在基督耶稣里夸口，不靠着肉体的。</a:t>
          </a:r>
          <a:endParaRPr lang="zh-CN" sz="1400" kern="1200" dirty="0">
            <a:solidFill>
              <a:schemeClr val="tx1"/>
            </a:solidFill>
          </a:endParaRPr>
        </a:p>
      </dsp:txBody>
      <dsp:txXfrm>
        <a:off x="65280" y="65280"/>
        <a:ext cx="12061441" cy="1206715"/>
      </dsp:txXfrm>
    </dsp:sp>
    <dsp:sp modelId="{0D6B1CC5-01FB-498C-BA20-9C78C70B8E95}">
      <dsp:nvSpPr>
        <dsp:cNvPr id="0" name=""/>
        <dsp:cNvSpPr/>
      </dsp:nvSpPr>
      <dsp:spPr>
        <a:xfrm>
          <a:off x="0" y="1567992"/>
          <a:ext cx="12192001" cy="1258579"/>
        </a:xfrm>
        <a:prstGeom prst="round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3:4】</a:t>
          </a:r>
          <a:r>
            <a:rPr lang="zh-CN" altLang="zh-CN" sz="1400" kern="1200" dirty="0">
              <a:solidFill>
                <a:schemeClr val="tx1"/>
              </a:solidFill>
            </a:rPr>
            <a:t>其实我也可以靠肉体；若是别人想他可以靠肉体，我更可以靠着了。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3:5】</a:t>
          </a:r>
          <a:r>
            <a:rPr lang="zh-CN" altLang="zh-CN" sz="1400" kern="1200" dirty="0">
              <a:solidFill>
                <a:schemeClr val="tx1"/>
              </a:solidFill>
            </a:rPr>
            <a:t>我第八天受割礼，我是以色列族、便雅悯支派的人，是希伯来人所生的希伯来人。就律法说，我是法利赛人；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3:6】</a:t>
          </a:r>
          <a:r>
            <a:rPr lang="zh-CN" altLang="zh-CN" sz="1400" kern="1200" dirty="0">
              <a:solidFill>
                <a:schemeClr val="tx1"/>
              </a:solidFill>
            </a:rPr>
            <a:t>就热心说，我是逼迫教会的；就律法上的义说，我是无可指摘的。</a:t>
          </a:r>
          <a:endParaRPr lang="zh-CN" sz="1400" kern="1200" dirty="0">
            <a:solidFill>
              <a:schemeClr val="tx1"/>
            </a:solidFill>
          </a:endParaRPr>
        </a:p>
      </dsp:txBody>
      <dsp:txXfrm>
        <a:off x="61439" y="1629431"/>
        <a:ext cx="12069123" cy="1135701"/>
      </dsp:txXfrm>
    </dsp:sp>
    <dsp:sp modelId="{CEE5ED75-26E9-4403-BDCA-3E72321A9ADE}">
      <dsp:nvSpPr>
        <dsp:cNvPr id="0" name=""/>
        <dsp:cNvSpPr/>
      </dsp:nvSpPr>
      <dsp:spPr>
        <a:xfrm>
          <a:off x="0" y="3035377"/>
          <a:ext cx="12192001" cy="1992955"/>
        </a:xfrm>
        <a:prstGeom prst="round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3:7】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只是我先前以为与我有益的，我现在因基督都当作有损的。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3:8】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不但如此，我也将万事当作有损的，因我以认识我主基督耶稣为至宝。我为他已经丢弃万事，看作粪土，为要得着基督，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3:9】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并且得以在他里面，不是有自己因律法而得的义，乃是有信基督的义，就是因信　神而来的义，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3:10】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使我认识基督，晓得他复活的大能，并且晓得和他一同受苦，效法他的死，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3:11】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或者我也得以从死里复活。</a:t>
          </a:r>
          <a:endParaRPr lang="zh-CN" sz="14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sp:txBody>
      <dsp:txXfrm>
        <a:off x="97288" y="3132665"/>
        <a:ext cx="11997425" cy="1798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CC7BE-D644-49B5-9AC5-5BC7D1864507}">
      <dsp:nvSpPr>
        <dsp:cNvPr id="0" name=""/>
        <dsp:cNvSpPr/>
      </dsp:nvSpPr>
      <dsp:spPr>
        <a:xfrm>
          <a:off x="0" y="2840"/>
          <a:ext cx="87157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66925-3861-428E-9FFA-C2D0DB75CD11}">
      <dsp:nvSpPr>
        <dsp:cNvPr id="0" name=""/>
        <dsp:cNvSpPr/>
      </dsp:nvSpPr>
      <dsp:spPr>
        <a:xfrm>
          <a:off x="0" y="2840"/>
          <a:ext cx="8715737" cy="1333896"/>
        </a:xfrm>
        <a:prstGeom prst="rect">
          <a:avLst/>
        </a:prstGeom>
        <a:noFill/>
        <a:ln>
          <a:solidFill>
            <a:srgbClr val="7030A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3:1】</a:t>
          </a:r>
          <a:r>
            <a:rPr lang="zh-CN" altLang="zh-CN" sz="1400" kern="1200" dirty="0">
              <a:solidFill>
                <a:schemeClr val="tx1"/>
              </a:solidFill>
            </a:rPr>
            <a:t>弟兄们，我还有话说：你们要靠主喜乐。我把这话再写给你们，于我并不为难，于你们却是妥当。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3:2】</a:t>
          </a:r>
          <a:r>
            <a:rPr lang="zh-CN" altLang="zh-CN" sz="1400" kern="1200" dirty="0">
              <a:solidFill>
                <a:schemeClr val="tx1"/>
              </a:solidFill>
            </a:rPr>
            <a:t>应当防备犬类，防备作恶的，防备妄自行割的。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3:3】</a:t>
          </a:r>
          <a:r>
            <a:rPr lang="zh-CN" altLang="zh-CN" sz="1400" kern="1200" dirty="0">
              <a:solidFill>
                <a:schemeClr val="tx1"/>
              </a:solidFill>
            </a:rPr>
            <a:t>因为真受割礼的，乃是我们这以　神的灵敬拜，在基督耶稣里夸口，不靠着肉体的。</a:t>
          </a:r>
          <a:endParaRPr lang="zh-CN" sz="1400" kern="1200" dirty="0">
            <a:solidFill>
              <a:schemeClr val="tx1"/>
            </a:solidFill>
          </a:endParaRPr>
        </a:p>
      </dsp:txBody>
      <dsp:txXfrm>
        <a:off x="0" y="2840"/>
        <a:ext cx="8715737" cy="1333896"/>
      </dsp:txXfrm>
    </dsp:sp>
    <dsp:sp modelId="{FDD09426-BEBC-47F0-A91C-BFD11AA39530}">
      <dsp:nvSpPr>
        <dsp:cNvPr id="0" name=""/>
        <dsp:cNvSpPr/>
      </dsp:nvSpPr>
      <dsp:spPr>
        <a:xfrm>
          <a:off x="0" y="1336737"/>
          <a:ext cx="87157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E3E2F-3D54-4CBB-BE0B-D0EE175D5434}">
      <dsp:nvSpPr>
        <dsp:cNvPr id="0" name=""/>
        <dsp:cNvSpPr/>
      </dsp:nvSpPr>
      <dsp:spPr>
        <a:xfrm>
          <a:off x="0" y="1336737"/>
          <a:ext cx="8715737" cy="1816728"/>
        </a:xfrm>
        <a:prstGeom prst="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3:4】</a:t>
          </a:r>
          <a:r>
            <a:rPr lang="zh-CN" altLang="zh-CN" sz="1400" kern="1200" dirty="0">
              <a:solidFill>
                <a:schemeClr val="tx1"/>
              </a:solidFill>
            </a:rPr>
            <a:t>其实我也可以靠肉体；若是别人想他可以靠肉体，我更可以靠着了。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3:5】</a:t>
          </a:r>
          <a:r>
            <a:rPr lang="zh-CN" altLang="zh-CN" sz="1400" kern="1200" dirty="0">
              <a:solidFill>
                <a:schemeClr val="tx1"/>
              </a:solidFill>
            </a:rPr>
            <a:t>我第八天受割礼，我是以色列族、便雅悯支派的人，是希伯来人所生的希伯来人。就律法说，我是法利赛人；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【</a:t>
          </a:r>
          <a:r>
            <a:rPr lang="zh-CN" altLang="zh-CN" sz="1400" kern="1200" dirty="0">
              <a:solidFill>
                <a:schemeClr val="tx1"/>
              </a:solidFill>
            </a:rPr>
            <a:t>腓</a:t>
          </a:r>
          <a:r>
            <a:rPr lang="en-US" altLang="zh-CN" sz="1400" kern="1200" dirty="0">
              <a:solidFill>
                <a:schemeClr val="tx1"/>
              </a:solidFill>
            </a:rPr>
            <a:t>3:6】</a:t>
          </a:r>
          <a:r>
            <a:rPr lang="zh-CN" altLang="zh-CN" sz="1400" kern="1200" dirty="0">
              <a:solidFill>
                <a:schemeClr val="tx1"/>
              </a:solidFill>
            </a:rPr>
            <a:t>就热心说，我是逼迫教会的；就律法上的义说，我是无可指摘的。</a:t>
          </a:r>
          <a:endParaRPr lang="zh-CN" sz="1400" kern="1200" dirty="0">
            <a:solidFill>
              <a:schemeClr val="tx1"/>
            </a:solidFill>
          </a:endParaRPr>
        </a:p>
      </dsp:txBody>
      <dsp:txXfrm>
        <a:off x="0" y="1336737"/>
        <a:ext cx="8715737" cy="1816728"/>
      </dsp:txXfrm>
    </dsp:sp>
    <dsp:sp modelId="{00F30472-C1E6-4803-A141-B37D8378A006}">
      <dsp:nvSpPr>
        <dsp:cNvPr id="0" name=""/>
        <dsp:cNvSpPr/>
      </dsp:nvSpPr>
      <dsp:spPr>
        <a:xfrm>
          <a:off x="0" y="3153465"/>
          <a:ext cx="87157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FCDA8-BA3E-4381-A119-A6D51DE98B4E}">
      <dsp:nvSpPr>
        <dsp:cNvPr id="0" name=""/>
        <dsp:cNvSpPr/>
      </dsp:nvSpPr>
      <dsp:spPr>
        <a:xfrm>
          <a:off x="0" y="3153465"/>
          <a:ext cx="8707225" cy="2181800"/>
        </a:xfrm>
        <a:prstGeom prst="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3:7】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只是我先前以为与我有益的，我现在因基督都当作有损的。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3:8】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不但如此，我也将万事当作有损的，因我以认识我主基督耶稣为至宝。我为他已经丢弃万事，看作粪土，为要得着基督，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3:9】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并且得以在他里面，不是有自己因律法而得的义，乃是有信基督的义，就是因信　神而来的义，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3:10】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使我认识基督，晓得他复活的大能，并且晓得和他一同受苦，效法他的死，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3:11】</a:t>
          </a:r>
          <a:r>
            <a:rPr lang="zh-CN" altLang="zh-CN" sz="14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或者我也得以从死里复活。</a:t>
          </a:r>
          <a:endParaRPr lang="zh-CN" sz="14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sp:txBody>
      <dsp:txXfrm>
        <a:off x="0" y="3153465"/>
        <a:ext cx="8707225" cy="2181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2023/9/17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tags" Target="../tags/tag39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slideLayout" Target="../slideLayouts/slideLayout2.xm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生命的追求是认识基督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12~16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AB369E9-7320-DE30-3AFD-31DAAE204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9968518"/>
              </p:ext>
            </p:extLst>
          </p:nvPr>
        </p:nvGraphicFramePr>
        <p:xfrm>
          <a:off x="0" y="1108398"/>
          <a:ext cx="12192001" cy="50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1~3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靠着主喜乐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4~6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过去的保罗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第三段：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7~11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现在的保罗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3476264" y="125095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图示 15">
            <a:extLst>
              <a:ext uri="{FF2B5EF4-FFF2-40B4-BE49-F238E27FC236}">
                <a16:creationId xmlns:a16="http://schemas.microsoft.com/office/drawing/2014/main" id="{631110A0-D334-175A-07C0-6853FACE2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1902357"/>
              </p:ext>
            </p:extLst>
          </p:nvPr>
        </p:nvGraphicFramePr>
        <p:xfrm>
          <a:off x="3476264" y="1250953"/>
          <a:ext cx="8715737" cy="5338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02188" y="113635"/>
            <a:ext cx="5889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第一段：靠着主喜乐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0249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弟兄们，我还有话说：你们要靠主喜乐。我把这话再写给你们，于我并不为难，于你们却是妥当。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应当防备犬类，防备作恶的，防备妄自行割的。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因为真受割礼的，乃是我们这以　神的灵敬拜，在基督耶稣里夸口，不靠着肉体的。。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靠主喜乐：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在基督里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以主喜乐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具体表现：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不以物喜不以己悲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是否对基督国有益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02188" y="113635"/>
            <a:ext cx="5889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第一段：靠着主喜乐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26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弟兄们，我还有话说：你们要靠主喜乐。我把这话再写给你们，于我并不为难，于你们却是妥当。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应当防备犬类，防备作恶的，防备妄自行割的。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因为真受割礼的，乃是我们这以　神的灵敬拜，在基督耶稣里夸口，不靠着肉体的。。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假割礼：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犬类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作恶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妄自行割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真割礼：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以神的灵敬拜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在基督里夸口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不靠着肉体的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45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02188" y="113635"/>
            <a:ext cx="5889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第二段：过去的保罗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9677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其实我也可以靠肉体；若是别人想他可以靠肉体，我更可以靠着了。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我第八天受割礼，我是以色列族、便雅悯支派的人，是希伯来人所生的希伯来人。就律法说，我是法利赛人；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就热心说，我是逼迫教会的；就律法上的义说，我是无可指摘的。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保罗之前：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靠肉体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行割礼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出身、宗族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热心：逼迫教会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律法：无可指摘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总结：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自己看：努力且完美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从律法：我无可指摘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643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1689976" cy="22675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靠主喜乐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真正割礼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以前自己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信主前和信主后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基督徒去年今年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31472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你现在的喜乐是什么？这喜乐跟信仰有什么关系？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你如何看待假割礼，他的危害是什么？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什么是真割礼？具体表现？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过去的你对自己的认识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1135</Words>
  <Application>Microsoft Office PowerPoint</Application>
  <PresentationFormat>宽屏</PresentationFormat>
  <Paragraphs>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10</cp:revision>
  <dcterms:created xsi:type="dcterms:W3CDTF">2019-06-19T02:08:00Z</dcterms:created>
  <dcterms:modified xsi:type="dcterms:W3CDTF">2023-09-17T03:07:31Z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