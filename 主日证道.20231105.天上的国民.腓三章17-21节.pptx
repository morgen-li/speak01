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560" r:id="rId2"/>
    <p:sldId id="425" r:id="rId3"/>
    <p:sldId id="554" r:id="rId4"/>
    <p:sldId id="531" r:id="rId5"/>
    <p:sldId id="553" r:id="rId6"/>
    <p:sldId id="593" r:id="rId7"/>
    <p:sldId id="594" r:id="rId8"/>
    <p:sldId id="587" r:id="rId9"/>
    <p:sldId id="595" r:id="rId10"/>
    <p:sldId id="596" r:id="rId11"/>
    <p:sldId id="597" r:id="rId12"/>
    <p:sldId id="598" r:id="rId13"/>
    <p:sldId id="574" r:id="rId14"/>
    <p:sldId id="599" r:id="rId15"/>
    <p:sldId id="543" r:id="rId16"/>
    <p:sldId id="552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3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671AAC-EE65-C2E9-8FB4-81033EEFC221}" name="强 李" initials="强李" userId="cd6c7ec7188785a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F1"/>
    <a:srgbClr val="1A3A76"/>
    <a:srgbClr val="633D06"/>
    <a:srgbClr val="FCFEFE"/>
    <a:srgbClr val="FFFFFF"/>
    <a:srgbClr val="00205D"/>
    <a:srgbClr val="C90909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E1E5BE-67E2-456A-A8EE-309133F342B5}" v="701" dt="2023-11-04T21:32:56.2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093"/>
        <p:guide pos="3856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B66338D9-4727-4FA1-A32F-D75940F3AAAB}"/>
    <pc:docChg chg="modSld">
      <pc:chgData name="强 李" userId="cd6c7ec7188785ae" providerId="LiveId" clId="{B66338D9-4727-4FA1-A32F-D75940F3AAAB}" dt="2023-04-15T21:56:53.423" v="1" actId="108"/>
      <pc:docMkLst>
        <pc:docMk/>
      </pc:docMkLst>
      <pc:sldChg chg="modSp">
        <pc:chgData name="强 李" userId="cd6c7ec7188785ae" providerId="LiveId" clId="{B66338D9-4727-4FA1-A32F-D75940F3AAAB}" dt="2023-04-15T21:56:53.423" v="1" actId="108"/>
        <pc:sldMkLst>
          <pc:docMk/>
          <pc:sldMk cId="0" sldId="425"/>
        </pc:sldMkLst>
        <pc:graphicFrameChg chg="mod">
          <ac:chgData name="强 李" userId="cd6c7ec7188785ae" providerId="LiveId" clId="{B66338D9-4727-4FA1-A32F-D75940F3AAAB}" dt="2023-04-15T21:56:53.423" v="1" actId="108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</pc:docChg>
  </pc:docChgLst>
  <pc:docChgLst>
    <pc:chgData name="强 李" userId="cd6c7ec7188785ae" providerId="LiveId" clId="{CF935CA5-AC7E-4C06-84E8-D35EFB632B81}"/>
    <pc:docChg chg="undo custSel modSld">
      <pc:chgData name="强 李" userId="cd6c7ec7188785ae" providerId="LiveId" clId="{CF935CA5-AC7E-4C06-84E8-D35EFB632B81}" dt="2023-05-06T22:21:47.530" v="57" actId="20577"/>
      <pc:docMkLst>
        <pc:docMk/>
      </pc:docMkLst>
      <pc:sldChg chg="modSp mod">
        <pc:chgData name="强 李" userId="cd6c7ec7188785ae" providerId="LiveId" clId="{CF935CA5-AC7E-4C06-84E8-D35EFB632B81}" dt="2023-05-06T21:56:37.088" v="32"/>
        <pc:sldMkLst>
          <pc:docMk/>
          <pc:sldMk cId="188333421" sldId="541"/>
        </pc:sldMkLst>
        <pc:spChg chg="mod">
          <ac:chgData name="强 李" userId="cd6c7ec7188785ae" providerId="LiveId" clId="{CF935CA5-AC7E-4C06-84E8-D35EFB632B81}" dt="2023-05-06T21:56:37.088" v="32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2:21:47.530" v="57" actId="20577"/>
        <pc:sldMkLst>
          <pc:docMk/>
          <pc:sldMk cId="1236072088" sldId="546"/>
        </pc:sldMkLst>
        <pc:spChg chg="mod">
          <ac:chgData name="强 李" userId="cd6c7ec7188785ae" providerId="LiveId" clId="{CF935CA5-AC7E-4C06-84E8-D35EFB632B81}" dt="2023-05-06T22:21:47.530" v="57" actId="20577"/>
          <ac:spMkLst>
            <pc:docMk/>
            <pc:sldMk cId="1236072088" sldId="546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0:50:44.492" v="22" actId="113"/>
        <pc:sldMkLst>
          <pc:docMk/>
          <pc:sldMk cId="530530540" sldId="553"/>
        </pc:sldMkLst>
        <pc:spChg chg="mod">
          <ac:chgData name="强 李" userId="cd6c7ec7188785ae" providerId="LiveId" clId="{CF935CA5-AC7E-4C06-84E8-D35EFB632B81}" dt="2023-05-06T20:50:44.492" v="22" actId="113"/>
          <ac:spMkLst>
            <pc:docMk/>
            <pc:sldMk cId="530530540" sldId="553"/>
            <ac:spMk id="2" creationId="{00000000-0000-0000-0000-000000000000}"/>
          </ac:spMkLst>
        </pc:spChg>
      </pc:sldChg>
      <pc:sldChg chg="modSp">
        <pc:chgData name="强 李" userId="cd6c7ec7188785ae" providerId="LiveId" clId="{CF935CA5-AC7E-4C06-84E8-D35EFB632B81}" dt="2023-05-06T20:46:53.362" v="1"/>
        <pc:sldMkLst>
          <pc:docMk/>
          <pc:sldMk cId="3418790839" sldId="554"/>
        </pc:sldMkLst>
        <pc:graphicFrameChg chg="mod">
          <ac:chgData name="强 李" userId="cd6c7ec7188785ae" providerId="LiveId" clId="{CF935CA5-AC7E-4C06-84E8-D35EFB632B81}" dt="2023-05-06T20:46:53.362" v="1"/>
          <ac:graphicFrameMkLst>
            <pc:docMk/>
            <pc:sldMk cId="3418790839" sldId="554"/>
            <ac:graphicFrameMk id="3" creationId="{834FEE26-B6D8-F604-DE97-236834A9A579}"/>
          </ac:graphicFrameMkLst>
        </pc:graphicFrameChg>
      </pc:sldChg>
      <pc:sldChg chg="modSp mod">
        <pc:chgData name="强 李" userId="cd6c7ec7188785ae" providerId="LiveId" clId="{CF935CA5-AC7E-4C06-84E8-D35EFB632B81}" dt="2023-05-06T21:07:00.005" v="26" actId="108"/>
        <pc:sldMkLst>
          <pc:docMk/>
          <pc:sldMk cId="3692116085" sldId="555"/>
        </pc:sldMkLst>
        <pc:spChg chg="mod">
          <ac:chgData name="强 李" userId="cd6c7ec7188785ae" providerId="LiveId" clId="{CF935CA5-AC7E-4C06-84E8-D35EFB632B81}" dt="2023-05-06T21:07:00.005" v="26" actId="108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1:06:51.223" v="25" actId="108"/>
        <pc:sldMkLst>
          <pc:docMk/>
          <pc:sldMk cId="158457568" sldId="561"/>
        </pc:sldMkLst>
        <pc:spChg chg="mod">
          <ac:chgData name="强 李" userId="cd6c7ec7188785ae" providerId="LiveId" clId="{CF935CA5-AC7E-4C06-84E8-D35EFB632B81}" dt="2023-05-06T21:06:51.223" v="25" actId="108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87276778-7DB3-428F-B3B5-B40BFDCB90D5}"/>
    <pc:docChg chg="undo custSel addSld delSld modSld sldOrd">
      <pc:chgData name="强 李" userId="cd6c7ec7188785ae" providerId="LiveId" clId="{87276778-7DB3-428F-B3B5-B40BFDCB90D5}" dt="2023-10-28T23:49:49.860" v="2175" actId="20577"/>
      <pc:docMkLst>
        <pc:docMk/>
      </pc:docMkLst>
      <pc:sldChg chg="modSp">
        <pc:chgData name="强 李" userId="cd6c7ec7188785ae" providerId="LiveId" clId="{87276778-7DB3-428F-B3B5-B40BFDCB90D5}" dt="2023-10-28T21:26:49.729" v="10"/>
        <pc:sldMkLst>
          <pc:docMk/>
          <pc:sldMk cId="0" sldId="425"/>
        </pc:sldMkLst>
        <pc:graphicFrameChg chg="mod">
          <ac:chgData name="强 李" userId="cd6c7ec7188785ae" providerId="LiveId" clId="{87276778-7DB3-428F-B3B5-B40BFDCB90D5}" dt="2023-10-28T21:26:49.729" v="10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87276778-7DB3-428F-B3B5-B40BFDCB90D5}" dt="2023-10-28T21:56:17.197" v="213" actId="207"/>
        <pc:sldMkLst>
          <pc:docMk/>
          <pc:sldMk cId="54695671" sldId="531"/>
        </pc:sldMkLst>
        <pc:spChg chg="mod">
          <ac:chgData name="强 李" userId="cd6c7ec7188785ae" providerId="LiveId" clId="{87276778-7DB3-428F-B3B5-B40BFDCB90D5}" dt="2023-10-28T21:56:17.197" v="213" actId="207"/>
          <ac:spMkLst>
            <pc:docMk/>
            <pc:sldMk cId="54695671" sldId="531"/>
            <ac:spMk id="2" creationId="{00000000-0000-0000-0000-000000000000}"/>
          </ac:spMkLst>
        </pc:spChg>
      </pc:sldChg>
      <pc:sldChg chg="modSp mod">
        <pc:chgData name="强 李" userId="cd6c7ec7188785ae" providerId="LiveId" clId="{87276778-7DB3-428F-B3B5-B40BFDCB90D5}" dt="2023-10-28T23:49:49.860" v="2175" actId="20577"/>
        <pc:sldMkLst>
          <pc:docMk/>
          <pc:sldMk cId="1242525785" sldId="543"/>
        </pc:sldMkLst>
        <pc:spChg chg="mod">
          <ac:chgData name="强 李" userId="cd6c7ec7188785ae" providerId="LiveId" clId="{87276778-7DB3-428F-B3B5-B40BFDCB90D5}" dt="2023-10-28T23:49:49.860" v="2175" actId="20577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87276778-7DB3-428F-B3B5-B40BFDCB90D5}" dt="2023-10-28T23:26:17.910" v="1577"/>
        <pc:sldMkLst>
          <pc:docMk/>
          <pc:sldMk cId="419382719" sldId="552"/>
        </pc:sldMkLst>
        <pc:spChg chg="mod">
          <ac:chgData name="强 李" userId="cd6c7ec7188785ae" providerId="LiveId" clId="{87276778-7DB3-428F-B3B5-B40BFDCB90D5}" dt="2023-10-28T23:26:17.910" v="1577"/>
          <ac:spMkLst>
            <pc:docMk/>
            <pc:sldMk cId="419382719" sldId="552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87276778-7DB3-428F-B3B5-B40BFDCB90D5}" dt="2023-10-28T22:19:50.507" v="502" actId="5793"/>
        <pc:sldMkLst>
          <pc:docMk/>
          <pc:sldMk cId="530530540" sldId="553"/>
        </pc:sldMkLst>
        <pc:spChg chg="mod">
          <ac:chgData name="强 李" userId="cd6c7ec7188785ae" providerId="LiveId" clId="{87276778-7DB3-428F-B3B5-B40BFDCB90D5}" dt="2023-10-28T22:19:50.507" v="502" actId="5793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1:53:18.628" v="209" actId="14100"/>
          <ac:spMkLst>
            <pc:docMk/>
            <pc:sldMk cId="530530540" sldId="553"/>
            <ac:spMk id="18" creationId="{00000000-0000-0000-0000-000000000000}"/>
          </ac:spMkLst>
        </pc:spChg>
        <pc:graphicFrameChg chg="add del mod">
          <ac:chgData name="强 李" userId="cd6c7ec7188785ae" providerId="LiveId" clId="{87276778-7DB3-428F-B3B5-B40BFDCB90D5}" dt="2023-10-28T21:57:04.800" v="220"/>
          <ac:graphicFrameMkLst>
            <pc:docMk/>
            <pc:sldMk cId="530530540" sldId="553"/>
            <ac:graphicFrameMk id="3" creationId="{0E4B74F7-695E-B1E3-3056-CDC37EEB1029}"/>
          </ac:graphicFrameMkLst>
        </pc:graphicFrameChg>
        <pc:graphicFrameChg chg="add mod modGraphic">
          <ac:chgData name="强 李" userId="cd6c7ec7188785ae" providerId="LiveId" clId="{87276778-7DB3-428F-B3B5-B40BFDCB90D5}" dt="2023-10-28T22:06:07.398" v="241" actId="14100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modSp mod">
        <pc:chgData name="强 李" userId="cd6c7ec7188785ae" providerId="LiveId" clId="{87276778-7DB3-428F-B3B5-B40BFDCB90D5}" dt="2023-10-28T22:50:12.094" v="1081"/>
        <pc:sldMkLst>
          <pc:docMk/>
          <pc:sldMk cId="3418790839" sldId="554"/>
        </pc:sldMkLst>
        <pc:spChg chg="mod">
          <ac:chgData name="强 李" userId="cd6c7ec7188785ae" providerId="LiveId" clId="{87276778-7DB3-428F-B3B5-B40BFDCB90D5}" dt="2023-10-28T22:50:12.094" v="1081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16:19.282" v="471" actId="108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87276778-7DB3-428F-B3B5-B40BFDCB90D5}" dt="2023-10-28T22:16:35.745" v="472" actId="108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87276778-7DB3-428F-B3B5-B40BFDCB90D5}" dt="2023-10-28T22:15:41.598" v="461" actId="403"/>
          <ac:spMkLst>
            <pc:docMk/>
            <pc:sldMk cId="3418790839" sldId="554"/>
            <ac:spMk id="13" creationId="{7DAB6BBF-A107-5EDA-C988-F2FCC0FA4ADA}"/>
          </ac:spMkLst>
        </pc:spChg>
      </pc:sldChg>
      <pc:sldChg chg="modSp mod">
        <pc:chgData name="强 李" userId="cd6c7ec7188785ae" providerId="LiveId" clId="{87276778-7DB3-428F-B3B5-B40BFDCB90D5}" dt="2023-10-28T21:25:43.378" v="5" actId="20577"/>
        <pc:sldMkLst>
          <pc:docMk/>
          <pc:sldMk cId="1911491714" sldId="560"/>
        </pc:sldMkLst>
        <pc:spChg chg="mod">
          <ac:chgData name="强 李" userId="cd6c7ec7188785ae" providerId="LiveId" clId="{87276778-7DB3-428F-B3B5-B40BFDCB90D5}" dt="2023-10-28T21:25:35.492" v="3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87276778-7DB3-428F-B3B5-B40BFDCB90D5}" dt="2023-10-28T21:25:43.378" v="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77519088" sldId="563"/>
        </pc:sldMkLst>
      </pc:sldChg>
      <pc:sldChg chg="modSp mod delCm">
        <pc:chgData name="强 李" userId="cd6c7ec7188785ae" providerId="LiveId" clId="{87276778-7DB3-428F-B3B5-B40BFDCB90D5}" dt="2023-10-28T22:39:59.069" v="861" actId="108"/>
        <pc:sldMkLst>
          <pc:docMk/>
          <pc:sldMk cId="159884778" sldId="574"/>
        </pc:sldMkLst>
        <pc:spChg chg="mod">
          <ac:chgData name="强 李" userId="cd6c7ec7188785ae" providerId="LiveId" clId="{87276778-7DB3-428F-B3B5-B40BFDCB90D5}" dt="2023-10-28T22:39:59.069" v="861" actId="108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17:36.410" v="483" actId="14100"/>
          <ac:spMkLst>
            <pc:docMk/>
            <pc:sldMk cId="159884778" sldId="574"/>
            <ac:spMk id="18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强 李" userId="cd6c7ec7188785ae" providerId="LiveId" clId="{87276778-7DB3-428F-B3B5-B40BFDCB90D5}" dt="2023-10-28T22:16:46.947" v="473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225081264" sldId="57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85165969" sldId="577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107274554" sldId="578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941516956" sldId="579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01985542" sldId="580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652969572" sldId="581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1488126517" sldId="582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599750978" sldId="583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883622925" sldId="584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093064981" sldId="58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127907290" sldId="586"/>
        </pc:sldMkLst>
      </pc:sldChg>
      <pc:sldChg chg="modSp add mod ord">
        <pc:chgData name="强 李" userId="cd6c7ec7188785ae" providerId="LiveId" clId="{87276778-7DB3-428F-B3B5-B40BFDCB90D5}" dt="2023-10-28T22:24:25.019" v="584"/>
        <pc:sldMkLst>
          <pc:docMk/>
          <pc:sldMk cId="3921434846" sldId="587"/>
        </pc:sldMkLst>
        <pc:spChg chg="mod">
          <ac:chgData name="强 李" userId="cd6c7ec7188785ae" providerId="LiveId" clId="{87276778-7DB3-428F-B3B5-B40BFDCB90D5}" dt="2023-10-28T22:24:17.755" v="582" actId="113"/>
          <ac:spMkLst>
            <pc:docMk/>
            <pc:sldMk cId="3921434846" sldId="587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2:51:56.788" v="1093" actId="403"/>
        <pc:sldMkLst>
          <pc:docMk/>
          <pc:sldMk cId="2648053192" sldId="588"/>
        </pc:sldMkLst>
        <pc:spChg chg="mod">
          <ac:chgData name="强 李" userId="cd6c7ec7188785ae" providerId="LiveId" clId="{87276778-7DB3-428F-B3B5-B40BFDCB90D5}" dt="2023-10-28T22:51:56.788" v="1093" actId="403"/>
          <ac:spMkLst>
            <pc:docMk/>
            <pc:sldMk cId="2648053192" sldId="588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19:23.027" v="1317" actId="20577"/>
        <pc:sldMkLst>
          <pc:docMk/>
          <pc:sldMk cId="534191096" sldId="589"/>
        </pc:sldMkLst>
        <pc:spChg chg="mod">
          <ac:chgData name="强 李" userId="cd6c7ec7188785ae" providerId="LiveId" clId="{87276778-7DB3-428F-B3B5-B40BFDCB90D5}" dt="2023-10-28T23:19:23.027" v="1317" actId="20577"/>
          <ac:spMkLst>
            <pc:docMk/>
            <pc:sldMk cId="534191096" sldId="589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50:23.509" v="1088"/>
          <ac:spMkLst>
            <pc:docMk/>
            <pc:sldMk cId="534191096" sldId="589"/>
            <ac:spMk id="18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39:49.848" v="1938" actId="948"/>
        <pc:sldMkLst>
          <pc:docMk/>
          <pc:sldMk cId="4207264488" sldId="590"/>
        </pc:sldMkLst>
        <pc:spChg chg="mod">
          <ac:chgData name="强 李" userId="cd6c7ec7188785ae" providerId="LiveId" clId="{87276778-7DB3-428F-B3B5-B40BFDCB90D5}" dt="2023-10-28T23:39:49.848" v="1938" actId="948"/>
          <ac:spMkLst>
            <pc:docMk/>
            <pc:sldMk cId="4207264488" sldId="590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0:15.273" v="1940" actId="6549"/>
        <pc:sldMkLst>
          <pc:docMk/>
          <pc:sldMk cId="3491062220" sldId="591"/>
        </pc:sldMkLst>
        <pc:spChg chg="mod">
          <ac:chgData name="强 李" userId="cd6c7ec7188785ae" providerId="LiveId" clId="{87276778-7DB3-428F-B3B5-B40BFDCB90D5}" dt="2023-10-28T23:40:15.273" v="1940" actId="6549"/>
          <ac:spMkLst>
            <pc:docMk/>
            <pc:sldMk cId="3491062220" sldId="591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6:15.313" v="2089"/>
        <pc:sldMkLst>
          <pc:docMk/>
          <pc:sldMk cId="4046377894" sldId="592"/>
        </pc:sldMkLst>
        <pc:spChg chg="mod">
          <ac:chgData name="强 李" userId="cd6c7ec7188785ae" providerId="LiveId" clId="{87276778-7DB3-428F-B3B5-B40BFDCB90D5}" dt="2023-10-28T23:46:15.313" v="2089"/>
          <ac:spMkLst>
            <pc:docMk/>
            <pc:sldMk cId="4046377894" sldId="592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BFE1E5BE-67E2-456A-A8EE-309133F342B5}"/>
    <pc:docChg chg="undo custSel addSld delSld modSld">
      <pc:chgData name="强 李" userId="cd6c7ec7188785ae" providerId="LiveId" clId="{BFE1E5BE-67E2-456A-A8EE-309133F342B5}" dt="2023-11-04T21:32:56.270" v="1533"/>
      <pc:docMkLst>
        <pc:docMk/>
      </pc:docMkLst>
      <pc:sldChg chg="modSp mod">
        <pc:chgData name="强 李" userId="cd6c7ec7188785ae" providerId="LiveId" clId="{BFE1E5BE-67E2-456A-A8EE-309133F342B5}" dt="2023-11-04T14:09:20.718" v="18" actId="404"/>
        <pc:sldMkLst>
          <pc:docMk/>
          <pc:sldMk cId="0" sldId="425"/>
        </pc:sldMkLst>
        <pc:spChg chg="mod">
          <ac:chgData name="强 李" userId="cd6c7ec7188785ae" providerId="LiveId" clId="{BFE1E5BE-67E2-456A-A8EE-309133F342B5}" dt="2023-11-04T14:09:20.718" v="18" actId="404"/>
          <ac:spMkLst>
            <pc:docMk/>
            <pc:sldMk cId="0" sldId="425"/>
            <ac:spMk id="3" creationId="{FF9BF7C3-9929-69BC-A1CA-30EBD45BF72F}"/>
          </ac:spMkLst>
        </pc:spChg>
        <pc:spChg chg="mod">
          <ac:chgData name="强 李" userId="cd6c7ec7188785ae" providerId="LiveId" clId="{BFE1E5BE-67E2-456A-A8EE-309133F342B5}" dt="2023-11-04T14:08:51.681" v="13" actId="20577"/>
          <ac:spMkLst>
            <pc:docMk/>
            <pc:sldMk cId="0" sldId="425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BFE1E5BE-67E2-456A-A8EE-309133F342B5}" dt="2023-11-04T14:12:27.561" v="80"/>
        <pc:sldMkLst>
          <pc:docMk/>
          <pc:sldMk cId="54695671" sldId="531"/>
        </pc:sldMkLst>
        <pc:spChg chg="del mod">
          <ac:chgData name="强 李" userId="cd6c7ec7188785ae" providerId="LiveId" clId="{BFE1E5BE-67E2-456A-A8EE-309133F342B5}" dt="2023-11-04T14:12:27.561" v="80"/>
          <ac:spMkLst>
            <pc:docMk/>
            <pc:sldMk cId="54695671" sldId="531"/>
            <ac:spMk id="2" creationId="{00000000-0000-0000-0000-000000000000}"/>
          </ac:spMkLst>
        </pc:spChg>
        <pc:picChg chg="add del">
          <ac:chgData name="强 李" userId="cd6c7ec7188785ae" providerId="LiveId" clId="{BFE1E5BE-67E2-456A-A8EE-309133F342B5}" dt="2023-11-04T14:12:19.667" v="75" actId="22"/>
          <ac:picMkLst>
            <pc:docMk/>
            <pc:sldMk cId="54695671" sldId="531"/>
            <ac:picMk id="4" creationId="{D0C3640B-1392-5C8E-CF92-6AB4FBDA659D}"/>
          </ac:picMkLst>
        </pc:picChg>
        <pc:picChg chg="add mod">
          <ac:chgData name="强 李" userId="cd6c7ec7188785ae" providerId="LiveId" clId="{BFE1E5BE-67E2-456A-A8EE-309133F342B5}" dt="2023-11-04T14:12:27.205" v="78" actId="1076"/>
          <ac:picMkLst>
            <pc:docMk/>
            <pc:sldMk cId="54695671" sldId="531"/>
            <ac:picMk id="6" creationId="{ED98C386-B822-E0D8-ABB7-E94213042042}"/>
          </ac:picMkLst>
        </pc:picChg>
      </pc:sldChg>
      <pc:sldChg chg="addSp delSp modSp mod setBg">
        <pc:chgData name="强 李" userId="cd6c7ec7188785ae" providerId="LiveId" clId="{BFE1E5BE-67E2-456A-A8EE-309133F342B5}" dt="2023-11-04T21:32:29.212" v="1526" actId="478"/>
        <pc:sldMkLst>
          <pc:docMk/>
          <pc:sldMk cId="1242525785" sldId="543"/>
        </pc:sldMkLst>
        <pc:spChg chg="add del mod">
          <ac:chgData name="强 李" userId="cd6c7ec7188785ae" providerId="LiveId" clId="{BFE1E5BE-67E2-456A-A8EE-309133F342B5}" dt="2023-11-04T21:23:00.306" v="1479" actId="26606"/>
          <ac:spMkLst>
            <pc:docMk/>
            <pc:sldMk cId="1242525785" sldId="543"/>
            <ac:spMk id="2" creationId="{00000000-0000-0000-0000-000000000000}"/>
          </ac:spMkLst>
        </pc:spChg>
        <pc:spChg chg="add del mod">
          <ac:chgData name="强 李" userId="cd6c7ec7188785ae" providerId="LiveId" clId="{BFE1E5BE-67E2-456A-A8EE-309133F342B5}" dt="2023-11-04T21:32:29.212" v="1526" actId="478"/>
          <ac:spMkLst>
            <pc:docMk/>
            <pc:sldMk cId="1242525785" sldId="543"/>
            <ac:spMk id="3" creationId="{DF7855F5-2361-52E4-8FC9-1AD7D77E0191}"/>
          </ac:spMkLst>
        </pc:spChg>
        <pc:spChg chg="mod">
          <ac:chgData name="强 李" userId="cd6c7ec7188785ae" providerId="LiveId" clId="{BFE1E5BE-67E2-456A-A8EE-309133F342B5}" dt="2023-11-04T21:23:00.298" v="1478" actId="26606"/>
          <ac:spMkLst>
            <pc:docMk/>
            <pc:sldMk cId="1242525785" sldId="543"/>
            <ac:spMk id="18" creationId="{00000000-0000-0000-0000-000000000000}"/>
          </ac:spMkLst>
        </pc:spChg>
        <pc:spChg chg="add del">
          <ac:chgData name="强 李" userId="cd6c7ec7188785ae" providerId="LiveId" clId="{BFE1E5BE-67E2-456A-A8EE-309133F342B5}" dt="2023-11-04T21:22:48.942" v="1472" actId="26606"/>
          <ac:spMkLst>
            <pc:docMk/>
            <pc:sldMk cId="1242525785" sldId="543"/>
            <ac:spMk id="24" creationId="{2E442304-DDBD-4F7B-8017-36BCC863FB40}"/>
          </ac:spMkLst>
        </pc:spChg>
        <pc:spChg chg="add del">
          <ac:chgData name="强 李" userId="cd6c7ec7188785ae" providerId="LiveId" clId="{BFE1E5BE-67E2-456A-A8EE-309133F342B5}" dt="2023-11-04T21:22:48.942" v="1472" actId="26606"/>
          <ac:spMkLst>
            <pc:docMk/>
            <pc:sldMk cId="1242525785" sldId="543"/>
            <ac:spMk id="26" creationId="{5E107275-3853-46FD-A241-DE4355A42675}"/>
          </ac:spMkLst>
        </pc:spChg>
        <pc:spChg chg="add del">
          <ac:chgData name="强 李" userId="cd6c7ec7188785ae" providerId="LiveId" clId="{BFE1E5BE-67E2-456A-A8EE-309133F342B5}" dt="2023-11-04T21:22:56.926" v="1474" actId="26606"/>
          <ac:spMkLst>
            <pc:docMk/>
            <pc:sldMk cId="1242525785" sldId="543"/>
            <ac:spMk id="28" creationId="{2659FDB4-FCBE-4A89-B46D-43D4FA54464D}"/>
          </ac:spMkLst>
        </pc:spChg>
        <pc:graphicFrameChg chg="add del">
          <ac:chgData name="强 李" userId="cd6c7ec7188785ae" providerId="LiveId" clId="{BFE1E5BE-67E2-456A-A8EE-309133F342B5}" dt="2023-11-04T21:22:48.942" v="1472" actId="26606"/>
          <ac:graphicFrameMkLst>
            <pc:docMk/>
            <pc:sldMk cId="1242525785" sldId="543"/>
            <ac:graphicFrameMk id="20" creationId="{567B558F-B9DD-AD76-DEBA-966180E27BBD}"/>
          </ac:graphicFrameMkLst>
        </pc:graphicFrameChg>
        <pc:graphicFrameChg chg="add del">
          <ac:chgData name="强 李" userId="cd6c7ec7188785ae" providerId="LiveId" clId="{BFE1E5BE-67E2-456A-A8EE-309133F342B5}" dt="2023-11-04T21:22:56.926" v="1474" actId="26606"/>
          <ac:graphicFrameMkLst>
            <pc:docMk/>
            <pc:sldMk cId="1242525785" sldId="543"/>
            <ac:graphicFrameMk id="30" creationId="{34A0FB43-AA49-C7AF-9500-41B998D8FD04}"/>
          </ac:graphicFrameMkLst>
        </pc:graphicFrameChg>
        <pc:graphicFrameChg chg="add del">
          <ac:chgData name="强 李" userId="cd6c7ec7188785ae" providerId="LiveId" clId="{BFE1E5BE-67E2-456A-A8EE-309133F342B5}" dt="2023-11-04T21:22:58.898" v="1476" actId="26606"/>
          <ac:graphicFrameMkLst>
            <pc:docMk/>
            <pc:sldMk cId="1242525785" sldId="543"/>
            <ac:graphicFrameMk id="32" creationId="{F41165E4-B578-744B-8575-E91419BF79A1}"/>
          </ac:graphicFrameMkLst>
        </pc:graphicFrameChg>
        <pc:graphicFrameChg chg="add del">
          <ac:chgData name="强 李" userId="cd6c7ec7188785ae" providerId="LiveId" clId="{BFE1E5BE-67E2-456A-A8EE-309133F342B5}" dt="2023-11-04T21:23:00.298" v="1478" actId="26606"/>
          <ac:graphicFrameMkLst>
            <pc:docMk/>
            <pc:sldMk cId="1242525785" sldId="543"/>
            <ac:graphicFrameMk id="34" creationId="{93B9EAD2-8753-B650-D1BD-E449CF64E790}"/>
          </ac:graphicFrameMkLst>
        </pc:graphicFrameChg>
        <pc:graphicFrameChg chg="add mod modGraphic">
          <ac:chgData name="强 李" userId="cd6c7ec7188785ae" providerId="LiveId" clId="{BFE1E5BE-67E2-456A-A8EE-309133F342B5}" dt="2023-11-04T21:27:19.398" v="1502" actId="13782"/>
          <ac:graphicFrameMkLst>
            <pc:docMk/>
            <pc:sldMk cId="1242525785" sldId="543"/>
            <ac:graphicFrameMk id="36" creationId="{B12BE72B-659A-7AF7-7767-61D717B88CD0}"/>
          </ac:graphicFrameMkLst>
        </pc:graphicFrameChg>
        <pc:picChg chg="add del">
          <ac:chgData name="强 李" userId="cd6c7ec7188785ae" providerId="LiveId" clId="{BFE1E5BE-67E2-456A-A8EE-309133F342B5}" dt="2023-11-04T21:23:00.298" v="1478" actId="26606"/>
          <ac:picMkLst>
            <pc:docMk/>
            <pc:sldMk cId="1242525785" sldId="543"/>
            <ac:picMk id="21" creationId="{D40957BC-060B-8B7F-4B51-1E769A6F4D82}"/>
          </ac:picMkLst>
        </pc:picChg>
        <pc:cxnChg chg="add del">
          <ac:chgData name="强 李" userId="cd6c7ec7188785ae" providerId="LiveId" clId="{BFE1E5BE-67E2-456A-A8EE-309133F342B5}" dt="2023-11-04T21:22:56.926" v="1474" actId="26606"/>
          <ac:cxnSpMkLst>
            <pc:docMk/>
            <pc:sldMk cId="1242525785" sldId="543"/>
            <ac:cxnSpMk id="29" creationId="{C8F51B3F-8331-4E4A-AE96-D47B1006EEAD}"/>
          </ac:cxnSpMkLst>
        </pc:cxnChg>
      </pc:sldChg>
      <pc:sldChg chg="addSp delSp modSp mod">
        <pc:chgData name="强 李" userId="cd6c7ec7188785ae" providerId="LiveId" clId="{BFE1E5BE-67E2-456A-A8EE-309133F342B5}" dt="2023-11-04T21:32:56.270" v="1533"/>
        <pc:sldMkLst>
          <pc:docMk/>
          <pc:sldMk cId="419382719" sldId="552"/>
        </pc:sldMkLst>
        <pc:spChg chg="add del mod">
          <ac:chgData name="强 李" userId="cd6c7ec7188785ae" providerId="LiveId" clId="{BFE1E5BE-67E2-456A-A8EE-309133F342B5}" dt="2023-11-04T21:32:56.270" v="1533"/>
          <ac:spMkLst>
            <pc:docMk/>
            <pc:sldMk cId="419382719" sldId="552"/>
            <ac:spMk id="2" creationId="{00000000-0000-0000-0000-000000000000}"/>
          </ac:spMkLst>
        </pc:spChg>
        <pc:graphicFrameChg chg="add del">
          <ac:chgData name="强 李" userId="cd6c7ec7188785ae" providerId="LiveId" clId="{BFE1E5BE-67E2-456A-A8EE-309133F342B5}" dt="2023-11-04T21:28:04.967" v="1504" actId="26606"/>
          <ac:graphicFrameMkLst>
            <pc:docMk/>
            <pc:sldMk cId="419382719" sldId="552"/>
            <ac:graphicFrameMk id="20" creationId="{DF4E7ABA-81B0-2E1E-4D69-46E7B1B11335}"/>
          </ac:graphicFrameMkLst>
        </pc:graphicFrameChg>
        <pc:graphicFrameChg chg="add del mod">
          <ac:chgData name="强 李" userId="cd6c7ec7188785ae" providerId="LiveId" clId="{BFE1E5BE-67E2-456A-A8EE-309133F342B5}" dt="2023-11-04T21:29:25.298" v="1513" actId="26606"/>
          <ac:graphicFrameMkLst>
            <pc:docMk/>
            <pc:sldMk cId="419382719" sldId="552"/>
            <ac:graphicFrameMk id="22" creationId="{DB8AE5D2-6EA4-7E9A-1CF3-A566F86A9857}"/>
          </ac:graphicFrameMkLst>
        </pc:graphicFrameChg>
      </pc:sldChg>
      <pc:sldChg chg="delSp modSp mod">
        <pc:chgData name="强 李" userId="cd6c7ec7188785ae" providerId="LiveId" clId="{BFE1E5BE-67E2-456A-A8EE-309133F342B5}" dt="2023-11-04T20:26:44.878" v="869"/>
        <pc:sldMkLst>
          <pc:docMk/>
          <pc:sldMk cId="530530540" sldId="553"/>
        </pc:sldMkLst>
        <pc:spChg chg="mod">
          <ac:chgData name="强 李" userId="cd6c7ec7188785ae" providerId="LiveId" clId="{BFE1E5BE-67E2-456A-A8EE-309133F342B5}" dt="2023-11-04T20:26:44.878" v="869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BFE1E5BE-67E2-456A-A8EE-309133F342B5}" dt="2023-11-04T14:13:10.847" v="84" actId="14100"/>
          <ac:spMkLst>
            <pc:docMk/>
            <pc:sldMk cId="530530540" sldId="553"/>
            <ac:spMk id="18" creationId="{00000000-0000-0000-0000-000000000000}"/>
          </ac:spMkLst>
        </pc:spChg>
        <pc:graphicFrameChg chg="del">
          <ac:chgData name="强 李" userId="cd6c7ec7188785ae" providerId="LiveId" clId="{BFE1E5BE-67E2-456A-A8EE-309133F342B5}" dt="2023-11-04T14:13:38.872" v="93" actId="478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modSp mod">
        <pc:chgData name="强 李" userId="cd6c7ec7188785ae" providerId="LiveId" clId="{BFE1E5BE-67E2-456A-A8EE-309133F342B5}" dt="2023-11-04T20:21:50.046" v="859" actId="1076"/>
        <pc:sldMkLst>
          <pc:docMk/>
          <pc:sldMk cId="3418790839" sldId="554"/>
        </pc:sldMkLst>
        <pc:spChg chg="mod">
          <ac:chgData name="强 李" userId="cd6c7ec7188785ae" providerId="LiveId" clId="{BFE1E5BE-67E2-456A-A8EE-309133F342B5}" dt="2023-11-04T14:11:55.391" v="73" actId="20577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BFE1E5BE-67E2-456A-A8EE-309133F342B5}" dt="2023-11-04T20:21:50.046" v="859" actId="1076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BFE1E5BE-67E2-456A-A8EE-309133F342B5}" dt="2023-11-04T14:15:32.655" v="110" actId="108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BFE1E5BE-67E2-456A-A8EE-309133F342B5}" dt="2023-11-04T14:14:47.771" v="102" actId="207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BFE1E5BE-67E2-456A-A8EE-309133F342B5}" dt="2023-11-04T14:11:16.129" v="55"/>
          <ac:spMkLst>
            <pc:docMk/>
            <pc:sldMk cId="3418790839" sldId="554"/>
            <ac:spMk id="16" creationId="{7DE16206-6F61-BEC3-0DA4-3625D631A8E6}"/>
          </ac:spMkLst>
        </pc:spChg>
        <pc:grpChg chg="mod">
          <ac:chgData name="强 李" userId="cd6c7ec7188785ae" providerId="LiveId" clId="{BFE1E5BE-67E2-456A-A8EE-309133F342B5}" dt="2023-11-04T14:10:47.418" v="32" actId="14100"/>
          <ac:grpSpMkLst>
            <pc:docMk/>
            <pc:sldMk cId="3418790839" sldId="554"/>
            <ac:grpSpMk id="4" creationId="{67CFBFED-23BA-58E2-0492-595457A1DA5E}"/>
          </ac:grpSpMkLst>
        </pc:grpChg>
        <pc:grpChg chg="mod">
          <ac:chgData name="强 李" userId="cd6c7ec7188785ae" providerId="LiveId" clId="{BFE1E5BE-67E2-456A-A8EE-309133F342B5}" dt="2023-11-04T14:10:49.737" v="33" actId="14100"/>
          <ac:grpSpMkLst>
            <pc:docMk/>
            <pc:sldMk cId="3418790839" sldId="554"/>
            <ac:grpSpMk id="6" creationId="{56CD5BD2-A0CC-7D0E-3BD1-0613845A3BF3}"/>
          </ac:grpSpMkLst>
        </pc:grpChg>
        <pc:grpChg chg="mod">
          <ac:chgData name="强 李" userId="cd6c7ec7188785ae" providerId="LiveId" clId="{BFE1E5BE-67E2-456A-A8EE-309133F342B5}" dt="2023-11-04T14:10:31.245" v="29" actId="14100"/>
          <ac:grpSpMkLst>
            <pc:docMk/>
            <pc:sldMk cId="3418790839" sldId="554"/>
            <ac:grpSpMk id="7" creationId="{4910B73A-3062-7867-777F-E107D91F1F13}"/>
          </ac:grpSpMkLst>
        </pc:grpChg>
      </pc:sldChg>
      <pc:sldChg chg="modSp mod">
        <pc:chgData name="强 李" userId="cd6c7ec7188785ae" providerId="LiveId" clId="{BFE1E5BE-67E2-456A-A8EE-309133F342B5}" dt="2023-11-04T14:08:46.746" v="11" actId="20577"/>
        <pc:sldMkLst>
          <pc:docMk/>
          <pc:sldMk cId="1911491714" sldId="560"/>
        </pc:sldMkLst>
        <pc:spChg chg="mod">
          <ac:chgData name="强 李" userId="cd6c7ec7188785ae" providerId="LiveId" clId="{BFE1E5BE-67E2-456A-A8EE-309133F342B5}" dt="2023-11-04T14:08:42.981" v="9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BFE1E5BE-67E2-456A-A8EE-309133F342B5}" dt="2023-11-04T14:08:46.746" v="11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modSp mod">
        <pc:chgData name="强 李" userId="cd6c7ec7188785ae" providerId="LiveId" clId="{BFE1E5BE-67E2-456A-A8EE-309133F342B5}" dt="2023-11-04T21:21:48.887" v="1470" actId="20577"/>
        <pc:sldMkLst>
          <pc:docMk/>
          <pc:sldMk cId="159884778" sldId="574"/>
        </pc:sldMkLst>
        <pc:spChg chg="mod">
          <ac:chgData name="强 李" userId="cd6c7ec7188785ae" providerId="LiveId" clId="{BFE1E5BE-67E2-456A-A8EE-309133F342B5}" dt="2023-11-04T21:21:48.887" v="1470" actId="20577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BFE1E5BE-67E2-456A-A8EE-309133F342B5}" dt="2023-11-04T14:52:40.979" v="636" actId="1076"/>
          <ac:spMkLst>
            <pc:docMk/>
            <pc:sldMk cId="159884778" sldId="574"/>
            <ac:spMk id="18" creationId="{00000000-0000-0000-0000-000000000000}"/>
          </ac:spMkLst>
        </pc:spChg>
      </pc:sldChg>
      <pc:sldChg chg="modSp mod">
        <pc:chgData name="强 李" userId="cd6c7ec7188785ae" providerId="LiveId" clId="{BFE1E5BE-67E2-456A-A8EE-309133F342B5}" dt="2023-11-04T21:30:39.365" v="1520" actId="2710"/>
        <pc:sldMkLst>
          <pc:docMk/>
          <pc:sldMk cId="3921434846" sldId="587"/>
        </pc:sldMkLst>
        <pc:spChg chg="mod">
          <ac:chgData name="强 李" userId="cd6c7ec7188785ae" providerId="LiveId" clId="{BFE1E5BE-67E2-456A-A8EE-309133F342B5}" dt="2023-11-04T21:30:39.365" v="1520" actId="2710"/>
          <ac:spMkLst>
            <pc:docMk/>
            <pc:sldMk cId="3921434846" sldId="587"/>
            <ac:spMk id="2" creationId="{00000000-0000-0000-0000-000000000000}"/>
          </ac:spMkLst>
        </pc:spChg>
        <pc:spChg chg="mod">
          <ac:chgData name="强 李" userId="cd6c7ec7188785ae" providerId="LiveId" clId="{BFE1E5BE-67E2-456A-A8EE-309133F342B5}" dt="2023-11-04T14:32:59.361" v="271" actId="1076"/>
          <ac:spMkLst>
            <pc:docMk/>
            <pc:sldMk cId="3921434846" sldId="587"/>
            <ac:spMk id="18" creationId="{00000000-0000-0000-0000-000000000000}"/>
          </ac:spMkLst>
        </pc:spChg>
      </pc:sldChg>
      <pc:sldChg chg="del">
        <pc:chgData name="强 李" userId="cd6c7ec7188785ae" providerId="LiveId" clId="{BFE1E5BE-67E2-456A-A8EE-309133F342B5}" dt="2023-11-04T14:56:44.501" v="769" actId="47"/>
        <pc:sldMkLst>
          <pc:docMk/>
          <pc:sldMk cId="2648053192" sldId="588"/>
        </pc:sldMkLst>
      </pc:sldChg>
      <pc:sldChg chg="del">
        <pc:chgData name="强 李" userId="cd6c7ec7188785ae" providerId="LiveId" clId="{BFE1E5BE-67E2-456A-A8EE-309133F342B5}" dt="2023-11-04T14:56:44.501" v="769" actId="47"/>
        <pc:sldMkLst>
          <pc:docMk/>
          <pc:sldMk cId="534191096" sldId="589"/>
        </pc:sldMkLst>
      </pc:sldChg>
      <pc:sldChg chg="del">
        <pc:chgData name="强 李" userId="cd6c7ec7188785ae" providerId="LiveId" clId="{BFE1E5BE-67E2-456A-A8EE-309133F342B5}" dt="2023-11-04T14:56:44.501" v="769" actId="47"/>
        <pc:sldMkLst>
          <pc:docMk/>
          <pc:sldMk cId="4207264488" sldId="590"/>
        </pc:sldMkLst>
      </pc:sldChg>
      <pc:sldChg chg="del">
        <pc:chgData name="强 李" userId="cd6c7ec7188785ae" providerId="LiveId" clId="{BFE1E5BE-67E2-456A-A8EE-309133F342B5}" dt="2023-11-04T14:56:44.501" v="769" actId="47"/>
        <pc:sldMkLst>
          <pc:docMk/>
          <pc:sldMk cId="3491062220" sldId="591"/>
        </pc:sldMkLst>
      </pc:sldChg>
      <pc:sldChg chg="del">
        <pc:chgData name="强 李" userId="cd6c7ec7188785ae" providerId="LiveId" clId="{BFE1E5BE-67E2-456A-A8EE-309133F342B5}" dt="2023-11-04T14:56:44.501" v="769" actId="47"/>
        <pc:sldMkLst>
          <pc:docMk/>
          <pc:sldMk cId="4046377894" sldId="592"/>
        </pc:sldMkLst>
      </pc:sldChg>
      <pc:sldChg chg="addSp delSp modSp add mod">
        <pc:chgData name="强 李" userId="cd6c7ec7188785ae" providerId="LiveId" clId="{BFE1E5BE-67E2-456A-A8EE-309133F342B5}" dt="2023-11-04T20:28:59.301" v="888" actId="1076"/>
        <pc:sldMkLst>
          <pc:docMk/>
          <pc:sldMk cId="1557832261" sldId="593"/>
        </pc:sldMkLst>
        <pc:spChg chg="mod">
          <ac:chgData name="强 李" userId="cd6c7ec7188785ae" providerId="LiveId" clId="{BFE1E5BE-67E2-456A-A8EE-309133F342B5}" dt="2023-11-04T20:28:54.106" v="887"/>
          <ac:spMkLst>
            <pc:docMk/>
            <pc:sldMk cId="1557832261" sldId="593"/>
            <ac:spMk id="2" creationId="{00000000-0000-0000-0000-000000000000}"/>
          </ac:spMkLst>
        </pc:spChg>
        <pc:picChg chg="add del mod">
          <ac:chgData name="强 李" userId="cd6c7ec7188785ae" providerId="LiveId" clId="{BFE1E5BE-67E2-456A-A8EE-309133F342B5}" dt="2023-11-04T20:28:24.345" v="870" actId="478"/>
          <ac:picMkLst>
            <pc:docMk/>
            <pc:sldMk cId="1557832261" sldId="593"/>
            <ac:picMk id="4" creationId="{85BDC591-61A2-4447-B081-C0A2F6CE90FE}"/>
          </ac:picMkLst>
        </pc:picChg>
        <pc:picChg chg="add mod">
          <ac:chgData name="强 李" userId="cd6c7ec7188785ae" providerId="LiveId" clId="{BFE1E5BE-67E2-456A-A8EE-309133F342B5}" dt="2023-11-04T20:28:59.301" v="888" actId="1076"/>
          <ac:picMkLst>
            <pc:docMk/>
            <pc:sldMk cId="1557832261" sldId="593"/>
            <ac:picMk id="6" creationId="{787A98D2-310B-FF11-B7CB-8D8D5949085F}"/>
          </ac:picMkLst>
        </pc:picChg>
      </pc:sldChg>
      <pc:sldChg chg="delSp modSp add mod">
        <pc:chgData name="强 李" userId="cd6c7ec7188785ae" providerId="LiveId" clId="{BFE1E5BE-67E2-456A-A8EE-309133F342B5}" dt="2023-11-04T20:33:04.620" v="945"/>
        <pc:sldMkLst>
          <pc:docMk/>
          <pc:sldMk cId="1225263886" sldId="594"/>
        </pc:sldMkLst>
        <pc:spChg chg="mod">
          <ac:chgData name="强 李" userId="cd6c7ec7188785ae" providerId="LiveId" clId="{BFE1E5BE-67E2-456A-A8EE-309133F342B5}" dt="2023-11-04T20:33:04.620" v="945"/>
          <ac:spMkLst>
            <pc:docMk/>
            <pc:sldMk cId="1225263886" sldId="594"/>
            <ac:spMk id="2" creationId="{00000000-0000-0000-0000-000000000000}"/>
          </ac:spMkLst>
        </pc:spChg>
        <pc:picChg chg="del">
          <ac:chgData name="强 李" userId="cd6c7ec7188785ae" providerId="LiveId" clId="{BFE1E5BE-67E2-456A-A8EE-309133F342B5}" dt="2023-11-04T14:22:13.291" v="238" actId="478"/>
          <ac:picMkLst>
            <pc:docMk/>
            <pc:sldMk cId="1225263886" sldId="594"/>
            <ac:picMk id="4" creationId="{85BDC591-61A2-4447-B081-C0A2F6CE90FE}"/>
          </ac:picMkLst>
        </pc:picChg>
      </pc:sldChg>
      <pc:sldChg chg="modSp add mod">
        <pc:chgData name="强 李" userId="cd6c7ec7188785ae" providerId="LiveId" clId="{BFE1E5BE-67E2-456A-A8EE-309133F342B5}" dt="2023-11-04T21:30:25.208" v="1519" actId="2710"/>
        <pc:sldMkLst>
          <pc:docMk/>
          <pc:sldMk cId="2905312093" sldId="595"/>
        </pc:sldMkLst>
        <pc:spChg chg="mod">
          <ac:chgData name="强 李" userId="cd6c7ec7188785ae" providerId="LiveId" clId="{BFE1E5BE-67E2-456A-A8EE-309133F342B5}" dt="2023-11-04T21:30:25.208" v="1519" actId="2710"/>
          <ac:spMkLst>
            <pc:docMk/>
            <pc:sldMk cId="2905312093" sldId="595"/>
            <ac:spMk id="2" creationId="{00000000-0000-0000-0000-000000000000}"/>
          </ac:spMkLst>
        </pc:spChg>
      </pc:sldChg>
      <pc:sldChg chg="addSp modSp add del mod">
        <pc:chgData name="强 李" userId="cd6c7ec7188785ae" providerId="LiveId" clId="{BFE1E5BE-67E2-456A-A8EE-309133F342B5}" dt="2023-11-04T20:48:58.287" v="1131" actId="403"/>
        <pc:sldMkLst>
          <pc:docMk/>
          <pc:sldMk cId="3937354854" sldId="596"/>
        </pc:sldMkLst>
        <pc:spChg chg="mod">
          <ac:chgData name="强 李" userId="cd6c7ec7188785ae" providerId="LiveId" clId="{BFE1E5BE-67E2-456A-A8EE-309133F342B5}" dt="2023-11-04T20:48:58.287" v="1131" actId="403"/>
          <ac:spMkLst>
            <pc:docMk/>
            <pc:sldMk cId="3937354854" sldId="596"/>
            <ac:spMk id="2" creationId="{00000000-0000-0000-0000-000000000000}"/>
          </ac:spMkLst>
        </pc:spChg>
        <pc:graphicFrameChg chg="add mod modGraphic">
          <ac:chgData name="强 李" userId="cd6c7ec7188785ae" providerId="LiveId" clId="{BFE1E5BE-67E2-456A-A8EE-309133F342B5}" dt="2023-11-04T20:48:54.180" v="1129" actId="1076"/>
          <ac:graphicFrameMkLst>
            <pc:docMk/>
            <pc:sldMk cId="3937354854" sldId="596"/>
            <ac:graphicFrameMk id="3" creationId="{517A0BA1-33C3-E190-DA21-B6E0CF5196F3}"/>
          </ac:graphicFrameMkLst>
        </pc:graphicFrameChg>
      </pc:sldChg>
      <pc:sldChg chg="addSp delSp modSp add del mod setBg">
        <pc:chgData name="强 李" userId="cd6c7ec7188785ae" providerId="LiveId" clId="{BFE1E5BE-67E2-456A-A8EE-309133F342B5}" dt="2023-11-04T20:59:43.186" v="1186" actId="6549"/>
        <pc:sldMkLst>
          <pc:docMk/>
          <pc:sldMk cId="154417295" sldId="597"/>
        </pc:sldMkLst>
        <pc:spChg chg="mod">
          <ac:chgData name="强 李" userId="cd6c7ec7188785ae" providerId="LiveId" clId="{BFE1E5BE-67E2-456A-A8EE-309133F342B5}" dt="2023-11-04T20:59:43.186" v="1186" actId="6549"/>
          <ac:spMkLst>
            <pc:docMk/>
            <pc:sldMk cId="154417295" sldId="597"/>
            <ac:spMk id="2" creationId="{00000000-0000-0000-0000-000000000000}"/>
          </ac:spMkLst>
        </pc:spChg>
        <pc:spChg chg="mod">
          <ac:chgData name="强 李" userId="cd6c7ec7188785ae" providerId="LiveId" clId="{BFE1E5BE-67E2-456A-A8EE-309133F342B5}" dt="2023-11-04T20:41:13.590" v="1077" actId="1076"/>
          <ac:spMkLst>
            <pc:docMk/>
            <pc:sldMk cId="154417295" sldId="597"/>
            <ac:spMk id="18" creationId="{00000000-0000-0000-0000-000000000000}"/>
          </ac:spMkLst>
        </pc:spChg>
        <pc:spChg chg="add del">
          <ac:chgData name="强 李" userId="cd6c7ec7188785ae" providerId="LiveId" clId="{BFE1E5BE-67E2-456A-A8EE-309133F342B5}" dt="2023-11-04T20:40:42.011" v="1062" actId="26606"/>
          <ac:spMkLst>
            <pc:docMk/>
            <pc:sldMk cId="154417295" sldId="597"/>
            <ac:spMk id="23" creationId="{1A95671B-3CC6-4792-9114-B74FAEA224E6}"/>
          </ac:spMkLst>
        </pc:spChg>
        <pc:spChg chg="add del">
          <ac:chgData name="强 李" userId="cd6c7ec7188785ae" providerId="LiveId" clId="{BFE1E5BE-67E2-456A-A8EE-309133F342B5}" dt="2023-11-04T20:40:50.519" v="1065" actId="26606"/>
          <ac:spMkLst>
            <pc:docMk/>
            <pc:sldMk cId="154417295" sldId="597"/>
            <ac:spMk id="25" creationId="{CD8B4F24-440B-49E9-B85D-733523DC064B}"/>
          </ac:spMkLst>
        </pc:spChg>
        <pc:spChg chg="add del">
          <ac:chgData name="强 李" userId="cd6c7ec7188785ae" providerId="LiveId" clId="{BFE1E5BE-67E2-456A-A8EE-309133F342B5}" dt="2023-11-04T20:40:50.519" v="1065" actId="26606"/>
          <ac:spMkLst>
            <pc:docMk/>
            <pc:sldMk cId="154417295" sldId="597"/>
            <ac:spMk id="26" creationId="{2B97F24A-32CE-4C1C-A50D-3016B394DCFB}"/>
          </ac:spMkLst>
        </pc:spChg>
        <pc:spChg chg="add del">
          <ac:chgData name="强 李" userId="cd6c7ec7188785ae" providerId="LiveId" clId="{BFE1E5BE-67E2-456A-A8EE-309133F342B5}" dt="2023-11-04T20:40:59.110" v="1071" actId="26606"/>
          <ac:spMkLst>
            <pc:docMk/>
            <pc:sldMk cId="154417295" sldId="597"/>
            <ac:spMk id="27" creationId="{441CF7D6-A660-431A-B0BB-140A0D5556B6}"/>
          </ac:spMkLst>
        </pc:spChg>
        <pc:spChg chg="add del">
          <ac:chgData name="强 李" userId="cd6c7ec7188785ae" providerId="LiveId" clId="{BFE1E5BE-67E2-456A-A8EE-309133F342B5}" dt="2023-11-04T20:40:57.116" v="1068" actId="26606"/>
          <ac:spMkLst>
            <pc:docMk/>
            <pc:sldMk cId="154417295" sldId="597"/>
            <ac:spMk id="28" creationId="{2B97F24A-32CE-4C1C-A50D-3016B394DCFB}"/>
          </ac:spMkLst>
        </pc:spChg>
        <pc:spChg chg="add del">
          <ac:chgData name="强 李" userId="cd6c7ec7188785ae" providerId="LiveId" clId="{BFE1E5BE-67E2-456A-A8EE-309133F342B5}" dt="2023-11-04T20:40:57.116" v="1068" actId="26606"/>
          <ac:spMkLst>
            <pc:docMk/>
            <pc:sldMk cId="154417295" sldId="597"/>
            <ac:spMk id="29" creationId="{CD8B4F24-440B-49E9-B85D-733523DC064B}"/>
          </ac:spMkLst>
        </pc:spChg>
        <pc:spChg chg="add del">
          <ac:chgData name="强 李" userId="cd6c7ec7188785ae" providerId="LiveId" clId="{BFE1E5BE-67E2-456A-A8EE-309133F342B5}" dt="2023-11-04T20:40:59.110" v="1071" actId="26606"/>
          <ac:spMkLst>
            <pc:docMk/>
            <pc:sldMk cId="154417295" sldId="597"/>
            <ac:spMk id="31" creationId="{2550BE34-C2B8-49B8-8519-67A8CAD51AE9}"/>
          </ac:spMkLst>
        </pc:spChg>
        <pc:spChg chg="add del">
          <ac:chgData name="强 李" userId="cd6c7ec7188785ae" providerId="LiveId" clId="{BFE1E5BE-67E2-456A-A8EE-309133F342B5}" dt="2023-11-04T20:40:59.110" v="1071" actId="26606"/>
          <ac:spMkLst>
            <pc:docMk/>
            <pc:sldMk cId="154417295" sldId="597"/>
            <ac:spMk id="32" creationId="{A7457DD9-5A45-400A-AB4B-4B4EDECA25F1}"/>
          </ac:spMkLst>
        </pc:spChg>
        <pc:spChg chg="add del">
          <ac:chgData name="强 李" userId="cd6c7ec7188785ae" providerId="LiveId" clId="{BFE1E5BE-67E2-456A-A8EE-309133F342B5}" dt="2023-11-04T20:40:59.110" v="1071" actId="26606"/>
          <ac:spMkLst>
            <pc:docMk/>
            <pc:sldMk cId="154417295" sldId="597"/>
            <ac:spMk id="33" creationId="{0570A85B-3810-4F95-97B0-CBF4CCDB381C}"/>
          </ac:spMkLst>
        </pc:spChg>
        <pc:spChg chg="add del">
          <ac:chgData name="强 李" userId="cd6c7ec7188785ae" providerId="LiveId" clId="{BFE1E5BE-67E2-456A-A8EE-309133F342B5}" dt="2023-11-04T20:41:00.890" v="1074" actId="26606"/>
          <ac:spMkLst>
            <pc:docMk/>
            <pc:sldMk cId="154417295" sldId="597"/>
            <ac:spMk id="35" creationId="{2B97F24A-32CE-4C1C-A50D-3016B394DCFB}"/>
          </ac:spMkLst>
        </pc:spChg>
        <pc:spChg chg="add del">
          <ac:chgData name="强 李" userId="cd6c7ec7188785ae" providerId="LiveId" clId="{BFE1E5BE-67E2-456A-A8EE-309133F342B5}" dt="2023-11-04T20:41:00.890" v="1074" actId="26606"/>
          <ac:spMkLst>
            <pc:docMk/>
            <pc:sldMk cId="154417295" sldId="597"/>
            <ac:spMk id="36" creationId="{CD8B4F24-440B-49E9-B85D-733523DC064B}"/>
          </ac:spMkLst>
        </pc:spChg>
        <pc:spChg chg="add">
          <ac:chgData name="强 李" userId="cd6c7ec7188785ae" providerId="LiveId" clId="{BFE1E5BE-67E2-456A-A8EE-309133F342B5}" dt="2023-11-04T20:41:00.916" v="1075" actId="26606"/>
          <ac:spMkLst>
            <pc:docMk/>
            <pc:sldMk cId="154417295" sldId="597"/>
            <ac:spMk id="38" creationId="{0E3596DD-156A-473E-9BB3-C6A29F7574E9}"/>
          </ac:spMkLst>
        </pc:spChg>
        <pc:spChg chg="add">
          <ac:chgData name="强 李" userId="cd6c7ec7188785ae" providerId="LiveId" clId="{BFE1E5BE-67E2-456A-A8EE-309133F342B5}" dt="2023-11-04T20:41:00.916" v="1075" actId="26606"/>
          <ac:spMkLst>
            <pc:docMk/>
            <pc:sldMk cId="154417295" sldId="597"/>
            <ac:spMk id="39" creationId="{2C46C4D6-C474-4E92-B52E-944C1118F7B6}"/>
          </ac:spMkLst>
        </pc:spChg>
        <pc:graphicFrameChg chg="add mod modGraphic">
          <ac:chgData name="强 李" userId="cd6c7ec7188785ae" providerId="LiveId" clId="{BFE1E5BE-67E2-456A-A8EE-309133F342B5}" dt="2023-11-04T20:41:00.916" v="1075" actId="26606"/>
          <ac:graphicFrameMkLst>
            <pc:docMk/>
            <pc:sldMk cId="154417295" sldId="597"/>
            <ac:graphicFrameMk id="3" creationId="{7CB6FB11-DE8A-0EE7-04CC-6D78A1CF8ADC}"/>
          </ac:graphicFrameMkLst>
        </pc:graphicFrameChg>
      </pc:sldChg>
      <pc:sldChg chg="addSp delSp modSp add mod">
        <pc:chgData name="强 李" userId="cd6c7ec7188785ae" providerId="LiveId" clId="{BFE1E5BE-67E2-456A-A8EE-309133F342B5}" dt="2023-11-04T21:00:58.157" v="1190" actId="404"/>
        <pc:sldMkLst>
          <pc:docMk/>
          <pc:sldMk cId="3531077245" sldId="598"/>
        </pc:sldMkLst>
        <pc:spChg chg="mod">
          <ac:chgData name="强 李" userId="cd6c7ec7188785ae" providerId="LiveId" clId="{BFE1E5BE-67E2-456A-A8EE-309133F342B5}" dt="2023-11-04T21:00:58.157" v="1190" actId="404"/>
          <ac:spMkLst>
            <pc:docMk/>
            <pc:sldMk cId="3531077245" sldId="598"/>
            <ac:spMk id="2" creationId="{00000000-0000-0000-0000-000000000000}"/>
          </ac:spMkLst>
        </pc:spChg>
        <pc:spChg chg="add del">
          <ac:chgData name="强 李" userId="cd6c7ec7188785ae" providerId="LiveId" clId="{BFE1E5BE-67E2-456A-A8EE-309133F342B5}" dt="2023-11-04T14:48:31.115" v="563"/>
          <ac:spMkLst>
            <pc:docMk/>
            <pc:sldMk cId="3531077245" sldId="598"/>
            <ac:spMk id="3" creationId="{8FB25CA8-649F-E65F-9270-92D1D55C9C72}"/>
          </ac:spMkLst>
        </pc:spChg>
        <pc:spChg chg="add del">
          <ac:chgData name="强 李" userId="cd6c7ec7188785ae" providerId="LiveId" clId="{BFE1E5BE-67E2-456A-A8EE-309133F342B5}" dt="2023-11-04T14:50:59.099" v="603"/>
          <ac:spMkLst>
            <pc:docMk/>
            <pc:sldMk cId="3531077245" sldId="598"/>
            <ac:spMk id="4" creationId="{9C14E875-F70A-029F-F796-E99897E84D2A}"/>
          </ac:spMkLst>
        </pc:spChg>
      </pc:sldChg>
      <pc:sldChg chg="modSp add mod">
        <pc:chgData name="强 李" userId="cd6c7ec7188785ae" providerId="LiveId" clId="{BFE1E5BE-67E2-456A-A8EE-309133F342B5}" dt="2023-11-04T21:20:30.476" v="1449"/>
        <pc:sldMkLst>
          <pc:docMk/>
          <pc:sldMk cId="4000357398" sldId="599"/>
        </pc:sldMkLst>
        <pc:spChg chg="mod">
          <ac:chgData name="强 李" userId="cd6c7ec7188785ae" providerId="LiveId" clId="{BFE1E5BE-67E2-456A-A8EE-309133F342B5}" dt="2023-11-04T21:20:30.476" v="1449"/>
          <ac:spMkLst>
            <pc:docMk/>
            <pc:sldMk cId="4000357398" sldId="599"/>
            <ac:spMk id="2" creationId="{00000000-0000-0000-0000-000000000000}"/>
          </ac:spMkLst>
        </pc:spChg>
      </pc:sldChg>
      <pc:sldChg chg="addSp delSp add del mod">
        <pc:chgData name="强 李" userId="cd6c7ec7188785ae" providerId="LiveId" clId="{BFE1E5BE-67E2-456A-A8EE-309133F342B5}" dt="2023-11-04T20:55:15.285" v="1138" actId="47"/>
        <pc:sldMkLst>
          <pc:docMk/>
          <pc:sldMk cId="3539796" sldId="600"/>
        </pc:sldMkLst>
        <pc:spChg chg="add del">
          <ac:chgData name="强 李" userId="cd6c7ec7188785ae" providerId="LiveId" clId="{BFE1E5BE-67E2-456A-A8EE-309133F342B5}" dt="2023-11-04T20:51:10.334" v="1134" actId="22"/>
          <ac:spMkLst>
            <pc:docMk/>
            <pc:sldMk cId="3539796" sldId="600"/>
            <ac:spMk id="5" creationId="{17D2B4A1-7B97-C0FF-12EA-3616ACEB0AF1}"/>
          </ac:spMkLst>
        </pc:spChg>
        <pc:spChg chg="add del">
          <ac:chgData name="强 李" userId="cd6c7ec7188785ae" providerId="LiveId" clId="{BFE1E5BE-67E2-456A-A8EE-309133F342B5}" dt="2023-11-04T20:51:13.269" v="1136" actId="22"/>
          <ac:spMkLst>
            <pc:docMk/>
            <pc:sldMk cId="3539796" sldId="600"/>
            <ac:spMk id="7" creationId="{950B086C-126C-3E88-85A5-153D8B654E2A}"/>
          </ac:spMkLst>
        </pc:spChg>
      </pc:sldChg>
      <pc:sldChg chg="add del">
        <pc:chgData name="强 李" userId="cd6c7ec7188785ae" providerId="LiveId" clId="{BFE1E5BE-67E2-456A-A8EE-309133F342B5}" dt="2023-11-04T20:40:16.449" v="1050"/>
        <pc:sldMkLst>
          <pc:docMk/>
          <pc:sldMk cId="2165068579" sldId="600"/>
        </pc:sldMkLst>
      </pc:sldChg>
      <pc:sldChg chg="add del">
        <pc:chgData name="强 李" userId="cd6c7ec7188785ae" providerId="LiveId" clId="{BFE1E5BE-67E2-456A-A8EE-309133F342B5}" dt="2023-11-04T20:40:25.582" v="1057"/>
        <pc:sldMkLst>
          <pc:docMk/>
          <pc:sldMk cId="2647438799" sldId="600"/>
        </pc:sldMkLst>
      </pc:sldChg>
    </pc:docChg>
  </pc:docChgLst>
  <pc:docChgLst>
    <pc:chgData name="强 李" userId="cd6c7ec7188785ae" providerId="LiveId" clId="{662C0930-B515-4910-93A9-1A499EB77362}"/>
    <pc:docChg chg="undo custSel addSld delSld modSld sldOrd">
      <pc:chgData name="强 李" userId="cd6c7ec7188785ae" providerId="LiveId" clId="{662C0930-B515-4910-93A9-1A499EB77362}" dt="2023-03-11T22:12:46.885" v="1858"/>
      <pc:docMkLst>
        <pc:docMk/>
      </pc:docMkLst>
      <pc:sldChg chg="addSp modSp add del mod ord setBg">
        <pc:chgData name="强 李" userId="cd6c7ec7188785ae" providerId="LiveId" clId="{662C0930-B515-4910-93A9-1A499EB77362}" dt="2023-03-11T08:18:47.370" v="1410" actId="47"/>
        <pc:sldMkLst>
          <pc:docMk/>
          <pc:sldMk cId="0" sldId="413"/>
        </pc:sldMkLst>
        <pc:spChg chg="mod">
          <ac:chgData name="强 李" userId="cd6c7ec7188785ae" providerId="LiveId" clId="{662C0930-B515-4910-93A9-1A499EB77362}" dt="2023-03-11T06:10:20.383" v="4" actId="20577"/>
          <ac:spMkLst>
            <pc:docMk/>
            <pc:sldMk cId="0" sldId="413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6:10:17.866" v="3" actId="20577"/>
          <ac:spMkLst>
            <pc:docMk/>
            <pc:sldMk cId="0" sldId="413"/>
            <ac:spMk id="5" creationId="{00000000-0000-0000-0000-000000000000}"/>
          </ac:spMkLst>
        </pc:spChg>
        <pc:picChg chg="add mod">
          <ac:chgData name="强 李" userId="cd6c7ec7188785ae" providerId="LiveId" clId="{662C0930-B515-4910-93A9-1A499EB77362}" dt="2023-03-11T08:18:32.802" v="1408" actId="14100"/>
          <ac:picMkLst>
            <pc:docMk/>
            <pc:sldMk cId="0" sldId="413"/>
            <ac:picMk id="2" creationId="{1CBC46B4-7D80-E329-B1AD-FDFD099568D7}"/>
          </ac:picMkLst>
        </pc:picChg>
      </pc:sldChg>
      <pc:sldChg chg="addSp delSp modSp mod setBg setClrOvrMap">
        <pc:chgData name="强 李" userId="cd6c7ec7188785ae" providerId="LiveId" clId="{662C0930-B515-4910-93A9-1A499EB77362}" dt="2023-03-11T06:46:01.552" v="402" actId="207"/>
        <pc:sldMkLst>
          <pc:docMk/>
          <pc:sldMk cId="0" sldId="425"/>
        </pc:sldMkLst>
        <pc:spChg chg="add del mod">
          <ac:chgData name="强 李" userId="cd6c7ec7188785ae" providerId="LiveId" clId="{662C0930-B515-4910-93A9-1A499EB77362}" dt="2023-03-11T06:44:56.780" v="395" actId="478"/>
          <ac:spMkLst>
            <pc:docMk/>
            <pc:sldMk cId="0" sldId="425"/>
            <ac:spMk id="2" creationId="{4D5453E4-D45B-90DA-6F57-3AA9982CAEA4}"/>
          </ac:spMkLst>
        </pc:spChg>
        <pc:spChg chg="mod">
          <ac:chgData name="强 李" userId="cd6c7ec7188785ae" providerId="LiveId" clId="{662C0930-B515-4910-93A9-1A499EB77362}" dt="2023-03-11T06:16:29.234" v="41" actId="26606"/>
          <ac:spMkLst>
            <pc:docMk/>
            <pc:sldMk cId="0" sldId="425"/>
            <ac:spMk id="18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1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2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5:56.029" v="16" actId="26606"/>
          <ac:spMkLst>
            <pc:docMk/>
            <pc:sldMk cId="0" sldId="425"/>
            <ac:spMk id="23" creationId="{42285737-90EE-47DC-AC80-8AE156B11969}"/>
          </ac:spMkLst>
        </pc:spChg>
        <pc:spChg chg="add del">
          <ac:chgData name="强 李" userId="cd6c7ec7188785ae" providerId="LiveId" clId="{662C0930-B515-4910-93A9-1A499EB77362}" dt="2023-03-11T06:16:02.201" v="20" actId="26606"/>
          <ac:spMkLst>
            <pc:docMk/>
            <pc:sldMk cId="0" sldId="425"/>
            <ac:spMk id="24" creationId="{9228552E-C8B1-4A80-8448-0787CE0FC704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6" creationId="{35DB3719-6FDC-4E5D-891D-FF40B7300F64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7" creationId="{AAD0DBB9-1A4B-4391-81D4-CB19F9AB918A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8" creationId="{E0CBAC23-2E3F-4A90-BA59-F8299F6A5439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9" creationId="{063BBA22-50EA-4C4D-BE05-F1CE4E63AA56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0" creationId="{9DBC8166-481C-4473-95F5-9A5B9073B7F1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1" creationId="{A5A5CE6E-90AF-4D43-A014-1F9EC83EB93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2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3" creationId="{BACC6370-2D7E-4714-9D71-7542949D7D5D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4" creationId="{F68B3F68-107C-434F-AA38-110D5EA91B85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5" creationId="{3ECA69A1-7536-43AC-85EF-C7106179F5E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6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7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8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39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0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1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2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3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4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5" creationId="{3ECA69A1-7536-43AC-85EF-C7106179F5ED}"/>
          </ac:spMkLst>
        </pc:spChg>
        <pc:grpChg chg="add del">
          <ac:chgData name="强 李" userId="cd6c7ec7188785ae" providerId="LiveId" clId="{662C0930-B515-4910-93A9-1A499EB77362}" dt="2023-03-11T06:15:56.029" v="16" actId="26606"/>
          <ac:grpSpMkLst>
            <pc:docMk/>
            <pc:sldMk cId="0" sldId="425"/>
            <ac:grpSpMk id="25" creationId="{B57BDC17-F1B3-455F-BBF1-680AA1F25C06}"/>
          </ac:grpSpMkLst>
        </pc:grpChg>
        <pc:graphicFrameChg chg="mod modGraphic">
          <ac:chgData name="强 李" userId="cd6c7ec7188785ae" providerId="LiveId" clId="{662C0930-B515-4910-93A9-1A499EB77362}" dt="2023-03-11T06:46:01.552" v="402" actId="20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">
          <ac:chgData name="强 李" userId="cd6c7ec7188785ae" providerId="LiveId" clId="{662C0930-B515-4910-93A9-1A499EB77362}" dt="2023-03-11T06:16:02.201" v="20" actId="26606"/>
          <ac:picMkLst>
            <pc:docMk/>
            <pc:sldMk cId="0" sldId="425"/>
            <ac:picMk id="20" creationId="{A6CA3DDE-1E9B-4539-F00E-B29E88290649}"/>
          </ac:picMkLst>
        </pc:picChg>
      </pc:sldChg>
      <pc:sldChg chg="delSp modSp mod">
        <pc:chgData name="强 李" userId="cd6c7ec7188785ae" providerId="LiveId" clId="{662C0930-B515-4910-93A9-1A499EB77362}" dt="2023-03-11T21:04:17.670" v="1464"/>
        <pc:sldMkLst>
          <pc:docMk/>
          <pc:sldMk cId="54695671" sldId="531"/>
        </pc:sldMkLst>
        <pc:spChg chg="mod">
          <ac:chgData name="强 李" userId="cd6c7ec7188785ae" providerId="LiveId" clId="{662C0930-B515-4910-93A9-1A499EB77362}" dt="2023-03-11T21:04:17.670" v="1464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6:27:12.221" v="84"/>
          <ac:spMkLst>
            <pc:docMk/>
            <pc:sldMk cId="54695671" sldId="531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34:20.452" v="247" actId="478"/>
          <ac:grpSpMkLst>
            <pc:docMk/>
            <pc:sldMk cId="54695671" sldId="531"/>
            <ac:grpSpMk id="5" creationId="{66B526DA-78B5-EF99-F66F-28E8DE868CF9}"/>
          </ac:grpSpMkLst>
        </pc:grpChg>
      </pc:sldChg>
      <pc:sldChg chg="addSp delSp modSp mod setBg">
        <pc:chgData name="强 李" userId="cd6c7ec7188785ae" providerId="LiveId" clId="{662C0930-B515-4910-93A9-1A499EB77362}" dt="2023-03-11T21:23:37.300" v="1494" actId="1076"/>
        <pc:sldMkLst>
          <pc:docMk/>
          <pc:sldMk cId="3813767857" sldId="538"/>
        </pc:sldMkLst>
        <pc:spChg chg="mo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5" creationId="{00000000-0000-0000-0000-000000000000}"/>
          </ac:spMkLst>
        </pc:spChg>
        <pc:spChg chg="or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7" creationId="{00000000-0000-0000-0000-000000000000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7" creationId="{6753252F-4873-4F63-801D-CC719279A7D5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9" creationId="{047C8CCB-F95D-4249-92DD-651249D3535A}"/>
          </ac:spMkLst>
        </pc:spChg>
        <pc:spChg chg="add del">
          <ac:chgData name="强 李" userId="cd6c7ec7188785ae" providerId="LiveId" clId="{662C0930-B515-4910-93A9-1A499EB77362}" dt="2023-03-11T21:13:01.608" v="1480" actId="26606"/>
          <ac:spMkLst>
            <pc:docMk/>
            <pc:sldMk cId="3813767857" sldId="538"/>
            <ac:spMk id="20" creationId="{D4771268-CB57-404A-9271-370EB28F6090}"/>
          </ac:spMkLst>
        </pc:spChg>
        <pc:spChg chg="add del">
          <ac:chgData name="强 李" userId="cd6c7ec7188785ae" providerId="LiveId" clId="{662C0930-B515-4910-93A9-1A499EB77362}" dt="2023-03-11T21:12:56.105" v="1476" actId="26606"/>
          <ac:spMkLst>
            <pc:docMk/>
            <pc:sldMk cId="3813767857" sldId="538"/>
            <ac:spMk id="21" creationId="{D12DDE76-C203-4047-9998-63900085B5E8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2" creationId="{665DBBEF-238B-476B-96AB-8AAC3224ECEA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3" creationId="{3FCFB1DE-0B7E-48CC-BA90-B2AB0889F9D6}"/>
          </ac:spMkLst>
        </pc:spChg>
        <pc:picChg chg="add del mod">
          <ac:chgData name="强 李" userId="cd6c7ec7188785ae" providerId="LiveId" clId="{662C0930-B515-4910-93A9-1A499EB77362}" dt="2023-03-11T21:23:33.938" v="1493" actId="478"/>
          <ac:picMkLst>
            <pc:docMk/>
            <pc:sldMk cId="3813767857" sldId="538"/>
            <ac:picMk id="3" creationId="{877DAC93-31F9-D8DC-2138-FF06CC7B4922}"/>
          </ac:picMkLst>
        </pc:picChg>
        <pc:picChg chg="add del mod">
          <ac:chgData name="强 李" userId="cd6c7ec7188785ae" providerId="LiveId" clId="{662C0930-B515-4910-93A9-1A499EB77362}" dt="2023-03-11T06:21:34.653" v="55" actId="478"/>
          <ac:picMkLst>
            <pc:docMk/>
            <pc:sldMk cId="3813767857" sldId="538"/>
            <ac:picMk id="3" creationId="{DAE608FA-1FF2-061B-BF61-D12B4953FA25}"/>
          </ac:picMkLst>
        </pc:picChg>
        <pc:picChg chg="add mod">
          <ac:chgData name="强 李" userId="cd6c7ec7188785ae" providerId="LiveId" clId="{662C0930-B515-4910-93A9-1A499EB77362}" dt="2023-03-11T21:23:37.300" v="1494" actId="1076"/>
          <ac:picMkLst>
            <pc:docMk/>
            <pc:sldMk cId="3813767857" sldId="538"/>
            <ac:picMk id="6" creationId="{081A24BA-7881-FC8E-B899-CACD3C0C8414}"/>
          </ac:picMkLst>
        </pc:picChg>
        <pc:picChg chg="add del mod">
          <ac:chgData name="强 李" userId="cd6c7ec7188785ae" providerId="LiveId" clId="{662C0930-B515-4910-93A9-1A499EB77362}" dt="2023-03-11T06:21:58.529" v="59" actId="478"/>
          <ac:picMkLst>
            <pc:docMk/>
            <pc:sldMk cId="3813767857" sldId="538"/>
            <ac:picMk id="6" creationId="{ABF06EAE-B543-58AD-ED11-5B08AC0C283C}"/>
          </ac:picMkLst>
        </pc:picChg>
        <pc:picChg chg="add del">
          <ac:chgData name="强 李" userId="cd6c7ec7188785ae" providerId="LiveId" clId="{662C0930-B515-4910-93A9-1A499EB77362}" dt="2023-03-11T06:22:03.490" v="62" actId="478"/>
          <ac:picMkLst>
            <pc:docMk/>
            <pc:sldMk cId="3813767857" sldId="538"/>
            <ac:picMk id="9" creationId="{C6323978-F3A5-FE19-AD29-B0149918A7F2}"/>
          </ac:picMkLst>
        </pc:picChg>
        <pc:picChg chg="add del">
          <ac:chgData name="强 李" userId="cd6c7ec7188785ae" providerId="LiveId" clId="{662C0930-B515-4910-93A9-1A499EB77362}" dt="2023-03-11T06:22:02.165" v="61" actId="478"/>
          <ac:picMkLst>
            <pc:docMk/>
            <pc:sldMk cId="3813767857" sldId="538"/>
            <ac:picMk id="11" creationId="{EEEF987B-B847-2967-566F-64E0010EE3AA}"/>
          </ac:picMkLst>
        </pc:picChg>
        <pc:picChg chg="add del mod">
          <ac:chgData name="强 李" userId="cd6c7ec7188785ae" providerId="LiveId" clId="{662C0930-B515-4910-93A9-1A499EB77362}" dt="2023-03-11T06:22:31.211" v="66" actId="478"/>
          <ac:picMkLst>
            <pc:docMk/>
            <pc:sldMk cId="3813767857" sldId="538"/>
            <ac:picMk id="13" creationId="{6A9E429C-2035-0197-B924-60FD3DBFC912}"/>
          </ac:picMkLst>
        </pc:picChg>
        <pc:picChg chg="add del">
          <ac:chgData name="强 李" userId="cd6c7ec7188785ae" providerId="LiveId" clId="{662C0930-B515-4910-93A9-1A499EB77362}" dt="2023-03-11T06:22:57.632" v="68" actId="478"/>
          <ac:picMkLst>
            <pc:docMk/>
            <pc:sldMk cId="3813767857" sldId="538"/>
            <ac:picMk id="15" creationId="{72DF1AFE-8543-A49E-B635-2AD9C8ADC2C2}"/>
          </ac:picMkLst>
        </pc:picChg>
        <pc:picChg chg="del">
          <ac:chgData name="强 李" userId="cd6c7ec7188785ae" providerId="LiveId" clId="{662C0930-B515-4910-93A9-1A499EB77362}" dt="2023-03-11T06:21:16.534" v="52" actId="478"/>
          <ac:picMkLst>
            <pc:docMk/>
            <pc:sldMk cId="3813767857" sldId="538"/>
            <ac:picMk id="16" creationId="{74056DEE-0819-4B10-D7F5-CEF8EFDB20AE}"/>
          </ac:picMkLst>
        </pc:picChg>
        <pc:picChg chg="add del mod">
          <ac:chgData name="强 李" userId="cd6c7ec7188785ae" providerId="LiveId" clId="{662C0930-B515-4910-93A9-1A499EB77362}" dt="2023-03-11T21:12:36.585" v="1471" actId="478"/>
          <ac:picMkLst>
            <pc:docMk/>
            <pc:sldMk cId="3813767857" sldId="538"/>
            <ac:picMk id="18" creationId="{568CFC25-C18C-025E-AE16-5F348191025A}"/>
          </ac:picMkLst>
        </pc:picChg>
      </pc:sldChg>
      <pc:sldChg chg="addSp delSp modSp mod">
        <pc:chgData name="强 李" userId="cd6c7ec7188785ae" providerId="LiveId" clId="{662C0930-B515-4910-93A9-1A499EB77362}" dt="2023-03-11T08:03:28.033" v="1213"/>
        <pc:sldMkLst>
          <pc:docMk/>
          <pc:sldMk cId="188333421" sldId="541"/>
        </pc:sldMkLst>
        <pc:spChg chg="mod">
          <ac:chgData name="强 李" userId="cd6c7ec7188785ae" providerId="LiveId" clId="{662C0930-B515-4910-93A9-1A499EB77362}" dt="2023-03-11T07:08:08.428" v="762"/>
          <ac:spMkLst>
            <pc:docMk/>
            <pc:sldMk cId="188333421" sldId="541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7:07:36.768" v="734"/>
          <ac:spMkLst>
            <pc:docMk/>
            <pc:sldMk cId="188333421" sldId="541"/>
            <ac:spMk id="3" creationId="{6D883AE3-D7CE-8761-FAE5-A378DF6AE52C}"/>
          </ac:spMkLst>
        </pc:spChg>
        <pc:spChg chg="mod">
          <ac:chgData name="强 李" userId="cd6c7ec7188785ae" providerId="LiveId" clId="{662C0930-B515-4910-93A9-1A499EB77362}" dt="2023-03-11T08:03:28.033" v="1213"/>
          <ac:spMkLst>
            <pc:docMk/>
            <pc:sldMk cId="188333421" sldId="541"/>
            <ac:spMk id="18" creationId="{00000000-0000-0000-0000-000000000000}"/>
          </ac:spMkLst>
        </pc:spChg>
      </pc:sldChg>
      <pc:sldChg chg="modSp mod modNotesTx">
        <pc:chgData name="强 李" userId="cd6c7ec7188785ae" providerId="LiveId" clId="{662C0930-B515-4910-93A9-1A499EB77362}" dt="2023-03-11T22:09:09.929" v="1842" actId="20577"/>
        <pc:sldMkLst>
          <pc:docMk/>
          <pc:sldMk cId="3014528576" sldId="542"/>
        </pc:sldMkLst>
        <pc:spChg chg="mod">
          <ac:chgData name="强 李" userId="cd6c7ec7188785ae" providerId="LiveId" clId="{662C0930-B515-4910-93A9-1A499EB77362}" dt="2023-03-11T22:05:07.512" v="1826" actId="404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02:11.025" v="1196" actId="20577"/>
          <ac:spMkLst>
            <pc:docMk/>
            <pc:sldMk cId="3014528576" sldId="542"/>
            <ac:spMk id="5" creationId="{4A5AC82D-48F1-5DA2-0A95-193BBCEEA933}"/>
          </ac:spMkLst>
        </pc:spChg>
        <pc:spChg chg="mod">
          <ac:chgData name="强 李" userId="cd6c7ec7188785ae" providerId="LiveId" clId="{662C0930-B515-4910-93A9-1A499EB77362}" dt="2023-03-11T07:36:57.021" v="1071"/>
          <ac:spMkLst>
            <pc:docMk/>
            <pc:sldMk cId="3014528576" sldId="542"/>
            <ac:spMk id="18" creationId="{00000000-0000-0000-0000-000000000000}"/>
          </ac:spMkLst>
        </pc:spChg>
      </pc:sldChg>
      <pc:sldChg chg="modSp mod">
        <pc:chgData name="强 李" userId="cd6c7ec7188785ae" providerId="LiveId" clId="{662C0930-B515-4910-93A9-1A499EB77362}" dt="2023-03-11T22:12:46.885" v="1858"/>
        <pc:sldMkLst>
          <pc:docMk/>
          <pc:sldMk cId="1242525785" sldId="543"/>
        </pc:sldMkLst>
        <pc:spChg chg="mod">
          <ac:chgData name="强 李" userId="cd6c7ec7188785ae" providerId="LiveId" clId="{662C0930-B515-4910-93A9-1A499EB77362}" dt="2023-03-11T22:12:46.885" v="1858"/>
          <ac:spMkLst>
            <pc:docMk/>
            <pc:sldMk cId="1242525785" sldId="543"/>
            <ac:spMk id="2" creationId="{00000000-0000-0000-0000-000000000000}"/>
          </ac:spMkLst>
        </pc:spChg>
      </pc:sldChg>
      <pc:sldChg chg="delSp modSp mod">
        <pc:chgData name="强 李" userId="cd6c7ec7188785ae" providerId="LiveId" clId="{662C0930-B515-4910-93A9-1A499EB77362}" dt="2023-03-11T22:01:09.085" v="1804" actId="1076"/>
        <pc:sldMkLst>
          <pc:docMk/>
          <pc:sldMk cId="1236072088" sldId="546"/>
        </pc:sldMkLst>
        <pc:spChg chg="mod">
          <ac:chgData name="强 李" userId="cd6c7ec7188785ae" providerId="LiveId" clId="{662C0930-B515-4910-93A9-1A499EB77362}" dt="2023-03-11T22:01:09.085" v="1804" actId="1076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36:31.771" v="1066" actId="20577"/>
          <ac:spMkLst>
            <pc:docMk/>
            <pc:sldMk cId="1236072088" sldId="54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24:07.685" v="892" actId="478"/>
          <ac:grpSpMkLst>
            <pc:docMk/>
            <pc:sldMk cId="1236072088" sldId="546"/>
            <ac:grpSpMk id="7" creationId="{8415C2D7-F2C8-1C6F-5DD8-9970E53E2F4E}"/>
          </ac:grpSpMkLst>
        </pc:grpChg>
      </pc:sldChg>
      <pc:sldChg chg="del">
        <pc:chgData name="强 李" userId="cd6c7ec7188785ae" providerId="LiveId" clId="{662C0930-B515-4910-93A9-1A499EB77362}" dt="2023-03-11T07:37:13.824" v="1072" actId="47"/>
        <pc:sldMkLst>
          <pc:docMk/>
          <pc:sldMk cId="30193004" sldId="547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1850033319" sldId="548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628862028" sldId="549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538769747" sldId="550"/>
        </pc:sldMkLst>
      </pc:sldChg>
      <pc:sldChg chg="addSp delSp modSp mod modNotesTx">
        <pc:chgData name="强 李" userId="cd6c7ec7188785ae" providerId="LiveId" clId="{662C0930-B515-4910-93A9-1A499EB77362}" dt="2023-03-11T22:11:13.239" v="1854" actId="20577"/>
        <pc:sldMkLst>
          <pc:docMk/>
          <pc:sldMk cId="2632320746" sldId="551"/>
        </pc:sldMkLst>
        <pc:spChg chg="mod">
          <ac:chgData name="强 李" userId="cd6c7ec7188785ae" providerId="LiveId" clId="{662C0930-B515-4910-93A9-1A499EB77362}" dt="2023-03-11T22:11:13.239" v="1854" actId="20577"/>
          <ac:spMkLst>
            <pc:docMk/>
            <pc:sldMk cId="2632320746" sldId="551"/>
            <ac:spMk id="2" creationId="{00000000-0000-0000-0000-000000000000}"/>
          </ac:spMkLst>
        </pc:spChg>
        <pc:spChg chg="del mod">
          <ac:chgData name="强 李" userId="cd6c7ec7188785ae" providerId="LiveId" clId="{662C0930-B515-4910-93A9-1A499EB77362}" dt="2023-03-11T08:11:59.443" v="1319" actId="478"/>
          <ac:spMkLst>
            <pc:docMk/>
            <pc:sldMk cId="2632320746" sldId="551"/>
            <ac:spMk id="4" creationId="{4B362D96-9962-5976-8E72-0BB5DA524421}"/>
          </ac:spMkLst>
        </pc:spChg>
        <pc:spChg chg="mod">
          <ac:chgData name="强 李" userId="cd6c7ec7188785ae" providerId="LiveId" clId="{662C0930-B515-4910-93A9-1A499EB77362}" dt="2023-03-11T08:02:24.613" v="1210"/>
          <ac:spMkLst>
            <pc:docMk/>
            <pc:sldMk cId="2632320746" sldId="551"/>
            <ac:spMk id="6" creationId="{F138545E-EEB5-75B7-72C1-16AD99D34E81}"/>
          </ac:spMkLst>
        </pc:spChg>
        <pc:spChg chg="add del">
          <ac:chgData name="强 李" userId="cd6c7ec7188785ae" providerId="LiveId" clId="{662C0930-B515-4910-93A9-1A499EB77362}" dt="2023-03-11T08:05:51.320" v="1238"/>
          <ac:spMkLst>
            <pc:docMk/>
            <pc:sldMk cId="2632320746" sldId="551"/>
            <ac:spMk id="7" creationId="{EBABDC6E-11C8-7A0D-A5A8-05D18BEDA806}"/>
          </ac:spMkLst>
        </pc:spChg>
        <pc:spChg chg="mod">
          <ac:chgData name="强 李" userId="cd6c7ec7188785ae" providerId="LiveId" clId="{662C0930-B515-4910-93A9-1A499EB77362}" dt="2023-03-11T08:13:20.952" v="1341"/>
          <ac:spMkLst>
            <pc:docMk/>
            <pc:sldMk cId="2632320746" sldId="551"/>
            <ac:spMk id="10" creationId="{EC74C576-B331-C48E-B2C7-E8CA8BAB4C49}"/>
          </ac:spMkLst>
        </pc:spChg>
        <pc:spChg chg="mod">
          <ac:chgData name="强 李" userId="cd6c7ec7188785ae" providerId="LiveId" clId="{662C0930-B515-4910-93A9-1A499EB77362}" dt="2023-03-11T08:04:14.289" v="1224"/>
          <ac:spMkLst>
            <pc:docMk/>
            <pc:sldMk cId="2632320746" sldId="551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8:04:09.917" v="1220" actId="478"/>
          <ac:grpSpMkLst>
            <pc:docMk/>
            <pc:sldMk cId="2632320746" sldId="551"/>
            <ac:grpSpMk id="3" creationId="{18652D06-F0C5-C1C8-8FEF-8216D94914AD}"/>
          </ac:grpSpMkLst>
        </pc:grpChg>
        <pc:grpChg chg="add mod">
          <ac:chgData name="强 李" userId="cd6c7ec7188785ae" providerId="LiveId" clId="{662C0930-B515-4910-93A9-1A499EB77362}" dt="2023-03-11T08:13:20.952" v="1341"/>
          <ac:grpSpMkLst>
            <pc:docMk/>
            <pc:sldMk cId="2632320746" sldId="551"/>
            <ac:grpSpMk id="8" creationId="{E7EAC2EE-5648-1224-46AA-160F6F6F3300}"/>
          </ac:grpSpMkLst>
        </pc:grpChg>
        <pc:picChg chg="mod">
          <ac:chgData name="强 李" userId="cd6c7ec7188785ae" providerId="LiveId" clId="{662C0930-B515-4910-93A9-1A499EB77362}" dt="2023-03-11T08:02:19.531" v="1198"/>
          <ac:picMkLst>
            <pc:docMk/>
            <pc:sldMk cId="2632320746" sldId="551"/>
            <ac:picMk id="5" creationId="{BCEA5273-9AB5-27D8-15DA-1612685627DA}"/>
          </ac:picMkLst>
        </pc:picChg>
        <pc:picChg chg="mod">
          <ac:chgData name="强 李" userId="cd6c7ec7188785ae" providerId="LiveId" clId="{662C0930-B515-4910-93A9-1A499EB77362}" dt="2023-03-11T08:13:20.952" v="1341"/>
          <ac:picMkLst>
            <pc:docMk/>
            <pc:sldMk cId="2632320746" sldId="551"/>
            <ac:picMk id="9" creationId="{8D1923FB-E975-9E82-558F-CA71CA93388D}"/>
          </ac:picMkLst>
        </pc:picChg>
      </pc:sldChg>
      <pc:sldChg chg="modSp mod">
        <pc:chgData name="强 李" userId="cd6c7ec7188785ae" providerId="LiveId" clId="{662C0930-B515-4910-93A9-1A499EB77362}" dt="2023-03-11T07:38:22.251" v="1081" actId="20577"/>
        <pc:sldMkLst>
          <pc:docMk/>
          <pc:sldMk cId="419382719" sldId="552"/>
        </pc:sldMkLst>
        <pc:spChg chg="mod">
          <ac:chgData name="强 李" userId="cd6c7ec7188785ae" providerId="LiveId" clId="{662C0930-B515-4910-93A9-1A499EB77362}" dt="2023-03-11T07:38:22.251" v="1081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addSp delSp modSp add mod ord">
        <pc:chgData name="强 李" userId="cd6c7ec7188785ae" providerId="LiveId" clId="{662C0930-B515-4910-93A9-1A499EB77362}" dt="2023-03-11T21:33:40.081" v="1608" actId="113"/>
        <pc:sldMkLst>
          <pc:docMk/>
          <pc:sldMk cId="530530540" sldId="553"/>
        </pc:sldMkLst>
        <pc:spChg chg="mod">
          <ac:chgData name="强 李" userId="cd6c7ec7188785ae" providerId="LiveId" clId="{662C0930-B515-4910-93A9-1A499EB77362}" dt="2023-03-11T21:33:40.081" v="1608" actId="113"/>
          <ac:spMkLst>
            <pc:docMk/>
            <pc:sldMk cId="530530540" sldId="553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37:14.192" v="302"/>
          <ac:spMkLst>
            <pc:docMk/>
            <pc:sldMk cId="530530540" sldId="553"/>
            <ac:spMk id="3" creationId="{A1973529-9132-C3AF-D21F-CA9FB739F487}"/>
          </ac:spMkLst>
        </pc:spChg>
        <pc:spChg chg="add del">
          <ac:chgData name="强 李" userId="cd6c7ec7188785ae" providerId="LiveId" clId="{662C0930-B515-4910-93A9-1A499EB77362}" dt="2023-03-11T06:50:29.427" v="440"/>
          <ac:spMkLst>
            <pc:docMk/>
            <pc:sldMk cId="530530540" sldId="553"/>
            <ac:spMk id="4" creationId="{62BC4176-1488-834D-2BF5-D925B7A75354}"/>
          </ac:spMkLst>
        </pc:spChg>
        <pc:spChg chg="mod">
          <ac:chgData name="强 李" userId="cd6c7ec7188785ae" providerId="LiveId" clId="{662C0930-B515-4910-93A9-1A499EB77362}" dt="2023-03-11T21:32:57.781" v="1606" actId="20577"/>
          <ac:spMkLst>
            <pc:docMk/>
            <pc:sldMk cId="530530540" sldId="553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54:22.696" v="540" actId="478"/>
          <ac:grpSpMkLst>
            <pc:docMk/>
            <pc:sldMk cId="530530540" sldId="553"/>
            <ac:grpSpMk id="5" creationId="{66B526DA-78B5-EF99-F66F-28E8DE868CF9}"/>
          </ac:grpSpMkLst>
        </pc:grpChg>
      </pc:sldChg>
      <pc:sldChg chg="addSp modSp add mod ord">
        <pc:chgData name="强 李" userId="cd6c7ec7188785ae" providerId="LiveId" clId="{662C0930-B515-4910-93A9-1A499EB77362}" dt="2023-03-11T21:05:54.468" v="1469" actId="1076"/>
        <pc:sldMkLst>
          <pc:docMk/>
          <pc:sldMk cId="3418790839" sldId="554"/>
        </pc:sldMkLst>
        <pc:spChg chg="mod">
          <ac:chgData name="强 李" userId="cd6c7ec7188785ae" providerId="LiveId" clId="{662C0930-B515-4910-93A9-1A499EB77362}" dt="2023-03-11T21:05:54.468" v="1469" actId="1076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19:43.130" v="1425" actId="20577"/>
          <ac:spMkLst>
            <pc:docMk/>
            <pc:sldMk cId="3418790839" sldId="554"/>
            <ac:spMk id="18" creationId="{00000000-0000-0000-0000-000000000000}"/>
          </ac:spMkLst>
        </pc:spChg>
        <pc:graphicFrameChg chg="add mod modGraphic">
          <ac:chgData name="强 李" userId="cd6c7ec7188785ae" providerId="LiveId" clId="{662C0930-B515-4910-93A9-1A499EB77362}" dt="2023-03-11T06:47:45.154" v="418" actId="404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cxnChg chg="add">
          <ac:chgData name="强 李" userId="cd6c7ec7188785ae" providerId="LiveId" clId="{662C0930-B515-4910-93A9-1A499EB77362}" dt="2023-03-11T21:05:37.552" v="1467" actId="11529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addSp modSp add del mod ord setBg">
        <pc:chgData name="强 李" userId="cd6c7ec7188785ae" providerId="LiveId" clId="{662C0930-B515-4910-93A9-1A499EB77362}" dt="2023-03-11T06:45:36.380" v="396" actId="47"/>
        <pc:sldMkLst>
          <pc:docMk/>
          <pc:sldMk cId="1782103472" sldId="555"/>
        </pc:sldMkLst>
        <pc:spChg chg="mod">
          <ac:chgData name="强 李" userId="cd6c7ec7188785ae" providerId="LiveId" clId="{662C0930-B515-4910-93A9-1A499EB77362}" dt="2023-03-11T06:40:21.913" v="364"/>
          <ac:spMkLst>
            <pc:docMk/>
            <pc:sldMk cId="1782103472" sldId="555"/>
            <ac:spMk id="18" creationId="{00000000-0000-0000-0000-000000000000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23" creationId="{56E9B3E6-E277-4D68-BA48-9CB43FFBD6E2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30" creationId="{D5B0017B-2ECA-49AF-B397-DC140825DF8D}"/>
          </ac:spMkLst>
        </pc:spChg>
        <pc:grpChg chg="add">
          <ac:chgData name="强 李" userId="cd6c7ec7188785ae" providerId="LiveId" clId="{662C0930-B515-4910-93A9-1A499EB77362}" dt="2023-03-11T06:39:41.993" v="351" actId="26606"/>
          <ac:grpSpMkLst>
            <pc:docMk/>
            <pc:sldMk cId="1782103472" sldId="555"/>
            <ac:grpSpMk id="25" creationId="{AE1C45F0-260A-458C-96ED-C1F6D2151219}"/>
          </ac:grpSpMkLst>
        </pc:grpChg>
        <pc:graphicFrameChg chg="mod modGraphic">
          <ac:chgData name="强 李" userId="cd6c7ec7188785ae" providerId="LiveId" clId="{662C0930-B515-4910-93A9-1A499EB77362}" dt="2023-03-11T06:42:03.512" v="377" actId="403"/>
          <ac:graphicFrameMkLst>
            <pc:docMk/>
            <pc:sldMk cId="1782103472" sldId="555"/>
            <ac:graphicFrameMk id="5" creationId="{6AB369E9-7320-DE30-3AFD-31DAAE20458E}"/>
          </ac:graphicFrameMkLst>
        </pc:graphicFrameChg>
        <pc:cxnChg chg="add">
          <ac:chgData name="强 李" userId="cd6c7ec7188785ae" providerId="LiveId" clId="{662C0930-B515-4910-93A9-1A499EB77362}" dt="2023-03-11T06:39:41.993" v="351" actId="26606"/>
          <ac:cxnSpMkLst>
            <pc:docMk/>
            <pc:sldMk cId="1782103472" sldId="555"/>
            <ac:cxnSpMk id="32" creationId="{6CF1BAF6-AD41-4082-B212-8A1F9A2E8779}"/>
          </ac:cxnSpMkLst>
        </pc:cxnChg>
      </pc:sldChg>
      <pc:sldChg chg="addSp delSp modSp add mod">
        <pc:chgData name="强 李" userId="cd6c7ec7188785ae" providerId="LiveId" clId="{662C0930-B515-4910-93A9-1A499EB77362}" dt="2023-03-11T21:48:20.335" v="1671" actId="403"/>
        <pc:sldMkLst>
          <pc:docMk/>
          <pc:sldMk cId="3692116085" sldId="555"/>
        </pc:sldMkLst>
        <pc:spChg chg="mod">
          <ac:chgData name="强 李" userId="cd6c7ec7188785ae" providerId="LiveId" clId="{662C0930-B515-4910-93A9-1A499EB77362}" dt="2023-03-11T21:48:20.335" v="1671" actId="403"/>
          <ac:spMkLst>
            <pc:docMk/>
            <pc:sldMk cId="3692116085" sldId="555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25.286" v="955" actId="20577"/>
          <ac:spMkLst>
            <pc:docMk/>
            <pc:sldMk cId="3692116085" sldId="555"/>
            <ac:spMk id="5" creationId="{F26E2100-C214-5D1E-3B58-C2ED1ECE553C}"/>
          </ac:spMkLst>
        </pc:spChg>
        <pc:spChg chg="add del">
          <ac:chgData name="强 李" userId="cd6c7ec7188785ae" providerId="LiveId" clId="{662C0930-B515-4910-93A9-1A499EB77362}" dt="2023-03-11T07:03:04.489" v="660"/>
          <ac:spMkLst>
            <pc:docMk/>
            <pc:sldMk cId="3692116085" sldId="555"/>
            <ac:spMk id="6" creationId="{1667CC5F-FC83-D413-8A20-3CC1CD282029}"/>
          </ac:spMkLst>
        </pc:spChg>
        <pc:spChg chg="add del">
          <ac:chgData name="强 李" userId="cd6c7ec7188785ae" providerId="LiveId" clId="{662C0930-B515-4910-93A9-1A499EB77362}" dt="2023-03-11T21:47:41.639" v="1664"/>
          <ac:spMkLst>
            <pc:docMk/>
            <pc:sldMk cId="3692116085" sldId="555"/>
            <ac:spMk id="6" creationId="{E24A43C6-6F7B-B2D9-C7C7-8FF2ED55D25A}"/>
          </ac:spMkLst>
        </pc:spChg>
        <pc:spChg chg="mod">
          <ac:chgData name="强 李" userId="cd6c7ec7188785ae" providerId="LiveId" clId="{662C0930-B515-4910-93A9-1A499EB77362}" dt="2023-03-11T07:06:53.417" v="720" actId="20577"/>
          <ac:spMkLst>
            <pc:docMk/>
            <pc:sldMk cId="3692116085" sldId="555"/>
            <ac:spMk id="18" creationId="{00000000-0000-0000-0000-000000000000}"/>
          </ac:spMkLst>
        </pc:spChg>
        <pc:grpChg chg="add mod">
          <ac:chgData name="强 李" userId="cd6c7ec7188785ae" providerId="LiveId" clId="{662C0930-B515-4910-93A9-1A499EB77362}" dt="2023-03-11T07:02:18.831" v="643"/>
          <ac:grpSpMkLst>
            <pc:docMk/>
            <pc:sldMk cId="3692116085" sldId="555"/>
            <ac:grpSpMk id="3" creationId="{396B3AF0-3B7B-BB39-F9D1-6251432A74D1}"/>
          </ac:grpSpMkLst>
        </pc:grpChg>
        <pc:picChg chg="mod">
          <ac:chgData name="强 李" userId="cd6c7ec7188785ae" providerId="LiveId" clId="{662C0930-B515-4910-93A9-1A499EB77362}" dt="2023-03-11T07:02:18.831" v="643"/>
          <ac:picMkLst>
            <pc:docMk/>
            <pc:sldMk cId="3692116085" sldId="555"/>
            <ac:picMk id="4" creationId="{A8A77838-51F2-553E-DE91-246079D7696B}"/>
          </ac:picMkLst>
        </pc:picChg>
      </pc:sldChg>
      <pc:sldChg chg="delSp modSp add mod">
        <pc:chgData name="强 李" userId="cd6c7ec7188785ae" providerId="LiveId" clId="{662C0930-B515-4910-93A9-1A499EB77362}" dt="2023-03-11T21:52:05.085" v="1753"/>
        <pc:sldMkLst>
          <pc:docMk/>
          <pc:sldMk cId="996529028" sldId="556"/>
        </pc:sldMkLst>
        <pc:spChg chg="mod">
          <ac:chgData name="强 李" userId="cd6c7ec7188785ae" providerId="LiveId" clId="{662C0930-B515-4910-93A9-1A499EB77362}" dt="2023-03-11T21:52:05.085" v="1753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04:15.180" v="683"/>
          <ac:spMkLst>
            <pc:docMk/>
            <pc:sldMk cId="996529028" sldId="55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05:49.780" v="712" actId="478"/>
          <ac:grpSpMkLst>
            <pc:docMk/>
            <pc:sldMk cId="996529028" sldId="556"/>
            <ac:grpSpMk id="3" creationId="{396B3AF0-3B7B-BB39-F9D1-6251432A74D1}"/>
          </ac:grpSpMkLst>
        </pc:grpChg>
      </pc:sldChg>
      <pc:sldChg chg="new del">
        <pc:chgData name="强 李" userId="cd6c7ec7188785ae" providerId="LiveId" clId="{662C0930-B515-4910-93A9-1A499EB77362}" dt="2023-03-11T07:03:19.054" v="666" actId="47"/>
        <pc:sldMkLst>
          <pc:docMk/>
          <pc:sldMk cId="2356210197" sldId="556"/>
        </pc:sldMkLst>
      </pc:sldChg>
      <pc:sldChg chg="addSp delSp modSp add mod">
        <pc:chgData name="强 李" userId="cd6c7ec7188785ae" providerId="LiveId" clId="{662C0930-B515-4910-93A9-1A499EB77362}" dt="2023-03-11T22:03:15.695" v="1820"/>
        <pc:sldMkLst>
          <pc:docMk/>
          <pc:sldMk cId="1560840645" sldId="557"/>
        </pc:sldMkLst>
        <pc:spChg chg="mod">
          <ac:chgData name="强 李" userId="cd6c7ec7188785ae" providerId="LiveId" clId="{662C0930-B515-4910-93A9-1A499EB77362}" dt="2023-03-11T22:03:15.695" v="1820"/>
          <ac:spMkLst>
            <pc:docMk/>
            <pc:sldMk cId="1560840645" sldId="557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32.565" v="958" actId="20577"/>
          <ac:spMkLst>
            <pc:docMk/>
            <pc:sldMk cId="1560840645" sldId="557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36.837" v="1067" actId="20577"/>
          <ac:spMkLst>
            <pc:docMk/>
            <pc:sldMk cId="1560840645" sldId="557"/>
            <ac:spMk id="6" creationId="{E9162F18-D987-C5F3-DE29-50E61F685379}"/>
          </ac:spMkLst>
        </pc:spChg>
        <pc:spChg chg="del">
          <ac:chgData name="强 李" userId="cd6c7ec7188785ae" providerId="LiveId" clId="{662C0930-B515-4910-93A9-1A499EB77362}" dt="2023-03-11T07:36:04.326" v="1056" actId="478"/>
          <ac:spMkLst>
            <pc:docMk/>
            <pc:sldMk cId="1560840645" sldId="557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7:32:55.346" v="1009" actId="478"/>
          <ac:grpSpMkLst>
            <pc:docMk/>
            <pc:sldMk cId="1560840645" sldId="557"/>
            <ac:grpSpMk id="3" creationId="{5AB7B9BB-BF5F-1016-F7B7-FFAEAEFD6106}"/>
          </ac:grpSpMkLst>
        </pc:grpChg>
        <pc:picChg chg="mod">
          <ac:chgData name="强 李" userId="cd6c7ec7188785ae" providerId="LiveId" clId="{662C0930-B515-4910-93A9-1A499EB77362}" dt="2023-03-11T07:27:07.525" v="929"/>
          <ac:picMkLst>
            <pc:docMk/>
            <pc:sldMk cId="1560840645" sldId="557"/>
            <ac:picMk id="4" creationId="{093C7B6F-EB40-A533-DCE7-A0EBFF60C517}"/>
          </ac:picMkLst>
        </pc:picChg>
      </pc:sldChg>
      <pc:sldChg chg="addSp delSp modSp add mod">
        <pc:chgData name="强 李" userId="cd6c7ec7188785ae" providerId="LiveId" clId="{662C0930-B515-4910-93A9-1A499EB77362}" dt="2023-03-11T22:04:12.835" v="1825" actId="1076"/>
        <pc:sldMkLst>
          <pc:docMk/>
          <pc:sldMk cId="3879874253" sldId="558"/>
        </pc:sldMkLst>
        <pc:spChg chg="mod">
          <ac:chgData name="强 李" userId="cd6c7ec7188785ae" providerId="LiveId" clId="{662C0930-B515-4910-93A9-1A499EB77362}" dt="2023-03-11T22:04:12.835" v="1825" actId="1076"/>
          <ac:spMkLst>
            <pc:docMk/>
            <pc:sldMk cId="3879874253" sldId="558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2:03:36.413" v="1822" actId="20577"/>
          <ac:spMkLst>
            <pc:docMk/>
            <pc:sldMk cId="3879874253" sldId="558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40.016" v="1068" actId="20577"/>
          <ac:spMkLst>
            <pc:docMk/>
            <pc:sldMk cId="3879874253" sldId="558"/>
            <ac:spMk id="6" creationId="{EF23C510-2016-A407-597D-D4AC06000692}"/>
          </ac:spMkLst>
        </pc:spChg>
        <pc:spChg chg="del">
          <ac:chgData name="强 李" userId="cd6c7ec7188785ae" providerId="LiveId" clId="{662C0930-B515-4910-93A9-1A499EB77362}" dt="2023-03-11T07:36:09.088" v="1058" actId="478"/>
          <ac:spMkLst>
            <pc:docMk/>
            <pc:sldMk cId="3879874253" sldId="558"/>
            <ac:spMk id="18" creationId="{00000000-0000-0000-0000-000000000000}"/>
          </ac:spMkLst>
        </pc:spChg>
        <pc:grpChg chg="mod">
          <ac:chgData name="强 李" userId="cd6c7ec7188785ae" providerId="LiveId" clId="{662C0930-B515-4910-93A9-1A499EB77362}" dt="2023-03-11T07:32:18.022" v="1007" actId="1076"/>
          <ac:grpSpMkLst>
            <pc:docMk/>
            <pc:sldMk cId="3879874253" sldId="558"/>
            <ac:grpSpMk id="3" creationId="{5AB7B9BB-BF5F-1016-F7B7-FFAEAEFD6106}"/>
          </ac:grpSpMkLst>
        </pc:grpChg>
      </pc:sldChg>
      <pc:sldChg chg="add del">
        <pc:chgData name="强 李" userId="cd6c7ec7188785ae" providerId="LiveId" clId="{662C0930-B515-4910-93A9-1A499EB77362}" dt="2023-03-11T22:12:27.879" v="1855" actId="47"/>
        <pc:sldMkLst>
          <pc:docMk/>
          <pc:sldMk cId="3306781835" sldId="559"/>
        </pc:sldMkLst>
      </pc:sldChg>
      <pc:sldChg chg="modSp add del mod ord setBg">
        <pc:chgData name="强 李" userId="cd6c7ec7188785ae" providerId="LiveId" clId="{662C0930-B515-4910-93A9-1A499EB77362}" dt="2023-03-11T08:18:53.822" v="1415" actId="20577"/>
        <pc:sldMkLst>
          <pc:docMk/>
          <pc:sldMk cId="1911491714" sldId="560"/>
        </pc:sldMkLst>
        <pc:spChg chg="mod">
          <ac:chgData name="强 李" userId="cd6c7ec7188785ae" providerId="LiveId" clId="{662C0930-B515-4910-93A9-1A499EB77362}" dt="2023-03-11T08:18:50.703" v="1413" actId="20577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8:18:53.822" v="141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modSp add mod">
        <pc:chgData name="强 李" userId="cd6c7ec7188785ae" providerId="LiveId" clId="{662C0930-B515-4910-93A9-1A499EB77362}" dt="2023-03-11T21:52:35.144" v="1759" actId="14100"/>
        <pc:sldMkLst>
          <pc:docMk/>
          <pc:sldMk cId="158457568" sldId="561"/>
        </pc:sldMkLst>
        <pc:spChg chg="mod">
          <ac:chgData name="强 李" userId="cd6c7ec7188785ae" providerId="LiveId" clId="{662C0930-B515-4910-93A9-1A499EB77362}" dt="2023-03-11T21:39:38.828" v="1631"/>
          <ac:spMkLst>
            <pc:docMk/>
            <pc:sldMk cId="158457568" sldId="56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1:52:35.144" v="1759" actId="14100"/>
          <ac:spMkLst>
            <pc:docMk/>
            <pc:sldMk cId="158457568" sldId="56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59B04525-367E-458D-A292-D07252BFEF77}"/>
    <pc:docChg chg="undo custSel delSld modSld">
      <pc:chgData name="强 李" userId="cd6c7ec7188785ae" providerId="LiveId" clId="{59B04525-367E-458D-A292-D07252BFEF77}" dt="2023-05-13T21:33:54.200" v="52"/>
      <pc:docMkLst>
        <pc:docMk/>
      </pc:docMkLst>
      <pc:sldChg chg="modSp mod">
        <pc:chgData name="强 李" userId="cd6c7ec7188785ae" providerId="LiveId" clId="{59B04525-367E-458D-A292-D07252BFEF77}" dt="2023-05-13T21:10:18.066" v="6" actId="113"/>
        <pc:sldMkLst>
          <pc:docMk/>
          <pc:sldMk cId="54695671" sldId="531"/>
        </pc:sldMkLst>
        <pc:spChg chg="mod">
          <ac:chgData name="强 李" userId="cd6c7ec7188785ae" providerId="LiveId" clId="{59B04525-367E-458D-A292-D07252BFEF77}" dt="2023-05-13T21:10:18.066" v="6" actId="113"/>
          <ac:spMkLst>
            <pc:docMk/>
            <pc:sldMk cId="54695671" sldId="53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4:42.483" v="10"/>
        <pc:sldMkLst>
          <pc:docMk/>
          <pc:sldMk cId="3813767857" sldId="538"/>
        </pc:sldMkLst>
        <pc:spChg chg="mod">
          <ac:chgData name="强 李" userId="cd6c7ec7188785ae" providerId="LiveId" clId="{59B04525-367E-458D-A292-D07252BFEF77}" dt="2023-05-13T21:14:42.483" v="10"/>
          <ac:spMkLst>
            <pc:docMk/>
            <pc:sldMk cId="3813767857" sldId="538"/>
            <ac:spMk id="5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21:25.855" v="18"/>
        <pc:sldMkLst>
          <pc:docMk/>
          <pc:sldMk cId="188333421" sldId="541"/>
        </pc:sldMkLst>
        <pc:spChg chg="mod">
          <ac:chgData name="强 李" userId="cd6c7ec7188785ae" providerId="LiveId" clId="{59B04525-367E-458D-A292-D07252BFEF77}" dt="2023-05-13T21:21:25.855" v="18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32:44.141" v="49" actId="6549"/>
        <pc:sldMkLst>
          <pc:docMk/>
          <pc:sldMk cId="3014528576" sldId="542"/>
        </pc:sldMkLst>
        <pc:spChg chg="mod">
          <ac:chgData name="强 李" userId="cd6c7ec7188785ae" providerId="LiveId" clId="{59B04525-367E-458D-A292-D07252BFEF77}" dt="2023-05-13T21:32:44.141" v="49" actId="6549"/>
          <ac:spMkLst>
            <pc:docMk/>
            <pc:sldMk cId="3014528576" sldId="542"/>
            <ac:spMk id="2" creationId="{00000000-0000-0000-0000-000000000000}"/>
          </ac:spMkLst>
        </pc:spChg>
        <pc:grpChg chg="mod">
          <ac:chgData name="强 李" userId="cd6c7ec7188785ae" providerId="LiveId" clId="{59B04525-367E-458D-A292-D07252BFEF77}" dt="2023-05-13T21:32:28.012" v="48" actId="1076"/>
          <ac:grpSpMkLst>
            <pc:docMk/>
            <pc:sldMk cId="3014528576" sldId="542"/>
            <ac:grpSpMk id="3" creationId="{726480B9-F738-F9C4-A3A9-291FDBCBE60B}"/>
          </ac:grpSpMkLst>
        </pc:grpChg>
      </pc:sldChg>
      <pc:sldChg chg="modSp mod">
        <pc:chgData name="强 李" userId="cd6c7ec7188785ae" providerId="LiveId" clId="{59B04525-367E-458D-A292-D07252BFEF77}" dt="2023-05-13T21:33:54.200" v="52"/>
        <pc:sldMkLst>
          <pc:docMk/>
          <pc:sldMk cId="1242525785" sldId="543"/>
        </pc:sldMkLst>
        <pc:spChg chg="mod">
          <ac:chgData name="强 李" userId="cd6c7ec7188785ae" providerId="LiveId" clId="{59B04525-367E-458D-A292-D07252BFEF77}" dt="2023-05-13T21:33:54.200" v="52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59B04525-367E-458D-A292-D07252BFEF77}" dt="2023-05-13T21:21:02.253" v="16" actId="47"/>
        <pc:sldMkLst>
          <pc:docMk/>
          <pc:sldMk cId="996529028" sldId="556"/>
        </pc:sldMkLst>
      </pc:sldChg>
      <pc:sldChg chg="modSp mod">
        <pc:chgData name="强 李" userId="cd6c7ec7188785ae" providerId="LiveId" clId="{59B04525-367E-458D-A292-D07252BFEF77}" dt="2023-05-13T21:26:33.198" v="45"/>
        <pc:sldMkLst>
          <pc:docMk/>
          <pc:sldMk cId="1560840645" sldId="557"/>
        </pc:sldMkLst>
        <pc:spChg chg="mod">
          <ac:chgData name="强 李" userId="cd6c7ec7188785ae" providerId="LiveId" clId="{59B04525-367E-458D-A292-D07252BFEF77}" dt="2023-05-13T21:26:33.198" v="45"/>
          <ac:spMkLst>
            <pc:docMk/>
            <pc:sldMk cId="1560840645" sldId="557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5:27.492" v="15" actId="20577"/>
        <pc:sldMkLst>
          <pc:docMk/>
          <pc:sldMk cId="158457568" sldId="561"/>
        </pc:sldMkLst>
        <pc:spChg chg="mod">
          <ac:chgData name="强 李" userId="cd6c7ec7188785ae" providerId="LiveId" clId="{59B04525-367E-458D-A292-D07252BFEF77}" dt="2023-05-13T21:15:27.492" v="15" actId="20577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4C67824B-4ABF-4026-A5FF-7EB9DA765689}"/>
    <pc:docChg chg="undo custSel addSld delSld modSld sldOrd">
      <pc:chgData name="强 李" userId="cd6c7ec7188785ae" providerId="LiveId" clId="{4C67824B-4ABF-4026-A5FF-7EB9DA765689}" dt="2023-02-18T14:02:46.036" v="776" actId="729"/>
      <pc:docMkLst>
        <pc:docMk/>
      </pc:docMkLst>
      <pc:sldChg chg="modSp mod">
        <pc:chgData name="强 李" userId="cd6c7ec7188785ae" providerId="LiveId" clId="{4C67824B-4ABF-4026-A5FF-7EB9DA765689}" dt="2023-02-18T12:35:14.244" v="25" actId="20577"/>
        <pc:sldMkLst>
          <pc:docMk/>
          <pc:sldMk cId="0" sldId="413"/>
        </pc:sldMkLst>
        <pc:spChg chg="mod">
          <ac:chgData name="强 李" userId="cd6c7ec7188785ae" providerId="LiveId" clId="{4C67824B-4ABF-4026-A5FF-7EB9DA765689}" dt="2023-02-18T12:35:14.244" v="25" actId="20577"/>
          <ac:spMkLst>
            <pc:docMk/>
            <pc:sldMk cId="0" sldId="413"/>
            <ac:spMk id="4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46.036" v="776" actId="729"/>
        <pc:sldMkLst>
          <pc:docMk/>
          <pc:sldMk cId="0" sldId="425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0" sldId="427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3608494230" sldId="530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54695671" sldId="531"/>
        </pc:sldMkLst>
      </pc:sldChg>
      <pc:sldChg chg="addSp delSp modSp mod ord">
        <pc:chgData name="强 李" userId="cd6c7ec7188785ae" providerId="LiveId" clId="{4C67824B-4ABF-4026-A5FF-7EB9DA765689}" dt="2023-02-18T12:46:27.700" v="37" actId="1076"/>
        <pc:sldMkLst>
          <pc:docMk/>
          <pc:sldMk cId="3813767857" sldId="538"/>
        </pc:sldMkLst>
        <pc:spChg chg="add del mod">
          <ac:chgData name="强 李" userId="cd6c7ec7188785ae" providerId="LiveId" clId="{4C67824B-4ABF-4026-A5FF-7EB9DA765689}" dt="2023-02-18T10:52:22.626" v="17"/>
          <ac:spMkLst>
            <pc:docMk/>
            <pc:sldMk cId="3813767857" sldId="538"/>
            <ac:spMk id="5" creationId="{00000000-0000-0000-0000-000000000000}"/>
          </ac:spMkLst>
        </pc:spChg>
        <pc:spChg chg="mod">
          <ac:chgData name="强 李" userId="cd6c7ec7188785ae" providerId="LiveId" clId="{4C67824B-4ABF-4026-A5FF-7EB9DA765689}" dt="2023-02-18T10:51:49.104" v="6" actId="6549"/>
          <ac:spMkLst>
            <pc:docMk/>
            <pc:sldMk cId="3813767857" sldId="538"/>
            <ac:spMk id="7" creationId="{00000000-0000-0000-0000-000000000000}"/>
          </ac:spMkLst>
        </pc:spChg>
        <pc:picChg chg="add del">
          <ac:chgData name="强 李" userId="cd6c7ec7188785ae" providerId="LiveId" clId="{4C67824B-4ABF-4026-A5FF-7EB9DA765689}" dt="2023-02-18T10:51:45.415" v="5" actId="22"/>
          <ac:picMkLst>
            <pc:docMk/>
            <pc:sldMk cId="3813767857" sldId="538"/>
            <ac:picMk id="3" creationId="{F858E885-3B4C-08E6-D706-338787AC8643}"/>
          </ac:picMkLst>
        </pc:picChg>
        <pc:picChg chg="add del mod">
          <ac:chgData name="强 李" userId="cd6c7ec7188785ae" providerId="LiveId" clId="{4C67824B-4ABF-4026-A5FF-7EB9DA765689}" dt="2023-02-18T10:51:44.375" v="4"/>
          <ac:picMkLst>
            <pc:docMk/>
            <pc:sldMk cId="3813767857" sldId="538"/>
            <ac:picMk id="4" creationId="{C215FE08-B064-D2BA-685A-B158F7698996}"/>
          </ac:picMkLst>
        </pc:picChg>
        <pc:picChg chg="add del mod">
          <ac:chgData name="强 李" userId="cd6c7ec7188785ae" providerId="LiveId" clId="{4C67824B-4ABF-4026-A5FF-7EB9DA765689}" dt="2023-02-18T12:40:13.868" v="27" actId="478"/>
          <ac:picMkLst>
            <pc:docMk/>
            <pc:sldMk cId="3813767857" sldId="538"/>
            <ac:picMk id="8" creationId="{D89F7F07-7A5E-961F-E5FC-4808EC192D29}"/>
          </ac:picMkLst>
        </pc:picChg>
        <pc:picChg chg="add del mod">
          <ac:chgData name="强 李" userId="cd6c7ec7188785ae" providerId="LiveId" clId="{4C67824B-4ABF-4026-A5FF-7EB9DA765689}" dt="2023-02-18T12:43:48.669" v="30" actId="478"/>
          <ac:picMkLst>
            <pc:docMk/>
            <pc:sldMk cId="3813767857" sldId="538"/>
            <ac:picMk id="10" creationId="{820B0367-8E8D-3FA2-9F7E-E58140356AAC}"/>
          </ac:picMkLst>
        </pc:picChg>
        <pc:picChg chg="add del mod">
          <ac:chgData name="强 李" userId="cd6c7ec7188785ae" providerId="LiveId" clId="{4C67824B-4ABF-4026-A5FF-7EB9DA765689}" dt="2023-02-18T12:45:31.621" v="33" actId="478"/>
          <ac:picMkLst>
            <pc:docMk/>
            <pc:sldMk cId="3813767857" sldId="538"/>
            <ac:picMk id="12" creationId="{B66D3BAF-CA7F-958C-A675-CAF8E57A7390}"/>
          </ac:picMkLst>
        </pc:picChg>
        <pc:picChg chg="add del">
          <ac:chgData name="强 李" userId="cd6c7ec7188785ae" providerId="LiveId" clId="{4C67824B-4ABF-4026-A5FF-7EB9DA765689}" dt="2023-02-18T12:46:25.397" v="35" actId="478"/>
          <ac:picMkLst>
            <pc:docMk/>
            <pc:sldMk cId="3813767857" sldId="538"/>
            <ac:picMk id="14" creationId="{FA0BC33C-1022-A907-488D-F18274D526B9}"/>
          </ac:picMkLst>
        </pc:picChg>
        <pc:picChg chg="add mod">
          <ac:chgData name="强 李" userId="cd6c7ec7188785ae" providerId="LiveId" clId="{4C67824B-4ABF-4026-A5FF-7EB9DA765689}" dt="2023-02-18T12:46:27.700" v="37" actId="1076"/>
          <ac:picMkLst>
            <pc:docMk/>
            <pc:sldMk cId="3813767857" sldId="538"/>
            <ac:picMk id="16" creationId="{74056DEE-0819-4B10-D7F5-CEF8EFDB20AE}"/>
          </ac:picMkLst>
        </pc:picChg>
      </pc:sldChg>
      <pc:sldChg chg="mod modShow">
        <pc:chgData name="强 李" userId="cd6c7ec7188785ae" providerId="LiveId" clId="{4C67824B-4ABF-4026-A5FF-7EB9DA765689}" dt="2023-02-18T14:02:34.493" v="775" actId="729"/>
        <pc:sldMkLst>
          <pc:docMk/>
          <pc:sldMk cId="3098698452" sldId="539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1804281116" sldId="540"/>
        </pc:sldMkLst>
      </pc:sldChg>
      <pc:sldChg chg="modSp mod">
        <pc:chgData name="强 李" userId="cd6c7ec7188785ae" providerId="LiveId" clId="{4C67824B-4ABF-4026-A5FF-7EB9DA765689}" dt="2023-02-18T12:52:04.687" v="135" actId="15"/>
        <pc:sldMkLst>
          <pc:docMk/>
          <pc:sldMk cId="188333421" sldId="541"/>
        </pc:sldMkLst>
        <pc:spChg chg="mod">
          <ac:chgData name="强 李" userId="cd6c7ec7188785ae" providerId="LiveId" clId="{4C67824B-4ABF-4026-A5FF-7EB9DA765689}" dt="2023-02-18T12:52:04.687" v="135" actId="15"/>
          <ac:spMkLst>
            <pc:docMk/>
            <pc:sldMk cId="188333421" sldId="541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2:48:37.085" v="48" actId="14100"/>
          <ac:spMkLst>
            <pc:docMk/>
            <pc:sldMk cId="188333421" sldId="54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4C67824B-4ABF-4026-A5FF-7EB9DA765689}" dt="2023-02-18T13:21:42.955" v="486" actId="20577"/>
        <pc:sldMkLst>
          <pc:docMk/>
          <pc:sldMk cId="3014528576" sldId="542"/>
        </pc:sldMkLst>
        <pc:spChg chg="mod">
          <ac:chgData name="强 李" userId="cd6c7ec7188785ae" providerId="LiveId" clId="{4C67824B-4ABF-4026-A5FF-7EB9DA765689}" dt="2023-02-18T13:21:42.955" v="486" actId="20577"/>
          <ac:spMkLst>
            <pc:docMk/>
            <pc:sldMk cId="3014528576" sldId="542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20:43.996" v="424"/>
          <ac:spMkLst>
            <pc:docMk/>
            <pc:sldMk cId="3014528576" sldId="542"/>
            <ac:spMk id="3" creationId="{BDB90018-EE78-A5D7-1768-C00C120955C9}"/>
          </ac:spMkLst>
        </pc:spChg>
        <pc:spChg chg="mod">
          <ac:chgData name="强 李" userId="cd6c7ec7188785ae" providerId="LiveId" clId="{4C67824B-4ABF-4026-A5FF-7EB9DA765689}" dt="2023-02-18T13:16:37.422" v="387"/>
          <ac:spMkLst>
            <pc:docMk/>
            <pc:sldMk cId="3014528576" sldId="542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4C67824B-4ABF-4026-A5FF-7EB9DA765689}" dt="2023-02-18T13:46:48.445" v="772" actId="113"/>
        <pc:sldMkLst>
          <pc:docMk/>
          <pc:sldMk cId="1242525785" sldId="543"/>
        </pc:sldMkLst>
        <pc:spChg chg="mod">
          <ac:chgData name="强 李" userId="cd6c7ec7188785ae" providerId="LiveId" clId="{4C67824B-4ABF-4026-A5FF-7EB9DA765689}" dt="2023-02-18T13:46:48.445" v="772" actId="113"/>
          <ac:spMkLst>
            <pc:docMk/>
            <pc:sldMk cId="1242525785" sldId="543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45:34.636" v="744"/>
          <ac:spMkLst>
            <pc:docMk/>
            <pc:sldMk cId="1242525785" sldId="543"/>
            <ac:spMk id="3" creationId="{0EAF7D6E-4E37-4798-68A6-56ECDF8E3B3A}"/>
          </ac:spMkLst>
        </pc:spChg>
        <pc:spChg chg="mod">
          <ac:chgData name="强 李" userId="cd6c7ec7188785ae" providerId="LiveId" clId="{4C67824B-4ABF-4026-A5FF-7EB9DA765689}" dt="2023-02-18T13:45:24.868" v="742"/>
          <ac:spMkLst>
            <pc:docMk/>
            <pc:sldMk cId="1242525785" sldId="543"/>
            <ac:spMk id="18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2346705434" sldId="544"/>
        </pc:sldMkLst>
      </pc:sldChg>
      <pc:sldChg chg="addSp modSp del mod">
        <pc:chgData name="强 李" userId="cd6c7ec7188785ae" providerId="LiveId" clId="{4C67824B-4ABF-4026-A5FF-7EB9DA765689}" dt="2023-02-18T14:02:24.641" v="774" actId="47"/>
        <pc:sldMkLst>
          <pc:docMk/>
          <pc:sldMk cId="3594653571" sldId="545"/>
        </pc:sldMkLst>
        <pc:spChg chg="add mod">
          <ac:chgData name="强 李" userId="cd6c7ec7188785ae" providerId="LiveId" clId="{4C67824B-4ABF-4026-A5FF-7EB9DA765689}" dt="2023-02-18T13:18:04.519" v="403" actId="207"/>
          <ac:spMkLst>
            <pc:docMk/>
            <pc:sldMk cId="3594653571" sldId="545"/>
            <ac:spMk id="3" creationId="{93B5B640-A200-0186-2651-3F5529A19A41}"/>
          </ac:spMkLst>
        </pc:spChg>
        <pc:spChg chg="mod">
          <ac:chgData name="强 李" userId="cd6c7ec7188785ae" providerId="LiveId" clId="{4C67824B-4ABF-4026-A5FF-7EB9DA765689}" dt="2023-02-18T13:16:46.750" v="388" actId="6549"/>
          <ac:spMkLst>
            <pc:docMk/>
            <pc:sldMk cId="3594653571" sldId="545"/>
            <ac:spMk id="7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05:32.564" v="255" actId="20577"/>
        <pc:sldMkLst>
          <pc:docMk/>
          <pc:sldMk cId="1236072088" sldId="546"/>
        </pc:sldMkLst>
        <pc:spChg chg="mod">
          <ac:chgData name="强 李" userId="cd6c7ec7188785ae" providerId="LiveId" clId="{4C67824B-4ABF-4026-A5FF-7EB9DA765689}" dt="2023-02-18T13:05:14.894" v="248" actId="6549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3:05:32.564" v="255" actId="20577"/>
          <ac:spMkLst>
            <pc:docMk/>
            <pc:sldMk cId="1236072088" sldId="546"/>
            <ac:spMk id="18" creationId="{00000000-0000-0000-0000-000000000000}"/>
          </ac:spMkLst>
        </pc:spChg>
      </pc:sldChg>
      <pc:sldChg chg="add del">
        <pc:chgData name="强 李" userId="cd6c7ec7188785ae" providerId="LiveId" clId="{4C67824B-4ABF-4026-A5FF-7EB9DA765689}" dt="2023-02-18T10:51:44.157" v="3"/>
        <pc:sldMkLst>
          <pc:docMk/>
          <pc:sldMk cId="2033925912" sldId="546"/>
        </pc:sldMkLst>
      </pc:sldChg>
      <pc:sldChg chg="add del">
        <pc:chgData name="强 李" userId="cd6c7ec7188785ae" providerId="LiveId" clId="{4C67824B-4ABF-4026-A5FF-7EB9DA765689}" dt="2023-02-18T10:51:53.170" v="8"/>
        <pc:sldMkLst>
          <pc:docMk/>
          <pc:sldMk cId="2511412543" sldId="546"/>
        </pc:sldMkLst>
      </pc:sldChg>
      <pc:sldChg chg="addSp delSp modSp add mod">
        <pc:chgData name="强 李" userId="cd6c7ec7188785ae" providerId="LiveId" clId="{4C67824B-4ABF-4026-A5FF-7EB9DA765689}" dt="2023-02-18T13:16:04.879" v="383" actId="6549"/>
        <pc:sldMkLst>
          <pc:docMk/>
          <pc:sldMk cId="30193004" sldId="547"/>
        </pc:sldMkLst>
        <pc:spChg chg="mod">
          <ac:chgData name="强 李" userId="cd6c7ec7188785ae" providerId="LiveId" clId="{4C67824B-4ABF-4026-A5FF-7EB9DA765689}" dt="2023-02-18T13:16:04.879" v="383" actId="6549"/>
          <ac:spMkLst>
            <pc:docMk/>
            <pc:sldMk cId="30193004" sldId="547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09:29.527" v="286"/>
          <ac:spMkLst>
            <pc:docMk/>
            <pc:sldMk cId="30193004" sldId="547"/>
            <ac:spMk id="3" creationId="{8C1620A6-FDB1-5B29-AACA-B0B0E969F671}"/>
          </ac:spMkLst>
        </pc:spChg>
        <pc:spChg chg="mod">
          <ac:chgData name="强 李" userId="cd6c7ec7188785ae" providerId="LiveId" clId="{4C67824B-4ABF-4026-A5FF-7EB9DA765689}" dt="2023-02-18T13:05:01.668" v="247"/>
          <ac:spMkLst>
            <pc:docMk/>
            <pc:sldMk cId="30193004" sldId="547"/>
            <ac:spMk id="18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26:33.938" v="574"/>
        <pc:sldMkLst>
          <pc:docMk/>
          <pc:sldMk cId="1850033319" sldId="548"/>
        </pc:sldMkLst>
        <pc:spChg chg="mod">
          <ac:chgData name="强 李" userId="cd6c7ec7188785ae" providerId="LiveId" clId="{4C67824B-4ABF-4026-A5FF-7EB9DA765689}" dt="2023-02-18T13:26:33.938" v="574"/>
          <ac:spMkLst>
            <pc:docMk/>
            <pc:sldMk cId="1850033319" sldId="548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33:13.180" v="650" actId="404"/>
        <pc:sldMkLst>
          <pc:docMk/>
          <pc:sldMk cId="2628862028" sldId="549"/>
        </pc:sldMkLst>
        <pc:spChg chg="mod">
          <ac:chgData name="强 李" userId="cd6c7ec7188785ae" providerId="LiveId" clId="{4C67824B-4ABF-4026-A5FF-7EB9DA765689}" dt="2023-02-18T13:33:13.180" v="650" actId="404"/>
          <ac:spMkLst>
            <pc:docMk/>
            <pc:sldMk cId="2628862028" sldId="549"/>
            <ac:spMk id="2" creationId="{00000000-0000-0000-0000-000000000000}"/>
          </ac:spMkLst>
        </pc:spChg>
      </pc:sldChg>
      <pc:sldChg chg="modSp add mod setBg">
        <pc:chgData name="强 李" userId="cd6c7ec7188785ae" providerId="LiveId" clId="{4C67824B-4ABF-4026-A5FF-7EB9DA765689}" dt="2023-02-18T13:35:53.684" v="691"/>
        <pc:sldMkLst>
          <pc:docMk/>
          <pc:sldMk cId="2538769747" sldId="550"/>
        </pc:sldMkLst>
        <pc:spChg chg="mod">
          <ac:chgData name="强 李" userId="cd6c7ec7188785ae" providerId="LiveId" clId="{4C67824B-4ABF-4026-A5FF-7EB9DA765689}" dt="2023-02-18T13:35:53.684" v="691"/>
          <ac:spMkLst>
            <pc:docMk/>
            <pc:sldMk cId="2538769747" sldId="550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45:07.955" v="738" actId="20577"/>
        <pc:sldMkLst>
          <pc:docMk/>
          <pc:sldMk cId="2632320746" sldId="551"/>
        </pc:sldMkLst>
        <pc:spChg chg="mod">
          <ac:chgData name="强 李" userId="cd6c7ec7188785ae" providerId="LiveId" clId="{4C67824B-4ABF-4026-A5FF-7EB9DA765689}" dt="2023-02-18T13:45:07.955" v="738" actId="20577"/>
          <ac:spMkLst>
            <pc:docMk/>
            <pc:sldMk cId="2632320746" sldId="55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B6154CA8-8C72-45D2-BE76-D4B6167EDC87}"/>
    <pc:docChg chg="modSld sldOrd">
      <pc:chgData name="强 李" userId="cd6c7ec7188785ae" providerId="LiveId" clId="{B6154CA8-8C72-45D2-BE76-D4B6167EDC87}" dt="2023-03-18T21:53:03.774" v="74"/>
      <pc:docMkLst>
        <pc:docMk/>
      </pc:docMkLst>
      <pc:sldChg chg="modSp mod">
        <pc:chgData name="强 李" userId="cd6c7ec7188785ae" providerId="LiveId" clId="{B6154CA8-8C72-45D2-BE76-D4B6167EDC87}" dt="2023-03-18T21:53:03.774" v="74"/>
        <pc:sldMkLst>
          <pc:docMk/>
          <pc:sldMk cId="188333421" sldId="541"/>
        </pc:sldMkLst>
        <pc:spChg chg="mod">
          <ac:chgData name="强 李" userId="cd6c7ec7188785ae" providerId="LiveId" clId="{B6154CA8-8C72-45D2-BE76-D4B6167EDC87}" dt="2023-03-18T21:53:03.774" v="74"/>
          <ac:spMkLst>
            <pc:docMk/>
            <pc:sldMk cId="188333421" sldId="541"/>
            <ac:spMk id="18" creationId="{00000000-0000-0000-0000-000000000000}"/>
          </ac:spMkLst>
        </pc:spChg>
      </pc:sldChg>
      <pc:sldChg chg="ord">
        <pc:chgData name="强 李" userId="cd6c7ec7188785ae" providerId="LiveId" clId="{B6154CA8-8C72-45D2-BE76-D4B6167EDC87}" dt="2023-03-18T21:01:16.632" v="1"/>
        <pc:sldMkLst>
          <pc:docMk/>
          <pc:sldMk cId="3418790839" sldId="554"/>
        </pc:sldMkLst>
      </pc:sldChg>
      <pc:sldChg chg="modSp mod">
        <pc:chgData name="强 李" userId="cd6c7ec7188785ae" providerId="LiveId" clId="{B6154CA8-8C72-45D2-BE76-D4B6167EDC87}" dt="2023-03-18T21:49:01.243" v="19"/>
        <pc:sldMkLst>
          <pc:docMk/>
          <pc:sldMk cId="3692116085" sldId="555"/>
        </pc:sldMkLst>
        <pc:spChg chg="mod">
          <ac:chgData name="强 李" userId="cd6c7ec7188785ae" providerId="LiveId" clId="{B6154CA8-8C72-45D2-BE76-D4B6167EDC87}" dt="2023-03-18T21:49:01.243" v="19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B6154CA8-8C72-45D2-BE76-D4B6167EDC87}" dt="2023-03-18T21:52:46.950" v="70" actId="20577"/>
        <pc:sldMkLst>
          <pc:docMk/>
          <pc:sldMk cId="996529028" sldId="556"/>
        </pc:sldMkLst>
        <pc:spChg chg="mod">
          <ac:chgData name="强 李" userId="cd6c7ec7188785ae" providerId="LiveId" clId="{B6154CA8-8C72-45D2-BE76-D4B6167EDC87}" dt="2023-03-18T21:52:46.950" v="70" actId="20577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B6154CA8-8C72-45D2-BE76-D4B6167EDC87}" dt="2023-03-18T21:51:22.206" v="22"/>
          <ac:spMkLst>
            <pc:docMk/>
            <pc:sldMk cId="996529028" sldId="556"/>
            <ac:spMk id="18" creationId="{00000000-0000-0000-0000-000000000000}"/>
          </ac:spMkLst>
        </pc:spChg>
      </pc:sldChg>
    </pc:docChg>
  </pc:docChgLst>
  <pc:docChgLst>
    <pc:chgData name="李 强" userId="cd6c7ec7188785ae" providerId="LiveId" clId="{A0AD0D13-0BFD-4F11-9585-DCCAE7360DFB}"/>
    <pc:docChg chg="undo custSel addSld delSld modSld sldOrd">
      <pc:chgData name="李 强" userId="cd6c7ec7188785ae" providerId="LiveId" clId="{A0AD0D13-0BFD-4F11-9585-DCCAE7360DFB}" dt="2023-02-18T22:02:41.586" v="492" actId="255"/>
      <pc:docMkLst>
        <pc:docMk/>
      </pc:docMkLst>
      <pc:sldChg chg="modSp mod">
        <pc:chgData name="李 强" userId="cd6c7ec7188785ae" providerId="LiveId" clId="{A0AD0D13-0BFD-4F11-9585-DCCAE7360DFB}" dt="2023-02-18T14:05:07.474" v="2" actId="20577"/>
        <pc:sldMkLst>
          <pc:docMk/>
          <pc:sldMk cId="0" sldId="413"/>
        </pc:sldMkLst>
        <pc:spChg chg="mod">
          <ac:chgData name="李 强" userId="cd6c7ec7188785ae" providerId="LiveId" clId="{A0AD0D13-0BFD-4F11-9585-DCCAE7360DFB}" dt="2023-02-18T14:05:07.474" v="2" actId="20577"/>
          <ac:spMkLst>
            <pc:docMk/>
            <pc:sldMk cId="0" sldId="413"/>
            <ac:spMk id="4" creationId="{00000000-0000-0000-0000-000000000000}"/>
          </ac:spMkLst>
        </pc:spChg>
      </pc:sldChg>
      <pc:sldChg chg="addSp delSp modSp mod modShow">
        <pc:chgData name="李 强" userId="cd6c7ec7188785ae" providerId="LiveId" clId="{A0AD0D13-0BFD-4F11-9585-DCCAE7360DFB}" dt="2023-02-18T21:02:35.854" v="197"/>
        <pc:sldMkLst>
          <pc:docMk/>
          <pc:sldMk cId="0" sldId="425"/>
        </pc:sldMkLst>
        <pc:spChg chg="del mod">
          <ac:chgData name="李 强" userId="cd6c7ec7188785ae" providerId="LiveId" clId="{A0AD0D13-0BFD-4F11-9585-DCCAE7360DFB}" dt="2023-02-18T21:00:06.895" v="170" actId="12084"/>
          <ac:spMkLst>
            <pc:docMk/>
            <pc:sldMk cId="0" sldId="425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01:38.486" v="195" actId="14100"/>
          <ac:spMkLst>
            <pc:docMk/>
            <pc:sldMk cId="0" sldId="425"/>
            <ac:spMk id="18" creationId="{00000000-0000-0000-0000-000000000000}"/>
          </ac:spMkLst>
        </pc:spChg>
        <pc:graphicFrameChg chg="add mod">
          <ac:chgData name="李 强" userId="cd6c7ec7188785ae" providerId="LiveId" clId="{A0AD0D13-0BFD-4F11-9585-DCCAE7360DFB}" dt="2023-02-18T21:02:35.854" v="19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 mod">
          <ac:chgData name="李 强" userId="cd6c7ec7188785ae" providerId="LiveId" clId="{A0AD0D13-0BFD-4F11-9585-DCCAE7360DFB}" dt="2023-02-18T20:57:43.430" v="165" actId="478"/>
          <ac:picMkLst>
            <pc:docMk/>
            <pc:sldMk cId="0" sldId="425"/>
            <ac:picMk id="4" creationId="{27225987-7E0F-6DA0-ECD3-734739A316A7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0" sldId="427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608494230" sldId="530"/>
        </pc:sldMkLst>
      </pc:sldChg>
      <pc:sldChg chg="addSp delSp modSp add del mod ord">
        <pc:chgData name="李 强" userId="cd6c7ec7188785ae" providerId="LiveId" clId="{A0AD0D13-0BFD-4F11-9585-DCCAE7360DFB}" dt="2023-02-18T21:13:58.400" v="255" actId="1076"/>
        <pc:sldMkLst>
          <pc:docMk/>
          <pc:sldMk cId="54695671" sldId="531"/>
        </pc:sldMkLst>
        <pc:spChg chg="mod">
          <ac:chgData name="李 强" userId="cd6c7ec7188785ae" providerId="LiveId" clId="{A0AD0D13-0BFD-4F11-9585-DCCAE7360DFB}" dt="2023-02-18T21:13:51.529" v="253" actId="6549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3:48.208" v="252"/>
          <ac:spMkLst>
            <pc:docMk/>
            <pc:sldMk cId="54695671" sldId="531"/>
            <ac:spMk id="7" creationId="{2D1A8CAF-63CC-1BAD-13AD-0325E43D050B}"/>
          </ac:spMkLst>
        </pc:spChg>
        <pc:spChg chg="mod">
          <ac:chgData name="李 强" userId="cd6c7ec7188785ae" providerId="LiveId" clId="{A0AD0D13-0BFD-4F11-9585-DCCAE7360DFB}" dt="2023-02-18T14:19:59.465" v="15"/>
          <ac:spMkLst>
            <pc:docMk/>
            <pc:sldMk cId="54695671" sldId="531"/>
            <ac:spMk id="18" creationId="{00000000-0000-0000-0000-000000000000}"/>
          </ac:spMkLst>
        </pc:spChg>
        <pc:grpChg chg="add mod">
          <ac:chgData name="李 强" userId="cd6c7ec7188785ae" providerId="LiveId" clId="{A0AD0D13-0BFD-4F11-9585-DCCAE7360DFB}" dt="2023-02-18T21:13:58.400" v="255" actId="1076"/>
          <ac:grpSpMkLst>
            <pc:docMk/>
            <pc:sldMk cId="54695671" sldId="531"/>
            <ac:grpSpMk id="5" creationId="{66B526DA-78B5-EF99-F66F-28E8DE868CF9}"/>
          </ac:grpSpMkLst>
        </pc:grpChg>
        <pc:picChg chg="add del mod">
          <ac:chgData name="李 强" userId="cd6c7ec7188785ae" providerId="LiveId" clId="{A0AD0D13-0BFD-4F11-9585-DCCAE7360DFB}" dt="2023-02-18T21:13:54.098" v="254" actId="478"/>
          <ac:picMkLst>
            <pc:docMk/>
            <pc:sldMk cId="54695671" sldId="531"/>
            <ac:picMk id="4" creationId="{A334C737-564D-2E1B-D7F5-75244E536269}"/>
          </ac:picMkLst>
        </pc:picChg>
        <pc:picChg chg="mod">
          <ac:chgData name="李 强" userId="cd6c7ec7188785ae" providerId="LiveId" clId="{A0AD0D13-0BFD-4F11-9585-DCCAE7360DFB}" dt="2023-02-18T21:13:31.748" v="247"/>
          <ac:picMkLst>
            <pc:docMk/>
            <pc:sldMk cId="54695671" sldId="531"/>
            <ac:picMk id="6" creationId="{7ED050C9-E1B9-1C8B-E9AC-6460500E2DCD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098698452" sldId="539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1804281116" sldId="540"/>
        </pc:sldMkLst>
      </pc:sldChg>
      <pc:sldChg chg="modSp mod">
        <pc:chgData name="李 强" userId="cd6c7ec7188785ae" providerId="LiveId" clId="{A0AD0D13-0BFD-4F11-9585-DCCAE7360DFB}" dt="2023-02-18T21:23:04.632" v="330" actId="20577"/>
        <pc:sldMkLst>
          <pc:docMk/>
          <pc:sldMk cId="188333421" sldId="541"/>
        </pc:sldMkLst>
        <pc:spChg chg="mod">
          <ac:chgData name="李 强" userId="cd6c7ec7188785ae" providerId="LiveId" clId="{A0AD0D13-0BFD-4F11-9585-DCCAE7360DFB}" dt="2023-02-18T21:23:04.632" v="330" actId="20577"/>
          <ac:spMkLst>
            <pc:docMk/>
            <pc:sldMk cId="188333421" sldId="541"/>
            <ac:spMk id="2" creationId="{00000000-0000-0000-0000-000000000000}"/>
          </ac:spMkLst>
        </pc:spChg>
      </pc:sldChg>
      <pc:sldChg chg="addSp modSp mod">
        <pc:chgData name="李 强" userId="cd6c7ec7188785ae" providerId="LiveId" clId="{A0AD0D13-0BFD-4F11-9585-DCCAE7360DFB}" dt="2023-02-18T21:59:06.009" v="472" actId="108"/>
        <pc:sldMkLst>
          <pc:docMk/>
          <pc:sldMk cId="3014528576" sldId="542"/>
        </pc:sldMkLst>
        <pc:spChg chg="mod">
          <ac:chgData name="李 强" userId="cd6c7ec7188785ae" providerId="LiveId" clId="{A0AD0D13-0BFD-4F11-9585-DCCAE7360DFB}" dt="2023-02-18T21:59:06.009" v="472" actId="108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15.920" v="307"/>
          <ac:spMkLst>
            <pc:docMk/>
            <pc:sldMk cId="3014528576" sldId="542"/>
            <ac:spMk id="5" creationId="{4A5AC82D-48F1-5DA2-0A95-193BBCEEA933}"/>
          </ac:spMkLst>
        </pc:spChg>
        <pc:grpChg chg="add mod">
          <ac:chgData name="李 强" userId="cd6c7ec7188785ae" providerId="LiveId" clId="{A0AD0D13-0BFD-4F11-9585-DCCAE7360DFB}" dt="2023-02-18T21:16:03.447" v="301" actId="1076"/>
          <ac:grpSpMkLst>
            <pc:docMk/>
            <pc:sldMk cId="3014528576" sldId="542"/>
            <ac:grpSpMk id="3" creationId="{726480B9-F738-F9C4-A3A9-291FDBCBE60B}"/>
          </ac:grpSpMkLst>
        </pc:grpChg>
        <pc:picChg chg="mod">
          <ac:chgData name="李 强" userId="cd6c7ec7188785ae" providerId="LiveId" clId="{A0AD0D13-0BFD-4F11-9585-DCCAE7360DFB}" dt="2023-02-18T21:15:58.004" v="299"/>
          <ac:picMkLst>
            <pc:docMk/>
            <pc:sldMk cId="3014528576" sldId="542"/>
            <ac:picMk id="4" creationId="{515BC975-09A1-48C6-8FED-743CBD34CC3B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2346705434" sldId="544"/>
        </pc:sldMkLst>
      </pc:sldChg>
      <pc:sldChg chg="addSp delSp modSp mod">
        <pc:chgData name="李 强" userId="cd6c7ec7188785ae" providerId="LiveId" clId="{A0AD0D13-0BFD-4F11-9585-DCCAE7360DFB}" dt="2023-02-18T21:27:48.110" v="340" actId="20577"/>
        <pc:sldMkLst>
          <pc:docMk/>
          <pc:sldMk cId="1236072088" sldId="546"/>
        </pc:sldMkLst>
        <pc:spChg chg="mod">
          <ac:chgData name="李 强" userId="cd6c7ec7188785ae" providerId="LiveId" clId="{A0AD0D13-0BFD-4F11-9585-DCCAE7360DFB}" dt="2023-02-18T21:27:48.110" v="340" actId="20577"/>
          <ac:spMkLst>
            <pc:docMk/>
            <pc:sldMk cId="1236072088" sldId="546"/>
            <ac:spMk id="2" creationId="{00000000-0000-0000-0000-000000000000}"/>
          </ac:spMkLst>
        </pc:spChg>
        <pc:spChg chg="add del">
          <ac:chgData name="李 强" userId="cd6c7ec7188785ae" providerId="LiveId" clId="{A0AD0D13-0BFD-4F11-9585-DCCAE7360DFB}" dt="2023-02-18T21:12:00.948" v="222"/>
          <ac:spMkLst>
            <pc:docMk/>
            <pc:sldMk cId="1236072088" sldId="546"/>
            <ac:spMk id="4" creationId="{A40F4468-0073-3ECA-9CD9-F87616BD0B00}"/>
          </ac:spMkLst>
        </pc:spChg>
        <pc:spChg chg="add mod">
          <ac:chgData name="李 强" userId="cd6c7ec7188785ae" providerId="LiveId" clId="{A0AD0D13-0BFD-4F11-9585-DCCAE7360DFB}" dt="2023-02-18T21:12:38.373" v="226" actId="164"/>
          <ac:spMkLst>
            <pc:docMk/>
            <pc:sldMk cId="1236072088" sldId="546"/>
            <ac:spMk id="6" creationId="{C7DDE0EC-59DE-48FE-924A-E11B03032422}"/>
          </ac:spMkLst>
        </pc:spChg>
        <pc:grpChg chg="add mod">
          <ac:chgData name="李 强" userId="cd6c7ec7188785ae" providerId="LiveId" clId="{A0AD0D13-0BFD-4F11-9585-DCCAE7360DFB}" dt="2023-02-18T21:13:23.063" v="246" actId="1076"/>
          <ac:grpSpMkLst>
            <pc:docMk/>
            <pc:sldMk cId="1236072088" sldId="546"/>
            <ac:grpSpMk id="7" creationId="{8415C2D7-F2C8-1C6F-5DD8-9970E53E2F4E}"/>
          </ac:grpSpMkLst>
        </pc:grpChg>
        <pc:picChg chg="add mod">
          <ac:chgData name="李 强" userId="cd6c7ec7188785ae" providerId="LiveId" clId="{A0AD0D13-0BFD-4F11-9585-DCCAE7360DFB}" dt="2023-02-18T21:12:38.373" v="226" actId="164"/>
          <ac:picMkLst>
            <pc:docMk/>
            <pc:sldMk cId="1236072088" sldId="546"/>
            <ac:picMk id="3" creationId="{970178CA-16A9-F886-F888-C097DE33FCD7}"/>
          </ac:picMkLst>
        </pc:picChg>
      </pc:sldChg>
      <pc:sldChg chg="addSp modSp mod">
        <pc:chgData name="李 强" userId="cd6c7ec7188785ae" providerId="LiveId" clId="{A0AD0D13-0BFD-4F11-9585-DCCAE7360DFB}" dt="2023-02-18T21:47:29.054" v="348" actId="20577"/>
        <pc:sldMkLst>
          <pc:docMk/>
          <pc:sldMk cId="30193004" sldId="547"/>
        </pc:sldMkLst>
        <pc:spChg chg="mod">
          <ac:chgData name="李 强" userId="cd6c7ec7188785ae" providerId="LiveId" clId="{A0AD0D13-0BFD-4F11-9585-DCCAE7360DFB}" dt="2023-02-18T21:47:29.054" v="348" actId="20577"/>
          <ac:spMkLst>
            <pc:docMk/>
            <pc:sldMk cId="30193004" sldId="547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43:53.150" v="344"/>
          <ac:spMkLst>
            <pc:docMk/>
            <pc:sldMk cId="30193004" sldId="547"/>
            <ac:spMk id="5" creationId="{119776E6-13D0-E3C6-B0AF-0AE81EC32EB1}"/>
          </ac:spMkLst>
        </pc:spChg>
        <pc:grpChg chg="add mod">
          <ac:chgData name="李 强" userId="cd6c7ec7188785ae" providerId="LiveId" clId="{A0AD0D13-0BFD-4F11-9585-DCCAE7360DFB}" dt="2023-02-18T21:44:00.314" v="345" actId="1076"/>
          <ac:grpSpMkLst>
            <pc:docMk/>
            <pc:sldMk cId="30193004" sldId="547"/>
            <ac:grpSpMk id="3" creationId="{09E1F726-1044-0820-13BF-1422AEAF8B9A}"/>
          </ac:grpSpMkLst>
        </pc:grpChg>
        <pc:picChg chg="mod">
          <ac:chgData name="李 强" userId="cd6c7ec7188785ae" providerId="LiveId" clId="{A0AD0D13-0BFD-4F11-9585-DCCAE7360DFB}" dt="2023-02-18T21:12:53.547" v="227"/>
          <ac:picMkLst>
            <pc:docMk/>
            <pc:sldMk cId="30193004" sldId="547"/>
            <ac:picMk id="4" creationId="{338F6CE7-DF82-8F79-312B-B5451C1B1882}"/>
          </ac:picMkLst>
        </pc:picChg>
      </pc:sldChg>
      <pc:sldChg chg="addSp delSp modSp mod">
        <pc:chgData name="李 强" userId="cd6c7ec7188785ae" providerId="LiveId" clId="{A0AD0D13-0BFD-4F11-9585-DCCAE7360DFB}" dt="2023-02-18T22:02:41.586" v="492" actId="255"/>
        <pc:sldMkLst>
          <pc:docMk/>
          <pc:sldMk cId="1850033319" sldId="548"/>
        </pc:sldMkLst>
        <pc:spChg chg="mod">
          <ac:chgData name="李 强" userId="cd6c7ec7188785ae" providerId="LiveId" clId="{A0AD0D13-0BFD-4F11-9585-DCCAE7360DFB}" dt="2023-02-18T22:02:41.586" v="492" actId="255"/>
          <ac:spMkLst>
            <pc:docMk/>
            <pc:sldMk cId="1850033319" sldId="548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26.672" v="314"/>
          <ac:spMkLst>
            <pc:docMk/>
            <pc:sldMk cId="1850033319" sldId="548"/>
            <ac:spMk id="5" creationId="{AD90000D-A3AB-4A8E-D619-ACF05C853ADF}"/>
          </ac:spMkLst>
        </pc:spChg>
        <pc:spChg chg="add del">
          <ac:chgData name="李 强" userId="cd6c7ec7188785ae" providerId="LiveId" clId="{A0AD0D13-0BFD-4F11-9585-DCCAE7360DFB}" dt="2023-02-18T22:01:14.038" v="478"/>
          <ac:spMkLst>
            <pc:docMk/>
            <pc:sldMk cId="1850033319" sldId="548"/>
            <ac:spMk id="6" creationId="{0D605B4C-1607-2DBB-D37E-6709AAD130B0}"/>
          </ac:spMkLst>
        </pc:spChg>
        <pc:grpChg chg="add mod">
          <ac:chgData name="李 强" userId="cd6c7ec7188785ae" providerId="LiveId" clId="{A0AD0D13-0BFD-4F11-9585-DCCAE7360DFB}" dt="2023-02-18T21:14:25" v="258" actId="1076"/>
          <ac:grpSpMkLst>
            <pc:docMk/>
            <pc:sldMk cId="1850033319" sldId="548"/>
            <ac:grpSpMk id="3" creationId="{E3F25E25-2780-0BA4-5F1E-81FE86C42EC9}"/>
          </ac:grpSpMkLst>
        </pc:grpChg>
        <pc:picChg chg="mod">
          <ac:chgData name="李 强" userId="cd6c7ec7188785ae" providerId="LiveId" clId="{A0AD0D13-0BFD-4F11-9585-DCCAE7360DFB}" dt="2023-02-18T21:14:17.826" v="256"/>
          <ac:picMkLst>
            <pc:docMk/>
            <pc:sldMk cId="1850033319" sldId="548"/>
            <ac:picMk id="4" creationId="{1CFAAF72-0F47-0A47-6A0E-E70AE1FF0468}"/>
          </ac:picMkLst>
        </pc:picChg>
      </pc:sldChg>
      <pc:sldChg chg="addSp modSp mod">
        <pc:chgData name="李 强" userId="cd6c7ec7188785ae" providerId="LiveId" clId="{A0AD0D13-0BFD-4F11-9585-DCCAE7360DFB}" dt="2023-02-18T21:16:36.566" v="321"/>
        <pc:sldMkLst>
          <pc:docMk/>
          <pc:sldMk cId="2628862028" sldId="549"/>
        </pc:sldMkLst>
        <pc:spChg chg="mod">
          <ac:chgData name="李 强" userId="cd6c7ec7188785ae" providerId="LiveId" clId="{A0AD0D13-0BFD-4F11-9585-DCCAE7360DFB}" dt="2023-02-18T21:16:36.566" v="321"/>
          <ac:spMkLst>
            <pc:docMk/>
            <pc:sldMk cId="2628862028" sldId="549"/>
            <ac:spMk id="5" creationId="{B32F6395-DF06-AC0E-506A-B0C2FC26362A}"/>
          </ac:spMkLst>
        </pc:spChg>
        <pc:grpChg chg="add mod">
          <ac:chgData name="李 强" userId="cd6c7ec7188785ae" providerId="LiveId" clId="{A0AD0D13-0BFD-4F11-9585-DCCAE7360DFB}" dt="2023-02-18T21:14:49.153" v="270" actId="1076"/>
          <ac:grpSpMkLst>
            <pc:docMk/>
            <pc:sldMk cId="2628862028" sldId="549"/>
            <ac:grpSpMk id="3" creationId="{15504A29-F313-2069-DA9C-4A5EEF8D8768}"/>
          </ac:grpSpMkLst>
        </pc:grpChg>
        <pc:picChg chg="mod">
          <ac:chgData name="李 强" userId="cd6c7ec7188785ae" providerId="LiveId" clId="{A0AD0D13-0BFD-4F11-9585-DCCAE7360DFB}" dt="2023-02-18T21:14:44.258" v="268"/>
          <ac:picMkLst>
            <pc:docMk/>
            <pc:sldMk cId="2628862028" sldId="549"/>
            <ac:picMk id="4" creationId="{1E0EB8D9-2C07-D2D1-3B8A-D9C73D2496CC}"/>
          </ac:picMkLst>
        </pc:picChg>
      </pc:sldChg>
      <pc:sldChg chg="addSp modSp mod">
        <pc:chgData name="李 强" userId="cd6c7ec7188785ae" providerId="LiveId" clId="{A0AD0D13-0BFD-4F11-9585-DCCAE7360DFB}" dt="2023-02-18T21:16:41.711" v="324"/>
        <pc:sldMkLst>
          <pc:docMk/>
          <pc:sldMk cId="2538769747" sldId="550"/>
        </pc:sldMkLst>
        <pc:spChg chg="mod">
          <ac:chgData name="李 强" userId="cd6c7ec7188785ae" providerId="LiveId" clId="{A0AD0D13-0BFD-4F11-9585-DCCAE7360DFB}" dt="2023-02-18T21:16:41.711" v="324"/>
          <ac:spMkLst>
            <pc:docMk/>
            <pc:sldMk cId="2538769747" sldId="550"/>
            <ac:spMk id="5" creationId="{BBDB9439-D752-AD3A-8991-38100E75641C}"/>
          </ac:spMkLst>
        </pc:spChg>
        <pc:grpChg chg="add mod">
          <ac:chgData name="李 强" userId="cd6c7ec7188785ae" providerId="LiveId" clId="{A0AD0D13-0BFD-4F11-9585-DCCAE7360DFB}" dt="2023-02-18T21:15:18.529" v="286" actId="1076"/>
          <ac:grpSpMkLst>
            <pc:docMk/>
            <pc:sldMk cId="2538769747" sldId="550"/>
            <ac:grpSpMk id="3" creationId="{54B3D18A-B537-B68D-5B83-792788905E8E}"/>
          </ac:grpSpMkLst>
        </pc:grpChg>
        <pc:picChg chg="mod">
          <ac:chgData name="李 强" userId="cd6c7ec7188785ae" providerId="LiveId" clId="{A0AD0D13-0BFD-4F11-9585-DCCAE7360DFB}" dt="2023-02-18T21:15:12.816" v="284"/>
          <ac:picMkLst>
            <pc:docMk/>
            <pc:sldMk cId="2538769747" sldId="550"/>
            <ac:picMk id="4" creationId="{97CEEC7A-6ADE-618A-42EC-AD3DE6C4EF02}"/>
          </ac:picMkLst>
        </pc:picChg>
      </pc:sldChg>
      <pc:sldChg chg="addSp modSp mod">
        <pc:chgData name="李 强" userId="cd6c7ec7188785ae" providerId="LiveId" clId="{A0AD0D13-0BFD-4F11-9585-DCCAE7360DFB}" dt="2023-02-18T21:21:05.188" v="329" actId="404"/>
        <pc:sldMkLst>
          <pc:docMk/>
          <pc:sldMk cId="2632320746" sldId="551"/>
        </pc:sldMkLst>
        <pc:spChg chg="add mod">
          <ac:chgData name="李 强" userId="cd6c7ec7188785ae" providerId="LiveId" clId="{A0AD0D13-0BFD-4F11-9585-DCCAE7360DFB}" dt="2023-02-18T21:21:05.188" v="329" actId="404"/>
          <ac:spMkLst>
            <pc:docMk/>
            <pc:sldMk cId="2632320746" sldId="551"/>
            <ac:spMk id="4" creationId="{4B362D96-9962-5976-8E72-0BB5DA524421}"/>
          </ac:spMkLst>
        </pc:spChg>
      </pc:sldChg>
      <pc:sldChg chg="modSp add mod">
        <pc:chgData name="李 强" userId="cd6c7ec7188785ae" providerId="LiveId" clId="{A0AD0D13-0BFD-4F11-9585-DCCAE7360DFB}" dt="2023-02-18T20:54:01.742" v="156"/>
        <pc:sldMkLst>
          <pc:docMk/>
          <pc:sldMk cId="419382719" sldId="552"/>
        </pc:sldMkLst>
        <pc:spChg chg="mod">
          <ac:chgData name="李 强" userId="cd6c7ec7188785ae" providerId="LiveId" clId="{A0AD0D13-0BFD-4F11-9585-DCCAE7360DFB}" dt="2023-02-18T20:54:01.742" v="156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0:48:54.926" v="20"/>
          <ac:spMkLst>
            <pc:docMk/>
            <pc:sldMk cId="419382719" sldId="552"/>
            <ac:spMk id="18" creationId="{00000000-0000-0000-0000-000000000000}"/>
          </ac:spMkLst>
        </pc:spChg>
      </pc:sldChg>
    </pc:docChg>
  </pc:docChgLst>
  <pc:docChgLst>
    <pc:chgData name="李 强" userId="cd6c7ec7188785ae" providerId="Windows Live" clId="Web-{E46B53FF-9A88-47C2-AE39-26A84E1195D8}"/>
    <pc:docChg chg="modSld sldOrd">
      <pc:chgData name="李 强" userId="cd6c7ec7188785ae" providerId="Windows Live" clId="Web-{E46B53FF-9A88-47C2-AE39-26A84E1195D8}" dt="2023-03-11T20:57:51.575" v="3"/>
      <pc:docMkLst>
        <pc:docMk/>
      </pc:docMkLst>
      <pc:sldChg chg="modSp">
        <pc:chgData name="李 强" userId="cd6c7ec7188785ae" providerId="Windows Live" clId="Web-{E46B53FF-9A88-47C2-AE39-26A84E1195D8}" dt="2023-03-11T20:57:46.997" v="2" actId="20577"/>
        <pc:sldMkLst>
          <pc:docMk/>
          <pc:sldMk cId="0" sldId="425"/>
        </pc:sldMkLst>
        <pc:spChg chg="mod">
          <ac:chgData name="李 强" userId="cd6c7ec7188785ae" providerId="Windows Live" clId="Web-{E46B53FF-9A88-47C2-AE39-26A84E1195D8}" dt="2023-03-11T20:57:46.997" v="2" actId="20577"/>
          <ac:spMkLst>
            <pc:docMk/>
            <pc:sldMk cId="0" sldId="425"/>
            <ac:spMk id="18" creationId="{00000000-0000-0000-0000-000000000000}"/>
          </ac:spMkLst>
        </pc:spChg>
      </pc:sldChg>
      <pc:sldChg chg="ord">
        <pc:chgData name="李 强" userId="cd6c7ec7188785ae" providerId="Windows Live" clId="Web-{E46B53FF-9A88-47C2-AE39-26A84E1195D8}" dt="2023-03-11T20:57:51.575" v="3"/>
        <pc:sldMkLst>
          <pc:docMk/>
          <pc:sldMk cId="54695671" sldId="531"/>
        </pc:sldMkLst>
      </pc:sldChg>
      <pc:sldChg chg="ord">
        <pc:chgData name="李 强" userId="cd6c7ec7188785ae" providerId="Windows Live" clId="Web-{E46B53FF-9A88-47C2-AE39-26A84E1195D8}" dt="2023-03-11T13:28:45.064" v="0"/>
        <pc:sldMkLst>
          <pc:docMk/>
          <pc:sldMk cId="3418790839" sldId="554"/>
        </pc:sldMkLst>
      </pc:sldChg>
    </pc:docChg>
  </pc:docChgLst>
  <pc:docChgLst>
    <pc:chgData name="强 李" userId="cd6c7ec7188785ae" providerId="LiveId" clId="{1FDC375D-313A-463B-9367-FB4EBD5D56AE}"/>
    <pc:docChg chg="undo custSel addSld delSld modSld sldOrd">
      <pc:chgData name="强 李" userId="cd6c7ec7188785ae" providerId="LiveId" clId="{1FDC375D-313A-463B-9367-FB4EBD5D56AE}" dt="2023-08-26T22:43:00.917" v="2972"/>
      <pc:docMkLst>
        <pc:docMk/>
      </pc:docMkLst>
      <pc:sldChg chg="modSp mod">
        <pc:chgData name="强 李" userId="cd6c7ec7188785ae" providerId="LiveId" clId="{1FDC375D-313A-463B-9367-FB4EBD5D56AE}" dt="2023-08-26T20:05:23.464" v="33" actId="404"/>
        <pc:sldMkLst>
          <pc:docMk/>
          <pc:sldMk cId="0" sldId="425"/>
        </pc:sldMkLst>
        <pc:spChg chg="mod">
          <ac:chgData name="强 李" userId="cd6c7ec7188785ae" providerId="LiveId" clId="{1FDC375D-313A-463B-9367-FB4EBD5D56AE}" dt="2023-08-26T20:03:50.932" v="21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1FDC375D-313A-463B-9367-FB4EBD5D56AE}" dt="2023-08-26T20:05:23.464" v="33" actId="404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1FDC375D-313A-463B-9367-FB4EBD5D56AE}" dt="2023-08-26T20:44:09.769" v="456"/>
        <pc:sldMkLst>
          <pc:docMk/>
          <pc:sldMk cId="54695671" sldId="531"/>
        </pc:sldMkLst>
        <pc:spChg chg="mod">
          <ac:chgData name="强 李" userId="cd6c7ec7188785ae" providerId="LiveId" clId="{1FDC375D-313A-463B-9367-FB4EBD5D56AE}" dt="2023-08-26T20:44:09.769" v="456"/>
          <ac:spMkLst>
            <pc:docMk/>
            <pc:sldMk cId="54695671" sldId="531"/>
            <ac:spMk id="2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865" v="458" actId="47"/>
        <pc:sldMkLst>
          <pc:docMk/>
          <pc:sldMk cId="3813767857" sldId="538"/>
        </pc:sldMkLst>
      </pc:sldChg>
      <pc:sldChg chg="modSp mod">
        <pc:chgData name="强 李" userId="cd6c7ec7188785ae" providerId="LiveId" clId="{1FDC375D-313A-463B-9367-FB4EBD5D56AE}" dt="2023-08-26T22:43:00.917" v="2972"/>
        <pc:sldMkLst>
          <pc:docMk/>
          <pc:sldMk cId="1242525785" sldId="543"/>
        </pc:sldMkLst>
        <pc:spChg chg="mod">
          <ac:chgData name="强 李" userId="cd6c7ec7188785ae" providerId="LiveId" clId="{1FDC375D-313A-463B-9367-FB4EBD5D56AE}" dt="2023-08-26T22:43:00.917" v="2972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1FDC375D-313A-463B-9367-FB4EBD5D56AE}" dt="2023-08-26T22:42:45.026" v="2964" actId="20577"/>
        <pc:sldMkLst>
          <pc:docMk/>
          <pc:sldMk cId="419382719" sldId="552"/>
        </pc:sldMkLst>
        <pc:spChg chg="mod">
          <ac:chgData name="强 李" userId="cd6c7ec7188785ae" providerId="LiveId" clId="{1FDC375D-313A-463B-9367-FB4EBD5D56AE}" dt="2023-08-26T22:42:45.026" v="2964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1:23:16.716" v="933" actId="404"/>
        <pc:sldMkLst>
          <pc:docMk/>
          <pc:sldMk cId="530530540" sldId="553"/>
        </pc:sldMkLst>
        <pc:spChg chg="mod">
          <ac:chgData name="强 李" userId="cd6c7ec7188785ae" providerId="LiveId" clId="{1FDC375D-313A-463B-9367-FB4EBD5D56AE}" dt="2023-08-26T21:23:16.716" v="933" actId="404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8:43.084" v="497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0:47:55.954" v="495" actId="207"/>
        <pc:sldMkLst>
          <pc:docMk/>
          <pc:sldMk cId="3418790839" sldId="554"/>
        </pc:sldMkLst>
        <pc:spChg chg="mod">
          <ac:chgData name="强 李" userId="cd6c7ec7188785ae" providerId="LiveId" clId="{1FDC375D-313A-463B-9367-FB4EBD5D56AE}" dt="2023-08-26T20:46:04.661" v="471" actId="14100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7:36.165" v="493" actId="20577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1FDC375D-313A-463B-9367-FB4EBD5D56AE}" dt="2023-08-26T20:47:55.954" v="495" actId="207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1FDC375D-313A-463B-9367-FB4EBD5D56AE}" dt="2023-08-26T20:46:42.875" v="477" actId="113"/>
          <ac:spMkLst>
            <pc:docMk/>
            <pc:sldMk cId="3418790839" sldId="554"/>
            <ac:spMk id="13" creationId="{7DAB6BBF-A107-5EDA-C988-F2FCC0FA4ADA}"/>
          </ac:spMkLst>
        </pc:spChg>
        <pc:grpChg chg="mod">
          <ac:chgData name="强 李" userId="cd6c7ec7188785ae" providerId="LiveId" clId="{1FDC375D-313A-463B-9367-FB4EBD5D56AE}" dt="2023-08-26T20:47:03.188" v="482" actId="14100"/>
          <ac:grpSpMkLst>
            <pc:docMk/>
            <pc:sldMk cId="3418790839" sldId="554"/>
            <ac:grpSpMk id="7" creationId="{4910B73A-3062-7867-777F-E107D91F1F13}"/>
          </ac:grpSpMkLst>
        </pc:grpChg>
      </pc:sldChg>
      <pc:sldChg chg="modSp mod">
        <pc:chgData name="强 李" userId="cd6c7ec7188785ae" providerId="LiveId" clId="{1FDC375D-313A-463B-9367-FB4EBD5D56AE}" dt="2023-08-26T20:03:39.245" v="14" actId="20577"/>
        <pc:sldMkLst>
          <pc:docMk/>
          <pc:sldMk cId="1911491714" sldId="560"/>
        </pc:sldMkLst>
        <pc:spChg chg="mod">
          <ac:chgData name="强 李" userId="cd6c7ec7188785ae" providerId="LiveId" clId="{1FDC375D-313A-463B-9367-FB4EBD5D56AE}" dt="2023-08-26T20:03:28.743" v="7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1FDC375D-313A-463B-9367-FB4EBD5D56AE}" dt="2023-08-26T20:03:39.245" v="14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098" v="457" actId="47"/>
        <pc:sldMkLst>
          <pc:docMk/>
          <pc:sldMk cId="3703745998" sldId="562"/>
        </pc:sldMkLst>
      </pc:sldChg>
      <pc:sldChg chg="modSp mod">
        <pc:chgData name="强 李" userId="cd6c7ec7188785ae" providerId="LiveId" clId="{1FDC375D-313A-463B-9367-FB4EBD5D56AE}" dt="2023-08-26T21:40:00.831" v="1377" actId="113"/>
        <pc:sldMkLst>
          <pc:docMk/>
          <pc:sldMk cId="377519088" sldId="563"/>
        </pc:sldMkLst>
        <pc:spChg chg="mod">
          <ac:chgData name="强 李" userId="cd6c7ec7188785ae" providerId="LiveId" clId="{1FDC375D-313A-463B-9367-FB4EBD5D56AE}" dt="2023-08-26T21:40:00.831" v="1377" actId="113"/>
          <ac:spMkLst>
            <pc:docMk/>
            <pc:sldMk cId="377519088" sldId="56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35:42.888" v="1260" actId="14100"/>
          <ac:spMkLst>
            <pc:docMk/>
            <pc:sldMk cId="377519088" sldId="563"/>
            <ac:spMk id="18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801954157" sldId="564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258895756" sldId="565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67047043" sldId="566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236022374" sldId="567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81334666" sldId="568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4016849052" sldId="569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42047470" sldId="570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443116219" sldId="572"/>
        </pc:sldMkLst>
      </pc:sldChg>
      <pc:sldChg chg="addSp modSp add mod ord">
        <pc:chgData name="强 李" userId="cd6c7ec7188785ae" providerId="LiveId" clId="{1FDC375D-313A-463B-9367-FB4EBD5D56AE}" dt="2023-08-26T21:16:51.231" v="833" actId="1036"/>
        <pc:sldMkLst>
          <pc:docMk/>
          <pc:sldMk cId="2582865884" sldId="573"/>
        </pc:sldMkLst>
        <pc:spChg chg="mod">
          <ac:chgData name="强 李" userId="cd6c7ec7188785ae" providerId="LiveId" clId="{1FDC375D-313A-463B-9367-FB4EBD5D56AE}" dt="2023-08-26T21:16:32.249" v="811" actId="113"/>
          <ac:spMkLst>
            <pc:docMk/>
            <pc:sldMk cId="2582865884" sldId="57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16:51.231" v="833" actId="1036"/>
          <ac:spMkLst>
            <pc:docMk/>
            <pc:sldMk cId="2582865884" sldId="573"/>
            <ac:spMk id="18" creationId="{00000000-0000-0000-0000-000000000000}"/>
          </ac:spMkLst>
        </pc:spChg>
        <pc:picChg chg="add mod">
          <ac:chgData name="强 李" userId="cd6c7ec7188785ae" providerId="LiveId" clId="{1FDC375D-313A-463B-9367-FB4EBD5D56AE}" dt="2023-08-26T21:16:13.558" v="809" actId="1076"/>
          <ac:picMkLst>
            <pc:docMk/>
            <pc:sldMk cId="2582865884" sldId="573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27:55.857" v="1139" actId="404"/>
        <pc:sldMkLst>
          <pc:docMk/>
          <pc:sldMk cId="159884778" sldId="574"/>
        </pc:sldMkLst>
        <pc:spChg chg="mod">
          <ac:chgData name="强 李" userId="cd6c7ec7188785ae" providerId="LiveId" clId="{1FDC375D-313A-463B-9367-FB4EBD5D56AE}" dt="2023-08-26T21:27:55.857" v="1139" actId="404"/>
          <ac:spMkLst>
            <pc:docMk/>
            <pc:sldMk cId="159884778" sldId="574"/>
            <ac:spMk id="2" creationId="{00000000-0000-0000-0000-000000000000}"/>
          </ac:spMkLst>
        </pc:spChg>
      </pc:sldChg>
      <pc:sldChg chg="delSp modSp add del mod">
        <pc:chgData name="强 李" userId="cd6c7ec7188785ae" providerId="LiveId" clId="{1FDC375D-313A-463B-9367-FB4EBD5D56AE}" dt="2023-08-26T20:31:24.293" v="280" actId="47"/>
        <pc:sldMkLst>
          <pc:docMk/>
          <pc:sldMk cId="2541167030" sldId="574"/>
        </pc:sldMkLst>
        <pc:spChg chg="mod">
          <ac:chgData name="强 李" userId="cd6c7ec7188785ae" providerId="LiveId" clId="{1FDC375D-313A-463B-9367-FB4EBD5D56AE}" dt="2023-08-26T20:26:48.530" v="207"/>
          <ac:spMkLst>
            <pc:docMk/>
            <pc:sldMk cId="2541167030" sldId="574"/>
            <ac:spMk id="2" creationId="{00000000-0000-0000-0000-000000000000}"/>
          </ac:spMkLst>
        </pc:spChg>
        <pc:picChg chg="del">
          <ac:chgData name="强 李" userId="cd6c7ec7188785ae" providerId="LiveId" clId="{1FDC375D-313A-463B-9367-FB4EBD5D56AE}" dt="2023-08-26T20:25:42.428" v="154" actId="478"/>
          <ac:picMkLst>
            <pc:docMk/>
            <pc:sldMk cId="2541167030" sldId="574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35:12.948" v="1253"/>
        <pc:sldMkLst>
          <pc:docMk/>
          <pc:sldMk cId="3225081264" sldId="575"/>
        </pc:sldMkLst>
        <pc:spChg chg="mod">
          <ac:chgData name="强 李" userId="cd6c7ec7188785ae" providerId="LiveId" clId="{1FDC375D-313A-463B-9367-FB4EBD5D56AE}" dt="2023-08-26T21:35:12.948" v="1253"/>
          <ac:spMkLst>
            <pc:docMk/>
            <pc:sldMk cId="3225081264" sldId="575"/>
            <ac:spMk id="2" creationId="{00000000-0000-0000-0000-000000000000}"/>
          </ac:spMkLst>
        </pc:spChg>
      </pc:sldChg>
      <pc:sldChg chg="modSp add del mod">
        <pc:chgData name="强 李" userId="cd6c7ec7188785ae" providerId="LiveId" clId="{1FDC375D-313A-463B-9367-FB4EBD5D56AE}" dt="2023-08-26T21:51:19.739" v="1478" actId="47"/>
        <pc:sldMkLst>
          <pc:docMk/>
          <pc:sldMk cId="1033393571" sldId="576"/>
        </pc:sldMkLst>
        <pc:spChg chg="mod">
          <ac:chgData name="强 李" userId="cd6c7ec7188785ae" providerId="LiveId" clId="{1FDC375D-313A-463B-9367-FB4EBD5D56AE}" dt="2023-08-26T21:50:07.402" v="1442" actId="113"/>
          <ac:spMkLst>
            <pc:docMk/>
            <pc:sldMk cId="1033393571" sldId="576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1:51:01.809" v="1476"/>
        <pc:sldMkLst>
          <pc:docMk/>
          <pc:sldMk cId="285165969" sldId="577"/>
        </pc:sldMkLst>
        <pc:spChg chg="mod">
          <ac:chgData name="强 李" userId="cd6c7ec7188785ae" providerId="LiveId" clId="{1FDC375D-313A-463B-9367-FB4EBD5D56AE}" dt="2023-08-26T21:50:57.225" v="1474"/>
          <ac:spMkLst>
            <pc:docMk/>
            <pc:sldMk cId="285165969" sldId="577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1:57:22.415" v="1560" actId="20577"/>
        <pc:sldMkLst>
          <pc:docMk/>
          <pc:sldMk cId="3107274554" sldId="578"/>
        </pc:sldMkLst>
        <pc:spChg chg="mod">
          <ac:chgData name="强 李" userId="cd6c7ec7188785ae" providerId="LiveId" clId="{1FDC375D-313A-463B-9367-FB4EBD5D56AE}" dt="2023-08-26T21:57:22.415" v="1560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2:12.851" v="1875" actId="113"/>
        <pc:sldMkLst>
          <pc:docMk/>
          <pc:sldMk cId="3941516956" sldId="579"/>
        </pc:sldMkLst>
        <pc:spChg chg="mod">
          <ac:chgData name="强 李" userId="cd6c7ec7188785ae" providerId="LiveId" clId="{1FDC375D-313A-463B-9367-FB4EBD5D56AE}" dt="2023-08-26T22:12:12.851" v="1875" actId="113"/>
          <ac:spMkLst>
            <pc:docMk/>
            <pc:sldMk cId="3941516956" sldId="579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3:19.658" v="1916" actId="20577"/>
        <pc:sldMkLst>
          <pc:docMk/>
          <pc:sldMk cId="401985542" sldId="580"/>
        </pc:sldMkLst>
        <pc:spChg chg="mod">
          <ac:chgData name="强 李" userId="cd6c7ec7188785ae" providerId="LiveId" clId="{1FDC375D-313A-463B-9367-FB4EBD5D56AE}" dt="2023-08-26T22:13:19.658" v="1916" actId="20577"/>
          <ac:spMkLst>
            <pc:docMk/>
            <pc:sldMk cId="401985542" sldId="580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8:05.501" v="2054" actId="6549"/>
        <pc:sldMkLst>
          <pc:docMk/>
          <pc:sldMk cId="3652969572" sldId="581"/>
        </pc:sldMkLst>
        <pc:spChg chg="mod">
          <ac:chgData name="强 李" userId="cd6c7ec7188785ae" providerId="LiveId" clId="{1FDC375D-313A-463B-9367-FB4EBD5D56AE}" dt="2023-08-26T22:18:05.501" v="2054" actId="6549"/>
          <ac:spMkLst>
            <pc:docMk/>
            <pc:sldMk cId="3652969572" sldId="581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2:27:52.004" v="2398"/>
        <pc:sldMkLst>
          <pc:docMk/>
          <pc:sldMk cId="1488126517" sldId="582"/>
        </pc:sldMkLst>
        <pc:spChg chg="mod">
          <ac:chgData name="强 李" userId="cd6c7ec7188785ae" providerId="LiveId" clId="{1FDC375D-313A-463B-9367-FB4EBD5D56AE}" dt="2023-08-26T22:27:52.004" v="2398"/>
          <ac:spMkLst>
            <pc:docMk/>
            <pc:sldMk cId="1488126517" sldId="582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21:51.930" v="2212"/>
        <pc:sldMkLst>
          <pc:docMk/>
          <pc:sldMk cId="599750978" sldId="583"/>
        </pc:sldMkLst>
        <pc:spChg chg="mod">
          <ac:chgData name="强 李" userId="cd6c7ec7188785ae" providerId="LiveId" clId="{1FDC375D-313A-463B-9367-FB4EBD5D56AE}" dt="2023-08-26T22:21:51.930" v="2212"/>
          <ac:spMkLst>
            <pc:docMk/>
            <pc:sldMk cId="599750978" sldId="583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1:47.387" v="2612"/>
        <pc:sldMkLst>
          <pc:docMk/>
          <pc:sldMk cId="3883622925" sldId="584"/>
        </pc:sldMkLst>
        <pc:spChg chg="mod">
          <ac:chgData name="强 李" userId="cd6c7ec7188785ae" providerId="LiveId" clId="{1FDC375D-313A-463B-9367-FB4EBD5D56AE}" dt="2023-08-26T22:31:47.387" v="2612"/>
          <ac:spMkLst>
            <pc:docMk/>
            <pc:sldMk cId="3883622925" sldId="584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24.450" v="2799" actId="6549"/>
        <pc:sldMkLst>
          <pc:docMk/>
          <pc:sldMk cId="2093064981" sldId="585"/>
        </pc:sldMkLst>
        <pc:spChg chg="mod">
          <ac:chgData name="强 李" userId="cd6c7ec7188785ae" providerId="LiveId" clId="{1FDC375D-313A-463B-9367-FB4EBD5D56AE}" dt="2023-08-26T22:39:24.450" v="2799" actId="6549"/>
          <ac:spMkLst>
            <pc:docMk/>
            <pc:sldMk cId="2093064981" sldId="585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2:32:54.220" v="2629" actId="14100"/>
          <ac:spMkLst>
            <pc:docMk/>
            <pc:sldMk cId="2093064981" sldId="585"/>
            <ac:spMk id="18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38.356" v="2801" actId="20577"/>
        <pc:sldMkLst>
          <pc:docMk/>
          <pc:sldMk cId="4127907290" sldId="586"/>
        </pc:sldMkLst>
        <pc:spChg chg="mod">
          <ac:chgData name="强 李" userId="cd6c7ec7188785ae" providerId="LiveId" clId="{1FDC375D-313A-463B-9367-FB4EBD5D56AE}" dt="2023-08-26T22:39:38.356" v="2801" actId="20577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3434C14B-4913-45F3-BF5C-E36635063320}"/>
    <pc:docChg chg="undo custSel modSld">
      <pc:chgData name="强 李" userId="cd6c7ec7188785ae" providerId="LiveId" clId="{3434C14B-4913-45F3-BF5C-E36635063320}" dt="2023-09-23T06:39:32.905" v="1065"/>
      <pc:docMkLst>
        <pc:docMk/>
      </pc:docMkLst>
      <pc:sldChg chg="addSp modSp mod">
        <pc:chgData name="强 李" userId="cd6c7ec7188785ae" providerId="LiveId" clId="{3434C14B-4913-45F3-BF5C-E36635063320}" dt="2023-09-23T04:56:06.398" v="463" actId="6549"/>
        <pc:sldMkLst>
          <pc:docMk/>
          <pc:sldMk cId="54695671" sldId="531"/>
        </pc:sldMkLst>
        <pc:spChg chg="mod">
          <ac:chgData name="强 李" userId="cd6c7ec7188785ae" providerId="LiveId" clId="{3434C14B-4913-45F3-BF5C-E36635063320}" dt="2023-09-23T04:56:06.398" v="463" actId="6549"/>
          <ac:spMkLst>
            <pc:docMk/>
            <pc:sldMk cId="54695671" sldId="531"/>
            <ac:spMk id="2" creationId="{00000000-0000-0000-0000-000000000000}"/>
          </ac:spMkLst>
        </pc:spChg>
        <pc:graphicFrameChg chg="add mod">
          <ac:chgData name="强 李" userId="cd6c7ec7188785ae" providerId="LiveId" clId="{3434C14B-4913-45F3-BF5C-E36635063320}" dt="2023-09-23T04:39:05.773" v="259" actId="1076"/>
          <ac:graphicFrameMkLst>
            <pc:docMk/>
            <pc:sldMk cId="54695671" sldId="531"/>
            <ac:graphicFrameMk id="3" creationId="{D258E752-E0EC-27BA-897F-34E94F4BC4A8}"/>
          </ac:graphicFrameMkLst>
        </pc:graphicFrameChg>
      </pc:sldChg>
      <pc:sldChg chg="modSp mod">
        <pc:chgData name="强 李" userId="cd6c7ec7188785ae" providerId="LiveId" clId="{3434C14B-4913-45F3-BF5C-E36635063320}" dt="2023-09-23T04:52:43.328" v="441"/>
        <pc:sldMkLst>
          <pc:docMk/>
          <pc:sldMk cId="1242525785" sldId="543"/>
        </pc:sldMkLst>
        <pc:spChg chg="mod">
          <ac:chgData name="强 李" userId="cd6c7ec7188785ae" providerId="LiveId" clId="{3434C14B-4913-45F3-BF5C-E36635063320}" dt="2023-09-23T04:52:43.328" v="441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4:45:23.447" v="322" actId="20577"/>
        <pc:sldMkLst>
          <pc:docMk/>
          <pc:sldMk cId="419382719" sldId="552"/>
        </pc:sldMkLst>
        <pc:spChg chg="mod">
          <ac:chgData name="强 李" userId="cd6c7ec7188785ae" providerId="LiveId" clId="{3434C14B-4913-45F3-BF5C-E36635063320}" dt="2023-09-23T04:45:23.447" v="322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2:50.075" v="909"/>
        <pc:sldMkLst>
          <pc:docMk/>
          <pc:sldMk cId="530530540" sldId="553"/>
        </pc:sldMkLst>
        <pc:spChg chg="mod">
          <ac:chgData name="强 李" userId="cd6c7ec7188785ae" providerId="LiveId" clId="{3434C14B-4913-45F3-BF5C-E36635063320}" dt="2023-09-23T06:32:50.075" v="909"/>
          <ac:spMkLst>
            <pc:docMk/>
            <pc:sldMk cId="530530540" sldId="553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3434C14B-4913-45F3-BF5C-E36635063320}" dt="2023-09-23T03:57:19.217" v="233" actId="1036"/>
        <pc:sldMkLst>
          <pc:docMk/>
          <pc:sldMk cId="3418790839" sldId="554"/>
        </pc:sldMkLst>
        <pc:spChg chg="mod">
          <ac:chgData name="强 李" userId="cd6c7ec7188785ae" providerId="LiveId" clId="{3434C14B-4913-45F3-BF5C-E36635063320}" dt="2023-09-23T03:56:03.363" v="187" actId="1076"/>
          <ac:spMkLst>
            <pc:docMk/>
            <pc:sldMk cId="3418790839" sldId="554"/>
            <ac:spMk id="2" creationId="{00000000-0000-0000-0000-000000000000}"/>
          </ac:spMkLst>
        </pc:spChg>
        <pc:spChg chg="add del mod">
          <ac:chgData name="强 李" userId="cd6c7ec7188785ae" providerId="LiveId" clId="{3434C14B-4913-45F3-BF5C-E36635063320}" dt="2023-09-23T03:55:52.445" v="184" actId="478"/>
          <ac:spMkLst>
            <pc:docMk/>
            <pc:sldMk cId="3418790839" sldId="554"/>
            <ac:spMk id="14" creationId="{F53D6637-E2BB-DFFB-F2A7-CBCCBA49687C}"/>
          </ac:spMkLst>
        </pc:spChg>
        <pc:spChg chg="add mod">
          <ac:chgData name="强 李" userId="cd6c7ec7188785ae" providerId="LiveId" clId="{3434C14B-4913-45F3-BF5C-E36635063320}" dt="2023-09-23T03:57:19.217" v="233" actId="1036"/>
          <ac:spMkLst>
            <pc:docMk/>
            <pc:sldMk cId="3418790839" sldId="554"/>
            <ac:spMk id="16" creationId="{7DE16206-6F61-BEC3-0DA4-3625D631A8E6}"/>
          </ac:spMkLst>
        </pc:spChg>
      </pc:sldChg>
      <pc:sldChg chg="modSp mod">
        <pc:chgData name="强 李" userId="cd6c7ec7188785ae" providerId="LiveId" clId="{3434C14B-4913-45F3-BF5C-E36635063320}" dt="2023-09-23T05:05:12.370" v="571"/>
        <pc:sldMkLst>
          <pc:docMk/>
          <pc:sldMk cId="377519088" sldId="563"/>
        </pc:sldMkLst>
        <pc:spChg chg="mod">
          <ac:chgData name="强 李" userId="cd6c7ec7188785ae" providerId="LiveId" clId="{3434C14B-4913-45F3-BF5C-E36635063320}" dt="2023-09-23T05:05:12.370" v="571"/>
          <ac:spMkLst>
            <pc:docMk/>
            <pc:sldMk cId="377519088" sldId="563"/>
            <ac:spMk id="2" creationId="{00000000-0000-0000-0000-000000000000}"/>
          </ac:spMkLst>
        </pc:spChg>
      </pc:sldChg>
      <pc:sldChg chg="modSp mod addCm modCm">
        <pc:chgData name="强 李" userId="cd6c7ec7188785ae" providerId="LiveId" clId="{3434C14B-4913-45F3-BF5C-E36635063320}" dt="2023-09-23T05:03:49.027" v="552" actId="948"/>
        <pc:sldMkLst>
          <pc:docMk/>
          <pc:sldMk cId="159884778" sldId="574"/>
        </pc:sldMkLst>
        <pc:spChg chg="mod">
          <ac:chgData name="强 李" userId="cd6c7ec7188785ae" providerId="LiveId" clId="{3434C14B-4913-45F3-BF5C-E36635063320}" dt="2023-09-23T05:03:49.027" v="552" actId="948"/>
          <ac:spMkLst>
            <pc:docMk/>
            <pc:sldMk cId="159884778" sldId="574"/>
            <ac:spMk id="2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强 李" userId="cd6c7ec7188785ae" providerId="LiveId" clId="{3434C14B-4913-45F3-BF5C-E36635063320}" dt="2023-09-23T05:02:07.680" v="548" actId="20577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modSp mod">
        <pc:chgData name="强 李" userId="cd6c7ec7188785ae" providerId="LiveId" clId="{3434C14B-4913-45F3-BF5C-E36635063320}" dt="2023-09-23T06:35:24.952" v="983"/>
        <pc:sldMkLst>
          <pc:docMk/>
          <pc:sldMk cId="3225081264" sldId="575"/>
        </pc:sldMkLst>
        <pc:spChg chg="mod">
          <ac:chgData name="强 李" userId="cd6c7ec7188785ae" providerId="LiveId" clId="{3434C14B-4913-45F3-BF5C-E36635063320}" dt="2023-09-23T06:35:24.952" v="983"/>
          <ac:spMkLst>
            <pc:docMk/>
            <pc:sldMk cId="3225081264" sldId="575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01.585" v="987" actId="404"/>
        <pc:sldMkLst>
          <pc:docMk/>
          <pc:sldMk cId="285165969" sldId="577"/>
        </pc:sldMkLst>
        <pc:spChg chg="mod">
          <ac:chgData name="强 李" userId="cd6c7ec7188785ae" providerId="LiveId" clId="{3434C14B-4913-45F3-BF5C-E36635063320}" dt="2023-09-23T06:36:01.585" v="987" actId="404"/>
          <ac:spMkLst>
            <pc:docMk/>
            <pc:sldMk cId="285165969" sldId="577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09:44.251" v="645" actId="20577"/>
        <pc:sldMkLst>
          <pc:docMk/>
          <pc:sldMk cId="3107274554" sldId="578"/>
        </pc:sldMkLst>
        <pc:spChg chg="mod">
          <ac:chgData name="强 李" userId="cd6c7ec7188785ae" providerId="LiveId" clId="{3434C14B-4913-45F3-BF5C-E36635063320}" dt="2023-09-23T05:09:44.251" v="645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13:42.555" v="752" actId="404"/>
        <pc:sldMkLst>
          <pc:docMk/>
          <pc:sldMk cId="3941516956" sldId="579"/>
        </pc:sldMkLst>
        <pc:spChg chg="mod">
          <ac:chgData name="强 李" userId="cd6c7ec7188785ae" providerId="LiveId" clId="{3434C14B-4913-45F3-BF5C-E36635063320}" dt="2023-09-23T05:13:42.555" v="752" actId="404"/>
          <ac:spMkLst>
            <pc:docMk/>
            <pc:sldMk cId="3941516956" sldId="579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33.383" v="988" actId="2711"/>
        <pc:sldMkLst>
          <pc:docMk/>
          <pc:sldMk cId="599750978" sldId="583"/>
        </pc:sldMkLst>
        <pc:spChg chg="mod">
          <ac:chgData name="强 李" userId="cd6c7ec7188785ae" providerId="LiveId" clId="{3434C14B-4913-45F3-BF5C-E36635063320}" dt="2023-09-23T06:36:33.383" v="988" actId="2711"/>
          <ac:spMkLst>
            <pc:docMk/>
            <pc:sldMk cId="599750978" sldId="58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8:24.616" v="1044" actId="20577"/>
        <pc:sldMkLst>
          <pc:docMk/>
          <pc:sldMk cId="3883622925" sldId="584"/>
        </pc:sldMkLst>
        <pc:spChg chg="mod">
          <ac:chgData name="强 李" userId="cd6c7ec7188785ae" providerId="LiveId" clId="{3434C14B-4913-45F3-BF5C-E36635063320}" dt="2023-09-23T06:38:24.616" v="1044" actId="20577"/>
          <ac:spMkLst>
            <pc:docMk/>
            <pc:sldMk cId="3883622925" sldId="584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9:32.905" v="1065"/>
        <pc:sldMkLst>
          <pc:docMk/>
          <pc:sldMk cId="4127907290" sldId="586"/>
        </pc:sldMkLst>
        <pc:spChg chg="mod">
          <ac:chgData name="强 李" userId="cd6c7ec7188785ae" providerId="LiveId" clId="{3434C14B-4913-45F3-BF5C-E36635063320}" dt="2023-09-23T06:39:32.905" v="1065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F21C8F05-9C28-4EFA-A0E5-88388D2AEF0C}"/>
    <pc:docChg chg="modSld">
      <pc:chgData name="强 李" userId="cd6c7ec7188785ae" providerId="LiveId" clId="{F21C8F05-9C28-4EFA-A0E5-88388D2AEF0C}" dt="2023-09-23T01:20:49.784" v="51" actId="20577"/>
      <pc:docMkLst>
        <pc:docMk/>
      </pc:docMkLst>
      <pc:sldChg chg="modSp mod">
        <pc:chgData name="强 李" userId="cd6c7ec7188785ae" providerId="LiveId" clId="{F21C8F05-9C28-4EFA-A0E5-88388D2AEF0C}" dt="2023-09-23T01:20:49.784" v="51" actId="20577"/>
        <pc:sldMkLst>
          <pc:docMk/>
          <pc:sldMk cId="3418790839" sldId="554"/>
        </pc:sldMkLst>
        <pc:spChg chg="mod">
          <ac:chgData name="强 李" userId="cd6c7ec7188785ae" providerId="LiveId" clId="{F21C8F05-9C28-4EFA-A0E5-88388D2AEF0C}" dt="2023-09-23T01:20:49.784" v="51" actId="20577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F21C8F05-9C28-4EFA-A0E5-88388D2AEF0C}" dt="2023-09-23T01:13:09.896" v="18" actId="20577"/>
          <ac:spMkLst>
            <pc:docMk/>
            <pc:sldMk cId="3418790839" sldId="554"/>
            <ac:spMk id="13" creationId="{7DAB6BBF-A107-5EDA-C988-F2FCC0FA4ADA}"/>
          </ac:spMkLst>
        </pc:spChg>
      </pc:sldChg>
    </pc:docChg>
  </pc:docChgLst>
  <pc:docChgLst>
    <pc:chgData name="强 李" userId="cd6c7ec7188785ae" providerId="LiveId" clId="{D8AF1FA3-A15C-4469-BA9D-AFFCB1926A56}"/>
    <pc:docChg chg="undo custSel addSld delSld modSld sldOrd">
      <pc:chgData name="强 李" userId="cd6c7ec7188785ae" providerId="LiveId" clId="{D8AF1FA3-A15C-4469-BA9D-AFFCB1926A56}" dt="2023-07-29T22:36:46.709" v="3114"/>
      <pc:docMkLst>
        <pc:docMk/>
      </pc:docMkLst>
      <pc:sldChg chg="modSp mod">
        <pc:chgData name="强 李" userId="cd6c7ec7188785ae" providerId="LiveId" clId="{D8AF1FA3-A15C-4469-BA9D-AFFCB1926A56}" dt="2023-07-29T02:12:31.887" v="1377" actId="1035"/>
        <pc:sldMkLst>
          <pc:docMk/>
          <pc:sldMk cId="0" sldId="425"/>
        </pc:sldMkLst>
        <pc:spChg chg="mod">
          <ac:chgData name="强 李" userId="cd6c7ec7188785ae" providerId="LiveId" clId="{D8AF1FA3-A15C-4469-BA9D-AFFCB1926A56}" dt="2023-07-29T00:57:08.525" v="74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D8AF1FA3-A15C-4469-BA9D-AFFCB1926A56}" dt="2023-07-29T02:12:31.887" v="1377" actId="1035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D8AF1FA3-A15C-4469-BA9D-AFFCB1926A56}" dt="2023-07-29T01:10:09.786" v="288" actId="20577"/>
        <pc:sldMkLst>
          <pc:docMk/>
          <pc:sldMk cId="54695671" sldId="531"/>
        </pc:sldMkLst>
        <pc:spChg chg="mod">
          <ac:chgData name="强 李" userId="cd6c7ec7188785ae" providerId="LiveId" clId="{D8AF1FA3-A15C-4469-BA9D-AFFCB1926A56}" dt="2023-07-29T01:10:09.786" v="288" actId="20577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04:36.392" v="136"/>
          <ac:spMkLst>
            <pc:docMk/>
            <pc:sldMk cId="54695671" sldId="531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D8AF1FA3-A15C-4469-BA9D-AFFCB1926A56}" dt="2023-07-29T01:35:39.142" v="533" actId="1037"/>
        <pc:sldMkLst>
          <pc:docMk/>
          <pc:sldMk cId="3813767857" sldId="538"/>
        </pc:sldMkLst>
        <pc:spChg chg="mod">
          <ac:chgData name="强 李" userId="cd6c7ec7188785ae" providerId="LiveId" clId="{D8AF1FA3-A15C-4469-BA9D-AFFCB1926A56}" dt="2023-07-29T01:35:25.547" v="509"/>
          <ac:spMkLst>
            <pc:docMk/>
            <pc:sldMk cId="3813767857" sldId="538"/>
            <ac:spMk id="5" creationId="{00000000-0000-0000-0000-000000000000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8" creationId="{B374C94C-C872-3511-AC0D-EF2D20228CEF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0" creationId="{95EBD347-AA64-7E7D-C74C-CCE8BEC72C54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2" creationId="{D3E28507-476B-B402-EFD7-BD3D8747D1C7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4" creationId="{DF601F49-CE28-55CB-BA42-69838FC73280}"/>
          </ac:spMkLst>
        </pc:spChg>
        <pc:spChg chg="add del mod">
          <ac:chgData name="强 李" userId="cd6c7ec7188785ae" providerId="LiveId" clId="{D8AF1FA3-A15C-4469-BA9D-AFFCB1926A56}" dt="2023-07-29T01:33:39.171" v="492" actId="478"/>
          <ac:spMkLst>
            <pc:docMk/>
            <pc:sldMk cId="3813767857" sldId="538"/>
            <ac:spMk id="16" creationId="{DCC5009D-5795-3901-0BF3-FE700130DF41}"/>
          </ac:spMkLst>
        </pc:spChg>
        <pc:picChg chg="add mod">
          <ac:chgData name="强 李" userId="cd6c7ec7188785ae" providerId="LiveId" clId="{D8AF1FA3-A15C-4469-BA9D-AFFCB1926A56}" dt="2023-07-29T01:29:26.229" v="472" actId="1076"/>
          <ac:picMkLst>
            <pc:docMk/>
            <pc:sldMk cId="3813767857" sldId="538"/>
            <ac:picMk id="3" creationId="{9C1D11B1-F81B-5AD9-700F-83EB1E222057}"/>
          </ac:picMkLst>
        </pc:picChg>
        <pc:picChg chg="del">
          <ac:chgData name="强 李" userId="cd6c7ec7188785ae" providerId="LiveId" clId="{D8AF1FA3-A15C-4469-BA9D-AFFCB1926A56}" dt="2023-07-29T01:28:58.106" v="465" actId="478"/>
          <ac:picMkLst>
            <pc:docMk/>
            <pc:sldMk cId="3813767857" sldId="538"/>
            <ac:picMk id="6" creationId="{081A24BA-7881-FC8E-B899-CACD3C0C8414}"/>
          </ac:picMkLst>
        </pc:pic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88333421" sldId="541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014528576" sldId="542"/>
        </pc:sldMkLst>
      </pc:sldChg>
      <pc:sldChg chg="modSp mod">
        <pc:chgData name="强 李" userId="cd6c7ec7188785ae" providerId="LiveId" clId="{D8AF1FA3-A15C-4469-BA9D-AFFCB1926A56}" dt="2023-07-29T10:06:55.351" v="3110" actId="113"/>
        <pc:sldMkLst>
          <pc:docMk/>
          <pc:sldMk cId="1242525785" sldId="543"/>
        </pc:sldMkLst>
        <pc:spChg chg="mod">
          <ac:chgData name="强 李" userId="cd6c7ec7188785ae" providerId="LiveId" clId="{D8AF1FA3-A15C-4469-BA9D-AFFCB1926A56}" dt="2023-07-29T10:06:55.351" v="3110" actId="113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236072088" sldId="546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2632320746" sldId="551"/>
        </pc:sldMkLst>
      </pc:sldChg>
      <pc:sldChg chg="modSp mod">
        <pc:chgData name="强 李" userId="cd6c7ec7188785ae" providerId="LiveId" clId="{D8AF1FA3-A15C-4469-BA9D-AFFCB1926A56}" dt="2023-07-29T02:50:13.827" v="2252"/>
        <pc:sldMkLst>
          <pc:docMk/>
          <pc:sldMk cId="419382719" sldId="552"/>
        </pc:sldMkLst>
        <pc:spChg chg="mod">
          <ac:chgData name="强 李" userId="cd6c7ec7188785ae" providerId="LiveId" clId="{D8AF1FA3-A15C-4469-BA9D-AFFCB1926A56}" dt="2023-07-29T02:50:13.827" v="2252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D8AF1FA3-A15C-4469-BA9D-AFFCB1926A56}" dt="2023-07-29T02:12:50.366" v="1403" actId="1035"/>
        <pc:sldMkLst>
          <pc:docMk/>
          <pc:sldMk cId="530530540" sldId="553"/>
        </pc:sldMkLst>
        <pc:spChg chg="mod">
          <ac:chgData name="强 李" userId="cd6c7ec7188785ae" providerId="LiveId" clId="{D8AF1FA3-A15C-4469-BA9D-AFFCB1926A56}" dt="2023-07-29T02:12:50.366" v="1403" actId="1035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6:33.828" v="443"/>
          <ac:spMkLst>
            <pc:docMk/>
            <pc:sldMk cId="530530540" sldId="553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D8AF1FA3-A15C-4469-BA9D-AFFCB1926A56}" dt="2023-07-29T22:36:46.709" v="3114"/>
        <pc:sldMkLst>
          <pc:docMk/>
          <pc:sldMk cId="3418790839" sldId="554"/>
        </pc:sldMkLst>
        <pc:spChg chg="mod">
          <ac:chgData name="强 李" userId="cd6c7ec7188785ae" providerId="LiveId" clId="{D8AF1FA3-A15C-4469-BA9D-AFFCB1926A56}" dt="2023-07-29T00:53:41.234" v="31"/>
          <ac:spMkLst>
            <pc:docMk/>
            <pc:sldMk cId="3418790839" sldId="554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8" creationId="{18B966AB-7D3A-E7C3-B2B0-BBE50B313EC6}"/>
          </ac:spMkLst>
        </pc:spChg>
        <pc:spChg chg="add mod">
          <ac:chgData name="强 李" userId="cd6c7ec7188785ae" providerId="LiveId" clId="{D8AF1FA3-A15C-4469-BA9D-AFFCB1926A56}" dt="2023-07-29T00:54:49.184" v="46" actId="14100"/>
          <ac:spMkLst>
            <pc:docMk/>
            <pc:sldMk cId="3418790839" sldId="554"/>
            <ac:spMk id="9" creationId="{1F5B6856-AF8A-4085-2AF6-D259C7449B9E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10" creationId="{7BEE8677-CFAD-6942-832E-87D52B896121}"/>
          </ac:spMkLst>
        </pc:spChg>
        <pc:spChg chg="add mod">
          <ac:chgData name="强 李" userId="cd6c7ec7188785ae" providerId="LiveId" clId="{D8AF1FA3-A15C-4469-BA9D-AFFCB1926A56}" dt="2023-07-29T00:54:36.198" v="43" actId="2710"/>
          <ac:spMkLst>
            <pc:docMk/>
            <pc:sldMk cId="3418790839" sldId="554"/>
            <ac:spMk id="11" creationId="{3CAB36DD-1A23-5A1B-C9B0-3F43FAF7A79F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12" creationId="{90FC4EF0-0582-7DC7-F53E-9A1A4B9AFC50}"/>
          </ac:spMkLst>
        </pc:spChg>
        <pc:spChg chg="add mod">
          <ac:chgData name="强 李" userId="cd6c7ec7188785ae" providerId="LiveId" clId="{D8AF1FA3-A15C-4469-BA9D-AFFCB1926A56}" dt="2023-07-29T00:55:35.481" v="64" actId="20577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D8AF1FA3-A15C-4469-BA9D-AFFCB1926A56}" dt="2023-07-29T00:56:56.073" v="70" actId="20577"/>
          <ac:spMkLst>
            <pc:docMk/>
            <pc:sldMk cId="3418790839" sldId="554"/>
            <ac:spMk id="18" creationId="{00000000-0000-0000-0000-000000000000}"/>
          </ac:spMkLst>
        </pc:spChg>
        <pc:grpChg chg="add mod">
          <ac:chgData name="强 李" userId="cd6c7ec7188785ae" providerId="LiveId" clId="{D8AF1FA3-A15C-4469-BA9D-AFFCB1926A56}" dt="2023-07-29T00:56:32.760" v="67" actId="14100"/>
          <ac:grpSpMkLst>
            <pc:docMk/>
            <pc:sldMk cId="3418790839" sldId="554"/>
            <ac:grpSpMk id="4" creationId="{67CFBFED-23BA-58E2-0492-595457A1DA5E}"/>
          </ac:grpSpMkLst>
        </pc:grpChg>
        <pc:grpChg chg="add mod">
          <ac:chgData name="强 李" userId="cd6c7ec7188785ae" providerId="LiveId" clId="{D8AF1FA3-A15C-4469-BA9D-AFFCB1926A56}" dt="2023-07-29T00:54:58.923" v="48" actId="14100"/>
          <ac:grpSpMkLst>
            <pc:docMk/>
            <pc:sldMk cId="3418790839" sldId="554"/>
            <ac:grpSpMk id="6" creationId="{56CD5BD2-A0CC-7D0E-3BD1-0613845A3BF3}"/>
          </ac:grpSpMkLst>
        </pc:grpChg>
        <pc:grpChg chg="add mod">
          <ac:chgData name="强 李" userId="cd6c7ec7188785ae" providerId="LiveId" clId="{D8AF1FA3-A15C-4469-BA9D-AFFCB1926A56}" dt="2023-07-29T00:54:54.727" v="47" actId="14100"/>
          <ac:grpSpMkLst>
            <pc:docMk/>
            <pc:sldMk cId="3418790839" sldId="554"/>
            <ac:grpSpMk id="7" creationId="{4910B73A-3062-7867-777F-E107D91F1F13}"/>
          </ac:grpSpMkLst>
        </pc:grpChg>
        <pc:graphicFrameChg chg="del mod">
          <ac:chgData name="强 李" userId="cd6c7ec7188785ae" providerId="LiveId" clId="{D8AF1FA3-A15C-4469-BA9D-AFFCB1926A56}" dt="2023-07-29T00:54:01.338" v="34" actId="478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graphicFrameChg chg="add del modGraphic">
          <ac:chgData name="强 李" userId="cd6c7ec7188785ae" providerId="LiveId" clId="{D8AF1FA3-A15C-4469-BA9D-AFFCB1926A56}" dt="2023-07-29T00:56:18.978" v="66" actId="1032"/>
          <ac:graphicFrameMkLst>
            <pc:docMk/>
            <pc:sldMk cId="3418790839" sldId="554"/>
            <ac:graphicFrameMk id="14" creationId="{D73D44BE-33E5-44C3-0D81-88AA31CD5728}"/>
          </ac:graphicFrameMkLst>
        </pc:graphicFrameChg>
        <pc:cxnChg chg="mod">
          <ac:chgData name="强 李" userId="cd6c7ec7188785ae" providerId="LiveId" clId="{D8AF1FA3-A15C-4469-BA9D-AFFCB1926A56}" dt="2023-07-29T00:54:21.355" v="40" actId="1076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692116085" sldId="555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60840645" sldId="557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879874253" sldId="558"/>
        </pc:sldMkLst>
      </pc:sldChg>
      <pc:sldChg chg="modSp mod">
        <pc:chgData name="强 李" userId="cd6c7ec7188785ae" providerId="LiveId" clId="{D8AF1FA3-A15C-4469-BA9D-AFFCB1926A56}" dt="2023-07-29T00:51:35.738" v="8" actId="6549"/>
        <pc:sldMkLst>
          <pc:docMk/>
          <pc:sldMk cId="1911491714" sldId="560"/>
        </pc:sldMkLst>
        <pc:spChg chg="mod">
          <ac:chgData name="强 李" userId="cd6c7ec7188785ae" providerId="LiveId" clId="{D8AF1FA3-A15C-4469-BA9D-AFFCB1926A56}" dt="2023-07-29T00:51:35.738" v="8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D8AF1FA3-A15C-4469-BA9D-AFFCB1926A56}" dt="2023-07-29T00:51:12.974" v="3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8457568" sldId="561"/>
        </pc:sldMkLst>
      </pc:sldChg>
      <pc:sldChg chg="modSp add mod">
        <pc:chgData name="强 李" userId="cd6c7ec7188785ae" providerId="LiveId" clId="{D8AF1FA3-A15C-4469-BA9D-AFFCB1926A56}" dt="2023-07-29T01:16:11.494" v="430" actId="6549"/>
        <pc:sldMkLst>
          <pc:docMk/>
          <pc:sldMk cId="3703745998" sldId="562"/>
        </pc:sldMkLst>
        <pc:spChg chg="mod">
          <ac:chgData name="强 李" userId="cd6c7ec7188785ae" providerId="LiveId" clId="{D8AF1FA3-A15C-4469-BA9D-AFFCB1926A56}" dt="2023-07-29T01:16:11.494" v="430" actId="6549"/>
          <ac:spMkLst>
            <pc:docMk/>
            <pc:sldMk cId="3703745998" sldId="562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5:12.108" v="424"/>
          <ac:spMkLst>
            <pc:docMk/>
            <pc:sldMk cId="3703745998" sldId="562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12:58.949" v="1423" actId="1035"/>
        <pc:sldMkLst>
          <pc:docMk/>
          <pc:sldMk cId="377519088" sldId="563"/>
        </pc:sldMkLst>
        <pc:spChg chg="mod">
          <ac:chgData name="强 李" userId="cd6c7ec7188785ae" providerId="LiveId" clId="{D8AF1FA3-A15C-4469-BA9D-AFFCB1926A56}" dt="2023-07-29T02:12:58.949" v="1423" actId="1035"/>
          <ac:spMkLst>
            <pc:docMk/>
            <pc:sldMk cId="377519088" sldId="563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22:03.412" v="1680" actId="113"/>
        <pc:sldMkLst>
          <pc:docMk/>
          <pc:sldMk cId="3801954157" sldId="564"/>
        </pc:sldMkLst>
        <pc:spChg chg="mod">
          <ac:chgData name="强 李" userId="cd6c7ec7188785ae" providerId="LiveId" clId="{D8AF1FA3-A15C-4469-BA9D-AFFCB1926A56}" dt="2023-07-29T02:22:03.412" v="1680" actId="113"/>
          <ac:spMkLst>
            <pc:docMk/>
            <pc:sldMk cId="3801954157" sldId="564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0.538" v="1920" actId="207"/>
        <pc:sldMkLst>
          <pc:docMk/>
          <pc:sldMk cId="2258895756" sldId="565"/>
        </pc:sldMkLst>
        <pc:spChg chg="mod">
          <ac:chgData name="强 李" userId="cd6c7ec7188785ae" providerId="LiveId" clId="{D8AF1FA3-A15C-4469-BA9D-AFFCB1926A56}" dt="2023-07-29T02:37:30.538" v="1920" actId="207"/>
          <ac:spMkLst>
            <pc:docMk/>
            <pc:sldMk cId="2258895756" sldId="565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59:08.868" v="1083"/>
          <ac:spMkLst>
            <pc:docMk/>
            <pc:sldMk cId="2258895756" sldId="565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6:54.234" v="1916"/>
        <pc:sldMkLst>
          <pc:docMk/>
          <pc:sldMk cId="2967047043" sldId="566"/>
        </pc:sldMkLst>
        <pc:spChg chg="mod">
          <ac:chgData name="强 李" userId="cd6c7ec7188785ae" providerId="LiveId" clId="{D8AF1FA3-A15C-4469-BA9D-AFFCB1926A56}" dt="2023-07-29T02:36:54.234" v="1916"/>
          <ac:spMkLst>
            <pc:docMk/>
            <pc:sldMk cId="2967047043" sldId="566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2:00:12.484" v="1106"/>
          <ac:spMkLst>
            <pc:docMk/>
            <pc:sldMk cId="2967047043" sldId="566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6.342" v="1921" actId="207"/>
        <pc:sldMkLst>
          <pc:docMk/>
          <pc:sldMk cId="3236022374" sldId="567"/>
        </pc:sldMkLst>
        <pc:spChg chg="mod">
          <ac:chgData name="强 李" userId="cd6c7ec7188785ae" providerId="LiveId" clId="{D8AF1FA3-A15C-4469-BA9D-AFFCB1926A56}" dt="2023-07-29T02:37:36.342" v="1921" actId="207"/>
          <ac:spMkLst>
            <pc:docMk/>
            <pc:sldMk cId="3236022374" sldId="567"/>
            <ac:spMk id="2" creationId="{00000000-0000-0000-0000-000000000000}"/>
          </ac:spMkLst>
        </pc:spChg>
      </pc:sldChg>
      <pc:sldChg chg="addSp delSp modSp add mod setBg">
        <pc:chgData name="强 李" userId="cd6c7ec7188785ae" providerId="LiveId" clId="{D8AF1FA3-A15C-4469-BA9D-AFFCB1926A56}" dt="2023-07-29T05:07:35.510" v="3106" actId="6549"/>
        <pc:sldMkLst>
          <pc:docMk/>
          <pc:sldMk cId="281334666" sldId="568"/>
        </pc:sldMkLst>
        <pc:spChg chg="mod ord">
          <ac:chgData name="强 李" userId="cd6c7ec7188785ae" providerId="LiveId" clId="{D8AF1FA3-A15C-4469-BA9D-AFFCB1926A56}" dt="2023-07-29T02:33:33.098" v="1851" actId="14100"/>
          <ac:spMkLst>
            <pc:docMk/>
            <pc:sldMk cId="281334666" sldId="568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5:07:29.040" v="3105"/>
          <ac:spMkLst>
            <pc:docMk/>
            <pc:sldMk cId="281334666" sldId="568"/>
            <ac:spMk id="4" creationId="{CC335C20-388B-F120-9503-2E05FBEE5326}"/>
          </ac:spMkLst>
        </pc:spChg>
        <pc:spChg chg="mod">
          <ac:chgData name="强 李" userId="cd6c7ec7188785ae" providerId="LiveId" clId="{D8AF1FA3-A15C-4469-BA9D-AFFCB1926A56}" dt="2023-07-29T05:07:35.510" v="3106" actId="6549"/>
          <ac:spMkLst>
            <pc:docMk/>
            <pc:sldMk cId="281334666" sldId="568"/>
            <ac:spMk id="18" creationId="{00000000-0000-0000-0000-000000000000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3" creationId="{0E3596DD-156A-473E-9BB3-C6A29F7574E9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5" creationId="{2C46C4D6-C474-4E92-B52E-944C1118F7B6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8" creationId="{A2679492-7988-4050-9056-542444452411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9" creationId="{B091B163-7D61-4891-ABCF-5C13D9C418D0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1" creationId="{2B97F24A-32CE-4C1C-A50D-3016B394DCFB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2" creationId="{CD8B4F24-440B-49E9-B85D-733523DC064B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4" creationId="{2EB492CD-616E-47F8-933B-5E2D952A0593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5" creationId="{59383CF9-23B5-4335-9B21-1791C4CF1C75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6" creationId="{0007FE00-9498-4706-B255-6437B0252C02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8" creationId="{743AA782-23D1-4521-8CAD-47662984AA08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9" creationId="{71877DBC-BB60-40F0-AC93-2ACDBAAE60CE}"/>
          </ac:spMkLst>
        </pc:spChg>
        <pc:picChg chg="add mod">
          <ac:chgData name="强 李" userId="cd6c7ec7188785ae" providerId="LiveId" clId="{D8AF1FA3-A15C-4469-BA9D-AFFCB1926A56}" dt="2023-07-29T02:32:47.914" v="1846" actId="26606"/>
          <ac:picMkLst>
            <pc:docMk/>
            <pc:sldMk cId="281334666" sldId="568"/>
            <ac:picMk id="3" creationId="{D4545395-AC25-66C9-5BB7-B74CB411FAF6}"/>
          </ac:picMkLst>
        </pc:picChg>
        <pc:cxnChg chg="add del">
          <ac:chgData name="强 李" userId="cd6c7ec7188785ae" providerId="LiveId" clId="{D8AF1FA3-A15C-4469-BA9D-AFFCB1926A56}" dt="2023-07-29T02:32:41.122" v="1839" actId="26606"/>
          <ac:cxnSpMkLst>
            <pc:docMk/>
            <pc:sldMk cId="281334666" sldId="568"/>
            <ac:cxnSpMk id="27" creationId="{C49DA8F6-BCC1-4447-B54C-57856834B94B}"/>
          </ac:cxnSpMkLst>
        </pc:cxnChg>
        <pc:cxnChg chg="add">
          <ac:chgData name="强 李" userId="cd6c7ec7188785ae" providerId="LiveId" clId="{D8AF1FA3-A15C-4469-BA9D-AFFCB1926A56}" dt="2023-07-29T02:32:47.914" v="1846" actId="26606"/>
          <ac:cxnSpMkLst>
            <pc:docMk/>
            <pc:sldMk cId="281334666" sldId="568"/>
            <ac:cxnSpMk id="41" creationId="{1503BFE4-729B-D9D0-C17B-501E6AF1127A}"/>
          </ac:cxnSpMkLst>
        </pc:cxnChg>
      </pc:sldChg>
      <pc:sldChg chg="modSp add mod">
        <pc:chgData name="强 李" userId="cd6c7ec7188785ae" providerId="LiveId" clId="{D8AF1FA3-A15C-4469-BA9D-AFFCB1926A56}" dt="2023-07-29T02:44:40.569" v="2172"/>
        <pc:sldMkLst>
          <pc:docMk/>
          <pc:sldMk cId="4016849052" sldId="569"/>
        </pc:sldMkLst>
        <pc:spChg chg="mod">
          <ac:chgData name="强 李" userId="cd6c7ec7188785ae" providerId="LiveId" clId="{D8AF1FA3-A15C-4469-BA9D-AFFCB1926A56}" dt="2023-07-29T02:44:40.569" v="2172"/>
          <ac:spMkLst>
            <pc:docMk/>
            <pc:sldMk cId="4016849052" sldId="569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5:01:38.704" v="2925"/>
        <pc:sldMkLst>
          <pc:docMk/>
          <pc:sldMk cId="2942047470" sldId="570"/>
        </pc:sldMkLst>
        <pc:spChg chg="mod">
          <ac:chgData name="强 李" userId="cd6c7ec7188785ae" providerId="LiveId" clId="{D8AF1FA3-A15C-4469-BA9D-AFFCB1926A56}" dt="2023-07-29T05:01:38.704" v="2925"/>
          <ac:spMkLst>
            <pc:docMk/>
            <pc:sldMk cId="2942047470" sldId="570"/>
            <ac:spMk id="2" creationId="{00000000-0000-0000-0000-000000000000}"/>
          </ac:spMkLst>
        </pc:spChg>
      </pc:sldChg>
      <pc:sldChg chg="add del">
        <pc:chgData name="强 李" userId="cd6c7ec7188785ae" providerId="LiveId" clId="{D8AF1FA3-A15C-4469-BA9D-AFFCB1926A56}" dt="2023-07-29T02:47:39.464" v="2232" actId="47"/>
        <pc:sldMkLst>
          <pc:docMk/>
          <pc:sldMk cId="1503566936" sldId="571"/>
        </pc:sldMkLst>
      </pc:sldChg>
      <pc:sldChg chg="modSp add mod">
        <pc:chgData name="强 李" userId="cd6c7ec7188785ae" providerId="LiveId" clId="{D8AF1FA3-A15C-4469-BA9D-AFFCB1926A56}" dt="2023-07-29T04:52:02.797" v="2654" actId="113"/>
        <pc:sldMkLst>
          <pc:docMk/>
          <pc:sldMk cId="3443116219" sldId="572"/>
        </pc:sldMkLst>
        <pc:spChg chg="mod">
          <ac:chgData name="强 李" userId="cd6c7ec7188785ae" providerId="LiveId" clId="{D8AF1FA3-A15C-4469-BA9D-AFFCB1926A56}" dt="2023-07-29T04:52:02.797" v="2654" actId="113"/>
          <ac:spMkLst>
            <pc:docMk/>
            <pc:sldMk cId="3443116219" sldId="572"/>
            <ac:spMk id="2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4FBB93-91DA-4C3A-96BD-F0A6C99C81E1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A2ECB01-2034-46F5-961C-59B9B48E577F}">
      <dgm:prSet custT="1"/>
      <dgm:spPr/>
      <dgm:t>
        <a:bodyPr/>
        <a:lstStyle/>
        <a:p>
          <a:r>
            <a:rPr lang="zh-CN" sz="4000"/>
            <a:t>效法保罗</a:t>
          </a:r>
          <a:endParaRPr lang="en-US" sz="4000"/>
        </a:p>
      </dgm:t>
    </dgm:pt>
    <dgm:pt modelId="{466974CC-F6BA-45D3-B44B-7EB9F5B3AE8D}" type="parTrans" cxnId="{71AF92F1-65A3-41FA-8BA5-FF90784BFC96}">
      <dgm:prSet/>
      <dgm:spPr/>
      <dgm:t>
        <a:bodyPr/>
        <a:lstStyle/>
        <a:p>
          <a:endParaRPr lang="en-US" sz="1600"/>
        </a:p>
      </dgm:t>
    </dgm:pt>
    <dgm:pt modelId="{51B30450-6A11-46BB-B58F-2202A75621A9}" type="sibTrans" cxnId="{71AF92F1-65A3-41FA-8BA5-FF90784BFC96}">
      <dgm:prSet/>
      <dgm:spPr/>
      <dgm:t>
        <a:bodyPr/>
        <a:lstStyle/>
        <a:p>
          <a:endParaRPr lang="en-US" sz="1600"/>
        </a:p>
      </dgm:t>
    </dgm:pt>
    <dgm:pt modelId="{D690C701-102A-4268-AD58-BAE8DB812451}">
      <dgm:prSet custT="1"/>
      <dgm:spPr/>
      <dgm:t>
        <a:bodyPr/>
        <a:lstStyle/>
        <a:p>
          <a:r>
            <a:rPr lang="zh-CN" sz="4000"/>
            <a:t>防备仇敌</a:t>
          </a:r>
          <a:endParaRPr lang="en-US" sz="4000"/>
        </a:p>
      </dgm:t>
    </dgm:pt>
    <dgm:pt modelId="{F46BA931-B154-4E68-8A07-B2CB737D0896}" type="parTrans" cxnId="{47B574BF-6288-4FC8-99EA-EA6325E4C09E}">
      <dgm:prSet/>
      <dgm:spPr/>
      <dgm:t>
        <a:bodyPr/>
        <a:lstStyle/>
        <a:p>
          <a:endParaRPr lang="en-US" sz="1600"/>
        </a:p>
      </dgm:t>
    </dgm:pt>
    <dgm:pt modelId="{4C9FC722-9FBA-47BD-91EF-5E33D36B36E0}" type="sibTrans" cxnId="{47B574BF-6288-4FC8-99EA-EA6325E4C09E}">
      <dgm:prSet/>
      <dgm:spPr/>
      <dgm:t>
        <a:bodyPr/>
        <a:lstStyle/>
        <a:p>
          <a:endParaRPr lang="en-US" sz="1600"/>
        </a:p>
      </dgm:t>
    </dgm:pt>
    <dgm:pt modelId="{FA96A6F9-FE94-41E5-AC3B-AAB7CF2C4BD4}">
      <dgm:prSet custT="1"/>
      <dgm:spPr/>
      <dgm:t>
        <a:bodyPr/>
        <a:lstStyle/>
        <a:p>
          <a:r>
            <a:rPr lang="zh-CN" sz="4000"/>
            <a:t>天上国民</a:t>
          </a:r>
          <a:endParaRPr lang="en-US" sz="4000"/>
        </a:p>
      </dgm:t>
    </dgm:pt>
    <dgm:pt modelId="{2A41DD14-0555-42F3-903E-BDC7E46BE8A4}" type="parTrans" cxnId="{153F1768-B2D5-4F36-AD33-0A6436A55F4C}">
      <dgm:prSet/>
      <dgm:spPr/>
      <dgm:t>
        <a:bodyPr/>
        <a:lstStyle/>
        <a:p>
          <a:endParaRPr lang="en-US" sz="1600"/>
        </a:p>
      </dgm:t>
    </dgm:pt>
    <dgm:pt modelId="{1A1AE6EF-1111-457D-B14D-F2792B63FEF1}" type="sibTrans" cxnId="{153F1768-B2D5-4F36-AD33-0A6436A55F4C}">
      <dgm:prSet/>
      <dgm:spPr/>
      <dgm:t>
        <a:bodyPr/>
        <a:lstStyle/>
        <a:p>
          <a:endParaRPr lang="en-US" sz="1600"/>
        </a:p>
      </dgm:t>
    </dgm:pt>
    <dgm:pt modelId="{33EC3210-6E28-4404-9C9E-3A5A737231A4}">
      <dgm:prSet custT="1"/>
      <dgm:spPr/>
      <dgm:t>
        <a:bodyPr/>
        <a:lstStyle/>
        <a:p>
          <a:r>
            <a:rPr lang="zh-CN" sz="4000"/>
            <a:t>未来盼望</a:t>
          </a:r>
          <a:endParaRPr lang="en-US" sz="4000"/>
        </a:p>
      </dgm:t>
    </dgm:pt>
    <dgm:pt modelId="{0CA90C38-9A2C-4E58-A767-77523C5890EF}" type="parTrans" cxnId="{E1D445AC-5911-469C-8EBB-C796AB08A04B}">
      <dgm:prSet/>
      <dgm:spPr/>
      <dgm:t>
        <a:bodyPr/>
        <a:lstStyle/>
        <a:p>
          <a:endParaRPr lang="en-US" sz="1600"/>
        </a:p>
      </dgm:t>
    </dgm:pt>
    <dgm:pt modelId="{A1FA771A-4008-4E4D-9F4F-B33822DBEEE0}" type="sibTrans" cxnId="{E1D445AC-5911-469C-8EBB-C796AB08A04B}">
      <dgm:prSet/>
      <dgm:spPr/>
      <dgm:t>
        <a:bodyPr/>
        <a:lstStyle/>
        <a:p>
          <a:endParaRPr lang="en-US" sz="1600"/>
        </a:p>
      </dgm:t>
    </dgm:pt>
    <dgm:pt modelId="{96F439FC-C57C-4BEB-864C-D50A563627C1}" type="pres">
      <dgm:prSet presAssocID="{7D4FBB93-91DA-4C3A-96BD-F0A6C99C81E1}" presName="arrowDiagram" presStyleCnt="0">
        <dgm:presLayoutVars>
          <dgm:chMax val="5"/>
          <dgm:dir/>
          <dgm:resizeHandles val="exact"/>
        </dgm:presLayoutVars>
      </dgm:prSet>
      <dgm:spPr/>
    </dgm:pt>
    <dgm:pt modelId="{B3A55449-8539-4575-86E6-2354122AB7A2}" type="pres">
      <dgm:prSet presAssocID="{7D4FBB93-91DA-4C3A-96BD-F0A6C99C81E1}" presName="arrow" presStyleLbl="bgShp" presStyleIdx="0" presStyleCnt="1"/>
      <dgm:spPr/>
    </dgm:pt>
    <dgm:pt modelId="{BB800BE9-11F8-4ABC-BE3E-D5288FBC5A9E}" type="pres">
      <dgm:prSet presAssocID="{7D4FBB93-91DA-4C3A-96BD-F0A6C99C81E1}" presName="arrowDiagram4" presStyleCnt="0"/>
      <dgm:spPr/>
    </dgm:pt>
    <dgm:pt modelId="{B54BD894-51EA-42FF-B648-9FE0E2BCCE0E}" type="pres">
      <dgm:prSet presAssocID="{6A2ECB01-2034-46F5-961C-59B9B48E577F}" presName="bullet4a" presStyleLbl="node1" presStyleIdx="0" presStyleCnt="4"/>
      <dgm:spPr/>
    </dgm:pt>
    <dgm:pt modelId="{B2F6A64E-7318-450A-9456-91B28DE1D9FE}" type="pres">
      <dgm:prSet presAssocID="{6A2ECB01-2034-46F5-961C-59B9B48E577F}" presName="textBox4a" presStyleLbl="revTx" presStyleIdx="0" presStyleCnt="4">
        <dgm:presLayoutVars>
          <dgm:bulletEnabled val="1"/>
        </dgm:presLayoutVars>
      </dgm:prSet>
      <dgm:spPr/>
    </dgm:pt>
    <dgm:pt modelId="{B091EC9D-5616-4056-9873-F86AB9331D23}" type="pres">
      <dgm:prSet presAssocID="{D690C701-102A-4268-AD58-BAE8DB812451}" presName="bullet4b" presStyleLbl="node1" presStyleIdx="1" presStyleCnt="4"/>
      <dgm:spPr/>
    </dgm:pt>
    <dgm:pt modelId="{8400387A-BCA9-4806-AB5A-46090BC9C7FD}" type="pres">
      <dgm:prSet presAssocID="{D690C701-102A-4268-AD58-BAE8DB812451}" presName="textBox4b" presStyleLbl="revTx" presStyleIdx="1" presStyleCnt="4">
        <dgm:presLayoutVars>
          <dgm:bulletEnabled val="1"/>
        </dgm:presLayoutVars>
      </dgm:prSet>
      <dgm:spPr/>
    </dgm:pt>
    <dgm:pt modelId="{D3F7B3A8-F18F-4EEC-9B7C-5A4A48135BA0}" type="pres">
      <dgm:prSet presAssocID="{FA96A6F9-FE94-41E5-AC3B-AAB7CF2C4BD4}" presName="bullet4c" presStyleLbl="node1" presStyleIdx="2" presStyleCnt="4"/>
      <dgm:spPr/>
    </dgm:pt>
    <dgm:pt modelId="{05305BE5-6E1F-4296-BA5B-24C5F902C920}" type="pres">
      <dgm:prSet presAssocID="{FA96A6F9-FE94-41E5-AC3B-AAB7CF2C4BD4}" presName="textBox4c" presStyleLbl="revTx" presStyleIdx="2" presStyleCnt="4">
        <dgm:presLayoutVars>
          <dgm:bulletEnabled val="1"/>
        </dgm:presLayoutVars>
      </dgm:prSet>
      <dgm:spPr/>
    </dgm:pt>
    <dgm:pt modelId="{70853E09-3DF6-4FF9-8E40-5DEAA7DA4E65}" type="pres">
      <dgm:prSet presAssocID="{33EC3210-6E28-4404-9C9E-3A5A737231A4}" presName="bullet4d" presStyleLbl="node1" presStyleIdx="3" presStyleCnt="4"/>
      <dgm:spPr/>
    </dgm:pt>
    <dgm:pt modelId="{BBD84BBE-A043-46A7-9AFA-10EC1797BBBA}" type="pres">
      <dgm:prSet presAssocID="{33EC3210-6E28-4404-9C9E-3A5A737231A4}" presName="textBox4d" presStyleLbl="revTx" presStyleIdx="3" presStyleCnt="4">
        <dgm:presLayoutVars>
          <dgm:bulletEnabled val="1"/>
        </dgm:presLayoutVars>
      </dgm:prSet>
      <dgm:spPr/>
    </dgm:pt>
  </dgm:ptLst>
  <dgm:cxnLst>
    <dgm:cxn modelId="{4F35372E-1225-47EE-B0BE-C0DB8041DD9E}" type="presOf" srcId="{D690C701-102A-4268-AD58-BAE8DB812451}" destId="{8400387A-BCA9-4806-AB5A-46090BC9C7FD}" srcOrd="0" destOrd="0" presId="urn:microsoft.com/office/officeart/2005/8/layout/arrow2"/>
    <dgm:cxn modelId="{860B7B3B-15B5-4975-89F3-60E6CA0ECA2B}" type="presOf" srcId="{7D4FBB93-91DA-4C3A-96BD-F0A6C99C81E1}" destId="{96F439FC-C57C-4BEB-864C-D50A563627C1}" srcOrd="0" destOrd="0" presId="urn:microsoft.com/office/officeart/2005/8/layout/arrow2"/>
    <dgm:cxn modelId="{153F1768-B2D5-4F36-AD33-0A6436A55F4C}" srcId="{7D4FBB93-91DA-4C3A-96BD-F0A6C99C81E1}" destId="{FA96A6F9-FE94-41E5-AC3B-AAB7CF2C4BD4}" srcOrd="2" destOrd="0" parTransId="{2A41DD14-0555-42F3-903E-BDC7E46BE8A4}" sibTransId="{1A1AE6EF-1111-457D-B14D-F2792B63FEF1}"/>
    <dgm:cxn modelId="{38D13C8E-3021-4970-9090-7BD3FF9F388B}" type="presOf" srcId="{6A2ECB01-2034-46F5-961C-59B9B48E577F}" destId="{B2F6A64E-7318-450A-9456-91B28DE1D9FE}" srcOrd="0" destOrd="0" presId="urn:microsoft.com/office/officeart/2005/8/layout/arrow2"/>
    <dgm:cxn modelId="{E1D445AC-5911-469C-8EBB-C796AB08A04B}" srcId="{7D4FBB93-91DA-4C3A-96BD-F0A6C99C81E1}" destId="{33EC3210-6E28-4404-9C9E-3A5A737231A4}" srcOrd="3" destOrd="0" parTransId="{0CA90C38-9A2C-4E58-A767-77523C5890EF}" sibTransId="{A1FA771A-4008-4E4D-9F4F-B33822DBEEE0}"/>
    <dgm:cxn modelId="{15B708BF-0D5F-42CD-9A41-35D799CF0353}" type="presOf" srcId="{FA96A6F9-FE94-41E5-AC3B-AAB7CF2C4BD4}" destId="{05305BE5-6E1F-4296-BA5B-24C5F902C920}" srcOrd="0" destOrd="0" presId="urn:microsoft.com/office/officeart/2005/8/layout/arrow2"/>
    <dgm:cxn modelId="{47B574BF-6288-4FC8-99EA-EA6325E4C09E}" srcId="{7D4FBB93-91DA-4C3A-96BD-F0A6C99C81E1}" destId="{D690C701-102A-4268-AD58-BAE8DB812451}" srcOrd="1" destOrd="0" parTransId="{F46BA931-B154-4E68-8A07-B2CB737D0896}" sibTransId="{4C9FC722-9FBA-47BD-91EF-5E33D36B36E0}"/>
    <dgm:cxn modelId="{7B4ABEC9-6139-413B-B9EF-062DAEF3195D}" type="presOf" srcId="{33EC3210-6E28-4404-9C9E-3A5A737231A4}" destId="{BBD84BBE-A043-46A7-9AFA-10EC1797BBBA}" srcOrd="0" destOrd="0" presId="urn:microsoft.com/office/officeart/2005/8/layout/arrow2"/>
    <dgm:cxn modelId="{71AF92F1-65A3-41FA-8BA5-FF90784BFC96}" srcId="{7D4FBB93-91DA-4C3A-96BD-F0A6C99C81E1}" destId="{6A2ECB01-2034-46F5-961C-59B9B48E577F}" srcOrd="0" destOrd="0" parTransId="{466974CC-F6BA-45D3-B44B-7EB9F5B3AE8D}" sibTransId="{51B30450-6A11-46BB-B58F-2202A75621A9}"/>
    <dgm:cxn modelId="{F69147C9-C5C7-472C-8E77-FA7BF1382B74}" type="presParOf" srcId="{96F439FC-C57C-4BEB-864C-D50A563627C1}" destId="{B3A55449-8539-4575-86E6-2354122AB7A2}" srcOrd="0" destOrd="0" presId="urn:microsoft.com/office/officeart/2005/8/layout/arrow2"/>
    <dgm:cxn modelId="{A2F35510-CAB2-4EA2-B45B-85E7AEA1407A}" type="presParOf" srcId="{96F439FC-C57C-4BEB-864C-D50A563627C1}" destId="{BB800BE9-11F8-4ABC-BE3E-D5288FBC5A9E}" srcOrd="1" destOrd="0" presId="urn:microsoft.com/office/officeart/2005/8/layout/arrow2"/>
    <dgm:cxn modelId="{79D25E55-911A-473B-8CB4-06DF688EF883}" type="presParOf" srcId="{BB800BE9-11F8-4ABC-BE3E-D5288FBC5A9E}" destId="{B54BD894-51EA-42FF-B648-9FE0E2BCCE0E}" srcOrd="0" destOrd="0" presId="urn:microsoft.com/office/officeart/2005/8/layout/arrow2"/>
    <dgm:cxn modelId="{087ED471-BF8E-47CF-965C-5760CFA01682}" type="presParOf" srcId="{BB800BE9-11F8-4ABC-BE3E-D5288FBC5A9E}" destId="{B2F6A64E-7318-450A-9456-91B28DE1D9FE}" srcOrd="1" destOrd="0" presId="urn:microsoft.com/office/officeart/2005/8/layout/arrow2"/>
    <dgm:cxn modelId="{564099E7-23B7-4C8F-B8D4-7859F1DA3E8C}" type="presParOf" srcId="{BB800BE9-11F8-4ABC-BE3E-D5288FBC5A9E}" destId="{B091EC9D-5616-4056-9873-F86AB9331D23}" srcOrd="2" destOrd="0" presId="urn:microsoft.com/office/officeart/2005/8/layout/arrow2"/>
    <dgm:cxn modelId="{F5184A42-84EC-4EC7-8408-76710BAC4670}" type="presParOf" srcId="{BB800BE9-11F8-4ABC-BE3E-D5288FBC5A9E}" destId="{8400387A-BCA9-4806-AB5A-46090BC9C7FD}" srcOrd="3" destOrd="0" presId="urn:microsoft.com/office/officeart/2005/8/layout/arrow2"/>
    <dgm:cxn modelId="{7E48F983-3D3C-4E53-8239-B72F36BAC43E}" type="presParOf" srcId="{BB800BE9-11F8-4ABC-BE3E-D5288FBC5A9E}" destId="{D3F7B3A8-F18F-4EEC-9B7C-5A4A48135BA0}" srcOrd="4" destOrd="0" presId="urn:microsoft.com/office/officeart/2005/8/layout/arrow2"/>
    <dgm:cxn modelId="{4FBC3943-AE22-4831-94B1-40200E0476ED}" type="presParOf" srcId="{BB800BE9-11F8-4ABC-BE3E-D5288FBC5A9E}" destId="{05305BE5-6E1F-4296-BA5B-24C5F902C920}" srcOrd="5" destOrd="0" presId="urn:microsoft.com/office/officeart/2005/8/layout/arrow2"/>
    <dgm:cxn modelId="{D21ED631-5195-497C-A31D-1EB5F0E45145}" type="presParOf" srcId="{BB800BE9-11F8-4ABC-BE3E-D5288FBC5A9E}" destId="{70853E09-3DF6-4FF9-8E40-5DEAA7DA4E65}" srcOrd="6" destOrd="0" presId="urn:microsoft.com/office/officeart/2005/8/layout/arrow2"/>
    <dgm:cxn modelId="{B2E9D9FA-8150-40D7-8BC0-1CB6252ED650}" type="presParOf" srcId="{BB800BE9-11F8-4ABC-BE3E-D5288FBC5A9E}" destId="{BBD84BBE-A043-46A7-9AFA-10EC1797BBBA}" srcOrd="7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A55449-8539-4575-86E6-2354122AB7A2}">
      <dsp:nvSpPr>
        <dsp:cNvPr id="0" name=""/>
        <dsp:cNvSpPr/>
      </dsp:nvSpPr>
      <dsp:spPr>
        <a:xfrm>
          <a:off x="2106567" y="0"/>
          <a:ext cx="7978865" cy="4986790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4BD894-51EA-42FF-B648-9FE0E2BCCE0E}">
      <dsp:nvSpPr>
        <dsp:cNvPr id="0" name=""/>
        <dsp:cNvSpPr/>
      </dsp:nvSpPr>
      <dsp:spPr>
        <a:xfrm>
          <a:off x="2892485" y="3708177"/>
          <a:ext cx="183513" cy="18351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F6A64E-7318-450A-9456-91B28DE1D9FE}">
      <dsp:nvSpPr>
        <dsp:cNvPr id="0" name=""/>
        <dsp:cNvSpPr/>
      </dsp:nvSpPr>
      <dsp:spPr>
        <a:xfrm>
          <a:off x="2984242" y="3799934"/>
          <a:ext cx="1364386" cy="1186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240" tIns="0" rIns="0" bIns="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4000" kern="1200"/>
            <a:t>效法保罗</a:t>
          </a:r>
          <a:endParaRPr lang="en-US" sz="4000" kern="1200"/>
        </a:p>
      </dsp:txBody>
      <dsp:txXfrm>
        <a:off x="2984242" y="3799934"/>
        <a:ext cx="1364386" cy="1186856"/>
      </dsp:txXfrm>
    </dsp:sp>
    <dsp:sp modelId="{B091EC9D-5616-4056-9873-F86AB9331D23}">
      <dsp:nvSpPr>
        <dsp:cNvPr id="0" name=""/>
        <dsp:cNvSpPr/>
      </dsp:nvSpPr>
      <dsp:spPr>
        <a:xfrm>
          <a:off x="4189051" y="2548250"/>
          <a:ext cx="319154" cy="31915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00387A-BCA9-4806-AB5A-46090BC9C7FD}">
      <dsp:nvSpPr>
        <dsp:cNvPr id="0" name=""/>
        <dsp:cNvSpPr/>
      </dsp:nvSpPr>
      <dsp:spPr>
        <a:xfrm>
          <a:off x="4348628" y="2707827"/>
          <a:ext cx="1675561" cy="22789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113" tIns="0" rIns="0" bIns="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4000" kern="1200"/>
            <a:t>防备仇敌</a:t>
          </a:r>
          <a:endParaRPr lang="en-US" sz="4000" kern="1200"/>
        </a:p>
      </dsp:txBody>
      <dsp:txXfrm>
        <a:off x="4348628" y="2707827"/>
        <a:ext cx="1675561" cy="2278963"/>
      </dsp:txXfrm>
    </dsp:sp>
    <dsp:sp modelId="{D3F7B3A8-F18F-4EEC-9B7C-5A4A48135BA0}">
      <dsp:nvSpPr>
        <dsp:cNvPr id="0" name=""/>
        <dsp:cNvSpPr/>
      </dsp:nvSpPr>
      <dsp:spPr>
        <a:xfrm>
          <a:off x="5844665" y="1693514"/>
          <a:ext cx="422879" cy="42287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305BE5-6E1F-4296-BA5B-24C5F902C920}">
      <dsp:nvSpPr>
        <dsp:cNvPr id="0" name=""/>
        <dsp:cNvSpPr/>
      </dsp:nvSpPr>
      <dsp:spPr>
        <a:xfrm>
          <a:off x="6056105" y="1904954"/>
          <a:ext cx="1675561" cy="30818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4075" tIns="0" rIns="0" bIns="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4000" kern="1200"/>
            <a:t>天上国民</a:t>
          </a:r>
          <a:endParaRPr lang="en-US" sz="4000" kern="1200"/>
        </a:p>
      </dsp:txBody>
      <dsp:txXfrm>
        <a:off x="6056105" y="1904954"/>
        <a:ext cx="1675561" cy="3081836"/>
      </dsp:txXfrm>
    </dsp:sp>
    <dsp:sp modelId="{70853E09-3DF6-4FF9-8E40-5DEAA7DA4E65}">
      <dsp:nvSpPr>
        <dsp:cNvPr id="0" name=""/>
        <dsp:cNvSpPr/>
      </dsp:nvSpPr>
      <dsp:spPr>
        <a:xfrm>
          <a:off x="7647889" y="1128012"/>
          <a:ext cx="566499" cy="56649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D84BBE-A043-46A7-9AFA-10EC1797BBBA}">
      <dsp:nvSpPr>
        <dsp:cNvPr id="0" name=""/>
        <dsp:cNvSpPr/>
      </dsp:nvSpPr>
      <dsp:spPr>
        <a:xfrm>
          <a:off x="7931139" y="1411261"/>
          <a:ext cx="1675561" cy="35755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0176" tIns="0" rIns="0" bIns="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4000" kern="1200"/>
            <a:t>未来盼望</a:t>
          </a:r>
          <a:endParaRPr lang="en-US" sz="4000" kern="1200"/>
        </a:p>
      </dsp:txBody>
      <dsp:txXfrm>
        <a:off x="7931139" y="1411261"/>
        <a:ext cx="1675561" cy="35755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2023/11/4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2023/11/4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2023/11/4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2023/11/4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2023/11/4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2023/11/4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5" Type="http://schemas.openxmlformats.org/officeDocument/2006/relationships/image" Target="../media/image3.emf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1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110787" y="4414022"/>
            <a:ext cx="4613737" cy="5098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 anchor="t">
            <a:spAutoFit/>
          </a:bodyPr>
          <a:lstStyle/>
          <a:p>
            <a:pPr marL="2424430" marR="0" lvl="0" indent="-242443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经文：腓立比书三章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17~21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节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6383384" y="2052839"/>
            <a:ext cx="5166286" cy="2118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/>
                <a:ea typeface="苹方-简"/>
                <a:cs typeface="+mn-ea"/>
                <a:sym typeface="+mn-lt"/>
              </a:rPr>
              <a:t>我们是天上国民</a:t>
            </a:r>
            <a:endParaRPr kumimoji="0" lang="en-US" altLang="zh-CN" sz="5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19634" y="139761"/>
            <a:ext cx="5033029" cy="16466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</a:t>
            </a:r>
            <a:r>
              <a:rPr lang="zh-CN" altLang="zh-CN" sz="4800" b="1"/>
              <a:t>腓</a:t>
            </a:r>
            <a:r>
              <a:rPr lang="zh-CN" altLang="en-US" sz="4800" b="1"/>
              <a:t>三</a:t>
            </a:r>
            <a:r>
              <a:rPr lang="en-US" altLang="zh-CN" sz="4800" b="1"/>
              <a:t>17~21</a:t>
            </a:r>
            <a:endParaRPr lang="zh-CN" altLang="zh-CN" sz="4800"/>
          </a:p>
          <a:p>
            <a:pPr>
              <a:spcAft>
                <a:spcPts val="600"/>
              </a:spcAft>
            </a:pPr>
            <a:endParaRPr lang="zh-CN" altLang="en-US" sz="4800" b="1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9BF7C3-9929-69BC-A1CA-30EBD45BF72F}"/>
              </a:ext>
            </a:extLst>
          </p:cNvPr>
          <p:cNvSpPr txBox="1"/>
          <p:nvPr/>
        </p:nvSpPr>
        <p:spPr>
          <a:xfrm>
            <a:off x="0" y="1124509"/>
            <a:ext cx="12192000" cy="3279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>
                <a:effectLst/>
                <a:ea typeface="苹方-简" panose="020B0300000000000000" pitchFamily="34" charset="-122"/>
              </a:rPr>
              <a:t>3:17】</a:t>
            </a:r>
            <a:r>
              <a:rPr lang="zh-CN" altLang="en-US" sz="2000">
                <a:effectLst/>
                <a:ea typeface="苹方-简" panose="020B0300000000000000" pitchFamily="34" charset="-122"/>
              </a:rPr>
              <a:t>弟兄们，你们要一同效法我，也当留意看那些照我们榜样行的人。</a:t>
            </a:r>
            <a:endParaRPr lang="en-US" altLang="zh-CN" sz="2000"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>
                <a:effectLst/>
                <a:ea typeface="苹方-简" panose="020B0300000000000000" pitchFamily="34" charset="-122"/>
              </a:rPr>
              <a:t>3:18】</a:t>
            </a:r>
            <a:r>
              <a:rPr lang="zh-CN" altLang="en-US" sz="2000">
                <a:effectLst/>
                <a:ea typeface="苹方-简" panose="020B0300000000000000" pitchFamily="34" charset="-122"/>
              </a:rPr>
              <a:t>因为有许多人行事是基督十字架的仇敌。我屡次告诉你们，现在又流泪地告诉你们：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>
                <a:effectLst/>
                <a:ea typeface="苹方-简" panose="020B0300000000000000" pitchFamily="34" charset="-122"/>
              </a:rPr>
              <a:t>3:19】</a:t>
            </a:r>
            <a:r>
              <a:rPr lang="zh-CN" altLang="en-US" sz="2000">
                <a:effectLst/>
                <a:ea typeface="苹方-简" panose="020B0300000000000000" pitchFamily="34" charset="-122"/>
              </a:rPr>
              <a:t>他们的结局就是沉沦，他们的神就是自己的肚腹，他们以自己的羞辱为荣耀，专以地上的事为念。</a:t>
            </a:r>
            <a:endParaRPr lang="en-US" altLang="zh-CN" sz="2000"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>
                <a:effectLst/>
                <a:ea typeface="苹方-简" panose="020B0300000000000000" pitchFamily="34" charset="-122"/>
              </a:rPr>
              <a:t>3:20】</a:t>
            </a:r>
            <a:r>
              <a:rPr lang="zh-CN" altLang="en-US" sz="2000">
                <a:effectLst/>
                <a:ea typeface="苹方-简" panose="020B0300000000000000" pitchFamily="34" charset="-122"/>
              </a:rPr>
              <a:t>我们却是天上的国民，并且等候救主，就是主耶稣基督从天上降临。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>
                <a:effectLst/>
                <a:ea typeface="苹方-简" panose="020B0300000000000000" pitchFamily="34" charset="-122"/>
              </a:rPr>
              <a:t>3:21】</a:t>
            </a:r>
            <a:r>
              <a:rPr lang="zh-CN" altLang="en-US" sz="2000">
                <a:effectLst/>
                <a:ea typeface="苹方-简" panose="020B0300000000000000" pitchFamily="34" charset="-122"/>
              </a:rPr>
              <a:t>他要按着那能叫万有归服自己的大能，将我们这卑贱的身体改变形状，和他自己荣耀的身体相似。</a:t>
            </a:r>
            <a:endParaRPr lang="zh-CN" altLang="zh-CN" sz="2000">
              <a:effectLst/>
              <a:ea typeface="苹方-简" panose="020B03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2039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分段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83128" y="2486342"/>
            <a:ext cx="4065490" cy="19176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000">
                <a:solidFill>
                  <a:srgbClr val="000000"/>
                </a:solidFill>
                <a:cs typeface="+mn-ea"/>
                <a:sym typeface="+mn-lt"/>
              </a:rPr>
              <a:t>1</a:t>
            </a:r>
            <a:r>
              <a:rPr lang="zh-CN" altLang="en-US" sz="2000">
                <a:solidFill>
                  <a:srgbClr val="000000"/>
                </a:solidFill>
                <a:cs typeface="+mn-ea"/>
                <a:sym typeface="+mn-lt"/>
              </a:rPr>
              <a:t>：</a:t>
            </a:r>
            <a:r>
              <a:rPr lang="en-US" altLang="zh-CN" sz="2000">
                <a:solidFill>
                  <a:srgbClr val="000000"/>
                </a:solidFill>
                <a:cs typeface="+mn-ea"/>
                <a:sym typeface="+mn-lt"/>
              </a:rPr>
              <a:t>17</a:t>
            </a:r>
            <a:r>
              <a:rPr lang="zh-CN" altLang="en-US" sz="2000">
                <a:solidFill>
                  <a:srgbClr val="000000"/>
                </a:solidFill>
                <a:cs typeface="+mn-ea"/>
                <a:sym typeface="+mn-lt"/>
              </a:rPr>
              <a:t>，效法榜样</a:t>
            </a:r>
            <a:endParaRPr lang="en-US" altLang="zh-CN" sz="200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00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000">
                <a:solidFill>
                  <a:srgbClr val="000000"/>
                </a:solidFill>
                <a:cs typeface="+mn-ea"/>
                <a:sym typeface="+mn-lt"/>
              </a:rPr>
              <a:t>2</a:t>
            </a:r>
            <a:r>
              <a:rPr lang="zh-CN" altLang="en-US" sz="2000">
                <a:solidFill>
                  <a:srgbClr val="000000"/>
                </a:solidFill>
                <a:cs typeface="+mn-ea"/>
                <a:sym typeface="+mn-lt"/>
              </a:rPr>
              <a:t>：</a:t>
            </a:r>
            <a:r>
              <a:rPr lang="en-US" altLang="zh-CN" sz="2000">
                <a:solidFill>
                  <a:srgbClr val="000000"/>
                </a:solidFill>
                <a:cs typeface="+mn-ea"/>
                <a:sym typeface="+mn-lt"/>
              </a:rPr>
              <a:t>18</a:t>
            </a:r>
            <a:r>
              <a:rPr lang="zh-CN" altLang="en-US" sz="200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2000">
                <a:solidFill>
                  <a:srgbClr val="000000"/>
                </a:solidFill>
                <a:cs typeface="+mn-ea"/>
                <a:sym typeface="+mn-lt"/>
              </a:rPr>
              <a:t>19</a:t>
            </a:r>
            <a:r>
              <a:rPr lang="zh-CN" altLang="en-US" sz="2000">
                <a:solidFill>
                  <a:srgbClr val="000000"/>
                </a:solidFill>
                <a:cs typeface="+mn-ea"/>
                <a:sym typeface="+mn-lt"/>
              </a:rPr>
              <a:t>，十字架仇敌</a:t>
            </a:r>
            <a:endParaRPr lang="en-US" altLang="zh-CN" sz="200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00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000">
                <a:solidFill>
                  <a:srgbClr val="000000"/>
                </a:solidFill>
                <a:cs typeface="+mn-ea"/>
                <a:sym typeface="+mn-lt"/>
              </a:rPr>
              <a:t>3</a:t>
            </a:r>
            <a:r>
              <a:rPr lang="zh-CN" altLang="en-US" sz="2000">
                <a:solidFill>
                  <a:srgbClr val="000000"/>
                </a:solidFill>
                <a:cs typeface="+mn-ea"/>
                <a:sym typeface="+mn-lt"/>
              </a:rPr>
              <a:t>：</a:t>
            </a:r>
            <a:r>
              <a:rPr lang="en-US" altLang="zh-CN" sz="2000">
                <a:solidFill>
                  <a:srgbClr val="000000"/>
                </a:solidFill>
                <a:cs typeface="+mn-ea"/>
                <a:sym typeface="+mn-lt"/>
              </a:rPr>
              <a:t>20</a:t>
            </a:r>
            <a:r>
              <a:rPr lang="zh-CN" altLang="en-US" sz="200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2000">
                <a:solidFill>
                  <a:srgbClr val="000000"/>
                </a:solidFill>
                <a:cs typeface="+mn-ea"/>
                <a:sym typeface="+mn-lt"/>
              </a:rPr>
              <a:t>21</a:t>
            </a:r>
            <a:r>
              <a:rPr lang="zh-CN" altLang="en-US" sz="2000">
                <a:solidFill>
                  <a:srgbClr val="000000"/>
                </a:solidFill>
                <a:cs typeface="+mn-ea"/>
                <a:sym typeface="+mn-lt"/>
              </a:rPr>
              <a:t>，天上的国民</a:t>
            </a:r>
            <a:endParaRPr lang="en-US" altLang="zh-CN" sz="2000">
              <a:solidFill>
                <a:srgbClr val="000000"/>
              </a:solidFill>
              <a:cs typeface="+mn-ea"/>
              <a:sym typeface="+mn-lt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CA26DAA-ACC3-E965-66E4-F6A39B93A5B3}"/>
              </a:ext>
            </a:extLst>
          </p:cNvPr>
          <p:cNvCxnSpPr/>
          <p:nvPr/>
        </p:nvCxnSpPr>
        <p:spPr>
          <a:xfrm>
            <a:off x="4148617" y="1268883"/>
            <a:ext cx="0" cy="4544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67CFBFED-23BA-58E2-0492-595457A1DA5E}"/>
              </a:ext>
            </a:extLst>
          </p:cNvPr>
          <p:cNvGrpSpPr/>
          <p:nvPr/>
        </p:nvGrpSpPr>
        <p:grpSpPr>
          <a:xfrm>
            <a:off x="4186194" y="1166183"/>
            <a:ext cx="8005807" cy="914623"/>
            <a:chOff x="-887317" y="460553"/>
            <a:chExt cx="13079318" cy="962516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0FC4EF0-0582-7DC7-F53E-9A1A4B9AFC50}"/>
                </a:ext>
              </a:extLst>
            </p:cNvPr>
            <p:cNvSpPr/>
            <p:nvPr/>
          </p:nvSpPr>
          <p:spPr>
            <a:xfrm>
              <a:off x="-840331" y="460553"/>
              <a:ext cx="13032332" cy="962516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3" name="矩形: 圆角 4">
              <a:extLst>
                <a:ext uri="{FF2B5EF4-FFF2-40B4-BE49-F238E27FC236}">
                  <a16:creationId xmlns:a16="http://schemas.microsoft.com/office/drawing/2014/main" id="{7DAB6BBF-A107-5EDA-C988-F2FCC0FA4ADA}"/>
                </a:ext>
              </a:extLst>
            </p:cNvPr>
            <p:cNvSpPr txBox="1"/>
            <p:nvPr/>
          </p:nvSpPr>
          <p:spPr>
            <a:xfrm>
              <a:off x="-887317" y="507539"/>
              <a:ext cx="13032333" cy="86854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</a:t>
              </a:r>
              <a:r>
                <a:rPr lang="zh-CN" altLang="en-US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腓</a:t>
              </a:r>
              <a:r>
                <a:rPr lang="en-US" altLang="zh-CN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3:17】</a:t>
              </a:r>
              <a:r>
                <a:rPr lang="zh-CN" altLang="en-US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弟兄们，你们要一同</a:t>
              </a:r>
              <a:r>
                <a:rPr lang="zh-CN" altLang="en-US" sz="1600" b="1">
                  <a:solidFill>
                    <a:srgbClr val="C00000"/>
                  </a:solidFill>
                  <a:effectLst/>
                  <a:ea typeface="苹方-简" panose="020B0300000000000000" pitchFamily="34" charset="-122"/>
                </a:rPr>
                <a:t>效法</a:t>
              </a:r>
              <a:r>
                <a:rPr lang="zh-CN" altLang="en-US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我，也当留意看那些照我们榜样行的人。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6CD5BD2-A0CC-7D0E-3BD1-0613845A3BF3}"/>
              </a:ext>
            </a:extLst>
          </p:cNvPr>
          <p:cNvGrpSpPr/>
          <p:nvPr/>
        </p:nvGrpSpPr>
        <p:grpSpPr>
          <a:xfrm>
            <a:off x="4214954" y="2276232"/>
            <a:ext cx="7977048" cy="1650624"/>
            <a:chOff x="0" y="1509469"/>
            <a:chExt cx="12192001" cy="1326662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7BEE8677-CFAD-6942-832E-87D52B896121}"/>
                </a:ext>
              </a:extLst>
            </p:cNvPr>
            <p:cNvSpPr/>
            <p:nvPr/>
          </p:nvSpPr>
          <p:spPr>
            <a:xfrm>
              <a:off x="0" y="1509469"/>
              <a:ext cx="12192001" cy="1326662"/>
            </a:xfrm>
            <a:prstGeom prst="roundRect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1" name="矩形: 圆角 6">
              <a:extLst>
                <a:ext uri="{FF2B5EF4-FFF2-40B4-BE49-F238E27FC236}">
                  <a16:creationId xmlns:a16="http://schemas.microsoft.com/office/drawing/2014/main" id="{3CAB36DD-1A23-5A1B-C9B0-3F43FAF7A79F}"/>
                </a:ext>
              </a:extLst>
            </p:cNvPr>
            <p:cNvSpPr txBox="1"/>
            <p:nvPr/>
          </p:nvSpPr>
          <p:spPr>
            <a:xfrm>
              <a:off x="64761" y="1677268"/>
              <a:ext cx="12062476" cy="9217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</a:t>
              </a:r>
              <a:r>
                <a:rPr lang="zh-CN" altLang="en-US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腓</a:t>
              </a:r>
              <a:r>
                <a:rPr lang="en-US" altLang="zh-CN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3:18】</a:t>
              </a:r>
              <a:r>
                <a:rPr lang="zh-CN" altLang="en-US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因为有许多人行事是基督</a:t>
              </a:r>
              <a:r>
                <a:rPr lang="zh-CN" altLang="en-US" sz="1600" b="1">
                  <a:solidFill>
                    <a:srgbClr val="C00000"/>
                  </a:solidFill>
                  <a:effectLst/>
                  <a:ea typeface="苹方-简" panose="020B0300000000000000" pitchFamily="34" charset="-122"/>
                </a:rPr>
                <a:t>十字架的仇敌</a:t>
              </a:r>
              <a:r>
                <a:rPr lang="zh-CN" altLang="en-US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。我屡次告诉你们，现在又流泪地告诉你们：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</a:t>
              </a:r>
              <a:r>
                <a:rPr lang="zh-CN" altLang="en-US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腓</a:t>
              </a:r>
              <a:r>
                <a:rPr lang="en-US" altLang="zh-CN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3:19】</a:t>
              </a:r>
              <a:r>
                <a:rPr lang="zh-CN" altLang="en-US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他们的结局就是</a:t>
              </a:r>
              <a:r>
                <a:rPr lang="zh-CN" altLang="en-US" sz="1600" b="1">
                  <a:solidFill>
                    <a:srgbClr val="C00000"/>
                  </a:solidFill>
                  <a:ea typeface="苹方-简" panose="020B0300000000000000" pitchFamily="34" charset="-122"/>
                </a:rPr>
                <a:t>沉沦</a:t>
              </a:r>
              <a:r>
                <a:rPr lang="zh-CN" altLang="en-US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，他们的神就是自己的</a:t>
              </a:r>
              <a:r>
                <a:rPr lang="zh-CN" altLang="en-US" sz="1600" b="1">
                  <a:solidFill>
                    <a:srgbClr val="C00000"/>
                  </a:solidFill>
                  <a:ea typeface="苹方-简" panose="020B0300000000000000" pitchFamily="34" charset="-122"/>
                </a:rPr>
                <a:t>肚腹</a:t>
              </a:r>
              <a:r>
                <a:rPr lang="zh-CN" altLang="en-US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，他们以自己的羞辱为</a:t>
              </a:r>
              <a:r>
                <a:rPr lang="zh-CN" altLang="en-US" sz="1600" b="1">
                  <a:solidFill>
                    <a:srgbClr val="C00000"/>
                  </a:solidFill>
                  <a:ea typeface="苹方-简" panose="020B0300000000000000" pitchFamily="34" charset="-122"/>
                </a:rPr>
                <a:t>荣耀</a:t>
              </a:r>
              <a:r>
                <a:rPr lang="zh-CN" altLang="en-US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，专以</a:t>
              </a:r>
              <a:r>
                <a:rPr lang="zh-CN" altLang="en-US" sz="1600" b="1">
                  <a:solidFill>
                    <a:srgbClr val="C00000"/>
                  </a:solidFill>
                  <a:ea typeface="苹方-简" panose="020B0300000000000000" pitchFamily="34" charset="-122"/>
                </a:rPr>
                <a:t>地上</a:t>
              </a:r>
              <a:r>
                <a:rPr lang="zh-CN" altLang="en-US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的事为念。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4910B73A-3062-7867-777F-E107D91F1F13}"/>
              </a:ext>
            </a:extLst>
          </p:cNvPr>
          <p:cNvGrpSpPr/>
          <p:nvPr/>
        </p:nvGrpSpPr>
        <p:grpSpPr>
          <a:xfrm>
            <a:off x="4214954" y="4014651"/>
            <a:ext cx="7977048" cy="1798523"/>
            <a:chOff x="-840332" y="2922531"/>
            <a:chExt cx="13032334" cy="1645247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8B966AB-7D3A-E7C3-B2B0-BBE50B313EC6}"/>
                </a:ext>
              </a:extLst>
            </p:cNvPr>
            <p:cNvSpPr/>
            <p:nvPr/>
          </p:nvSpPr>
          <p:spPr>
            <a:xfrm>
              <a:off x="-840332" y="2922531"/>
              <a:ext cx="13032334" cy="1645247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F5B6856-AF8A-4085-2AF6-D259C7449B9E}"/>
                </a:ext>
              </a:extLst>
            </p:cNvPr>
            <p:cNvSpPr txBox="1"/>
            <p:nvPr/>
          </p:nvSpPr>
          <p:spPr>
            <a:xfrm>
              <a:off x="-840332" y="3109045"/>
              <a:ext cx="12952018" cy="124591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</a:t>
              </a:r>
              <a:r>
                <a:rPr lang="zh-CN" altLang="en-US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腓</a:t>
              </a:r>
              <a:r>
                <a:rPr lang="en-US" altLang="zh-CN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3:20】</a:t>
              </a:r>
              <a:r>
                <a:rPr lang="zh-CN" altLang="en-US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我们却是</a:t>
              </a:r>
              <a:r>
                <a:rPr lang="zh-CN" altLang="en-US" sz="1600" b="1">
                  <a:solidFill>
                    <a:srgbClr val="C00000"/>
                  </a:solidFill>
                  <a:ea typeface="苹方-简" panose="020B0300000000000000" pitchFamily="34" charset="-122"/>
                </a:rPr>
                <a:t>天上</a:t>
              </a:r>
              <a:r>
                <a:rPr lang="zh-CN" altLang="en-US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的国民，并且等候救主，就是主耶稣基督从天上</a:t>
              </a:r>
              <a:r>
                <a:rPr lang="zh-CN" altLang="en-US" sz="1600" b="1">
                  <a:solidFill>
                    <a:srgbClr val="C00000"/>
                  </a:solidFill>
                  <a:ea typeface="苹方-简" panose="020B0300000000000000" pitchFamily="34" charset="-122"/>
                </a:rPr>
                <a:t>降临</a:t>
              </a:r>
              <a:r>
                <a:rPr lang="zh-CN" altLang="en-US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。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</a:t>
              </a:r>
              <a:r>
                <a:rPr lang="zh-CN" altLang="en-US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腓</a:t>
              </a:r>
              <a:r>
                <a:rPr lang="en-US" altLang="zh-CN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3:21】</a:t>
              </a:r>
              <a:r>
                <a:rPr lang="zh-CN" altLang="en-US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他要按着那能叫万有归服自己的大能，将我们这卑贱的身体改变形状，和他自己</a:t>
              </a:r>
              <a:r>
                <a:rPr lang="zh-CN" altLang="en-US" sz="1600" b="1">
                  <a:solidFill>
                    <a:srgbClr val="C00000"/>
                  </a:solidFill>
                  <a:ea typeface="苹方-简" panose="020B0300000000000000" pitchFamily="34" charset="-122"/>
                </a:rPr>
                <a:t>荣耀的身体</a:t>
              </a:r>
              <a:r>
                <a:rPr lang="zh-CN" altLang="en-US" sz="160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相似。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7DE16206-6F61-BEC3-0DA4-3625D631A8E6}"/>
              </a:ext>
            </a:extLst>
          </p:cNvPr>
          <p:cNvSpPr txBox="1"/>
          <p:nvPr/>
        </p:nvSpPr>
        <p:spPr>
          <a:xfrm>
            <a:off x="0" y="6399926"/>
            <a:ext cx="12108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【腓3:</a:t>
            </a:r>
            <a:r>
              <a:rPr lang="en-US" altLang="zh-CN"/>
              <a:t>20</a:t>
            </a:r>
            <a:r>
              <a:rPr lang="zh-CN" altLang="en-US"/>
              <a:t>上】我们却是天上的国民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8790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背景</a:t>
            </a:r>
            <a:r>
              <a:rPr lang="en-US" altLang="zh-CN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&amp;</a:t>
            </a:r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整体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D98C386-B822-E0D8-ABB7-E942130420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417" y="1546293"/>
            <a:ext cx="7829550" cy="42386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4695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4606" y="139761"/>
            <a:ext cx="52164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cs typeface="+mn-ea"/>
                <a:sym typeface="+mn-lt"/>
              </a:rPr>
              <a:t>第一段：效法榜样</a:t>
            </a:r>
            <a:endParaRPr lang="zh-CN" altLang="en-US" sz="4800" b="1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991495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3:17】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弟兄们，你们要一同效法我，也当留意看那些照我们榜样行的人。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效法</a:t>
            </a: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对象：基督</a:t>
            </a: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>
                <a:solidFill>
                  <a:srgbClr val="000000"/>
                </a:solidFill>
                <a:cs typeface="+mn-ea"/>
                <a:sym typeface="+mn-lt"/>
              </a:rPr>
              <a:t>2:5】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你们当以基督耶稣的心为心。</a:t>
            </a: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>
                <a:solidFill>
                  <a:srgbClr val="000000"/>
                </a:solidFill>
                <a:cs typeface="+mn-ea"/>
                <a:sym typeface="+mn-lt"/>
              </a:rPr>
              <a:t>3:15】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所以我们中间凡是完全人，总要存这样的心；若在什么事上存别样的心，　神也必以此指示你们。</a:t>
            </a: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内容：</a:t>
            </a: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前面：</a:t>
            </a: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如</a:t>
            </a:r>
            <a:r>
              <a:rPr lang="en-US" altLang="zh-CN">
                <a:solidFill>
                  <a:srgbClr val="000000"/>
                </a:solidFill>
                <a:cs typeface="+mn-ea"/>
                <a:sym typeface="+mn-lt"/>
              </a:rPr>
              <a:t>4-6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节提到的，效法保罗完全摒弃律法为义，完全以基督为义。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效法保罗与基督一同受苦，效法基督的死的心志。（腓</a:t>
            </a:r>
            <a:r>
              <a:rPr lang="en-US" altLang="zh-CN">
                <a:solidFill>
                  <a:srgbClr val="000000"/>
                </a:solidFill>
                <a:cs typeface="+mn-ea"/>
                <a:sym typeface="+mn-lt"/>
              </a:rPr>
              <a:t>3:10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）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完全的谦卑自己，竭力追求，忘记背后，努力面前，向着标杆直跑。（腓</a:t>
            </a:r>
            <a:r>
              <a:rPr lang="en-US" altLang="zh-CN">
                <a:solidFill>
                  <a:srgbClr val="000000"/>
                </a:solidFill>
                <a:cs typeface="+mn-ea"/>
                <a:sym typeface="+mn-lt"/>
              </a:rPr>
              <a:t>3:13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>
                <a:solidFill>
                  <a:srgbClr val="000000"/>
                </a:solidFill>
                <a:cs typeface="+mn-ea"/>
                <a:sym typeface="+mn-lt"/>
              </a:rPr>
              <a:t>14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）</a:t>
            </a: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后面：</a:t>
            </a: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效法“我们”榜样的那些人，我们属灵的天国观和对世界的看法。</a:t>
            </a: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0530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4606" y="139761"/>
            <a:ext cx="52164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cs typeface="+mn-ea"/>
                <a:sym typeface="+mn-lt"/>
              </a:rPr>
              <a:t>第一段：效法榜样</a:t>
            </a:r>
            <a:endParaRPr lang="zh-CN" altLang="en-US" sz="4800" b="1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81144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3:17】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弟兄们，你们要一同效法我，也当留意看那些照我们榜样行的人。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效法</a:t>
            </a: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榜样：</a:t>
            </a: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对象是谁？</a:t>
            </a: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我们复述，榜样单数。</a:t>
            </a: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>
              <a:solidFill>
                <a:srgbClr val="000000"/>
              </a:solidFill>
              <a:cs typeface="+mn-ea"/>
              <a:sym typeface="+mn-lt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87A98D2-310B-FF11-B7CB-8D8D594908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0031" y="1698858"/>
            <a:ext cx="4629150" cy="34766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7832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4606" y="139761"/>
            <a:ext cx="52164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cs typeface="+mn-ea"/>
                <a:sym typeface="+mn-lt"/>
              </a:rPr>
              <a:t>第一段：效法榜样</a:t>
            </a:r>
            <a:endParaRPr lang="zh-CN" altLang="en-US" sz="4800" b="1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774513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3:17】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弟兄们，你们要一同效法我，也当留意看那些照我们榜样行的人。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结果：</a:t>
            </a: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>
                <a:solidFill>
                  <a:srgbClr val="000000"/>
                </a:solidFill>
                <a:cs typeface="+mn-ea"/>
                <a:sym typeface="+mn-lt"/>
              </a:rPr>
              <a:t>区别：效法（我们） </a:t>
            </a:r>
            <a:r>
              <a:rPr lang="en-US" altLang="zh-CN" sz="2000">
                <a:solidFill>
                  <a:srgbClr val="000000"/>
                </a:solidFill>
                <a:cs typeface="+mn-ea"/>
                <a:sym typeface="+mn-lt"/>
              </a:rPr>
              <a:t>vs </a:t>
            </a:r>
            <a:r>
              <a:rPr lang="zh-CN" altLang="en-US" sz="2000">
                <a:solidFill>
                  <a:srgbClr val="000000"/>
                </a:solidFill>
                <a:cs typeface="+mn-ea"/>
                <a:sym typeface="+mn-lt"/>
              </a:rPr>
              <a:t>防备（他们）</a:t>
            </a:r>
            <a:endParaRPr lang="en-US" altLang="zh-CN" sz="200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>
                <a:solidFill>
                  <a:srgbClr val="000000"/>
                </a:solidFill>
                <a:cs typeface="+mn-ea"/>
                <a:sym typeface="+mn-lt"/>
              </a:rPr>
              <a:t>后果：已经产生恶果，特别提及他们</a:t>
            </a:r>
            <a:endParaRPr lang="en-US" altLang="zh-CN" sz="200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25263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792782" y="165886"/>
            <a:ext cx="6998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cs typeface="+mn-ea"/>
                <a:sym typeface="+mn-lt"/>
              </a:rPr>
              <a:t>第二段：十字架的仇敌</a:t>
            </a:r>
            <a:endParaRPr lang="zh-CN" altLang="en-US" sz="4800" b="1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63846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3:18】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因为有许多人行事是基督十字架的仇敌。我屡次告诉你们，现在又流泪地告诉你们：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3:19】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他们的结局就是沉沦，他们的神就是自己的肚腹，他们以自己的羞辱为荣耀，专以地上的事为念。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十字架的仇敌：</a:t>
            </a:r>
            <a:endParaRPr lang="en-US" altLang="zh-CN" b="1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>
                <a:effectLst/>
                <a:ea typeface="苹方-简" panose="020B0300000000000000" pitchFamily="34" charset="-122"/>
              </a:rPr>
              <a:t>行事为人与十字架的道理相违背</a:t>
            </a:r>
            <a:endParaRPr lang="en-US" altLang="zh-CN" sz="1800" b="1">
              <a:solidFill>
                <a:srgbClr val="000000"/>
              </a:solidFill>
              <a:effectLst/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>
                <a:effectLst/>
                <a:ea typeface="苹方-简" panose="020B0300000000000000" pitchFamily="34" charset="-122"/>
              </a:rPr>
              <a:t>放纵情欲的机会</a:t>
            </a:r>
            <a:endParaRPr lang="en-US" altLang="zh-CN" b="1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犹</a:t>
            </a:r>
            <a:r>
              <a:rPr lang="en-US" altLang="zh-CN">
                <a:solidFill>
                  <a:srgbClr val="000000"/>
                </a:solidFill>
                <a:cs typeface="+mn-ea"/>
                <a:sym typeface="+mn-lt"/>
              </a:rPr>
              <a:t>1:4】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因为有些人偷着进来，就是自古被定受刑罚的，是不虔诚的，将我们　神的恩变作放纵情欲的机会，并且不认独一的主宰、我们主耶稣基督。</a:t>
            </a: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十字架：</a:t>
            </a: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>
                <a:effectLst/>
                <a:ea typeface="苹方-简" panose="020B0300000000000000" pitchFamily="34" charset="-122"/>
              </a:rPr>
              <a:t>每日背十字架的</a:t>
            </a:r>
            <a:r>
              <a:rPr lang="zh-CN" altLang="en-US">
                <a:ea typeface="苹方-简" panose="020B0300000000000000" pitchFamily="34" charset="-122"/>
              </a:rPr>
              <a:t>感恩生活</a:t>
            </a:r>
            <a:endParaRPr lang="en-US" altLang="zh-CN" sz="180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>
                <a:effectLst/>
                <a:ea typeface="苹方-简" panose="020B0300000000000000" pitchFamily="34" charset="-122"/>
              </a:rPr>
              <a:t>以神为中心的</a:t>
            </a:r>
            <a:r>
              <a:rPr lang="zh-CN" altLang="zh-CN" sz="1800">
                <a:effectLst/>
                <a:ea typeface="苹方-简" panose="020B0300000000000000" pitchFamily="34" charset="-122"/>
              </a:rPr>
              <a:t>圣洁的生活</a:t>
            </a:r>
            <a:endParaRPr lang="en-US" altLang="zh-CN"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>
                <a:effectLst/>
                <a:ea typeface="苹方-简" panose="020B0300000000000000" pitchFamily="34" charset="-122"/>
              </a:rPr>
              <a:t>教会成为圣洁，无有瑕疵</a:t>
            </a:r>
            <a:endParaRPr lang="en-US" altLang="zh-CN" sz="180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>
                <a:ea typeface="苹方-简" panose="020B0300000000000000" pitchFamily="34" charset="-122"/>
              </a:rPr>
              <a:t>【</a:t>
            </a:r>
            <a:r>
              <a:rPr lang="zh-CN" altLang="en-US">
                <a:ea typeface="苹方-简" panose="020B0300000000000000" pitchFamily="34" charset="-122"/>
              </a:rPr>
              <a:t>帖前</a:t>
            </a:r>
            <a:r>
              <a:rPr lang="en-US" altLang="zh-CN">
                <a:ea typeface="苹方-简" panose="020B0300000000000000" pitchFamily="34" charset="-122"/>
              </a:rPr>
              <a:t>4:3】</a:t>
            </a:r>
            <a:r>
              <a:rPr lang="zh-CN" altLang="en-US">
                <a:ea typeface="苹方-简" panose="020B0300000000000000" pitchFamily="34" charset="-122"/>
              </a:rPr>
              <a:t>神的旨意就是要你们成为圣洁，远避淫行；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>
                <a:ea typeface="苹方-简" panose="020B0300000000000000" pitchFamily="34" charset="-122"/>
              </a:rPr>
              <a:t>【</a:t>
            </a:r>
            <a:r>
              <a:rPr lang="zh-CN" altLang="en-US">
                <a:ea typeface="苹方-简" panose="020B0300000000000000" pitchFamily="34" charset="-122"/>
              </a:rPr>
              <a:t>帖前</a:t>
            </a:r>
            <a:r>
              <a:rPr lang="en-US" altLang="zh-CN">
                <a:ea typeface="苹方-简" panose="020B0300000000000000" pitchFamily="34" charset="-122"/>
              </a:rPr>
              <a:t>4:7】</a:t>
            </a:r>
            <a:r>
              <a:rPr lang="zh-CN" altLang="en-US">
                <a:ea typeface="苹方-简" panose="020B0300000000000000" pitchFamily="34" charset="-122"/>
              </a:rPr>
              <a:t>神召我们，本不是要我们沾染污秽，乃是要我们成为圣洁。</a:t>
            </a:r>
            <a:endParaRPr lang="en-US" altLang="zh-CN">
              <a:ea typeface="苹方-简" panose="020B0300000000000000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1434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792782" y="165886"/>
            <a:ext cx="6998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cs typeface="+mn-ea"/>
                <a:sym typeface="+mn-lt"/>
              </a:rPr>
              <a:t>第二段：十字架的仇敌</a:t>
            </a:r>
            <a:endParaRPr lang="zh-CN" altLang="en-US" sz="4800" b="1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63178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3:18】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因为有许多人行事是基督十字架的仇敌。我屡次告诉你们，现在又流泪地告诉你们：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3:19】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他们的结局就是沉沦，他们的神就是自己的肚腹，他们以自己的羞辱为荣耀，专以地上的事为念。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屡次：（你们）</a:t>
            </a:r>
            <a:endParaRPr lang="en-US" altLang="zh-CN" b="1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以爱为基础</a:t>
            </a: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>
                <a:effectLst/>
                <a:ea typeface="苹方-简" panose="020B0300000000000000" pitchFamily="34" charset="-122"/>
              </a:rPr>
              <a:t>不断的劝诫</a:t>
            </a: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流泪：（你们）</a:t>
            </a: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>
                <a:effectLst/>
                <a:ea typeface="苹方-简" panose="020B0300000000000000" pitchFamily="34" charset="-122"/>
              </a:rPr>
              <a:t>以爱为基础</a:t>
            </a:r>
            <a:endParaRPr lang="en-US" altLang="zh-CN" sz="180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>
                <a:effectLst/>
                <a:ea typeface="苹方-简" panose="020B0300000000000000" pitchFamily="34" charset="-122"/>
              </a:rPr>
              <a:t>为灵魂</a:t>
            </a:r>
            <a:r>
              <a:rPr lang="zh-CN" altLang="en-US" sz="1800">
                <a:effectLst/>
                <a:ea typeface="苹方-简" panose="020B0300000000000000" pitchFamily="34" charset="-122"/>
              </a:rPr>
              <a:t>担忧</a:t>
            </a:r>
            <a:endParaRPr lang="en-US" altLang="zh-CN" sz="2000" b="1">
              <a:solidFill>
                <a:srgbClr val="000000"/>
              </a:solidFill>
              <a:effectLst/>
              <a:ea typeface="苹方-简" panose="020B0300000000000000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应用：</a:t>
            </a: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为自己警醒祷告</a:t>
            </a: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家人、弟兄姊妹</a:t>
            </a: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05312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792782" y="165886"/>
            <a:ext cx="6998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cs typeface="+mn-ea"/>
                <a:sym typeface="+mn-lt"/>
              </a:rPr>
              <a:t>第二段：十字架的仇敌</a:t>
            </a:r>
            <a:endParaRPr lang="zh-CN" altLang="en-US" sz="4800" b="1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37478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3:18】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因为有许多人行事是基督十字架的仇敌。我屡次告诉你们，现在又流泪地告诉你们：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3:19】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他们的结局就是沉沦，他们的神就是自己的肚腹，他们以自己的羞辱为荣耀，专以地上的事为念。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800" b="1">
                <a:solidFill>
                  <a:srgbClr val="000000"/>
                </a:solidFill>
                <a:cs typeface="+mn-ea"/>
                <a:sym typeface="+mn-lt"/>
              </a:rPr>
              <a:t>对比：</a:t>
            </a:r>
            <a:endParaRPr lang="en-US" altLang="zh-CN" sz="2800" b="1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17A0BA1-33C3-E190-DA21-B6E0CF5196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137144"/>
              </p:ext>
            </p:extLst>
          </p:nvPr>
        </p:nvGraphicFramePr>
        <p:xfrm>
          <a:off x="2063524" y="3056248"/>
          <a:ext cx="6505711" cy="3312000"/>
        </p:xfrm>
        <a:graphic>
          <a:graphicData uri="http://schemas.openxmlformats.org/drawingml/2006/table">
            <a:tbl>
              <a:tblPr firstRow="1">
                <a:tableStyleId>{616DA210-FB5B-4158-B5E0-FEB733F419BA}</a:tableStyleId>
              </a:tblPr>
              <a:tblGrid>
                <a:gridCol w="897391">
                  <a:extLst>
                    <a:ext uri="{9D8B030D-6E8A-4147-A177-3AD203B41FA5}">
                      <a16:colId xmlns:a16="http://schemas.microsoft.com/office/drawing/2014/main" val="2743052422"/>
                    </a:ext>
                  </a:extLst>
                </a:gridCol>
                <a:gridCol w="2116182">
                  <a:extLst>
                    <a:ext uri="{9D8B030D-6E8A-4147-A177-3AD203B41FA5}">
                      <a16:colId xmlns:a16="http://schemas.microsoft.com/office/drawing/2014/main" val="273591488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721237624"/>
                    </a:ext>
                  </a:extLst>
                </a:gridCol>
                <a:gridCol w="2943498">
                  <a:extLst>
                    <a:ext uri="{9D8B030D-6E8A-4147-A177-3AD203B41FA5}">
                      <a16:colId xmlns:a16="http://schemas.microsoft.com/office/drawing/2014/main" val="3936120865"/>
                    </a:ext>
                  </a:extLst>
                </a:gridCol>
              </a:tblGrid>
              <a:tr h="68400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100">
                          <a:effectLst/>
                        </a:rPr>
                        <a:t>谁？</a:t>
                      </a:r>
                      <a:endParaRPr lang="zh-CN" sz="210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89958" marR="89958" marT="89958" marB="89958" anchor="ctr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100">
                          <a:effectLst/>
                        </a:rPr>
                        <a:t>保罗和众人榜样</a:t>
                      </a:r>
                      <a:endParaRPr lang="zh-CN" sz="210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89958" marR="89958" marT="89958" marB="89958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</a:rPr>
                        <a:t>vs</a:t>
                      </a:r>
                      <a:endParaRPr lang="en-US" sz="210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89958" marR="89958" marT="89958" marB="89958" anchor="ctr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100">
                          <a:effectLst/>
                        </a:rPr>
                        <a:t>许多人即十字架的仇敌</a:t>
                      </a:r>
                      <a:endParaRPr lang="zh-CN" sz="210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89958" marR="89958" marT="89958" marB="89958" anchor="ctr"/>
                </a:tc>
                <a:extLst>
                  <a:ext uri="{0D108BD9-81ED-4DB2-BD59-A6C34878D82A}">
                    <a16:rowId xmlns:a16="http://schemas.microsoft.com/office/drawing/2014/main" val="28099407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100">
                          <a:effectLst/>
                        </a:rPr>
                        <a:t>现在</a:t>
                      </a:r>
                      <a:endParaRPr lang="zh-CN" sz="210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89958" marR="89958" marT="89958" marB="89958" anchor="ctr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100">
                          <a:effectLst/>
                        </a:rPr>
                        <a:t>天国的国民</a:t>
                      </a:r>
                      <a:endParaRPr lang="zh-CN" sz="210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89958" marR="89958" marT="89958" marB="89958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</a:rPr>
                        <a:t>vs</a:t>
                      </a:r>
                      <a:endParaRPr lang="en-US" sz="210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89958" marR="89958" marT="89958" marB="89958" anchor="ctr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100">
                          <a:effectLst/>
                        </a:rPr>
                        <a:t>地上的事为念</a:t>
                      </a:r>
                      <a:endParaRPr lang="zh-CN" sz="210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89958" marR="89958" marT="89958" marB="89958" anchor="ctr"/>
                </a:tc>
                <a:extLst>
                  <a:ext uri="{0D108BD9-81ED-4DB2-BD59-A6C34878D82A}">
                    <a16:rowId xmlns:a16="http://schemas.microsoft.com/office/drawing/2014/main" val="1343390154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100">
                          <a:effectLst/>
                        </a:rPr>
                        <a:t>将来</a:t>
                      </a:r>
                      <a:endParaRPr lang="zh-CN" sz="210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89958" marR="89958" marT="89958" marB="89958" anchor="ctr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100">
                          <a:effectLst/>
                        </a:rPr>
                        <a:t>等候救主</a:t>
                      </a:r>
                      <a:endParaRPr lang="zh-CN" sz="210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89958" marR="89958" marT="89958" marB="89958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</a:rPr>
                        <a:t>vs</a:t>
                      </a:r>
                      <a:endParaRPr lang="en-US" sz="210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89958" marR="89958" marT="89958" marB="89958" anchor="ctr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100">
                          <a:effectLst/>
                        </a:rPr>
                        <a:t>沉沦</a:t>
                      </a:r>
                      <a:endParaRPr lang="zh-CN" sz="210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89958" marR="89958" marT="89958" marB="89958" anchor="ctr"/>
                </a:tc>
                <a:extLst>
                  <a:ext uri="{0D108BD9-81ED-4DB2-BD59-A6C34878D82A}">
                    <a16:rowId xmlns:a16="http://schemas.microsoft.com/office/drawing/2014/main" val="3477065865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100">
                          <a:effectLst/>
                        </a:rPr>
                        <a:t>神</a:t>
                      </a:r>
                      <a:endParaRPr lang="zh-CN" sz="210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89958" marR="89958" marT="89958" marB="89958" anchor="ctr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100">
                          <a:effectLst/>
                        </a:rPr>
                        <a:t>主耶稣基督</a:t>
                      </a:r>
                      <a:endParaRPr lang="zh-CN" sz="210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89958" marR="89958" marT="89958" marB="89958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</a:rPr>
                        <a:t>vs</a:t>
                      </a:r>
                      <a:endParaRPr lang="en-US" sz="210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89958" marR="89958" marT="89958" marB="89958" anchor="ctr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100">
                          <a:effectLst/>
                        </a:rPr>
                        <a:t>肚腹</a:t>
                      </a:r>
                      <a:endParaRPr lang="zh-CN" sz="210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89958" marR="89958" marT="89958" marB="89958" anchor="ctr"/>
                </a:tc>
                <a:extLst>
                  <a:ext uri="{0D108BD9-81ED-4DB2-BD59-A6C34878D82A}">
                    <a16:rowId xmlns:a16="http://schemas.microsoft.com/office/drawing/2014/main" val="1515139767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100">
                          <a:effectLst/>
                        </a:rPr>
                        <a:t>荣耀</a:t>
                      </a:r>
                      <a:endParaRPr lang="zh-CN" sz="210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89958" marR="89958" marT="89958" marB="89958" anchor="ctr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100">
                          <a:effectLst/>
                        </a:rPr>
                        <a:t>荣耀的身体</a:t>
                      </a:r>
                      <a:endParaRPr lang="zh-CN" sz="210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89958" marR="89958" marT="89958" marB="89958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</a:rPr>
                        <a:t>vs</a:t>
                      </a:r>
                      <a:endParaRPr lang="en-US" sz="210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89958" marR="89958" marT="89958" marB="89958" anchor="ctr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100">
                          <a:effectLst/>
                        </a:rPr>
                        <a:t>羞辱</a:t>
                      </a:r>
                      <a:endParaRPr lang="zh-CN" sz="210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89958" marR="89958" marT="89958" marB="89958" anchor="ctr"/>
                </a:tc>
                <a:extLst>
                  <a:ext uri="{0D108BD9-81ED-4DB2-BD59-A6C34878D82A}">
                    <a16:rowId xmlns:a16="http://schemas.microsoft.com/office/drawing/2014/main" val="88137081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937354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792782" y="165886"/>
            <a:ext cx="6998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cs typeface="+mn-ea"/>
                <a:sym typeface="+mn-lt"/>
              </a:rPr>
              <a:t>第二段：十字架的仇敌</a:t>
            </a:r>
            <a:endParaRPr lang="zh-CN" altLang="en-US" sz="4800" b="1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61331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3:18】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因为有许多人行事是基督十字架的仇敌。我屡次告诉你们，现在又流泪地告诉你们：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3:19】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他们的结局就是沉沦，他们的神就是自己的肚腹，他们以自己的羞辱为荣耀，专以地上的事为念。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十字架的仇敌：三观（世界观、人生观、价值观）不同</a:t>
            </a:r>
            <a:endParaRPr lang="en-US" altLang="zh-CN" b="1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神是自己的肚腹（如何认识这个世界，世界的来源、结局等）。</a:t>
            </a: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人生观是地上的事为念（人生的目的为何）。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荣耀是价值观为自己的羞辱（何为价值、荣耀、羞辱）。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基督徒与非基督徒三观的区别：</a:t>
            </a: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核心：对神认识不一样</a:t>
            </a: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结局：</a:t>
            </a: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>
                <a:effectLst/>
                <a:ea typeface="苹方-简" panose="020B0300000000000000" pitchFamily="34" charset="-122"/>
              </a:rPr>
              <a:t>沉沦</a:t>
            </a:r>
            <a:endParaRPr lang="en-US" altLang="zh-CN" sz="2000" b="1">
              <a:solidFill>
                <a:srgbClr val="000000"/>
              </a:solidFill>
              <a:effectLst/>
              <a:ea typeface="苹方-简" panose="020B0300000000000000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神：</a:t>
            </a:r>
            <a:r>
              <a:rPr lang="zh-CN" altLang="en-US" sz="2000" b="1">
                <a:solidFill>
                  <a:srgbClr val="000000"/>
                </a:solidFill>
                <a:cs typeface="+mn-ea"/>
                <a:sym typeface="Wingdings" panose="05000000000000000000" pitchFamily="2" charset="2"/>
              </a:rPr>
              <a:t>需要</a:t>
            </a: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>
                <a:solidFill>
                  <a:srgbClr val="000000"/>
                </a:solidFill>
                <a:cs typeface="+mn-ea"/>
                <a:sym typeface="+mn-lt"/>
              </a:rPr>
              <a:t>肚腹</a:t>
            </a:r>
            <a:endParaRPr lang="en-US" altLang="zh-CN" sz="200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417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792782" y="165886"/>
            <a:ext cx="6998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cs typeface="+mn-ea"/>
                <a:sym typeface="+mn-lt"/>
              </a:rPr>
              <a:t>第二段：十字架的仇敌</a:t>
            </a:r>
            <a:endParaRPr lang="zh-CN" altLang="en-US" sz="4800" b="1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6056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3:18】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因为有许多人行事是基督十字架的仇敌。我屡次告诉你们，现在又流泪地告诉你们：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3:19】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他们的结局就是沉沦，他们的神就是自己的肚腹，他们以自己的羞辱为荣耀，专以地上的事为念。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荣耀：</a:t>
            </a:r>
            <a:endParaRPr lang="en-US" altLang="zh-CN" b="1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羞辱：</a:t>
            </a:r>
            <a:r>
              <a:rPr lang="zh-CN" altLang="zh-CN" sz="1800">
                <a:effectLst/>
                <a:ea typeface="苹方-简" panose="020B0300000000000000" pitchFamily="34" charset="-122"/>
              </a:rPr>
              <a:t>他们弯曲的道德意识引起的那些不道德的行为</a:t>
            </a: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罗</a:t>
            </a:r>
            <a:r>
              <a:rPr lang="en-US" altLang="zh-CN" sz="1600">
                <a:solidFill>
                  <a:srgbClr val="000000"/>
                </a:solidFill>
                <a:cs typeface="+mn-ea"/>
                <a:sym typeface="+mn-lt"/>
              </a:rPr>
              <a:t>6:19】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我因你们肉体的软弱，就照人的常话对你们说：你们从前怎样将肢体献给不洁、不法作奴仆，以至于不法；现今也要照样将肢体献给义作奴仆，以至于成圣。</a:t>
            </a:r>
          </a:p>
          <a:p>
            <a:pPr marL="1257300" lvl="2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罗</a:t>
            </a:r>
            <a:r>
              <a:rPr lang="en-US" altLang="zh-CN" sz="1600">
                <a:solidFill>
                  <a:srgbClr val="000000"/>
                </a:solidFill>
                <a:cs typeface="+mn-ea"/>
                <a:sym typeface="+mn-lt"/>
              </a:rPr>
              <a:t>6:21】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你们现今所看为羞耻的事，当日有什么果子呢？那些事的结局就是死；</a:t>
            </a:r>
            <a:endParaRPr lang="en-US" altLang="zh-CN" sz="160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林前 </a:t>
            </a:r>
            <a:r>
              <a:rPr lang="en-US" altLang="zh-CN" sz="1600">
                <a:solidFill>
                  <a:srgbClr val="000000"/>
                </a:solidFill>
                <a:cs typeface="+mn-ea"/>
                <a:sym typeface="+mn-lt"/>
              </a:rPr>
              <a:t>5:1 】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风闻在你们中间有淫乱的事。这样的淫乱连外邦人中也没有，就是有人收了他的继母。</a:t>
            </a:r>
            <a:endParaRPr lang="en-US" altLang="zh-CN" sz="160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地上：</a:t>
            </a: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专以地上的事</a:t>
            </a: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雅</a:t>
            </a:r>
            <a:r>
              <a:rPr lang="en-US" altLang="zh-CN" sz="1600">
                <a:solidFill>
                  <a:srgbClr val="000000"/>
                </a:solidFill>
                <a:cs typeface="+mn-ea"/>
                <a:sym typeface="+mn-lt"/>
              </a:rPr>
              <a:t>3:15】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这样的智慧不是从上头来的，乃是属地的、属情欲的、属鬼魔的。</a:t>
            </a:r>
          </a:p>
          <a:p>
            <a:pPr marL="1257300" lvl="2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罗</a:t>
            </a:r>
            <a:r>
              <a:rPr lang="en-US" altLang="zh-CN" sz="1600">
                <a:solidFill>
                  <a:srgbClr val="000000"/>
                </a:solidFill>
                <a:cs typeface="+mn-ea"/>
                <a:sym typeface="+mn-lt"/>
              </a:rPr>
              <a:t>8:5】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因为随从肉体的人体贴肉体的事；随从圣灵的人体贴圣灵的事。</a:t>
            </a:r>
          </a:p>
          <a:p>
            <a:pPr marL="1257300" lvl="2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罗</a:t>
            </a:r>
            <a:r>
              <a:rPr lang="en-US" altLang="zh-CN" sz="1600">
                <a:solidFill>
                  <a:srgbClr val="000000"/>
                </a:solidFill>
                <a:cs typeface="+mn-ea"/>
                <a:sym typeface="+mn-lt"/>
              </a:rPr>
              <a:t>8:6】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体贴肉体的就是死，体贴圣灵的乃是生命平安。</a:t>
            </a:r>
            <a:endParaRPr lang="en-US" altLang="zh-CN" sz="160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应用：</a:t>
            </a:r>
            <a:endParaRPr lang="en-US" altLang="zh-CN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zh-CN" sz="1600">
                <a:effectLst/>
                <a:ea typeface="苹方-简" panose="020B0300000000000000" pitchFamily="34" charset="-122"/>
              </a:rPr>
              <a:t>【太6:24】“一个人不能侍奉两个主。不是恶这个爱那个，就是重这个轻那个。你们不能又侍奉　神，又侍奉玛门。”</a:t>
            </a:r>
          </a:p>
          <a:p>
            <a:pPr marL="1257300" lvl="2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31077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453051" y="122343"/>
            <a:ext cx="7698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cs typeface="+mn-ea"/>
                <a:sym typeface="+mn-lt"/>
              </a:rPr>
              <a:t>第三段：天上的国民</a:t>
            </a:r>
            <a:endParaRPr lang="zh-CN" altLang="en-US" sz="4800" b="1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1710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3:20】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我们却是天上的国民，并且等候救主，就是主耶稣基督从天上降临。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3:21】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他要按着那能叫万有归服自己的大能，将我们这卑贱的身体改变形状，和他自己荣耀的身体相似。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天上的国民：现在</a:t>
            </a: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</a:rPr>
              <a:t>天上国民在地上的一种彰显。</a:t>
            </a:r>
            <a:endParaRPr lang="en-US" altLang="zh-CN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</a:rPr>
              <a:t>为什么是天国的国民？“有信基督的义”</a:t>
            </a:r>
            <a:endParaRPr lang="en-US" altLang="zh-CN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</a:rPr>
              <a:t>盼望是什么？“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主耶稣基督从天上降临</a:t>
            </a:r>
            <a:r>
              <a:rPr lang="zh-CN" altLang="en-US">
                <a:solidFill>
                  <a:srgbClr val="000000"/>
                </a:solidFill>
                <a:cs typeface="+mn-ea"/>
              </a:rPr>
              <a:t>”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</a:rPr>
              <a:t>为什么有盼望？ “应许”</a:t>
            </a:r>
            <a:endParaRPr lang="en-US" altLang="zh-CN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rgbClr val="000000"/>
                </a:solidFill>
                <a:cs typeface="+mn-ea"/>
              </a:rPr>
              <a:t>【</a:t>
            </a:r>
            <a:r>
              <a:rPr lang="zh-CN" altLang="en-US">
                <a:solidFill>
                  <a:srgbClr val="000000"/>
                </a:solidFill>
                <a:cs typeface="+mn-ea"/>
              </a:rPr>
              <a:t>彼后</a:t>
            </a:r>
            <a:r>
              <a:rPr lang="en-US" altLang="zh-CN">
                <a:solidFill>
                  <a:srgbClr val="000000"/>
                </a:solidFill>
                <a:cs typeface="+mn-ea"/>
              </a:rPr>
              <a:t>3:13】</a:t>
            </a:r>
            <a:r>
              <a:rPr lang="zh-CN" altLang="en-US">
                <a:solidFill>
                  <a:srgbClr val="000000"/>
                </a:solidFill>
                <a:cs typeface="+mn-ea"/>
              </a:rPr>
              <a:t>但我们照他的应许，盼望新天新地，有义居在其中。</a:t>
            </a:r>
            <a:endParaRPr lang="en-US" altLang="zh-CN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cs typeface="+mn-ea"/>
                <a:sym typeface="+mn-lt"/>
              </a:rPr>
              <a:t>归服自己的大能：</a:t>
            </a:r>
            <a:endParaRPr lang="en-US" altLang="zh-CN" sz="2000" b="1"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cs typeface="+mn-ea"/>
                <a:sym typeface="+mn-lt"/>
              </a:rPr>
              <a:t>创造主：</a:t>
            </a:r>
            <a:endParaRPr lang="en-US" altLang="zh-CN"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>
                <a:cs typeface="+mn-ea"/>
                <a:sym typeface="+mn-lt"/>
              </a:rPr>
              <a:t>【</a:t>
            </a:r>
            <a:r>
              <a:rPr lang="zh-CN" altLang="en-US">
                <a:cs typeface="+mn-ea"/>
                <a:sym typeface="+mn-lt"/>
              </a:rPr>
              <a:t>约</a:t>
            </a:r>
            <a:r>
              <a:rPr lang="en-US" altLang="zh-CN">
                <a:cs typeface="+mn-ea"/>
                <a:sym typeface="+mn-lt"/>
              </a:rPr>
              <a:t>1:3】</a:t>
            </a:r>
            <a:r>
              <a:rPr lang="zh-CN" altLang="en-US">
                <a:cs typeface="+mn-ea"/>
                <a:sym typeface="+mn-lt"/>
              </a:rPr>
              <a:t>万物是藉着他造的；凡被造的，没有一样不是藉着他造的。</a:t>
            </a:r>
            <a:endParaRPr lang="en-US" altLang="zh-CN"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cs typeface="+mn-ea"/>
                <a:sym typeface="+mn-lt"/>
              </a:rPr>
              <a:t>万有归服 </a:t>
            </a:r>
            <a:r>
              <a:rPr lang="en-US" altLang="zh-CN">
                <a:cs typeface="+mn-ea"/>
                <a:sym typeface="+mn-lt"/>
              </a:rPr>
              <a:t>vs </a:t>
            </a:r>
            <a:r>
              <a:rPr lang="zh-CN" altLang="en-US">
                <a:cs typeface="+mn-ea"/>
                <a:sym typeface="+mn-lt"/>
              </a:rPr>
              <a:t>地上的事</a:t>
            </a:r>
            <a:endParaRPr lang="en-US" altLang="zh-CN"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9884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453051" y="122343"/>
            <a:ext cx="7698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rgbClr val="000000"/>
                </a:solidFill>
                <a:cs typeface="+mn-ea"/>
                <a:sym typeface="+mn-lt"/>
              </a:rPr>
              <a:t>第三段：天上的国民</a:t>
            </a:r>
            <a:endParaRPr lang="zh-CN" altLang="en-US" sz="4800" b="1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390177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3:20】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我们却是天上的国民，并且等候救主，就是主耶稣基督从天上降临。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3:21】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他要按着那能叫万有归服自己的大能，将我们这卑贱的身体改变形状，和他自己荣耀的身体相似。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卑微 （自甘卑微、谦卑）</a:t>
            </a:r>
            <a:r>
              <a:rPr lang="en-US" altLang="zh-CN" sz="2000" b="1">
                <a:solidFill>
                  <a:srgbClr val="000000"/>
                </a:solidFill>
                <a:cs typeface="+mn-ea"/>
                <a:sym typeface="+mn-lt"/>
              </a:rPr>
              <a:t>vs </a:t>
            </a:r>
            <a:r>
              <a:rPr lang="zh-CN" altLang="en-US" sz="2000" b="1">
                <a:solidFill>
                  <a:srgbClr val="000000"/>
                </a:solidFill>
                <a:cs typeface="+mn-ea"/>
                <a:sym typeface="+mn-lt"/>
              </a:rPr>
              <a:t>荣耀：</a:t>
            </a: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</a:rPr>
              <a:t>非诺斯底主义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</a:rPr>
              <a:t>血肉的身体，表现软弱、会失败、会死。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</a:rPr>
              <a:t>与基督荣耀身体相对应。</a:t>
            </a:r>
            <a:endParaRPr lang="en-US" altLang="zh-CN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</a:rPr>
              <a:t>不是构造而是性质改变。</a:t>
            </a:r>
            <a:endParaRPr lang="en-US" altLang="zh-CN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cs typeface="+mn-ea"/>
              </a:rPr>
              <a:t>肚腹 </a:t>
            </a:r>
            <a:r>
              <a:rPr lang="en-US" altLang="zh-CN">
                <a:solidFill>
                  <a:srgbClr val="000000"/>
                </a:solidFill>
                <a:cs typeface="+mn-ea"/>
              </a:rPr>
              <a:t>vs </a:t>
            </a:r>
            <a:r>
              <a:rPr lang="zh-CN" altLang="en-US">
                <a:solidFill>
                  <a:srgbClr val="000000"/>
                </a:solidFill>
                <a:cs typeface="+mn-ea"/>
              </a:rPr>
              <a:t>荣耀身体</a:t>
            </a:r>
            <a:endParaRPr lang="en-US" altLang="zh-CN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0357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总结</a:t>
            </a:r>
          </a:p>
        </p:txBody>
      </p:sp>
      <p:graphicFrame>
        <p:nvGraphicFramePr>
          <p:cNvPr id="36" name="文本框 1">
            <a:extLst>
              <a:ext uri="{FF2B5EF4-FFF2-40B4-BE49-F238E27FC236}">
                <a16:creationId xmlns:a16="http://schemas.microsoft.com/office/drawing/2014/main" id="{B12BE72B-659A-7AF7-7767-61D717B88C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2143522"/>
              </p:ext>
            </p:extLst>
          </p:nvPr>
        </p:nvGraphicFramePr>
        <p:xfrm>
          <a:off x="0" y="1339364"/>
          <a:ext cx="12192000" cy="49867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242525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问题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2939"/>
            <a:ext cx="12192000" cy="294747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400">
                <a:solidFill>
                  <a:srgbClr val="000000"/>
                </a:solidFill>
                <a:cs typeface="+mn-ea"/>
                <a:sym typeface="+mn-lt"/>
              </a:rPr>
              <a:t>1. </a:t>
            </a:r>
            <a:r>
              <a:rPr lang="zh-CN" altLang="en-US" sz="2400">
                <a:solidFill>
                  <a:srgbClr val="000000"/>
                </a:solidFill>
                <a:cs typeface="+mn-ea"/>
                <a:sym typeface="+mn-lt"/>
              </a:rPr>
              <a:t>哪节经文是保罗对“十字架的仇敌”具体描述，请列出至少两种表现？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400">
                <a:solidFill>
                  <a:srgbClr val="000000"/>
                </a:solidFill>
                <a:cs typeface="+mn-ea"/>
                <a:sym typeface="+mn-lt"/>
              </a:rPr>
              <a:t>2. </a:t>
            </a:r>
            <a:r>
              <a:rPr lang="zh-CN" altLang="en-US" sz="2400">
                <a:solidFill>
                  <a:srgbClr val="000000"/>
                </a:solidFill>
                <a:cs typeface="+mn-ea"/>
                <a:sym typeface="+mn-lt"/>
              </a:rPr>
              <a:t>经文中所描述天上国民对将来的盼望是什么？我们具体会有什么改变？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400">
                <a:solidFill>
                  <a:srgbClr val="000000"/>
                </a:solidFill>
                <a:cs typeface="+mn-ea"/>
                <a:sym typeface="+mn-lt"/>
              </a:rPr>
              <a:t>3. </a:t>
            </a:r>
            <a:r>
              <a:rPr lang="zh-CN" altLang="en-US" sz="2400">
                <a:solidFill>
                  <a:srgbClr val="000000"/>
                </a:solidFill>
                <a:cs typeface="+mn-ea"/>
                <a:sym typeface="+mn-lt"/>
              </a:rPr>
              <a:t>作为天上的国民，你已有或计划有哪几方面的改变？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400">
                <a:solidFill>
                  <a:srgbClr val="000000"/>
                </a:solidFill>
                <a:cs typeface="+mn-ea"/>
                <a:sym typeface="+mn-lt"/>
              </a:rPr>
              <a:t>（选答题）简述的非基督徒的三观和基督徒的三观的核心，你个人的三观是什么？</a:t>
            </a:r>
            <a:endParaRPr lang="en-US" altLang="zh-CN" sz="240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2_Office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revision>1</cp:revision>
  <dcterms:created xsi:type="dcterms:W3CDTF">2019-06-19T02:08:00Z</dcterms:created>
  <dcterms:modified xsi:type="dcterms:W3CDTF">2023-11-04T21:32:58Z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