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560" r:id="rId2"/>
    <p:sldId id="425" r:id="rId3"/>
    <p:sldId id="554" r:id="rId4"/>
    <p:sldId id="531" r:id="rId5"/>
    <p:sldId id="553" r:id="rId6"/>
    <p:sldId id="593" r:id="rId7"/>
    <p:sldId id="594" r:id="rId8"/>
    <p:sldId id="587" r:id="rId9"/>
    <p:sldId id="595" r:id="rId10"/>
    <p:sldId id="596" r:id="rId11"/>
    <p:sldId id="597" r:id="rId12"/>
    <p:sldId id="598" r:id="rId13"/>
    <p:sldId id="574" r:id="rId14"/>
    <p:sldId id="599" r:id="rId15"/>
    <p:sldId id="543" r:id="rId16"/>
    <p:sldId id="55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D5424E-B918-4C5C-88E3-A245457C2529}" v="1" dt="2023-11-11T22:46:37.7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3" d="100"/>
          <a:sy n="103" d="100"/>
        </p:scale>
        <p:origin x="114" y="558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EDD5424E-B918-4C5C-88E3-A245457C2529}"/>
    <pc:docChg chg="custSel modSld">
      <pc:chgData name="强 李" userId="cd6c7ec7188785ae" providerId="LiveId" clId="{EDD5424E-B918-4C5C-88E3-A245457C2529}" dt="2023-11-11T22:47:36.327" v="9" actId="207"/>
      <pc:docMkLst>
        <pc:docMk/>
      </pc:docMkLst>
      <pc:sldChg chg="modSp mod">
        <pc:chgData name="强 李" userId="cd6c7ec7188785ae" providerId="LiveId" clId="{EDD5424E-B918-4C5C-88E3-A245457C2529}" dt="2023-11-11T22:47:36.327" v="9" actId="207"/>
        <pc:sldMkLst>
          <pc:docMk/>
          <pc:sldMk cId="0" sldId="425"/>
        </pc:sldMkLst>
        <pc:spChg chg="mod">
          <ac:chgData name="强 李" userId="cd6c7ec7188785ae" providerId="LiveId" clId="{EDD5424E-B918-4C5C-88E3-A245457C2529}" dt="2023-11-11T22:47:36.327" v="9" actId="207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DD5424E-B918-4C5C-88E3-A245457C2529}" dt="2023-11-11T22:46:45.598" v="3" actId="1440"/>
        <pc:sldMkLst>
          <pc:docMk/>
          <pc:sldMk cId="54695671" sldId="531"/>
        </pc:sldMkLst>
        <pc:picChg chg="del">
          <ac:chgData name="强 李" userId="cd6c7ec7188785ae" providerId="LiveId" clId="{EDD5424E-B918-4C5C-88E3-A245457C2529}" dt="2023-11-11T22:46:36.824" v="0" actId="478"/>
          <ac:picMkLst>
            <pc:docMk/>
            <pc:sldMk cId="54695671" sldId="531"/>
            <ac:picMk id="2" creationId="{004B97CA-A634-1742-E4A8-396D9F522C1A}"/>
          </ac:picMkLst>
        </pc:picChg>
        <pc:picChg chg="add mod">
          <ac:chgData name="强 李" userId="cd6c7ec7188785ae" providerId="LiveId" clId="{EDD5424E-B918-4C5C-88E3-A245457C2529}" dt="2023-11-11T22:46:45.598" v="3" actId="1440"/>
          <ac:picMkLst>
            <pc:docMk/>
            <pc:sldMk cId="54695671" sldId="531"/>
            <ac:picMk id="3" creationId="{ED676CB3-071A-654E-8648-319D8E86AA37}"/>
          </ac:picMkLst>
        </pc:pic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02CE43A-45F1-424E-B08C-2AE31A0EDD7F}"/>
    <pc:docChg chg="custSel modSld">
      <pc:chgData name="强 李" userId="cd6c7ec7188785ae" providerId="LiveId" clId="{F02CE43A-45F1-424E-B08C-2AE31A0EDD7F}" dt="2023-11-10T22:00:12.766" v="4" actId="1076"/>
      <pc:docMkLst>
        <pc:docMk/>
      </pc:docMkLst>
      <pc:sldChg chg="addSp delSp modSp mod">
        <pc:chgData name="强 李" userId="cd6c7ec7188785ae" providerId="LiveId" clId="{F02CE43A-45F1-424E-B08C-2AE31A0EDD7F}" dt="2023-11-10T22:00:12.766" v="4" actId="1076"/>
        <pc:sldMkLst>
          <pc:docMk/>
          <pc:sldMk cId="54695671" sldId="531"/>
        </pc:sldMkLst>
        <pc:picChg chg="add mod">
          <ac:chgData name="强 李" userId="cd6c7ec7188785ae" providerId="LiveId" clId="{F02CE43A-45F1-424E-B08C-2AE31A0EDD7F}" dt="2023-11-10T22:00:12.766" v="4" actId="1076"/>
          <ac:picMkLst>
            <pc:docMk/>
            <pc:sldMk cId="54695671" sldId="531"/>
            <ac:picMk id="2" creationId="{004B97CA-A634-1742-E4A8-396D9F522C1A}"/>
          </ac:picMkLst>
        </pc:picChg>
        <pc:picChg chg="del">
          <ac:chgData name="强 李" userId="cd6c7ec7188785ae" providerId="LiveId" clId="{F02CE43A-45F1-424E-B08C-2AE31A0EDD7F}" dt="2023-11-10T22:00:10.036" v="3" actId="478"/>
          <ac:picMkLst>
            <pc:docMk/>
            <pc:sldMk cId="54695671" sldId="531"/>
            <ac:picMk id="6" creationId="{ED98C386-B822-E0D8-ABB7-E94213042042}"/>
          </ac:picMkLst>
        </pc:picChg>
      </pc:sldChg>
      <pc:sldChg chg="modSp mod">
        <pc:chgData name="强 李" userId="cd6c7ec7188785ae" providerId="LiveId" clId="{F02CE43A-45F1-424E-B08C-2AE31A0EDD7F}" dt="2023-11-10T21:59:00.048" v="0" actId="1076"/>
        <pc:sldMkLst>
          <pc:docMk/>
          <pc:sldMk cId="1557832261" sldId="593"/>
        </pc:sldMkLst>
        <pc:picChg chg="mod">
          <ac:chgData name="强 李" userId="cd6c7ec7188785ae" providerId="LiveId" clId="{F02CE43A-45F1-424E-B08C-2AE31A0EDD7F}" dt="2023-11-10T21:59:00.048" v="0" actId="1076"/>
          <ac:picMkLst>
            <pc:docMk/>
            <pc:sldMk cId="1557832261" sldId="593"/>
            <ac:picMk id="6" creationId="{787A98D2-310B-FF11-B7CB-8D8D5949085F}"/>
          </ac:picMkLst>
        </pc:pic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FE1E5BE-67E2-456A-A8EE-309133F342B5}"/>
    <pc:docChg chg="undo custSel addSld delSld modSld">
      <pc:chgData name="强 李" userId="cd6c7ec7188785ae" providerId="LiveId" clId="{BFE1E5BE-67E2-456A-A8EE-309133F342B5}" dt="2023-11-04T21:32:56.270" v="1533"/>
      <pc:docMkLst>
        <pc:docMk/>
      </pc:docMkLst>
      <pc:sldChg chg="modSp mod">
        <pc:chgData name="强 李" userId="cd6c7ec7188785ae" providerId="LiveId" clId="{BFE1E5BE-67E2-456A-A8EE-309133F342B5}" dt="2023-11-04T14:09:20.718" v="18" actId="404"/>
        <pc:sldMkLst>
          <pc:docMk/>
          <pc:sldMk cId="0" sldId="425"/>
        </pc:sldMkLst>
        <pc:spChg chg="mod">
          <ac:chgData name="强 李" userId="cd6c7ec7188785ae" providerId="LiveId" clId="{BFE1E5BE-67E2-456A-A8EE-309133F342B5}" dt="2023-11-04T14:09:20.718" v="18" actId="404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BFE1E5BE-67E2-456A-A8EE-309133F342B5}" dt="2023-11-04T14:08:51.681" v="13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BFE1E5BE-67E2-456A-A8EE-309133F342B5}" dt="2023-11-04T14:12:27.561" v="80"/>
        <pc:sldMkLst>
          <pc:docMk/>
          <pc:sldMk cId="54695671" sldId="531"/>
        </pc:sldMkLst>
        <pc:spChg chg="del mod">
          <ac:chgData name="强 李" userId="cd6c7ec7188785ae" providerId="LiveId" clId="{BFE1E5BE-67E2-456A-A8EE-309133F342B5}" dt="2023-11-04T14:12:27.561" v="80"/>
          <ac:spMkLst>
            <pc:docMk/>
            <pc:sldMk cId="54695671" sldId="531"/>
            <ac:spMk id="2" creationId="{00000000-0000-0000-0000-000000000000}"/>
          </ac:spMkLst>
        </pc:spChg>
        <pc:picChg chg="add del">
          <ac:chgData name="强 李" userId="cd6c7ec7188785ae" providerId="LiveId" clId="{BFE1E5BE-67E2-456A-A8EE-309133F342B5}" dt="2023-11-04T14:12:19.667" v="75" actId="22"/>
          <ac:picMkLst>
            <pc:docMk/>
            <pc:sldMk cId="54695671" sldId="531"/>
            <ac:picMk id="4" creationId="{D0C3640B-1392-5C8E-CF92-6AB4FBDA659D}"/>
          </ac:picMkLst>
        </pc:picChg>
        <pc:picChg chg="add mod">
          <ac:chgData name="强 李" userId="cd6c7ec7188785ae" providerId="LiveId" clId="{BFE1E5BE-67E2-456A-A8EE-309133F342B5}" dt="2023-11-04T14:12:27.205" v="78" actId="1076"/>
          <ac:picMkLst>
            <pc:docMk/>
            <pc:sldMk cId="54695671" sldId="531"/>
            <ac:picMk id="6" creationId="{ED98C386-B822-E0D8-ABB7-E94213042042}"/>
          </ac:picMkLst>
        </pc:picChg>
      </pc:sldChg>
      <pc:sldChg chg="addSp delSp modSp mod setBg">
        <pc:chgData name="强 李" userId="cd6c7ec7188785ae" providerId="LiveId" clId="{BFE1E5BE-67E2-456A-A8EE-309133F342B5}" dt="2023-11-04T21:32:29.212" v="1526" actId="478"/>
        <pc:sldMkLst>
          <pc:docMk/>
          <pc:sldMk cId="1242525785" sldId="543"/>
        </pc:sldMkLst>
        <pc:spChg chg="add del mod">
          <ac:chgData name="强 李" userId="cd6c7ec7188785ae" providerId="LiveId" clId="{BFE1E5BE-67E2-456A-A8EE-309133F342B5}" dt="2023-11-04T21:23:00.306" v="1479" actId="26606"/>
          <ac:spMkLst>
            <pc:docMk/>
            <pc:sldMk cId="1242525785" sldId="543"/>
            <ac:spMk id="2" creationId="{00000000-0000-0000-0000-000000000000}"/>
          </ac:spMkLst>
        </pc:spChg>
        <pc:spChg chg="add del mod">
          <ac:chgData name="强 李" userId="cd6c7ec7188785ae" providerId="LiveId" clId="{BFE1E5BE-67E2-456A-A8EE-309133F342B5}" dt="2023-11-04T21:32:29.212" v="1526" actId="478"/>
          <ac:spMkLst>
            <pc:docMk/>
            <pc:sldMk cId="1242525785" sldId="543"/>
            <ac:spMk id="3" creationId="{DF7855F5-2361-52E4-8FC9-1AD7D77E0191}"/>
          </ac:spMkLst>
        </pc:spChg>
        <pc:spChg chg="mod">
          <ac:chgData name="强 李" userId="cd6c7ec7188785ae" providerId="LiveId" clId="{BFE1E5BE-67E2-456A-A8EE-309133F342B5}" dt="2023-11-04T21:23:00.298" v="1478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4" creationId="{2E442304-DDBD-4F7B-8017-36BCC863FB4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6" creationId="{5E107275-3853-46FD-A241-DE4355A42675}"/>
          </ac:spMkLst>
        </pc:spChg>
        <pc:spChg chg="add del">
          <ac:chgData name="强 李" userId="cd6c7ec7188785ae" providerId="LiveId" clId="{BFE1E5BE-67E2-456A-A8EE-309133F342B5}" dt="2023-11-04T21:22:56.926" v="1474" actId="26606"/>
          <ac:spMkLst>
            <pc:docMk/>
            <pc:sldMk cId="1242525785" sldId="543"/>
            <ac:spMk id="28" creationId="{2659FDB4-FCBE-4A89-B46D-43D4FA54464D}"/>
          </ac:spMkLst>
        </pc:spChg>
        <pc:graphicFrameChg chg="add del">
          <ac:chgData name="强 李" userId="cd6c7ec7188785ae" providerId="LiveId" clId="{BFE1E5BE-67E2-456A-A8EE-309133F342B5}" dt="2023-11-04T21:22:48.942" v="1472" actId="26606"/>
          <ac:graphicFrameMkLst>
            <pc:docMk/>
            <pc:sldMk cId="1242525785" sldId="543"/>
            <ac:graphicFrameMk id="20" creationId="{567B558F-B9DD-AD76-DEBA-966180E27BBD}"/>
          </ac:graphicFrameMkLst>
        </pc:graphicFrameChg>
        <pc:graphicFrameChg chg="add del">
          <ac:chgData name="强 李" userId="cd6c7ec7188785ae" providerId="LiveId" clId="{BFE1E5BE-67E2-456A-A8EE-309133F342B5}" dt="2023-11-04T21:22:56.926" v="1474" actId="26606"/>
          <ac:graphicFrameMkLst>
            <pc:docMk/>
            <pc:sldMk cId="1242525785" sldId="543"/>
            <ac:graphicFrameMk id="30" creationId="{34A0FB43-AA49-C7AF-9500-41B998D8FD04}"/>
          </ac:graphicFrameMkLst>
        </pc:graphicFrameChg>
        <pc:graphicFrameChg chg="add del">
          <ac:chgData name="强 李" userId="cd6c7ec7188785ae" providerId="LiveId" clId="{BFE1E5BE-67E2-456A-A8EE-309133F342B5}" dt="2023-11-04T21:22:58.898" v="1476" actId="26606"/>
          <ac:graphicFrameMkLst>
            <pc:docMk/>
            <pc:sldMk cId="1242525785" sldId="543"/>
            <ac:graphicFrameMk id="32" creationId="{F41165E4-B578-744B-8575-E91419BF79A1}"/>
          </ac:graphicFrameMkLst>
        </pc:graphicFrameChg>
        <pc:graphicFrameChg chg="add del">
          <ac:chgData name="强 李" userId="cd6c7ec7188785ae" providerId="LiveId" clId="{BFE1E5BE-67E2-456A-A8EE-309133F342B5}" dt="2023-11-04T21:23:00.298" v="1478" actId="26606"/>
          <ac:graphicFrameMkLst>
            <pc:docMk/>
            <pc:sldMk cId="1242525785" sldId="543"/>
            <ac:graphicFrameMk id="34" creationId="{93B9EAD2-8753-B650-D1BD-E449CF64E790}"/>
          </ac:graphicFrameMkLst>
        </pc:graphicFrameChg>
        <pc:graphicFrameChg chg="add mod modGraphic">
          <ac:chgData name="强 李" userId="cd6c7ec7188785ae" providerId="LiveId" clId="{BFE1E5BE-67E2-456A-A8EE-309133F342B5}" dt="2023-11-04T21:27:19.398" v="1502" actId="13782"/>
          <ac:graphicFrameMkLst>
            <pc:docMk/>
            <pc:sldMk cId="1242525785" sldId="543"/>
            <ac:graphicFrameMk id="36" creationId="{B12BE72B-659A-7AF7-7767-61D717B88CD0}"/>
          </ac:graphicFrameMkLst>
        </pc:graphicFrameChg>
        <pc:picChg chg="add del">
          <ac:chgData name="强 李" userId="cd6c7ec7188785ae" providerId="LiveId" clId="{BFE1E5BE-67E2-456A-A8EE-309133F342B5}" dt="2023-11-04T21:23:00.298" v="1478" actId="26606"/>
          <ac:picMkLst>
            <pc:docMk/>
            <pc:sldMk cId="1242525785" sldId="543"/>
            <ac:picMk id="21" creationId="{D40957BC-060B-8B7F-4B51-1E769A6F4D82}"/>
          </ac:picMkLst>
        </pc:picChg>
        <pc:cxnChg chg="add del">
          <ac:chgData name="强 李" userId="cd6c7ec7188785ae" providerId="LiveId" clId="{BFE1E5BE-67E2-456A-A8EE-309133F342B5}" dt="2023-11-04T21:22:56.926" v="1474" actId="26606"/>
          <ac:cxnSpMkLst>
            <pc:docMk/>
            <pc:sldMk cId="1242525785" sldId="543"/>
            <ac:cxnSpMk id="29" creationId="{C8F51B3F-8331-4E4A-AE96-D47B1006EEAD}"/>
          </ac:cxnSpMkLst>
        </pc:cxnChg>
      </pc:sldChg>
      <pc:sldChg chg="addSp delSp modSp mod">
        <pc:chgData name="强 李" userId="cd6c7ec7188785ae" providerId="LiveId" clId="{BFE1E5BE-67E2-456A-A8EE-309133F342B5}" dt="2023-11-04T21:32:56.270" v="1533"/>
        <pc:sldMkLst>
          <pc:docMk/>
          <pc:sldMk cId="419382719" sldId="552"/>
        </pc:sldMkLst>
        <pc:spChg chg="add del mod">
          <ac:chgData name="强 李" userId="cd6c7ec7188785ae" providerId="LiveId" clId="{BFE1E5BE-67E2-456A-A8EE-309133F342B5}" dt="2023-11-04T21:32:56.270" v="1533"/>
          <ac:spMkLst>
            <pc:docMk/>
            <pc:sldMk cId="419382719" sldId="552"/>
            <ac:spMk id="2" creationId="{00000000-0000-0000-0000-000000000000}"/>
          </ac:spMkLst>
        </pc:spChg>
        <pc:graphicFrameChg chg="add del">
          <ac:chgData name="强 李" userId="cd6c7ec7188785ae" providerId="LiveId" clId="{BFE1E5BE-67E2-456A-A8EE-309133F342B5}" dt="2023-11-04T21:28:04.967" v="1504" actId="26606"/>
          <ac:graphicFrameMkLst>
            <pc:docMk/>
            <pc:sldMk cId="419382719" sldId="552"/>
            <ac:graphicFrameMk id="20" creationId="{DF4E7ABA-81B0-2E1E-4D69-46E7B1B11335}"/>
          </ac:graphicFrameMkLst>
        </pc:graphicFrameChg>
        <pc:graphicFrameChg chg="add del mod">
          <ac:chgData name="强 李" userId="cd6c7ec7188785ae" providerId="LiveId" clId="{BFE1E5BE-67E2-456A-A8EE-309133F342B5}" dt="2023-11-04T21:29:25.298" v="1513" actId="26606"/>
          <ac:graphicFrameMkLst>
            <pc:docMk/>
            <pc:sldMk cId="419382719" sldId="552"/>
            <ac:graphicFrameMk id="22" creationId="{DB8AE5D2-6EA4-7E9A-1CF3-A566F86A9857}"/>
          </ac:graphicFrameMkLst>
        </pc:graphicFrameChg>
      </pc:sldChg>
      <pc:sldChg chg="delSp modSp mod">
        <pc:chgData name="强 李" userId="cd6c7ec7188785ae" providerId="LiveId" clId="{BFE1E5BE-67E2-456A-A8EE-309133F342B5}" dt="2023-11-04T20:26:44.878" v="869"/>
        <pc:sldMkLst>
          <pc:docMk/>
          <pc:sldMk cId="530530540" sldId="553"/>
        </pc:sldMkLst>
        <pc:spChg chg="mod">
          <ac:chgData name="强 李" userId="cd6c7ec7188785ae" providerId="LiveId" clId="{BFE1E5BE-67E2-456A-A8EE-309133F342B5}" dt="2023-11-04T20:26:44.878" v="869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13:10.847" v="84" actId="14100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BFE1E5BE-67E2-456A-A8EE-309133F342B5}" dt="2023-11-04T14:13:38.872" v="93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BFE1E5BE-67E2-456A-A8EE-309133F342B5}" dt="2023-11-04T20:21:50.046" v="859" actId="1076"/>
        <pc:sldMkLst>
          <pc:docMk/>
          <pc:sldMk cId="3418790839" sldId="554"/>
        </pc:sldMkLst>
        <pc:spChg chg="mod">
          <ac:chgData name="强 李" userId="cd6c7ec7188785ae" providerId="LiveId" clId="{BFE1E5BE-67E2-456A-A8EE-309133F342B5}" dt="2023-11-04T14:11:55.391" v="73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21:50.046" v="859" actId="1076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BFE1E5BE-67E2-456A-A8EE-309133F342B5}" dt="2023-11-04T14:15:32.655" v="110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BFE1E5BE-67E2-456A-A8EE-309133F342B5}" dt="2023-11-04T14:14:47.771" v="102" actId="20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BFE1E5BE-67E2-456A-A8EE-309133F342B5}" dt="2023-11-04T14:11:16.129" v="55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BFE1E5BE-67E2-456A-A8EE-309133F342B5}" dt="2023-11-04T14:10:47.418" v="32" actId="14100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BFE1E5BE-67E2-456A-A8EE-309133F342B5}" dt="2023-11-04T14:10:49.737" v="33" actId="14100"/>
          <ac:grpSpMkLst>
            <pc:docMk/>
            <pc:sldMk cId="3418790839" sldId="554"/>
            <ac:grpSpMk id="6" creationId="{56CD5BD2-A0CC-7D0E-3BD1-0613845A3BF3}"/>
          </ac:grpSpMkLst>
        </pc:grpChg>
        <pc:grpChg chg="mod">
          <ac:chgData name="强 李" userId="cd6c7ec7188785ae" providerId="LiveId" clId="{BFE1E5BE-67E2-456A-A8EE-309133F342B5}" dt="2023-11-04T14:10:31.245" v="29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BFE1E5BE-67E2-456A-A8EE-309133F342B5}" dt="2023-11-04T14:08:46.746" v="11" actId="20577"/>
        <pc:sldMkLst>
          <pc:docMk/>
          <pc:sldMk cId="1911491714" sldId="560"/>
        </pc:sldMkLst>
        <pc:spChg chg="mod">
          <ac:chgData name="强 李" userId="cd6c7ec7188785ae" providerId="LiveId" clId="{BFE1E5BE-67E2-456A-A8EE-309133F342B5}" dt="2023-11-04T14:08:42.981" v="9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BFE1E5BE-67E2-456A-A8EE-309133F342B5}" dt="2023-11-04T14:08:46.746" v="11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21:48.887" v="1470" actId="20577"/>
        <pc:sldMkLst>
          <pc:docMk/>
          <pc:sldMk cId="159884778" sldId="574"/>
        </pc:sldMkLst>
        <pc:spChg chg="mod">
          <ac:chgData name="强 李" userId="cd6c7ec7188785ae" providerId="LiveId" clId="{BFE1E5BE-67E2-456A-A8EE-309133F342B5}" dt="2023-11-04T21:21:48.887" v="1470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52:40.979" v="636" actId="1076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30:39.365" v="1520" actId="2710"/>
        <pc:sldMkLst>
          <pc:docMk/>
          <pc:sldMk cId="3921434846" sldId="587"/>
        </pc:sldMkLst>
        <pc:spChg chg="mod">
          <ac:chgData name="强 李" userId="cd6c7ec7188785ae" providerId="LiveId" clId="{BFE1E5BE-67E2-456A-A8EE-309133F342B5}" dt="2023-11-04T21:30:39.365" v="1520" actId="2710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32:59.361" v="271" actId="107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2648053192" sldId="588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534191096" sldId="589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207264488" sldId="590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3491062220" sldId="591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046377894" sldId="592"/>
        </pc:sldMkLst>
      </pc:sldChg>
      <pc:sldChg chg="addSp delSp modSp add mod">
        <pc:chgData name="强 李" userId="cd6c7ec7188785ae" providerId="LiveId" clId="{BFE1E5BE-67E2-456A-A8EE-309133F342B5}" dt="2023-11-04T20:28:59.301" v="888" actId="1076"/>
        <pc:sldMkLst>
          <pc:docMk/>
          <pc:sldMk cId="1557832261" sldId="593"/>
        </pc:sldMkLst>
        <pc:spChg chg="mod">
          <ac:chgData name="强 李" userId="cd6c7ec7188785ae" providerId="LiveId" clId="{BFE1E5BE-67E2-456A-A8EE-309133F342B5}" dt="2023-11-04T20:28:54.106" v="887"/>
          <ac:spMkLst>
            <pc:docMk/>
            <pc:sldMk cId="1557832261" sldId="593"/>
            <ac:spMk id="2" creationId="{00000000-0000-0000-0000-000000000000}"/>
          </ac:spMkLst>
        </pc:spChg>
        <pc:picChg chg="add del mod">
          <ac:chgData name="强 李" userId="cd6c7ec7188785ae" providerId="LiveId" clId="{BFE1E5BE-67E2-456A-A8EE-309133F342B5}" dt="2023-11-04T20:28:24.345" v="870" actId="478"/>
          <ac:picMkLst>
            <pc:docMk/>
            <pc:sldMk cId="1557832261" sldId="593"/>
            <ac:picMk id="4" creationId="{85BDC591-61A2-4447-B081-C0A2F6CE90FE}"/>
          </ac:picMkLst>
        </pc:picChg>
        <pc:picChg chg="add mod">
          <ac:chgData name="强 李" userId="cd6c7ec7188785ae" providerId="LiveId" clId="{BFE1E5BE-67E2-456A-A8EE-309133F342B5}" dt="2023-11-04T20:28:59.301" v="888" actId="1076"/>
          <ac:picMkLst>
            <pc:docMk/>
            <pc:sldMk cId="1557832261" sldId="593"/>
            <ac:picMk id="6" creationId="{787A98D2-310B-FF11-B7CB-8D8D5949085F}"/>
          </ac:picMkLst>
        </pc:picChg>
      </pc:sldChg>
      <pc:sldChg chg="delSp modSp add mod">
        <pc:chgData name="强 李" userId="cd6c7ec7188785ae" providerId="LiveId" clId="{BFE1E5BE-67E2-456A-A8EE-309133F342B5}" dt="2023-11-04T20:33:04.620" v="945"/>
        <pc:sldMkLst>
          <pc:docMk/>
          <pc:sldMk cId="1225263886" sldId="594"/>
        </pc:sldMkLst>
        <pc:spChg chg="mod">
          <ac:chgData name="强 李" userId="cd6c7ec7188785ae" providerId="LiveId" clId="{BFE1E5BE-67E2-456A-A8EE-309133F342B5}" dt="2023-11-04T20:33:04.620" v="945"/>
          <ac:spMkLst>
            <pc:docMk/>
            <pc:sldMk cId="1225263886" sldId="594"/>
            <ac:spMk id="2" creationId="{00000000-0000-0000-0000-000000000000}"/>
          </ac:spMkLst>
        </pc:spChg>
        <pc:picChg chg="del">
          <ac:chgData name="强 李" userId="cd6c7ec7188785ae" providerId="LiveId" clId="{BFE1E5BE-67E2-456A-A8EE-309133F342B5}" dt="2023-11-04T14:22:13.291" v="238" actId="478"/>
          <ac:picMkLst>
            <pc:docMk/>
            <pc:sldMk cId="1225263886" sldId="594"/>
            <ac:picMk id="4" creationId="{85BDC591-61A2-4447-B081-C0A2F6CE90FE}"/>
          </ac:picMkLst>
        </pc:picChg>
      </pc:sldChg>
      <pc:sldChg chg="modSp add mod">
        <pc:chgData name="强 李" userId="cd6c7ec7188785ae" providerId="LiveId" clId="{BFE1E5BE-67E2-456A-A8EE-309133F342B5}" dt="2023-11-04T21:30:25.208" v="1519" actId="2710"/>
        <pc:sldMkLst>
          <pc:docMk/>
          <pc:sldMk cId="2905312093" sldId="595"/>
        </pc:sldMkLst>
        <pc:spChg chg="mod">
          <ac:chgData name="强 李" userId="cd6c7ec7188785ae" providerId="LiveId" clId="{BFE1E5BE-67E2-456A-A8EE-309133F342B5}" dt="2023-11-04T21:30:25.208" v="1519" actId="2710"/>
          <ac:spMkLst>
            <pc:docMk/>
            <pc:sldMk cId="2905312093" sldId="595"/>
            <ac:spMk id="2" creationId="{00000000-0000-0000-0000-000000000000}"/>
          </ac:spMkLst>
        </pc:spChg>
      </pc:sldChg>
      <pc:sldChg chg="addSp modSp add del mod">
        <pc:chgData name="强 李" userId="cd6c7ec7188785ae" providerId="LiveId" clId="{BFE1E5BE-67E2-456A-A8EE-309133F342B5}" dt="2023-11-04T20:48:58.287" v="1131" actId="403"/>
        <pc:sldMkLst>
          <pc:docMk/>
          <pc:sldMk cId="3937354854" sldId="596"/>
        </pc:sldMkLst>
        <pc:spChg chg="mod">
          <ac:chgData name="强 李" userId="cd6c7ec7188785ae" providerId="LiveId" clId="{BFE1E5BE-67E2-456A-A8EE-309133F342B5}" dt="2023-11-04T20:48:58.287" v="1131" actId="403"/>
          <ac:spMkLst>
            <pc:docMk/>
            <pc:sldMk cId="3937354854" sldId="596"/>
            <ac:spMk id="2" creationId="{00000000-0000-0000-0000-000000000000}"/>
          </ac:spMkLst>
        </pc:spChg>
        <pc:graphicFrameChg chg="add mod modGraphic">
          <ac:chgData name="强 李" userId="cd6c7ec7188785ae" providerId="LiveId" clId="{BFE1E5BE-67E2-456A-A8EE-309133F342B5}" dt="2023-11-04T20:48:54.180" v="1129" actId="1076"/>
          <ac:graphicFrameMkLst>
            <pc:docMk/>
            <pc:sldMk cId="3937354854" sldId="596"/>
            <ac:graphicFrameMk id="3" creationId="{517A0BA1-33C3-E190-DA21-B6E0CF5196F3}"/>
          </ac:graphicFrameMkLst>
        </pc:graphicFrameChg>
      </pc:sldChg>
      <pc:sldChg chg="addSp delSp modSp add del mod setBg">
        <pc:chgData name="强 李" userId="cd6c7ec7188785ae" providerId="LiveId" clId="{BFE1E5BE-67E2-456A-A8EE-309133F342B5}" dt="2023-11-04T20:59:43.186" v="1186" actId="6549"/>
        <pc:sldMkLst>
          <pc:docMk/>
          <pc:sldMk cId="154417295" sldId="597"/>
        </pc:sldMkLst>
        <pc:spChg chg="mod">
          <ac:chgData name="强 李" userId="cd6c7ec7188785ae" providerId="LiveId" clId="{BFE1E5BE-67E2-456A-A8EE-309133F342B5}" dt="2023-11-04T20:59:43.186" v="1186" actId="6549"/>
          <ac:spMkLst>
            <pc:docMk/>
            <pc:sldMk cId="154417295" sldId="59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41:13.590" v="1077" actId="1076"/>
          <ac:spMkLst>
            <pc:docMk/>
            <pc:sldMk cId="154417295" sldId="597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0:40:42.011" v="1062" actId="26606"/>
          <ac:spMkLst>
            <pc:docMk/>
            <pc:sldMk cId="154417295" sldId="597"/>
            <ac:spMk id="23" creationId="{1A95671B-3CC6-4792-9114-B74FAEA224E6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5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6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27" creationId="{441CF7D6-A660-431A-B0BB-140A0D5556B6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8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9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1" creationId="{2550BE34-C2B8-49B8-8519-67A8CAD51AE9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2" creationId="{A7457DD9-5A45-400A-AB4B-4B4EDECA25F1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3" creationId="{0570A85B-3810-4F95-97B0-CBF4CCDB381C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5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6" creationId="{CD8B4F24-440B-49E9-B85D-733523DC064B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8" creationId="{0E3596DD-156A-473E-9BB3-C6A29F7574E9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9" creationId="{2C46C4D6-C474-4E92-B52E-944C1118F7B6}"/>
          </ac:spMkLst>
        </pc:spChg>
        <pc:graphicFrameChg chg="add mod modGraphic">
          <ac:chgData name="强 李" userId="cd6c7ec7188785ae" providerId="LiveId" clId="{BFE1E5BE-67E2-456A-A8EE-309133F342B5}" dt="2023-11-04T20:41:00.916" v="1075" actId="26606"/>
          <ac:graphicFrameMkLst>
            <pc:docMk/>
            <pc:sldMk cId="154417295" sldId="597"/>
            <ac:graphicFrameMk id="3" creationId="{7CB6FB11-DE8A-0EE7-04CC-6D78A1CF8ADC}"/>
          </ac:graphicFrameMkLst>
        </pc:graphicFrameChg>
      </pc:sldChg>
      <pc:sldChg chg="addSp delSp modSp add mod">
        <pc:chgData name="强 李" userId="cd6c7ec7188785ae" providerId="LiveId" clId="{BFE1E5BE-67E2-456A-A8EE-309133F342B5}" dt="2023-11-04T21:00:58.157" v="1190" actId="404"/>
        <pc:sldMkLst>
          <pc:docMk/>
          <pc:sldMk cId="3531077245" sldId="598"/>
        </pc:sldMkLst>
        <pc:spChg chg="mod">
          <ac:chgData name="强 李" userId="cd6c7ec7188785ae" providerId="LiveId" clId="{BFE1E5BE-67E2-456A-A8EE-309133F342B5}" dt="2023-11-04T21:00:58.157" v="1190" actId="404"/>
          <ac:spMkLst>
            <pc:docMk/>
            <pc:sldMk cId="3531077245" sldId="598"/>
            <ac:spMk id="2" creationId="{00000000-0000-0000-0000-000000000000}"/>
          </ac:spMkLst>
        </pc:spChg>
        <pc:spChg chg="add del">
          <ac:chgData name="强 李" userId="cd6c7ec7188785ae" providerId="LiveId" clId="{BFE1E5BE-67E2-456A-A8EE-309133F342B5}" dt="2023-11-04T14:48:31.115" v="563"/>
          <ac:spMkLst>
            <pc:docMk/>
            <pc:sldMk cId="3531077245" sldId="598"/>
            <ac:spMk id="3" creationId="{8FB25CA8-649F-E65F-9270-92D1D55C9C72}"/>
          </ac:spMkLst>
        </pc:spChg>
        <pc:spChg chg="add del">
          <ac:chgData name="强 李" userId="cd6c7ec7188785ae" providerId="LiveId" clId="{BFE1E5BE-67E2-456A-A8EE-309133F342B5}" dt="2023-11-04T14:50:59.099" v="603"/>
          <ac:spMkLst>
            <pc:docMk/>
            <pc:sldMk cId="3531077245" sldId="598"/>
            <ac:spMk id="4" creationId="{9C14E875-F70A-029F-F796-E99897E84D2A}"/>
          </ac:spMkLst>
        </pc:spChg>
      </pc:sldChg>
      <pc:sldChg chg="modSp add mod">
        <pc:chgData name="强 李" userId="cd6c7ec7188785ae" providerId="LiveId" clId="{BFE1E5BE-67E2-456A-A8EE-309133F342B5}" dt="2023-11-04T21:20:30.476" v="1449"/>
        <pc:sldMkLst>
          <pc:docMk/>
          <pc:sldMk cId="4000357398" sldId="599"/>
        </pc:sldMkLst>
        <pc:spChg chg="mod">
          <ac:chgData name="强 李" userId="cd6c7ec7188785ae" providerId="LiveId" clId="{BFE1E5BE-67E2-456A-A8EE-309133F342B5}" dt="2023-11-04T21:20:30.476" v="1449"/>
          <ac:spMkLst>
            <pc:docMk/>
            <pc:sldMk cId="4000357398" sldId="599"/>
            <ac:spMk id="2" creationId="{00000000-0000-0000-0000-000000000000}"/>
          </ac:spMkLst>
        </pc:spChg>
      </pc:sldChg>
      <pc:sldChg chg="addSp delSp add del mod">
        <pc:chgData name="强 李" userId="cd6c7ec7188785ae" providerId="LiveId" clId="{BFE1E5BE-67E2-456A-A8EE-309133F342B5}" dt="2023-11-04T20:55:15.285" v="1138" actId="47"/>
        <pc:sldMkLst>
          <pc:docMk/>
          <pc:sldMk cId="3539796" sldId="600"/>
        </pc:sldMkLst>
        <pc:spChg chg="add del">
          <ac:chgData name="强 李" userId="cd6c7ec7188785ae" providerId="LiveId" clId="{BFE1E5BE-67E2-456A-A8EE-309133F342B5}" dt="2023-11-04T20:51:10.334" v="1134" actId="22"/>
          <ac:spMkLst>
            <pc:docMk/>
            <pc:sldMk cId="3539796" sldId="600"/>
            <ac:spMk id="5" creationId="{17D2B4A1-7B97-C0FF-12EA-3616ACEB0AF1}"/>
          </ac:spMkLst>
        </pc:spChg>
        <pc:spChg chg="add del">
          <ac:chgData name="强 李" userId="cd6c7ec7188785ae" providerId="LiveId" clId="{BFE1E5BE-67E2-456A-A8EE-309133F342B5}" dt="2023-11-04T20:51:13.269" v="1136" actId="22"/>
          <ac:spMkLst>
            <pc:docMk/>
            <pc:sldMk cId="3539796" sldId="600"/>
            <ac:spMk id="7" creationId="{950B086C-126C-3E88-85A5-153D8B654E2A}"/>
          </ac:spMkLst>
        </pc:spChg>
      </pc:sldChg>
      <pc:sldChg chg="add del">
        <pc:chgData name="强 李" userId="cd6c7ec7188785ae" providerId="LiveId" clId="{BFE1E5BE-67E2-456A-A8EE-309133F342B5}" dt="2023-11-04T20:40:16.449" v="1050"/>
        <pc:sldMkLst>
          <pc:docMk/>
          <pc:sldMk cId="2165068579" sldId="600"/>
        </pc:sldMkLst>
      </pc:sldChg>
      <pc:sldChg chg="add del">
        <pc:chgData name="强 李" userId="cd6c7ec7188785ae" providerId="LiveId" clId="{BFE1E5BE-67E2-456A-A8EE-309133F342B5}" dt="2023-11-04T20:40:25.582" v="1057"/>
        <pc:sldMkLst>
          <pc:docMk/>
          <pc:sldMk cId="2647438799" sldId="600"/>
        </pc:sldMkLst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4FBB93-91DA-4C3A-96BD-F0A6C99C81E1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2ECB01-2034-46F5-961C-59B9B48E577F}">
      <dgm:prSet custT="1"/>
      <dgm:spPr/>
      <dgm:t>
        <a:bodyPr/>
        <a:lstStyle/>
        <a:p>
          <a:r>
            <a:rPr lang="zh-CN" sz="4000"/>
            <a:t>效法保罗</a:t>
          </a:r>
          <a:endParaRPr lang="en-US" sz="4000"/>
        </a:p>
      </dgm:t>
    </dgm:pt>
    <dgm:pt modelId="{466974CC-F6BA-45D3-B44B-7EB9F5B3AE8D}" type="parTrans" cxnId="{71AF92F1-65A3-41FA-8BA5-FF90784BFC96}">
      <dgm:prSet/>
      <dgm:spPr/>
      <dgm:t>
        <a:bodyPr/>
        <a:lstStyle/>
        <a:p>
          <a:endParaRPr lang="en-US" sz="1600"/>
        </a:p>
      </dgm:t>
    </dgm:pt>
    <dgm:pt modelId="{51B30450-6A11-46BB-B58F-2202A75621A9}" type="sibTrans" cxnId="{71AF92F1-65A3-41FA-8BA5-FF90784BFC96}">
      <dgm:prSet/>
      <dgm:spPr/>
      <dgm:t>
        <a:bodyPr/>
        <a:lstStyle/>
        <a:p>
          <a:endParaRPr lang="en-US" sz="1600"/>
        </a:p>
      </dgm:t>
    </dgm:pt>
    <dgm:pt modelId="{D690C701-102A-4268-AD58-BAE8DB812451}">
      <dgm:prSet custT="1"/>
      <dgm:spPr/>
      <dgm:t>
        <a:bodyPr/>
        <a:lstStyle/>
        <a:p>
          <a:r>
            <a:rPr lang="zh-CN" sz="4000"/>
            <a:t>防备仇敌</a:t>
          </a:r>
          <a:endParaRPr lang="en-US" sz="4000"/>
        </a:p>
      </dgm:t>
    </dgm:pt>
    <dgm:pt modelId="{F46BA931-B154-4E68-8A07-B2CB737D0896}" type="parTrans" cxnId="{47B574BF-6288-4FC8-99EA-EA6325E4C09E}">
      <dgm:prSet/>
      <dgm:spPr/>
      <dgm:t>
        <a:bodyPr/>
        <a:lstStyle/>
        <a:p>
          <a:endParaRPr lang="en-US" sz="1600"/>
        </a:p>
      </dgm:t>
    </dgm:pt>
    <dgm:pt modelId="{4C9FC722-9FBA-47BD-91EF-5E33D36B36E0}" type="sibTrans" cxnId="{47B574BF-6288-4FC8-99EA-EA6325E4C09E}">
      <dgm:prSet/>
      <dgm:spPr/>
      <dgm:t>
        <a:bodyPr/>
        <a:lstStyle/>
        <a:p>
          <a:endParaRPr lang="en-US" sz="1600"/>
        </a:p>
      </dgm:t>
    </dgm:pt>
    <dgm:pt modelId="{FA96A6F9-FE94-41E5-AC3B-AAB7CF2C4BD4}">
      <dgm:prSet custT="1"/>
      <dgm:spPr/>
      <dgm:t>
        <a:bodyPr/>
        <a:lstStyle/>
        <a:p>
          <a:r>
            <a:rPr lang="zh-CN" sz="4000"/>
            <a:t>天上国民</a:t>
          </a:r>
          <a:endParaRPr lang="en-US" sz="4000"/>
        </a:p>
      </dgm:t>
    </dgm:pt>
    <dgm:pt modelId="{2A41DD14-0555-42F3-903E-BDC7E46BE8A4}" type="parTrans" cxnId="{153F1768-B2D5-4F36-AD33-0A6436A55F4C}">
      <dgm:prSet/>
      <dgm:spPr/>
      <dgm:t>
        <a:bodyPr/>
        <a:lstStyle/>
        <a:p>
          <a:endParaRPr lang="en-US" sz="1600"/>
        </a:p>
      </dgm:t>
    </dgm:pt>
    <dgm:pt modelId="{1A1AE6EF-1111-457D-B14D-F2792B63FEF1}" type="sibTrans" cxnId="{153F1768-B2D5-4F36-AD33-0A6436A55F4C}">
      <dgm:prSet/>
      <dgm:spPr/>
      <dgm:t>
        <a:bodyPr/>
        <a:lstStyle/>
        <a:p>
          <a:endParaRPr lang="en-US" sz="1600"/>
        </a:p>
      </dgm:t>
    </dgm:pt>
    <dgm:pt modelId="{33EC3210-6E28-4404-9C9E-3A5A737231A4}">
      <dgm:prSet custT="1"/>
      <dgm:spPr/>
      <dgm:t>
        <a:bodyPr/>
        <a:lstStyle/>
        <a:p>
          <a:r>
            <a:rPr lang="zh-CN" sz="4000"/>
            <a:t>未来盼望</a:t>
          </a:r>
          <a:endParaRPr lang="en-US" sz="4000"/>
        </a:p>
      </dgm:t>
    </dgm:pt>
    <dgm:pt modelId="{0CA90C38-9A2C-4E58-A767-77523C5890EF}" type="parTrans" cxnId="{E1D445AC-5911-469C-8EBB-C796AB08A04B}">
      <dgm:prSet/>
      <dgm:spPr/>
      <dgm:t>
        <a:bodyPr/>
        <a:lstStyle/>
        <a:p>
          <a:endParaRPr lang="en-US" sz="1600"/>
        </a:p>
      </dgm:t>
    </dgm:pt>
    <dgm:pt modelId="{A1FA771A-4008-4E4D-9F4F-B33822DBEEE0}" type="sibTrans" cxnId="{E1D445AC-5911-469C-8EBB-C796AB08A04B}">
      <dgm:prSet/>
      <dgm:spPr/>
      <dgm:t>
        <a:bodyPr/>
        <a:lstStyle/>
        <a:p>
          <a:endParaRPr lang="en-US" sz="1600"/>
        </a:p>
      </dgm:t>
    </dgm:pt>
    <dgm:pt modelId="{96F439FC-C57C-4BEB-864C-D50A563627C1}" type="pres">
      <dgm:prSet presAssocID="{7D4FBB93-91DA-4C3A-96BD-F0A6C99C81E1}" presName="arrowDiagram" presStyleCnt="0">
        <dgm:presLayoutVars>
          <dgm:chMax val="5"/>
          <dgm:dir/>
          <dgm:resizeHandles val="exact"/>
        </dgm:presLayoutVars>
      </dgm:prSet>
      <dgm:spPr/>
    </dgm:pt>
    <dgm:pt modelId="{B3A55449-8539-4575-86E6-2354122AB7A2}" type="pres">
      <dgm:prSet presAssocID="{7D4FBB93-91DA-4C3A-96BD-F0A6C99C81E1}" presName="arrow" presStyleLbl="bgShp" presStyleIdx="0" presStyleCnt="1"/>
      <dgm:spPr/>
    </dgm:pt>
    <dgm:pt modelId="{BB800BE9-11F8-4ABC-BE3E-D5288FBC5A9E}" type="pres">
      <dgm:prSet presAssocID="{7D4FBB93-91DA-4C3A-96BD-F0A6C99C81E1}" presName="arrowDiagram4" presStyleCnt="0"/>
      <dgm:spPr/>
    </dgm:pt>
    <dgm:pt modelId="{B54BD894-51EA-42FF-B648-9FE0E2BCCE0E}" type="pres">
      <dgm:prSet presAssocID="{6A2ECB01-2034-46F5-961C-59B9B48E577F}" presName="bullet4a" presStyleLbl="node1" presStyleIdx="0" presStyleCnt="4"/>
      <dgm:spPr/>
    </dgm:pt>
    <dgm:pt modelId="{B2F6A64E-7318-450A-9456-91B28DE1D9FE}" type="pres">
      <dgm:prSet presAssocID="{6A2ECB01-2034-46F5-961C-59B9B48E577F}" presName="textBox4a" presStyleLbl="revTx" presStyleIdx="0" presStyleCnt="4">
        <dgm:presLayoutVars>
          <dgm:bulletEnabled val="1"/>
        </dgm:presLayoutVars>
      </dgm:prSet>
      <dgm:spPr/>
    </dgm:pt>
    <dgm:pt modelId="{B091EC9D-5616-4056-9873-F86AB9331D23}" type="pres">
      <dgm:prSet presAssocID="{D690C701-102A-4268-AD58-BAE8DB812451}" presName="bullet4b" presStyleLbl="node1" presStyleIdx="1" presStyleCnt="4"/>
      <dgm:spPr/>
    </dgm:pt>
    <dgm:pt modelId="{8400387A-BCA9-4806-AB5A-46090BC9C7FD}" type="pres">
      <dgm:prSet presAssocID="{D690C701-102A-4268-AD58-BAE8DB812451}" presName="textBox4b" presStyleLbl="revTx" presStyleIdx="1" presStyleCnt="4">
        <dgm:presLayoutVars>
          <dgm:bulletEnabled val="1"/>
        </dgm:presLayoutVars>
      </dgm:prSet>
      <dgm:spPr/>
    </dgm:pt>
    <dgm:pt modelId="{D3F7B3A8-F18F-4EEC-9B7C-5A4A48135BA0}" type="pres">
      <dgm:prSet presAssocID="{FA96A6F9-FE94-41E5-AC3B-AAB7CF2C4BD4}" presName="bullet4c" presStyleLbl="node1" presStyleIdx="2" presStyleCnt="4"/>
      <dgm:spPr/>
    </dgm:pt>
    <dgm:pt modelId="{05305BE5-6E1F-4296-BA5B-24C5F902C920}" type="pres">
      <dgm:prSet presAssocID="{FA96A6F9-FE94-41E5-AC3B-AAB7CF2C4BD4}" presName="textBox4c" presStyleLbl="revTx" presStyleIdx="2" presStyleCnt="4">
        <dgm:presLayoutVars>
          <dgm:bulletEnabled val="1"/>
        </dgm:presLayoutVars>
      </dgm:prSet>
      <dgm:spPr/>
    </dgm:pt>
    <dgm:pt modelId="{70853E09-3DF6-4FF9-8E40-5DEAA7DA4E65}" type="pres">
      <dgm:prSet presAssocID="{33EC3210-6E28-4404-9C9E-3A5A737231A4}" presName="bullet4d" presStyleLbl="node1" presStyleIdx="3" presStyleCnt="4"/>
      <dgm:spPr/>
    </dgm:pt>
    <dgm:pt modelId="{BBD84BBE-A043-46A7-9AFA-10EC1797BBBA}" type="pres">
      <dgm:prSet presAssocID="{33EC3210-6E28-4404-9C9E-3A5A737231A4}" presName="textBox4d" presStyleLbl="revTx" presStyleIdx="3" presStyleCnt="4">
        <dgm:presLayoutVars>
          <dgm:bulletEnabled val="1"/>
        </dgm:presLayoutVars>
      </dgm:prSet>
      <dgm:spPr/>
    </dgm:pt>
  </dgm:ptLst>
  <dgm:cxnLst>
    <dgm:cxn modelId="{4F35372E-1225-47EE-B0BE-C0DB8041DD9E}" type="presOf" srcId="{D690C701-102A-4268-AD58-BAE8DB812451}" destId="{8400387A-BCA9-4806-AB5A-46090BC9C7FD}" srcOrd="0" destOrd="0" presId="urn:microsoft.com/office/officeart/2005/8/layout/arrow2"/>
    <dgm:cxn modelId="{860B7B3B-15B5-4975-89F3-60E6CA0ECA2B}" type="presOf" srcId="{7D4FBB93-91DA-4C3A-96BD-F0A6C99C81E1}" destId="{96F439FC-C57C-4BEB-864C-D50A563627C1}" srcOrd="0" destOrd="0" presId="urn:microsoft.com/office/officeart/2005/8/layout/arrow2"/>
    <dgm:cxn modelId="{153F1768-B2D5-4F36-AD33-0A6436A55F4C}" srcId="{7D4FBB93-91DA-4C3A-96BD-F0A6C99C81E1}" destId="{FA96A6F9-FE94-41E5-AC3B-AAB7CF2C4BD4}" srcOrd="2" destOrd="0" parTransId="{2A41DD14-0555-42F3-903E-BDC7E46BE8A4}" sibTransId="{1A1AE6EF-1111-457D-B14D-F2792B63FEF1}"/>
    <dgm:cxn modelId="{38D13C8E-3021-4970-9090-7BD3FF9F388B}" type="presOf" srcId="{6A2ECB01-2034-46F5-961C-59B9B48E577F}" destId="{B2F6A64E-7318-450A-9456-91B28DE1D9FE}" srcOrd="0" destOrd="0" presId="urn:microsoft.com/office/officeart/2005/8/layout/arrow2"/>
    <dgm:cxn modelId="{E1D445AC-5911-469C-8EBB-C796AB08A04B}" srcId="{7D4FBB93-91DA-4C3A-96BD-F0A6C99C81E1}" destId="{33EC3210-6E28-4404-9C9E-3A5A737231A4}" srcOrd="3" destOrd="0" parTransId="{0CA90C38-9A2C-4E58-A767-77523C5890EF}" sibTransId="{A1FA771A-4008-4E4D-9F4F-B33822DBEEE0}"/>
    <dgm:cxn modelId="{15B708BF-0D5F-42CD-9A41-35D799CF0353}" type="presOf" srcId="{FA96A6F9-FE94-41E5-AC3B-AAB7CF2C4BD4}" destId="{05305BE5-6E1F-4296-BA5B-24C5F902C920}" srcOrd="0" destOrd="0" presId="urn:microsoft.com/office/officeart/2005/8/layout/arrow2"/>
    <dgm:cxn modelId="{47B574BF-6288-4FC8-99EA-EA6325E4C09E}" srcId="{7D4FBB93-91DA-4C3A-96BD-F0A6C99C81E1}" destId="{D690C701-102A-4268-AD58-BAE8DB812451}" srcOrd="1" destOrd="0" parTransId="{F46BA931-B154-4E68-8A07-B2CB737D0896}" sibTransId="{4C9FC722-9FBA-47BD-91EF-5E33D36B36E0}"/>
    <dgm:cxn modelId="{7B4ABEC9-6139-413B-B9EF-062DAEF3195D}" type="presOf" srcId="{33EC3210-6E28-4404-9C9E-3A5A737231A4}" destId="{BBD84BBE-A043-46A7-9AFA-10EC1797BBBA}" srcOrd="0" destOrd="0" presId="urn:microsoft.com/office/officeart/2005/8/layout/arrow2"/>
    <dgm:cxn modelId="{71AF92F1-65A3-41FA-8BA5-FF90784BFC96}" srcId="{7D4FBB93-91DA-4C3A-96BD-F0A6C99C81E1}" destId="{6A2ECB01-2034-46F5-961C-59B9B48E577F}" srcOrd="0" destOrd="0" parTransId="{466974CC-F6BA-45D3-B44B-7EB9F5B3AE8D}" sibTransId="{51B30450-6A11-46BB-B58F-2202A75621A9}"/>
    <dgm:cxn modelId="{F69147C9-C5C7-472C-8E77-FA7BF1382B74}" type="presParOf" srcId="{96F439FC-C57C-4BEB-864C-D50A563627C1}" destId="{B3A55449-8539-4575-86E6-2354122AB7A2}" srcOrd="0" destOrd="0" presId="urn:microsoft.com/office/officeart/2005/8/layout/arrow2"/>
    <dgm:cxn modelId="{A2F35510-CAB2-4EA2-B45B-85E7AEA1407A}" type="presParOf" srcId="{96F439FC-C57C-4BEB-864C-D50A563627C1}" destId="{BB800BE9-11F8-4ABC-BE3E-D5288FBC5A9E}" srcOrd="1" destOrd="0" presId="urn:microsoft.com/office/officeart/2005/8/layout/arrow2"/>
    <dgm:cxn modelId="{79D25E55-911A-473B-8CB4-06DF688EF883}" type="presParOf" srcId="{BB800BE9-11F8-4ABC-BE3E-D5288FBC5A9E}" destId="{B54BD894-51EA-42FF-B648-9FE0E2BCCE0E}" srcOrd="0" destOrd="0" presId="urn:microsoft.com/office/officeart/2005/8/layout/arrow2"/>
    <dgm:cxn modelId="{087ED471-BF8E-47CF-965C-5760CFA01682}" type="presParOf" srcId="{BB800BE9-11F8-4ABC-BE3E-D5288FBC5A9E}" destId="{B2F6A64E-7318-450A-9456-91B28DE1D9FE}" srcOrd="1" destOrd="0" presId="urn:microsoft.com/office/officeart/2005/8/layout/arrow2"/>
    <dgm:cxn modelId="{564099E7-23B7-4C8F-B8D4-7859F1DA3E8C}" type="presParOf" srcId="{BB800BE9-11F8-4ABC-BE3E-D5288FBC5A9E}" destId="{B091EC9D-5616-4056-9873-F86AB9331D23}" srcOrd="2" destOrd="0" presId="urn:microsoft.com/office/officeart/2005/8/layout/arrow2"/>
    <dgm:cxn modelId="{F5184A42-84EC-4EC7-8408-76710BAC4670}" type="presParOf" srcId="{BB800BE9-11F8-4ABC-BE3E-D5288FBC5A9E}" destId="{8400387A-BCA9-4806-AB5A-46090BC9C7FD}" srcOrd="3" destOrd="0" presId="urn:microsoft.com/office/officeart/2005/8/layout/arrow2"/>
    <dgm:cxn modelId="{7E48F983-3D3C-4E53-8239-B72F36BAC43E}" type="presParOf" srcId="{BB800BE9-11F8-4ABC-BE3E-D5288FBC5A9E}" destId="{D3F7B3A8-F18F-4EEC-9B7C-5A4A48135BA0}" srcOrd="4" destOrd="0" presId="urn:microsoft.com/office/officeart/2005/8/layout/arrow2"/>
    <dgm:cxn modelId="{4FBC3943-AE22-4831-94B1-40200E0476ED}" type="presParOf" srcId="{BB800BE9-11F8-4ABC-BE3E-D5288FBC5A9E}" destId="{05305BE5-6E1F-4296-BA5B-24C5F902C920}" srcOrd="5" destOrd="0" presId="urn:microsoft.com/office/officeart/2005/8/layout/arrow2"/>
    <dgm:cxn modelId="{D21ED631-5195-497C-A31D-1EB5F0E45145}" type="presParOf" srcId="{BB800BE9-11F8-4ABC-BE3E-D5288FBC5A9E}" destId="{70853E09-3DF6-4FF9-8E40-5DEAA7DA4E65}" srcOrd="6" destOrd="0" presId="urn:microsoft.com/office/officeart/2005/8/layout/arrow2"/>
    <dgm:cxn modelId="{B2E9D9FA-8150-40D7-8BC0-1CB6252ED650}" type="presParOf" srcId="{BB800BE9-11F8-4ABC-BE3E-D5288FBC5A9E}" destId="{BBD84BBE-A043-46A7-9AFA-10EC1797BBBA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A55449-8539-4575-86E6-2354122AB7A2}">
      <dsp:nvSpPr>
        <dsp:cNvPr id="0" name=""/>
        <dsp:cNvSpPr/>
      </dsp:nvSpPr>
      <dsp:spPr>
        <a:xfrm>
          <a:off x="2106567" y="0"/>
          <a:ext cx="7978865" cy="498679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BD894-51EA-42FF-B648-9FE0E2BCCE0E}">
      <dsp:nvSpPr>
        <dsp:cNvPr id="0" name=""/>
        <dsp:cNvSpPr/>
      </dsp:nvSpPr>
      <dsp:spPr>
        <a:xfrm>
          <a:off x="2892485" y="3708177"/>
          <a:ext cx="183513" cy="1835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6A64E-7318-450A-9456-91B28DE1D9FE}">
      <dsp:nvSpPr>
        <dsp:cNvPr id="0" name=""/>
        <dsp:cNvSpPr/>
      </dsp:nvSpPr>
      <dsp:spPr>
        <a:xfrm>
          <a:off x="2984242" y="3799934"/>
          <a:ext cx="1364386" cy="118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240" tIns="0" rIns="0" bIns="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000" kern="1200"/>
            <a:t>效法保罗</a:t>
          </a:r>
          <a:endParaRPr lang="en-US" sz="4000" kern="1200"/>
        </a:p>
      </dsp:txBody>
      <dsp:txXfrm>
        <a:off x="2984242" y="3799934"/>
        <a:ext cx="1364386" cy="1186856"/>
      </dsp:txXfrm>
    </dsp:sp>
    <dsp:sp modelId="{B091EC9D-5616-4056-9873-F86AB9331D23}">
      <dsp:nvSpPr>
        <dsp:cNvPr id="0" name=""/>
        <dsp:cNvSpPr/>
      </dsp:nvSpPr>
      <dsp:spPr>
        <a:xfrm>
          <a:off x="4189051" y="2548250"/>
          <a:ext cx="319154" cy="3191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0387A-BCA9-4806-AB5A-46090BC9C7FD}">
      <dsp:nvSpPr>
        <dsp:cNvPr id="0" name=""/>
        <dsp:cNvSpPr/>
      </dsp:nvSpPr>
      <dsp:spPr>
        <a:xfrm>
          <a:off x="4348628" y="2707827"/>
          <a:ext cx="1675561" cy="2278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113" tIns="0" rIns="0" bIns="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000" kern="1200"/>
            <a:t>防备仇敌</a:t>
          </a:r>
          <a:endParaRPr lang="en-US" sz="4000" kern="1200"/>
        </a:p>
      </dsp:txBody>
      <dsp:txXfrm>
        <a:off x="4348628" y="2707827"/>
        <a:ext cx="1675561" cy="2278963"/>
      </dsp:txXfrm>
    </dsp:sp>
    <dsp:sp modelId="{D3F7B3A8-F18F-4EEC-9B7C-5A4A48135BA0}">
      <dsp:nvSpPr>
        <dsp:cNvPr id="0" name=""/>
        <dsp:cNvSpPr/>
      </dsp:nvSpPr>
      <dsp:spPr>
        <a:xfrm>
          <a:off x="5844665" y="1693514"/>
          <a:ext cx="422879" cy="4228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05BE5-6E1F-4296-BA5B-24C5F902C920}">
      <dsp:nvSpPr>
        <dsp:cNvPr id="0" name=""/>
        <dsp:cNvSpPr/>
      </dsp:nvSpPr>
      <dsp:spPr>
        <a:xfrm>
          <a:off x="6056105" y="1904954"/>
          <a:ext cx="1675561" cy="30818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75" tIns="0" rIns="0" bIns="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000" kern="1200"/>
            <a:t>天上国民</a:t>
          </a:r>
          <a:endParaRPr lang="en-US" sz="4000" kern="1200"/>
        </a:p>
      </dsp:txBody>
      <dsp:txXfrm>
        <a:off x="6056105" y="1904954"/>
        <a:ext cx="1675561" cy="3081836"/>
      </dsp:txXfrm>
    </dsp:sp>
    <dsp:sp modelId="{70853E09-3DF6-4FF9-8E40-5DEAA7DA4E65}">
      <dsp:nvSpPr>
        <dsp:cNvPr id="0" name=""/>
        <dsp:cNvSpPr/>
      </dsp:nvSpPr>
      <dsp:spPr>
        <a:xfrm>
          <a:off x="7647889" y="1128012"/>
          <a:ext cx="566499" cy="5664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84BBE-A043-46A7-9AFA-10EC1797BBBA}">
      <dsp:nvSpPr>
        <dsp:cNvPr id="0" name=""/>
        <dsp:cNvSpPr/>
      </dsp:nvSpPr>
      <dsp:spPr>
        <a:xfrm>
          <a:off x="7931139" y="1411261"/>
          <a:ext cx="1675561" cy="3575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0176" tIns="0" rIns="0" bIns="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000" kern="1200"/>
            <a:t>未来盼望</a:t>
          </a:r>
          <a:endParaRPr lang="en-US" sz="4000" kern="1200"/>
        </a:p>
      </dsp:txBody>
      <dsp:txXfrm>
        <a:off x="7931139" y="1411261"/>
        <a:ext cx="1675561" cy="35755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2023/11/12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2023/11/12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2023/11/12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2023/11/12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2023/11/12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2023/11/12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2023/11/12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image" Target="../media/image3.emf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17~21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383384" y="2052839"/>
            <a:ext cx="5166286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我们是天上国民</a:t>
            </a:r>
            <a:endParaRPr kumimoji="0" lang="en-US" altLang="zh-CN" sz="5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/>
              <a:t>腓</a:t>
            </a:r>
            <a:r>
              <a:rPr lang="zh-CN" altLang="en-US" sz="4800" b="1"/>
              <a:t>三</a:t>
            </a:r>
            <a:r>
              <a:rPr lang="en-US" altLang="zh-CN" sz="4800" b="1"/>
              <a:t>17~21</a:t>
            </a:r>
            <a:endParaRPr lang="zh-CN" altLang="zh-CN" sz="4800"/>
          </a:p>
          <a:p>
            <a:pPr>
              <a:spcAft>
                <a:spcPts val="600"/>
              </a:spcAft>
            </a:pP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327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3:17】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弟兄们，你们要一同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效法我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，也当留意看那些照我们榜样行的人。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3:18】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因为有许多人行事是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基督十字架的仇敌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。我屡次告诉你们，现在又流泪地告诉你们：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3:19】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他们的结局就是沉沦，他们的神就是自己的肚腹，他们以自己的羞辱为荣耀，专以地上的事为念。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3:20】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我们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却是天上的国民，并且等候救主，就是主耶稣基督从天上降临。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3:21】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他要按着那能叫万有归服自己的大能，将我们这卑贱的身体改变形状，和他自己荣耀的身体相似。</a:t>
            </a:r>
            <a:endParaRPr lang="zh-CN" altLang="zh-CN" sz="2000" dirty="0">
              <a:effectLst/>
              <a:ea typeface="苹方-简" panose="020B03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191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17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，效法榜样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18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，十字架仇敌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20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21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，天上的国民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186194" y="1166183"/>
            <a:ext cx="8005807" cy="914623"/>
            <a:chOff x="-887317" y="460553"/>
            <a:chExt cx="13079318" cy="962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962516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887317" y="507539"/>
              <a:ext cx="13032333" cy="8685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3:17】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弟兄们，你们要一同</a:t>
              </a:r>
              <a:r>
                <a:rPr lang="zh-CN" altLang="en-US" sz="1600" b="1">
                  <a:solidFill>
                    <a:srgbClr val="C00000"/>
                  </a:solidFill>
                  <a:effectLst/>
                  <a:ea typeface="苹方-简" panose="020B0300000000000000" pitchFamily="34" charset="-122"/>
                </a:rPr>
                <a:t>效法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我，也当留意看那些照我们榜样行的人。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276232"/>
            <a:ext cx="7977048" cy="165062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1" y="1677268"/>
              <a:ext cx="12062476" cy="9217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3:18】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因为有许多人行事是基督</a:t>
              </a:r>
              <a:r>
                <a:rPr lang="zh-CN" altLang="en-US" sz="1600" b="1">
                  <a:solidFill>
                    <a:srgbClr val="C00000"/>
                  </a:solidFill>
                  <a:effectLst/>
                  <a:ea typeface="苹方-简" panose="020B0300000000000000" pitchFamily="34" charset="-122"/>
                </a:rPr>
                <a:t>十字架的仇敌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。我屡次告诉你们，现在又流泪地告诉你们：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3:19】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他们的结局就是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沉沦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，他们的神就是自己的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肚腹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，他们以自己的羞辱为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荣耀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，专以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地上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的事为念。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014651"/>
            <a:ext cx="7977048" cy="1798523"/>
            <a:chOff x="-840332" y="2922531"/>
            <a:chExt cx="13032334" cy="164524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2922531"/>
              <a:ext cx="13032334" cy="1645247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109045"/>
              <a:ext cx="12952018" cy="12459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3:20】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我们却是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天上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的国民，并且等候救主，就是主耶稣基督从天上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降临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3:21】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他要按着那能叫万有归服自己的大能，将我们这卑贱的身体改变形状，和他自己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荣耀的身体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相似。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【腓3:</a:t>
            </a:r>
            <a:r>
              <a:rPr lang="en-US" altLang="zh-CN"/>
              <a:t>20</a:t>
            </a:r>
            <a:r>
              <a:rPr lang="zh-CN" altLang="en-US"/>
              <a:t>上】我们却是天上的国民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676CB3-071A-654E-8648-319D8E86A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11" y="1592946"/>
            <a:ext cx="7829550" cy="42386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4606" y="139761"/>
            <a:ext cx="5216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第一段：效法榜样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99149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3:17】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弟兄们，你们要一同效法我，也当留意看那些照我们榜样行的人。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效法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对象：基督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2:5】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你们当以基督耶稣的心为心。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3:15】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所以我们中间凡是完全人，总要存这样的心；若在什么事上存别样的心，　神也必以此指示你们。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内容：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前面：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如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4-6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节提到的，效法保罗完全摒弃律法为义，完全以基督为义。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效法保罗与基督一同受苦，效法基督的死的心志。（腓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3:10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完全的谦卑自己，竭力追求，忘记背后，努力面前，向着标杆直跑。（腓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3:13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14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后面：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效法“我们”榜样的那些人，我们属灵的天国观和对世界的看法。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4606" y="139761"/>
            <a:ext cx="5216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第一段：效法榜样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8114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3:17】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弟兄们，你们要一同效法我，也当留意看那些照我们榜样行的人。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效法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榜样：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对象是谁？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我们复述，榜样单数。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7A98D2-310B-FF11-B7CB-8D8D59490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4417" y="1972127"/>
            <a:ext cx="4629150" cy="3476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783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4606" y="139761"/>
            <a:ext cx="5216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第一段：效法榜样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77451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3:17】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弟兄们，你们要一同效法我，也当留意看那些照我们榜样行的人。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结果：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区别：效法（我们） 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防备（他们）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后果：已经产生恶果，特别提及他们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263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92782" y="165886"/>
            <a:ext cx="699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第二段：十字架的仇敌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6384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3:18】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因为有许多人行事是基督十字架的仇敌。我屡次告诉你们，现在又流泪地告诉你们：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3:19】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他们的结局就是沉沦，他们的神就是自己的肚腹，他们以自己的羞辱为荣耀，专以地上的事为念。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十字架的仇敌：</a:t>
            </a:r>
            <a:endParaRPr lang="en-US" altLang="zh-CN" b="1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ea typeface="苹方-简" panose="020B0300000000000000" pitchFamily="34" charset="-122"/>
              </a:rPr>
              <a:t>行事为人与十字架的道理相违背</a:t>
            </a:r>
            <a:endParaRPr lang="en-US" altLang="zh-CN" sz="1800" b="1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ea typeface="苹方-简" panose="020B0300000000000000" pitchFamily="34" charset="-122"/>
              </a:rPr>
              <a:t>放纵情欲的机会</a:t>
            </a:r>
            <a:endParaRPr lang="en-US" altLang="zh-CN" b="1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犹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1:4】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因为有些人偷着进来，就是自古被定受刑罚的，是不虔诚的，将我们　神的恩变作放纵情欲的机会，并且不认独一的主宰、我们主耶稣基督。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十字架：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>
                <a:effectLst/>
                <a:ea typeface="苹方-简" panose="020B0300000000000000" pitchFamily="34" charset="-122"/>
              </a:rPr>
              <a:t>每日背十字架的</a:t>
            </a:r>
            <a:r>
              <a:rPr lang="zh-CN" altLang="en-US">
                <a:ea typeface="苹方-简" panose="020B0300000000000000" pitchFamily="34" charset="-122"/>
              </a:rPr>
              <a:t>感恩生活</a:t>
            </a:r>
            <a:endParaRPr lang="en-US" altLang="zh-CN" sz="180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>
                <a:effectLst/>
                <a:ea typeface="苹方-简" panose="020B0300000000000000" pitchFamily="34" charset="-122"/>
              </a:rPr>
              <a:t>以神为中心的</a:t>
            </a:r>
            <a:r>
              <a:rPr lang="zh-CN" altLang="zh-CN" sz="1800">
                <a:effectLst/>
                <a:ea typeface="苹方-简" panose="020B0300000000000000" pitchFamily="34" charset="-122"/>
              </a:rPr>
              <a:t>圣洁的生活</a:t>
            </a:r>
            <a:endParaRPr lang="en-US" altLang="zh-CN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ea typeface="苹方-简" panose="020B0300000000000000" pitchFamily="34" charset="-122"/>
              </a:rPr>
              <a:t>教会成为圣洁，无有瑕疵</a:t>
            </a:r>
            <a:endParaRPr lang="en-US" altLang="zh-CN" sz="180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ea typeface="苹方-简" panose="020B0300000000000000" pitchFamily="34" charset="-122"/>
              </a:rPr>
              <a:t>【</a:t>
            </a:r>
            <a:r>
              <a:rPr lang="zh-CN" altLang="en-US">
                <a:ea typeface="苹方-简" panose="020B0300000000000000" pitchFamily="34" charset="-122"/>
              </a:rPr>
              <a:t>帖前</a:t>
            </a:r>
            <a:r>
              <a:rPr lang="en-US" altLang="zh-CN">
                <a:ea typeface="苹方-简" panose="020B0300000000000000" pitchFamily="34" charset="-122"/>
              </a:rPr>
              <a:t>4:3】</a:t>
            </a:r>
            <a:r>
              <a:rPr lang="zh-CN" altLang="en-US">
                <a:ea typeface="苹方-简" panose="020B0300000000000000" pitchFamily="34" charset="-122"/>
              </a:rPr>
              <a:t>神的旨意就是要你们成为圣洁，远避淫行；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ea typeface="苹方-简" panose="020B0300000000000000" pitchFamily="34" charset="-122"/>
              </a:rPr>
              <a:t>【</a:t>
            </a:r>
            <a:r>
              <a:rPr lang="zh-CN" altLang="en-US">
                <a:ea typeface="苹方-简" panose="020B0300000000000000" pitchFamily="34" charset="-122"/>
              </a:rPr>
              <a:t>帖前</a:t>
            </a:r>
            <a:r>
              <a:rPr lang="en-US" altLang="zh-CN">
                <a:ea typeface="苹方-简" panose="020B0300000000000000" pitchFamily="34" charset="-122"/>
              </a:rPr>
              <a:t>4:7】</a:t>
            </a:r>
            <a:r>
              <a:rPr lang="zh-CN" altLang="en-US">
                <a:ea typeface="苹方-简" panose="020B0300000000000000" pitchFamily="34" charset="-122"/>
              </a:rPr>
              <a:t>神召我们，本不是要我们沾染污秽，乃是要我们成为圣洁。</a:t>
            </a:r>
            <a:endParaRPr lang="en-US" altLang="zh-CN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92782" y="165886"/>
            <a:ext cx="699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第二段：十字架的仇敌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178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3:18】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因为有许多人行事是基督十字架的仇敌。我屡次告诉你们，现在又流泪地告诉你们：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3:19】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他们的结局就是沉沦，他们的神就是自己的肚腹，他们以自己的羞辱为荣耀，专以地上的事为念。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屡次：（你们）</a:t>
            </a:r>
            <a:endParaRPr lang="en-US" altLang="zh-CN" b="1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以爱为基础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ea typeface="苹方-简" panose="020B0300000000000000" pitchFamily="34" charset="-122"/>
              </a:rPr>
              <a:t>不断的劝诫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流泪：（你们）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>
                <a:effectLst/>
                <a:ea typeface="苹方-简" panose="020B0300000000000000" pitchFamily="34" charset="-122"/>
              </a:rPr>
              <a:t>以爱为基础</a:t>
            </a:r>
            <a:endParaRPr lang="en-US" altLang="zh-CN" sz="180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ea typeface="苹方-简" panose="020B0300000000000000" pitchFamily="34" charset="-122"/>
              </a:rPr>
              <a:t>为灵魂</a:t>
            </a:r>
            <a:r>
              <a:rPr lang="zh-CN" altLang="en-US" sz="1800">
                <a:effectLst/>
                <a:ea typeface="苹方-简" panose="020B0300000000000000" pitchFamily="34" charset="-122"/>
              </a:rPr>
              <a:t>担忧</a:t>
            </a:r>
            <a:endParaRPr lang="en-US" altLang="zh-CN" sz="2000" b="1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为自己警醒祷告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家人、弟兄姊妹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5312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92782" y="165886"/>
            <a:ext cx="699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第二段：十字架的仇敌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747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3:18】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因为有许多人行事是基督十字架的仇敌。我屡次告诉你们，现在又流泪地告诉你们：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3:19】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他们的结局就是沉沦，他们的神就是自己的肚腹，他们以自己的羞辱为荣耀，专以地上的事为念。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rgbClr val="000000"/>
                </a:solidFill>
                <a:cs typeface="+mn-ea"/>
                <a:sym typeface="+mn-lt"/>
              </a:rPr>
              <a:t>对比：</a:t>
            </a:r>
            <a:endParaRPr lang="en-US" altLang="zh-CN" sz="28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17A0BA1-33C3-E190-DA21-B6E0CF519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137144"/>
              </p:ext>
            </p:extLst>
          </p:nvPr>
        </p:nvGraphicFramePr>
        <p:xfrm>
          <a:off x="2063524" y="3056248"/>
          <a:ext cx="6505711" cy="331200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897391">
                  <a:extLst>
                    <a:ext uri="{9D8B030D-6E8A-4147-A177-3AD203B41FA5}">
                      <a16:colId xmlns:a16="http://schemas.microsoft.com/office/drawing/2014/main" val="2743052422"/>
                    </a:ext>
                  </a:extLst>
                </a:gridCol>
                <a:gridCol w="2116182">
                  <a:extLst>
                    <a:ext uri="{9D8B030D-6E8A-4147-A177-3AD203B41FA5}">
                      <a16:colId xmlns:a16="http://schemas.microsoft.com/office/drawing/2014/main" val="273591488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721237624"/>
                    </a:ext>
                  </a:extLst>
                </a:gridCol>
                <a:gridCol w="2943498">
                  <a:extLst>
                    <a:ext uri="{9D8B030D-6E8A-4147-A177-3AD203B41FA5}">
                      <a16:colId xmlns:a16="http://schemas.microsoft.com/office/drawing/2014/main" val="3936120865"/>
                    </a:ext>
                  </a:extLst>
                </a:gridCol>
              </a:tblGrid>
              <a:tr h="684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100">
                          <a:effectLst/>
                        </a:rPr>
                        <a:t>谁？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保罗和众人榜样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vs</a:t>
                      </a:r>
                      <a:endParaRPr lang="en-US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许多人即十字架的仇敌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extLst>
                  <a:ext uri="{0D108BD9-81ED-4DB2-BD59-A6C34878D82A}">
                    <a16:rowId xmlns:a16="http://schemas.microsoft.com/office/drawing/2014/main" val="2809940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现在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天国的国民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vs</a:t>
                      </a:r>
                      <a:endParaRPr lang="en-US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地上的事为念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extLst>
                  <a:ext uri="{0D108BD9-81ED-4DB2-BD59-A6C34878D82A}">
                    <a16:rowId xmlns:a16="http://schemas.microsoft.com/office/drawing/2014/main" val="134339015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将来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等候救主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vs</a:t>
                      </a:r>
                      <a:endParaRPr lang="en-US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沉沦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extLst>
                  <a:ext uri="{0D108BD9-81ED-4DB2-BD59-A6C34878D82A}">
                    <a16:rowId xmlns:a16="http://schemas.microsoft.com/office/drawing/2014/main" val="347706586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神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主耶稣基督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vs</a:t>
                      </a:r>
                      <a:endParaRPr lang="en-US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肚腹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extLst>
                  <a:ext uri="{0D108BD9-81ED-4DB2-BD59-A6C34878D82A}">
                    <a16:rowId xmlns:a16="http://schemas.microsoft.com/office/drawing/2014/main" val="151513976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荣耀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荣耀的身体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vs</a:t>
                      </a:r>
                      <a:endParaRPr lang="en-US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羞辱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extLst>
                  <a:ext uri="{0D108BD9-81ED-4DB2-BD59-A6C34878D82A}">
                    <a16:rowId xmlns:a16="http://schemas.microsoft.com/office/drawing/2014/main" val="88137081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37354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92782" y="165886"/>
            <a:ext cx="699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第二段：十字架的仇敌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1331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3:18】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因为有许多人行事是基督十字架的仇敌。我屡次告诉你们，现在又流泪地告诉你们：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3:19】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他们的结局就是沉沦，他们的神就是自己的肚腹，他们以自己的羞辱为荣耀，专以地上的事为念。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十字架的仇敌：三观（世界观、人生观、价值观）不同</a:t>
            </a:r>
            <a:endParaRPr lang="en-US" altLang="zh-CN" b="1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神是自己的肚腹（如何认识这个世界，世界的来源、结局等）。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人生观是地上的事为念（人生的目的为何）。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荣耀是价值观为自己的羞辱（何为价值、荣耀、羞辱）。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基督徒与非基督徒三观的区别：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核心：对神认识不一样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结局：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>
                <a:effectLst/>
                <a:ea typeface="苹方-简" panose="020B0300000000000000" pitchFamily="34" charset="-122"/>
              </a:rPr>
              <a:t>沉沦</a:t>
            </a:r>
            <a:endParaRPr lang="en-US" altLang="zh-CN" sz="2000" b="1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神：</a:t>
            </a:r>
            <a:r>
              <a:rPr lang="zh-CN" altLang="en-US" sz="2000" b="1">
                <a:solidFill>
                  <a:srgbClr val="000000"/>
                </a:solidFill>
                <a:cs typeface="+mn-ea"/>
                <a:sym typeface="Wingdings" panose="05000000000000000000" pitchFamily="2" charset="2"/>
              </a:rPr>
              <a:t>需要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肚腹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41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92782" y="165886"/>
            <a:ext cx="699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第二段：十字架的仇敌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056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3:18】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因为有许多人行事是基督十字架的仇敌。我屡次告诉你们，现在又流泪地告诉你们：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3:19】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他们的结局就是沉沦，他们的神就是自己的肚腹，他们以自己的羞辱为荣耀，专以地上的事为念。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荣耀：</a:t>
            </a:r>
            <a:endParaRPr lang="en-US" altLang="zh-CN" b="1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羞辱：</a:t>
            </a:r>
            <a:r>
              <a:rPr lang="zh-CN" altLang="zh-CN" sz="1800">
                <a:effectLst/>
                <a:ea typeface="苹方-简" panose="020B0300000000000000" pitchFamily="34" charset="-122"/>
              </a:rPr>
              <a:t>他们弯曲的道德意识引起的那些不道德的行为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6:19】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我因你们肉体的软弱，就照人的常话对你们说：你们从前怎样将肢体献给不洁、不法作奴仆，以至于不法；现今也要照样将肢体献给义作奴仆，以至于成圣。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6:21】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你们现今所看为羞耻的事，当日有什么果子呢？那些事的结局就是死；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林前 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5:1 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风闻在你们中间有淫乱的事。这样的淫乱连外邦人中也没有，就是有人收了他的继母。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地上：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专以地上的事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雅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3:15】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这样的智慧不是从上头来的，乃是属地的、属情欲的、属鬼魔的。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8:5】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因为随从肉体的人体贴肉体的事；随从圣灵的人体贴圣灵的事。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8:6】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体贴肉体的就是死，体贴圣灵的乃是生命平安。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zh-CN" sz="1600">
                <a:effectLst/>
                <a:ea typeface="苹方-简" panose="020B0300000000000000" pitchFamily="34" charset="-122"/>
              </a:rPr>
              <a:t>【太6:24】“一个人不能侍奉两个主。不是恶这个爱那个，就是重这个轻那个。你们不能又侍奉　神，又侍奉玛门。”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1077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453051" y="122343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第三段：天上的国民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710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3:20】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我们却是天上的国民，并且等候救主，就是主耶稣基督从天上降临。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3:21】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他要按着那能叫万有归服自己的大能，将我们这卑贱的身体改变形状，和他自己荣耀的身体相似。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天上的国民：现在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天上国民在地上的一种彰显。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为什么是天国的国民？“有信基督的义”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盼望是什么？“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主耶稣基督从天上降临</a:t>
            </a:r>
            <a:r>
              <a:rPr lang="zh-CN" altLang="en-US">
                <a:solidFill>
                  <a:srgbClr val="000000"/>
                </a:solidFill>
                <a:cs typeface="+mn-ea"/>
              </a:rPr>
              <a:t>”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为什么有盼望？ “应许”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+mn-ea"/>
              </a:rPr>
              <a:t>彼后</a:t>
            </a:r>
            <a:r>
              <a:rPr lang="en-US" altLang="zh-CN">
                <a:solidFill>
                  <a:srgbClr val="000000"/>
                </a:solidFill>
                <a:cs typeface="+mn-ea"/>
              </a:rPr>
              <a:t>3:13】</a:t>
            </a:r>
            <a:r>
              <a:rPr lang="zh-CN" altLang="en-US">
                <a:solidFill>
                  <a:srgbClr val="000000"/>
                </a:solidFill>
                <a:cs typeface="+mn-ea"/>
              </a:rPr>
              <a:t>但我们照他的应许，盼望新天新地，有义居在其中。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cs typeface="+mn-ea"/>
                <a:sym typeface="+mn-lt"/>
              </a:rPr>
              <a:t>归服自己的大能：</a:t>
            </a:r>
            <a:endParaRPr lang="en-US" altLang="zh-CN" sz="2000" b="1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cs typeface="+mn-ea"/>
                <a:sym typeface="+mn-lt"/>
              </a:rPr>
              <a:t>创造主：</a:t>
            </a:r>
            <a:endParaRPr lang="en-US" altLang="zh-CN"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cs typeface="+mn-ea"/>
                <a:sym typeface="+mn-lt"/>
              </a:rPr>
              <a:t>【</a:t>
            </a:r>
            <a:r>
              <a:rPr lang="zh-CN" altLang="en-US">
                <a:cs typeface="+mn-ea"/>
                <a:sym typeface="+mn-lt"/>
              </a:rPr>
              <a:t>约</a:t>
            </a:r>
            <a:r>
              <a:rPr lang="en-US" altLang="zh-CN">
                <a:cs typeface="+mn-ea"/>
                <a:sym typeface="+mn-lt"/>
              </a:rPr>
              <a:t>1:3】</a:t>
            </a:r>
            <a:r>
              <a:rPr lang="zh-CN" altLang="en-US">
                <a:cs typeface="+mn-ea"/>
                <a:sym typeface="+mn-lt"/>
              </a:rPr>
              <a:t>万物是藉着他造的；凡被造的，没有一样不是藉着他造的。</a:t>
            </a:r>
            <a:endParaRPr lang="en-US" altLang="zh-CN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cs typeface="+mn-ea"/>
                <a:sym typeface="+mn-lt"/>
              </a:rPr>
              <a:t>万有归服 </a:t>
            </a:r>
            <a:r>
              <a:rPr lang="en-US" altLang="zh-CN">
                <a:cs typeface="+mn-ea"/>
                <a:sym typeface="+mn-lt"/>
              </a:rPr>
              <a:t>vs </a:t>
            </a:r>
            <a:r>
              <a:rPr lang="zh-CN" altLang="en-US">
                <a:cs typeface="+mn-ea"/>
                <a:sym typeface="+mn-lt"/>
              </a:rPr>
              <a:t>地上的事</a:t>
            </a:r>
            <a:endParaRPr lang="en-US" altLang="zh-CN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453051" y="122343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第三段：天上的国民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9017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3:20】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我们却是天上的国民，并且等候救主，就是主耶稣基督从天上降临。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3:21】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他要按着那能叫万有归服自己的大能，将我们这卑贱的身体改变形状，和他自己荣耀的身体相似。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卑微 （自甘卑微、谦卑）</a:t>
            </a:r>
            <a:r>
              <a:rPr lang="en-US" altLang="zh-CN" sz="2000" b="1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荣耀：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非诺斯底主义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血肉的身体，表现软弱、会失败、会死。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与基督荣耀身体相对应。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不是构造而是性质改变。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肚腹 </a:t>
            </a:r>
            <a:r>
              <a:rPr lang="en-US" altLang="zh-CN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>
                <a:solidFill>
                  <a:srgbClr val="000000"/>
                </a:solidFill>
                <a:cs typeface="+mn-ea"/>
              </a:rPr>
              <a:t>荣耀身体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0357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graphicFrame>
        <p:nvGraphicFramePr>
          <p:cNvPr id="36" name="文本框 1">
            <a:extLst>
              <a:ext uri="{FF2B5EF4-FFF2-40B4-BE49-F238E27FC236}">
                <a16:creationId xmlns:a16="http://schemas.microsoft.com/office/drawing/2014/main" id="{B12BE72B-659A-7AF7-7767-61D717B88C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143522"/>
              </p:ext>
            </p:extLst>
          </p:nvPr>
        </p:nvGraphicFramePr>
        <p:xfrm>
          <a:off x="0" y="1339364"/>
          <a:ext cx="12192000" cy="4986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2939"/>
            <a:ext cx="12192000" cy="29474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哪节经文是保罗对“十字架的仇敌”具体描述，请列出至少两种表现？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经文中所描述天上国民对将来的盼望是什么？我们具体会有什么改变？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作为天上的国民，你已有或计划有哪几方面的改变？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（选答题）简述的非基督徒的三观和基督徒的三观的核心，你个人的三观是什么？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1839</Words>
  <Application>Microsoft Office PowerPoint</Application>
  <PresentationFormat>宽屏</PresentationFormat>
  <Paragraphs>192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1</cp:revision>
  <dcterms:created xsi:type="dcterms:W3CDTF">2019-06-19T02:08:00Z</dcterms:created>
  <dcterms:modified xsi:type="dcterms:W3CDTF">2023-11-11T22:47:41Z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