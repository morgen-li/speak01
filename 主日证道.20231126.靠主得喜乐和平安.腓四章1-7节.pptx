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3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4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560" r:id="rId2"/>
    <p:sldId id="425" r:id="rId3"/>
    <p:sldId id="554" r:id="rId4"/>
    <p:sldId id="531" r:id="rId5"/>
    <p:sldId id="553" r:id="rId6"/>
    <p:sldId id="587" r:id="rId7"/>
    <p:sldId id="600" r:id="rId8"/>
    <p:sldId id="601" r:id="rId9"/>
    <p:sldId id="543" r:id="rId10"/>
    <p:sldId id="55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44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81E9A-E29C-2A45-8ED4-9C7DACA801E8}" v="53" dt="2023-11-25T03:00:48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76190"/>
  </p:normalViewPr>
  <p:slideViewPr>
    <p:cSldViewPr snapToGrid="0">
      <p:cViewPr varScale="1">
        <p:scale>
          <a:sx n="96" d="100"/>
          <a:sy n="96" d="100"/>
        </p:scale>
        <p:origin x="2360" y="168"/>
      </p:cViewPr>
      <p:guideLst>
        <p:guide orient="horz" pos="618"/>
        <p:guide pos="44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EDD5424E-B918-4C5C-88E3-A245457C2529}"/>
    <pc:docChg chg="custSel modSld">
      <pc:chgData name="强 李" userId="cd6c7ec7188785ae" providerId="LiveId" clId="{EDD5424E-B918-4C5C-88E3-A245457C2529}" dt="2023-11-11T22:47:36.327" v="9" actId="207"/>
      <pc:docMkLst>
        <pc:docMk/>
      </pc:docMkLst>
      <pc:sldChg chg="modSp mod">
        <pc:chgData name="强 李" userId="cd6c7ec7188785ae" providerId="LiveId" clId="{EDD5424E-B918-4C5C-88E3-A245457C2529}" dt="2023-11-11T22:47:36.327" v="9" actId="207"/>
        <pc:sldMkLst>
          <pc:docMk/>
          <pc:sldMk cId="0" sldId="425"/>
        </pc:sldMkLst>
        <pc:spChg chg="mod">
          <ac:chgData name="强 李" userId="cd6c7ec7188785ae" providerId="LiveId" clId="{EDD5424E-B918-4C5C-88E3-A245457C2529}" dt="2023-11-11T22:47:36.327" v="9" actId="207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DD5424E-B918-4C5C-88E3-A245457C2529}" dt="2023-11-11T22:46:45.598" v="3" actId="1440"/>
        <pc:sldMkLst>
          <pc:docMk/>
          <pc:sldMk cId="54695671" sldId="531"/>
        </pc:sldMkLst>
        <pc:picChg chg="del">
          <ac:chgData name="强 李" userId="cd6c7ec7188785ae" providerId="LiveId" clId="{EDD5424E-B918-4C5C-88E3-A245457C2529}" dt="2023-11-11T22:46:36.824" v="0" actId="478"/>
          <ac:picMkLst>
            <pc:docMk/>
            <pc:sldMk cId="54695671" sldId="531"/>
            <ac:picMk id="2" creationId="{004B97CA-A634-1742-E4A8-396D9F522C1A}"/>
          </ac:picMkLst>
        </pc:picChg>
        <pc:picChg chg="add mod">
          <ac:chgData name="强 李" userId="cd6c7ec7188785ae" providerId="LiveId" clId="{EDD5424E-B918-4C5C-88E3-A245457C2529}" dt="2023-11-11T22:46:45.598" v="3" actId="1440"/>
          <ac:picMkLst>
            <pc:docMk/>
            <pc:sldMk cId="54695671" sldId="531"/>
            <ac:picMk id="3" creationId="{ED676CB3-071A-654E-8648-319D8E86AA37}"/>
          </ac:picMkLst>
        </pc:pic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02CE43A-45F1-424E-B08C-2AE31A0EDD7F}"/>
    <pc:docChg chg="custSel modSld">
      <pc:chgData name="强 李" userId="cd6c7ec7188785ae" providerId="LiveId" clId="{F02CE43A-45F1-424E-B08C-2AE31A0EDD7F}" dt="2023-11-10T22:00:12.766" v="4" actId="1076"/>
      <pc:docMkLst>
        <pc:docMk/>
      </pc:docMkLst>
      <pc:sldChg chg="addSp delSp modSp mod">
        <pc:chgData name="强 李" userId="cd6c7ec7188785ae" providerId="LiveId" clId="{F02CE43A-45F1-424E-B08C-2AE31A0EDD7F}" dt="2023-11-10T22:00:12.766" v="4" actId="1076"/>
        <pc:sldMkLst>
          <pc:docMk/>
          <pc:sldMk cId="54695671" sldId="531"/>
        </pc:sldMkLst>
        <pc:picChg chg="add mod">
          <ac:chgData name="强 李" userId="cd6c7ec7188785ae" providerId="LiveId" clId="{F02CE43A-45F1-424E-B08C-2AE31A0EDD7F}" dt="2023-11-10T22:00:12.766" v="4" actId="1076"/>
          <ac:picMkLst>
            <pc:docMk/>
            <pc:sldMk cId="54695671" sldId="531"/>
            <ac:picMk id="2" creationId="{004B97CA-A634-1742-E4A8-396D9F522C1A}"/>
          </ac:picMkLst>
        </pc:picChg>
        <pc:picChg chg="del">
          <ac:chgData name="强 李" userId="cd6c7ec7188785ae" providerId="LiveId" clId="{F02CE43A-45F1-424E-B08C-2AE31A0EDD7F}" dt="2023-11-10T22:00:10.036" v="3" actId="478"/>
          <ac:picMkLst>
            <pc:docMk/>
            <pc:sldMk cId="54695671" sldId="531"/>
            <ac:picMk id="6" creationId="{ED98C386-B822-E0D8-ABB7-E94213042042}"/>
          </ac:picMkLst>
        </pc:picChg>
      </pc:sldChg>
      <pc:sldChg chg="modSp mod">
        <pc:chgData name="强 李" userId="cd6c7ec7188785ae" providerId="LiveId" clId="{F02CE43A-45F1-424E-B08C-2AE31A0EDD7F}" dt="2023-11-10T21:59:00.048" v="0" actId="1076"/>
        <pc:sldMkLst>
          <pc:docMk/>
          <pc:sldMk cId="1557832261" sldId="593"/>
        </pc:sldMkLst>
        <pc:picChg chg="mod">
          <ac:chgData name="强 李" userId="cd6c7ec7188785ae" providerId="LiveId" clId="{F02CE43A-45F1-424E-B08C-2AE31A0EDD7F}" dt="2023-11-10T21:59:00.048" v="0" actId="1076"/>
          <ac:picMkLst>
            <pc:docMk/>
            <pc:sldMk cId="1557832261" sldId="593"/>
            <ac:picMk id="6" creationId="{787A98D2-310B-FF11-B7CB-8D8D5949085F}"/>
          </ac:picMkLst>
        </pc:pic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FE1E5BE-67E2-456A-A8EE-309133F342B5}"/>
    <pc:docChg chg="undo custSel addSld delSld modSld">
      <pc:chgData name="强 李" userId="cd6c7ec7188785ae" providerId="LiveId" clId="{BFE1E5BE-67E2-456A-A8EE-309133F342B5}" dt="2023-11-04T21:32:56.270" v="1533"/>
      <pc:docMkLst>
        <pc:docMk/>
      </pc:docMkLst>
      <pc:sldChg chg="modSp mod">
        <pc:chgData name="强 李" userId="cd6c7ec7188785ae" providerId="LiveId" clId="{BFE1E5BE-67E2-456A-A8EE-309133F342B5}" dt="2023-11-04T14:09:20.718" v="18" actId="404"/>
        <pc:sldMkLst>
          <pc:docMk/>
          <pc:sldMk cId="0" sldId="425"/>
        </pc:sldMkLst>
        <pc:spChg chg="mod">
          <ac:chgData name="强 李" userId="cd6c7ec7188785ae" providerId="LiveId" clId="{BFE1E5BE-67E2-456A-A8EE-309133F342B5}" dt="2023-11-04T14:09:20.718" v="18" actId="404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BFE1E5BE-67E2-456A-A8EE-309133F342B5}" dt="2023-11-04T14:08:51.681" v="13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BFE1E5BE-67E2-456A-A8EE-309133F342B5}" dt="2023-11-04T14:12:27.561" v="80"/>
        <pc:sldMkLst>
          <pc:docMk/>
          <pc:sldMk cId="54695671" sldId="531"/>
        </pc:sldMkLst>
        <pc:spChg chg="del mod">
          <ac:chgData name="强 李" userId="cd6c7ec7188785ae" providerId="LiveId" clId="{BFE1E5BE-67E2-456A-A8EE-309133F342B5}" dt="2023-11-04T14:12:27.561" v="80"/>
          <ac:spMkLst>
            <pc:docMk/>
            <pc:sldMk cId="54695671" sldId="531"/>
            <ac:spMk id="2" creationId="{00000000-0000-0000-0000-000000000000}"/>
          </ac:spMkLst>
        </pc:spChg>
        <pc:picChg chg="add del">
          <ac:chgData name="强 李" userId="cd6c7ec7188785ae" providerId="LiveId" clId="{BFE1E5BE-67E2-456A-A8EE-309133F342B5}" dt="2023-11-04T14:12:19.667" v="75" actId="22"/>
          <ac:picMkLst>
            <pc:docMk/>
            <pc:sldMk cId="54695671" sldId="531"/>
            <ac:picMk id="4" creationId="{D0C3640B-1392-5C8E-CF92-6AB4FBDA659D}"/>
          </ac:picMkLst>
        </pc:picChg>
        <pc:picChg chg="add mod">
          <ac:chgData name="强 李" userId="cd6c7ec7188785ae" providerId="LiveId" clId="{BFE1E5BE-67E2-456A-A8EE-309133F342B5}" dt="2023-11-04T14:12:27.205" v="78" actId="1076"/>
          <ac:picMkLst>
            <pc:docMk/>
            <pc:sldMk cId="54695671" sldId="531"/>
            <ac:picMk id="6" creationId="{ED98C386-B822-E0D8-ABB7-E94213042042}"/>
          </ac:picMkLst>
        </pc:picChg>
      </pc:sldChg>
      <pc:sldChg chg="addSp delSp modSp mod setBg">
        <pc:chgData name="强 李" userId="cd6c7ec7188785ae" providerId="LiveId" clId="{BFE1E5BE-67E2-456A-A8EE-309133F342B5}" dt="2023-11-04T21:32:29.212" v="1526" actId="478"/>
        <pc:sldMkLst>
          <pc:docMk/>
          <pc:sldMk cId="1242525785" sldId="543"/>
        </pc:sldMkLst>
        <pc:spChg chg="add del mod">
          <ac:chgData name="强 李" userId="cd6c7ec7188785ae" providerId="LiveId" clId="{BFE1E5BE-67E2-456A-A8EE-309133F342B5}" dt="2023-11-04T21:23:00.306" v="1479" actId="26606"/>
          <ac:spMkLst>
            <pc:docMk/>
            <pc:sldMk cId="1242525785" sldId="543"/>
            <ac:spMk id="2" creationId="{00000000-0000-0000-0000-000000000000}"/>
          </ac:spMkLst>
        </pc:spChg>
        <pc:spChg chg="add del mod">
          <ac:chgData name="强 李" userId="cd6c7ec7188785ae" providerId="LiveId" clId="{BFE1E5BE-67E2-456A-A8EE-309133F342B5}" dt="2023-11-04T21:32:29.212" v="1526" actId="478"/>
          <ac:spMkLst>
            <pc:docMk/>
            <pc:sldMk cId="1242525785" sldId="543"/>
            <ac:spMk id="3" creationId="{DF7855F5-2361-52E4-8FC9-1AD7D77E0191}"/>
          </ac:spMkLst>
        </pc:spChg>
        <pc:spChg chg="mod">
          <ac:chgData name="强 李" userId="cd6c7ec7188785ae" providerId="LiveId" clId="{BFE1E5BE-67E2-456A-A8EE-309133F342B5}" dt="2023-11-04T21:23:00.298" v="1478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4" creationId="{2E442304-DDBD-4F7B-8017-36BCC863FB4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6" creationId="{5E107275-3853-46FD-A241-DE4355A42675}"/>
          </ac:spMkLst>
        </pc:spChg>
        <pc:spChg chg="add del">
          <ac:chgData name="强 李" userId="cd6c7ec7188785ae" providerId="LiveId" clId="{BFE1E5BE-67E2-456A-A8EE-309133F342B5}" dt="2023-11-04T21:22:56.926" v="1474" actId="26606"/>
          <ac:spMkLst>
            <pc:docMk/>
            <pc:sldMk cId="1242525785" sldId="543"/>
            <ac:spMk id="28" creationId="{2659FDB4-FCBE-4A89-B46D-43D4FA54464D}"/>
          </ac:spMkLst>
        </pc:spChg>
        <pc:graphicFrameChg chg="add del">
          <ac:chgData name="强 李" userId="cd6c7ec7188785ae" providerId="LiveId" clId="{BFE1E5BE-67E2-456A-A8EE-309133F342B5}" dt="2023-11-04T21:22:48.942" v="1472" actId="26606"/>
          <ac:graphicFrameMkLst>
            <pc:docMk/>
            <pc:sldMk cId="1242525785" sldId="543"/>
            <ac:graphicFrameMk id="20" creationId="{567B558F-B9DD-AD76-DEBA-966180E27BBD}"/>
          </ac:graphicFrameMkLst>
        </pc:graphicFrameChg>
        <pc:graphicFrameChg chg="add del">
          <ac:chgData name="强 李" userId="cd6c7ec7188785ae" providerId="LiveId" clId="{BFE1E5BE-67E2-456A-A8EE-309133F342B5}" dt="2023-11-04T21:22:56.926" v="1474" actId="26606"/>
          <ac:graphicFrameMkLst>
            <pc:docMk/>
            <pc:sldMk cId="1242525785" sldId="543"/>
            <ac:graphicFrameMk id="30" creationId="{34A0FB43-AA49-C7AF-9500-41B998D8FD04}"/>
          </ac:graphicFrameMkLst>
        </pc:graphicFrameChg>
        <pc:graphicFrameChg chg="add del">
          <ac:chgData name="强 李" userId="cd6c7ec7188785ae" providerId="LiveId" clId="{BFE1E5BE-67E2-456A-A8EE-309133F342B5}" dt="2023-11-04T21:22:58.898" v="1476" actId="26606"/>
          <ac:graphicFrameMkLst>
            <pc:docMk/>
            <pc:sldMk cId="1242525785" sldId="543"/>
            <ac:graphicFrameMk id="32" creationId="{F41165E4-B578-744B-8575-E91419BF79A1}"/>
          </ac:graphicFrameMkLst>
        </pc:graphicFrameChg>
        <pc:graphicFrameChg chg="add del">
          <ac:chgData name="强 李" userId="cd6c7ec7188785ae" providerId="LiveId" clId="{BFE1E5BE-67E2-456A-A8EE-309133F342B5}" dt="2023-11-04T21:23:00.298" v="1478" actId="26606"/>
          <ac:graphicFrameMkLst>
            <pc:docMk/>
            <pc:sldMk cId="1242525785" sldId="543"/>
            <ac:graphicFrameMk id="34" creationId="{93B9EAD2-8753-B650-D1BD-E449CF64E790}"/>
          </ac:graphicFrameMkLst>
        </pc:graphicFrameChg>
        <pc:graphicFrameChg chg="add mod modGraphic">
          <ac:chgData name="强 李" userId="cd6c7ec7188785ae" providerId="LiveId" clId="{BFE1E5BE-67E2-456A-A8EE-309133F342B5}" dt="2023-11-04T21:27:19.398" v="1502" actId="13782"/>
          <ac:graphicFrameMkLst>
            <pc:docMk/>
            <pc:sldMk cId="1242525785" sldId="543"/>
            <ac:graphicFrameMk id="36" creationId="{B12BE72B-659A-7AF7-7767-61D717B88CD0}"/>
          </ac:graphicFrameMkLst>
        </pc:graphicFrameChg>
        <pc:picChg chg="add del">
          <ac:chgData name="强 李" userId="cd6c7ec7188785ae" providerId="LiveId" clId="{BFE1E5BE-67E2-456A-A8EE-309133F342B5}" dt="2023-11-04T21:23:00.298" v="1478" actId="26606"/>
          <ac:picMkLst>
            <pc:docMk/>
            <pc:sldMk cId="1242525785" sldId="543"/>
            <ac:picMk id="21" creationId="{D40957BC-060B-8B7F-4B51-1E769A6F4D82}"/>
          </ac:picMkLst>
        </pc:picChg>
        <pc:cxnChg chg="add del">
          <ac:chgData name="强 李" userId="cd6c7ec7188785ae" providerId="LiveId" clId="{BFE1E5BE-67E2-456A-A8EE-309133F342B5}" dt="2023-11-04T21:22:56.926" v="1474" actId="26606"/>
          <ac:cxnSpMkLst>
            <pc:docMk/>
            <pc:sldMk cId="1242525785" sldId="543"/>
            <ac:cxnSpMk id="29" creationId="{C8F51B3F-8331-4E4A-AE96-D47B1006EEAD}"/>
          </ac:cxnSpMkLst>
        </pc:cxnChg>
      </pc:sldChg>
      <pc:sldChg chg="addSp delSp modSp mod">
        <pc:chgData name="强 李" userId="cd6c7ec7188785ae" providerId="LiveId" clId="{BFE1E5BE-67E2-456A-A8EE-309133F342B5}" dt="2023-11-04T21:32:56.270" v="1533"/>
        <pc:sldMkLst>
          <pc:docMk/>
          <pc:sldMk cId="419382719" sldId="552"/>
        </pc:sldMkLst>
        <pc:spChg chg="add del mod">
          <ac:chgData name="强 李" userId="cd6c7ec7188785ae" providerId="LiveId" clId="{BFE1E5BE-67E2-456A-A8EE-309133F342B5}" dt="2023-11-04T21:32:56.270" v="1533"/>
          <ac:spMkLst>
            <pc:docMk/>
            <pc:sldMk cId="419382719" sldId="552"/>
            <ac:spMk id="2" creationId="{00000000-0000-0000-0000-000000000000}"/>
          </ac:spMkLst>
        </pc:spChg>
        <pc:graphicFrameChg chg="add del">
          <ac:chgData name="强 李" userId="cd6c7ec7188785ae" providerId="LiveId" clId="{BFE1E5BE-67E2-456A-A8EE-309133F342B5}" dt="2023-11-04T21:28:04.967" v="1504" actId="26606"/>
          <ac:graphicFrameMkLst>
            <pc:docMk/>
            <pc:sldMk cId="419382719" sldId="552"/>
            <ac:graphicFrameMk id="20" creationId="{DF4E7ABA-81B0-2E1E-4D69-46E7B1B11335}"/>
          </ac:graphicFrameMkLst>
        </pc:graphicFrameChg>
        <pc:graphicFrameChg chg="add del mod">
          <ac:chgData name="强 李" userId="cd6c7ec7188785ae" providerId="LiveId" clId="{BFE1E5BE-67E2-456A-A8EE-309133F342B5}" dt="2023-11-04T21:29:25.298" v="1513" actId="26606"/>
          <ac:graphicFrameMkLst>
            <pc:docMk/>
            <pc:sldMk cId="419382719" sldId="552"/>
            <ac:graphicFrameMk id="22" creationId="{DB8AE5D2-6EA4-7E9A-1CF3-A566F86A9857}"/>
          </ac:graphicFrameMkLst>
        </pc:graphicFrameChg>
      </pc:sldChg>
      <pc:sldChg chg="delSp modSp mod">
        <pc:chgData name="强 李" userId="cd6c7ec7188785ae" providerId="LiveId" clId="{BFE1E5BE-67E2-456A-A8EE-309133F342B5}" dt="2023-11-04T20:26:44.878" v="869"/>
        <pc:sldMkLst>
          <pc:docMk/>
          <pc:sldMk cId="530530540" sldId="553"/>
        </pc:sldMkLst>
        <pc:spChg chg="mod">
          <ac:chgData name="强 李" userId="cd6c7ec7188785ae" providerId="LiveId" clId="{BFE1E5BE-67E2-456A-A8EE-309133F342B5}" dt="2023-11-04T20:26:44.878" v="86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13:10.847" v="84" actId="14100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BFE1E5BE-67E2-456A-A8EE-309133F342B5}" dt="2023-11-04T14:13:38.872" v="93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BFE1E5BE-67E2-456A-A8EE-309133F342B5}" dt="2023-11-04T20:21:50.046" v="859" actId="1076"/>
        <pc:sldMkLst>
          <pc:docMk/>
          <pc:sldMk cId="3418790839" sldId="554"/>
        </pc:sldMkLst>
        <pc:spChg chg="mod">
          <ac:chgData name="强 李" userId="cd6c7ec7188785ae" providerId="LiveId" clId="{BFE1E5BE-67E2-456A-A8EE-309133F342B5}" dt="2023-11-04T14:11:55.391" v="73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21:50.046" v="859" actId="1076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BFE1E5BE-67E2-456A-A8EE-309133F342B5}" dt="2023-11-04T14:15:32.655" v="110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BFE1E5BE-67E2-456A-A8EE-309133F342B5}" dt="2023-11-04T14:14:47.771" v="102" actId="20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BFE1E5BE-67E2-456A-A8EE-309133F342B5}" dt="2023-11-04T14:11:16.129" v="55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BFE1E5BE-67E2-456A-A8EE-309133F342B5}" dt="2023-11-04T14:10:47.418" v="32" actId="14100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BFE1E5BE-67E2-456A-A8EE-309133F342B5}" dt="2023-11-04T14:10:49.737" v="33" actId="14100"/>
          <ac:grpSpMkLst>
            <pc:docMk/>
            <pc:sldMk cId="3418790839" sldId="554"/>
            <ac:grpSpMk id="6" creationId="{56CD5BD2-A0CC-7D0E-3BD1-0613845A3BF3}"/>
          </ac:grpSpMkLst>
        </pc:grpChg>
        <pc:grpChg chg="mod">
          <ac:chgData name="强 李" userId="cd6c7ec7188785ae" providerId="LiveId" clId="{BFE1E5BE-67E2-456A-A8EE-309133F342B5}" dt="2023-11-04T14:10:31.245" v="29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BFE1E5BE-67E2-456A-A8EE-309133F342B5}" dt="2023-11-04T14:08:46.746" v="11" actId="20577"/>
        <pc:sldMkLst>
          <pc:docMk/>
          <pc:sldMk cId="1911491714" sldId="560"/>
        </pc:sldMkLst>
        <pc:spChg chg="mod">
          <ac:chgData name="强 李" userId="cd6c7ec7188785ae" providerId="LiveId" clId="{BFE1E5BE-67E2-456A-A8EE-309133F342B5}" dt="2023-11-04T14:08:42.981" v="9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BFE1E5BE-67E2-456A-A8EE-309133F342B5}" dt="2023-11-04T14:08:46.746" v="11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21:48.887" v="1470" actId="20577"/>
        <pc:sldMkLst>
          <pc:docMk/>
          <pc:sldMk cId="159884778" sldId="574"/>
        </pc:sldMkLst>
        <pc:spChg chg="mod">
          <ac:chgData name="强 李" userId="cd6c7ec7188785ae" providerId="LiveId" clId="{BFE1E5BE-67E2-456A-A8EE-309133F342B5}" dt="2023-11-04T21:21:48.887" v="1470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52:40.979" v="636" actId="1076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30:39.365" v="1520" actId="2710"/>
        <pc:sldMkLst>
          <pc:docMk/>
          <pc:sldMk cId="3921434846" sldId="587"/>
        </pc:sldMkLst>
        <pc:spChg chg="mod">
          <ac:chgData name="强 李" userId="cd6c7ec7188785ae" providerId="LiveId" clId="{BFE1E5BE-67E2-456A-A8EE-309133F342B5}" dt="2023-11-04T21:30:39.365" v="1520" actId="2710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32:59.361" v="271" actId="107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2648053192" sldId="588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534191096" sldId="589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207264488" sldId="590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3491062220" sldId="591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046377894" sldId="592"/>
        </pc:sldMkLst>
      </pc:sldChg>
      <pc:sldChg chg="addSp delSp modSp add mod">
        <pc:chgData name="强 李" userId="cd6c7ec7188785ae" providerId="LiveId" clId="{BFE1E5BE-67E2-456A-A8EE-309133F342B5}" dt="2023-11-04T20:28:59.301" v="888" actId="1076"/>
        <pc:sldMkLst>
          <pc:docMk/>
          <pc:sldMk cId="1557832261" sldId="593"/>
        </pc:sldMkLst>
        <pc:spChg chg="mod">
          <ac:chgData name="强 李" userId="cd6c7ec7188785ae" providerId="LiveId" clId="{BFE1E5BE-67E2-456A-A8EE-309133F342B5}" dt="2023-11-04T20:28:54.106" v="887"/>
          <ac:spMkLst>
            <pc:docMk/>
            <pc:sldMk cId="1557832261" sldId="593"/>
            <ac:spMk id="2" creationId="{00000000-0000-0000-0000-000000000000}"/>
          </ac:spMkLst>
        </pc:spChg>
        <pc:picChg chg="add del mod">
          <ac:chgData name="强 李" userId="cd6c7ec7188785ae" providerId="LiveId" clId="{BFE1E5BE-67E2-456A-A8EE-309133F342B5}" dt="2023-11-04T20:28:24.345" v="870" actId="478"/>
          <ac:picMkLst>
            <pc:docMk/>
            <pc:sldMk cId="1557832261" sldId="593"/>
            <ac:picMk id="4" creationId="{85BDC591-61A2-4447-B081-C0A2F6CE90FE}"/>
          </ac:picMkLst>
        </pc:picChg>
        <pc:picChg chg="add mod">
          <ac:chgData name="强 李" userId="cd6c7ec7188785ae" providerId="LiveId" clId="{BFE1E5BE-67E2-456A-A8EE-309133F342B5}" dt="2023-11-04T20:28:59.301" v="888" actId="1076"/>
          <ac:picMkLst>
            <pc:docMk/>
            <pc:sldMk cId="1557832261" sldId="593"/>
            <ac:picMk id="6" creationId="{787A98D2-310B-FF11-B7CB-8D8D5949085F}"/>
          </ac:picMkLst>
        </pc:picChg>
      </pc:sldChg>
      <pc:sldChg chg="delSp modSp add mod">
        <pc:chgData name="强 李" userId="cd6c7ec7188785ae" providerId="LiveId" clId="{BFE1E5BE-67E2-456A-A8EE-309133F342B5}" dt="2023-11-04T20:33:04.620" v="945"/>
        <pc:sldMkLst>
          <pc:docMk/>
          <pc:sldMk cId="1225263886" sldId="594"/>
        </pc:sldMkLst>
        <pc:spChg chg="mod">
          <ac:chgData name="强 李" userId="cd6c7ec7188785ae" providerId="LiveId" clId="{BFE1E5BE-67E2-456A-A8EE-309133F342B5}" dt="2023-11-04T20:33:04.620" v="945"/>
          <ac:spMkLst>
            <pc:docMk/>
            <pc:sldMk cId="1225263886" sldId="594"/>
            <ac:spMk id="2" creationId="{00000000-0000-0000-0000-000000000000}"/>
          </ac:spMkLst>
        </pc:spChg>
        <pc:picChg chg="del">
          <ac:chgData name="强 李" userId="cd6c7ec7188785ae" providerId="LiveId" clId="{BFE1E5BE-67E2-456A-A8EE-309133F342B5}" dt="2023-11-04T14:22:13.291" v="238" actId="478"/>
          <ac:picMkLst>
            <pc:docMk/>
            <pc:sldMk cId="1225263886" sldId="594"/>
            <ac:picMk id="4" creationId="{85BDC591-61A2-4447-B081-C0A2F6CE90FE}"/>
          </ac:picMkLst>
        </pc:picChg>
      </pc:sldChg>
      <pc:sldChg chg="modSp add mod">
        <pc:chgData name="强 李" userId="cd6c7ec7188785ae" providerId="LiveId" clId="{BFE1E5BE-67E2-456A-A8EE-309133F342B5}" dt="2023-11-04T21:30:25.208" v="1519" actId="2710"/>
        <pc:sldMkLst>
          <pc:docMk/>
          <pc:sldMk cId="2905312093" sldId="595"/>
        </pc:sldMkLst>
        <pc:spChg chg="mod">
          <ac:chgData name="强 李" userId="cd6c7ec7188785ae" providerId="LiveId" clId="{BFE1E5BE-67E2-456A-A8EE-309133F342B5}" dt="2023-11-04T21:30:25.208" v="1519" actId="2710"/>
          <ac:spMkLst>
            <pc:docMk/>
            <pc:sldMk cId="2905312093" sldId="595"/>
            <ac:spMk id="2" creationId="{00000000-0000-0000-0000-000000000000}"/>
          </ac:spMkLst>
        </pc:spChg>
      </pc:sldChg>
      <pc:sldChg chg="addSp modSp add del mod">
        <pc:chgData name="强 李" userId="cd6c7ec7188785ae" providerId="LiveId" clId="{BFE1E5BE-67E2-456A-A8EE-309133F342B5}" dt="2023-11-04T20:48:58.287" v="1131" actId="403"/>
        <pc:sldMkLst>
          <pc:docMk/>
          <pc:sldMk cId="3937354854" sldId="596"/>
        </pc:sldMkLst>
        <pc:spChg chg="mod">
          <ac:chgData name="强 李" userId="cd6c7ec7188785ae" providerId="LiveId" clId="{BFE1E5BE-67E2-456A-A8EE-309133F342B5}" dt="2023-11-04T20:48:58.287" v="1131" actId="403"/>
          <ac:spMkLst>
            <pc:docMk/>
            <pc:sldMk cId="3937354854" sldId="596"/>
            <ac:spMk id="2" creationId="{00000000-0000-0000-0000-000000000000}"/>
          </ac:spMkLst>
        </pc:spChg>
        <pc:graphicFrameChg chg="add mod modGraphic">
          <ac:chgData name="强 李" userId="cd6c7ec7188785ae" providerId="LiveId" clId="{BFE1E5BE-67E2-456A-A8EE-309133F342B5}" dt="2023-11-04T20:48:54.180" v="1129" actId="1076"/>
          <ac:graphicFrameMkLst>
            <pc:docMk/>
            <pc:sldMk cId="3937354854" sldId="596"/>
            <ac:graphicFrameMk id="3" creationId="{517A0BA1-33C3-E190-DA21-B6E0CF5196F3}"/>
          </ac:graphicFrameMkLst>
        </pc:graphicFrameChg>
      </pc:sldChg>
      <pc:sldChg chg="addSp delSp modSp add del mod setBg">
        <pc:chgData name="强 李" userId="cd6c7ec7188785ae" providerId="LiveId" clId="{BFE1E5BE-67E2-456A-A8EE-309133F342B5}" dt="2023-11-04T20:59:43.186" v="1186" actId="6549"/>
        <pc:sldMkLst>
          <pc:docMk/>
          <pc:sldMk cId="154417295" sldId="597"/>
        </pc:sldMkLst>
        <pc:spChg chg="mod">
          <ac:chgData name="强 李" userId="cd6c7ec7188785ae" providerId="LiveId" clId="{BFE1E5BE-67E2-456A-A8EE-309133F342B5}" dt="2023-11-04T20:59:43.186" v="1186" actId="6549"/>
          <ac:spMkLst>
            <pc:docMk/>
            <pc:sldMk cId="154417295" sldId="59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41:13.590" v="1077" actId="1076"/>
          <ac:spMkLst>
            <pc:docMk/>
            <pc:sldMk cId="154417295" sldId="597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0:40:42.011" v="1062" actId="26606"/>
          <ac:spMkLst>
            <pc:docMk/>
            <pc:sldMk cId="154417295" sldId="597"/>
            <ac:spMk id="23" creationId="{1A95671B-3CC6-4792-9114-B74FAEA224E6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5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6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27" creationId="{441CF7D6-A660-431A-B0BB-140A0D5556B6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8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9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1" creationId="{2550BE34-C2B8-49B8-8519-67A8CAD51AE9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2" creationId="{A7457DD9-5A45-400A-AB4B-4B4EDECA25F1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3" creationId="{0570A85B-3810-4F95-97B0-CBF4CCDB381C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5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6" creationId="{CD8B4F24-440B-49E9-B85D-733523DC064B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8" creationId="{0E3596DD-156A-473E-9BB3-C6A29F7574E9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9" creationId="{2C46C4D6-C474-4E92-B52E-944C1118F7B6}"/>
          </ac:spMkLst>
        </pc:spChg>
        <pc:graphicFrameChg chg="add mod modGraphic">
          <ac:chgData name="强 李" userId="cd6c7ec7188785ae" providerId="LiveId" clId="{BFE1E5BE-67E2-456A-A8EE-309133F342B5}" dt="2023-11-04T20:41:00.916" v="1075" actId="26606"/>
          <ac:graphicFrameMkLst>
            <pc:docMk/>
            <pc:sldMk cId="154417295" sldId="597"/>
            <ac:graphicFrameMk id="3" creationId="{7CB6FB11-DE8A-0EE7-04CC-6D78A1CF8ADC}"/>
          </ac:graphicFrameMkLst>
        </pc:graphicFrameChg>
      </pc:sldChg>
      <pc:sldChg chg="addSp delSp modSp add mod">
        <pc:chgData name="强 李" userId="cd6c7ec7188785ae" providerId="LiveId" clId="{BFE1E5BE-67E2-456A-A8EE-309133F342B5}" dt="2023-11-04T21:00:58.157" v="1190" actId="404"/>
        <pc:sldMkLst>
          <pc:docMk/>
          <pc:sldMk cId="3531077245" sldId="598"/>
        </pc:sldMkLst>
        <pc:spChg chg="mod">
          <ac:chgData name="强 李" userId="cd6c7ec7188785ae" providerId="LiveId" clId="{BFE1E5BE-67E2-456A-A8EE-309133F342B5}" dt="2023-11-04T21:00:58.157" v="1190" actId="404"/>
          <ac:spMkLst>
            <pc:docMk/>
            <pc:sldMk cId="3531077245" sldId="598"/>
            <ac:spMk id="2" creationId="{00000000-0000-0000-0000-000000000000}"/>
          </ac:spMkLst>
        </pc:spChg>
        <pc:spChg chg="add del">
          <ac:chgData name="强 李" userId="cd6c7ec7188785ae" providerId="LiveId" clId="{BFE1E5BE-67E2-456A-A8EE-309133F342B5}" dt="2023-11-04T14:48:31.115" v="563"/>
          <ac:spMkLst>
            <pc:docMk/>
            <pc:sldMk cId="3531077245" sldId="598"/>
            <ac:spMk id="3" creationId="{8FB25CA8-649F-E65F-9270-92D1D55C9C72}"/>
          </ac:spMkLst>
        </pc:spChg>
        <pc:spChg chg="add del">
          <ac:chgData name="强 李" userId="cd6c7ec7188785ae" providerId="LiveId" clId="{BFE1E5BE-67E2-456A-A8EE-309133F342B5}" dt="2023-11-04T14:50:59.099" v="603"/>
          <ac:spMkLst>
            <pc:docMk/>
            <pc:sldMk cId="3531077245" sldId="598"/>
            <ac:spMk id="4" creationId="{9C14E875-F70A-029F-F796-E99897E84D2A}"/>
          </ac:spMkLst>
        </pc:spChg>
      </pc:sldChg>
      <pc:sldChg chg="modSp add mod">
        <pc:chgData name="强 李" userId="cd6c7ec7188785ae" providerId="LiveId" clId="{BFE1E5BE-67E2-456A-A8EE-309133F342B5}" dt="2023-11-04T21:20:30.476" v="1449"/>
        <pc:sldMkLst>
          <pc:docMk/>
          <pc:sldMk cId="4000357398" sldId="599"/>
        </pc:sldMkLst>
        <pc:spChg chg="mod">
          <ac:chgData name="强 李" userId="cd6c7ec7188785ae" providerId="LiveId" clId="{BFE1E5BE-67E2-456A-A8EE-309133F342B5}" dt="2023-11-04T21:20:30.476" v="1449"/>
          <ac:spMkLst>
            <pc:docMk/>
            <pc:sldMk cId="4000357398" sldId="599"/>
            <ac:spMk id="2" creationId="{00000000-0000-0000-0000-000000000000}"/>
          </ac:spMkLst>
        </pc:spChg>
      </pc:sldChg>
      <pc:sldChg chg="addSp delSp add del mod">
        <pc:chgData name="强 李" userId="cd6c7ec7188785ae" providerId="LiveId" clId="{BFE1E5BE-67E2-456A-A8EE-309133F342B5}" dt="2023-11-04T20:55:15.285" v="1138" actId="47"/>
        <pc:sldMkLst>
          <pc:docMk/>
          <pc:sldMk cId="3539796" sldId="600"/>
        </pc:sldMkLst>
        <pc:spChg chg="add del">
          <ac:chgData name="强 李" userId="cd6c7ec7188785ae" providerId="LiveId" clId="{BFE1E5BE-67E2-456A-A8EE-309133F342B5}" dt="2023-11-04T20:51:10.334" v="1134" actId="22"/>
          <ac:spMkLst>
            <pc:docMk/>
            <pc:sldMk cId="3539796" sldId="600"/>
            <ac:spMk id="5" creationId="{17D2B4A1-7B97-C0FF-12EA-3616ACEB0AF1}"/>
          </ac:spMkLst>
        </pc:spChg>
        <pc:spChg chg="add del">
          <ac:chgData name="强 李" userId="cd6c7ec7188785ae" providerId="LiveId" clId="{BFE1E5BE-67E2-456A-A8EE-309133F342B5}" dt="2023-11-04T20:51:13.269" v="1136" actId="22"/>
          <ac:spMkLst>
            <pc:docMk/>
            <pc:sldMk cId="3539796" sldId="600"/>
            <ac:spMk id="7" creationId="{950B086C-126C-3E88-85A5-153D8B654E2A}"/>
          </ac:spMkLst>
        </pc:spChg>
      </pc:sldChg>
      <pc:sldChg chg="add del">
        <pc:chgData name="强 李" userId="cd6c7ec7188785ae" providerId="LiveId" clId="{BFE1E5BE-67E2-456A-A8EE-309133F342B5}" dt="2023-11-04T20:40:16.449" v="1050"/>
        <pc:sldMkLst>
          <pc:docMk/>
          <pc:sldMk cId="2165068579" sldId="600"/>
        </pc:sldMkLst>
      </pc:sldChg>
      <pc:sldChg chg="add del">
        <pc:chgData name="强 李" userId="cd6c7ec7188785ae" providerId="LiveId" clId="{BFE1E5BE-67E2-456A-A8EE-309133F342B5}" dt="2023-11-04T20:40:25.582" v="1057"/>
        <pc:sldMkLst>
          <pc:docMk/>
          <pc:sldMk cId="2647438799" sldId="600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63581E9A-E29C-2A45-8ED4-9C7DACA801E8}"/>
    <pc:docChg chg="undo custSel addSld delSld modSld sldOrd">
      <pc:chgData name="强 李" userId="cd6c7ec7188785ae" providerId="LiveId" clId="{63581E9A-E29C-2A45-8ED4-9C7DACA801E8}" dt="2023-11-25T03:02:19.410" v="1834" actId="14100"/>
      <pc:docMkLst>
        <pc:docMk/>
      </pc:docMkLst>
      <pc:sldChg chg="modSp mod">
        <pc:chgData name="强 李" userId="cd6c7ec7188785ae" providerId="LiveId" clId="{63581E9A-E29C-2A45-8ED4-9C7DACA801E8}" dt="2023-11-25T02:06:36.598" v="412" actId="207"/>
        <pc:sldMkLst>
          <pc:docMk/>
          <pc:sldMk cId="0" sldId="425"/>
        </pc:sldMkLst>
        <pc:spChg chg="mod">
          <ac:chgData name="强 李" userId="cd6c7ec7188785ae" providerId="LiveId" clId="{63581E9A-E29C-2A45-8ED4-9C7DACA801E8}" dt="2023-11-25T02:06:36.598" v="412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63581E9A-E29C-2A45-8ED4-9C7DACA801E8}" dt="2023-11-25T01:06:33.538" v="38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63581E9A-E29C-2A45-8ED4-9C7DACA801E8}" dt="2023-11-25T03:02:19.410" v="1834" actId="14100"/>
        <pc:sldMkLst>
          <pc:docMk/>
          <pc:sldMk cId="54695671" sldId="531"/>
        </pc:sldMkLst>
        <pc:spChg chg="add del mod">
          <ac:chgData name="强 李" userId="cd6c7ec7188785ae" providerId="LiveId" clId="{63581E9A-E29C-2A45-8ED4-9C7DACA801E8}" dt="2023-11-25T02:59:03.714" v="1773" actId="26606"/>
          <ac:spMkLst>
            <pc:docMk/>
            <pc:sldMk cId="54695671" sldId="531"/>
            <ac:spMk id="2" creationId="{E442143E-D213-67E3-06EB-58D01BC9BFFF}"/>
          </ac:spMkLst>
        </pc:spChg>
        <pc:spChg chg="add mod">
          <ac:chgData name="强 李" userId="cd6c7ec7188785ae" providerId="LiveId" clId="{63581E9A-E29C-2A45-8ED4-9C7DACA801E8}" dt="2023-11-25T03:00:43.488" v="1791" actId="1076"/>
          <ac:spMkLst>
            <pc:docMk/>
            <pc:sldMk cId="54695671" sldId="531"/>
            <ac:spMk id="7" creationId="{4F728403-1B68-99D4-E3D1-CC6B68CC06B3}"/>
          </ac:spMkLst>
        </pc:spChg>
        <pc:spChg chg="add mod">
          <ac:chgData name="强 李" userId="cd6c7ec7188785ae" providerId="LiveId" clId="{63581E9A-E29C-2A45-8ED4-9C7DACA801E8}" dt="2023-11-25T03:02:16.026" v="1833" actId="1036"/>
          <ac:spMkLst>
            <pc:docMk/>
            <pc:sldMk cId="54695671" sldId="531"/>
            <ac:spMk id="8" creationId="{3850CE0C-B5E6-8E07-C154-285724831152}"/>
          </ac:spMkLst>
        </pc:spChg>
        <pc:graphicFrameChg chg="add del">
          <ac:chgData name="强 李" userId="cd6c7ec7188785ae" providerId="LiveId" clId="{63581E9A-E29C-2A45-8ED4-9C7DACA801E8}" dt="2023-11-25T02:58:31.693" v="1762" actId="26606"/>
          <ac:graphicFrameMkLst>
            <pc:docMk/>
            <pc:sldMk cId="54695671" sldId="531"/>
            <ac:graphicFrameMk id="20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37.612" v="1764" actId="26606"/>
          <ac:graphicFrameMkLst>
            <pc:docMk/>
            <pc:sldMk cId="54695671" sldId="531"/>
            <ac:graphicFrameMk id="22" creationId="{CACF0F75-4405-664E-152A-F3C3DC92F00E}"/>
          </ac:graphicFrameMkLst>
        </pc:graphicFrameChg>
        <pc:graphicFrameChg chg="add del">
          <ac:chgData name="强 李" userId="cd6c7ec7188785ae" providerId="LiveId" clId="{63581E9A-E29C-2A45-8ED4-9C7DACA801E8}" dt="2023-11-25T02:58:38.423" v="1766" actId="26606"/>
          <ac:graphicFrameMkLst>
            <pc:docMk/>
            <pc:sldMk cId="54695671" sldId="531"/>
            <ac:graphicFrameMk id="24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8:49.529" v="1768" actId="26606"/>
          <ac:graphicFrameMkLst>
            <pc:docMk/>
            <pc:sldMk cId="54695671" sldId="531"/>
            <ac:graphicFrameMk id="26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51.726" v="1770" actId="26606"/>
          <ac:graphicFrameMkLst>
            <pc:docMk/>
            <pc:sldMk cId="54695671" sldId="531"/>
            <ac:graphicFrameMk id="28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9:03.700" v="1772" actId="26606"/>
          <ac:graphicFrameMkLst>
            <pc:docMk/>
            <pc:sldMk cId="54695671" sldId="531"/>
            <ac:graphicFrameMk id="30" creationId="{CACF0F75-4405-664E-152A-F3C3DC92F00E}"/>
          </ac:graphicFrameMkLst>
        </pc:graphicFrameChg>
        <pc:graphicFrameChg chg="add mod modGraphic">
          <ac:chgData name="强 李" userId="cd6c7ec7188785ae" providerId="LiveId" clId="{63581E9A-E29C-2A45-8ED4-9C7DACA801E8}" dt="2023-11-25T03:00:04.182" v="1784" actId="14100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picChg chg="del">
          <ac:chgData name="强 李" userId="cd6c7ec7188785ae" providerId="LiveId" clId="{63581E9A-E29C-2A45-8ED4-9C7DACA801E8}" dt="2023-11-25T01:28:41.101" v="233" actId="478"/>
          <ac:picMkLst>
            <pc:docMk/>
            <pc:sldMk cId="54695671" sldId="531"/>
            <ac:picMk id="3" creationId="{ED676CB3-071A-654E-8648-319D8E86AA37}"/>
          </ac:picMkLst>
        </pc:picChg>
        <pc:cxnChg chg="add mod">
          <ac:chgData name="强 李" userId="cd6c7ec7188785ae" providerId="LiveId" clId="{63581E9A-E29C-2A45-8ED4-9C7DACA801E8}" dt="2023-11-25T03:02:19.410" v="1834" actId="14100"/>
          <ac:cxnSpMkLst>
            <pc:docMk/>
            <pc:sldMk cId="54695671" sldId="531"/>
            <ac:cxnSpMk id="5" creationId="{13D7970A-E266-F48C-BAE7-478F67BDF07F}"/>
          </ac:cxnSpMkLst>
        </pc:cxnChg>
      </pc:sldChg>
      <pc:sldChg chg="addSp delSp modSp mod setBg">
        <pc:chgData name="强 李" userId="cd6c7ec7188785ae" providerId="LiveId" clId="{63581E9A-E29C-2A45-8ED4-9C7DACA801E8}" dt="2023-11-25T02:56:58.275" v="1751"/>
        <pc:sldMkLst>
          <pc:docMk/>
          <pc:sldMk cId="1242525785" sldId="543"/>
        </pc:sldMkLst>
        <pc:spChg chg="mod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1" creationId="{BACC6370-2D7E-4714-9D71-7542949D7D5D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3" creationId="{F68B3F68-107C-434F-AA38-110D5EA91B85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5" creationId="{AAD0DBB9-1A4B-4391-81D4-CB19F9AB918A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7" creationId="{063BBA22-50EA-4C4D-BE05-F1CE4E63AA56}"/>
          </ac:spMkLst>
        </pc:spChg>
        <pc:graphicFrameChg chg="add mod">
          <ac:chgData name="强 李" userId="cd6c7ec7188785ae" providerId="LiveId" clId="{63581E9A-E29C-2A45-8ED4-9C7DACA801E8}" dt="2023-11-25T02:56:58.275" v="1751"/>
          <ac:graphicFrameMkLst>
            <pc:docMk/>
            <pc:sldMk cId="1242525785" sldId="543"/>
            <ac:graphicFrameMk id="2" creationId="{7DC59C9B-64D5-1D1D-8333-542C061CA594}"/>
          </ac:graphicFrameMkLst>
        </pc:graphicFrameChg>
        <pc:graphicFrameChg chg="add del mod modGraphic">
          <ac:chgData name="强 李" userId="cd6c7ec7188785ae" providerId="LiveId" clId="{63581E9A-E29C-2A45-8ED4-9C7DACA801E8}" dt="2023-11-25T02:56:57.163" v="1750" actId="478"/>
          <ac:graphicFrameMkLst>
            <pc:docMk/>
            <pc:sldMk cId="1242525785" sldId="543"/>
            <ac:graphicFrameMk id="36" creationId="{B12BE72B-659A-7AF7-7767-61D717B88CD0}"/>
          </ac:graphicFrameMkLst>
        </pc:graphicFrameChg>
      </pc:sldChg>
      <pc:sldChg chg="modSp mod">
        <pc:chgData name="强 李" userId="cd6c7ec7188785ae" providerId="LiveId" clId="{63581E9A-E29C-2A45-8ED4-9C7DACA801E8}" dt="2023-11-25T02:37:37.248" v="1321" actId="207"/>
        <pc:sldMkLst>
          <pc:docMk/>
          <pc:sldMk cId="419382719" sldId="552"/>
        </pc:sldMkLst>
        <pc:spChg chg="mod">
          <ac:chgData name="强 李" userId="cd6c7ec7188785ae" providerId="LiveId" clId="{63581E9A-E29C-2A45-8ED4-9C7DACA801E8}" dt="2023-11-25T02:37:37.248" v="1321" actId="20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63581E9A-E29C-2A45-8ED4-9C7DACA801E8}" dt="2023-11-25T02:31:55.740" v="1150" actId="113"/>
        <pc:sldMkLst>
          <pc:docMk/>
          <pc:sldMk cId="530530540" sldId="553"/>
        </pc:sldMkLst>
        <pc:spChg chg="mod">
          <ac:chgData name="强 李" userId="cd6c7ec7188785ae" providerId="LiveId" clId="{63581E9A-E29C-2A45-8ED4-9C7DACA801E8}" dt="2023-11-25T02:31:55.740" v="1150" actId="11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48.649" v="812" actId="1036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63581E9A-E29C-2A45-8ED4-9C7DACA801E8}" dt="2023-11-25T02:07:50.759" v="420" actId="208"/>
        <pc:sldMkLst>
          <pc:docMk/>
          <pc:sldMk cId="3418790839" sldId="554"/>
        </pc:sldMkLst>
        <pc:spChg chg="mod">
          <ac:chgData name="强 李" userId="cd6c7ec7188785ae" providerId="LiveId" clId="{63581E9A-E29C-2A45-8ED4-9C7DACA801E8}" dt="2023-11-25T01:28:28.218" v="232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07:50.759" v="420" actId="208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63581E9A-E29C-2A45-8ED4-9C7DACA801E8}" dt="2023-11-25T01:25:20.815" v="59" actId="20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63581E9A-E29C-2A45-8ED4-9C7DACA801E8}" dt="2023-11-25T02:07:45.659" v="419" actId="208"/>
          <ac:spMkLst>
            <pc:docMk/>
            <pc:sldMk cId="3418790839" sldId="554"/>
            <ac:spMk id="10" creationId="{7BEE8677-CFAD-6942-832E-87D52B896121}"/>
          </ac:spMkLst>
        </pc:spChg>
        <pc:spChg chg="mod">
          <ac:chgData name="强 李" userId="cd6c7ec7188785ae" providerId="LiveId" clId="{63581E9A-E29C-2A45-8ED4-9C7DACA801E8}" dt="2023-11-25T01:25:06.517" v="57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63581E9A-E29C-2A45-8ED4-9C7DACA801E8}" dt="2023-11-25T02:07:05.887" v="417" actId="20577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63581E9A-E29C-2A45-8ED4-9C7DACA801E8}" dt="2023-11-25T01:04:46.324" v="30" actId="20577"/>
        <pc:sldMkLst>
          <pc:docMk/>
          <pc:sldMk cId="1911491714" sldId="560"/>
        </pc:sldMkLst>
        <pc:spChg chg="mod">
          <ac:chgData name="强 李" userId="cd6c7ec7188785ae" providerId="LiveId" clId="{63581E9A-E29C-2A45-8ED4-9C7DACA801E8}" dt="2023-11-25T01:04:39.826" v="24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3581E9A-E29C-2A45-8ED4-9C7DACA801E8}" dt="2023-11-25T01:04:46.324" v="30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9884778" sldId="574"/>
        </pc:sldMkLst>
      </pc:sldChg>
      <pc:sldChg chg="modSp mod ord modNotesTx">
        <pc:chgData name="强 李" userId="cd6c7ec7188785ae" providerId="LiveId" clId="{63581E9A-E29C-2A45-8ED4-9C7DACA801E8}" dt="2023-11-25T02:34:34.085" v="1246" actId="20577"/>
        <pc:sldMkLst>
          <pc:docMk/>
          <pc:sldMk cId="3921434846" sldId="587"/>
        </pc:sldMkLst>
        <pc:spChg chg="mod">
          <ac:chgData name="强 李" userId="cd6c7ec7188785ae" providerId="LiveId" clId="{63581E9A-E29C-2A45-8ED4-9C7DACA801E8}" dt="2023-11-25T02:34:34.085" v="1246" actId="20577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35.848" v="804" actId="103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57832261" sldId="593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225263886" sldId="594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2905312093" sldId="595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937354854" sldId="596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4417295" sldId="597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531077245" sldId="598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4000357398" sldId="599"/>
        </pc:sldMkLst>
      </pc:sldChg>
      <pc:sldChg chg="modSp add mod">
        <pc:chgData name="强 李" userId="cd6c7ec7188785ae" providerId="LiveId" clId="{63581E9A-E29C-2A45-8ED4-9C7DACA801E8}" dt="2023-11-25T03:02:02.507" v="1804" actId="1037"/>
        <pc:sldMkLst>
          <pc:docMk/>
          <pc:sldMk cId="544642582" sldId="600"/>
        </pc:sldMkLst>
        <pc:spChg chg="mod">
          <ac:chgData name="强 李" userId="cd6c7ec7188785ae" providerId="LiveId" clId="{63581E9A-E29C-2A45-8ED4-9C7DACA801E8}" dt="2023-11-25T02:50:38.973" v="1533" actId="6549"/>
          <ac:spMkLst>
            <pc:docMk/>
            <pc:sldMk cId="544642582" sldId="600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3:02:02.507" v="1804" actId="1037"/>
          <ac:spMkLst>
            <pc:docMk/>
            <pc:sldMk cId="544642582" sldId="600"/>
            <ac:spMk id="18" creationId="{00000000-0000-0000-0000-000000000000}"/>
          </ac:spMkLst>
        </pc:spChg>
      </pc:sldChg>
      <pc:sldChg chg="modSp add mod modNotesTx">
        <pc:chgData name="强 李" userId="cd6c7ec7188785ae" providerId="LiveId" clId="{63581E9A-E29C-2A45-8ED4-9C7DACA801E8}" dt="2023-11-25T02:57:59.580" v="1760" actId="1037"/>
        <pc:sldMkLst>
          <pc:docMk/>
          <pc:sldMk cId="2712179486" sldId="601"/>
        </pc:sldMkLst>
        <pc:spChg chg="mod">
          <ac:chgData name="强 李" userId="cd6c7ec7188785ae" providerId="LiveId" clId="{63581E9A-E29C-2A45-8ED4-9C7DACA801E8}" dt="2023-11-25T02:54:17.775" v="1705" actId="6549"/>
          <ac:spMkLst>
            <pc:docMk/>
            <pc:sldMk cId="2712179486" sldId="601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57:59.580" v="1760" actId="1037"/>
          <ac:spMkLst>
            <pc:docMk/>
            <pc:sldMk cId="2712179486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C164C-714D-4FCD-8A0D-57648A2DCCD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988EC5-2696-44BF-AC33-88845647F293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zh-CN" sz="2800" dirty="0"/>
            <a:t>第三章：喜乐、竭力、效法、十字架仇敌、盼望</a:t>
          </a:r>
          <a:endParaRPr lang="en-US" sz="2800" dirty="0"/>
        </a:p>
      </dgm:t>
    </dgm:pt>
    <dgm:pt modelId="{A00B3459-97B0-41E2-86C0-067DB1332D91}" type="parTrans" cxnId="{42A363C0-3501-40C2-9B82-F67388E3510F}">
      <dgm:prSet/>
      <dgm:spPr/>
      <dgm:t>
        <a:bodyPr/>
        <a:lstStyle/>
        <a:p>
          <a:endParaRPr lang="en-US" sz="2000"/>
        </a:p>
      </dgm:t>
    </dgm:pt>
    <dgm:pt modelId="{94B361D1-7D9B-421C-A02F-667639B2A2BF}" type="sibTrans" cxnId="{42A363C0-3501-40C2-9B82-F67388E3510F}">
      <dgm:prSet/>
      <dgm:spPr/>
      <dgm:t>
        <a:bodyPr/>
        <a:lstStyle/>
        <a:p>
          <a:endParaRPr lang="en-US" sz="2000"/>
        </a:p>
      </dgm:t>
    </dgm:pt>
    <dgm:pt modelId="{FF5E1D40-5F82-4DB2-8736-5D801AA4D8DC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zh-CN" sz="2800" dirty="0"/>
            <a:t>第四章：劝勉、祝福</a:t>
          </a:r>
          <a:endParaRPr lang="en-US" sz="2800" dirty="0"/>
        </a:p>
      </dgm:t>
    </dgm:pt>
    <dgm:pt modelId="{1F91335D-9098-4C07-90CB-370E0D9889BA}" type="parTrans" cxnId="{936684FA-FFC9-46F4-8432-ED30B0FB8E0B}">
      <dgm:prSet/>
      <dgm:spPr/>
      <dgm:t>
        <a:bodyPr/>
        <a:lstStyle/>
        <a:p>
          <a:endParaRPr lang="en-US" sz="2000"/>
        </a:p>
      </dgm:t>
    </dgm:pt>
    <dgm:pt modelId="{1F36CACC-C5E3-4739-ACFD-B33084EC66B0}" type="sibTrans" cxnId="{936684FA-FFC9-46F4-8432-ED30B0FB8E0B}">
      <dgm:prSet/>
      <dgm:spPr/>
      <dgm:t>
        <a:bodyPr/>
        <a:lstStyle/>
        <a:p>
          <a:endParaRPr lang="en-US" sz="2000"/>
        </a:p>
      </dgm:t>
    </dgm:pt>
    <dgm:pt modelId="{81C4A772-D816-438B-911F-E0B3A406BCAB}" type="pres">
      <dgm:prSet presAssocID="{6D2C164C-714D-4FCD-8A0D-57648A2DCCDE}" presName="root" presStyleCnt="0">
        <dgm:presLayoutVars>
          <dgm:dir/>
          <dgm:resizeHandles val="exact"/>
        </dgm:presLayoutVars>
      </dgm:prSet>
      <dgm:spPr/>
    </dgm:pt>
    <dgm:pt modelId="{229BFCF4-5400-4CF2-86DD-6A0091B93217}" type="pres">
      <dgm:prSet presAssocID="{0E988EC5-2696-44BF-AC33-88845647F293}" presName="compNode" presStyleCnt="0"/>
      <dgm:spPr/>
    </dgm:pt>
    <dgm:pt modelId="{4BE77FAC-6330-4292-B34B-E6EBC4E6EDC3}" type="pres">
      <dgm:prSet presAssocID="{0E988EC5-2696-44BF-AC33-88845647F293}" presName="bgRect" presStyleLbl="bgShp" presStyleIdx="0" presStyleCnt="2"/>
      <dgm:spPr/>
    </dgm:pt>
    <dgm:pt modelId="{3D2135A0-8F73-48C3-8F02-D5AAA178C530}" type="pres">
      <dgm:prSet presAssocID="{0E988EC5-2696-44BF-AC33-88845647F29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三叶草"/>
        </a:ext>
      </dgm:extLst>
    </dgm:pt>
    <dgm:pt modelId="{38320F8D-92EA-487C-9C0E-8DD3A981C50E}" type="pres">
      <dgm:prSet presAssocID="{0E988EC5-2696-44BF-AC33-88845647F293}" presName="spaceRect" presStyleCnt="0"/>
      <dgm:spPr/>
    </dgm:pt>
    <dgm:pt modelId="{E5C19927-0F8B-4986-A7DC-ED7F3D1ECA49}" type="pres">
      <dgm:prSet presAssocID="{0E988EC5-2696-44BF-AC33-88845647F293}" presName="parTx" presStyleLbl="revTx" presStyleIdx="0" presStyleCnt="2">
        <dgm:presLayoutVars>
          <dgm:chMax val="0"/>
          <dgm:chPref val="0"/>
        </dgm:presLayoutVars>
      </dgm:prSet>
      <dgm:spPr/>
    </dgm:pt>
    <dgm:pt modelId="{89A67D3F-669B-4933-A9F2-20AC0B6D283D}" type="pres">
      <dgm:prSet presAssocID="{94B361D1-7D9B-421C-A02F-667639B2A2BF}" presName="sibTrans" presStyleCnt="0"/>
      <dgm:spPr/>
    </dgm:pt>
    <dgm:pt modelId="{EC85AE66-47CB-462E-A59D-1E18FE858587}" type="pres">
      <dgm:prSet presAssocID="{FF5E1D40-5F82-4DB2-8736-5D801AA4D8DC}" presName="compNode" presStyleCnt="0"/>
      <dgm:spPr/>
    </dgm:pt>
    <dgm:pt modelId="{926F2A3F-6CB8-4DB2-8A8E-FECD1271AD62}" type="pres">
      <dgm:prSet presAssocID="{FF5E1D40-5F82-4DB2-8736-5D801AA4D8DC}" presName="bgRect" presStyleLbl="bgShp" presStyleIdx="1" presStyleCnt="2"/>
      <dgm:spPr/>
    </dgm:pt>
    <dgm:pt modelId="{542D34B1-EC08-43D3-B96A-2211D7F503AC}" type="pres">
      <dgm:prSet presAssocID="{FF5E1D40-5F82-4DB2-8736-5D801AA4D8D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握手"/>
        </a:ext>
      </dgm:extLst>
    </dgm:pt>
    <dgm:pt modelId="{5949E305-CF5E-4A3B-BDD5-F478F1D71A73}" type="pres">
      <dgm:prSet presAssocID="{FF5E1D40-5F82-4DB2-8736-5D801AA4D8DC}" presName="spaceRect" presStyleCnt="0"/>
      <dgm:spPr/>
    </dgm:pt>
    <dgm:pt modelId="{6B70075D-7570-438C-9EF2-BCE568FBB4B4}" type="pres">
      <dgm:prSet presAssocID="{FF5E1D40-5F82-4DB2-8736-5D801AA4D8D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F82B11C-F59A-4B21-B4AE-C5A12A3BC847}" type="presOf" srcId="{6D2C164C-714D-4FCD-8A0D-57648A2DCCDE}" destId="{81C4A772-D816-438B-911F-E0B3A406BCAB}" srcOrd="0" destOrd="0" presId="urn:microsoft.com/office/officeart/2018/2/layout/IconVerticalSolidList"/>
    <dgm:cxn modelId="{F3F351A7-03C2-414F-A3B5-2B0059398007}" type="presOf" srcId="{0E988EC5-2696-44BF-AC33-88845647F293}" destId="{E5C19927-0F8B-4986-A7DC-ED7F3D1ECA49}" srcOrd="0" destOrd="0" presId="urn:microsoft.com/office/officeart/2018/2/layout/IconVerticalSolidList"/>
    <dgm:cxn modelId="{42A363C0-3501-40C2-9B82-F67388E3510F}" srcId="{6D2C164C-714D-4FCD-8A0D-57648A2DCCDE}" destId="{0E988EC5-2696-44BF-AC33-88845647F293}" srcOrd="0" destOrd="0" parTransId="{A00B3459-97B0-41E2-86C0-067DB1332D91}" sibTransId="{94B361D1-7D9B-421C-A02F-667639B2A2BF}"/>
    <dgm:cxn modelId="{8259E2E7-3CB8-421A-BEF3-A7EEDAA39FA2}" type="presOf" srcId="{FF5E1D40-5F82-4DB2-8736-5D801AA4D8DC}" destId="{6B70075D-7570-438C-9EF2-BCE568FBB4B4}" srcOrd="0" destOrd="0" presId="urn:microsoft.com/office/officeart/2018/2/layout/IconVerticalSolidList"/>
    <dgm:cxn modelId="{936684FA-FFC9-46F4-8432-ED30B0FB8E0B}" srcId="{6D2C164C-714D-4FCD-8A0D-57648A2DCCDE}" destId="{FF5E1D40-5F82-4DB2-8736-5D801AA4D8DC}" srcOrd="1" destOrd="0" parTransId="{1F91335D-9098-4C07-90CB-370E0D9889BA}" sibTransId="{1F36CACC-C5E3-4739-ACFD-B33084EC66B0}"/>
    <dgm:cxn modelId="{9DF02387-68AC-442B-9A04-F6763972A0E1}" type="presParOf" srcId="{81C4A772-D816-438B-911F-E0B3A406BCAB}" destId="{229BFCF4-5400-4CF2-86DD-6A0091B93217}" srcOrd="0" destOrd="0" presId="urn:microsoft.com/office/officeart/2018/2/layout/IconVerticalSolidList"/>
    <dgm:cxn modelId="{B278AB8F-B5FB-4348-8346-9E535F750DDF}" type="presParOf" srcId="{229BFCF4-5400-4CF2-86DD-6A0091B93217}" destId="{4BE77FAC-6330-4292-B34B-E6EBC4E6EDC3}" srcOrd="0" destOrd="0" presId="urn:microsoft.com/office/officeart/2018/2/layout/IconVerticalSolidList"/>
    <dgm:cxn modelId="{3D6A53E6-F646-48E3-8701-3DD2F2537A62}" type="presParOf" srcId="{229BFCF4-5400-4CF2-86DD-6A0091B93217}" destId="{3D2135A0-8F73-48C3-8F02-D5AAA178C530}" srcOrd="1" destOrd="0" presId="urn:microsoft.com/office/officeart/2018/2/layout/IconVerticalSolidList"/>
    <dgm:cxn modelId="{A4D6B6DF-2A8F-47F2-9F0B-6F32BC569C16}" type="presParOf" srcId="{229BFCF4-5400-4CF2-86DD-6A0091B93217}" destId="{38320F8D-92EA-487C-9C0E-8DD3A981C50E}" srcOrd="2" destOrd="0" presId="urn:microsoft.com/office/officeart/2018/2/layout/IconVerticalSolidList"/>
    <dgm:cxn modelId="{52FE8355-D240-4035-A66D-4D7EC0A8AEC0}" type="presParOf" srcId="{229BFCF4-5400-4CF2-86DD-6A0091B93217}" destId="{E5C19927-0F8B-4986-A7DC-ED7F3D1ECA49}" srcOrd="3" destOrd="0" presId="urn:microsoft.com/office/officeart/2018/2/layout/IconVerticalSolidList"/>
    <dgm:cxn modelId="{8EE0750C-3362-4D07-8183-A51990787B2A}" type="presParOf" srcId="{81C4A772-D816-438B-911F-E0B3A406BCAB}" destId="{89A67D3F-669B-4933-A9F2-20AC0B6D283D}" srcOrd="1" destOrd="0" presId="urn:microsoft.com/office/officeart/2018/2/layout/IconVerticalSolidList"/>
    <dgm:cxn modelId="{B4181728-CDE5-45F1-907F-C254E5C59AFB}" type="presParOf" srcId="{81C4A772-D816-438B-911F-E0B3A406BCAB}" destId="{EC85AE66-47CB-462E-A59D-1E18FE858587}" srcOrd="2" destOrd="0" presId="urn:microsoft.com/office/officeart/2018/2/layout/IconVerticalSolidList"/>
    <dgm:cxn modelId="{A17C0A3D-AD51-4FA1-BAD3-3EA2256927F6}" type="presParOf" srcId="{EC85AE66-47CB-462E-A59D-1E18FE858587}" destId="{926F2A3F-6CB8-4DB2-8A8E-FECD1271AD62}" srcOrd="0" destOrd="0" presId="urn:microsoft.com/office/officeart/2018/2/layout/IconVerticalSolidList"/>
    <dgm:cxn modelId="{A2116BF1-82DB-4ED9-83B9-6C429FBE5088}" type="presParOf" srcId="{EC85AE66-47CB-462E-A59D-1E18FE858587}" destId="{542D34B1-EC08-43D3-B96A-2211D7F503AC}" srcOrd="1" destOrd="0" presId="urn:microsoft.com/office/officeart/2018/2/layout/IconVerticalSolidList"/>
    <dgm:cxn modelId="{B13FD47B-9FFC-4693-AEAD-328749E13157}" type="presParOf" srcId="{EC85AE66-47CB-462E-A59D-1E18FE858587}" destId="{5949E305-CF5E-4A3B-BDD5-F478F1D71A73}" srcOrd="2" destOrd="0" presId="urn:microsoft.com/office/officeart/2018/2/layout/IconVerticalSolidList"/>
    <dgm:cxn modelId="{034F0758-4FE4-471C-ABAA-5E11FAFBE78E}" type="presParOf" srcId="{EC85AE66-47CB-462E-A59D-1E18FE858587}" destId="{6B70075D-7570-438C-9EF2-BCE568FBB4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4FBB93-91DA-4C3A-96BD-F0A6C99C81E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A2ECB01-2034-46F5-961C-59B9B48E577F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/>
            <a:t>喜乐</a:t>
          </a:r>
          <a:endParaRPr lang="en-US"/>
        </a:p>
      </dgm:t>
    </dgm:pt>
    <dgm:pt modelId="{466974CC-F6BA-45D3-B44B-7EB9F5B3AE8D}" type="parTrans" cxnId="{71AF92F1-65A3-41FA-8BA5-FF90784BFC96}">
      <dgm:prSet/>
      <dgm:spPr/>
      <dgm:t>
        <a:bodyPr/>
        <a:lstStyle/>
        <a:p>
          <a:endParaRPr lang="en-US" sz="1600"/>
        </a:p>
      </dgm:t>
    </dgm:pt>
    <dgm:pt modelId="{51B30450-6A11-46BB-B58F-2202A75621A9}" type="sibTrans" cxnId="{71AF92F1-65A3-41FA-8BA5-FF90784BFC96}">
      <dgm:prSet/>
      <dgm:spPr/>
      <dgm:t>
        <a:bodyPr/>
        <a:lstStyle/>
        <a:p>
          <a:endParaRPr lang="en-US"/>
        </a:p>
      </dgm:t>
    </dgm:pt>
    <dgm:pt modelId="{D690C701-102A-4268-AD58-BAE8DB812451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/>
            <a:t>合一</a:t>
          </a:r>
          <a:endParaRPr lang="en-US"/>
        </a:p>
      </dgm:t>
    </dgm:pt>
    <dgm:pt modelId="{F46BA931-B154-4E68-8A07-B2CB737D0896}" type="parTrans" cxnId="{47B574BF-6288-4FC8-99EA-EA6325E4C09E}">
      <dgm:prSet/>
      <dgm:spPr/>
      <dgm:t>
        <a:bodyPr/>
        <a:lstStyle/>
        <a:p>
          <a:endParaRPr lang="en-US" sz="1600"/>
        </a:p>
      </dgm:t>
    </dgm:pt>
    <dgm:pt modelId="{4C9FC722-9FBA-47BD-91EF-5E33D36B36E0}" type="sibTrans" cxnId="{47B574BF-6288-4FC8-99EA-EA6325E4C09E}">
      <dgm:prSet/>
      <dgm:spPr/>
      <dgm:t>
        <a:bodyPr/>
        <a:lstStyle/>
        <a:p>
          <a:endParaRPr lang="en-US"/>
        </a:p>
      </dgm:t>
    </dgm:pt>
    <dgm:pt modelId="{FA96A6F9-FE94-41E5-AC3B-AAB7CF2C4B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祷告</a:t>
          </a:r>
        </a:p>
      </dgm:t>
    </dgm:pt>
    <dgm:pt modelId="{2A41DD14-0555-42F3-903E-BDC7E46BE8A4}" type="parTrans" cxnId="{153F1768-B2D5-4F36-AD33-0A6436A55F4C}">
      <dgm:prSet/>
      <dgm:spPr/>
      <dgm:t>
        <a:bodyPr/>
        <a:lstStyle/>
        <a:p>
          <a:endParaRPr lang="en-US" sz="1600"/>
        </a:p>
      </dgm:t>
    </dgm:pt>
    <dgm:pt modelId="{1A1AE6EF-1111-457D-B14D-F2792B63FEF1}" type="sibTrans" cxnId="{153F1768-B2D5-4F36-AD33-0A6436A55F4C}">
      <dgm:prSet/>
      <dgm:spPr/>
      <dgm:t>
        <a:bodyPr/>
        <a:lstStyle/>
        <a:p>
          <a:endParaRPr lang="en-US"/>
        </a:p>
      </dgm:t>
    </dgm:pt>
    <dgm:pt modelId="{33EC3210-6E28-4404-9C9E-3A5A737231A4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/>
            <a:t>平安</a:t>
          </a:r>
          <a:endParaRPr lang="en-US"/>
        </a:p>
      </dgm:t>
    </dgm:pt>
    <dgm:pt modelId="{0CA90C38-9A2C-4E58-A767-77523C5890EF}" type="parTrans" cxnId="{E1D445AC-5911-469C-8EBB-C796AB08A04B}">
      <dgm:prSet/>
      <dgm:spPr/>
      <dgm:t>
        <a:bodyPr/>
        <a:lstStyle/>
        <a:p>
          <a:endParaRPr lang="en-US" sz="1600"/>
        </a:p>
      </dgm:t>
    </dgm:pt>
    <dgm:pt modelId="{A1FA771A-4008-4E4D-9F4F-B33822DBEEE0}" type="sibTrans" cxnId="{E1D445AC-5911-469C-8EBB-C796AB08A04B}">
      <dgm:prSet/>
      <dgm:spPr/>
      <dgm:t>
        <a:bodyPr/>
        <a:lstStyle/>
        <a:p>
          <a:endParaRPr lang="en-US"/>
        </a:p>
      </dgm:t>
    </dgm:pt>
    <dgm:pt modelId="{5E9129E2-771B-41D3-BEB3-2C47EA1B8AB6}" type="pres">
      <dgm:prSet presAssocID="{7D4FBB93-91DA-4C3A-96BD-F0A6C99C81E1}" presName="root" presStyleCnt="0">
        <dgm:presLayoutVars>
          <dgm:dir/>
          <dgm:resizeHandles val="exact"/>
        </dgm:presLayoutVars>
      </dgm:prSet>
      <dgm:spPr/>
    </dgm:pt>
    <dgm:pt modelId="{0FA71621-1908-4B3D-B605-E319E85E308B}" type="pres">
      <dgm:prSet presAssocID="{6A2ECB01-2034-46F5-961C-59B9B48E577F}" presName="compNode" presStyleCnt="0"/>
      <dgm:spPr/>
    </dgm:pt>
    <dgm:pt modelId="{50B45299-B4A8-495A-9C32-D63834B587FB}" type="pres">
      <dgm:prSet presAssocID="{6A2ECB01-2034-46F5-961C-59B9B48E57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90143CC8-4737-41FD-A56D-A41DA79DB29E}" type="pres">
      <dgm:prSet presAssocID="{6A2ECB01-2034-46F5-961C-59B9B48E577F}" presName="spaceRect" presStyleCnt="0"/>
      <dgm:spPr/>
    </dgm:pt>
    <dgm:pt modelId="{90982962-5D17-48D5-9619-3ECECAD2798A}" type="pres">
      <dgm:prSet presAssocID="{6A2ECB01-2034-46F5-961C-59B9B48E577F}" presName="textRect" presStyleLbl="revTx" presStyleIdx="0" presStyleCnt="4">
        <dgm:presLayoutVars>
          <dgm:chMax val="1"/>
          <dgm:chPref val="1"/>
        </dgm:presLayoutVars>
      </dgm:prSet>
      <dgm:spPr/>
    </dgm:pt>
    <dgm:pt modelId="{39687E35-183B-49EF-BAA4-F36E5C4DC7BB}" type="pres">
      <dgm:prSet presAssocID="{51B30450-6A11-46BB-B58F-2202A75621A9}" presName="sibTrans" presStyleCnt="0"/>
      <dgm:spPr/>
    </dgm:pt>
    <dgm:pt modelId="{F6C2A9B9-6AA4-4772-AC54-CA6D89D11FB0}" type="pres">
      <dgm:prSet presAssocID="{D690C701-102A-4268-AD58-BAE8DB812451}" presName="compNode" presStyleCnt="0"/>
      <dgm:spPr/>
    </dgm:pt>
    <dgm:pt modelId="{FB48AC30-F5C2-4BCB-BDBB-D784D61DDB94}" type="pres">
      <dgm:prSet presAssocID="{D690C701-102A-4268-AD58-BAE8DB8124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教室"/>
        </a:ext>
      </dgm:extLst>
    </dgm:pt>
    <dgm:pt modelId="{296207B5-741C-4352-B4A8-9501FC5B5603}" type="pres">
      <dgm:prSet presAssocID="{D690C701-102A-4268-AD58-BAE8DB812451}" presName="spaceRect" presStyleCnt="0"/>
      <dgm:spPr/>
    </dgm:pt>
    <dgm:pt modelId="{A2017989-D235-4544-BA86-B6F9DAC76162}" type="pres">
      <dgm:prSet presAssocID="{D690C701-102A-4268-AD58-BAE8DB812451}" presName="textRect" presStyleLbl="revTx" presStyleIdx="1" presStyleCnt="4">
        <dgm:presLayoutVars>
          <dgm:chMax val="1"/>
          <dgm:chPref val="1"/>
        </dgm:presLayoutVars>
      </dgm:prSet>
      <dgm:spPr/>
    </dgm:pt>
    <dgm:pt modelId="{F569957A-E80B-4BE2-82EE-90971494E925}" type="pres">
      <dgm:prSet presAssocID="{4C9FC722-9FBA-47BD-91EF-5E33D36B36E0}" presName="sibTrans" presStyleCnt="0"/>
      <dgm:spPr/>
    </dgm:pt>
    <dgm:pt modelId="{3D35E9CF-88FA-4C54-93A4-6A4B2C776F9F}" type="pres">
      <dgm:prSet presAssocID="{FA96A6F9-FE94-41E5-AC3B-AAB7CF2C4BD4}" presName="compNode" presStyleCnt="0"/>
      <dgm:spPr/>
    </dgm:pt>
    <dgm:pt modelId="{A04E957F-4123-40D7-8B3C-40AA756EBA49}" type="pres">
      <dgm:prSet presAssocID="{FA96A6F9-FE94-41E5-AC3B-AAB7CF2C4BD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铃声"/>
        </a:ext>
      </dgm:extLst>
    </dgm:pt>
    <dgm:pt modelId="{CBD1EBD1-3009-475A-B746-076D2896ECF2}" type="pres">
      <dgm:prSet presAssocID="{FA96A6F9-FE94-41E5-AC3B-AAB7CF2C4BD4}" presName="spaceRect" presStyleCnt="0"/>
      <dgm:spPr/>
    </dgm:pt>
    <dgm:pt modelId="{A6582AF7-6642-4053-8C31-E23857546253}" type="pres">
      <dgm:prSet presAssocID="{FA96A6F9-FE94-41E5-AC3B-AAB7CF2C4BD4}" presName="textRect" presStyleLbl="revTx" presStyleIdx="2" presStyleCnt="4">
        <dgm:presLayoutVars>
          <dgm:chMax val="1"/>
          <dgm:chPref val="1"/>
        </dgm:presLayoutVars>
      </dgm:prSet>
      <dgm:spPr/>
    </dgm:pt>
    <dgm:pt modelId="{2A159B24-CAAB-4368-BEF0-2403739B3C97}" type="pres">
      <dgm:prSet presAssocID="{1A1AE6EF-1111-457D-B14D-F2792B63FEF1}" presName="sibTrans" presStyleCnt="0"/>
      <dgm:spPr/>
    </dgm:pt>
    <dgm:pt modelId="{838BF394-2588-4CF4-ACF2-F0BBF36AA4A8}" type="pres">
      <dgm:prSet presAssocID="{33EC3210-6E28-4404-9C9E-3A5A737231A4}" presName="compNode" presStyleCnt="0"/>
      <dgm:spPr/>
    </dgm:pt>
    <dgm:pt modelId="{30953163-4871-4C55-B482-48A4FDD6CF34}" type="pres">
      <dgm:prSet presAssocID="{33EC3210-6E28-4404-9C9E-3A5A737231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D757707E-B4B3-4069-AAB3-0168345E73BA}" type="pres">
      <dgm:prSet presAssocID="{33EC3210-6E28-4404-9C9E-3A5A737231A4}" presName="spaceRect" presStyleCnt="0"/>
      <dgm:spPr/>
    </dgm:pt>
    <dgm:pt modelId="{C9DC5001-0EF8-44B7-B3D3-3A95C8FEB1B4}" type="pres">
      <dgm:prSet presAssocID="{33EC3210-6E28-4404-9C9E-3A5A737231A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B365300-725A-5D4A-9051-33B108E81B86}" type="presOf" srcId="{7D4FBB93-91DA-4C3A-96BD-F0A6C99C81E1}" destId="{5E9129E2-771B-41D3-BEB3-2C47EA1B8AB6}" srcOrd="0" destOrd="0" presId="urn:microsoft.com/office/officeart/2018/2/layout/IconLabelList"/>
    <dgm:cxn modelId="{153F1768-B2D5-4F36-AD33-0A6436A55F4C}" srcId="{7D4FBB93-91DA-4C3A-96BD-F0A6C99C81E1}" destId="{FA96A6F9-FE94-41E5-AC3B-AAB7CF2C4BD4}" srcOrd="2" destOrd="0" parTransId="{2A41DD14-0555-42F3-903E-BDC7E46BE8A4}" sibTransId="{1A1AE6EF-1111-457D-B14D-F2792B63FEF1}"/>
    <dgm:cxn modelId="{E686458E-FBB8-954A-8034-CD22EBC6AF40}" type="presOf" srcId="{D690C701-102A-4268-AD58-BAE8DB812451}" destId="{A2017989-D235-4544-BA86-B6F9DAC76162}" srcOrd="0" destOrd="0" presId="urn:microsoft.com/office/officeart/2018/2/layout/IconLabelList"/>
    <dgm:cxn modelId="{2C4F3A90-DA7C-4D45-8B03-BAC3F876AA74}" type="presOf" srcId="{FA96A6F9-FE94-41E5-AC3B-AAB7CF2C4BD4}" destId="{A6582AF7-6642-4053-8C31-E23857546253}" srcOrd="0" destOrd="0" presId="urn:microsoft.com/office/officeart/2018/2/layout/IconLabelList"/>
    <dgm:cxn modelId="{E1D445AC-5911-469C-8EBB-C796AB08A04B}" srcId="{7D4FBB93-91DA-4C3A-96BD-F0A6C99C81E1}" destId="{33EC3210-6E28-4404-9C9E-3A5A737231A4}" srcOrd="3" destOrd="0" parTransId="{0CA90C38-9A2C-4E58-A767-77523C5890EF}" sibTransId="{A1FA771A-4008-4E4D-9F4F-B33822DBEEE0}"/>
    <dgm:cxn modelId="{47B574BF-6288-4FC8-99EA-EA6325E4C09E}" srcId="{7D4FBB93-91DA-4C3A-96BD-F0A6C99C81E1}" destId="{D690C701-102A-4268-AD58-BAE8DB812451}" srcOrd="1" destOrd="0" parTransId="{F46BA931-B154-4E68-8A07-B2CB737D0896}" sibTransId="{4C9FC722-9FBA-47BD-91EF-5E33D36B36E0}"/>
    <dgm:cxn modelId="{4C08A0E1-64D3-974E-9FEE-1926FF05D06F}" type="presOf" srcId="{33EC3210-6E28-4404-9C9E-3A5A737231A4}" destId="{C9DC5001-0EF8-44B7-B3D3-3A95C8FEB1B4}" srcOrd="0" destOrd="0" presId="urn:microsoft.com/office/officeart/2018/2/layout/IconLabelList"/>
    <dgm:cxn modelId="{71AF92F1-65A3-41FA-8BA5-FF90784BFC96}" srcId="{7D4FBB93-91DA-4C3A-96BD-F0A6C99C81E1}" destId="{6A2ECB01-2034-46F5-961C-59B9B48E577F}" srcOrd="0" destOrd="0" parTransId="{466974CC-F6BA-45D3-B44B-7EB9F5B3AE8D}" sibTransId="{51B30450-6A11-46BB-B58F-2202A75621A9}"/>
    <dgm:cxn modelId="{51248DFD-3633-654E-86D2-E5432A5F569C}" type="presOf" srcId="{6A2ECB01-2034-46F5-961C-59B9B48E577F}" destId="{90982962-5D17-48D5-9619-3ECECAD2798A}" srcOrd="0" destOrd="0" presId="urn:microsoft.com/office/officeart/2018/2/layout/IconLabelList"/>
    <dgm:cxn modelId="{0A210DDF-A43A-F34A-B410-E52D23EDA678}" type="presParOf" srcId="{5E9129E2-771B-41D3-BEB3-2C47EA1B8AB6}" destId="{0FA71621-1908-4B3D-B605-E319E85E308B}" srcOrd="0" destOrd="0" presId="urn:microsoft.com/office/officeart/2018/2/layout/IconLabelList"/>
    <dgm:cxn modelId="{DD9FDC83-62FD-6545-9B91-875E65A0173E}" type="presParOf" srcId="{0FA71621-1908-4B3D-B605-E319E85E308B}" destId="{50B45299-B4A8-495A-9C32-D63834B587FB}" srcOrd="0" destOrd="0" presId="urn:microsoft.com/office/officeart/2018/2/layout/IconLabelList"/>
    <dgm:cxn modelId="{C241DFAB-4A6C-1C49-B210-105371498D04}" type="presParOf" srcId="{0FA71621-1908-4B3D-B605-E319E85E308B}" destId="{90143CC8-4737-41FD-A56D-A41DA79DB29E}" srcOrd="1" destOrd="0" presId="urn:microsoft.com/office/officeart/2018/2/layout/IconLabelList"/>
    <dgm:cxn modelId="{4199B5B9-F97D-BD45-9AA0-DF8A97057584}" type="presParOf" srcId="{0FA71621-1908-4B3D-B605-E319E85E308B}" destId="{90982962-5D17-48D5-9619-3ECECAD2798A}" srcOrd="2" destOrd="0" presId="urn:microsoft.com/office/officeart/2018/2/layout/IconLabelList"/>
    <dgm:cxn modelId="{E8B1F692-5EE3-984D-82AE-E16F1C1DE6BF}" type="presParOf" srcId="{5E9129E2-771B-41D3-BEB3-2C47EA1B8AB6}" destId="{39687E35-183B-49EF-BAA4-F36E5C4DC7BB}" srcOrd="1" destOrd="0" presId="urn:microsoft.com/office/officeart/2018/2/layout/IconLabelList"/>
    <dgm:cxn modelId="{86047A68-AB81-5E48-A217-30E36F77786D}" type="presParOf" srcId="{5E9129E2-771B-41D3-BEB3-2C47EA1B8AB6}" destId="{F6C2A9B9-6AA4-4772-AC54-CA6D89D11FB0}" srcOrd="2" destOrd="0" presId="urn:microsoft.com/office/officeart/2018/2/layout/IconLabelList"/>
    <dgm:cxn modelId="{40C62706-3B44-B944-B72D-EB720468CDFF}" type="presParOf" srcId="{F6C2A9B9-6AA4-4772-AC54-CA6D89D11FB0}" destId="{FB48AC30-F5C2-4BCB-BDBB-D784D61DDB94}" srcOrd="0" destOrd="0" presId="urn:microsoft.com/office/officeart/2018/2/layout/IconLabelList"/>
    <dgm:cxn modelId="{01583E8E-9BE9-DD46-BFB4-DFE68A42749B}" type="presParOf" srcId="{F6C2A9B9-6AA4-4772-AC54-CA6D89D11FB0}" destId="{296207B5-741C-4352-B4A8-9501FC5B5603}" srcOrd="1" destOrd="0" presId="urn:microsoft.com/office/officeart/2018/2/layout/IconLabelList"/>
    <dgm:cxn modelId="{FCBF1AA1-B648-A942-8990-7C8F61DE7165}" type="presParOf" srcId="{F6C2A9B9-6AA4-4772-AC54-CA6D89D11FB0}" destId="{A2017989-D235-4544-BA86-B6F9DAC76162}" srcOrd="2" destOrd="0" presId="urn:microsoft.com/office/officeart/2018/2/layout/IconLabelList"/>
    <dgm:cxn modelId="{57EF33E5-7106-EB4A-B5C2-D34DB4A22CF3}" type="presParOf" srcId="{5E9129E2-771B-41D3-BEB3-2C47EA1B8AB6}" destId="{F569957A-E80B-4BE2-82EE-90971494E925}" srcOrd="3" destOrd="0" presId="urn:microsoft.com/office/officeart/2018/2/layout/IconLabelList"/>
    <dgm:cxn modelId="{1BE2357E-E0A9-8342-84EE-A0887A682A51}" type="presParOf" srcId="{5E9129E2-771B-41D3-BEB3-2C47EA1B8AB6}" destId="{3D35E9CF-88FA-4C54-93A4-6A4B2C776F9F}" srcOrd="4" destOrd="0" presId="urn:microsoft.com/office/officeart/2018/2/layout/IconLabelList"/>
    <dgm:cxn modelId="{0B9744C2-B34D-1549-B75E-D1ADA322E637}" type="presParOf" srcId="{3D35E9CF-88FA-4C54-93A4-6A4B2C776F9F}" destId="{A04E957F-4123-40D7-8B3C-40AA756EBA49}" srcOrd="0" destOrd="0" presId="urn:microsoft.com/office/officeart/2018/2/layout/IconLabelList"/>
    <dgm:cxn modelId="{0D7946A6-720A-C74B-AAA9-67F9A31B12FB}" type="presParOf" srcId="{3D35E9CF-88FA-4C54-93A4-6A4B2C776F9F}" destId="{CBD1EBD1-3009-475A-B746-076D2896ECF2}" srcOrd="1" destOrd="0" presId="urn:microsoft.com/office/officeart/2018/2/layout/IconLabelList"/>
    <dgm:cxn modelId="{036459EC-08C2-184C-980C-85DEB18B0D6A}" type="presParOf" srcId="{3D35E9CF-88FA-4C54-93A4-6A4B2C776F9F}" destId="{A6582AF7-6642-4053-8C31-E23857546253}" srcOrd="2" destOrd="0" presId="urn:microsoft.com/office/officeart/2018/2/layout/IconLabelList"/>
    <dgm:cxn modelId="{8455E9D9-0448-A141-ADB4-5D71EE1D5DF7}" type="presParOf" srcId="{5E9129E2-771B-41D3-BEB3-2C47EA1B8AB6}" destId="{2A159B24-CAAB-4368-BEF0-2403739B3C97}" srcOrd="5" destOrd="0" presId="urn:microsoft.com/office/officeart/2018/2/layout/IconLabelList"/>
    <dgm:cxn modelId="{911E75E1-17EC-0F48-988F-6CE138A85566}" type="presParOf" srcId="{5E9129E2-771B-41D3-BEB3-2C47EA1B8AB6}" destId="{838BF394-2588-4CF4-ACF2-F0BBF36AA4A8}" srcOrd="6" destOrd="0" presId="urn:microsoft.com/office/officeart/2018/2/layout/IconLabelList"/>
    <dgm:cxn modelId="{A30B37EE-85EE-BE48-9BAF-2A20FAF202C4}" type="presParOf" srcId="{838BF394-2588-4CF4-ACF2-F0BBF36AA4A8}" destId="{30953163-4871-4C55-B482-48A4FDD6CF34}" srcOrd="0" destOrd="0" presId="urn:microsoft.com/office/officeart/2018/2/layout/IconLabelList"/>
    <dgm:cxn modelId="{22C96CE5-26E3-9C46-8E64-54119D09070C}" type="presParOf" srcId="{838BF394-2588-4CF4-ACF2-F0BBF36AA4A8}" destId="{D757707E-B4B3-4069-AAB3-0168345E73BA}" srcOrd="1" destOrd="0" presId="urn:microsoft.com/office/officeart/2018/2/layout/IconLabelList"/>
    <dgm:cxn modelId="{562E1F4F-4DCD-A947-ACC7-D3F69109F3F3}" type="presParOf" srcId="{838BF394-2588-4CF4-ACF2-F0BBF36AA4A8}" destId="{C9DC5001-0EF8-44B7-B3D3-3A95C8FEB1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77FAC-6330-4292-B34B-E6EBC4E6EDC3}">
      <dsp:nvSpPr>
        <dsp:cNvPr id="0" name=""/>
        <dsp:cNvSpPr/>
      </dsp:nvSpPr>
      <dsp:spPr>
        <a:xfrm>
          <a:off x="0" y="707266"/>
          <a:ext cx="10451100" cy="13057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2135A0-8F73-48C3-8F02-D5AAA178C530}">
      <dsp:nvSpPr>
        <dsp:cNvPr id="0" name=""/>
        <dsp:cNvSpPr/>
      </dsp:nvSpPr>
      <dsp:spPr>
        <a:xfrm>
          <a:off x="394981" y="1001054"/>
          <a:ext cx="718147" cy="7181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19927-0F8B-4986-A7DC-ED7F3D1ECA49}">
      <dsp:nvSpPr>
        <dsp:cNvPr id="0" name=""/>
        <dsp:cNvSpPr/>
      </dsp:nvSpPr>
      <dsp:spPr>
        <a:xfrm>
          <a:off x="1508110" y="707266"/>
          <a:ext cx="8942989" cy="1305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89" tIns="138189" rIns="138189" bIns="138189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2800" kern="1200" dirty="0"/>
            <a:t>第三章：喜乐、竭力、效法、十字架仇敌、盼望</a:t>
          </a:r>
          <a:endParaRPr lang="en-US" sz="2800" kern="1200" dirty="0"/>
        </a:p>
      </dsp:txBody>
      <dsp:txXfrm>
        <a:off x="1508110" y="707266"/>
        <a:ext cx="8942989" cy="1305723"/>
      </dsp:txXfrm>
    </dsp:sp>
    <dsp:sp modelId="{926F2A3F-6CB8-4DB2-8A8E-FECD1271AD62}">
      <dsp:nvSpPr>
        <dsp:cNvPr id="0" name=""/>
        <dsp:cNvSpPr/>
      </dsp:nvSpPr>
      <dsp:spPr>
        <a:xfrm>
          <a:off x="0" y="2339420"/>
          <a:ext cx="10451100" cy="13057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D34B1-EC08-43D3-B96A-2211D7F503AC}">
      <dsp:nvSpPr>
        <dsp:cNvPr id="0" name=""/>
        <dsp:cNvSpPr/>
      </dsp:nvSpPr>
      <dsp:spPr>
        <a:xfrm>
          <a:off x="394981" y="2633208"/>
          <a:ext cx="718147" cy="7181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0075D-7570-438C-9EF2-BCE568FBB4B4}">
      <dsp:nvSpPr>
        <dsp:cNvPr id="0" name=""/>
        <dsp:cNvSpPr/>
      </dsp:nvSpPr>
      <dsp:spPr>
        <a:xfrm>
          <a:off x="1508110" y="2339420"/>
          <a:ext cx="8942989" cy="1305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89" tIns="138189" rIns="138189" bIns="138189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2800" kern="1200" dirty="0"/>
            <a:t>第四章：劝勉、祝福</a:t>
          </a:r>
          <a:endParaRPr lang="en-US" sz="2800" kern="1200" dirty="0"/>
        </a:p>
      </dsp:txBody>
      <dsp:txXfrm>
        <a:off x="1508110" y="2339420"/>
        <a:ext cx="8942989" cy="1305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45299-B4A8-495A-9C32-D63834B587FB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82962-5D17-48D5-9619-3ECECAD2798A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/>
            <a:t>喜乐</a:t>
          </a:r>
          <a:endParaRPr lang="en-US" sz="3100" kern="1200"/>
        </a:p>
      </dsp:txBody>
      <dsp:txXfrm>
        <a:off x="100682" y="2427484"/>
        <a:ext cx="2370489" cy="720000"/>
      </dsp:txXfrm>
    </dsp:sp>
    <dsp:sp modelId="{FB48AC30-F5C2-4BCB-BDBB-D784D61DDB94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17989-D235-4544-BA86-B6F9DAC76162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/>
            <a:t>合一</a:t>
          </a:r>
          <a:endParaRPr lang="en-US" sz="3100" kern="1200"/>
        </a:p>
      </dsp:txBody>
      <dsp:txXfrm>
        <a:off x="2886007" y="2427484"/>
        <a:ext cx="2370489" cy="720000"/>
      </dsp:txXfrm>
    </dsp:sp>
    <dsp:sp modelId="{A04E957F-4123-40D7-8B3C-40AA756EBA49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82AF7-6642-4053-8C31-E23857546253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祷告</a:t>
          </a:r>
        </a:p>
      </dsp:txBody>
      <dsp:txXfrm>
        <a:off x="5671332" y="2427484"/>
        <a:ext cx="2370489" cy="720000"/>
      </dsp:txXfrm>
    </dsp:sp>
    <dsp:sp modelId="{30953163-4871-4C55-B482-48A4FDD6CF34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C5001-0EF8-44B7-B3D3-3A95C8FEB1B4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/>
            <a:t>平安</a:t>
          </a:r>
          <a:endParaRPr lang="en-US" sz="3100" kern="1200"/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【</a:t>
            </a:r>
            <a:r>
              <a:rPr kumimoji="1" lang="zh-CN" altLang="en-US" dirty="0"/>
              <a:t>腓</a:t>
            </a:r>
            <a:r>
              <a:rPr kumimoji="1" lang="en-US" altLang="zh-CN" dirty="0"/>
              <a:t>1:27】</a:t>
            </a:r>
            <a:r>
              <a:rPr kumimoji="1" lang="zh-CN" altLang="en-US" dirty="0"/>
              <a:t>只要你们行事为人与基督的福音相称，叫我或来见你们，或不在你们那里，可以听见你们的景况，知道你们同有一个心志，站立得稳，为所信的福音齐心努力。</a:t>
            </a:r>
            <a:endParaRPr kumimoji="1" lang="en-US" altLang="zh-CN" dirty="0"/>
          </a:p>
          <a:p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弗</a:t>
            </a:r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4:14】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使我们不再作小孩子，中了人的诡计和欺骗的法术，被一切异教之风摇动，飘来飘去，就随从各样的异端。</a:t>
            </a:r>
            <a:endParaRPr lang="en-US" altLang="zh-CN" b="0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太</a:t>
            </a:r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4:4】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耶稣却回答说：“经上记着说：‘人活着，不是单靠食物，乃是靠　神口里所出的一切话。’”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24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摩</a:t>
            </a:r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3:3】“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二人若不同心，岂能同行呢？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718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摩</a:t>
            </a:r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3:3】“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二人若不同心，岂能同行呢？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13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99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经文：腓立比书四章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1-7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843752" y="2052839"/>
            <a:ext cx="5705918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靠主得喜乐和平安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四</a:t>
            </a:r>
            <a:r>
              <a:rPr lang="en-US" altLang="zh-CN" sz="4800" b="1" dirty="0"/>
              <a:t>1~7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126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4:1】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我所亲爱、所想念的弟兄们，你们就是我的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喜乐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，我的冠冕。我亲爱的弟兄，你们应当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靠主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站立得稳。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4:2】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我劝友阿爹和循都基要在主里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同心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4:3】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我也求你这真实同负一轭的，帮助这两个女人，因为她们在福音上曾与我一同劳苦；还有革利免，并其余和我一同作工的，他们的名字都在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生命册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上。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4:4】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你们要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靠主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常常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喜乐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；我再说，你们要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喜乐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4:5】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当叫众人知道你们谦让的心。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主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effectLst/>
                <a:ea typeface="苹方-简" panose="020B0300000000000000" pitchFamily="34" charset="-122"/>
              </a:rPr>
              <a:t>已经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近了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4:6】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应当一无挂虑，只要凡事藉着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祷告、祈求和感谢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，将你们所要的告诉　神。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4:7】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　神所赐出人意外的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平安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，必在基督耶稣里保守你们的心怀意念。</a:t>
            </a:r>
            <a:endParaRPr lang="zh-CN" altLang="zh-CN" sz="2000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22826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一：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，靠主站立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二：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，同心做工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三：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4~7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，靠主得喜乐和平安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186194" y="1166183"/>
            <a:ext cx="8005807" cy="914623"/>
            <a:chOff x="-887317" y="460553"/>
            <a:chExt cx="13079318" cy="962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962516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887317" y="507539"/>
              <a:ext cx="13032333" cy="86854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4:1】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我所亲爱、所想念的弟兄们，你们就是我的喜乐，我的冠冕。我亲爱的弟兄，你们应当靠主站立得稳。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276232"/>
            <a:ext cx="7977048" cy="165062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1" y="1677268"/>
              <a:ext cx="12062476" cy="9217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4:2】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我劝友阿爹和循都基要在主里同心。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4:3】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我也求你这真实同负一轭的，帮助这两个女人，因为她们在福音上曾与我一同劳苦；还有革利免，并其余和我一同作工的，他们的名字都在生命册上。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014651"/>
            <a:ext cx="7977048" cy="1798523"/>
            <a:chOff x="-840332" y="2922531"/>
            <a:chExt cx="13032334" cy="164524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2922531"/>
              <a:ext cx="13032334" cy="1645247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109045"/>
              <a:ext cx="12952018" cy="12459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4:4】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你们要靠主常常喜乐；我再说，你们要喜乐。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4:5】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当叫众人知道你们谦让的心。主已经近了。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4:6】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应当一无挂虑，只要凡事藉着祷告、祈求和感谢，将你们所要的告诉　神。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4:7】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　神所赐出人意外的平安，必在基督耶稣里保守你们的心怀意念。</a:t>
              </a:r>
              <a:endParaRPr lang="zh-CN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Bellota"/>
              </a:rPr>
              <a:t>KEY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Bellota"/>
              </a:rPr>
              <a:t>：</a:t>
            </a: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Bellota"/>
              </a:rPr>
              <a:t>【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Bellota"/>
              </a:rPr>
              <a:t>腓</a:t>
            </a: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Bellota"/>
              </a:rPr>
              <a:t>4:4】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Bellota"/>
              </a:rPr>
              <a:t>你们要靠主常常喜乐；我再说，你们要喜乐。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graphicFrame>
        <p:nvGraphicFramePr>
          <p:cNvPr id="32" name="文本框 1">
            <a:extLst>
              <a:ext uri="{FF2B5EF4-FFF2-40B4-BE49-F238E27FC236}">
                <a16:creationId xmlns:a16="http://schemas.microsoft.com/office/drawing/2014/main" id="{060F7A05-6CD5-71D0-1465-580C01900F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51987"/>
              </p:ext>
            </p:extLst>
          </p:nvPr>
        </p:nvGraphicFramePr>
        <p:xfrm>
          <a:off x="1568622" y="1252795"/>
          <a:ext cx="10451100" cy="4352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13D7970A-E266-F48C-BAE7-478F67BDF07F}"/>
              </a:ext>
            </a:extLst>
          </p:cNvPr>
          <p:cNvCxnSpPr>
            <a:cxnSpLocks/>
          </p:cNvCxnSpPr>
          <p:nvPr/>
        </p:nvCxnSpPr>
        <p:spPr>
          <a:xfrm flipH="1">
            <a:off x="5500794" y="2885275"/>
            <a:ext cx="4355199" cy="1028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F728403-1B68-99D4-E3D1-CC6B68CC06B3}"/>
              </a:ext>
            </a:extLst>
          </p:cNvPr>
          <p:cNvSpPr txBox="1"/>
          <p:nvPr/>
        </p:nvSpPr>
        <p:spPr>
          <a:xfrm>
            <a:off x="9855993" y="2286186"/>
            <a:ext cx="956442" cy="599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50CE0C-B5E6-8E07-C154-285724831152}"/>
              </a:ext>
            </a:extLst>
          </p:cNvPr>
          <p:cNvSpPr txBox="1"/>
          <p:nvPr/>
        </p:nvSpPr>
        <p:spPr>
          <a:xfrm>
            <a:off x="4544352" y="3913462"/>
            <a:ext cx="956442" cy="59908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第一段：靠主站立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100072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我所亲爱、所想念的弟兄们，你们就是我的喜乐，我的冠冕。我亲爱的弟兄，你们应当靠主站立得稳。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称赞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福音（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1:5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）、顺服（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2:12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）、做工（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2:30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命令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真理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1:27】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同一心志：福音</a:t>
            </a:r>
            <a:endParaRPr lang="en-US" altLang="zh-CN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i="0" u="none" strike="noStrike" dirty="0">
                <a:solidFill>
                  <a:srgbClr val="0F1A3A"/>
                </a:solidFill>
                <a:effectLst/>
                <a:latin typeface="Old Standard TT"/>
              </a:rPr>
              <a:t>弗</a:t>
            </a:r>
            <a:r>
              <a:rPr lang="en-US" altLang="zh-CN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4:14】</a:t>
            </a:r>
            <a:r>
              <a:rPr lang="zh-CN" altLang="en-US" dirty="0">
                <a:solidFill>
                  <a:srgbClr val="0F1A3A"/>
                </a:solidFill>
                <a:latin typeface="Old Standard TT"/>
              </a:rPr>
              <a:t>飘来飘去：异端</a:t>
            </a:r>
            <a:endParaRPr lang="en-US" altLang="zh-CN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信靠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相信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依靠：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i="0" u="none" strike="noStrike" dirty="0">
                <a:solidFill>
                  <a:srgbClr val="0F1A3A"/>
                </a:solidFill>
                <a:effectLst/>
                <a:latin typeface="Old Standard TT"/>
              </a:rPr>
              <a:t>太</a:t>
            </a:r>
            <a:r>
              <a:rPr lang="en-US" altLang="zh-CN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4:4】 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00406" y="150388"/>
            <a:ext cx="5790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第二段：同心做工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59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腓</a:t>
            </a: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4:2】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我劝友阿爹和循都基要在主里同心。 </a:t>
            </a:r>
            <a:endParaRPr lang="en-US" altLang="zh-CN" sz="2000" b="0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腓</a:t>
            </a: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4:3】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我也求你这真实同负一轭的，帮助这两个女人，因为她们在福音上曾与我一同劳苦；还有革利免，并其余和我一同作工的，他们的名字都在生命册上。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劝</a:t>
            </a:r>
            <a:endParaRPr lang="en-US" altLang="zh-CN" sz="2000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言语柔和、充满爱心</a:t>
            </a:r>
            <a:endParaRPr lang="en-US" altLang="zh-CN" b="0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F1A3A"/>
                </a:solidFill>
                <a:latin typeface="Old Standard TT"/>
              </a:rPr>
              <a:t>要做主工，务必同心</a:t>
            </a:r>
            <a:endParaRPr lang="en-US" altLang="zh-CN" dirty="0">
              <a:solidFill>
                <a:srgbClr val="0F1A3A"/>
              </a:solidFill>
              <a:latin typeface="Old Standard T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摩</a:t>
            </a:r>
            <a:r>
              <a:rPr lang="en-US" altLang="zh-CN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3:3】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矛盾公开化，引以为戒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求</a:t>
            </a:r>
            <a:endParaRPr lang="en-US" altLang="zh-CN" sz="2000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有帮助的责任，爱心为根基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肯定她们的劳苦，直面问题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生命册：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轻看现在得失，重看将来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07642" y="150388"/>
            <a:ext cx="5790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第三段：喜乐平安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725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腓</a:t>
            </a: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4:4】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你们要靠主常常喜乐；我再说，你们要喜乐。 </a:t>
            </a:r>
            <a:endParaRPr lang="en-US" altLang="zh-CN" sz="2000" b="0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腓</a:t>
            </a: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4:5】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当叫众人知道你们谦让的心。主已经近了。 </a:t>
            </a:r>
            <a:endParaRPr lang="en-US" altLang="zh-CN" sz="2000" b="0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喜乐</a:t>
            </a:r>
            <a:endParaRPr lang="en-US" altLang="zh-CN" sz="2000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如何能有喜乐？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在主里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喜乐的外在表现？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传讲福音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遵神话行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谦让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不坚持自己权利，合理让步和宽容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近了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时间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关系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4642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881138" y="150388"/>
            <a:ext cx="5790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第三段：喜乐平安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2229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腓</a:t>
            </a: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4:6】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应当一无挂虑，只要凡事藉着祷告、祈求和感谢，将你们所要的告诉　神。 </a:t>
            </a:r>
            <a:endParaRPr lang="en-US" altLang="zh-CN" sz="2000" b="0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【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腓</a:t>
            </a:r>
            <a:r>
              <a:rPr lang="en-US" altLang="zh-CN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4:7】</a:t>
            </a:r>
            <a:r>
              <a:rPr lang="zh-CN" altLang="en-US" sz="2000" b="0" i="0" u="none" strike="noStrike" dirty="0">
                <a:solidFill>
                  <a:srgbClr val="0F1A3A"/>
                </a:solidFill>
                <a:effectLst/>
                <a:latin typeface="Old Standard TT"/>
              </a:rPr>
              <a:t>　神所赐出人意外的平安，必在基督耶稣里保守你们的心怀意念。</a:t>
            </a:r>
            <a:endParaRPr lang="en-US" altLang="zh-CN" sz="2000" b="0" i="0" u="none" strike="noStrike" dirty="0">
              <a:solidFill>
                <a:srgbClr val="0F1A3A"/>
              </a:solidFill>
              <a:effectLst/>
              <a:latin typeface="Old Standard T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得喜乐方法：信靠</a:t>
            </a:r>
            <a:endParaRPr lang="en-US" altLang="zh-CN" sz="2000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一无挂虑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凡事祷告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祈求感恩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告诉神（关系）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平安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神所赐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出人意外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必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在基督耶稣里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2179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graphicFrame>
        <p:nvGraphicFramePr>
          <p:cNvPr id="2" name="文本框 1">
            <a:extLst>
              <a:ext uri="{FF2B5EF4-FFF2-40B4-BE49-F238E27FC236}">
                <a16:creationId xmlns:a16="http://schemas.microsoft.com/office/drawing/2014/main" id="{7DC59C9B-64D5-1D1D-8333-542C061CA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29644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2939"/>
            <a:ext cx="12192000" cy="29474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，经文中保罗劝谁要同心，请谁来帮助她们？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，保罗告诉我们如何做可以得平安？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，简单介绍自己的喜乐和平安，有没有拦阻我们得平安和喜乐事情？有的话是什么？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（选答题）</a:t>
            </a:r>
            <a:r>
              <a:rPr lang="zh-CN" altLang="en-US" sz="24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Old Standard TT"/>
              </a:rPr>
              <a:t>友阿爹和循都基的事情上，我们第三者应当做什么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？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1102</Words>
  <Application>Microsoft Macintosh PowerPoint</Application>
  <PresentationFormat>宽屏</PresentationFormat>
  <Paragraphs>108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微软雅黑</vt:lpstr>
      <vt:lpstr>Bellota</vt:lpstr>
      <vt:lpstr>Old Standard TT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1</cp:revision>
  <dcterms:created xsi:type="dcterms:W3CDTF">2019-06-19T02:08:00Z</dcterms:created>
  <dcterms:modified xsi:type="dcterms:W3CDTF">2023-11-25T03:02:21Z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