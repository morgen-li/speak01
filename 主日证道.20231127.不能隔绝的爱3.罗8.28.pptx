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20" r:id="rId3"/>
    <p:sldId id="321" r:id="rId4"/>
    <p:sldId id="338" r:id="rId5"/>
    <p:sldId id="339" r:id="rId6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94" autoAdjust="0"/>
    <p:restoredTop sz="96387" autoAdjust="0"/>
  </p:normalViewPr>
  <p:slideViewPr>
    <p:cSldViewPr showGuides="1">
      <p:cViewPr varScale="1">
        <p:scale>
          <a:sx n="114" d="100"/>
          <a:sy n="114" d="100"/>
        </p:scale>
        <p:origin x="161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870F3BC4-CB90-4805-820E-208591D60CC8}"/>
    <pc:docChg chg="modSld">
      <pc:chgData name="李 强" userId="633faa5c58ce3e78" providerId="LiveId" clId="{870F3BC4-CB90-4805-820E-208591D60CC8}" dt="2018-12-30T00:00:37.965" v="9" actId="20577"/>
      <pc:docMkLst>
        <pc:docMk/>
      </pc:docMkLst>
      <pc:sldChg chg="modSp">
        <pc:chgData name="李 强" userId="633faa5c58ce3e78" providerId="LiveId" clId="{870F3BC4-CB90-4805-820E-208591D60CC8}" dt="2018-12-30T00:00:37.965" v="9" actId="20577"/>
        <pc:sldMkLst>
          <pc:docMk/>
          <pc:sldMk cId="2071616175" sldId="321"/>
        </pc:sldMkLst>
        <pc:spChg chg="mod">
          <ac:chgData name="李 强" userId="633faa5c58ce3e78" providerId="LiveId" clId="{870F3BC4-CB90-4805-820E-208591D60CC8}" dt="2018-12-30T00:00:37.965" v="9" actId="20577"/>
          <ac:spMkLst>
            <pc:docMk/>
            <pc:sldMk cId="2071616175" sldId="321"/>
            <ac:spMk id="5123" creationId="{823B1026-6B98-4FD8-8DA8-D78FA979416E}"/>
          </ac:spMkLst>
        </pc:spChg>
      </pc:sldChg>
    </pc:docChg>
  </pc:docChgLst>
  <pc:docChgLst>
    <pc:chgData name="李 强" userId="633faa5c58ce3e78" providerId="LiveId" clId="{B5BC561B-9DDE-463C-8D39-94A1268F599D}"/>
    <pc:docChg chg="addSld delSld modSld">
      <pc:chgData name="李 强" userId="633faa5c58ce3e78" providerId="LiveId" clId="{B5BC561B-9DDE-463C-8D39-94A1268F599D}" dt="2021-04-24T21:15:33.106" v="93" actId="47"/>
      <pc:docMkLst>
        <pc:docMk/>
      </pc:docMkLst>
      <pc:sldChg chg="modSp mod">
        <pc:chgData name="李 强" userId="633faa5c58ce3e78" providerId="LiveId" clId="{B5BC561B-9DDE-463C-8D39-94A1268F599D}" dt="2021-04-24T21:10:00.090" v="7" actId="20577"/>
        <pc:sldMkLst>
          <pc:docMk/>
          <pc:sldMk cId="0" sldId="256"/>
        </pc:sldMkLst>
        <pc:spChg chg="mod">
          <ac:chgData name="李 强" userId="633faa5c58ce3e78" providerId="LiveId" clId="{B5BC561B-9DDE-463C-8D39-94A1268F599D}" dt="2021-04-24T21:10:00.090" v="7" actId="20577"/>
          <ac:spMkLst>
            <pc:docMk/>
            <pc:sldMk cId="0" sldId="256"/>
            <ac:spMk id="7170" creationId="{C38FCE21-CC3E-4C81-B95A-118DE7524B3B}"/>
          </ac:spMkLst>
        </pc:spChg>
      </pc:sldChg>
      <pc:sldChg chg="modSp mod">
        <pc:chgData name="李 强" userId="633faa5c58ce3e78" providerId="LiveId" clId="{B5BC561B-9DDE-463C-8D39-94A1268F599D}" dt="2021-04-24T21:11:03.220" v="12" actId="20577"/>
        <pc:sldMkLst>
          <pc:docMk/>
          <pc:sldMk cId="0" sldId="320"/>
        </pc:sldMkLst>
        <pc:spChg chg="mod">
          <ac:chgData name="李 强" userId="633faa5c58ce3e78" providerId="LiveId" clId="{B5BC561B-9DDE-463C-8D39-94A1268F599D}" dt="2021-04-24T21:11:03.220" v="12" actId="20577"/>
          <ac:spMkLst>
            <pc:docMk/>
            <pc:sldMk cId="0" sldId="320"/>
            <ac:spMk id="5123" creationId="{823B1026-6B98-4FD8-8DA8-D78FA979416E}"/>
          </ac:spMkLst>
        </pc:spChg>
      </pc:sldChg>
      <pc:sldChg chg="modSp mod">
        <pc:chgData name="李 强" userId="633faa5c58ce3e78" providerId="LiveId" clId="{B5BC561B-9DDE-463C-8D39-94A1268F599D}" dt="2021-04-24T21:12:49.463" v="47" actId="403"/>
        <pc:sldMkLst>
          <pc:docMk/>
          <pc:sldMk cId="2071616175" sldId="321"/>
        </pc:sldMkLst>
        <pc:spChg chg="mod">
          <ac:chgData name="李 强" userId="633faa5c58ce3e78" providerId="LiveId" clId="{B5BC561B-9DDE-463C-8D39-94A1268F599D}" dt="2021-04-24T21:11:50.641" v="18" actId="2711"/>
          <ac:spMkLst>
            <pc:docMk/>
            <pc:sldMk cId="2071616175" sldId="321"/>
            <ac:spMk id="3" creationId="{C578C671-B69C-4BEB-8AD4-3A86A9EC2E70}"/>
          </ac:spMkLst>
        </pc:spChg>
        <pc:spChg chg="mod">
          <ac:chgData name="李 强" userId="633faa5c58ce3e78" providerId="LiveId" clId="{B5BC561B-9DDE-463C-8D39-94A1268F599D}" dt="2021-04-24T21:12:49.463" v="47" actId="403"/>
          <ac:spMkLst>
            <pc:docMk/>
            <pc:sldMk cId="2071616175" sldId="321"/>
            <ac:spMk id="5123" creationId="{823B1026-6B98-4FD8-8DA8-D78FA979416E}"/>
          </ac:spMkLst>
        </pc:spChg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4183620022" sldId="325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816802992" sldId="326"/>
        </pc:sldMkLst>
      </pc:sldChg>
      <pc:sldChg chg="del">
        <pc:chgData name="李 强" userId="633faa5c58ce3e78" providerId="LiveId" clId="{B5BC561B-9DDE-463C-8D39-94A1268F599D}" dt="2021-04-24T21:13:01.684" v="48" actId="47"/>
        <pc:sldMkLst>
          <pc:docMk/>
          <pc:sldMk cId="2853406107" sldId="327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1265496126" sldId="328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3742553616" sldId="329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3181173085" sldId="330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351636211" sldId="331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3230996804" sldId="332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1608534393" sldId="333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1232843142" sldId="334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2027722342" sldId="335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447055335" sldId="336"/>
        </pc:sldMkLst>
      </pc:sldChg>
      <pc:sldChg chg="del">
        <pc:chgData name="李 强" userId="633faa5c58ce3e78" providerId="LiveId" clId="{B5BC561B-9DDE-463C-8D39-94A1268F599D}" dt="2021-04-24T21:15:33.106" v="93" actId="47"/>
        <pc:sldMkLst>
          <pc:docMk/>
          <pc:sldMk cId="1065487672" sldId="337"/>
        </pc:sldMkLst>
      </pc:sldChg>
      <pc:sldChg chg="modSp add mod">
        <pc:chgData name="李 强" userId="633faa5c58ce3e78" providerId="LiveId" clId="{B5BC561B-9DDE-463C-8D39-94A1268F599D}" dt="2021-04-24T21:14:18.001" v="79" actId="6549"/>
        <pc:sldMkLst>
          <pc:docMk/>
          <pc:sldMk cId="1488244898" sldId="338"/>
        </pc:sldMkLst>
        <pc:spChg chg="mod">
          <ac:chgData name="李 强" userId="633faa5c58ce3e78" providerId="LiveId" clId="{B5BC561B-9DDE-463C-8D39-94A1268F599D}" dt="2021-04-24T21:13:34.846" v="58" actId="404"/>
          <ac:spMkLst>
            <pc:docMk/>
            <pc:sldMk cId="1488244898" sldId="338"/>
            <ac:spMk id="3" creationId="{C578C671-B69C-4BEB-8AD4-3A86A9EC2E70}"/>
          </ac:spMkLst>
        </pc:spChg>
        <pc:spChg chg="mod">
          <ac:chgData name="李 强" userId="633faa5c58ce3e78" providerId="LiveId" clId="{B5BC561B-9DDE-463C-8D39-94A1268F599D}" dt="2021-04-24T21:14:18.001" v="79" actId="6549"/>
          <ac:spMkLst>
            <pc:docMk/>
            <pc:sldMk cId="1488244898" sldId="338"/>
            <ac:spMk id="5123" creationId="{823B1026-6B98-4FD8-8DA8-D78FA979416E}"/>
          </ac:spMkLst>
        </pc:spChg>
      </pc:sldChg>
      <pc:sldChg chg="modSp add mod">
        <pc:chgData name="李 强" userId="633faa5c58ce3e78" providerId="LiveId" clId="{B5BC561B-9DDE-463C-8D39-94A1268F599D}" dt="2021-04-24T21:15:24.442" v="92" actId="6549"/>
        <pc:sldMkLst>
          <pc:docMk/>
          <pc:sldMk cId="1734140635" sldId="339"/>
        </pc:sldMkLst>
        <pc:spChg chg="mod">
          <ac:chgData name="李 强" userId="633faa5c58ce3e78" providerId="LiveId" clId="{B5BC561B-9DDE-463C-8D39-94A1268F599D}" dt="2021-04-24T21:14:49.752" v="85" actId="2711"/>
          <ac:spMkLst>
            <pc:docMk/>
            <pc:sldMk cId="1734140635" sldId="339"/>
            <ac:spMk id="3" creationId="{C578C671-B69C-4BEB-8AD4-3A86A9EC2E70}"/>
          </ac:spMkLst>
        </pc:spChg>
        <pc:spChg chg="mod">
          <ac:chgData name="李 强" userId="633faa5c58ce3e78" providerId="LiveId" clId="{B5BC561B-9DDE-463C-8D39-94A1268F599D}" dt="2021-04-24T21:15:24.442" v="92" actId="6549"/>
          <ac:spMkLst>
            <pc:docMk/>
            <pc:sldMk cId="1734140635" sldId="339"/>
            <ac:spMk id="5123" creationId="{823B1026-6B98-4FD8-8DA8-D78FA97941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2021/4/25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76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950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702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84313" y="3189288"/>
            <a:ext cx="6400800" cy="1752600"/>
          </a:xfrm>
        </p:spPr>
        <p:txBody>
          <a:bodyPr anchor="ctr"/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不能隔绝的爱（</a:t>
            </a:r>
            <a:r>
              <a:rPr lang="en-US" altLang="zh-CN" sz="32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3</a:t>
            </a:r>
            <a:r>
              <a:rPr lang="zh-CN" altLang="en-US" sz="32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）</a:t>
            </a:r>
            <a:endParaRPr lang="en-US" altLang="zh-CN" sz="32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2000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基督的爱</a:t>
            </a:r>
            <a:endParaRPr lang="en-US" altLang="zh-CN" sz="2000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罗马书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8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章</a:t>
            </a:r>
            <a:r>
              <a:rPr lang="en-US" altLang="zh-CN" dirty="0">
                <a:latin typeface="华文琥珀" panose="02010800040101010101" pitchFamily="2" charset="-122"/>
                <a:ea typeface="华文琥珀" panose="02010800040101010101" pitchFamily="2" charset="-122"/>
              </a:rPr>
              <a:t>28~39</a:t>
            </a:r>
            <a:r>
              <a:rPr lang="zh-CN" altLang="en-US" dirty="0">
                <a:latin typeface="华文琥珀" panose="02010800040101010101" pitchFamily="2" charset="-122"/>
                <a:ea typeface="华文琥珀" panose="02010800040101010101" pitchFamily="2" charset="-122"/>
              </a:rPr>
              <a:t>节</a:t>
            </a:r>
            <a:endParaRPr lang="en-US" altLang="zh-CN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eaLnBrk="1" hangingPunct="1"/>
            <a:fld id="{07A0B90A-60B9-467C-9F08-64A645997050}" type="datetime2">
              <a:rPr lang="zh-CN" altLang="en-US" sz="1600" smtClean="0">
                <a:latin typeface="华文琥珀" panose="02010800040101010101" pitchFamily="2" charset="-122"/>
                <a:ea typeface="华文琥珀" panose="02010800040101010101" pitchFamily="2" charset="-122"/>
              </a:rPr>
              <a:t>2021年4月25日</a:t>
            </a:fld>
            <a:endParaRPr lang="en-US" altLang="zh-CN" sz="1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经文：</a:t>
            </a:r>
            <a:r>
              <a:rPr lang="zh-CN" altLang="en-US" sz="2400" dirty="0"/>
              <a:t>罗马书</a:t>
            </a:r>
            <a:r>
              <a:rPr lang="en-US" altLang="zh-CN" sz="2400" dirty="0"/>
              <a:t>8</a:t>
            </a:r>
            <a:r>
              <a:rPr lang="zh-CN" altLang="en-US" sz="2400" dirty="0"/>
              <a:t>章</a:t>
            </a:r>
            <a:r>
              <a:rPr lang="en-US" altLang="zh-CN" sz="2400" dirty="0"/>
              <a:t>28~39</a:t>
            </a:r>
            <a:r>
              <a:rPr lang="zh-CN" altLang="en-US" sz="2400" dirty="0"/>
              <a:t>节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24744"/>
            <a:ext cx="9217326" cy="566124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28</a:t>
            </a:r>
            <a:r>
              <a:rPr lang="zh-CN" altLang="en-US" sz="1800" dirty="0"/>
              <a:t>我们晓得万事都互相效力，叫爱　神的人得益处，就是按他旨意被召的人。</a:t>
            </a:r>
          </a:p>
          <a:p>
            <a:pPr marL="0" indent="0">
              <a:buNone/>
            </a:pPr>
            <a:r>
              <a:rPr lang="en-US" altLang="zh-CN" sz="1800" dirty="0"/>
              <a:t>29</a:t>
            </a:r>
            <a:r>
              <a:rPr lang="zh-CN" altLang="en-US" sz="1800" dirty="0"/>
              <a:t>因为他预先所知道的人，就预先定下效法他儿子的模样，使他儿子在许多弟兄中作长子</a:t>
            </a:r>
          </a:p>
          <a:p>
            <a:pPr marL="0" indent="0">
              <a:buNone/>
            </a:pPr>
            <a:r>
              <a:rPr lang="en-US" altLang="zh-CN" sz="1800" dirty="0"/>
              <a:t>30</a:t>
            </a:r>
            <a:r>
              <a:rPr lang="zh-CN" altLang="en-US" sz="1800" dirty="0"/>
              <a:t>预先所定下的人又召他们来，所召来的人又称他们为义，所称为义的人又叫他们得荣耀</a:t>
            </a:r>
          </a:p>
          <a:p>
            <a:pPr marL="0" indent="0">
              <a:buNone/>
            </a:pPr>
            <a:r>
              <a:rPr lang="en-US" altLang="zh-CN" sz="1800" dirty="0"/>
              <a:t>31</a:t>
            </a:r>
            <a:r>
              <a:rPr lang="zh-CN" altLang="en-US" sz="1800" dirty="0"/>
              <a:t>既是这样，还有什么说的呢？　神若帮助我们，谁能敌挡我们呢？</a:t>
            </a:r>
          </a:p>
          <a:p>
            <a:pPr marL="0" indent="0">
              <a:buNone/>
            </a:pPr>
            <a:r>
              <a:rPr lang="en-US" altLang="zh-CN" sz="1800" dirty="0"/>
              <a:t>32</a:t>
            </a:r>
            <a:r>
              <a:rPr lang="zh-CN" altLang="en-US" sz="1800" dirty="0"/>
              <a:t>　神既不爱惜自己的儿子为我们众人舍了，岂不也把万物和他一同白白地赐给我们吗？</a:t>
            </a:r>
          </a:p>
          <a:p>
            <a:pPr marL="0" indent="0">
              <a:buNone/>
            </a:pPr>
            <a:r>
              <a:rPr lang="en-US" altLang="zh-CN" sz="1800" dirty="0"/>
              <a:t>33</a:t>
            </a:r>
            <a:r>
              <a:rPr lang="zh-CN" altLang="en-US" sz="1800" dirty="0"/>
              <a:t>谁能控告　神所拣选的人呢？有　神称他们为义了。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34</a:t>
            </a:r>
            <a:r>
              <a:rPr lang="zh-CN" altLang="en-US" sz="1800" dirty="0"/>
              <a:t>谁能定他们的罪呢？有基督耶稣已经死了，而且从死里复活，现今在　神的右边，也替我们祈求。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35</a:t>
            </a:r>
            <a:r>
              <a:rPr lang="zh-CN" altLang="en-US" sz="1800" b="1" dirty="0">
                <a:solidFill>
                  <a:srgbClr val="FF0000"/>
                </a:solidFill>
              </a:rPr>
              <a:t>谁能</a:t>
            </a:r>
            <a:r>
              <a:rPr lang="zh-CN" altLang="en-US" sz="1800" dirty="0"/>
              <a:t>使我们与基督的爱隔绝呢？难道是患难吗？是困苦吗？是逼迫吗？是饥饿吗？是赤身露体吗？是危险吗？是刀剑吗？</a:t>
            </a:r>
          </a:p>
          <a:p>
            <a:pPr marL="0" indent="0">
              <a:buNone/>
            </a:pPr>
            <a:r>
              <a:rPr lang="en-US" altLang="zh-CN" sz="1800" dirty="0"/>
              <a:t>36</a:t>
            </a:r>
            <a:r>
              <a:rPr lang="zh-CN" altLang="en-US" sz="1800" dirty="0"/>
              <a:t>如经上所记：“我们为你的缘故终日被杀，人看我们如将宰的羊。”</a:t>
            </a:r>
          </a:p>
          <a:p>
            <a:pPr marL="0" indent="0">
              <a:buNone/>
            </a:pPr>
            <a:r>
              <a:rPr lang="en-US" altLang="zh-CN" sz="1800" dirty="0"/>
              <a:t>37</a:t>
            </a:r>
            <a:r>
              <a:rPr lang="zh-CN" altLang="en-US" sz="1800" dirty="0"/>
              <a:t>然而，靠着爱我们的主，在这一切的事上已经得胜有余了。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38</a:t>
            </a:r>
            <a:r>
              <a:rPr lang="zh-CN" altLang="en-US" sz="1800" dirty="0"/>
              <a:t>因为我深信无论是死，是生，是天使，是掌权的，是有能的，是现在的事，是将来的事</a:t>
            </a:r>
          </a:p>
          <a:p>
            <a:pPr marL="0" indent="0">
              <a:buNone/>
            </a:pPr>
            <a:r>
              <a:rPr lang="en-US" altLang="zh-CN" sz="1800" dirty="0"/>
              <a:t>39</a:t>
            </a:r>
            <a:r>
              <a:rPr lang="zh-CN" altLang="en-US" sz="1800" dirty="0"/>
              <a:t>是高处的，是低处的，是别的受造之物，都不能叫我们与　神的爱隔绝；这爱是在我们的主基督耶稣里的。</a:t>
            </a:r>
            <a:endParaRPr lang="zh-CN" alt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2800" b="1" kern="100" dirty="0">
                <a:effectLst/>
              </a:rPr>
              <a:t>1</a:t>
            </a:r>
            <a:r>
              <a:rPr lang="zh-CN" altLang="zh-CN" sz="2800" b="1" kern="100" dirty="0">
                <a:effectLst/>
              </a:rPr>
              <a:t>，在基督里面不会消除我们的患难或者逼迫。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dirty="0"/>
              <a:t>患难</a:t>
            </a:r>
            <a:endParaRPr lang="en-US" altLang="zh-CN" sz="2400" dirty="0"/>
          </a:p>
          <a:p>
            <a:r>
              <a:rPr lang="zh-CN" altLang="en-US" sz="2400" dirty="0"/>
              <a:t>困苦</a:t>
            </a:r>
            <a:endParaRPr lang="en-US" altLang="zh-CN" sz="2400" dirty="0"/>
          </a:p>
          <a:p>
            <a:r>
              <a:rPr lang="zh-CN" altLang="en-US" sz="2400" dirty="0"/>
              <a:t>逼迫</a:t>
            </a:r>
            <a:endParaRPr lang="en-US" altLang="zh-CN" sz="2400" dirty="0"/>
          </a:p>
          <a:p>
            <a:r>
              <a:rPr lang="zh-CN" altLang="en-US" sz="2400" dirty="0"/>
              <a:t>饥饿</a:t>
            </a:r>
            <a:endParaRPr lang="en-US" altLang="zh-CN" sz="2400" dirty="0"/>
          </a:p>
          <a:p>
            <a:r>
              <a:rPr lang="zh-CN" altLang="en-US" sz="2400" dirty="0"/>
              <a:t>赤身露体</a:t>
            </a:r>
            <a:endParaRPr lang="en-US" altLang="zh-CN" sz="2400" dirty="0"/>
          </a:p>
          <a:p>
            <a:r>
              <a:rPr lang="zh-CN" altLang="en-US" sz="2400" dirty="0"/>
              <a:t>危险</a:t>
            </a:r>
            <a:endParaRPr lang="en-US" altLang="zh-CN" sz="2400" dirty="0"/>
          </a:p>
          <a:p>
            <a:r>
              <a:rPr lang="zh-CN" altLang="en-US" sz="2400" dirty="0"/>
              <a:t>刀剑</a:t>
            </a:r>
            <a:endParaRPr lang="zh-CN" altLang="zh-CN" sz="2400" b="1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207161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3200" b="1" kern="100" dirty="0">
                <a:effectLst/>
              </a:rPr>
              <a:t>2</a:t>
            </a:r>
            <a:r>
              <a:rPr lang="zh-CN" altLang="zh-CN" sz="3200" b="1" kern="100" dirty="0">
                <a:effectLst/>
              </a:rPr>
              <a:t>，得胜有余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zh-CN" altLang="en-US" sz="2400" dirty="0"/>
              <a:t>得胜</a:t>
            </a:r>
            <a:endParaRPr lang="en-US" altLang="zh-CN" sz="2400" dirty="0"/>
          </a:p>
          <a:p>
            <a:r>
              <a:rPr lang="zh-CN" altLang="en-US" sz="2400" dirty="0"/>
              <a:t>荣耀主的名</a:t>
            </a:r>
            <a:endParaRPr lang="en-US" altLang="zh-CN" sz="2400" dirty="0"/>
          </a:p>
          <a:p>
            <a:r>
              <a:rPr lang="zh-CN" altLang="en-US" sz="2400" dirty="0"/>
              <a:t>扭转环境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1488244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US" altLang="zh-CN" sz="3200" b="1" kern="100" dirty="0">
                <a:effectLst/>
              </a:rPr>
              <a:t>3</a:t>
            </a:r>
            <a:r>
              <a:rPr lang="zh-CN" altLang="zh-CN" sz="3200" b="1" kern="100" dirty="0">
                <a:effectLst/>
              </a:rPr>
              <a:t>，在基督里是爱不可隔绝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>
              <a:lnSpc>
                <a:spcPct val="156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zh-CN" sz="2400" dirty="0"/>
              <a:t>无论是死，是生：</a:t>
            </a:r>
          </a:p>
          <a:p>
            <a:pPr algn="just">
              <a:lnSpc>
                <a:spcPct val="156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zh-CN" sz="2400" dirty="0"/>
              <a:t>是天使，是掌权的，是有能的：</a:t>
            </a:r>
          </a:p>
          <a:p>
            <a:pPr algn="just">
              <a:lnSpc>
                <a:spcPct val="156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zh-CN" sz="2400" dirty="0"/>
              <a:t>是现在的事，是将来的事</a:t>
            </a:r>
          </a:p>
          <a:p>
            <a:pPr algn="just">
              <a:lnSpc>
                <a:spcPct val="156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zh-CN" sz="2400" dirty="0"/>
              <a:t>是高处的，是低处的</a:t>
            </a:r>
          </a:p>
          <a:p>
            <a:pPr algn="just">
              <a:lnSpc>
                <a:spcPct val="156000"/>
              </a:lnSpc>
              <a:spcBef>
                <a:spcPts val="1400"/>
              </a:spcBef>
              <a:spcAft>
                <a:spcPts val="1450"/>
              </a:spcAft>
            </a:pPr>
            <a:r>
              <a:rPr lang="zh-CN" altLang="zh-CN" sz="2400" dirty="0"/>
              <a:t>是别的受造之物</a:t>
            </a:r>
          </a:p>
          <a:p>
            <a:pPr marL="0" indent="0">
              <a:buNone/>
            </a:pP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1734140635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5235</TotalTime>
  <Words>458</Words>
  <Application>Microsoft Office PowerPoint</Application>
  <PresentationFormat>全屏显示(4:3)</PresentationFormat>
  <Paragraphs>41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华文琥珀</vt:lpstr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经文：罗马书8章28~39节</vt:lpstr>
      <vt:lpstr>1，在基督里面不会消除我们的患难或者逼迫。</vt:lpstr>
      <vt:lpstr>2，得胜有余</vt:lpstr>
      <vt:lpstr>3，在基督里是爱不可隔绝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 强</cp:lastModifiedBy>
  <cp:revision>794</cp:revision>
  <dcterms:created xsi:type="dcterms:W3CDTF">2010-05-23T14:28:12Z</dcterms:created>
  <dcterms:modified xsi:type="dcterms:W3CDTF">2021-04-24T21:15:33Z</dcterms:modified>
</cp:coreProperties>
</file>