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20" r:id="rId3"/>
    <p:sldId id="334" r:id="rId4"/>
    <p:sldId id="338" r:id="rId5"/>
    <p:sldId id="335" r:id="rId6"/>
    <p:sldId id="337" r:id="rId7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07C84-230D-4CD0-A1A8-76138742C082}" v="159" dt="2019-05-26T00:05:10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927" autoAdjust="0"/>
  </p:normalViewPr>
  <p:slideViewPr>
    <p:cSldViewPr showGuides="1">
      <p:cViewPr varScale="1">
        <p:scale>
          <a:sx n="87" d="100"/>
          <a:sy n="87" d="100"/>
        </p:scale>
        <p:origin x="234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54507C84-230D-4CD0-A1A8-76138742C082}"/>
    <pc:docChg chg="addSld delSld modSld">
      <pc:chgData name="李 强" userId="633faa5c58ce3e78" providerId="LiveId" clId="{54507C84-230D-4CD0-A1A8-76138742C082}" dt="2019-06-08T13:52:13.397" v="470" actId="20577"/>
      <pc:docMkLst>
        <pc:docMk/>
      </pc:docMkLst>
      <pc:sldChg chg="delSp modSp modNotesTx">
        <pc:chgData name="李 强" userId="633faa5c58ce3e78" providerId="LiveId" clId="{54507C84-230D-4CD0-A1A8-76138742C082}" dt="2019-06-08T13:52:13.397" v="470" actId="20577"/>
        <pc:sldMkLst>
          <pc:docMk/>
          <pc:sldMk cId="0" sldId="320"/>
        </pc:sldMkLst>
        <pc:spChg chg="mod">
          <ac:chgData name="李 强" userId="633faa5c58ce3e78" providerId="LiveId" clId="{54507C84-230D-4CD0-A1A8-76138742C082}" dt="2019-06-08T13:52:13.397" v="470" actId="20577"/>
          <ac:spMkLst>
            <pc:docMk/>
            <pc:sldMk cId="0" sldId="320"/>
            <ac:spMk id="5123" creationId="{823B1026-6B98-4FD8-8DA8-D78FA979416E}"/>
          </ac:spMkLst>
        </pc:spChg>
        <pc:picChg chg="del">
          <ac:chgData name="李 强" userId="633faa5c58ce3e78" providerId="LiveId" clId="{54507C84-230D-4CD0-A1A8-76138742C082}" dt="2019-06-08T13:50:24.812" v="456"/>
          <ac:picMkLst>
            <pc:docMk/>
            <pc:sldMk cId="0" sldId="320"/>
            <ac:picMk id="24" creationId="{1EE073CF-22E4-4B45-91E6-8DB9388DB188}"/>
          </ac:picMkLst>
        </pc:picChg>
      </pc:sldChg>
      <pc:sldChg chg="modSp modNotesTx">
        <pc:chgData name="李 强" userId="633faa5c58ce3e78" providerId="LiveId" clId="{54507C84-230D-4CD0-A1A8-76138742C082}" dt="2019-05-25T20:17:50.797" v="209"/>
        <pc:sldMkLst>
          <pc:docMk/>
          <pc:sldMk cId="2208621919" sldId="334"/>
        </pc:sldMkLst>
        <pc:spChg chg="mod">
          <ac:chgData name="李 强" userId="633faa5c58ce3e78" providerId="LiveId" clId="{54507C84-230D-4CD0-A1A8-76138742C082}" dt="2019-05-25T14:57:29.429" v="155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5T20:17:50.797" v="209"/>
          <ac:spMkLst>
            <pc:docMk/>
            <pc:sldMk cId="2208621919" sldId="334"/>
            <ac:spMk id="5123" creationId="{823B1026-6B98-4FD8-8DA8-D78FA979416E}"/>
          </ac:spMkLst>
        </pc:spChg>
      </pc:sldChg>
      <pc:sldChg chg="modSp modNotesTx">
        <pc:chgData name="李 强" userId="633faa5c58ce3e78" providerId="LiveId" clId="{54507C84-230D-4CD0-A1A8-76138742C082}" dt="2019-05-26T00:05:10.237" v="453"/>
        <pc:sldMkLst>
          <pc:docMk/>
          <pc:sldMk cId="853825876" sldId="335"/>
        </pc:sldMkLst>
        <pc:spChg chg="mod">
          <ac:chgData name="李 强" userId="633faa5c58ce3e78" providerId="LiveId" clId="{54507C84-230D-4CD0-A1A8-76138742C082}" dt="2019-05-25T21:39:22.918" v="262" actId="20577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5:10.237" v="453"/>
          <ac:spMkLst>
            <pc:docMk/>
            <pc:sldMk cId="853825876" sldId="335"/>
            <ac:spMk id="5123" creationId="{823B1026-6B98-4FD8-8DA8-D78FA979416E}"/>
          </ac:spMkLst>
        </pc:spChg>
      </pc:sldChg>
      <pc:sldChg chg="addSp modSp modNotesTx">
        <pc:chgData name="李 强" userId="633faa5c58ce3e78" providerId="LiveId" clId="{54507C84-230D-4CD0-A1A8-76138742C082}" dt="2019-06-08T13:51:11.357" v="464" actId="166"/>
        <pc:sldMkLst>
          <pc:docMk/>
          <pc:sldMk cId="3709819177" sldId="337"/>
        </pc:sldMkLst>
        <pc:spChg chg="mod">
          <ac:chgData name="李 强" userId="633faa5c58ce3e78" providerId="LiveId" clId="{54507C84-230D-4CD0-A1A8-76138742C082}" dt="2019-06-08T13:51:11.357" v="464" actId="166"/>
          <ac:spMkLst>
            <pc:docMk/>
            <pc:sldMk cId="3709819177" sldId="337"/>
            <ac:spMk id="5123" creationId="{823B1026-6B98-4FD8-8DA8-D78FA979416E}"/>
          </ac:spMkLst>
        </pc:spChg>
        <pc:picChg chg="add mod ord">
          <ac:chgData name="李 强" userId="633faa5c58ce3e78" providerId="LiveId" clId="{54507C84-230D-4CD0-A1A8-76138742C082}" dt="2019-06-08T13:50:51.472" v="462" actId="167"/>
          <ac:picMkLst>
            <pc:docMk/>
            <pc:sldMk cId="3709819177" sldId="337"/>
            <ac:picMk id="4" creationId="{FA17B724-3FFF-4B26-8EB7-2576A28DBFF4}"/>
          </ac:picMkLst>
        </pc:picChg>
      </pc:sldChg>
      <pc:sldChg chg="modSp modNotesTx">
        <pc:chgData name="李 强" userId="633faa5c58ce3e78" providerId="LiveId" clId="{54507C84-230D-4CD0-A1A8-76138742C082}" dt="2019-05-26T00:01:09.110" v="388"/>
        <pc:sldMkLst>
          <pc:docMk/>
          <pc:sldMk cId="3550093547" sldId="338"/>
        </pc:sldMkLst>
        <pc:spChg chg="mod">
          <ac:chgData name="李 强" userId="633faa5c58ce3e78" providerId="LiveId" clId="{54507C84-230D-4CD0-A1A8-76138742C082}" dt="2019-05-25T14:52:20.278" v="81" actId="20577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1:09.110" v="388"/>
          <ac:spMkLst>
            <pc:docMk/>
            <pc:sldMk cId="3550093547" sldId="338"/>
            <ac:spMk id="5123" creationId="{823B1026-6B98-4FD8-8DA8-D78FA979416E}"/>
          </ac:spMkLst>
        </pc:spChg>
      </pc:sldChg>
      <pc:sldChg chg="add del">
        <pc:chgData name="李 强" userId="633faa5c58ce3e78" providerId="LiveId" clId="{54507C84-230D-4CD0-A1A8-76138742C082}" dt="2019-06-08T06:31:54.704" v="455" actId="2696"/>
        <pc:sldMkLst>
          <pc:docMk/>
          <pc:sldMk cId="348437118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2020/5/17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15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5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77640" y="3429000"/>
            <a:ext cx="4788719" cy="1752600"/>
          </a:xfrm>
        </p:spPr>
        <p:txBody>
          <a:bodyPr anchor="ctr"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与基督同钉十字架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加拉太书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fld id="{618F78D9-BF3A-4923-A8C2-761151026BE5}" type="datetime2"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2020年5月17日</a:t>
            </a:fld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zh-CN" sz="1800" dirty="0"/>
              <a:t>加拉太书</a:t>
            </a:r>
            <a:r>
              <a:rPr lang="en-US" altLang="zh-CN" sz="1800" dirty="0"/>
              <a:t>2</a:t>
            </a:r>
            <a:r>
              <a:rPr lang="zh-CN" altLang="zh-CN" sz="1800" dirty="0"/>
              <a:t>章：</a:t>
            </a:r>
            <a:r>
              <a:rPr lang="en-US" altLang="zh-CN" sz="1800" dirty="0"/>
              <a:t>20</a:t>
            </a:r>
            <a:r>
              <a:rPr lang="zh-CN" altLang="zh-CN" sz="1800" dirty="0"/>
              <a:t>节</a:t>
            </a:r>
            <a:endParaRPr lang="zh-CN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268760"/>
            <a:ext cx="8820472" cy="5589240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solidFill>
                  <a:srgbClr val="FFC000"/>
                </a:solidFill>
              </a:rPr>
              <a:t>我</a:t>
            </a:r>
            <a:r>
              <a:rPr lang="zh-CN" altLang="zh-CN" dirty="0"/>
              <a:t>已经与</a:t>
            </a:r>
            <a:r>
              <a:rPr lang="zh-CN" altLang="zh-CN" dirty="0">
                <a:solidFill>
                  <a:srgbClr val="FF0000"/>
                </a:solidFill>
              </a:rPr>
              <a:t>基督</a:t>
            </a:r>
            <a:r>
              <a:rPr lang="zh-CN" altLang="zh-CN" dirty="0"/>
              <a:t>同</a:t>
            </a:r>
            <a:r>
              <a:rPr lang="zh-CN" altLang="zh-CN" dirty="0">
                <a:solidFill>
                  <a:srgbClr val="00B050"/>
                </a:solidFill>
              </a:rPr>
              <a:t>钉十字架</a:t>
            </a:r>
            <a:r>
              <a:rPr lang="zh-CN" altLang="zh-CN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现在</a:t>
            </a:r>
            <a:r>
              <a:rPr lang="zh-CN" altLang="zh-CN" dirty="0">
                <a:solidFill>
                  <a:srgbClr val="0070C0"/>
                </a:solidFill>
              </a:rPr>
              <a:t>活</a:t>
            </a:r>
            <a:r>
              <a:rPr lang="zh-CN" altLang="zh-CN" dirty="0"/>
              <a:t>着的不再是</a:t>
            </a:r>
            <a:r>
              <a:rPr lang="zh-CN" altLang="zh-CN" dirty="0">
                <a:solidFill>
                  <a:srgbClr val="FFC000"/>
                </a:solidFill>
              </a:rPr>
              <a:t>我</a:t>
            </a:r>
            <a:r>
              <a:rPr lang="zh-CN" altLang="zh-CN" dirty="0"/>
              <a:t>，乃是</a:t>
            </a:r>
            <a:r>
              <a:rPr lang="zh-CN" altLang="zh-CN" dirty="0">
                <a:solidFill>
                  <a:srgbClr val="FF0000"/>
                </a:solidFill>
              </a:rPr>
              <a:t>基督</a:t>
            </a:r>
            <a:r>
              <a:rPr lang="zh-CN" altLang="zh-CN" dirty="0"/>
              <a:t>在</a:t>
            </a:r>
            <a:r>
              <a:rPr lang="zh-CN" altLang="zh-CN" dirty="0">
                <a:solidFill>
                  <a:srgbClr val="FFC000"/>
                </a:solidFill>
              </a:rPr>
              <a:t>我</a:t>
            </a:r>
            <a:r>
              <a:rPr lang="zh-CN" altLang="zh-CN" dirty="0"/>
              <a:t>里面</a:t>
            </a:r>
            <a:r>
              <a:rPr lang="zh-CN" altLang="zh-CN" dirty="0">
                <a:solidFill>
                  <a:srgbClr val="0070C0"/>
                </a:solidFill>
              </a:rPr>
              <a:t>活</a:t>
            </a:r>
            <a:r>
              <a:rPr lang="zh-CN" altLang="zh-CN" dirty="0"/>
              <a:t>着；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并且</a:t>
            </a:r>
            <a:r>
              <a:rPr lang="zh-CN" altLang="zh-CN" dirty="0">
                <a:solidFill>
                  <a:srgbClr val="FFC000"/>
                </a:solidFill>
              </a:rPr>
              <a:t>我</a:t>
            </a:r>
            <a:r>
              <a:rPr lang="zh-CN" altLang="zh-CN" dirty="0"/>
              <a:t>如今在肉身</a:t>
            </a:r>
            <a:r>
              <a:rPr lang="zh-CN" altLang="zh-CN" dirty="0">
                <a:solidFill>
                  <a:srgbClr val="0070C0"/>
                </a:solidFill>
              </a:rPr>
              <a:t>活</a:t>
            </a:r>
            <a:r>
              <a:rPr lang="zh-CN" altLang="zh-CN" dirty="0"/>
              <a:t>着，是因信</a:t>
            </a:r>
            <a:r>
              <a:rPr lang="zh-CN" altLang="zh-CN" dirty="0">
                <a:solidFill>
                  <a:srgbClr val="FF0000"/>
                </a:solidFill>
              </a:rPr>
              <a:t>神的儿子</a:t>
            </a:r>
            <a:r>
              <a:rPr lang="zh-CN" altLang="zh-CN" dirty="0"/>
              <a:t>而</a:t>
            </a:r>
            <a:r>
              <a:rPr lang="zh-CN" altLang="zh-CN" dirty="0">
                <a:solidFill>
                  <a:srgbClr val="0070C0"/>
                </a:solidFill>
              </a:rPr>
              <a:t>活</a:t>
            </a:r>
            <a:r>
              <a:rPr lang="zh-CN" altLang="zh-CN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>
                <a:solidFill>
                  <a:srgbClr val="FF0000"/>
                </a:solidFill>
              </a:rPr>
              <a:t>他</a:t>
            </a:r>
            <a:r>
              <a:rPr lang="zh-CN" altLang="zh-CN" dirty="0"/>
              <a:t>是爱</a:t>
            </a:r>
            <a:r>
              <a:rPr lang="zh-CN" altLang="zh-CN" dirty="0">
                <a:solidFill>
                  <a:srgbClr val="FFC000"/>
                </a:solidFill>
              </a:rPr>
              <a:t>我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rgbClr val="FFC000"/>
                </a:solidFill>
              </a:rPr>
              <a:t>为</a:t>
            </a:r>
            <a:r>
              <a:rPr lang="zh-CN" altLang="zh-CN" dirty="0"/>
              <a:t>我舍</a:t>
            </a:r>
            <a:r>
              <a:rPr lang="zh-CN" altLang="zh-CN" dirty="0">
                <a:solidFill>
                  <a:srgbClr val="FF0000"/>
                </a:solidFill>
              </a:rPr>
              <a:t>己</a:t>
            </a:r>
            <a:r>
              <a:rPr lang="zh-CN" altLang="zh-CN"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认识旧我（人的本性）：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我们本性看圣经怎么说罪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罗马书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18~31</a:t>
            </a:r>
            <a:r>
              <a:rPr lang="zh-CN" altLang="en-US" sz="2400" b="1" dirty="0"/>
              <a:t>节</a:t>
            </a:r>
            <a:endParaRPr lang="en-US" altLang="zh-CN" sz="2400" b="1" dirty="0"/>
          </a:p>
          <a:p>
            <a:pPr lvl="2"/>
            <a:r>
              <a:rPr lang="zh-CN" altLang="en-US" sz="2000" b="1" dirty="0"/>
              <a:t>故意不认识神，却敬拜假神</a:t>
            </a:r>
            <a:endParaRPr lang="en-US" altLang="zh-CN" sz="2000" b="1" dirty="0"/>
          </a:p>
          <a:p>
            <a:pPr lvl="2"/>
            <a:r>
              <a:rPr lang="zh-CN" altLang="en-US" sz="2000" b="1" dirty="0"/>
              <a:t>罪的外在表现</a:t>
            </a:r>
            <a:endParaRPr lang="en-US" altLang="zh-CN" sz="2000" b="1" dirty="0"/>
          </a:p>
          <a:p>
            <a:pPr lvl="2"/>
            <a:endParaRPr lang="en-US" altLang="zh-CN" sz="2000" b="1" dirty="0"/>
          </a:p>
          <a:p>
            <a:r>
              <a:rPr lang="zh-CN" altLang="en-US" sz="2800" b="1" dirty="0"/>
              <a:t>罪带给我们是什么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远离神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死亡及永远的沉沦（罗马书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节）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2086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认识基督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基督为我们做了什么？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代替我们钉十字架（罗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节）</a:t>
            </a:r>
            <a:endParaRPr lang="en-US" altLang="zh-CN" sz="2400" b="1" dirty="0"/>
          </a:p>
          <a:p>
            <a:r>
              <a:rPr lang="zh-CN" altLang="en-US" sz="2800" b="1" dirty="0"/>
              <a:t>基督为什么为我们做？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爱</a:t>
            </a:r>
            <a:r>
              <a:rPr lang="en-US" altLang="zh-CN" sz="2400" b="1" dirty="0"/>
              <a:t>-&gt;</a:t>
            </a:r>
            <a:r>
              <a:rPr lang="zh-CN" altLang="en-US" sz="2400" b="1" dirty="0"/>
              <a:t>为我们舍己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对比：罪、身份、称呼、状态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55009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基督在我里面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r>
              <a:rPr lang="zh-CN" altLang="en-US" sz="2800" b="1" dirty="0"/>
              <a:t>与基督同钉十字架？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治死肉体各样罪（罗马书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18~31</a:t>
            </a:r>
            <a:r>
              <a:rPr lang="zh-CN" altLang="en-US" sz="2400" b="1" dirty="0"/>
              <a:t>节）</a:t>
            </a:r>
            <a:endParaRPr lang="en-US" altLang="zh-CN" sz="2400" b="1" dirty="0"/>
          </a:p>
          <a:p>
            <a:r>
              <a:rPr lang="zh-CN" altLang="en-US" sz="2800" b="1" dirty="0"/>
              <a:t>基督在我里面活着？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目的：荣耀神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表现：</a:t>
            </a:r>
            <a:endParaRPr lang="en-US" altLang="zh-CN" sz="2400" b="1" dirty="0"/>
          </a:p>
          <a:p>
            <a:pPr lvl="2"/>
            <a:r>
              <a:rPr lang="zh-CN" altLang="en-US" sz="2000" b="1" dirty="0"/>
              <a:t>圣灵果子（加拉太书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章</a:t>
            </a:r>
            <a:r>
              <a:rPr lang="en-US" altLang="zh-CN" sz="2000" b="1" dirty="0"/>
              <a:t>22</a:t>
            </a:r>
            <a:r>
              <a:rPr lang="zh-CN" altLang="en-US" sz="2000" b="1" dirty="0"/>
              <a:t>节）</a:t>
            </a:r>
            <a:endParaRPr lang="en-US" altLang="zh-CN" sz="2000" b="1" dirty="0"/>
          </a:p>
          <a:p>
            <a:pPr lvl="2"/>
            <a:r>
              <a:rPr lang="zh-CN" altLang="en-US" sz="2000" b="1" dirty="0"/>
              <a:t>谨慎自守（彼得前书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章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节）</a:t>
            </a:r>
            <a:endParaRPr lang="en-US" altLang="zh-CN" sz="2000" b="1" dirty="0"/>
          </a:p>
          <a:p>
            <a:pPr lvl="2"/>
            <a:r>
              <a:rPr lang="zh-CN" altLang="en-US" sz="2000" b="1" dirty="0"/>
              <a:t>警醒祷告（马太福音</a:t>
            </a:r>
            <a:r>
              <a:rPr lang="en-US" altLang="zh-CN" sz="2000" b="1" dirty="0"/>
              <a:t>26</a:t>
            </a:r>
            <a:r>
              <a:rPr lang="zh-CN" altLang="en-US" sz="2000" b="1" dirty="0"/>
              <a:t>章</a:t>
            </a:r>
            <a:r>
              <a:rPr lang="en-US" altLang="zh-CN" sz="2000" b="1" dirty="0"/>
              <a:t>41</a:t>
            </a:r>
            <a:r>
              <a:rPr lang="zh-CN" altLang="en-US" sz="2000" b="1"/>
              <a:t>节）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5382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17B724-3FFF-4B26-8EB7-2576A28DB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360" y="908720"/>
            <a:ext cx="3998640" cy="477373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与基督同钉十字架：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marL="342900" lvl="1" indent="-342900">
              <a:buChar char="•"/>
            </a:pPr>
            <a:r>
              <a:rPr lang="zh-CN" altLang="en-US" b="1" dirty="0"/>
              <a:t>应用思考：</a:t>
            </a:r>
            <a:endParaRPr lang="en-US" altLang="zh-CN" b="1" dirty="0"/>
          </a:p>
          <a:p>
            <a:pPr lvl="1"/>
            <a:r>
              <a:rPr lang="zh-CN" altLang="en-US" dirty="0"/>
              <a:t>认识我们自己的败坏范围和程度</a:t>
            </a:r>
            <a:r>
              <a:rPr lang="zh-CN" altLang="zh-CN" dirty="0"/>
              <a:t>？</a:t>
            </a:r>
          </a:p>
          <a:p>
            <a:pPr lvl="1"/>
            <a:r>
              <a:rPr lang="zh-CN" altLang="en-US" dirty="0"/>
              <a:t>基督为我们成就了什么</a:t>
            </a:r>
            <a:r>
              <a:rPr lang="zh-CN" altLang="zh-CN" dirty="0"/>
              <a:t>？</a:t>
            </a:r>
          </a:p>
          <a:p>
            <a:pPr lvl="1"/>
            <a:r>
              <a:rPr lang="zh-CN" altLang="en-US" dirty="0"/>
              <a:t>活出基督样式</a:t>
            </a:r>
            <a:r>
              <a:rPr lang="zh-CN" altLang="zh-CN" dirty="0"/>
              <a:t>？</a:t>
            </a:r>
          </a:p>
          <a:p>
            <a:pPr lvl="2"/>
            <a:r>
              <a:rPr lang="zh-CN" altLang="en-US" dirty="0"/>
              <a:t>思想自己短期内可以做到的</a:t>
            </a:r>
            <a:r>
              <a:rPr lang="zh-CN" altLang="zh-CN" dirty="0"/>
              <a:t>。</a:t>
            </a:r>
          </a:p>
          <a:p>
            <a:pPr lvl="2"/>
            <a:r>
              <a:rPr lang="zh-CN" altLang="en-US" dirty="0"/>
              <a:t>思想长期可以为基督国工作</a:t>
            </a:r>
            <a:r>
              <a:rPr lang="zh-CN" altLang="zh-CN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0981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8138</TotalTime>
  <Words>296</Words>
  <Application>Microsoft Office PowerPoint</Application>
  <PresentationFormat>全屏显示(4:3)</PresentationFormat>
  <Paragraphs>45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经文：加拉太书2章：20节</vt:lpstr>
      <vt:lpstr>认识旧我（人的本性）：</vt:lpstr>
      <vt:lpstr>认识基督</vt:lpstr>
      <vt:lpstr>基督在我里面</vt:lpstr>
      <vt:lpstr>与基督同钉十字架：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747</cp:revision>
  <dcterms:created xsi:type="dcterms:W3CDTF">2010-05-23T14:28:12Z</dcterms:created>
  <dcterms:modified xsi:type="dcterms:W3CDTF">2020-05-16T22:14:35Z</dcterms:modified>
</cp:coreProperties>
</file>