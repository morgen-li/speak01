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3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4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5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6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7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8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9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0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2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3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4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5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16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7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18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9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560" r:id="rId2"/>
    <p:sldId id="531" r:id="rId3"/>
    <p:sldId id="425" r:id="rId4"/>
    <p:sldId id="603" r:id="rId5"/>
    <p:sldId id="602" r:id="rId6"/>
    <p:sldId id="605" r:id="rId7"/>
    <p:sldId id="553" r:id="rId8"/>
    <p:sldId id="608" r:id="rId9"/>
    <p:sldId id="606" r:id="rId10"/>
    <p:sldId id="607" r:id="rId11"/>
    <p:sldId id="609" r:id="rId12"/>
    <p:sldId id="610" r:id="rId13"/>
    <p:sldId id="611" r:id="rId14"/>
    <p:sldId id="612" r:id="rId15"/>
    <p:sldId id="613" r:id="rId16"/>
    <p:sldId id="614" r:id="rId17"/>
    <p:sldId id="615" r:id="rId18"/>
    <p:sldId id="616" r:id="rId19"/>
    <p:sldId id="617" r:id="rId20"/>
    <p:sldId id="619" r:id="rId21"/>
    <p:sldId id="552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44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E9044C-29D0-4A1F-8502-A32A8B4D1867}" v="838" dt="2024-01-27T22:31:47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3" autoAdjust="0"/>
    <p:restoredTop sz="76190"/>
  </p:normalViewPr>
  <p:slideViewPr>
    <p:cSldViewPr snapToGrid="0">
      <p:cViewPr varScale="1">
        <p:scale>
          <a:sx n="89" d="100"/>
          <a:sy n="89" d="100"/>
        </p:scale>
        <p:origin x="1140" y="78"/>
      </p:cViewPr>
      <p:guideLst>
        <p:guide orient="horz" pos="618"/>
        <p:guide pos="4407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63581E9A-E29C-2A45-8ED4-9C7DACA801E8}"/>
    <pc:docChg chg="undo custSel addSld delSld modSld sldOrd">
      <pc:chgData name="强 李" userId="cd6c7ec7188785ae" providerId="LiveId" clId="{63581E9A-E29C-2A45-8ED4-9C7DACA801E8}" dt="2023-11-25T03:02:19.410" v="1834" actId="14100"/>
      <pc:docMkLst>
        <pc:docMk/>
      </pc:docMkLst>
      <pc:sldChg chg="modSp mod">
        <pc:chgData name="强 李" userId="cd6c7ec7188785ae" providerId="LiveId" clId="{63581E9A-E29C-2A45-8ED4-9C7DACA801E8}" dt="2023-11-25T02:06:36.598" v="412" actId="207"/>
        <pc:sldMkLst>
          <pc:docMk/>
          <pc:sldMk cId="0" sldId="425"/>
        </pc:sldMkLst>
        <pc:spChg chg="mod">
          <ac:chgData name="强 李" userId="cd6c7ec7188785ae" providerId="LiveId" clId="{63581E9A-E29C-2A45-8ED4-9C7DACA801E8}" dt="2023-11-25T02:06:36.598" v="412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63581E9A-E29C-2A45-8ED4-9C7DACA801E8}" dt="2023-11-25T01:06:33.538" v="38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63581E9A-E29C-2A45-8ED4-9C7DACA801E8}" dt="2023-11-25T03:02:19.410" v="1834" actId="14100"/>
        <pc:sldMkLst>
          <pc:docMk/>
          <pc:sldMk cId="54695671" sldId="531"/>
        </pc:sldMkLst>
        <pc:spChg chg="add del mod">
          <ac:chgData name="强 李" userId="cd6c7ec7188785ae" providerId="LiveId" clId="{63581E9A-E29C-2A45-8ED4-9C7DACA801E8}" dt="2023-11-25T02:59:03.714" v="1773" actId="26606"/>
          <ac:spMkLst>
            <pc:docMk/>
            <pc:sldMk cId="54695671" sldId="531"/>
            <ac:spMk id="2" creationId="{E442143E-D213-67E3-06EB-58D01BC9BFFF}"/>
          </ac:spMkLst>
        </pc:spChg>
        <pc:spChg chg="add mod">
          <ac:chgData name="强 李" userId="cd6c7ec7188785ae" providerId="LiveId" clId="{63581E9A-E29C-2A45-8ED4-9C7DACA801E8}" dt="2023-11-25T03:00:43.488" v="1791" actId="1076"/>
          <ac:spMkLst>
            <pc:docMk/>
            <pc:sldMk cId="54695671" sldId="531"/>
            <ac:spMk id="7" creationId="{4F728403-1B68-99D4-E3D1-CC6B68CC06B3}"/>
          </ac:spMkLst>
        </pc:spChg>
        <pc:spChg chg="add mod">
          <ac:chgData name="强 李" userId="cd6c7ec7188785ae" providerId="LiveId" clId="{63581E9A-E29C-2A45-8ED4-9C7DACA801E8}" dt="2023-11-25T03:02:16.026" v="1833" actId="1036"/>
          <ac:spMkLst>
            <pc:docMk/>
            <pc:sldMk cId="54695671" sldId="531"/>
            <ac:spMk id="8" creationId="{3850CE0C-B5E6-8E07-C154-285724831152}"/>
          </ac:spMkLst>
        </pc:spChg>
        <pc:graphicFrameChg chg="add del">
          <ac:chgData name="强 李" userId="cd6c7ec7188785ae" providerId="LiveId" clId="{63581E9A-E29C-2A45-8ED4-9C7DACA801E8}" dt="2023-11-25T02:58:31.693" v="1762" actId="26606"/>
          <ac:graphicFrameMkLst>
            <pc:docMk/>
            <pc:sldMk cId="54695671" sldId="531"/>
            <ac:graphicFrameMk id="20" creationId="{060F7A05-6CD5-71D0-1465-580C01900F88}"/>
          </ac:graphicFrameMkLst>
        </pc:graphicFrameChg>
        <pc:graphicFrameChg chg="add del">
          <ac:chgData name="强 李" userId="cd6c7ec7188785ae" providerId="LiveId" clId="{63581E9A-E29C-2A45-8ED4-9C7DACA801E8}" dt="2023-11-25T02:58:37.612" v="1764" actId="26606"/>
          <ac:graphicFrameMkLst>
            <pc:docMk/>
            <pc:sldMk cId="54695671" sldId="531"/>
            <ac:graphicFrameMk id="22" creationId="{CACF0F75-4405-664E-152A-F3C3DC92F00E}"/>
          </ac:graphicFrameMkLst>
        </pc:graphicFrameChg>
        <pc:graphicFrameChg chg="add del">
          <ac:chgData name="强 李" userId="cd6c7ec7188785ae" providerId="LiveId" clId="{63581E9A-E29C-2A45-8ED4-9C7DACA801E8}" dt="2023-11-25T02:58:38.423" v="1766" actId="26606"/>
          <ac:graphicFrameMkLst>
            <pc:docMk/>
            <pc:sldMk cId="54695671" sldId="531"/>
            <ac:graphicFrameMk id="24" creationId="{669A457D-CED3-E23F-387C-A7E43968911C}"/>
          </ac:graphicFrameMkLst>
        </pc:graphicFrameChg>
        <pc:graphicFrameChg chg="add del">
          <ac:chgData name="强 李" userId="cd6c7ec7188785ae" providerId="LiveId" clId="{63581E9A-E29C-2A45-8ED4-9C7DACA801E8}" dt="2023-11-25T02:58:49.529" v="1768" actId="26606"/>
          <ac:graphicFrameMkLst>
            <pc:docMk/>
            <pc:sldMk cId="54695671" sldId="531"/>
            <ac:graphicFrameMk id="26" creationId="{060F7A05-6CD5-71D0-1465-580C01900F88}"/>
          </ac:graphicFrameMkLst>
        </pc:graphicFrameChg>
        <pc:graphicFrameChg chg="add del">
          <ac:chgData name="强 李" userId="cd6c7ec7188785ae" providerId="LiveId" clId="{63581E9A-E29C-2A45-8ED4-9C7DACA801E8}" dt="2023-11-25T02:58:51.726" v="1770" actId="26606"/>
          <ac:graphicFrameMkLst>
            <pc:docMk/>
            <pc:sldMk cId="54695671" sldId="531"/>
            <ac:graphicFrameMk id="28" creationId="{669A457D-CED3-E23F-387C-A7E43968911C}"/>
          </ac:graphicFrameMkLst>
        </pc:graphicFrameChg>
        <pc:graphicFrameChg chg="add del">
          <ac:chgData name="强 李" userId="cd6c7ec7188785ae" providerId="LiveId" clId="{63581E9A-E29C-2A45-8ED4-9C7DACA801E8}" dt="2023-11-25T02:59:03.700" v="1772" actId="26606"/>
          <ac:graphicFrameMkLst>
            <pc:docMk/>
            <pc:sldMk cId="54695671" sldId="531"/>
            <ac:graphicFrameMk id="30" creationId="{CACF0F75-4405-664E-152A-F3C3DC92F00E}"/>
          </ac:graphicFrameMkLst>
        </pc:graphicFrameChg>
        <pc:graphicFrameChg chg="add mod modGraphic">
          <ac:chgData name="强 李" userId="cd6c7ec7188785ae" providerId="LiveId" clId="{63581E9A-E29C-2A45-8ED4-9C7DACA801E8}" dt="2023-11-25T03:00:04.182" v="1784" actId="14100"/>
          <ac:graphicFrameMkLst>
            <pc:docMk/>
            <pc:sldMk cId="54695671" sldId="531"/>
            <ac:graphicFrameMk id="32" creationId="{060F7A05-6CD5-71D0-1465-580C01900F88}"/>
          </ac:graphicFrameMkLst>
        </pc:graphicFrameChg>
        <pc:picChg chg="del">
          <ac:chgData name="强 李" userId="cd6c7ec7188785ae" providerId="LiveId" clId="{63581E9A-E29C-2A45-8ED4-9C7DACA801E8}" dt="2023-11-25T01:28:41.101" v="233" actId="478"/>
          <ac:picMkLst>
            <pc:docMk/>
            <pc:sldMk cId="54695671" sldId="531"/>
            <ac:picMk id="3" creationId="{ED676CB3-071A-654E-8648-319D8E86AA37}"/>
          </ac:picMkLst>
        </pc:picChg>
        <pc:cxnChg chg="add mod">
          <ac:chgData name="强 李" userId="cd6c7ec7188785ae" providerId="LiveId" clId="{63581E9A-E29C-2A45-8ED4-9C7DACA801E8}" dt="2023-11-25T03:02:19.410" v="1834" actId="14100"/>
          <ac:cxnSpMkLst>
            <pc:docMk/>
            <pc:sldMk cId="54695671" sldId="531"/>
            <ac:cxnSpMk id="5" creationId="{13D7970A-E266-F48C-BAE7-478F67BDF07F}"/>
          </ac:cxnSpMkLst>
        </pc:cxnChg>
      </pc:sldChg>
      <pc:sldChg chg="addSp delSp modSp mod setBg">
        <pc:chgData name="强 李" userId="cd6c7ec7188785ae" providerId="LiveId" clId="{63581E9A-E29C-2A45-8ED4-9C7DACA801E8}" dt="2023-11-25T02:56:58.275" v="1751"/>
        <pc:sldMkLst>
          <pc:docMk/>
          <pc:sldMk cId="1242525785" sldId="543"/>
        </pc:sldMkLst>
        <pc:spChg chg="mod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1" creationId="{BACC6370-2D7E-4714-9D71-7542949D7D5D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3" creationId="{F68B3F68-107C-434F-AA38-110D5EA91B85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5" creationId="{AAD0DBB9-1A4B-4391-81D4-CB19F9AB918A}"/>
          </ac:spMkLst>
        </pc:spChg>
        <pc:spChg chg="add del">
          <ac:chgData name="强 李" userId="cd6c7ec7188785ae" providerId="LiveId" clId="{63581E9A-E29C-2A45-8ED4-9C7DACA801E8}" dt="2023-11-25T02:56:54.212" v="1749" actId="26606"/>
          <ac:spMkLst>
            <pc:docMk/>
            <pc:sldMk cId="1242525785" sldId="543"/>
            <ac:spMk id="47" creationId="{063BBA22-50EA-4C4D-BE05-F1CE4E63AA56}"/>
          </ac:spMkLst>
        </pc:spChg>
        <pc:graphicFrameChg chg="add mod">
          <ac:chgData name="强 李" userId="cd6c7ec7188785ae" providerId="LiveId" clId="{63581E9A-E29C-2A45-8ED4-9C7DACA801E8}" dt="2023-11-25T02:56:58.275" v="1751"/>
          <ac:graphicFrameMkLst>
            <pc:docMk/>
            <pc:sldMk cId="1242525785" sldId="543"/>
            <ac:graphicFrameMk id="2" creationId="{7DC59C9B-64D5-1D1D-8333-542C061CA594}"/>
          </ac:graphicFrameMkLst>
        </pc:graphicFrameChg>
        <pc:graphicFrameChg chg="add del mod modGraphic">
          <ac:chgData name="强 李" userId="cd6c7ec7188785ae" providerId="LiveId" clId="{63581E9A-E29C-2A45-8ED4-9C7DACA801E8}" dt="2023-11-25T02:56:57.163" v="1750" actId="478"/>
          <ac:graphicFrameMkLst>
            <pc:docMk/>
            <pc:sldMk cId="1242525785" sldId="543"/>
            <ac:graphicFrameMk id="36" creationId="{B12BE72B-659A-7AF7-7767-61D717B88CD0}"/>
          </ac:graphicFrameMkLst>
        </pc:graphicFrameChg>
      </pc:sldChg>
      <pc:sldChg chg="modSp mod">
        <pc:chgData name="强 李" userId="cd6c7ec7188785ae" providerId="LiveId" clId="{63581E9A-E29C-2A45-8ED4-9C7DACA801E8}" dt="2023-11-25T02:37:37.248" v="1321" actId="207"/>
        <pc:sldMkLst>
          <pc:docMk/>
          <pc:sldMk cId="419382719" sldId="552"/>
        </pc:sldMkLst>
        <pc:spChg chg="mod">
          <ac:chgData name="强 李" userId="cd6c7ec7188785ae" providerId="LiveId" clId="{63581E9A-E29C-2A45-8ED4-9C7DACA801E8}" dt="2023-11-25T02:37:37.248" v="1321" actId="20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modNotesTx">
        <pc:chgData name="强 李" userId="cd6c7ec7188785ae" providerId="LiveId" clId="{63581E9A-E29C-2A45-8ED4-9C7DACA801E8}" dt="2023-11-25T02:31:55.740" v="1150" actId="113"/>
        <pc:sldMkLst>
          <pc:docMk/>
          <pc:sldMk cId="530530540" sldId="553"/>
        </pc:sldMkLst>
        <pc:spChg chg="mod">
          <ac:chgData name="强 李" userId="cd6c7ec7188785ae" providerId="LiveId" clId="{63581E9A-E29C-2A45-8ED4-9C7DACA801E8}" dt="2023-11-25T02:31:55.740" v="1150" actId="11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23:48.649" v="812" actId="1036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63581E9A-E29C-2A45-8ED4-9C7DACA801E8}" dt="2023-11-25T02:07:50.759" v="420" actId="208"/>
        <pc:sldMkLst>
          <pc:docMk/>
          <pc:sldMk cId="3418790839" sldId="554"/>
        </pc:sldMkLst>
        <pc:spChg chg="mod">
          <ac:chgData name="强 李" userId="cd6c7ec7188785ae" providerId="LiveId" clId="{63581E9A-E29C-2A45-8ED4-9C7DACA801E8}" dt="2023-11-25T01:28:28.218" v="232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07:50.759" v="420" actId="208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63581E9A-E29C-2A45-8ED4-9C7DACA801E8}" dt="2023-11-25T01:25:20.815" v="59" actId="20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63581E9A-E29C-2A45-8ED4-9C7DACA801E8}" dt="2023-11-25T02:07:45.659" v="419" actId="208"/>
          <ac:spMkLst>
            <pc:docMk/>
            <pc:sldMk cId="3418790839" sldId="554"/>
            <ac:spMk id="10" creationId="{7BEE8677-CFAD-6942-832E-87D52B896121}"/>
          </ac:spMkLst>
        </pc:spChg>
        <pc:spChg chg="mod">
          <ac:chgData name="强 李" userId="cd6c7ec7188785ae" providerId="LiveId" clId="{63581E9A-E29C-2A45-8ED4-9C7DACA801E8}" dt="2023-11-25T01:25:06.517" v="57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63581E9A-E29C-2A45-8ED4-9C7DACA801E8}" dt="2023-11-25T02:07:40.451" v="418" actId="208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63581E9A-E29C-2A45-8ED4-9C7DACA801E8}" dt="2023-11-25T02:07:40.451" v="418" actId="208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63581E9A-E29C-2A45-8ED4-9C7DACA801E8}" dt="2023-11-25T02:07:05.887" v="417" actId="20577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63581E9A-E29C-2A45-8ED4-9C7DACA801E8}" dt="2023-11-25T01:04:46.324" v="30" actId="20577"/>
        <pc:sldMkLst>
          <pc:docMk/>
          <pc:sldMk cId="1911491714" sldId="560"/>
        </pc:sldMkLst>
        <pc:spChg chg="mod">
          <ac:chgData name="强 李" userId="cd6c7ec7188785ae" providerId="LiveId" clId="{63581E9A-E29C-2A45-8ED4-9C7DACA801E8}" dt="2023-11-25T01:04:39.826" v="24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3581E9A-E29C-2A45-8ED4-9C7DACA801E8}" dt="2023-11-25T01:04:46.324" v="30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59884778" sldId="574"/>
        </pc:sldMkLst>
      </pc:sldChg>
      <pc:sldChg chg="modSp mod ord modNotesTx">
        <pc:chgData name="强 李" userId="cd6c7ec7188785ae" providerId="LiveId" clId="{63581E9A-E29C-2A45-8ED4-9C7DACA801E8}" dt="2023-11-25T02:34:34.085" v="1246" actId="20577"/>
        <pc:sldMkLst>
          <pc:docMk/>
          <pc:sldMk cId="3921434846" sldId="587"/>
        </pc:sldMkLst>
        <pc:spChg chg="mod">
          <ac:chgData name="强 李" userId="cd6c7ec7188785ae" providerId="LiveId" clId="{63581E9A-E29C-2A45-8ED4-9C7DACA801E8}" dt="2023-11-25T02:34:34.085" v="1246" actId="20577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23:35.848" v="804" actId="1036"/>
          <ac:spMkLst>
            <pc:docMk/>
            <pc:sldMk cId="3921434846" sldId="587"/>
            <ac:spMk id="18" creationId="{00000000-0000-0000-0000-000000000000}"/>
          </ac:spMkLst>
        </pc:spChg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557832261" sldId="593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225263886" sldId="594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2905312093" sldId="595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3937354854" sldId="596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154417295" sldId="597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3531077245" sldId="598"/>
        </pc:sldMkLst>
      </pc:sldChg>
      <pc:sldChg chg="del">
        <pc:chgData name="强 李" userId="cd6c7ec7188785ae" providerId="LiveId" clId="{63581E9A-E29C-2A45-8ED4-9C7DACA801E8}" dt="2023-11-25T02:38:03.252" v="1322" actId="2696"/>
        <pc:sldMkLst>
          <pc:docMk/>
          <pc:sldMk cId="4000357398" sldId="599"/>
        </pc:sldMkLst>
      </pc:sldChg>
      <pc:sldChg chg="modSp add mod">
        <pc:chgData name="强 李" userId="cd6c7ec7188785ae" providerId="LiveId" clId="{63581E9A-E29C-2A45-8ED4-9C7DACA801E8}" dt="2023-11-25T03:02:02.507" v="1804" actId="1037"/>
        <pc:sldMkLst>
          <pc:docMk/>
          <pc:sldMk cId="544642582" sldId="600"/>
        </pc:sldMkLst>
        <pc:spChg chg="mod">
          <ac:chgData name="强 李" userId="cd6c7ec7188785ae" providerId="LiveId" clId="{63581E9A-E29C-2A45-8ED4-9C7DACA801E8}" dt="2023-11-25T02:50:38.973" v="1533" actId="6549"/>
          <ac:spMkLst>
            <pc:docMk/>
            <pc:sldMk cId="544642582" sldId="600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3:02:02.507" v="1804" actId="1037"/>
          <ac:spMkLst>
            <pc:docMk/>
            <pc:sldMk cId="544642582" sldId="600"/>
            <ac:spMk id="18" creationId="{00000000-0000-0000-0000-000000000000}"/>
          </ac:spMkLst>
        </pc:spChg>
      </pc:sldChg>
      <pc:sldChg chg="modSp add mod modNotesTx">
        <pc:chgData name="强 李" userId="cd6c7ec7188785ae" providerId="LiveId" clId="{63581E9A-E29C-2A45-8ED4-9C7DACA801E8}" dt="2023-11-25T02:57:59.580" v="1760" actId="1037"/>
        <pc:sldMkLst>
          <pc:docMk/>
          <pc:sldMk cId="2712179486" sldId="601"/>
        </pc:sldMkLst>
        <pc:spChg chg="mod">
          <ac:chgData name="强 李" userId="cd6c7ec7188785ae" providerId="LiveId" clId="{63581E9A-E29C-2A45-8ED4-9C7DACA801E8}" dt="2023-11-25T02:54:17.775" v="1705" actId="6549"/>
          <ac:spMkLst>
            <pc:docMk/>
            <pc:sldMk cId="2712179486" sldId="601"/>
            <ac:spMk id="2" creationId="{00000000-0000-0000-0000-000000000000}"/>
          </ac:spMkLst>
        </pc:spChg>
        <pc:spChg chg="mod">
          <ac:chgData name="强 李" userId="cd6c7ec7188785ae" providerId="LiveId" clId="{63581E9A-E29C-2A45-8ED4-9C7DACA801E8}" dt="2023-11-25T02:57:59.580" v="1760" actId="1037"/>
          <ac:spMkLst>
            <pc:docMk/>
            <pc:sldMk cId="2712179486" sldId="60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EDD5424E-B918-4C5C-88E3-A245457C2529}"/>
    <pc:docChg chg="custSel modSld">
      <pc:chgData name="强 李" userId="cd6c7ec7188785ae" providerId="LiveId" clId="{EDD5424E-B918-4C5C-88E3-A245457C2529}" dt="2023-11-11T22:47:36.327" v="9" actId="207"/>
      <pc:docMkLst>
        <pc:docMk/>
      </pc:docMkLst>
      <pc:sldChg chg="modSp mod">
        <pc:chgData name="强 李" userId="cd6c7ec7188785ae" providerId="LiveId" clId="{EDD5424E-B918-4C5C-88E3-A245457C2529}" dt="2023-11-11T22:47:36.327" v="9" actId="207"/>
        <pc:sldMkLst>
          <pc:docMk/>
          <pc:sldMk cId="0" sldId="425"/>
        </pc:sldMkLst>
        <pc:spChg chg="mod">
          <ac:chgData name="强 李" userId="cd6c7ec7188785ae" providerId="LiveId" clId="{EDD5424E-B918-4C5C-88E3-A245457C2529}" dt="2023-11-11T22:47:36.327" v="9" actId="207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DD5424E-B918-4C5C-88E3-A245457C2529}" dt="2023-11-11T22:46:45.598" v="3" actId="1440"/>
        <pc:sldMkLst>
          <pc:docMk/>
          <pc:sldMk cId="54695671" sldId="531"/>
        </pc:sldMkLst>
        <pc:picChg chg="del">
          <ac:chgData name="强 李" userId="cd6c7ec7188785ae" providerId="LiveId" clId="{EDD5424E-B918-4C5C-88E3-A245457C2529}" dt="2023-11-11T22:46:36.824" v="0" actId="478"/>
          <ac:picMkLst>
            <pc:docMk/>
            <pc:sldMk cId="54695671" sldId="531"/>
            <ac:picMk id="2" creationId="{004B97CA-A634-1742-E4A8-396D9F522C1A}"/>
          </ac:picMkLst>
        </pc:picChg>
        <pc:picChg chg="add mod">
          <ac:chgData name="强 李" userId="cd6c7ec7188785ae" providerId="LiveId" clId="{EDD5424E-B918-4C5C-88E3-A245457C2529}" dt="2023-11-11T22:46:45.598" v="3" actId="1440"/>
          <ac:picMkLst>
            <pc:docMk/>
            <pc:sldMk cId="54695671" sldId="531"/>
            <ac:picMk id="3" creationId="{ED676CB3-071A-654E-8648-319D8E86AA37}"/>
          </ac:picMkLst>
        </pc:pic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F02CE43A-45F1-424E-B08C-2AE31A0EDD7F}"/>
    <pc:docChg chg="custSel modSld">
      <pc:chgData name="强 李" userId="cd6c7ec7188785ae" providerId="LiveId" clId="{F02CE43A-45F1-424E-B08C-2AE31A0EDD7F}" dt="2023-11-10T22:00:12.766" v="4" actId="1076"/>
      <pc:docMkLst>
        <pc:docMk/>
      </pc:docMkLst>
      <pc:sldChg chg="addSp delSp modSp mod">
        <pc:chgData name="强 李" userId="cd6c7ec7188785ae" providerId="LiveId" clId="{F02CE43A-45F1-424E-B08C-2AE31A0EDD7F}" dt="2023-11-10T22:00:12.766" v="4" actId="1076"/>
        <pc:sldMkLst>
          <pc:docMk/>
          <pc:sldMk cId="54695671" sldId="531"/>
        </pc:sldMkLst>
        <pc:picChg chg="add mod">
          <ac:chgData name="强 李" userId="cd6c7ec7188785ae" providerId="LiveId" clId="{F02CE43A-45F1-424E-B08C-2AE31A0EDD7F}" dt="2023-11-10T22:00:12.766" v="4" actId="1076"/>
          <ac:picMkLst>
            <pc:docMk/>
            <pc:sldMk cId="54695671" sldId="531"/>
            <ac:picMk id="2" creationId="{004B97CA-A634-1742-E4A8-396D9F522C1A}"/>
          </ac:picMkLst>
        </pc:picChg>
        <pc:picChg chg="del">
          <ac:chgData name="强 李" userId="cd6c7ec7188785ae" providerId="LiveId" clId="{F02CE43A-45F1-424E-B08C-2AE31A0EDD7F}" dt="2023-11-10T22:00:10.036" v="3" actId="478"/>
          <ac:picMkLst>
            <pc:docMk/>
            <pc:sldMk cId="54695671" sldId="531"/>
            <ac:picMk id="6" creationId="{ED98C386-B822-E0D8-ABB7-E94213042042}"/>
          </ac:picMkLst>
        </pc:picChg>
      </pc:sldChg>
      <pc:sldChg chg="modSp mod">
        <pc:chgData name="强 李" userId="cd6c7ec7188785ae" providerId="LiveId" clId="{F02CE43A-45F1-424E-B08C-2AE31A0EDD7F}" dt="2023-11-10T21:59:00.048" v="0" actId="1076"/>
        <pc:sldMkLst>
          <pc:docMk/>
          <pc:sldMk cId="1557832261" sldId="593"/>
        </pc:sldMkLst>
        <pc:picChg chg="mod">
          <ac:chgData name="强 李" userId="cd6c7ec7188785ae" providerId="LiveId" clId="{F02CE43A-45F1-424E-B08C-2AE31A0EDD7F}" dt="2023-11-10T21:59:00.048" v="0" actId="1076"/>
          <ac:picMkLst>
            <pc:docMk/>
            <pc:sldMk cId="1557832261" sldId="593"/>
            <ac:picMk id="6" creationId="{787A98D2-310B-FF11-B7CB-8D8D5949085F}"/>
          </ac:picMkLst>
        </pc:pic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39E9044C-29D0-4A1F-8502-A32A8B4D1867}"/>
    <pc:docChg chg="undo custSel addSld delSld modSld sldOrd">
      <pc:chgData name="强 李" userId="cd6c7ec7188785ae" providerId="LiveId" clId="{39E9044C-29D0-4A1F-8502-A32A8B4D1867}" dt="2024-01-27T22:40:28.828" v="2515" actId="1076"/>
      <pc:docMkLst>
        <pc:docMk/>
      </pc:docMkLst>
      <pc:sldChg chg="addSp delSp modSp mod modTransition">
        <pc:chgData name="强 李" userId="cd6c7ec7188785ae" providerId="LiveId" clId="{39E9044C-29D0-4A1F-8502-A32A8B4D1867}" dt="2024-01-27T22:25:23.700" v="2476" actId="207"/>
        <pc:sldMkLst>
          <pc:docMk/>
          <pc:sldMk cId="0" sldId="425"/>
        </pc:sldMkLst>
        <pc:spChg chg="add mod">
          <ac:chgData name="强 李" userId="cd6c7ec7188785ae" providerId="LiveId" clId="{39E9044C-29D0-4A1F-8502-A32A8B4D1867}" dt="2024-01-27T02:20:08.289" v="132" actId="1076"/>
          <ac:spMkLst>
            <pc:docMk/>
            <pc:sldMk cId="0" sldId="425"/>
            <ac:spMk id="2" creationId="{D62C17CF-DD7A-6A31-BB75-955C076F4624}"/>
          </ac:spMkLst>
        </pc:spChg>
        <pc:spChg chg="mod">
          <ac:chgData name="强 李" userId="cd6c7ec7188785ae" providerId="LiveId" clId="{39E9044C-29D0-4A1F-8502-A32A8B4D1867}" dt="2024-01-27T22:25:23.700" v="2476" actId="207"/>
          <ac:spMkLst>
            <pc:docMk/>
            <pc:sldMk cId="0" sldId="425"/>
            <ac:spMk id="3" creationId="{FF9BF7C3-9929-69BC-A1CA-30EBD45BF72F}"/>
          </ac:spMkLst>
        </pc:spChg>
        <pc:spChg chg="add mod">
          <ac:chgData name="强 李" userId="cd6c7ec7188785ae" providerId="LiveId" clId="{39E9044C-29D0-4A1F-8502-A32A8B4D1867}" dt="2024-01-27T02:21:22.066" v="142"/>
          <ac:spMkLst>
            <pc:docMk/>
            <pc:sldMk cId="0" sldId="425"/>
            <ac:spMk id="4" creationId="{35EF397D-B1A0-5430-E17E-13B5F790855E}"/>
          </ac:spMkLst>
        </pc:spChg>
        <pc:spChg chg="mod">
          <ac:chgData name="强 李" userId="cd6c7ec7188785ae" providerId="LiveId" clId="{39E9044C-29D0-4A1F-8502-A32A8B4D1867}" dt="2024-01-27T02:11:34.581" v="46" actId="20577"/>
          <ac:spMkLst>
            <pc:docMk/>
            <pc:sldMk cId="0" sldId="425"/>
            <ac:spMk id="18" creationId="{00000000-0000-0000-0000-000000000000}"/>
          </ac:spMkLst>
        </pc:spChg>
        <pc:cxnChg chg="add del mod">
          <ac:chgData name="强 李" userId="cd6c7ec7188785ae" providerId="LiveId" clId="{39E9044C-29D0-4A1F-8502-A32A8B4D1867}" dt="2024-01-27T02:22:31.465" v="158" actId="478"/>
          <ac:cxnSpMkLst>
            <pc:docMk/>
            <pc:sldMk cId="0" sldId="425"/>
            <ac:cxnSpMk id="6" creationId="{0A2CF6D5-2F8C-B1BB-AF59-49BD9D6D5538}"/>
          </ac:cxnSpMkLst>
        </pc:cxnChg>
      </pc:sldChg>
      <pc:sldChg chg="delSp modSp mod ord">
        <pc:chgData name="强 李" userId="cd6c7ec7188785ae" providerId="LiveId" clId="{39E9044C-29D0-4A1F-8502-A32A8B4D1867}" dt="2024-01-27T13:43:06.890" v="414"/>
        <pc:sldMkLst>
          <pc:docMk/>
          <pc:sldMk cId="54695671" sldId="531"/>
        </pc:sldMkLst>
        <pc:spChg chg="del">
          <ac:chgData name="强 李" userId="cd6c7ec7188785ae" providerId="LiveId" clId="{39E9044C-29D0-4A1F-8502-A32A8B4D1867}" dt="2024-01-27T13:26:55.554" v="372" actId="478"/>
          <ac:spMkLst>
            <pc:docMk/>
            <pc:sldMk cId="54695671" sldId="531"/>
            <ac:spMk id="7" creationId="{4F728403-1B68-99D4-E3D1-CC6B68CC06B3}"/>
          </ac:spMkLst>
        </pc:spChg>
        <pc:spChg chg="del">
          <ac:chgData name="强 李" userId="cd6c7ec7188785ae" providerId="LiveId" clId="{39E9044C-29D0-4A1F-8502-A32A8B4D1867}" dt="2024-01-27T13:27:00.813" v="374" actId="478"/>
          <ac:spMkLst>
            <pc:docMk/>
            <pc:sldMk cId="54695671" sldId="531"/>
            <ac:spMk id="8" creationId="{3850CE0C-B5E6-8E07-C154-285724831152}"/>
          </ac:spMkLst>
        </pc:spChg>
        <pc:graphicFrameChg chg="mod">
          <ac:chgData name="强 李" userId="cd6c7ec7188785ae" providerId="LiveId" clId="{39E9044C-29D0-4A1F-8502-A32A8B4D1867}" dt="2024-01-27T13:26:49.983" v="371" actId="20577"/>
          <ac:graphicFrameMkLst>
            <pc:docMk/>
            <pc:sldMk cId="54695671" sldId="531"/>
            <ac:graphicFrameMk id="32" creationId="{060F7A05-6CD5-71D0-1465-580C01900F88}"/>
          </ac:graphicFrameMkLst>
        </pc:graphicFrameChg>
        <pc:cxnChg chg="del">
          <ac:chgData name="强 李" userId="cd6c7ec7188785ae" providerId="LiveId" clId="{39E9044C-29D0-4A1F-8502-A32A8B4D1867}" dt="2024-01-27T13:26:57.846" v="373" actId="478"/>
          <ac:cxnSpMkLst>
            <pc:docMk/>
            <pc:sldMk cId="54695671" sldId="531"/>
            <ac:cxnSpMk id="5" creationId="{13D7970A-E266-F48C-BAE7-478F67BDF07F}"/>
          </ac:cxnSpMkLst>
        </pc:cxnChg>
      </pc:sldChg>
      <pc:sldChg chg="modSp del">
        <pc:chgData name="强 李" userId="cd6c7ec7188785ae" providerId="LiveId" clId="{39E9044C-29D0-4A1F-8502-A32A8B4D1867}" dt="2024-01-27T21:20:28.805" v="1108" actId="2696"/>
        <pc:sldMkLst>
          <pc:docMk/>
          <pc:sldMk cId="1242525785" sldId="543"/>
        </pc:sldMkLst>
        <pc:graphicFrameChg chg="mod">
          <ac:chgData name="强 李" userId="cd6c7ec7188785ae" providerId="LiveId" clId="{39E9044C-29D0-4A1F-8502-A32A8B4D1867}" dt="2024-01-27T14:08:45.830" v="858" actId="16803"/>
          <ac:graphicFrameMkLst>
            <pc:docMk/>
            <pc:sldMk cId="1242525785" sldId="543"/>
            <ac:graphicFrameMk id="2" creationId="{7DC59C9B-64D5-1D1D-8333-542C061CA594}"/>
          </ac:graphicFrameMkLst>
        </pc:graphicFrameChg>
      </pc:sldChg>
      <pc:sldChg chg="modSp add del mod">
        <pc:chgData name="强 李" userId="cd6c7ec7188785ae" providerId="LiveId" clId="{39E9044C-29D0-4A1F-8502-A32A8B4D1867}" dt="2024-01-27T22:29:02.129" v="2484" actId="20577"/>
        <pc:sldMkLst>
          <pc:docMk/>
          <pc:sldMk cId="419382719" sldId="552"/>
        </pc:sldMkLst>
        <pc:spChg chg="mod">
          <ac:chgData name="强 李" userId="cd6c7ec7188785ae" providerId="LiveId" clId="{39E9044C-29D0-4A1F-8502-A32A8B4D1867}" dt="2024-01-27T22:29:02.129" v="248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modNotesTx">
        <pc:chgData name="强 李" userId="cd6c7ec7188785ae" providerId="LiveId" clId="{39E9044C-29D0-4A1F-8502-A32A8B4D1867}" dt="2024-01-27T22:31:52.686" v="2509" actId="15"/>
        <pc:sldMkLst>
          <pc:docMk/>
          <pc:sldMk cId="530530540" sldId="553"/>
        </pc:sldMkLst>
        <pc:spChg chg="mod">
          <ac:chgData name="强 李" userId="cd6c7ec7188785ae" providerId="LiveId" clId="{39E9044C-29D0-4A1F-8502-A32A8B4D1867}" dt="2024-01-27T22:31:52.686" v="2509" actId="1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39E9044C-29D0-4A1F-8502-A32A8B4D1867}" dt="2024-01-27T13:27:19.326" v="382"/>
          <ac:spMkLst>
            <pc:docMk/>
            <pc:sldMk cId="530530540" sldId="553"/>
            <ac:spMk id="18" creationId="{00000000-0000-0000-0000-000000000000}"/>
          </ac:spMkLst>
        </pc:spChg>
      </pc:sldChg>
      <pc:sldChg chg="del">
        <pc:chgData name="强 李" userId="cd6c7ec7188785ae" providerId="LiveId" clId="{39E9044C-29D0-4A1F-8502-A32A8B4D1867}" dt="2024-01-27T13:26:15.257" v="370" actId="47"/>
        <pc:sldMkLst>
          <pc:docMk/>
          <pc:sldMk cId="3418790839" sldId="554"/>
        </pc:sldMkLst>
      </pc:sldChg>
      <pc:sldChg chg="modSp mod modNotesTx">
        <pc:chgData name="强 李" userId="cd6c7ec7188785ae" providerId="LiveId" clId="{39E9044C-29D0-4A1F-8502-A32A8B4D1867}" dt="2024-01-27T02:17:07.460" v="127" actId="20577"/>
        <pc:sldMkLst>
          <pc:docMk/>
          <pc:sldMk cId="1911491714" sldId="560"/>
        </pc:sldMkLst>
        <pc:spChg chg="mod">
          <ac:chgData name="强 李" userId="cd6c7ec7188785ae" providerId="LiveId" clId="{39E9044C-29D0-4A1F-8502-A32A8B4D1867}" dt="2024-01-27T02:09:52.336" v="8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39E9044C-29D0-4A1F-8502-A32A8B4D1867}" dt="2024-01-27T02:15:45.737" v="102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add del">
        <pc:chgData name="强 李" userId="cd6c7ec7188785ae" providerId="LiveId" clId="{39E9044C-29D0-4A1F-8502-A32A8B4D1867}" dt="2024-01-27T14:00:19.458" v="740" actId="47"/>
        <pc:sldMkLst>
          <pc:docMk/>
          <pc:sldMk cId="3921434846" sldId="587"/>
        </pc:sldMkLst>
      </pc:sldChg>
      <pc:sldChg chg="add del">
        <pc:chgData name="强 李" userId="cd6c7ec7188785ae" providerId="LiveId" clId="{39E9044C-29D0-4A1F-8502-A32A8B4D1867}" dt="2024-01-27T14:00:19.458" v="740" actId="47"/>
        <pc:sldMkLst>
          <pc:docMk/>
          <pc:sldMk cId="544642582" sldId="600"/>
        </pc:sldMkLst>
      </pc:sldChg>
      <pc:sldChg chg="add del">
        <pc:chgData name="强 李" userId="cd6c7ec7188785ae" providerId="LiveId" clId="{39E9044C-29D0-4A1F-8502-A32A8B4D1867}" dt="2024-01-27T14:00:19.458" v="740" actId="47"/>
        <pc:sldMkLst>
          <pc:docMk/>
          <pc:sldMk cId="2712179486" sldId="601"/>
        </pc:sldMkLst>
      </pc:sldChg>
      <pc:sldChg chg="addSp delSp modSp add mod setBg">
        <pc:chgData name="强 李" userId="cd6c7ec7188785ae" providerId="LiveId" clId="{39E9044C-29D0-4A1F-8502-A32A8B4D1867}" dt="2024-01-27T22:40:28.828" v="2515" actId="1076"/>
        <pc:sldMkLst>
          <pc:docMk/>
          <pc:sldMk cId="3612432375" sldId="602"/>
        </pc:sldMkLst>
        <pc:spChg chg="del">
          <ac:chgData name="强 李" userId="cd6c7ec7188785ae" providerId="LiveId" clId="{39E9044C-29D0-4A1F-8502-A32A8B4D1867}" dt="2024-01-27T13:13:39.179" v="219" actId="478"/>
          <ac:spMkLst>
            <pc:docMk/>
            <pc:sldMk cId="3612432375" sldId="602"/>
            <ac:spMk id="3" creationId="{F291ED4D-1AD4-0589-ACD3-0E7F99F74F3F}"/>
          </ac:spMkLst>
        </pc:spChg>
        <pc:spChg chg="add mod">
          <ac:chgData name="强 李" userId="cd6c7ec7188785ae" providerId="LiveId" clId="{39E9044C-29D0-4A1F-8502-A32A8B4D1867}" dt="2024-01-27T13:42:40.123" v="410" actId="113"/>
          <ac:spMkLst>
            <pc:docMk/>
            <pc:sldMk cId="3612432375" sldId="602"/>
            <ac:spMk id="5" creationId="{6DCAE4C7-5A64-B98E-28D0-B932F2054837}"/>
          </ac:spMkLst>
        </pc:spChg>
        <pc:spChg chg="mod">
          <ac:chgData name="强 李" userId="cd6c7ec7188785ae" providerId="LiveId" clId="{39E9044C-29D0-4A1F-8502-A32A8B4D1867}" dt="2024-01-27T13:13:56.300" v="227"/>
          <ac:spMkLst>
            <pc:docMk/>
            <pc:sldMk cId="3612432375" sldId="602"/>
            <ac:spMk id="18" creationId="{9C8F3542-9CE4-185A-C360-AB80F15AE60A}"/>
          </ac:spMkLst>
        </pc:spChg>
        <pc:picChg chg="add mod">
          <ac:chgData name="强 李" userId="cd6c7ec7188785ae" providerId="LiveId" clId="{39E9044C-29D0-4A1F-8502-A32A8B4D1867}" dt="2024-01-27T22:40:28.828" v="2515" actId="1076"/>
          <ac:picMkLst>
            <pc:docMk/>
            <pc:sldMk cId="3612432375" sldId="602"/>
            <ac:picMk id="3" creationId="{998EBC83-7DD7-78D3-7565-0E8ABA8B55E4}"/>
          </ac:picMkLst>
        </pc:picChg>
        <pc:picChg chg="add del mod">
          <ac:chgData name="强 李" userId="cd6c7ec7188785ae" providerId="LiveId" clId="{39E9044C-29D0-4A1F-8502-A32A8B4D1867}" dt="2024-01-27T22:40:16.452" v="2510" actId="478"/>
          <ac:picMkLst>
            <pc:docMk/>
            <pc:sldMk cId="3612432375" sldId="602"/>
            <ac:picMk id="4" creationId="{23426BEB-7337-528C-9943-B9F1E19F8D1B}"/>
          </ac:picMkLst>
        </pc:picChg>
      </pc:sldChg>
      <pc:sldChg chg="addSp modSp add mod setBg modNotesTx">
        <pc:chgData name="强 李" userId="cd6c7ec7188785ae" providerId="LiveId" clId="{39E9044C-29D0-4A1F-8502-A32A8B4D1867}" dt="2024-01-27T02:30:12.415" v="218" actId="20577"/>
        <pc:sldMkLst>
          <pc:docMk/>
          <pc:sldMk cId="1731156595" sldId="603"/>
        </pc:sldMkLst>
        <pc:spChg chg="add mod">
          <ac:chgData name="强 李" userId="cd6c7ec7188785ae" providerId="LiveId" clId="{39E9044C-29D0-4A1F-8502-A32A8B4D1867}" dt="2024-01-27T02:29:13.739" v="191"/>
          <ac:spMkLst>
            <pc:docMk/>
            <pc:sldMk cId="1731156595" sldId="603"/>
            <ac:spMk id="2" creationId="{3C0AECCC-28CD-B7BE-CB51-B1A371E2E3EB}"/>
          </ac:spMkLst>
        </pc:spChg>
        <pc:spChg chg="mod">
          <ac:chgData name="强 李" userId="cd6c7ec7188785ae" providerId="LiveId" clId="{39E9044C-29D0-4A1F-8502-A32A8B4D1867}" dt="2024-01-27T02:27:11.238" v="185" actId="6549"/>
          <ac:spMkLst>
            <pc:docMk/>
            <pc:sldMk cId="1731156595" sldId="603"/>
            <ac:spMk id="3" creationId="{8A538EE3-F6EA-0FD3-E620-134F8CE2AD72}"/>
          </ac:spMkLst>
        </pc:spChg>
        <pc:spChg chg="mod">
          <ac:chgData name="强 李" userId="cd6c7ec7188785ae" providerId="LiveId" clId="{39E9044C-29D0-4A1F-8502-A32A8B4D1867}" dt="2024-01-27T02:14:07.479" v="97"/>
          <ac:spMkLst>
            <pc:docMk/>
            <pc:sldMk cId="1731156595" sldId="603"/>
            <ac:spMk id="18" creationId="{77B48268-8DC2-26C4-0111-EC47204308AF}"/>
          </ac:spMkLst>
        </pc:spChg>
      </pc:sldChg>
      <pc:sldChg chg="addSp delSp modSp add del mod ord modClrScheme chgLayout">
        <pc:chgData name="强 李" userId="cd6c7ec7188785ae" providerId="LiveId" clId="{39E9044C-29D0-4A1F-8502-A32A8B4D1867}" dt="2024-01-27T13:21:52.794" v="341" actId="47"/>
        <pc:sldMkLst>
          <pc:docMk/>
          <pc:sldMk cId="3063116638" sldId="604"/>
        </pc:sldMkLst>
        <pc:spChg chg="del">
          <ac:chgData name="强 李" userId="cd6c7ec7188785ae" providerId="LiveId" clId="{39E9044C-29D0-4A1F-8502-A32A8B4D1867}" dt="2024-01-27T13:17:35.402" v="246" actId="478"/>
          <ac:spMkLst>
            <pc:docMk/>
            <pc:sldMk cId="3063116638" sldId="604"/>
            <ac:spMk id="2" creationId="{764318D1-796C-377C-8FB2-AAB36F494457}"/>
          </ac:spMkLst>
        </pc:spChg>
        <pc:spChg chg="add del mod">
          <ac:chgData name="强 李" userId="cd6c7ec7188785ae" providerId="LiveId" clId="{39E9044C-29D0-4A1F-8502-A32A8B4D1867}" dt="2024-01-27T13:18:48.337" v="263" actId="26606"/>
          <ac:spMkLst>
            <pc:docMk/>
            <pc:sldMk cId="3063116638" sldId="604"/>
            <ac:spMk id="3" creationId="{2D2F7563-D3F4-D4E2-84B6-14AEF33E9026}"/>
          </ac:spMkLst>
        </pc:spChg>
        <pc:spChg chg="mod">
          <ac:chgData name="强 李" userId="cd6c7ec7188785ae" providerId="LiveId" clId="{39E9044C-29D0-4A1F-8502-A32A8B4D1867}" dt="2024-01-27T13:18:48.337" v="263" actId="26606"/>
          <ac:spMkLst>
            <pc:docMk/>
            <pc:sldMk cId="3063116638" sldId="604"/>
            <ac:spMk id="18" creationId="{9A5472CE-1EF1-9F03-1E37-CEAD3CC00CC5}"/>
          </ac:spMkLst>
        </pc:spChg>
        <pc:graphicFrameChg chg="add del">
          <ac:chgData name="强 李" userId="cd6c7ec7188785ae" providerId="LiveId" clId="{39E9044C-29D0-4A1F-8502-A32A8B4D1867}" dt="2024-01-27T13:18:19.797" v="250" actId="26606"/>
          <ac:graphicFrameMkLst>
            <pc:docMk/>
            <pc:sldMk cId="3063116638" sldId="604"/>
            <ac:graphicFrameMk id="20" creationId="{DFFDC8B7-E8C7-1D47-C384-EFF36AB01583}"/>
          </ac:graphicFrameMkLst>
        </pc:graphicFrameChg>
        <pc:graphicFrameChg chg="add del">
          <ac:chgData name="强 李" userId="cd6c7ec7188785ae" providerId="LiveId" clId="{39E9044C-29D0-4A1F-8502-A32A8B4D1867}" dt="2024-01-27T13:18:28.766" v="252" actId="26606"/>
          <ac:graphicFrameMkLst>
            <pc:docMk/>
            <pc:sldMk cId="3063116638" sldId="604"/>
            <ac:graphicFrameMk id="22" creationId="{486F4A28-2D46-2099-1B39-E59992191CDF}"/>
          </ac:graphicFrameMkLst>
        </pc:graphicFrameChg>
        <pc:graphicFrameChg chg="add del">
          <ac:chgData name="强 李" userId="cd6c7ec7188785ae" providerId="LiveId" clId="{39E9044C-29D0-4A1F-8502-A32A8B4D1867}" dt="2024-01-27T13:18:30.308" v="254" actId="26606"/>
          <ac:graphicFrameMkLst>
            <pc:docMk/>
            <pc:sldMk cId="3063116638" sldId="604"/>
            <ac:graphicFrameMk id="24" creationId="{F754E7CF-BD26-8977-F12C-5A86D7E3E821}"/>
          </ac:graphicFrameMkLst>
        </pc:graphicFrameChg>
        <pc:graphicFrameChg chg="add del">
          <ac:chgData name="强 李" userId="cd6c7ec7188785ae" providerId="LiveId" clId="{39E9044C-29D0-4A1F-8502-A32A8B4D1867}" dt="2024-01-27T13:18:34.322" v="256" actId="26606"/>
          <ac:graphicFrameMkLst>
            <pc:docMk/>
            <pc:sldMk cId="3063116638" sldId="604"/>
            <ac:graphicFrameMk id="26" creationId="{39C38EF1-2E86-1C57-A000-1E8F5B0C581E}"/>
          </ac:graphicFrameMkLst>
        </pc:graphicFrameChg>
        <pc:graphicFrameChg chg="add del">
          <ac:chgData name="强 李" userId="cd6c7ec7188785ae" providerId="LiveId" clId="{39E9044C-29D0-4A1F-8502-A32A8B4D1867}" dt="2024-01-27T13:18:35.186" v="258" actId="26606"/>
          <ac:graphicFrameMkLst>
            <pc:docMk/>
            <pc:sldMk cId="3063116638" sldId="604"/>
            <ac:graphicFrameMk id="28" creationId="{51BF0E2B-6336-AB25-AE48-FB932737D7CE}"/>
          </ac:graphicFrameMkLst>
        </pc:graphicFrameChg>
        <pc:graphicFrameChg chg="add del">
          <ac:chgData name="强 李" userId="cd6c7ec7188785ae" providerId="LiveId" clId="{39E9044C-29D0-4A1F-8502-A32A8B4D1867}" dt="2024-01-27T13:18:46.198" v="260" actId="26606"/>
          <ac:graphicFrameMkLst>
            <pc:docMk/>
            <pc:sldMk cId="3063116638" sldId="604"/>
            <ac:graphicFrameMk id="30" creationId="{9A974299-C7D5-4202-7819-503407BE7B3C}"/>
          </ac:graphicFrameMkLst>
        </pc:graphicFrameChg>
        <pc:graphicFrameChg chg="add del">
          <ac:chgData name="强 李" userId="cd6c7ec7188785ae" providerId="LiveId" clId="{39E9044C-29D0-4A1F-8502-A32A8B4D1867}" dt="2024-01-27T13:18:48.311" v="262" actId="26606"/>
          <ac:graphicFrameMkLst>
            <pc:docMk/>
            <pc:sldMk cId="3063116638" sldId="604"/>
            <ac:graphicFrameMk id="32" creationId="{D1D45DE7-DADB-9A94-E12F-1A5EF8C42B2D}"/>
          </ac:graphicFrameMkLst>
        </pc:graphicFrameChg>
        <pc:graphicFrameChg chg="add">
          <ac:chgData name="强 李" userId="cd6c7ec7188785ae" providerId="LiveId" clId="{39E9044C-29D0-4A1F-8502-A32A8B4D1867}" dt="2024-01-27T13:18:48.337" v="263" actId="26606"/>
          <ac:graphicFrameMkLst>
            <pc:docMk/>
            <pc:sldMk cId="3063116638" sldId="604"/>
            <ac:graphicFrameMk id="34" creationId="{486F4A28-2D46-2099-1B39-E59992191CDF}"/>
          </ac:graphicFrameMkLst>
        </pc:graphicFrameChg>
      </pc:sldChg>
      <pc:sldChg chg="addSp delSp modSp add mod ord">
        <pc:chgData name="强 李" userId="cd6c7ec7188785ae" providerId="LiveId" clId="{39E9044C-29D0-4A1F-8502-A32A8B4D1867}" dt="2024-01-27T21:16:46.282" v="1026" actId="207"/>
        <pc:sldMkLst>
          <pc:docMk/>
          <pc:sldMk cId="1882420799" sldId="605"/>
        </pc:sldMkLst>
        <pc:spChg chg="del">
          <ac:chgData name="强 李" userId="cd6c7ec7188785ae" providerId="LiveId" clId="{39E9044C-29D0-4A1F-8502-A32A8B4D1867}" dt="2024-01-27T13:19:21.988" v="270" actId="478"/>
          <ac:spMkLst>
            <pc:docMk/>
            <pc:sldMk cId="1882420799" sldId="605"/>
            <ac:spMk id="2" creationId="{AB356AEC-0E5F-FBA5-924D-63D57AEB0E85}"/>
          </ac:spMkLst>
        </pc:spChg>
        <pc:spChg chg="del">
          <ac:chgData name="强 李" userId="cd6c7ec7188785ae" providerId="LiveId" clId="{39E9044C-29D0-4A1F-8502-A32A8B4D1867}" dt="2024-01-27T13:19:12.565" v="267" actId="478"/>
          <ac:spMkLst>
            <pc:docMk/>
            <pc:sldMk cId="1882420799" sldId="605"/>
            <ac:spMk id="3" creationId="{7C9208F7-918D-2DB9-8742-10D9AA7A3336}"/>
          </ac:spMkLst>
        </pc:spChg>
        <pc:spChg chg="add mod">
          <ac:chgData name="强 李" userId="cd6c7ec7188785ae" providerId="LiveId" clId="{39E9044C-29D0-4A1F-8502-A32A8B4D1867}" dt="2024-01-27T13:19:22.423" v="271"/>
          <ac:spMkLst>
            <pc:docMk/>
            <pc:sldMk cId="1882420799" sldId="605"/>
            <ac:spMk id="7" creationId="{346AE943-3516-AF2D-5D5A-D44D2CABE288}"/>
          </ac:spMkLst>
        </pc:spChg>
        <pc:spChg chg="add mod">
          <ac:chgData name="强 李" userId="cd6c7ec7188785ae" providerId="LiveId" clId="{39E9044C-29D0-4A1F-8502-A32A8B4D1867}" dt="2024-01-27T13:19:22.423" v="271"/>
          <ac:spMkLst>
            <pc:docMk/>
            <pc:sldMk cId="1882420799" sldId="605"/>
            <ac:spMk id="8" creationId="{F29688CF-C7E9-87C6-F238-2D96B1B866A5}"/>
          </ac:spMkLst>
        </pc:spChg>
        <pc:spChg chg="add mod">
          <ac:chgData name="强 李" userId="cd6c7ec7188785ae" providerId="LiveId" clId="{39E9044C-29D0-4A1F-8502-A32A8B4D1867}" dt="2024-01-27T13:19:22.423" v="271"/>
          <ac:spMkLst>
            <pc:docMk/>
            <pc:sldMk cId="1882420799" sldId="605"/>
            <ac:spMk id="9" creationId="{88C434D4-D1E1-A637-5E14-0CAD30E97129}"/>
          </ac:spMkLst>
        </pc:spChg>
        <pc:spChg chg="add mod">
          <ac:chgData name="强 李" userId="cd6c7ec7188785ae" providerId="LiveId" clId="{39E9044C-29D0-4A1F-8502-A32A8B4D1867}" dt="2024-01-27T21:16:46.282" v="1026" actId="207"/>
          <ac:spMkLst>
            <pc:docMk/>
            <pc:sldMk cId="1882420799" sldId="605"/>
            <ac:spMk id="10" creationId="{324DE7E7-631F-71BD-3729-89DF85771ECA}"/>
          </ac:spMkLst>
        </pc:spChg>
        <pc:spChg chg="add mod">
          <ac:chgData name="强 李" userId="cd6c7ec7188785ae" providerId="LiveId" clId="{39E9044C-29D0-4A1F-8502-A32A8B4D1867}" dt="2024-01-27T13:19:22.423" v="271"/>
          <ac:spMkLst>
            <pc:docMk/>
            <pc:sldMk cId="1882420799" sldId="605"/>
            <ac:spMk id="11" creationId="{51F4071B-0320-E40F-7B40-262358FECBA8}"/>
          </ac:spMkLst>
        </pc:spChg>
        <pc:spChg chg="add mod">
          <ac:chgData name="强 李" userId="cd6c7ec7188785ae" providerId="LiveId" clId="{39E9044C-29D0-4A1F-8502-A32A8B4D1867}" dt="2024-01-27T21:16:41.779" v="1024" actId="207"/>
          <ac:spMkLst>
            <pc:docMk/>
            <pc:sldMk cId="1882420799" sldId="605"/>
            <ac:spMk id="12" creationId="{3E8B4626-839D-371A-5A5D-F299C1940F73}"/>
          </ac:spMkLst>
        </pc:spChg>
        <pc:spChg chg="mod">
          <ac:chgData name="强 李" userId="cd6c7ec7188785ae" providerId="LiveId" clId="{39E9044C-29D0-4A1F-8502-A32A8B4D1867}" dt="2024-01-27T13:22:13.123" v="350" actId="14100"/>
          <ac:spMkLst>
            <pc:docMk/>
            <pc:sldMk cId="1882420799" sldId="605"/>
            <ac:spMk id="18" creationId="{FA7AF04E-E551-532F-7B4F-F3216F257377}"/>
          </ac:spMkLst>
        </pc:spChg>
        <pc:grpChg chg="add mod">
          <ac:chgData name="强 李" userId="cd6c7ec7188785ae" providerId="LiveId" clId="{39E9044C-29D0-4A1F-8502-A32A8B4D1867}" dt="2024-01-27T13:23:11.310" v="361" actId="14100"/>
          <ac:grpSpMkLst>
            <pc:docMk/>
            <pc:sldMk cId="1882420799" sldId="605"/>
            <ac:grpSpMk id="4" creationId="{08386025-7A97-2B30-5088-1728A0E02E9D}"/>
          </ac:grpSpMkLst>
        </pc:grpChg>
        <pc:grpChg chg="add mod">
          <ac:chgData name="强 李" userId="cd6c7ec7188785ae" providerId="LiveId" clId="{39E9044C-29D0-4A1F-8502-A32A8B4D1867}" dt="2024-01-27T13:19:24.794" v="272" actId="1076"/>
          <ac:grpSpMkLst>
            <pc:docMk/>
            <pc:sldMk cId="1882420799" sldId="605"/>
            <ac:grpSpMk id="5" creationId="{BE089B51-E644-2142-CA26-7BECC4FE9FA6}"/>
          </ac:grpSpMkLst>
        </pc:grpChg>
        <pc:grpChg chg="add mod">
          <ac:chgData name="强 李" userId="cd6c7ec7188785ae" providerId="LiveId" clId="{39E9044C-29D0-4A1F-8502-A32A8B4D1867}" dt="2024-01-27T13:19:24.794" v="272" actId="1076"/>
          <ac:grpSpMkLst>
            <pc:docMk/>
            <pc:sldMk cId="1882420799" sldId="605"/>
            <ac:grpSpMk id="6" creationId="{09BEE846-0476-2F47-8C58-DC2938E6E9F3}"/>
          </ac:grpSpMkLst>
        </pc:grpChg>
      </pc:sldChg>
      <pc:sldChg chg="modSp add del mod">
        <pc:chgData name="强 李" userId="cd6c7ec7188785ae" providerId="LiveId" clId="{39E9044C-29D0-4A1F-8502-A32A8B4D1867}" dt="2024-01-27T21:20:37.551" v="1112" actId="2696"/>
        <pc:sldMkLst>
          <pc:docMk/>
          <pc:sldMk cId="4077532394" sldId="606"/>
        </pc:sldMkLst>
        <pc:spChg chg="mod">
          <ac:chgData name="强 李" userId="cd6c7ec7188785ae" providerId="LiveId" clId="{39E9044C-29D0-4A1F-8502-A32A8B4D1867}" dt="2024-01-27T13:59:05.036" v="737" actId="113"/>
          <ac:spMkLst>
            <pc:docMk/>
            <pc:sldMk cId="4077532394" sldId="606"/>
            <ac:spMk id="2" creationId="{16D956BE-0385-7EA6-7CB3-246D71E4FBB0}"/>
          </ac:spMkLst>
        </pc:spChg>
      </pc:sldChg>
      <pc:sldChg chg="add del">
        <pc:chgData name="强 李" userId="cd6c7ec7188785ae" providerId="LiveId" clId="{39E9044C-29D0-4A1F-8502-A32A8B4D1867}" dt="2024-01-27T13:19:14.184" v="269"/>
        <pc:sldMkLst>
          <pc:docMk/>
          <pc:sldMk cId="4126351175" sldId="606"/>
        </pc:sldMkLst>
      </pc:sldChg>
      <pc:sldChg chg="modSp add del mod">
        <pc:chgData name="强 李" userId="cd6c7ec7188785ae" providerId="LiveId" clId="{39E9044C-29D0-4A1F-8502-A32A8B4D1867}" dt="2024-01-27T21:22:27.009" v="1123" actId="113"/>
        <pc:sldMkLst>
          <pc:docMk/>
          <pc:sldMk cId="2766224610" sldId="607"/>
        </pc:sldMkLst>
        <pc:spChg chg="mod">
          <ac:chgData name="强 李" userId="cd6c7ec7188785ae" providerId="LiveId" clId="{39E9044C-29D0-4A1F-8502-A32A8B4D1867}" dt="2024-01-27T21:22:27.009" v="1123" actId="113"/>
          <ac:spMkLst>
            <pc:docMk/>
            <pc:sldMk cId="2766224610" sldId="607"/>
            <ac:spMk id="2" creationId="{87FB5D65-A6E1-D839-F3E2-CDBB50D60D94}"/>
          </ac:spMkLst>
        </pc:spChg>
      </pc:sldChg>
      <pc:sldChg chg="modSp add mod">
        <pc:chgData name="强 李" userId="cd6c7ec7188785ae" providerId="LiveId" clId="{39E9044C-29D0-4A1F-8502-A32A8B4D1867}" dt="2024-01-27T22:31:21.906" v="2490" actId="20577"/>
        <pc:sldMkLst>
          <pc:docMk/>
          <pc:sldMk cId="2879203234" sldId="608"/>
        </pc:sldMkLst>
        <pc:spChg chg="mod">
          <ac:chgData name="强 李" userId="cd6c7ec7188785ae" providerId="LiveId" clId="{39E9044C-29D0-4A1F-8502-A32A8B4D1867}" dt="2024-01-27T22:31:21.906" v="2490" actId="20577"/>
          <ac:spMkLst>
            <pc:docMk/>
            <pc:sldMk cId="2879203234" sldId="608"/>
            <ac:spMk id="2" creationId="{400E9EAD-F249-D27D-CC30-B23058177C34}"/>
          </ac:spMkLst>
        </pc:spChg>
      </pc:sldChg>
      <pc:sldChg chg="modSp add mod">
        <pc:chgData name="强 李" userId="cd6c7ec7188785ae" providerId="LiveId" clId="{39E9044C-29D0-4A1F-8502-A32A8B4D1867}" dt="2024-01-27T21:28:43.890" v="1288"/>
        <pc:sldMkLst>
          <pc:docMk/>
          <pc:sldMk cId="449309727" sldId="609"/>
        </pc:sldMkLst>
        <pc:spChg chg="mod">
          <ac:chgData name="强 李" userId="cd6c7ec7188785ae" providerId="LiveId" clId="{39E9044C-29D0-4A1F-8502-A32A8B4D1867}" dt="2024-01-27T21:28:43.890" v="1288"/>
          <ac:spMkLst>
            <pc:docMk/>
            <pc:sldMk cId="449309727" sldId="609"/>
            <ac:spMk id="2" creationId="{1CBC045A-6210-98EF-0B2F-19EC00E8FDB5}"/>
          </ac:spMkLst>
        </pc:spChg>
      </pc:sldChg>
      <pc:sldChg chg="modSp add del mod">
        <pc:chgData name="强 李" userId="cd6c7ec7188785ae" providerId="LiveId" clId="{39E9044C-29D0-4A1F-8502-A32A8B4D1867}" dt="2024-01-27T21:20:28.214" v="1107" actId="2696"/>
        <pc:sldMkLst>
          <pc:docMk/>
          <pc:sldMk cId="1654283137" sldId="609"/>
        </pc:sldMkLst>
        <pc:spChg chg="mod">
          <ac:chgData name="强 李" userId="cd6c7ec7188785ae" providerId="LiveId" clId="{39E9044C-29D0-4A1F-8502-A32A8B4D1867}" dt="2024-01-27T21:19:38.826" v="1106" actId="108"/>
          <ac:spMkLst>
            <pc:docMk/>
            <pc:sldMk cId="1654283137" sldId="609"/>
            <ac:spMk id="2" creationId="{A1199DBB-BF3F-534E-7B87-4D3C5F519C33}"/>
          </ac:spMkLst>
        </pc:spChg>
      </pc:sldChg>
      <pc:sldChg chg="modSp add mod">
        <pc:chgData name="强 李" userId="cd6c7ec7188785ae" providerId="LiveId" clId="{39E9044C-29D0-4A1F-8502-A32A8B4D1867}" dt="2024-01-27T21:36:00.183" v="1371"/>
        <pc:sldMkLst>
          <pc:docMk/>
          <pc:sldMk cId="1803571379" sldId="610"/>
        </pc:sldMkLst>
        <pc:spChg chg="mod">
          <ac:chgData name="强 李" userId="cd6c7ec7188785ae" providerId="LiveId" clId="{39E9044C-29D0-4A1F-8502-A32A8B4D1867}" dt="2024-01-27T21:36:00.183" v="1371"/>
          <ac:spMkLst>
            <pc:docMk/>
            <pc:sldMk cId="1803571379" sldId="610"/>
            <ac:spMk id="2" creationId="{2FAE84E7-CFA3-D615-CDCF-091347656555}"/>
          </ac:spMkLst>
        </pc:spChg>
      </pc:sldChg>
      <pc:sldChg chg="modSp add mod">
        <pc:chgData name="强 李" userId="cd6c7ec7188785ae" providerId="LiveId" clId="{39E9044C-29D0-4A1F-8502-A32A8B4D1867}" dt="2024-01-27T22:28:08.668" v="2477" actId="14100"/>
        <pc:sldMkLst>
          <pc:docMk/>
          <pc:sldMk cId="4208149016" sldId="611"/>
        </pc:sldMkLst>
        <pc:spChg chg="mod">
          <ac:chgData name="强 李" userId="cd6c7ec7188785ae" providerId="LiveId" clId="{39E9044C-29D0-4A1F-8502-A32A8B4D1867}" dt="2024-01-27T22:28:08.668" v="2477" actId="14100"/>
          <ac:spMkLst>
            <pc:docMk/>
            <pc:sldMk cId="4208149016" sldId="611"/>
            <ac:spMk id="2" creationId="{459B45DA-97CC-B5D1-121A-3AC3E83F285A}"/>
          </ac:spMkLst>
        </pc:spChg>
      </pc:sldChg>
      <pc:sldChg chg="modSp add mod">
        <pc:chgData name="强 李" userId="cd6c7ec7188785ae" providerId="LiveId" clId="{39E9044C-29D0-4A1F-8502-A32A8B4D1867}" dt="2024-01-27T21:43:26.386" v="1615" actId="15"/>
        <pc:sldMkLst>
          <pc:docMk/>
          <pc:sldMk cId="4126570014" sldId="612"/>
        </pc:sldMkLst>
        <pc:spChg chg="mod">
          <ac:chgData name="强 李" userId="cd6c7ec7188785ae" providerId="LiveId" clId="{39E9044C-29D0-4A1F-8502-A32A8B4D1867}" dt="2024-01-27T21:43:26.386" v="1615" actId="15"/>
          <ac:spMkLst>
            <pc:docMk/>
            <pc:sldMk cId="4126570014" sldId="612"/>
            <ac:spMk id="2" creationId="{8528A84E-69E8-297B-E9C4-1DF493DD3186}"/>
          </ac:spMkLst>
        </pc:spChg>
      </pc:sldChg>
      <pc:sldChg chg="modSp add mod">
        <pc:chgData name="强 李" userId="cd6c7ec7188785ae" providerId="LiveId" clId="{39E9044C-29D0-4A1F-8502-A32A8B4D1867}" dt="2024-01-27T22:28:25.146" v="2481"/>
        <pc:sldMkLst>
          <pc:docMk/>
          <pc:sldMk cId="3636761510" sldId="613"/>
        </pc:sldMkLst>
        <pc:spChg chg="mod">
          <ac:chgData name="强 李" userId="cd6c7ec7188785ae" providerId="LiveId" clId="{39E9044C-29D0-4A1F-8502-A32A8B4D1867}" dt="2024-01-27T22:28:25.146" v="2481"/>
          <ac:spMkLst>
            <pc:docMk/>
            <pc:sldMk cId="3636761510" sldId="613"/>
            <ac:spMk id="2" creationId="{7FA86EDE-6D60-6265-F0EA-B989F1CA99CC}"/>
          </ac:spMkLst>
        </pc:spChg>
      </pc:sldChg>
      <pc:sldChg chg="modSp add mod">
        <pc:chgData name="强 李" userId="cd6c7ec7188785ae" providerId="LiveId" clId="{39E9044C-29D0-4A1F-8502-A32A8B4D1867}" dt="2024-01-27T21:59:58.271" v="1992" actId="113"/>
        <pc:sldMkLst>
          <pc:docMk/>
          <pc:sldMk cId="1953469708" sldId="614"/>
        </pc:sldMkLst>
        <pc:spChg chg="mod">
          <ac:chgData name="强 李" userId="cd6c7ec7188785ae" providerId="LiveId" clId="{39E9044C-29D0-4A1F-8502-A32A8B4D1867}" dt="2024-01-27T21:59:58.271" v="1992" actId="113"/>
          <ac:spMkLst>
            <pc:docMk/>
            <pc:sldMk cId="1953469708" sldId="614"/>
            <ac:spMk id="2" creationId="{4CB2BEF6-CDFA-C095-C919-0F03BBB80BE2}"/>
          </ac:spMkLst>
        </pc:spChg>
        <pc:spChg chg="mod">
          <ac:chgData name="强 李" userId="cd6c7ec7188785ae" providerId="LiveId" clId="{39E9044C-29D0-4A1F-8502-A32A8B4D1867}" dt="2024-01-27T21:55:40.319" v="1866" actId="20577"/>
          <ac:spMkLst>
            <pc:docMk/>
            <pc:sldMk cId="1953469708" sldId="614"/>
            <ac:spMk id="18" creationId="{7C3546CC-A0D6-B1B3-451C-824517F97B97}"/>
          </ac:spMkLst>
        </pc:spChg>
      </pc:sldChg>
      <pc:sldChg chg="modSp add del mod">
        <pc:chgData name="强 李" userId="cd6c7ec7188785ae" providerId="LiveId" clId="{39E9044C-29D0-4A1F-8502-A32A8B4D1867}" dt="2024-01-27T21:47:57.179" v="1662" actId="47"/>
        <pc:sldMkLst>
          <pc:docMk/>
          <pc:sldMk cId="351293259" sldId="615"/>
        </pc:sldMkLst>
        <pc:spChg chg="mod">
          <ac:chgData name="强 李" userId="cd6c7ec7188785ae" providerId="LiveId" clId="{39E9044C-29D0-4A1F-8502-A32A8B4D1867}" dt="2024-01-27T21:45:50.487" v="1661"/>
          <ac:spMkLst>
            <pc:docMk/>
            <pc:sldMk cId="351293259" sldId="615"/>
            <ac:spMk id="2" creationId="{4A833C1C-2CDA-FE28-B198-2A4CFC858A3C}"/>
          </ac:spMkLst>
        </pc:spChg>
      </pc:sldChg>
      <pc:sldChg chg="modSp add mod">
        <pc:chgData name="强 李" userId="cd6c7ec7188785ae" providerId="LiveId" clId="{39E9044C-29D0-4A1F-8502-A32A8B4D1867}" dt="2024-01-27T22:23:43.851" v="2468"/>
        <pc:sldMkLst>
          <pc:docMk/>
          <pc:sldMk cId="3479652480" sldId="615"/>
        </pc:sldMkLst>
        <pc:spChg chg="mod">
          <ac:chgData name="强 李" userId="cd6c7ec7188785ae" providerId="LiveId" clId="{39E9044C-29D0-4A1F-8502-A32A8B4D1867}" dt="2024-01-27T22:23:43.851" v="2468"/>
          <ac:spMkLst>
            <pc:docMk/>
            <pc:sldMk cId="3479652480" sldId="615"/>
            <ac:spMk id="2" creationId="{8CD0C20C-FEA6-3C84-1215-997387ED927F}"/>
          </ac:spMkLst>
        </pc:spChg>
      </pc:sldChg>
      <pc:sldChg chg="modSp add mod modNotesTx">
        <pc:chgData name="强 李" userId="cd6c7ec7188785ae" providerId="LiveId" clId="{39E9044C-29D0-4A1F-8502-A32A8B4D1867}" dt="2024-01-27T22:16:30.249" v="2330" actId="108"/>
        <pc:sldMkLst>
          <pc:docMk/>
          <pc:sldMk cId="580944795" sldId="616"/>
        </pc:sldMkLst>
        <pc:spChg chg="mod">
          <ac:chgData name="强 李" userId="cd6c7ec7188785ae" providerId="LiveId" clId="{39E9044C-29D0-4A1F-8502-A32A8B4D1867}" dt="2024-01-27T22:16:30.249" v="2330" actId="108"/>
          <ac:spMkLst>
            <pc:docMk/>
            <pc:sldMk cId="580944795" sldId="616"/>
            <ac:spMk id="2" creationId="{4C92E75B-40BD-5807-7920-8DF9BF9EACEA}"/>
          </ac:spMkLst>
        </pc:spChg>
      </pc:sldChg>
      <pc:sldChg chg="modSp add mod">
        <pc:chgData name="强 李" userId="cd6c7ec7188785ae" providerId="LiveId" clId="{39E9044C-29D0-4A1F-8502-A32A8B4D1867}" dt="2024-01-27T22:12:39.158" v="2277" actId="6549"/>
        <pc:sldMkLst>
          <pc:docMk/>
          <pc:sldMk cId="2636579260" sldId="617"/>
        </pc:sldMkLst>
        <pc:spChg chg="mod">
          <ac:chgData name="强 李" userId="cd6c7ec7188785ae" providerId="LiveId" clId="{39E9044C-29D0-4A1F-8502-A32A8B4D1867}" dt="2024-01-27T22:12:39.158" v="2277" actId="6549"/>
          <ac:spMkLst>
            <pc:docMk/>
            <pc:sldMk cId="2636579260" sldId="617"/>
            <ac:spMk id="2" creationId="{87F283D1-9C7F-DED0-E7D6-16102A19E9B8}"/>
          </ac:spMkLst>
        </pc:spChg>
      </pc:sldChg>
      <pc:sldChg chg="add del">
        <pc:chgData name="强 李" userId="cd6c7ec7188785ae" providerId="LiveId" clId="{39E9044C-29D0-4A1F-8502-A32A8B4D1867}" dt="2024-01-27T22:16:39.478" v="2331" actId="47"/>
        <pc:sldMkLst>
          <pc:docMk/>
          <pc:sldMk cId="3940394429" sldId="618"/>
        </pc:sldMkLst>
      </pc:sldChg>
      <pc:sldChg chg="delSp modSp add mod">
        <pc:chgData name="强 李" userId="cd6c7ec7188785ae" providerId="LiveId" clId="{39E9044C-29D0-4A1F-8502-A32A8B4D1867}" dt="2024-01-27T22:24:01.461" v="2470" actId="20578"/>
        <pc:sldMkLst>
          <pc:docMk/>
          <pc:sldMk cId="3800701075" sldId="619"/>
        </pc:sldMkLst>
        <pc:spChg chg="del">
          <ac:chgData name="强 李" userId="cd6c7ec7188785ae" providerId="LiveId" clId="{39E9044C-29D0-4A1F-8502-A32A8B4D1867}" dt="2024-01-27T22:16:47.996" v="2332" actId="478"/>
          <ac:spMkLst>
            <pc:docMk/>
            <pc:sldMk cId="3800701075" sldId="619"/>
            <ac:spMk id="2" creationId="{3B9F0C15-D7A2-6C28-00BE-21D09CF17771}"/>
          </ac:spMkLst>
        </pc:spChg>
        <pc:spChg chg="mod">
          <ac:chgData name="强 李" userId="cd6c7ec7188785ae" providerId="LiveId" clId="{39E9044C-29D0-4A1F-8502-A32A8B4D1867}" dt="2024-01-27T22:24:01.461" v="2470" actId="20578"/>
          <ac:spMkLst>
            <pc:docMk/>
            <pc:sldMk cId="3800701075" sldId="619"/>
            <ac:spMk id="3" creationId="{B2B5262A-80C7-D9E4-0565-B9BE55DC2452}"/>
          </ac:spMkLst>
        </pc:spChg>
        <pc:spChg chg="mod">
          <ac:chgData name="强 李" userId="cd6c7ec7188785ae" providerId="LiveId" clId="{39E9044C-29D0-4A1F-8502-A32A8B4D1867}" dt="2024-01-27T22:19:23.671" v="2355"/>
          <ac:spMkLst>
            <pc:docMk/>
            <pc:sldMk cId="3800701075" sldId="619"/>
            <ac:spMk id="18" creationId="{5EAC4D9F-1EC9-8AC9-6956-A7E423D3B59F}"/>
          </ac:spMkLst>
        </pc:spChg>
      </pc:sldChg>
    </pc:docChg>
  </pc:docChgLst>
  <pc:docChgLst>
    <pc:chgData name="强 李" userId="cd6c7ec7188785ae" providerId="LiveId" clId="{BFE1E5BE-67E2-456A-A8EE-309133F342B5}"/>
    <pc:docChg chg="undo custSel addSld delSld modSld">
      <pc:chgData name="强 李" userId="cd6c7ec7188785ae" providerId="LiveId" clId="{BFE1E5BE-67E2-456A-A8EE-309133F342B5}" dt="2023-11-04T21:32:56.270" v="1533"/>
      <pc:docMkLst>
        <pc:docMk/>
      </pc:docMkLst>
      <pc:sldChg chg="modSp mod">
        <pc:chgData name="强 李" userId="cd6c7ec7188785ae" providerId="LiveId" clId="{BFE1E5BE-67E2-456A-A8EE-309133F342B5}" dt="2023-11-04T14:09:20.718" v="18" actId="404"/>
        <pc:sldMkLst>
          <pc:docMk/>
          <pc:sldMk cId="0" sldId="425"/>
        </pc:sldMkLst>
        <pc:spChg chg="mod">
          <ac:chgData name="强 李" userId="cd6c7ec7188785ae" providerId="LiveId" clId="{BFE1E5BE-67E2-456A-A8EE-309133F342B5}" dt="2023-11-04T14:09:20.718" v="18" actId="404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BFE1E5BE-67E2-456A-A8EE-309133F342B5}" dt="2023-11-04T14:08:51.681" v="13" actId="20577"/>
          <ac:spMkLst>
            <pc:docMk/>
            <pc:sldMk cId="0" sldId="425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BFE1E5BE-67E2-456A-A8EE-309133F342B5}" dt="2023-11-04T14:12:27.561" v="80"/>
        <pc:sldMkLst>
          <pc:docMk/>
          <pc:sldMk cId="54695671" sldId="531"/>
        </pc:sldMkLst>
        <pc:spChg chg="del mod">
          <ac:chgData name="强 李" userId="cd6c7ec7188785ae" providerId="LiveId" clId="{BFE1E5BE-67E2-456A-A8EE-309133F342B5}" dt="2023-11-04T14:12:27.561" v="80"/>
          <ac:spMkLst>
            <pc:docMk/>
            <pc:sldMk cId="54695671" sldId="531"/>
            <ac:spMk id="2" creationId="{00000000-0000-0000-0000-000000000000}"/>
          </ac:spMkLst>
        </pc:spChg>
        <pc:picChg chg="add del">
          <ac:chgData name="强 李" userId="cd6c7ec7188785ae" providerId="LiveId" clId="{BFE1E5BE-67E2-456A-A8EE-309133F342B5}" dt="2023-11-04T14:12:19.667" v="75" actId="22"/>
          <ac:picMkLst>
            <pc:docMk/>
            <pc:sldMk cId="54695671" sldId="531"/>
            <ac:picMk id="4" creationId="{D0C3640B-1392-5C8E-CF92-6AB4FBDA659D}"/>
          </ac:picMkLst>
        </pc:picChg>
        <pc:picChg chg="add mod">
          <ac:chgData name="强 李" userId="cd6c7ec7188785ae" providerId="LiveId" clId="{BFE1E5BE-67E2-456A-A8EE-309133F342B5}" dt="2023-11-04T14:12:27.205" v="78" actId="1076"/>
          <ac:picMkLst>
            <pc:docMk/>
            <pc:sldMk cId="54695671" sldId="531"/>
            <ac:picMk id="6" creationId="{ED98C386-B822-E0D8-ABB7-E94213042042}"/>
          </ac:picMkLst>
        </pc:picChg>
      </pc:sldChg>
      <pc:sldChg chg="addSp delSp modSp mod setBg">
        <pc:chgData name="强 李" userId="cd6c7ec7188785ae" providerId="LiveId" clId="{BFE1E5BE-67E2-456A-A8EE-309133F342B5}" dt="2023-11-04T21:32:29.212" v="1526" actId="478"/>
        <pc:sldMkLst>
          <pc:docMk/>
          <pc:sldMk cId="1242525785" sldId="543"/>
        </pc:sldMkLst>
        <pc:spChg chg="add del mod">
          <ac:chgData name="强 李" userId="cd6c7ec7188785ae" providerId="LiveId" clId="{BFE1E5BE-67E2-456A-A8EE-309133F342B5}" dt="2023-11-04T21:23:00.306" v="1479" actId="26606"/>
          <ac:spMkLst>
            <pc:docMk/>
            <pc:sldMk cId="1242525785" sldId="543"/>
            <ac:spMk id="2" creationId="{00000000-0000-0000-0000-000000000000}"/>
          </ac:spMkLst>
        </pc:spChg>
        <pc:spChg chg="add del mod">
          <ac:chgData name="强 李" userId="cd6c7ec7188785ae" providerId="LiveId" clId="{BFE1E5BE-67E2-456A-A8EE-309133F342B5}" dt="2023-11-04T21:32:29.212" v="1526" actId="478"/>
          <ac:spMkLst>
            <pc:docMk/>
            <pc:sldMk cId="1242525785" sldId="543"/>
            <ac:spMk id="3" creationId="{DF7855F5-2361-52E4-8FC9-1AD7D77E0191}"/>
          </ac:spMkLst>
        </pc:spChg>
        <pc:spChg chg="mod">
          <ac:chgData name="强 李" userId="cd6c7ec7188785ae" providerId="LiveId" clId="{BFE1E5BE-67E2-456A-A8EE-309133F342B5}" dt="2023-11-04T21:23:00.298" v="1478" actId="26606"/>
          <ac:spMkLst>
            <pc:docMk/>
            <pc:sldMk cId="1242525785" sldId="543"/>
            <ac:spMk id="18" creationId="{00000000-0000-0000-0000-000000000000}"/>
          </ac:spMkLst>
        </pc:spChg>
        <pc:spChg chg="add del">
          <ac:chgData name="强 李" userId="cd6c7ec7188785ae" providerId="LiveId" clId="{BFE1E5BE-67E2-456A-A8EE-309133F342B5}" dt="2023-11-04T21:22:48.942" v="1472" actId="26606"/>
          <ac:spMkLst>
            <pc:docMk/>
            <pc:sldMk cId="1242525785" sldId="543"/>
            <ac:spMk id="24" creationId="{2E442304-DDBD-4F7B-8017-36BCC863FB40}"/>
          </ac:spMkLst>
        </pc:spChg>
        <pc:spChg chg="add del">
          <ac:chgData name="强 李" userId="cd6c7ec7188785ae" providerId="LiveId" clId="{BFE1E5BE-67E2-456A-A8EE-309133F342B5}" dt="2023-11-04T21:22:48.942" v="1472" actId="26606"/>
          <ac:spMkLst>
            <pc:docMk/>
            <pc:sldMk cId="1242525785" sldId="543"/>
            <ac:spMk id="26" creationId="{5E107275-3853-46FD-A241-DE4355A42675}"/>
          </ac:spMkLst>
        </pc:spChg>
        <pc:spChg chg="add del">
          <ac:chgData name="强 李" userId="cd6c7ec7188785ae" providerId="LiveId" clId="{BFE1E5BE-67E2-456A-A8EE-309133F342B5}" dt="2023-11-04T21:22:56.926" v="1474" actId="26606"/>
          <ac:spMkLst>
            <pc:docMk/>
            <pc:sldMk cId="1242525785" sldId="543"/>
            <ac:spMk id="28" creationId="{2659FDB4-FCBE-4A89-B46D-43D4FA54464D}"/>
          </ac:spMkLst>
        </pc:spChg>
        <pc:graphicFrameChg chg="add del">
          <ac:chgData name="强 李" userId="cd6c7ec7188785ae" providerId="LiveId" clId="{BFE1E5BE-67E2-456A-A8EE-309133F342B5}" dt="2023-11-04T21:22:48.942" v="1472" actId="26606"/>
          <ac:graphicFrameMkLst>
            <pc:docMk/>
            <pc:sldMk cId="1242525785" sldId="543"/>
            <ac:graphicFrameMk id="20" creationId="{567B558F-B9DD-AD76-DEBA-966180E27BBD}"/>
          </ac:graphicFrameMkLst>
        </pc:graphicFrameChg>
        <pc:graphicFrameChg chg="add del">
          <ac:chgData name="强 李" userId="cd6c7ec7188785ae" providerId="LiveId" clId="{BFE1E5BE-67E2-456A-A8EE-309133F342B5}" dt="2023-11-04T21:22:56.926" v="1474" actId="26606"/>
          <ac:graphicFrameMkLst>
            <pc:docMk/>
            <pc:sldMk cId="1242525785" sldId="543"/>
            <ac:graphicFrameMk id="30" creationId="{34A0FB43-AA49-C7AF-9500-41B998D8FD04}"/>
          </ac:graphicFrameMkLst>
        </pc:graphicFrameChg>
        <pc:graphicFrameChg chg="add del">
          <ac:chgData name="强 李" userId="cd6c7ec7188785ae" providerId="LiveId" clId="{BFE1E5BE-67E2-456A-A8EE-309133F342B5}" dt="2023-11-04T21:22:58.898" v="1476" actId="26606"/>
          <ac:graphicFrameMkLst>
            <pc:docMk/>
            <pc:sldMk cId="1242525785" sldId="543"/>
            <ac:graphicFrameMk id="32" creationId="{F41165E4-B578-744B-8575-E91419BF79A1}"/>
          </ac:graphicFrameMkLst>
        </pc:graphicFrameChg>
        <pc:graphicFrameChg chg="add del">
          <ac:chgData name="强 李" userId="cd6c7ec7188785ae" providerId="LiveId" clId="{BFE1E5BE-67E2-456A-A8EE-309133F342B5}" dt="2023-11-04T21:23:00.298" v="1478" actId="26606"/>
          <ac:graphicFrameMkLst>
            <pc:docMk/>
            <pc:sldMk cId="1242525785" sldId="543"/>
            <ac:graphicFrameMk id="34" creationId="{93B9EAD2-8753-B650-D1BD-E449CF64E790}"/>
          </ac:graphicFrameMkLst>
        </pc:graphicFrameChg>
        <pc:graphicFrameChg chg="add mod modGraphic">
          <ac:chgData name="强 李" userId="cd6c7ec7188785ae" providerId="LiveId" clId="{BFE1E5BE-67E2-456A-A8EE-309133F342B5}" dt="2023-11-04T21:27:19.398" v="1502" actId="13782"/>
          <ac:graphicFrameMkLst>
            <pc:docMk/>
            <pc:sldMk cId="1242525785" sldId="543"/>
            <ac:graphicFrameMk id="36" creationId="{B12BE72B-659A-7AF7-7767-61D717B88CD0}"/>
          </ac:graphicFrameMkLst>
        </pc:graphicFrameChg>
        <pc:picChg chg="add del">
          <ac:chgData name="强 李" userId="cd6c7ec7188785ae" providerId="LiveId" clId="{BFE1E5BE-67E2-456A-A8EE-309133F342B5}" dt="2023-11-04T21:23:00.298" v="1478" actId="26606"/>
          <ac:picMkLst>
            <pc:docMk/>
            <pc:sldMk cId="1242525785" sldId="543"/>
            <ac:picMk id="21" creationId="{D40957BC-060B-8B7F-4B51-1E769A6F4D82}"/>
          </ac:picMkLst>
        </pc:picChg>
        <pc:cxnChg chg="add del">
          <ac:chgData name="强 李" userId="cd6c7ec7188785ae" providerId="LiveId" clId="{BFE1E5BE-67E2-456A-A8EE-309133F342B5}" dt="2023-11-04T21:22:56.926" v="1474" actId="26606"/>
          <ac:cxnSpMkLst>
            <pc:docMk/>
            <pc:sldMk cId="1242525785" sldId="543"/>
            <ac:cxnSpMk id="29" creationId="{C8F51B3F-8331-4E4A-AE96-D47B1006EEAD}"/>
          </ac:cxnSpMkLst>
        </pc:cxnChg>
      </pc:sldChg>
      <pc:sldChg chg="addSp delSp modSp mod">
        <pc:chgData name="强 李" userId="cd6c7ec7188785ae" providerId="LiveId" clId="{BFE1E5BE-67E2-456A-A8EE-309133F342B5}" dt="2023-11-04T21:32:56.270" v="1533"/>
        <pc:sldMkLst>
          <pc:docMk/>
          <pc:sldMk cId="419382719" sldId="552"/>
        </pc:sldMkLst>
        <pc:spChg chg="add del mod">
          <ac:chgData name="强 李" userId="cd6c7ec7188785ae" providerId="LiveId" clId="{BFE1E5BE-67E2-456A-A8EE-309133F342B5}" dt="2023-11-04T21:32:56.270" v="1533"/>
          <ac:spMkLst>
            <pc:docMk/>
            <pc:sldMk cId="419382719" sldId="552"/>
            <ac:spMk id="2" creationId="{00000000-0000-0000-0000-000000000000}"/>
          </ac:spMkLst>
        </pc:spChg>
        <pc:graphicFrameChg chg="add del">
          <ac:chgData name="强 李" userId="cd6c7ec7188785ae" providerId="LiveId" clId="{BFE1E5BE-67E2-456A-A8EE-309133F342B5}" dt="2023-11-04T21:28:04.967" v="1504" actId="26606"/>
          <ac:graphicFrameMkLst>
            <pc:docMk/>
            <pc:sldMk cId="419382719" sldId="552"/>
            <ac:graphicFrameMk id="20" creationId="{DF4E7ABA-81B0-2E1E-4D69-46E7B1B11335}"/>
          </ac:graphicFrameMkLst>
        </pc:graphicFrameChg>
        <pc:graphicFrameChg chg="add del mod">
          <ac:chgData name="强 李" userId="cd6c7ec7188785ae" providerId="LiveId" clId="{BFE1E5BE-67E2-456A-A8EE-309133F342B5}" dt="2023-11-04T21:29:25.298" v="1513" actId="26606"/>
          <ac:graphicFrameMkLst>
            <pc:docMk/>
            <pc:sldMk cId="419382719" sldId="552"/>
            <ac:graphicFrameMk id="22" creationId="{DB8AE5D2-6EA4-7E9A-1CF3-A566F86A9857}"/>
          </ac:graphicFrameMkLst>
        </pc:graphicFrameChg>
      </pc:sldChg>
      <pc:sldChg chg="delSp modSp mod">
        <pc:chgData name="强 李" userId="cd6c7ec7188785ae" providerId="LiveId" clId="{BFE1E5BE-67E2-456A-A8EE-309133F342B5}" dt="2023-11-04T20:26:44.878" v="869"/>
        <pc:sldMkLst>
          <pc:docMk/>
          <pc:sldMk cId="530530540" sldId="553"/>
        </pc:sldMkLst>
        <pc:spChg chg="mod">
          <ac:chgData name="强 李" userId="cd6c7ec7188785ae" providerId="LiveId" clId="{BFE1E5BE-67E2-456A-A8EE-309133F342B5}" dt="2023-11-04T20:26:44.878" v="869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13:10.847" v="84" actId="14100"/>
          <ac:spMkLst>
            <pc:docMk/>
            <pc:sldMk cId="530530540" sldId="553"/>
            <ac:spMk id="18" creationId="{00000000-0000-0000-0000-000000000000}"/>
          </ac:spMkLst>
        </pc:spChg>
        <pc:graphicFrameChg chg="del">
          <ac:chgData name="强 李" userId="cd6c7ec7188785ae" providerId="LiveId" clId="{BFE1E5BE-67E2-456A-A8EE-309133F342B5}" dt="2023-11-04T14:13:38.872" v="93" actId="478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BFE1E5BE-67E2-456A-A8EE-309133F342B5}" dt="2023-11-04T20:21:50.046" v="859" actId="1076"/>
        <pc:sldMkLst>
          <pc:docMk/>
          <pc:sldMk cId="3418790839" sldId="554"/>
        </pc:sldMkLst>
        <pc:spChg chg="mod">
          <ac:chgData name="强 李" userId="cd6c7ec7188785ae" providerId="LiveId" clId="{BFE1E5BE-67E2-456A-A8EE-309133F342B5}" dt="2023-11-04T14:11:55.391" v="73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20:21:50.046" v="859" actId="1076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BFE1E5BE-67E2-456A-A8EE-309133F342B5}" dt="2023-11-04T14:15:32.655" v="110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BFE1E5BE-67E2-456A-A8EE-309133F342B5}" dt="2023-11-04T14:14:47.771" v="102" actId="20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BFE1E5BE-67E2-456A-A8EE-309133F342B5}" dt="2023-11-04T14:11:16.129" v="55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BFE1E5BE-67E2-456A-A8EE-309133F342B5}" dt="2023-11-04T14:10:47.418" v="32" actId="14100"/>
          <ac:grpSpMkLst>
            <pc:docMk/>
            <pc:sldMk cId="3418790839" sldId="554"/>
            <ac:grpSpMk id="4" creationId="{67CFBFED-23BA-58E2-0492-595457A1DA5E}"/>
          </ac:grpSpMkLst>
        </pc:grpChg>
        <pc:grpChg chg="mod">
          <ac:chgData name="强 李" userId="cd6c7ec7188785ae" providerId="LiveId" clId="{BFE1E5BE-67E2-456A-A8EE-309133F342B5}" dt="2023-11-04T14:10:49.737" v="33" actId="14100"/>
          <ac:grpSpMkLst>
            <pc:docMk/>
            <pc:sldMk cId="3418790839" sldId="554"/>
            <ac:grpSpMk id="6" creationId="{56CD5BD2-A0CC-7D0E-3BD1-0613845A3BF3}"/>
          </ac:grpSpMkLst>
        </pc:grpChg>
        <pc:grpChg chg="mod">
          <ac:chgData name="强 李" userId="cd6c7ec7188785ae" providerId="LiveId" clId="{BFE1E5BE-67E2-456A-A8EE-309133F342B5}" dt="2023-11-04T14:10:31.245" v="29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BFE1E5BE-67E2-456A-A8EE-309133F342B5}" dt="2023-11-04T14:08:46.746" v="11" actId="20577"/>
        <pc:sldMkLst>
          <pc:docMk/>
          <pc:sldMk cId="1911491714" sldId="560"/>
        </pc:sldMkLst>
        <pc:spChg chg="mod">
          <ac:chgData name="强 李" userId="cd6c7ec7188785ae" providerId="LiveId" clId="{BFE1E5BE-67E2-456A-A8EE-309133F342B5}" dt="2023-11-04T14:08:42.981" v="9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BFE1E5BE-67E2-456A-A8EE-309133F342B5}" dt="2023-11-04T14:08:46.746" v="11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mod">
        <pc:chgData name="强 李" userId="cd6c7ec7188785ae" providerId="LiveId" clId="{BFE1E5BE-67E2-456A-A8EE-309133F342B5}" dt="2023-11-04T21:21:48.887" v="1470" actId="20577"/>
        <pc:sldMkLst>
          <pc:docMk/>
          <pc:sldMk cId="159884778" sldId="574"/>
        </pc:sldMkLst>
        <pc:spChg chg="mod">
          <ac:chgData name="强 李" userId="cd6c7ec7188785ae" providerId="LiveId" clId="{BFE1E5BE-67E2-456A-A8EE-309133F342B5}" dt="2023-11-04T21:21:48.887" v="1470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52:40.979" v="636" actId="1076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BFE1E5BE-67E2-456A-A8EE-309133F342B5}" dt="2023-11-04T21:30:39.365" v="1520" actId="2710"/>
        <pc:sldMkLst>
          <pc:docMk/>
          <pc:sldMk cId="3921434846" sldId="587"/>
        </pc:sldMkLst>
        <pc:spChg chg="mod">
          <ac:chgData name="强 李" userId="cd6c7ec7188785ae" providerId="LiveId" clId="{BFE1E5BE-67E2-456A-A8EE-309133F342B5}" dt="2023-11-04T21:30:39.365" v="1520" actId="2710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14:32:59.361" v="271" actId="1076"/>
          <ac:spMkLst>
            <pc:docMk/>
            <pc:sldMk cId="3921434846" sldId="587"/>
            <ac:spMk id="18" creationId="{00000000-0000-0000-0000-000000000000}"/>
          </ac:spMkLst>
        </pc:spChg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2648053192" sldId="588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534191096" sldId="589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4207264488" sldId="590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3491062220" sldId="591"/>
        </pc:sldMkLst>
      </pc:sldChg>
      <pc:sldChg chg="del">
        <pc:chgData name="强 李" userId="cd6c7ec7188785ae" providerId="LiveId" clId="{BFE1E5BE-67E2-456A-A8EE-309133F342B5}" dt="2023-11-04T14:56:44.501" v="769" actId="47"/>
        <pc:sldMkLst>
          <pc:docMk/>
          <pc:sldMk cId="4046377894" sldId="592"/>
        </pc:sldMkLst>
      </pc:sldChg>
      <pc:sldChg chg="addSp delSp modSp add mod">
        <pc:chgData name="强 李" userId="cd6c7ec7188785ae" providerId="LiveId" clId="{BFE1E5BE-67E2-456A-A8EE-309133F342B5}" dt="2023-11-04T20:28:59.301" v="888" actId="1076"/>
        <pc:sldMkLst>
          <pc:docMk/>
          <pc:sldMk cId="1557832261" sldId="593"/>
        </pc:sldMkLst>
        <pc:spChg chg="mod">
          <ac:chgData name="强 李" userId="cd6c7ec7188785ae" providerId="LiveId" clId="{BFE1E5BE-67E2-456A-A8EE-309133F342B5}" dt="2023-11-04T20:28:54.106" v="887"/>
          <ac:spMkLst>
            <pc:docMk/>
            <pc:sldMk cId="1557832261" sldId="593"/>
            <ac:spMk id="2" creationId="{00000000-0000-0000-0000-000000000000}"/>
          </ac:spMkLst>
        </pc:spChg>
        <pc:picChg chg="add del mod">
          <ac:chgData name="强 李" userId="cd6c7ec7188785ae" providerId="LiveId" clId="{BFE1E5BE-67E2-456A-A8EE-309133F342B5}" dt="2023-11-04T20:28:24.345" v="870" actId="478"/>
          <ac:picMkLst>
            <pc:docMk/>
            <pc:sldMk cId="1557832261" sldId="593"/>
            <ac:picMk id="4" creationId="{85BDC591-61A2-4447-B081-C0A2F6CE90FE}"/>
          </ac:picMkLst>
        </pc:picChg>
        <pc:picChg chg="add mod">
          <ac:chgData name="强 李" userId="cd6c7ec7188785ae" providerId="LiveId" clId="{BFE1E5BE-67E2-456A-A8EE-309133F342B5}" dt="2023-11-04T20:28:59.301" v="888" actId="1076"/>
          <ac:picMkLst>
            <pc:docMk/>
            <pc:sldMk cId="1557832261" sldId="593"/>
            <ac:picMk id="6" creationId="{787A98D2-310B-FF11-B7CB-8D8D5949085F}"/>
          </ac:picMkLst>
        </pc:picChg>
      </pc:sldChg>
      <pc:sldChg chg="delSp modSp add mod">
        <pc:chgData name="强 李" userId="cd6c7ec7188785ae" providerId="LiveId" clId="{BFE1E5BE-67E2-456A-A8EE-309133F342B5}" dt="2023-11-04T20:33:04.620" v="945"/>
        <pc:sldMkLst>
          <pc:docMk/>
          <pc:sldMk cId="1225263886" sldId="594"/>
        </pc:sldMkLst>
        <pc:spChg chg="mod">
          <ac:chgData name="强 李" userId="cd6c7ec7188785ae" providerId="LiveId" clId="{BFE1E5BE-67E2-456A-A8EE-309133F342B5}" dt="2023-11-04T20:33:04.620" v="945"/>
          <ac:spMkLst>
            <pc:docMk/>
            <pc:sldMk cId="1225263886" sldId="594"/>
            <ac:spMk id="2" creationId="{00000000-0000-0000-0000-000000000000}"/>
          </ac:spMkLst>
        </pc:spChg>
        <pc:picChg chg="del">
          <ac:chgData name="强 李" userId="cd6c7ec7188785ae" providerId="LiveId" clId="{BFE1E5BE-67E2-456A-A8EE-309133F342B5}" dt="2023-11-04T14:22:13.291" v="238" actId="478"/>
          <ac:picMkLst>
            <pc:docMk/>
            <pc:sldMk cId="1225263886" sldId="594"/>
            <ac:picMk id="4" creationId="{85BDC591-61A2-4447-B081-C0A2F6CE90FE}"/>
          </ac:picMkLst>
        </pc:picChg>
      </pc:sldChg>
      <pc:sldChg chg="modSp add mod">
        <pc:chgData name="强 李" userId="cd6c7ec7188785ae" providerId="LiveId" clId="{BFE1E5BE-67E2-456A-A8EE-309133F342B5}" dt="2023-11-04T21:30:25.208" v="1519" actId="2710"/>
        <pc:sldMkLst>
          <pc:docMk/>
          <pc:sldMk cId="2905312093" sldId="595"/>
        </pc:sldMkLst>
        <pc:spChg chg="mod">
          <ac:chgData name="强 李" userId="cd6c7ec7188785ae" providerId="LiveId" clId="{BFE1E5BE-67E2-456A-A8EE-309133F342B5}" dt="2023-11-04T21:30:25.208" v="1519" actId="2710"/>
          <ac:spMkLst>
            <pc:docMk/>
            <pc:sldMk cId="2905312093" sldId="595"/>
            <ac:spMk id="2" creationId="{00000000-0000-0000-0000-000000000000}"/>
          </ac:spMkLst>
        </pc:spChg>
      </pc:sldChg>
      <pc:sldChg chg="addSp modSp add del mod">
        <pc:chgData name="强 李" userId="cd6c7ec7188785ae" providerId="LiveId" clId="{BFE1E5BE-67E2-456A-A8EE-309133F342B5}" dt="2023-11-04T20:48:58.287" v="1131" actId="403"/>
        <pc:sldMkLst>
          <pc:docMk/>
          <pc:sldMk cId="3937354854" sldId="596"/>
        </pc:sldMkLst>
        <pc:spChg chg="mod">
          <ac:chgData name="强 李" userId="cd6c7ec7188785ae" providerId="LiveId" clId="{BFE1E5BE-67E2-456A-A8EE-309133F342B5}" dt="2023-11-04T20:48:58.287" v="1131" actId="403"/>
          <ac:spMkLst>
            <pc:docMk/>
            <pc:sldMk cId="3937354854" sldId="596"/>
            <ac:spMk id="2" creationId="{00000000-0000-0000-0000-000000000000}"/>
          </ac:spMkLst>
        </pc:spChg>
        <pc:graphicFrameChg chg="add mod modGraphic">
          <ac:chgData name="强 李" userId="cd6c7ec7188785ae" providerId="LiveId" clId="{BFE1E5BE-67E2-456A-A8EE-309133F342B5}" dt="2023-11-04T20:48:54.180" v="1129" actId="1076"/>
          <ac:graphicFrameMkLst>
            <pc:docMk/>
            <pc:sldMk cId="3937354854" sldId="596"/>
            <ac:graphicFrameMk id="3" creationId="{517A0BA1-33C3-E190-DA21-B6E0CF5196F3}"/>
          </ac:graphicFrameMkLst>
        </pc:graphicFrameChg>
      </pc:sldChg>
      <pc:sldChg chg="addSp delSp modSp add del mod setBg">
        <pc:chgData name="强 李" userId="cd6c7ec7188785ae" providerId="LiveId" clId="{BFE1E5BE-67E2-456A-A8EE-309133F342B5}" dt="2023-11-04T20:59:43.186" v="1186" actId="6549"/>
        <pc:sldMkLst>
          <pc:docMk/>
          <pc:sldMk cId="154417295" sldId="597"/>
        </pc:sldMkLst>
        <pc:spChg chg="mod">
          <ac:chgData name="强 李" userId="cd6c7ec7188785ae" providerId="LiveId" clId="{BFE1E5BE-67E2-456A-A8EE-309133F342B5}" dt="2023-11-04T20:59:43.186" v="1186" actId="6549"/>
          <ac:spMkLst>
            <pc:docMk/>
            <pc:sldMk cId="154417295" sldId="597"/>
            <ac:spMk id="2" creationId="{00000000-0000-0000-0000-000000000000}"/>
          </ac:spMkLst>
        </pc:spChg>
        <pc:spChg chg="mod">
          <ac:chgData name="强 李" userId="cd6c7ec7188785ae" providerId="LiveId" clId="{BFE1E5BE-67E2-456A-A8EE-309133F342B5}" dt="2023-11-04T20:41:13.590" v="1077" actId="1076"/>
          <ac:spMkLst>
            <pc:docMk/>
            <pc:sldMk cId="154417295" sldId="597"/>
            <ac:spMk id="18" creationId="{00000000-0000-0000-0000-000000000000}"/>
          </ac:spMkLst>
        </pc:spChg>
        <pc:spChg chg="add del">
          <ac:chgData name="强 李" userId="cd6c7ec7188785ae" providerId="LiveId" clId="{BFE1E5BE-67E2-456A-A8EE-309133F342B5}" dt="2023-11-04T20:40:42.011" v="1062" actId="26606"/>
          <ac:spMkLst>
            <pc:docMk/>
            <pc:sldMk cId="154417295" sldId="597"/>
            <ac:spMk id="23" creationId="{1A95671B-3CC6-4792-9114-B74FAEA224E6}"/>
          </ac:spMkLst>
        </pc:spChg>
        <pc:spChg chg="add del">
          <ac:chgData name="强 李" userId="cd6c7ec7188785ae" providerId="LiveId" clId="{BFE1E5BE-67E2-456A-A8EE-309133F342B5}" dt="2023-11-04T20:40:50.519" v="1065" actId="26606"/>
          <ac:spMkLst>
            <pc:docMk/>
            <pc:sldMk cId="154417295" sldId="597"/>
            <ac:spMk id="25" creationId="{CD8B4F24-440B-49E9-B85D-733523DC064B}"/>
          </ac:spMkLst>
        </pc:spChg>
        <pc:spChg chg="add del">
          <ac:chgData name="强 李" userId="cd6c7ec7188785ae" providerId="LiveId" clId="{BFE1E5BE-67E2-456A-A8EE-309133F342B5}" dt="2023-11-04T20:40:50.519" v="1065" actId="26606"/>
          <ac:spMkLst>
            <pc:docMk/>
            <pc:sldMk cId="154417295" sldId="597"/>
            <ac:spMk id="26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27" creationId="{441CF7D6-A660-431A-B0BB-140A0D5556B6}"/>
          </ac:spMkLst>
        </pc:spChg>
        <pc:spChg chg="add del">
          <ac:chgData name="强 李" userId="cd6c7ec7188785ae" providerId="LiveId" clId="{BFE1E5BE-67E2-456A-A8EE-309133F342B5}" dt="2023-11-04T20:40:57.116" v="1068" actId="26606"/>
          <ac:spMkLst>
            <pc:docMk/>
            <pc:sldMk cId="154417295" sldId="597"/>
            <ac:spMk id="28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0:57.116" v="1068" actId="26606"/>
          <ac:spMkLst>
            <pc:docMk/>
            <pc:sldMk cId="154417295" sldId="597"/>
            <ac:spMk id="29" creationId="{CD8B4F24-440B-49E9-B85D-733523DC064B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1" creationId="{2550BE34-C2B8-49B8-8519-67A8CAD51AE9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2" creationId="{A7457DD9-5A45-400A-AB4B-4B4EDECA25F1}"/>
          </ac:spMkLst>
        </pc:spChg>
        <pc:spChg chg="add del">
          <ac:chgData name="强 李" userId="cd6c7ec7188785ae" providerId="LiveId" clId="{BFE1E5BE-67E2-456A-A8EE-309133F342B5}" dt="2023-11-04T20:40:59.110" v="1071" actId="26606"/>
          <ac:spMkLst>
            <pc:docMk/>
            <pc:sldMk cId="154417295" sldId="597"/>
            <ac:spMk id="33" creationId="{0570A85B-3810-4F95-97B0-CBF4CCDB381C}"/>
          </ac:spMkLst>
        </pc:spChg>
        <pc:spChg chg="add del">
          <ac:chgData name="强 李" userId="cd6c7ec7188785ae" providerId="LiveId" clId="{BFE1E5BE-67E2-456A-A8EE-309133F342B5}" dt="2023-11-04T20:41:00.890" v="1074" actId="26606"/>
          <ac:spMkLst>
            <pc:docMk/>
            <pc:sldMk cId="154417295" sldId="597"/>
            <ac:spMk id="35" creationId="{2B97F24A-32CE-4C1C-A50D-3016B394DCFB}"/>
          </ac:spMkLst>
        </pc:spChg>
        <pc:spChg chg="add del">
          <ac:chgData name="强 李" userId="cd6c7ec7188785ae" providerId="LiveId" clId="{BFE1E5BE-67E2-456A-A8EE-309133F342B5}" dt="2023-11-04T20:41:00.890" v="1074" actId="26606"/>
          <ac:spMkLst>
            <pc:docMk/>
            <pc:sldMk cId="154417295" sldId="597"/>
            <ac:spMk id="36" creationId="{CD8B4F24-440B-49E9-B85D-733523DC064B}"/>
          </ac:spMkLst>
        </pc:spChg>
        <pc:spChg chg="add">
          <ac:chgData name="强 李" userId="cd6c7ec7188785ae" providerId="LiveId" clId="{BFE1E5BE-67E2-456A-A8EE-309133F342B5}" dt="2023-11-04T20:41:00.916" v="1075" actId="26606"/>
          <ac:spMkLst>
            <pc:docMk/>
            <pc:sldMk cId="154417295" sldId="597"/>
            <ac:spMk id="38" creationId="{0E3596DD-156A-473E-9BB3-C6A29F7574E9}"/>
          </ac:spMkLst>
        </pc:spChg>
        <pc:spChg chg="add">
          <ac:chgData name="强 李" userId="cd6c7ec7188785ae" providerId="LiveId" clId="{BFE1E5BE-67E2-456A-A8EE-309133F342B5}" dt="2023-11-04T20:41:00.916" v="1075" actId="26606"/>
          <ac:spMkLst>
            <pc:docMk/>
            <pc:sldMk cId="154417295" sldId="597"/>
            <ac:spMk id="39" creationId="{2C46C4D6-C474-4E92-B52E-944C1118F7B6}"/>
          </ac:spMkLst>
        </pc:spChg>
        <pc:graphicFrameChg chg="add mod modGraphic">
          <ac:chgData name="强 李" userId="cd6c7ec7188785ae" providerId="LiveId" clId="{BFE1E5BE-67E2-456A-A8EE-309133F342B5}" dt="2023-11-04T20:41:00.916" v="1075" actId="26606"/>
          <ac:graphicFrameMkLst>
            <pc:docMk/>
            <pc:sldMk cId="154417295" sldId="597"/>
            <ac:graphicFrameMk id="3" creationId="{7CB6FB11-DE8A-0EE7-04CC-6D78A1CF8ADC}"/>
          </ac:graphicFrameMkLst>
        </pc:graphicFrameChg>
      </pc:sldChg>
      <pc:sldChg chg="addSp delSp modSp add mod">
        <pc:chgData name="强 李" userId="cd6c7ec7188785ae" providerId="LiveId" clId="{BFE1E5BE-67E2-456A-A8EE-309133F342B5}" dt="2023-11-04T21:00:58.157" v="1190" actId="404"/>
        <pc:sldMkLst>
          <pc:docMk/>
          <pc:sldMk cId="3531077245" sldId="598"/>
        </pc:sldMkLst>
        <pc:spChg chg="mod">
          <ac:chgData name="强 李" userId="cd6c7ec7188785ae" providerId="LiveId" clId="{BFE1E5BE-67E2-456A-A8EE-309133F342B5}" dt="2023-11-04T21:00:58.157" v="1190" actId="404"/>
          <ac:spMkLst>
            <pc:docMk/>
            <pc:sldMk cId="3531077245" sldId="598"/>
            <ac:spMk id="2" creationId="{00000000-0000-0000-0000-000000000000}"/>
          </ac:spMkLst>
        </pc:spChg>
        <pc:spChg chg="add del">
          <ac:chgData name="强 李" userId="cd6c7ec7188785ae" providerId="LiveId" clId="{BFE1E5BE-67E2-456A-A8EE-309133F342B5}" dt="2023-11-04T14:48:31.115" v="563"/>
          <ac:spMkLst>
            <pc:docMk/>
            <pc:sldMk cId="3531077245" sldId="598"/>
            <ac:spMk id="3" creationId="{8FB25CA8-649F-E65F-9270-92D1D55C9C72}"/>
          </ac:spMkLst>
        </pc:spChg>
        <pc:spChg chg="add del">
          <ac:chgData name="强 李" userId="cd6c7ec7188785ae" providerId="LiveId" clId="{BFE1E5BE-67E2-456A-A8EE-309133F342B5}" dt="2023-11-04T14:50:59.099" v="603"/>
          <ac:spMkLst>
            <pc:docMk/>
            <pc:sldMk cId="3531077245" sldId="598"/>
            <ac:spMk id="4" creationId="{9C14E875-F70A-029F-F796-E99897E84D2A}"/>
          </ac:spMkLst>
        </pc:spChg>
      </pc:sldChg>
      <pc:sldChg chg="modSp add mod">
        <pc:chgData name="强 李" userId="cd6c7ec7188785ae" providerId="LiveId" clId="{BFE1E5BE-67E2-456A-A8EE-309133F342B5}" dt="2023-11-04T21:20:30.476" v="1449"/>
        <pc:sldMkLst>
          <pc:docMk/>
          <pc:sldMk cId="4000357398" sldId="599"/>
        </pc:sldMkLst>
        <pc:spChg chg="mod">
          <ac:chgData name="强 李" userId="cd6c7ec7188785ae" providerId="LiveId" clId="{BFE1E5BE-67E2-456A-A8EE-309133F342B5}" dt="2023-11-04T21:20:30.476" v="1449"/>
          <ac:spMkLst>
            <pc:docMk/>
            <pc:sldMk cId="4000357398" sldId="599"/>
            <ac:spMk id="2" creationId="{00000000-0000-0000-0000-000000000000}"/>
          </ac:spMkLst>
        </pc:spChg>
      </pc:sldChg>
      <pc:sldChg chg="addSp delSp add del mod">
        <pc:chgData name="强 李" userId="cd6c7ec7188785ae" providerId="LiveId" clId="{BFE1E5BE-67E2-456A-A8EE-309133F342B5}" dt="2023-11-04T20:55:15.285" v="1138" actId="47"/>
        <pc:sldMkLst>
          <pc:docMk/>
          <pc:sldMk cId="3539796" sldId="600"/>
        </pc:sldMkLst>
        <pc:spChg chg="add del">
          <ac:chgData name="强 李" userId="cd6c7ec7188785ae" providerId="LiveId" clId="{BFE1E5BE-67E2-456A-A8EE-309133F342B5}" dt="2023-11-04T20:51:10.334" v="1134" actId="22"/>
          <ac:spMkLst>
            <pc:docMk/>
            <pc:sldMk cId="3539796" sldId="600"/>
            <ac:spMk id="5" creationId="{17D2B4A1-7B97-C0FF-12EA-3616ACEB0AF1}"/>
          </ac:spMkLst>
        </pc:spChg>
        <pc:spChg chg="add del">
          <ac:chgData name="强 李" userId="cd6c7ec7188785ae" providerId="LiveId" clId="{BFE1E5BE-67E2-456A-A8EE-309133F342B5}" dt="2023-11-04T20:51:13.269" v="1136" actId="22"/>
          <ac:spMkLst>
            <pc:docMk/>
            <pc:sldMk cId="3539796" sldId="600"/>
            <ac:spMk id="7" creationId="{950B086C-126C-3E88-85A5-153D8B654E2A}"/>
          </ac:spMkLst>
        </pc:spChg>
      </pc:sldChg>
      <pc:sldChg chg="add del">
        <pc:chgData name="强 李" userId="cd6c7ec7188785ae" providerId="LiveId" clId="{BFE1E5BE-67E2-456A-A8EE-309133F342B5}" dt="2023-11-04T20:40:16.449" v="1050"/>
        <pc:sldMkLst>
          <pc:docMk/>
          <pc:sldMk cId="2165068579" sldId="600"/>
        </pc:sldMkLst>
      </pc:sldChg>
      <pc:sldChg chg="add del">
        <pc:chgData name="强 李" userId="cd6c7ec7188785ae" providerId="LiveId" clId="{BFE1E5BE-67E2-456A-A8EE-309133F342B5}" dt="2023-11-04T20:40:25.582" v="1057"/>
        <pc:sldMkLst>
          <pc:docMk/>
          <pc:sldMk cId="2647438799" sldId="600"/>
        </pc:sldMkLst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  <pc:sldChg chg="modSp mod">
        <pc:chgData name="强 李" userId="cd6c7ec7188785ae" providerId="LiveId" clId="{F21C8F05-9C28-4EFA-A0E5-88388D2AEF0C}" dt="2023-09-23T01:20:49.784" v="51" actId="20577"/>
        <pc:sldMkLst>
          <pc:docMk/>
          <pc:sldMk cId="3418790839" sldId="554"/>
        </pc:sldMkLst>
        <pc:spChg chg="mod">
          <ac:chgData name="强 李" userId="cd6c7ec7188785ae" providerId="LiveId" clId="{F21C8F05-9C28-4EFA-A0E5-88388D2AEF0C}" dt="2023-09-23T01:20:49.784" v="51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F21C8F05-9C28-4EFA-A0E5-88388D2AEF0C}" dt="2023-09-23T01:13:09.896" v="18" actId="20577"/>
          <ac:spMkLst>
            <pc:docMk/>
            <pc:sldMk cId="3418790839" sldId="554"/>
            <ac:spMk id="13" creationId="{7DAB6BBF-A107-5EDA-C988-F2FCC0FA4ADA}"/>
          </ac:spMkLst>
        </pc:sp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">
        <pc:chgData name="强 李" userId="cd6c7ec7188785ae" providerId="LiveId" clId="{87276778-7DB3-428F-B3B5-B40BFDCB90D5}" dt="2023-10-28T21:26:49.729" v="10"/>
        <pc:sldMkLst>
          <pc:docMk/>
          <pc:sldMk cId="0" sldId="425"/>
        </pc:sldMkLst>
        <pc:graphicFrameChg chg="mod">
          <ac:chgData name="强 李" userId="cd6c7ec7188785ae" providerId="LiveId" clId="{87276778-7DB3-428F-B3B5-B40BFDCB90D5}" dt="2023-10-28T21:26:49.729" v="10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87276778-7DB3-428F-B3B5-B40BFDCB90D5}" dt="2023-10-28T21:56:17.197" v="213" actId="207"/>
        <pc:sldMkLst>
          <pc:docMk/>
          <pc:sldMk cId="54695671" sldId="531"/>
        </pc:sldMkLst>
        <pc:spChg chg="mod">
          <ac:chgData name="强 李" userId="cd6c7ec7188785ae" providerId="LiveId" clId="{87276778-7DB3-428F-B3B5-B40BFDCB90D5}" dt="2023-10-28T21:56:17.197" v="213" actId="207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49:49.860" v="2175" actId="20577"/>
        <pc:sldMkLst>
          <pc:docMk/>
          <pc:sldMk cId="1242525785" sldId="543"/>
        </pc:sldMkLst>
        <pc:spChg chg="mod">
          <ac:chgData name="强 李" userId="cd6c7ec7188785ae" providerId="LiveId" clId="{87276778-7DB3-428F-B3B5-B40BFDCB90D5}" dt="2023-10-28T23:49:49.860" v="2175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87276778-7DB3-428F-B3B5-B40BFDCB90D5}" dt="2023-10-28T22:19:50.507" v="502" actId="5793"/>
        <pc:sldMkLst>
          <pc:docMk/>
          <pc:sldMk cId="530530540" sldId="553"/>
        </pc:sldMkLst>
        <pc:spChg chg="mod">
          <ac:chgData name="强 李" userId="cd6c7ec7188785ae" providerId="LiveId" clId="{87276778-7DB3-428F-B3B5-B40BFDCB90D5}" dt="2023-10-28T22:19:50.507" v="502" actId="579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1:53:18.628" v="209" actId="14100"/>
          <ac:spMkLst>
            <pc:docMk/>
            <pc:sldMk cId="530530540" sldId="553"/>
            <ac:spMk id="18" creationId="{00000000-0000-0000-0000-000000000000}"/>
          </ac:spMkLst>
        </pc:spChg>
        <pc:graphicFrameChg chg="add del mod">
          <ac:chgData name="强 李" userId="cd6c7ec7188785ae" providerId="LiveId" clId="{87276778-7DB3-428F-B3B5-B40BFDCB90D5}" dt="2023-10-28T21:57:04.800" v="220"/>
          <ac:graphicFrameMkLst>
            <pc:docMk/>
            <pc:sldMk cId="530530540" sldId="553"/>
            <ac:graphicFrameMk id="3" creationId="{0E4B74F7-695E-B1E3-3056-CDC37EEB1029}"/>
          </ac:graphicFrameMkLst>
        </pc:graphicFrameChg>
        <pc:graphicFrameChg chg="add mod modGraphic">
          <ac:chgData name="强 李" userId="cd6c7ec7188785ae" providerId="LiveId" clId="{87276778-7DB3-428F-B3B5-B40BFDCB90D5}" dt="2023-10-28T22:06:07.398" v="241" actId="14100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87276778-7DB3-428F-B3B5-B40BFDCB90D5}" dt="2023-10-28T22:50:12.094" v="1081"/>
        <pc:sldMkLst>
          <pc:docMk/>
          <pc:sldMk cId="3418790839" sldId="554"/>
        </pc:sldMkLst>
        <pc:spChg chg="mod">
          <ac:chgData name="强 李" userId="cd6c7ec7188785ae" providerId="LiveId" clId="{87276778-7DB3-428F-B3B5-B40BFDCB90D5}" dt="2023-10-28T22:50:12.094" v="1081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6:19.282" v="471" actId="108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87276778-7DB3-428F-B3B5-B40BFDCB90D5}" dt="2023-10-28T22:16:35.745" v="472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87276778-7DB3-428F-B3B5-B40BFDCB90D5}" dt="2023-10-28T22:15:41.598" v="461" actId="403"/>
          <ac:spMkLst>
            <pc:docMk/>
            <pc:sldMk cId="3418790839" sldId="554"/>
            <ac:spMk id="13" creationId="{7DAB6BBF-A107-5EDA-C988-F2FCC0FA4ADA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2C164C-714D-4FCD-8A0D-57648A2DCCD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F5E1D40-5F82-4DB2-8736-5D801AA4D8DC}">
      <dgm:prSet custT="1"/>
      <dgm:spPr/>
      <dgm:t>
        <a:bodyPr/>
        <a:lstStyle/>
        <a:p>
          <a:pPr>
            <a:lnSpc>
              <a:spcPct val="100000"/>
            </a:lnSpc>
          </a:pPr>
          <a:r>
            <a:rPr kumimoji="1" lang="zh-CN" sz="2800" dirty="0"/>
            <a:t>第四章：劝勉、祝福</a:t>
          </a:r>
          <a:endParaRPr lang="en-US" sz="2800" dirty="0"/>
        </a:p>
      </dgm:t>
    </dgm:pt>
    <dgm:pt modelId="{1F91335D-9098-4C07-90CB-370E0D9889BA}" type="parTrans" cxnId="{936684FA-FFC9-46F4-8432-ED30B0FB8E0B}">
      <dgm:prSet/>
      <dgm:spPr/>
      <dgm:t>
        <a:bodyPr/>
        <a:lstStyle/>
        <a:p>
          <a:endParaRPr lang="en-US" sz="2000"/>
        </a:p>
      </dgm:t>
    </dgm:pt>
    <dgm:pt modelId="{1F36CACC-C5E3-4739-ACFD-B33084EC66B0}" type="sibTrans" cxnId="{936684FA-FFC9-46F4-8432-ED30B0FB8E0B}">
      <dgm:prSet/>
      <dgm:spPr/>
      <dgm:t>
        <a:bodyPr/>
        <a:lstStyle/>
        <a:p>
          <a:endParaRPr lang="en-US" sz="2000"/>
        </a:p>
      </dgm:t>
    </dgm:pt>
    <dgm:pt modelId="{81C4A772-D816-438B-911F-E0B3A406BCAB}" type="pres">
      <dgm:prSet presAssocID="{6D2C164C-714D-4FCD-8A0D-57648A2DCCDE}" presName="root" presStyleCnt="0">
        <dgm:presLayoutVars>
          <dgm:dir/>
          <dgm:resizeHandles val="exact"/>
        </dgm:presLayoutVars>
      </dgm:prSet>
      <dgm:spPr/>
    </dgm:pt>
    <dgm:pt modelId="{EC85AE66-47CB-462E-A59D-1E18FE858587}" type="pres">
      <dgm:prSet presAssocID="{FF5E1D40-5F82-4DB2-8736-5D801AA4D8DC}" presName="compNode" presStyleCnt="0"/>
      <dgm:spPr/>
    </dgm:pt>
    <dgm:pt modelId="{926F2A3F-6CB8-4DB2-8A8E-FECD1271AD62}" type="pres">
      <dgm:prSet presAssocID="{FF5E1D40-5F82-4DB2-8736-5D801AA4D8DC}" presName="bgRect" presStyleLbl="bgShp" presStyleIdx="0" presStyleCnt="1"/>
      <dgm:spPr/>
    </dgm:pt>
    <dgm:pt modelId="{542D34B1-EC08-43D3-B96A-2211D7F503AC}" type="pres">
      <dgm:prSet presAssocID="{FF5E1D40-5F82-4DB2-8736-5D801AA4D8DC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握手"/>
        </a:ext>
      </dgm:extLst>
    </dgm:pt>
    <dgm:pt modelId="{5949E305-CF5E-4A3B-BDD5-F478F1D71A73}" type="pres">
      <dgm:prSet presAssocID="{FF5E1D40-5F82-4DB2-8736-5D801AA4D8DC}" presName="spaceRect" presStyleCnt="0"/>
      <dgm:spPr/>
    </dgm:pt>
    <dgm:pt modelId="{6B70075D-7570-438C-9EF2-BCE568FBB4B4}" type="pres">
      <dgm:prSet presAssocID="{FF5E1D40-5F82-4DB2-8736-5D801AA4D8DC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0F82B11C-F59A-4B21-B4AE-C5A12A3BC847}" type="presOf" srcId="{6D2C164C-714D-4FCD-8A0D-57648A2DCCDE}" destId="{81C4A772-D816-438B-911F-E0B3A406BCAB}" srcOrd="0" destOrd="0" presId="urn:microsoft.com/office/officeart/2018/2/layout/IconVerticalSolidList"/>
    <dgm:cxn modelId="{8259E2E7-3CB8-421A-BEF3-A7EEDAA39FA2}" type="presOf" srcId="{FF5E1D40-5F82-4DB2-8736-5D801AA4D8DC}" destId="{6B70075D-7570-438C-9EF2-BCE568FBB4B4}" srcOrd="0" destOrd="0" presId="urn:microsoft.com/office/officeart/2018/2/layout/IconVerticalSolidList"/>
    <dgm:cxn modelId="{936684FA-FFC9-46F4-8432-ED30B0FB8E0B}" srcId="{6D2C164C-714D-4FCD-8A0D-57648A2DCCDE}" destId="{FF5E1D40-5F82-4DB2-8736-5D801AA4D8DC}" srcOrd="0" destOrd="0" parTransId="{1F91335D-9098-4C07-90CB-370E0D9889BA}" sibTransId="{1F36CACC-C5E3-4739-ACFD-B33084EC66B0}"/>
    <dgm:cxn modelId="{B4181728-CDE5-45F1-907F-C254E5C59AFB}" type="presParOf" srcId="{81C4A772-D816-438B-911F-E0B3A406BCAB}" destId="{EC85AE66-47CB-462E-A59D-1E18FE858587}" srcOrd="0" destOrd="0" presId="urn:microsoft.com/office/officeart/2018/2/layout/IconVerticalSolidList"/>
    <dgm:cxn modelId="{A17C0A3D-AD51-4FA1-BAD3-3EA2256927F6}" type="presParOf" srcId="{EC85AE66-47CB-462E-A59D-1E18FE858587}" destId="{926F2A3F-6CB8-4DB2-8A8E-FECD1271AD62}" srcOrd="0" destOrd="0" presId="urn:microsoft.com/office/officeart/2018/2/layout/IconVerticalSolidList"/>
    <dgm:cxn modelId="{A2116BF1-82DB-4ED9-83B9-6C429FBE5088}" type="presParOf" srcId="{EC85AE66-47CB-462E-A59D-1E18FE858587}" destId="{542D34B1-EC08-43D3-B96A-2211D7F503AC}" srcOrd="1" destOrd="0" presId="urn:microsoft.com/office/officeart/2018/2/layout/IconVerticalSolidList"/>
    <dgm:cxn modelId="{B13FD47B-9FFC-4693-AEAD-328749E13157}" type="presParOf" srcId="{EC85AE66-47CB-462E-A59D-1E18FE858587}" destId="{5949E305-CF5E-4A3B-BDD5-F478F1D71A73}" srcOrd="2" destOrd="0" presId="urn:microsoft.com/office/officeart/2018/2/layout/IconVerticalSolidList"/>
    <dgm:cxn modelId="{034F0758-4FE4-471C-ABAA-5E11FAFBE78E}" type="presParOf" srcId="{EC85AE66-47CB-462E-A59D-1E18FE858587}" destId="{6B70075D-7570-438C-9EF2-BCE568FBB4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6F2A3F-6CB8-4DB2-8A8E-FECD1271AD62}">
      <dsp:nvSpPr>
        <dsp:cNvPr id="0" name=""/>
        <dsp:cNvSpPr/>
      </dsp:nvSpPr>
      <dsp:spPr>
        <a:xfrm>
          <a:off x="0" y="1523343"/>
          <a:ext cx="10451100" cy="130572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2D34B1-EC08-43D3-B96A-2211D7F503AC}">
      <dsp:nvSpPr>
        <dsp:cNvPr id="0" name=""/>
        <dsp:cNvSpPr/>
      </dsp:nvSpPr>
      <dsp:spPr>
        <a:xfrm>
          <a:off x="394981" y="1817131"/>
          <a:ext cx="718147" cy="7181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0075D-7570-438C-9EF2-BCE568FBB4B4}">
      <dsp:nvSpPr>
        <dsp:cNvPr id="0" name=""/>
        <dsp:cNvSpPr/>
      </dsp:nvSpPr>
      <dsp:spPr>
        <a:xfrm>
          <a:off x="1508110" y="1523343"/>
          <a:ext cx="8942989" cy="130572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89" tIns="138189" rIns="138189" bIns="138189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CN" sz="2800" kern="1200" dirty="0"/>
            <a:t>第四章：劝勉、祝福</a:t>
          </a:r>
          <a:endParaRPr lang="en-US" sz="2800" kern="1200" dirty="0"/>
        </a:p>
      </dsp:txBody>
      <dsp:txXfrm>
        <a:off x="1508110" y="1523343"/>
        <a:ext cx="8942989" cy="1305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2024/1/28 Sun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感恩的事：</a:t>
            </a:r>
            <a:r>
              <a:rPr lang="en-US" altLang="zh-CN" dirty="0"/>
              <a:t>2023</a:t>
            </a:r>
            <a:r>
              <a:rPr lang="zh-CN" altLang="en-US" dirty="0"/>
              <a:t>年平安度过，进入</a:t>
            </a:r>
            <a:r>
              <a:rPr lang="en-US" altLang="zh-CN" dirty="0"/>
              <a:t>2024</a:t>
            </a:r>
            <a:r>
              <a:rPr lang="zh-CN" altLang="en-US" dirty="0"/>
              <a:t>年。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919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9215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两个应许、两个平安，一个是内心，一个应该是外显。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762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6075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2510E-BD9B-C79E-34F2-D67A214F3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BF2198-9DCF-5B01-F949-EDAC177F9C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158A75-3E80-A171-F803-6679EFE2B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两个应许、两个平安，一个是内心，一个应该是外显。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34A234-0BA1-275D-0C8B-2DFD379C4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129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524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7516-97C9-8A5E-8042-51C139C0E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243F4DA-A84C-D8C8-5728-40A710DFA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0F4EF5-4D54-6D4D-D3EC-325362609A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413419-004D-AF74-17EF-48865CCBE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849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ACE5D-4FAF-20E9-B19D-F9A1714B2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ED3473-5706-19CF-D6B1-DF92A72B0E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A3E756-4ED4-793A-4D41-131A530C0C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7D872F-4DB9-DD76-6647-704C0B627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583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0971C-6430-618A-F66A-CAEE58DB1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2B4286E-B482-9D93-7E0F-6387E1B53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112401-CFD4-6CAA-13BA-D41BE8AE43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F9DD0B-5C0E-B494-3FDB-9BCDC54C5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749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6CF25-F38D-B60E-7004-B91FD240B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9FE4DC-954A-C244-BCEF-1E086897B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5BF45A-83CC-E8FE-129C-CA0059583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7E7A06-41BF-67BA-0E00-07FBA503D4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3810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7B3BA-9B71-915A-F31D-C89CC315E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301BBC-2A0C-4D4C-EC59-20E867E66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CB57E1-15B6-C94B-AB18-3EE46B7DB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750EC5-451C-5E29-9103-50C61EA48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113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D44FE-0E9B-BA11-AA77-472053763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2FD4EB7-84AC-47E0-1EF6-945168097E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B69F8C-97A7-A828-2077-85A53FF28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7A4453-711F-431F-B820-5090B6A18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7461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03394-011B-45B3-7006-A8B0DE914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AAC992A-D203-989D-BE62-4B36EA6E9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538E12C-1F83-213E-2BD0-E634835B7C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D11257-D991-DFCB-44B2-E03773BF8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22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90E2D-C53B-E6B8-F653-A8512A519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C3074C-DEF3-8F87-1FA8-3DC9E10C4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15FD04-5200-CD42-43B3-6B1B57D5A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95E646-22CC-3234-9238-1A02733F75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043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9860E-C6E9-8073-30C6-72482C1A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563A99-00D9-889A-3807-664164E049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5154E8A-8494-3AB6-039A-1519FA1BF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267894-AA3A-4656-7C83-4EA690931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46882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FE15B-4858-94A0-0F75-7CF4E1EB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98E078-1733-D88D-EF2C-939EA9FA77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2C1C33-8ED6-BA25-7201-1A66E35CB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AC776B-C5CB-65F7-3637-063E654C60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6859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A21CC-549E-53C0-7E87-F861FC1B9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25E5C3-F5FD-AE30-986D-0F712CC85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B60F81-CAC1-8B47-FB2C-D00899022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F7DB0C-0B26-1CD9-4E2F-5DFDD40E0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331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64EE7-CAFB-D54C-5E1E-E5A18B77B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0EF3AD-BE3E-8200-BCC9-A8270B59E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A9694C-6A96-0381-7C23-836AD539AD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F74CE7-727B-0F57-046F-2A8893E26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11121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849A1-F715-70C5-7817-5444580E8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61DE7EA-80C6-43B8-5923-B1946AD4D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17EAE7-064C-B155-8CAF-8D67E2CCE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两个应许、两个平安，一个是内心，一个应该是外显。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E82FC0-9FF0-6DE9-B2BD-09FE52456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1721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374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2024/1/28 Sun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2024/1/28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2024/1/28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2024/1/28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2024/1/28 Sun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2024/1/28 Sun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image" Target="../media/image4.emf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4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6389842" y="4292102"/>
            <a:ext cx="4613737" cy="13267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经文：腓立比书四章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8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、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9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fld id="{0A2C5507-34A0-450C-86C2-99CE4DFE49C8}" type="datetime2">
              <a:rPr lang="zh-CN" altLang="zh-CN" sz="2000" b="1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pPr marL="2424430" marR="0" lvl="0" indent="-242443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500">
                  <a:solidFill>
                    <a:srgbClr val="FFFFFF"/>
                  </a:solidFill>
                </a:defRPr>
              </a:pPr>
              <a:t>2024年1月28日</a:t>
            </a:fld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5843752" y="2052839"/>
            <a:ext cx="5705918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理当去行的事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903F1E-DAB2-F6D3-0EA7-34DF85791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94834-6526-47F0-B757-2F68D83CE9EC}" type="datetime2">
              <a:rPr lang="zh-CN" altLang="en-US" smtClean="0"/>
              <a:t>2024年1月28日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背景</a:t>
            </a:r>
            <a:r>
              <a:rPr lang="en-US" altLang="zh-CN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整体</a:t>
            </a:r>
          </a:p>
        </p:txBody>
      </p:sp>
      <p:graphicFrame>
        <p:nvGraphicFramePr>
          <p:cNvPr id="32" name="文本框 1">
            <a:extLst>
              <a:ext uri="{FF2B5EF4-FFF2-40B4-BE49-F238E27FC236}">
                <a16:creationId xmlns:a16="http://schemas.microsoft.com/office/drawing/2014/main" id="{060F7A05-6CD5-71D0-1465-580C01900F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2710434"/>
              </p:ext>
            </p:extLst>
          </p:nvPr>
        </p:nvGraphicFramePr>
        <p:xfrm>
          <a:off x="1568622" y="1252795"/>
          <a:ext cx="10451100" cy="4352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四</a:t>
            </a:r>
            <a:r>
              <a:rPr lang="en-US" altLang="zh-CN" sz="4800" b="1" dirty="0"/>
              <a:t>8</a:t>
            </a:r>
            <a:r>
              <a:rPr lang="zh-CN" altLang="en-US" sz="4800" b="1" dirty="0"/>
              <a:t>、</a:t>
            </a:r>
            <a:r>
              <a:rPr lang="en-US" altLang="zh-CN" sz="4800" b="1" dirty="0"/>
              <a:t>9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805971"/>
            <a:ext cx="12192000" cy="6049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4:2】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我劝友</a:t>
            </a:r>
            <a:r>
              <a:rPr lang="zh-CN" altLang="en-US" sz="2000" dirty="0">
                <a:ea typeface="苹方-简" panose="020B0300000000000000" pitchFamily="34" charset="-122"/>
              </a:rPr>
              <a:t>阿爹和循都基要在主里同心。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a typeface="苹方-简" panose="020B0300000000000000" pitchFamily="34" charset="-122"/>
              </a:rPr>
              <a:t>4:3】</a:t>
            </a:r>
            <a:r>
              <a:rPr lang="zh-CN" altLang="en-US" sz="2000" dirty="0">
                <a:ea typeface="苹方-简" panose="020B0300000000000000" pitchFamily="34" charset="-122"/>
              </a:rPr>
              <a:t>我也求你这真实同负一轭的，帮助这两个女人，因为她们在福音上曾与我一同劳苦；还有革利免，并其余和我一同作工的，他们的名字都在生命册上。</a:t>
            </a:r>
            <a:endParaRPr lang="en-US" altLang="zh-CN" sz="20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a typeface="苹方-简" panose="020B0300000000000000" pitchFamily="34" charset="-122"/>
              </a:rPr>
              <a:t>4:4】</a:t>
            </a:r>
            <a:r>
              <a:rPr lang="zh-CN" altLang="en-US" sz="2000" dirty="0">
                <a:ea typeface="苹方-简" panose="020B0300000000000000" pitchFamily="34" charset="-122"/>
              </a:rPr>
              <a:t>你们要靠主常常喜乐；我再说，你们要喜乐。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a typeface="苹方-简" panose="020B0300000000000000" pitchFamily="34" charset="-122"/>
              </a:rPr>
              <a:t>4:5】</a:t>
            </a:r>
            <a:r>
              <a:rPr lang="zh-CN" altLang="en-US" sz="2000" dirty="0">
                <a:ea typeface="苹方-简" panose="020B0300000000000000" pitchFamily="34" charset="-122"/>
              </a:rPr>
              <a:t>当</a:t>
            </a:r>
            <a:r>
              <a:rPr lang="zh-CN" altLang="en-US" sz="2000" b="1" dirty="0">
                <a:solidFill>
                  <a:srgbClr val="FF0000"/>
                </a:solidFill>
                <a:ea typeface="苹方-简" panose="020B0300000000000000" pitchFamily="34" charset="-122"/>
              </a:rPr>
              <a:t>叫众人知道</a:t>
            </a:r>
            <a:r>
              <a:rPr lang="zh-CN" altLang="en-US" sz="2000" dirty="0">
                <a:ea typeface="苹方-简" panose="020B0300000000000000" pitchFamily="34" charset="-122"/>
              </a:rPr>
              <a:t>你们谦让的心。主已经近了。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a typeface="苹方-简" panose="020B0300000000000000" pitchFamily="34" charset="-122"/>
              </a:rPr>
              <a:t>4:6】</a:t>
            </a:r>
            <a:r>
              <a:rPr lang="zh-CN" altLang="en-US" sz="2000" dirty="0">
                <a:ea typeface="苹方-简" panose="020B0300000000000000" pitchFamily="34" charset="-122"/>
              </a:rPr>
              <a:t>应当一无挂虑，只要凡事藉着祷告、祈求和感谢，将你们所要的告诉　神。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a typeface="苹方-简" panose="020B0300000000000000" pitchFamily="34" charset="-122"/>
              </a:rPr>
              <a:t>4:7】</a:t>
            </a:r>
            <a:r>
              <a:rPr lang="zh-CN" altLang="en-US" sz="2000" dirty="0">
                <a:ea typeface="苹方-简" panose="020B0300000000000000" pitchFamily="34" charset="-122"/>
              </a:rPr>
              <a:t>　神所赐出人意外的</a:t>
            </a:r>
            <a:r>
              <a:rPr lang="zh-CN" altLang="en-US" sz="2000" b="1" dirty="0">
                <a:solidFill>
                  <a:srgbClr val="FF0000"/>
                </a:solidFill>
                <a:ea typeface="苹方-简" panose="020B0300000000000000" pitchFamily="34" charset="-122"/>
              </a:rPr>
              <a:t>平安</a:t>
            </a:r>
            <a:r>
              <a:rPr lang="zh-CN" altLang="en-US" sz="2000" dirty="0">
                <a:ea typeface="苹方-简" panose="020B0300000000000000" pitchFamily="34" charset="-122"/>
              </a:rPr>
              <a:t>，必在基督耶稣里保守你们的心怀意念。</a:t>
            </a:r>
            <a:endParaRPr lang="en-US" altLang="zh-CN" sz="20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4:8】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弟兄们，我还有未尽的话：凡是真实的、可敬的、公义的、清洁的、可爱的、有美名的，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	   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若有什么德行，若有什么称赞，这些事你们都要思念。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4:9】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你们在我身上所学习的，所领受的，所听见的，所看见的，这些事你们都要去行，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	   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赐</a:t>
            </a:r>
            <a:r>
              <a:rPr lang="zh-CN" altLang="en-US" sz="20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平安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的　神就必与你们</a:t>
            </a:r>
            <a:r>
              <a:rPr lang="zh-CN" altLang="en-US" sz="20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同在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。</a:t>
            </a:r>
            <a:endParaRPr lang="zh-CN" altLang="zh-CN" sz="2000" dirty="0">
              <a:effectLst/>
              <a:ea typeface="苹方-简" panose="020B0300000000000000" pitchFamily="34" charset="-122"/>
            </a:endParaRPr>
          </a:p>
        </p:txBody>
      </p:sp>
      <p:sp>
        <p:nvSpPr>
          <p:cNvPr id="2" name="标注: 左箭头 1">
            <a:extLst>
              <a:ext uri="{FF2B5EF4-FFF2-40B4-BE49-F238E27FC236}">
                <a16:creationId xmlns:a16="http://schemas.microsoft.com/office/drawing/2014/main" id="{D62C17CF-DD7A-6A31-BB75-955C076F4624}"/>
              </a:ext>
            </a:extLst>
          </p:cNvPr>
          <p:cNvSpPr/>
          <p:nvPr/>
        </p:nvSpPr>
        <p:spPr>
          <a:xfrm>
            <a:off x="6309360" y="2514600"/>
            <a:ext cx="914400" cy="914400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内在</a:t>
            </a:r>
          </a:p>
        </p:txBody>
      </p:sp>
      <p:sp>
        <p:nvSpPr>
          <p:cNvPr id="4" name="标注: 左箭头 3">
            <a:extLst>
              <a:ext uri="{FF2B5EF4-FFF2-40B4-BE49-F238E27FC236}">
                <a16:creationId xmlns:a16="http://schemas.microsoft.com/office/drawing/2014/main" id="{35EF397D-B1A0-5430-E17E-13B5F790855E}"/>
              </a:ext>
            </a:extLst>
          </p:cNvPr>
          <p:cNvSpPr/>
          <p:nvPr/>
        </p:nvSpPr>
        <p:spPr>
          <a:xfrm>
            <a:off x="11138263" y="4839099"/>
            <a:ext cx="914400" cy="914400"/>
          </a:xfrm>
          <a:prstGeom prst="leftArrow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外显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F688-B5B4-C6DA-0258-F984529E8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7B48268-8DC2-26C4-0111-EC47204308A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结构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A538EE3-F6EA-0FD3-E620-134F8CE2AD72}"/>
              </a:ext>
            </a:extLst>
          </p:cNvPr>
          <p:cNvSpPr txBox="1"/>
          <p:nvPr/>
        </p:nvSpPr>
        <p:spPr>
          <a:xfrm>
            <a:off x="0" y="1126011"/>
            <a:ext cx="12192000" cy="4202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a typeface="苹方-简" panose="020B0300000000000000" pitchFamily="34" charset="-122"/>
              </a:rPr>
              <a:t>4:5】</a:t>
            </a:r>
            <a:r>
              <a:rPr lang="zh-CN" altLang="en-US" sz="2000" b="1" dirty="0">
                <a:solidFill>
                  <a:srgbClr val="FF0000"/>
                </a:solidFill>
                <a:ea typeface="苹方-简" panose="020B0300000000000000" pitchFamily="34" charset="-122"/>
              </a:rPr>
              <a:t>主已经近了</a:t>
            </a:r>
            <a:r>
              <a:rPr lang="zh-CN" altLang="en-US" sz="2000" dirty="0">
                <a:ea typeface="苹方-简" panose="020B0300000000000000" pitchFamily="34" charset="-122"/>
              </a:rPr>
              <a:t>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a typeface="苹方-简" panose="020B0300000000000000" pitchFamily="34" charset="-122"/>
              </a:rPr>
              <a:t>4:6】</a:t>
            </a:r>
            <a:r>
              <a:rPr lang="zh-CN" altLang="en-US" sz="2000" dirty="0">
                <a:ea typeface="苹方-简" panose="020B0300000000000000" pitchFamily="34" charset="-122"/>
              </a:rPr>
              <a:t>应当一无挂虑，只要凡事藉着祷告、祈求和感谢，将你们所要的告诉　神。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a typeface="苹方-简" panose="020B0300000000000000" pitchFamily="34" charset="-122"/>
              </a:rPr>
              <a:t>4:7】</a:t>
            </a:r>
            <a:r>
              <a:rPr lang="zh-CN" altLang="en-US" sz="2000" dirty="0">
                <a:ea typeface="苹方-简" panose="020B0300000000000000" pitchFamily="34" charset="-122"/>
              </a:rPr>
              <a:t>　神所赐出人意外的</a:t>
            </a:r>
            <a:r>
              <a:rPr lang="zh-CN" altLang="en-US" sz="2000" b="1" dirty="0">
                <a:solidFill>
                  <a:srgbClr val="FF0000"/>
                </a:solidFill>
                <a:ea typeface="苹方-简" panose="020B0300000000000000" pitchFamily="34" charset="-122"/>
              </a:rPr>
              <a:t>平安</a:t>
            </a:r>
            <a:r>
              <a:rPr lang="zh-CN" altLang="en-US" sz="2000" dirty="0">
                <a:ea typeface="苹方-简" panose="020B0300000000000000" pitchFamily="34" charset="-122"/>
              </a:rPr>
              <a:t>，</a:t>
            </a:r>
            <a:r>
              <a:rPr lang="zh-CN" altLang="en-US" sz="2000" b="1" dirty="0">
                <a:solidFill>
                  <a:srgbClr val="FF0000"/>
                </a:solidFill>
                <a:ea typeface="苹方-简" panose="020B0300000000000000" pitchFamily="34" charset="-122"/>
              </a:rPr>
              <a:t>必</a:t>
            </a:r>
            <a:r>
              <a:rPr lang="zh-CN" altLang="en-US" sz="2000" dirty="0">
                <a:ea typeface="苹方-简" panose="020B0300000000000000" pitchFamily="34" charset="-122"/>
              </a:rPr>
              <a:t>在基督耶稣里保守你们的</a:t>
            </a:r>
            <a:r>
              <a:rPr lang="zh-CN" altLang="en-US" sz="2000" b="1" dirty="0">
                <a:solidFill>
                  <a:srgbClr val="FF0000"/>
                </a:solidFill>
                <a:ea typeface="苹方-简" panose="020B0300000000000000" pitchFamily="34" charset="-122"/>
              </a:rPr>
              <a:t>心</a:t>
            </a:r>
            <a:r>
              <a:rPr lang="zh-CN" altLang="en-US" sz="2000" dirty="0">
                <a:ea typeface="苹方-简" panose="020B0300000000000000" pitchFamily="34" charset="-122"/>
              </a:rPr>
              <a:t>怀意念。</a:t>
            </a:r>
            <a:endParaRPr lang="en-US" altLang="zh-CN" sz="20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4:8】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弟兄们，我还有未尽的话：凡是真实的、可敬的、公义的、清洁的、可爱的、有美名的，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	   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若有什么德行，若有什么称赞，这些事你们都要思念。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4:9】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你们在我身上所学习的，所领受的，所听见的，所看见的，这些事你们都要去行，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	   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赐</a:t>
            </a:r>
            <a:r>
              <a:rPr lang="zh-CN" altLang="en-US" sz="20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平安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的　神就</a:t>
            </a:r>
            <a:r>
              <a:rPr lang="zh-CN" altLang="en-US" sz="20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必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与你们</a:t>
            </a:r>
            <a:r>
              <a:rPr lang="zh-CN" altLang="en-US" sz="20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同在</a:t>
            </a:r>
            <a:r>
              <a:rPr lang="zh-CN" altLang="en-US" sz="2000" dirty="0">
                <a:effectLst/>
                <a:ea typeface="苹方-简" panose="020B0300000000000000" pitchFamily="34" charset="-122"/>
              </a:rPr>
              <a:t>。</a:t>
            </a:r>
            <a:endParaRPr lang="zh-CN" altLang="zh-CN" sz="2000" dirty="0">
              <a:effectLst/>
              <a:ea typeface="苹方-简" panose="020B0300000000000000" pitchFamily="34" charset="-122"/>
            </a:endParaRPr>
          </a:p>
        </p:txBody>
      </p:sp>
      <p:sp>
        <p:nvSpPr>
          <p:cNvPr id="2" name="对话气泡: 矩形 1">
            <a:extLst>
              <a:ext uri="{FF2B5EF4-FFF2-40B4-BE49-F238E27FC236}">
                <a16:creationId xmlns:a16="http://schemas.microsoft.com/office/drawing/2014/main" id="{3C0AECCC-28CD-B7BE-CB51-B1A371E2E3EB}"/>
              </a:ext>
            </a:extLst>
          </p:cNvPr>
          <p:cNvSpPr/>
          <p:nvPr/>
        </p:nvSpPr>
        <p:spPr>
          <a:xfrm>
            <a:off x="1097280" y="970758"/>
            <a:ext cx="914400" cy="612648"/>
          </a:xfrm>
          <a:prstGeom prst="wedgeRectCallou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钥节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31156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372A6-786C-2FC7-0E4E-C3B3A9B57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C8F3542-9CE4-185A-C360-AB80F15AE60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rPr>
              <a:t>关系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CAE4C7-5A64-B98E-28D0-B932F2054837}"/>
              </a:ext>
            </a:extLst>
          </p:cNvPr>
          <p:cNvSpPr txBox="1"/>
          <p:nvPr/>
        </p:nvSpPr>
        <p:spPr>
          <a:xfrm>
            <a:off x="6745314" y="2371089"/>
            <a:ext cx="371855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主已经近了：</a:t>
            </a: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时间</a:t>
            </a: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关系</a:t>
            </a:r>
            <a:endParaRPr lang="en-US" altLang="zh-CN" sz="2800" dirty="0"/>
          </a:p>
          <a:p>
            <a:r>
              <a:rPr lang="zh-CN" altLang="en-US" sz="2800" b="1" dirty="0"/>
              <a:t>？</a:t>
            </a:r>
            <a:r>
              <a:rPr lang="zh-CN" altLang="en-US" sz="2800" dirty="0"/>
              <a:t>对你有什么影响呢？</a:t>
            </a: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r>
              <a:rPr lang="zh-CN" altLang="en-US" sz="2800" dirty="0"/>
              <a:t>由内而外：</a:t>
            </a: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内心平安 </a:t>
            </a:r>
            <a:endParaRPr lang="en-US" altLang="zh-C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800" dirty="0"/>
              <a:t>外显同在</a:t>
            </a:r>
            <a:endParaRPr lang="en-US" altLang="zh-CN" sz="2800" dirty="0"/>
          </a:p>
          <a:p>
            <a:endParaRPr lang="zh-CN" altLang="en-US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8EBC83-7DD7-78D3-7565-0E8ABA8B5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033" y="347510"/>
            <a:ext cx="6429714" cy="616298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12432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EF022-4980-E4F3-EC7F-F93848925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A7AF04E-E551-532F-7B4F-F3216F25737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416206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主题经文：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8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9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8386025-7A97-2B30-5088-1728A0E02E9D}"/>
              </a:ext>
            </a:extLst>
          </p:cNvPr>
          <p:cNvGrpSpPr/>
          <p:nvPr/>
        </p:nvGrpSpPr>
        <p:grpSpPr>
          <a:xfrm>
            <a:off x="791528" y="1801368"/>
            <a:ext cx="10294472" cy="1958644"/>
            <a:chOff x="0" y="0"/>
            <a:chExt cx="9359957" cy="1958644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51F4071B-0320-E40F-7B40-262358FECBA8}"/>
                </a:ext>
              </a:extLst>
            </p:cNvPr>
            <p:cNvSpPr/>
            <p:nvPr/>
          </p:nvSpPr>
          <p:spPr>
            <a:xfrm>
              <a:off x="0" y="0"/>
              <a:ext cx="9302591" cy="1958644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2" name="矩形: 圆角 4">
              <a:extLst>
                <a:ext uri="{FF2B5EF4-FFF2-40B4-BE49-F238E27FC236}">
                  <a16:creationId xmlns:a16="http://schemas.microsoft.com/office/drawing/2014/main" id="{3E8B4626-839D-371A-5A5D-F299C1940F73}"/>
                </a:ext>
              </a:extLst>
            </p:cNvPr>
            <p:cNvSpPr txBox="1"/>
            <p:nvPr/>
          </p:nvSpPr>
          <p:spPr>
            <a:xfrm>
              <a:off x="57366" y="57367"/>
              <a:ext cx="9302591" cy="1843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/>
                <a:t>【</a:t>
              </a:r>
              <a:r>
                <a:rPr lang="zh-CN" altLang="en-US" sz="2400" dirty="0"/>
                <a:t>腓</a:t>
              </a:r>
              <a:r>
                <a:rPr lang="en-US" sz="2400" dirty="0"/>
                <a:t>4:8】</a:t>
              </a:r>
              <a:r>
                <a:rPr lang="zh-CN" altLang="en-US" sz="2400" dirty="0"/>
                <a:t>弟兄们，我还有未尽的话：凡是真实的、</a:t>
              </a:r>
              <a:r>
                <a:rPr lang="zh-CN" altLang="zh-CN" sz="2400" dirty="0"/>
                <a:t>【凡是】</a:t>
              </a:r>
              <a:r>
                <a:rPr lang="zh-CN" altLang="en-US" sz="2400" dirty="0"/>
                <a:t>可敬的、</a:t>
              </a:r>
              <a:r>
                <a:rPr lang="zh-CN" altLang="zh-CN" sz="2400" dirty="0"/>
                <a:t>【凡是】</a:t>
              </a:r>
              <a:r>
                <a:rPr lang="zh-CN" altLang="en-US" sz="2400" dirty="0"/>
                <a:t>公义的、</a:t>
              </a:r>
              <a:r>
                <a:rPr lang="zh-CN" altLang="zh-CN" sz="2400" dirty="0"/>
                <a:t>【凡是】</a:t>
              </a:r>
              <a:r>
                <a:rPr lang="zh-CN" altLang="en-US" sz="2400" dirty="0"/>
                <a:t>清洁的、</a:t>
              </a:r>
              <a:r>
                <a:rPr lang="zh-CN" altLang="zh-CN" sz="2400" dirty="0"/>
                <a:t>【凡是】</a:t>
              </a:r>
              <a:r>
                <a:rPr lang="zh-CN" altLang="en-US" sz="2400" dirty="0"/>
                <a:t>可爱的、</a:t>
              </a:r>
              <a:r>
                <a:rPr lang="zh-CN" altLang="zh-CN" sz="2400" dirty="0"/>
                <a:t>【凡是】</a:t>
              </a:r>
              <a:r>
                <a:rPr lang="zh-CN" altLang="en-US" sz="2400" dirty="0"/>
                <a:t>有美名的，</a:t>
              </a:r>
              <a:endParaRPr lang="en-US" sz="2400" dirty="0"/>
            </a:p>
            <a:p>
              <a:pPr marL="171450" lvl="1" indent="-171450" algn="l" defTabSz="844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CN" altLang="en-US" sz="2400" dirty="0"/>
                <a:t>若有什么德行，若有什么称赞，这些事你们</a:t>
              </a:r>
              <a:r>
                <a:rPr lang="zh-CN" altLang="en-US" sz="2400" b="1" dirty="0">
                  <a:solidFill>
                    <a:srgbClr val="7030A0"/>
                  </a:solidFill>
                </a:rPr>
                <a:t>都</a:t>
              </a:r>
              <a:r>
                <a:rPr lang="zh-CN" altLang="en-US" sz="2400" dirty="0"/>
                <a:t>要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思念</a:t>
              </a:r>
              <a:r>
                <a:rPr lang="zh-CN" altLang="en-US" sz="2400" dirty="0"/>
                <a:t>。</a:t>
              </a:r>
              <a:endParaRPr lang="en-US" sz="2400" dirty="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E089B51-E644-2142-CA26-7BECC4FE9FA6}"/>
              </a:ext>
            </a:extLst>
          </p:cNvPr>
          <p:cNvGrpSpPr/>
          <p:nvPr/>
        </p:nvGrpSpPr>
        <p:grpSpPr>
          <a:xfrm>
            <a:off x="2433161" y="4195267"/>
            <a:ext cx="9302591" cy="1958644"/>
            <a:chOff x="1641633" y="2393899"/>
            <a:chExt cx="9302591" cy="1958644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88C434D4-D1E1-A637-5E14-0CAD30E97129}"/>
                </a:ext>
              </a:extLst>
            </p:cNvPr>
            <p:cNvSpPr/>
            <p:nvPr/>
          </p:nvSpPr>
          <p:spPr>
            <a:xfrm>
              <a:off x="1641633" y="2393899"/>
              <a:ext cx="9302591" cy="1958644"/>
            </a:xfrm>
            <a:prstGeom prst="roundRect">
              <a:avLst>
                <a:gd name="adj" fmla="val 10000"/>
              </a:avLst>
            </a:prstGeom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3">
                <a:hueOff val="0"/>
                <a:satOff val="0"/>
                <a:lumOff val="0"/>
                <a:alphaOff val="0"/>
              </a:schemeClr>
            </a:fillRef>
            <a:effectRef idx="3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0" name="矩形: 圆角 6">
              <a:extLst>
                <a:ext uri="{FF2B5EF4-FFF2-40B4-BE49-F238E27FC236}">
                  <a16:creationId xmlns:a16="http://schemas.microsoft.com/office/drawing/2014/main" id="{324DE7E7-631F-71BD-3729-89DF85771ECA}"/>
                </a:ext>
              </a:extLst>
            </p:cNvPr>
            <p:cNvSpPr txBox="1"/>
            <p:nvPr/>
          </p:nvSpPr>
          <p:spPr>
            <a:xfrm>
              <a:off x="1699000" y="2451266"/>
              <a:ext cx="9245224" cy="184391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dirty="0"/>
                <a:t>【</a:t>
              </a:r>
              <a:r>
                <a:rPr lang="zh-CN" altLang="en-US" sz="2400" dirty="0"/>
                <a:t>腓</a:t>
              </a:r>
              <a:r>
                <a:rPr lang="en-US" sz="2400" dirty="0"/>
                <a:t>4:9】</a:t>
              </a:r>
              <a:r>
                <a:rPr lang="zh-CN" altLang="en-US" sz="2400" dirty="0"/>
                <a:t>你们在我身上所学习的，</a:t>
              </a:r>
              <a:r>
                <a:rPr lang="zh-CN" altLang="zh-CN" sz="2400" dirty="0"/>
                <a:t>【或】</a:t>
              </a:r>
              <a:r>
                <a:rPr lang="zh-CN" altLang="en-US" sz="2400" dirty="0"/>
                <a:t>所领受的，</a:t>
              </a:r>
              <a:r>
                <a:rPr lang="zh-CN" altLang="zh-CN" sz="2400" dirty="0"/>
                <a:t>【或】</a:t>
              </a:r>
              <a:r>
                <a:rPr lang="zh-CN" altLang="en-US" sz="2400" dirty="0"/>
                <a:t>所听见的，</a:t>
              </a:r>
              <a:r>
                <a:rPr lang="zh-CN" altLang="zh-CN" sz="2400" dirty="0"/>
                <a:t>【或】</a:t>
              </a:r>
              <a:r>
                <a:rPr lang="zh-CN" altLang="en-US" sz="2400" dirty="0"/>
                <a:t>所看见的，这些事你们</a:t>
              </a:r>
              <a:r>
                <a:rPr lang="zh-CN" altLang="en-US" sz="2400" b="1" dirty="0">
                  <a:solidFill>
                    <a:srgbClr val="7030A0"/>
                  </a:solidFill>
                </a:rPr>
                <a:t>都</a:t>
              </a:r>
              <a:r>
                <a:rPr lang="zh-CN" altLang="en-US" sz="2400" dirty="0"/>
                <a:t>要</a:t>
              </a:r>
              <a:r>
                <a:rPr lang="zh-CN" altLang="en-US" sz="2400" b="1" dirty="0">
                  <a:solidFill>
                    <a:srgbClr val="FF0000"/>
                  </a:solidFill>
                </a:rPr>
                <a:t>去行</a:t>
              </a:r>
              <a:r>
                <a:rPr lang="zh-CN" altLang="en-US" sz="2400" dirty="0"/>
                <a:t>，</a:t>
              </a:r>
              <a:endParaRPr lang="en-US" sz="2400" dirty="0"/>
            </a:p>
            <a:p>
              <a:pPr marL="171450" lvl="1" indent="-171450" algn="l" defTabSz="844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zh-CN" altLang="en-US" sz="2400" dirty="0"/>
                <a:t>赐平安的　神就必与你们同在。</a:t>
              </a:r>
              <a:endParaRPr lang="en-US" sz="2400" dirty="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09BEE846-0476-2F47-8C58-DC2938E6E9F3}"/>
              </a:ext>
            </a:extLst>
          </p:cNvPr>
          <p:cNvGrpSpPr/>
          <p:nvPr/>
        </p:nvGrpSpPr>
        <p:grpSpPr>
          <a:xfrm>
            <a:off x="8821000" y="3341080"/>
            <a:ext cx="1273119" cy="1273119"/>
            <a:chOff x="8029472" y="1539712"/>
            <a:chExt cx="1273119" cy="1273119"/>
          </a:xfrm>
        </p:grpSpPr>
        <p:sp>
          <p:nvSpPr>
            <p:cNvPr id="7" name="箭头: 下 6">
              <a:extLst>
                <a:ext uri="{FF2B5EF4-FFF2-40B4-BE49-F238E27FC236}">
                  <a16:creationId xmlns:a16="http://schemas.microsoft.com/office/drawing/2014/main" id="{346AE943-3516-AF2D-5D5A-D44D2CABE288}"/>
                </a:ext>
              </a:extLst>
            </p:cNvPr>
            <p:cNvSpPr/>
            <p:nvPr/>
          </p:nvSpPr>
          <p:spPr>
            <a:xfrm>
              <a:off x="8029472" y="1539712"/>
              <a:ext cx="1273119" cy="1273119"/>
            </a:xfrm>
            <a:prstGeom prst="downArrow">
              <a:avLst>
                <a:gd name="adj1" fmla="val 55000"/>
                <a:gd name="adj2" fmla="val 45000"/>
              </a:avLst>
            </a:prstGeom>
          </p:spPr>
          <p:style>
            <a:ln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2">
              <a:schemeClr val="accent3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8" name="箭头: 下 8">
              <a:extLst>
                <a:ext uri="{FF2B5EF4-FFF2-40B4-BE49-F238E27FC236}">
                  <a16:creationId xmlns:a16="http://schemas.microsoft.com/office/drawing/2014/main" id="{F29688CF-C7E9-87C6-F238-2D96B1B866A5}"/>
                </a:ext>
              </a:extLst>
            </p:cNvPr>
            <p:cNvSpPr txBox="1"/>
            <p:nvPr/>
          </p:nvSpPr>
          <p:spPr>
            <a:xfrm>
              <a:off x="8315924" y="1539712"/>
              <a:ext cx="700215" cy="95802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600" kern="120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882420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1136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4:8】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弟兄们，我还有未尽的话：凡是真实的、可敬的、公义的、清洁的、可爱的、有美名的，若有什么德行，若有什么称赞，这些事你们都要思念。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弟兄们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关系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着重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未尽的话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转折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词性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形容词：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6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个，名词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个。关于美好品行，信徒要思念。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7542B-45A6-AC7F-4360-0034553A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2761EFB-BA95-36B5-1EC1-B3951F4073D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00E9EAD-F249-D27D-CC30-B23058177C3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1139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4:8】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弟兄们，我还有未尽的话：凡是真实的、可敬的、公义的、清洁的、可爱的、有美名的，若有什么德行，若有什么称赞，这些事你们都要思念。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原文中都有“凡事”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六项中无连词，是并列关系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indent="279400">
              <a:lnSpc>
                <a:spcPct val="125000"/>
              </a:lnSpc>
              <a:spcAft>
                <a:spcPts val="800"/>
              </a:spcAft>
            </a:pP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“德行、可爱、美名”这几个词仅在这个地方用过，在新约中没有再出现过。</a:t>
            </a:r>
          </a:p>
          <a:p>
            <a:pPr indent="279400">
              <a:lnSpc>
                <a:spcPct val="125000"/>
              </a:lnSpc>
              <a:spcAft>
                <a:spcPts val="800"/>
              </a:spcAft>
            </a:pP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“可敬”仅仅在教牧书信出现过。</a:t>
            </a:r>
          </a:p>
          <a:p>
            <a:pPr indent="279400">
              <a:lnSpc>
                <a:spcPct val="125000"/>
              </a:lnSpc>
              <a:spcAft>
                <a:spcPts val="800"/>
              </a:spcAft>
            </a:pP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“真实、公义、清洁”也与保罗平时所使用的词语不同。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流行希腊德行清单的诗歌体类似。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使用当时流行道德哲学，外邦人认可品格。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基督徒更应该清楚美好的品格。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重要的是需要在真理上归正，不随从世俗，用基督之道来重新定义。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9203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806B6-3C22-E9B4-3075-34C34CB81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A4698F1-F152-1988-9CCB-057E46B358C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D956BE-0385-7EA6-7CB3-246D71E4FBB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1136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4:8】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弟兄们，我还有未尽的话：凡是真实的、可敬的、公义的、清洁的、可爱的、有美名的，若有什么德行，若有什么称赞，这些事你们都要思念。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真实的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表里如一、内外相符、真实可靠和诚实无伪。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跟真理相关，一定以真理为根基。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【约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14:6</a:t>
            </a: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】耶稣说：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“</a:t>
            </a: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我就是道路、真理、生命；若不藉着我，没有人能到父那里去。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【林前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13:6</a:t>
            </a:r>
            <a:r>
              <a:rPr lang="zh-CN" altLang="zh-CN" sz="2000" dirty="0">
                <a:solidFill>
                  <a:srgbClr val="000000"/>
                </a:solidFill>
                <a:cs typeface="+mn-ea"/>
              </a:rPr>
              <a:t>】不喜欢不义，只喜欢真理；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举例：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进化论的假说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77532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8A59F-E48A-4199-9BA9-BFC4D2224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30D9C39A-8D5D-3124-7895-62766A1C5A0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FB5D65-A6E1-D839-F3E2-CDBB50D60D9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0369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4:8】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弟兄们，我还有未尽的话：凡是真实的、可敬的、公义的、清洁的、可爱的、有美名的，若有什么德行，若有什么称赞，这些事你们都要思念。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可敬的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可敬重的，同时包括高尚的意思。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提前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3:8】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作执事的也是如此：必须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端庄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，不一口两舌，不好喝酒，不贪不义之财；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女执事（提前三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11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），老年人（多二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）。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世俗要求：做事情高尚并且对众人是有价值。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如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《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感动中国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》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在人前、神前意识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不仅仅看你外在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神监察人的内心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6224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94F74-E763-129B-6CA8-0C3262C39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5A1D31A-F05B-EBC2-BDC0-AD1067177EE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CBC045A-6210-98EF-0B2F-19EC00E8FDB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753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4:8】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弟兄们，我还有未尽的话：凡是真实的、可敬的、公义的、清洁的、可爱的、有美名的，若有什么德行，若有什么称赞，这些事你们都要思念。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公义的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公正合理被人认可的作为，做事情需要有一定的道德感即公义，不偏左右。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“对”的最高境界，人与人之间的责任。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如：法庭。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中国古代寄希望某个人是公义的化身。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西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4:1】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你们作主人的，要公公平平地待仆人，因为知道你们也有一位主在天上。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保罗此处：引用希腊化美好的品格，但我们要高于这个希腊化标准。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真正的义的标准是什么？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从哪儿、如何才能有义？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9309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00BDF-DE78-BCBD-E389-70C976B64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CC8919A5-E86B-F11A-2BDD-22303DE235D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AE84E7-CFA3-D615-CDCF-09134765655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753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4:8】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弟兄们，我还有未尽的话：凡是真实的、可敬的、公义的、清洁的、可爱的、有美名的，若有什么德行，若有什么称赞，这些事你们都要思念。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清洁的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道德上的的清洁、无暇等，此处主要道德层面。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新约清洁意思：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纯洁、清洁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圣洁，主要形容基督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清白无罪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身体上的贞洁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提前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3:9】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要存清洁的良心，固守真道的奥秘。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强调在神面前清洁无玷污的心，标准是真道，而非我们自己判断。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3571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B9022-8C7A-695C-8ED0-3BD090D50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7C5FE27-D4EC-A975-E6B6-1D3BF2D5DCE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59B45DA-97CC-B5D1-121A-3AC3E83F285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500386" cy="55753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4:8】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弟兄们，我还有未尽的话：凡是真实的、可敬的、公义的、清洁的、可爱的、有美名的，若有什么德行，若有什么称赞，这些事你们都要思念。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可爱的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有吸引力，令人愉悦的，让人见而生爱的。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古代常见于墓碑碑文。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思想军人为什么被称为“最可爱的人”。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在基督里：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如孩子般单纯信靠，避免自我为主。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太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19:14】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耶稣说：“让小孩子到我这里来，不要禁止他们，因为在天国的，正是这样的人。”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说话、做事让人得益处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8149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15289-06AA-C5C4-F8C0-1247FF3B3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A54221D3-EA47-BE79-90D0-D0834CB7D04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528A84E-69E8-297B-E9C4-1DF493DD318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1136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4:8】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弟兄们，我还有未尽的话：凡是真实的、可敬的、公义的、清洁的、可爱的、有美名的，若有什么德行，若有什么称赞，这些事你们都要思念。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美名的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有值得称赞和表扬的事情。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跟行为相联系。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一般与权利和财富无关。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在基督里：用生命或者行动见证信仰。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如：司提反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徒</a:t>
            </a:r>
            <a:r>
              <a:rPr lang="en-US" altLang="zh-CN" sz="2000" dirty="0">
                <a:solidFill>
                  <a:srgbClr val="000000"/>
                </a:solidFill>
                <a:cs typeface="+mn-ea"/>
              </a:rPr>
              <a:t>8:2】</a:t>
            </a:r>
            <a:r>
              <a:rPr lang="zh-CN" altLang="en-US" sz="2000" dirty="0">
                <a:solidFill>
                  <a:srgbClr val="000000"/>
                </a:solidFill>
                <a:cs typeface="+mn-ea"/>
              </a:rPr>
              <a:t>有虔诚的人把司提反埋葬了，为他捶胸大哭。</a:t>
            </a:r>
            <a:endParaRPr lang="en-US" altLang="zh-CN" sz="20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26570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62546-C790-E435-5C11-912896386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6D1275C-DCE2-9770-506B-C275C72D20E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FA86EDE-6D60-6265-F0EA-B989F1CA99C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2669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4:8】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弟兄们，我还有未尽的话：凡是真实的、可敬的、公义的、清洁的、可爱的、有美名的，若有什么德行，若有什么称赞，这些事你们都要思念。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德行 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vs 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称赞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集合性质，包括前面但是不限于。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先有外在德行，然后有人的称赞。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lvl="2">
              <a:lnSpc>
                <a:spcPct val="15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6761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C9F16-C7A1-826A-E509-6F128EB35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C3546CC-A0D6-B1B3-451C-824517F97B9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9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B2BEF6-CDFA-C095-C919-0F03BBB80BE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878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4:9】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你们在我身上所学习的，所领受的，所听见的，所看见的，这些事你们都要去行，赐平安的　神就必与你们同在。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由知识、真理教导到以身作则的榜样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学习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增加自己知识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领受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类似相交、认可教导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听见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保罗所说的，不仅仅是真理，也包括对某事判断。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看见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保罗所行的。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3469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2330-1C9E-34EB-8032-151AFC379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83D84FA-4472-0B0A-81D2-3BD9A9B3816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9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CD0C20C-FEA6-3C84-1215-997387ED927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753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4:9】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你们在我身上所学习的，所领受的，所听见的，所看见的，</a:t>
            </a:r>
            <a:r>
              <a:rPr lang="zh-CN" altLang="en-US" sz="20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这些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事你们</a:t>
            </a:r>
            <a:r>
              <a:rPr lang="zh-CN" altLang="en-US" sz="20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都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要去</a:t>
            </a:r>
            <a:r>
              <a:rPr lang="zh-CN" altLang="en-US" sz="20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行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，赐平安的　神就必与你们同在。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教导者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vs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学习者：真理、行为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都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凡事真理都要去行。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帖前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5:21】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但要凡事察验，善美的要持守，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行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持续的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行表现出你的信心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真理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+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真理的行动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9652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06CB5-1A6C-3A9B-B747-A1561BDF5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B80D0C4-E606-5F9A-864E-B96184D9BCE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9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92E75B-40BD-5807-7920-8DF9BF9EACE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0369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4:9】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你们在我身上所学习的，所领受的，所听见的，所</a:t>
            </a:r>
            <a:r>
              <a:rPr lang="zh-CN" altLang="en-US" sz="2000" dirty="0">
                <a:ea typeface="苹方-简" panose="020B0300000000000000" pitchFamily="34" charset="-122"/>
              </a:rPr>
              <a:t>看见的，这些事你们都要去行，赐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平安的　神</a:t>
            </a:r>
            <a:r>
              <a:rPr lang="zh-CN" altLang="en-US" sz="2000" dirty="0">
                <a:ea typeface="苹方-简" panose="020B0300000000000000" pitchFamily="34" charset="-122"/>
              </a:rPr>
              <a:t>就必与你们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同在。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必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应许一定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平安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不是感觉，而是客观的现实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赐平安的神 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= </a:t>
            </a: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弥赛亚的救恩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	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帖前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5:23】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愿赐平安的　神亲自使你们全然成圣。又愿你们的灵与魂与身子得蒙保守，在我们主耶稣基督降临的时候，完全无可指摘。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德行带不给人真正平安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人永远需要基督为中保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0944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64B39-6222-C7C8-A724-4CB9BCA6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681415F8-0A63-499D-A150-A67A7425C53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00406" y="139761"/>
            <a:ext cx="5130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经文：</a:t>
            </a:r>
            <a:r>
              <a:rPr lang="en-US" altLang="zh-CN" sz="4800" b="1" dirty="0">
                <a:solidFill>
                  <a:srgbClr val="000000"/>
                </a:solidFill>
                <a:cs typeface="+mn-ea"/>
                <a:sym typeface="+mn-lt"/>
              </a:rPr>
              <a:t>9</a:t>
            </a:r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节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7F283D1-9C7F-DED0-E7D6-16102A19E9B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202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4:9】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你们在我身上所学习的，所领受的，所听见的，所</a:t>
            </a:r>
            <a:r>
              <a:rPr lang="zh-CN" altLang="en-US" sz="2000" dirty="0">
                <a:ea typeface="苹方-简" panose="020B0300000000000000" pitchFamily="34" charset="-122"/>
              </a:rPr>
              <a:t>看见的，这些事你们都要去行，赐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平安的　神就</a:t>
            </a:r>
            <a:r>
              <a:rPr lang="zh-CN" altLang="en-US" sz="2000" b="1" dirty="0">
                <a:solidFill>
                  <a:srgbClr val="FF0000"/>
                </a:solidFill>
                <a:effectLst/>
                <a:ea typeface="苹方-简" panose="020B0300000000000000" pitchFamily="34" charset="-122"/>
              </a:rPr>
              <a:t>必</a:t>
            </a:r>
            <a:r>
              <a:rPr lang="zh-CN" altLang="en-US" sz="2000" dirty="0">
                <a:solidFill>
                  <a:schemeClr val="tx1"/>
                </a:solidFill>
                <a:effectLst/>
                <a:ea typeface="苹方-简" panose="020B0300000000000000" pitchFamily="34" charset="-122"/>
              </a:rPr>
              <a:t>与你们同在。</a:t>
            </a:r>
            <a:endParaRPr lang="en-US" altLang="zh-CN" sz="2000" dirty="0">
              <a:solidFill>
                <a:schemeClr val="tx1"/>
              </a:solidFill>
              <a:effectLst/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同在 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	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出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33:2】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我要差遣使者在你前面，撵出迦南人、亚摩利人、赫人、比利洗人、希未人、耶布斯人，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出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33:14】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耶和华说：“我必亲自和你同去，使你得安息。”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出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33:15】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摩西说：“你若不亲自和我同去，就不要把我们从这里领上去。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出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33:16】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人在何事上得以知道我和你的百姓在你眼前蒙恩呢？岂不是因你与我们同去，使我和你的百姓与地上的万民有分别吗？”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65792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3257-E635-CE7E-54C8-864825B3E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5EAC4D9F-1EC9-8AC9-6956-A7E423D3B59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总结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B5262A-80C7-D9E4-0565-B9BE55DC2452}"/>
              </a:ext>
            </a:extLst>
          </p:cNvPr>
          <p:cNvSpPr txBox="1"/>
          <p:nvPr/>
        </p:nvSpPr>
        <p:spPr>
          <a:xfrm>
            <a:off x="0" y="1126011"/>
            <a:ext cx="12192000" cy="5729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a typeface="苹方-简" panose="020B0300000000000000" pitchFamily="34" charset="-122"/>
              </a:rPr>
              <a:t>4:7】</a:t>
            </a:r>
            <a:r>
              <a:rPr lang="zh-CN" altLang="en-US" sz="2000" dirty="0">
                <a:ea typeface="苹方-简" panose="020B0300000000000000" pitchFamily="34" charset="-122"/>
              </a:rPr>
              <a:t>　神所赐出人意外的平安，必在基督耶稣里保守你们的心怀意念。</a:t>
            </a:r>
            <a:endParaRPr lang="en-US" altLang="zh-CN" sz="20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……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ea typeface="苹方-简" panose="020B0300000000000000" pitchFamily="34" charset="-122"/>
              </a:rPr>
              <a:t>腓</a:t>
            </a:r>
            <a:r>
              <a:rPr lang="en-US" altLang="zh-CN" sz="2000" dirty="0">
                <a:ea typeface="苹方-简" panose="020B0300000000000000" pitchFamily="34" charset="-122"/>
              </a:rPr>
              <a:t>4:9】</a:t>
            </a:r>
            <a:r>
              <a:rPr lang="zh-CN" altLang="en-US" sz="2000" dirty="0">
                <a:ea typeface="苹方-简" panose="020B0300000000000000" pitchFamily="34" charset="-122"/>
              </a:rPr>
              <a:t>你们在我身上所学习的，所领受的，所听见的，所看见的，这些事你们都要去行，赐平安的　神就必与你们同在。</a:t>
            </a:r>
            <a:endParaRPr lang="en-US" altLang="zh-CN" sz="2000" dirty="0">
              <a:ea typeface="苹方-简" panose="020B0300000000000000" pitchFamily="34" charset="-122"/>
            </a:endParaRPr>
          </a:p>
          <a:p>
            <a:pPr marL="342900" marR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CN" sz="2000" dirty="0">
              <a:ea typeface="苹方-简" panose="020B0300000000000000" pitchFamily="34" charset="-122"/>
            </a:endParaRPr>
          </a:p>
          <a:p>
            <a:pPr marL="285750" indent="-285750">
              <a:lnSpc>
                <a:spcPct val="12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zh-CN" sz="2000" dirty="0">
                <a:ea typeface="苹方-简" panose="020B0300000000000000" pitchFamily="34" charset="-122"/>
              </a:rPr>
              <a:t>第</a:t>
            </a:r>
            <a:r>
              <a:rPr lang="en-US" altLang="zh-CN" sz="2000" dirty="0">
                <a:ea typeface="苹方-简" panose="020B0300000000000000" pitchFamily="34" charset="-122"/>
              </a:rPr>
              <a:t>7</a:t>
            </a:r>
            <a:r>
              <a:rPr lang="zh-CN" altLang="zh-CN" sz="2000" dirty="0">
                <a:ea typeface="苹方-简" panose="020B0300000000000000" pitchFamily="34" charset="-122"/>
              </a:rPr>
              <a:t>节提到神赐平安的要求就是无挂虑，藉着祷告。</a:t>
            </a:r>
          </a:p>
          <a:p>
            <a:pPr marL="285750" indent="-285750">
              <a:lnSpc>
                <a:spcPct val="12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zh-CN" sz="2000" dirty="0">
                <a:ea typeface="苹方-简" panose="020B0300000000000000" pitchFamily="34" charset="-122"/>
              </a:rPr>
              <a:t>第</a:t>
            </a:r>
            <a:r>
              <a:rPr lang="en-US" altLang="zh-CN" sz="2000" dirty="0">
                <a:ea typeface="苹方-简" panose="020B0300000000000000" pitchFamily="34" charset="-122"/>
              </a:rPr>
              <a:t>9</a:t>
            </a:r>
            <a:r>
              <a:rPr lang="zh-CN" altLang="zh-CN" sz="2000" dirty="0">
                <a:ea typeface="苹方-简" panose="020B0300000000000000" pitchFamily="34" charset="-122"/>
              </a:rPr>
              <a:t>节提到</a:t>
            </a:r>
            <a:r>
              <a:rPr lang="zh-CN" altLang="en-US" sz="2000" dirty="0">
                <a:ea typeface="苹方-简" panose="020B0300000000000000" pitchFamily="34" charset="-122"/>
              </a:rPr>
              <a:t>神同在</a:t>
            </a:r>
            <a:r>
              <a:rPr lang="zh-CN" altLang="zh-CN" sz="2000" dirty="0">
                <a:ea typeface="苹方-简" panose="020B0300000000000000" pitchFamily="34" charset="-122"/>
              </a:rPr>
              <a:t>的要求就是这</a:t>
            </a:r>
            <a:r>
              <a:rPr lang="zh-CN" altLang="en-US" sz="2000" dirty="0">
                <a:ea typeface="苹方-简" panose="020B0300000000000000" pitchFamily="34" charset="-122"/>
              </a:rPr>
              <a:t>善美</a:t>
            </a:r>
            <a:r>
              <a:rPr lang="zh-CN" altLang="zh-CN" sz="2000" dirty="0">
                <a:ea typeface="苹方-简" panose="020B0300000000000000" pitchFamily="34" charset="-122"/>
              </a:rPr>
              <a:t>事你们都去行。</a:t>
            </a:r>
            <a:endParaRPr lang="en-US" altLang="zh-CN" sz="2000" dirty="0">
              <a:ea typeface="苹方-简" panose="020B0300000000000000" pitchFamily="34" charset="-122"/>
            </a:endParaRPr>
          </a:p>
          <a:p>
            <a:pPr marL="285750" indent="-285750">
              <a:lnSpc>
                <a:spcPct val="12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zh-CN" sz="2000" dirty="0">
                <a:ea typeface="苹方-简" panose="020B0300000000000000" pitchFamily="34" charset="-122"/>
              </a:rPr>
              <a:t>品格在经过基督真道归正，经过真理的教导要持守</a:t>
            </a:r>
            <a:r>
              <a:rPr lang="zh-CN" altLang="en-US" sz="2000" dirty="0">
                <a:ea typeface="苹方-简" panose="020B0300000000000000" pitchFamily="34" charset="-122"/>
              </a:rPr>
              <a:t>。</a:t>
            </a:r>
            <a:endParaRPr lang="en-US" altLang="zh-CN" sz="2000" dirty="0">
              <a:ea typeface="苹方-简" panose="020B0300000000000000" pitchFamily="34" charset="-122"/>
            </a:endParaRPr>
          </a:p>
          <a:p>
            <a:pPr marL="742950" lvl="1" indent="-285750">
              <a:lnSpc>
                <a:spcPct val="12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ea typeface="苹方-简" panose="020B0300000000000000" pitchFamily="34" charset="-122"/>
              </a:rPr>
              <a:t>信仰是真理的认同相信，但同时伴随着是行为改变。</a:t>
            </a:r>
            <a:endParaRPr lang="en-US" altLang="zh-CN" sz="2000" dirty="0">
              <a:ea typeface="苹方-简" panose="020B0300000000000000" pitchFamily="34" charset="-122"/>
            </a:endParaRPr>
          </a:p>
          <a:p>
            <a:pPr marL="742950" lvl="1" indent="-285750">
              <a:lnSpc>
                <a:spcPct val="12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zh-CN" altLang="en-US" sz="2000" dirty="0">
                <a:ea typeface="苹方-简" panose="020B0300000000000000" pitchFamily="34" charset="-122"/>
              </a:rPr>
              <a:t>思想影响我们的行为，所以总“要思想”看为好的事。</a:t>
            </a:r>
            <a:endParaRPr lang="en-US" altLang="zh-CN" sz="2000" dirty="0">
              <a:ea typeface="苹方-简" panose="020B0300000000000000" pitchFamily="34" charset="-122"/>
            </a:endParaRPr>
          </a:p>
          <a:p>
            <a:pPr marL="742950" lvl="1" indent="-285750">
              <a:lnSpc>
                <a:spcPct val="12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zh-CN" altLang="zh-CN" sz="2000" dirty="0">
              <a:ea typeface="苹方-简" panose="020B0300000000000000" pitchFamily="34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zh-CN" sz="2000" dirty="0">
              <a:ea typeface="苹方-简" panose="020B03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0701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795476"/>
            <a:ext cx="12192000" cy="32670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ctr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3600" dirty="0">
                <a:solidFill>
                  <a:srgbClr val="000000"/>
                </a:solidFill>
                <a:cs typeface="+mn-ea"/>
                <a:sym typeface="+mn-lt"/>
              </a:rPr>
              <a:t> 1</a:t>
            </a:r>
            <a:r>
              <a:rPr lang="zh-CN" altLang="en-US" sz="3600" dirty="0">
                <a:solidFill>
                  <a:srgbClr val="000000"/>
                </a:solidFill>
                <a:cs typeface="+mn-ea"/>
                <a:sym typeface="+mn-lt"/>
              </a:rPr>
              <a:t>，主题经文中提到哪几种美好的德行？</a:t>
            </a:r>
            <a:endParaRPr lang="en-US" altLang="zh-CN" sz="3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 algn="ctr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3600" dirty="0">
                <a:solidFill>
                  <a:srgbClr val="000000"/>
                </a:solidFill>
                <a:cs typeface="+mn-ea"/>
                <a:sym typeface="+mn-lt"/>
              </a:rPr>
              <a:t> 2</a:t>
            </a:r>
            <a:r>
              <a:rPr lang="zh-CN" altLang="en-US" sz="3600" dirty="0">
                <a:solidFill>
                  <a:srgbClr val="000000"/>
                </a:solidFill>
                <a:cs typeface="+mn-ea"/>
                <a:sym typeface="+mn-lt"/>
              </a:rPr>
              <a:t>，基督徒如何看待世俗认为美好品德？</a:t>
            </a:r>
            <a:endParaRPr lang="en-US" altLang="zh-CN" sz="3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 algn="ctr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3600" dirty="0">
                <a:solidFill>
                  <a:srgbClr val="000000"/>
                </a:solidFill>
                <a:cs typeface="+mn-ea"/>
                <a:sym typeface="+mn-lt"/>
              </a:rPr>
              <a:t> 3</a:t>
            </a:r>
            <a:r>
              <a:rPr lang="zh-CN" altLang="en-US" sz="3600" dirty="0">
                <a:solidFill>
                  <a:srgbClr val="000000"/>
                </a:solidFill>
                <a:cs typeface="+mn-ea"/>
                <a:sym typeface="+mn-lt"/>
              </a:rPr>
              <a:t>，新年中列举你希望行出来美好品德？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1336</TotalTime>
  <Words>2469</Words>
  <Application>Microsoft Office PowerPoint</Application>
  <PresentationFormat>宽屏</PresentationFormat>
  <Paragraphs>222</Paragraphs>
  <Slides>21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苹方-简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1</cp:revision>
  <dcterms:created xsi:type="dcterms:W3CDTF">2019-06-19T02:08:00Z</dcterms:created>
  <dcterms:modified xsi:type="dcterms:W3CDTF">2024-01-27T22:40:30Z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