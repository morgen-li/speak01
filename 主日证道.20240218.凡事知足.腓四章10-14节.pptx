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4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2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560" r:id="rId2"/>
    <p:sldId id="425" r:id="rId3"/>
    <p:sldId id="603" r:id="rId4"/>
    <p:sldId id="553" r:id="rId5"/>
    <p:sldId id="608" r:id="rId6"/>
    <p:sldId id="620" r:id="rId7"/>
    <p:sldId id="606" r:id="rId8"/>
    <p:sldId id="622" r:id="rId9"/>
    <p:sldId id="621" r:id="rId10"/>
    <p:sldId id="623" r:id="rId11"/>
    <p:sldId id="625" r:id="rId12"/>
    <p:sldId id="624" r:id="rId13"/>
    <p:sldId id="619" r:id="rId14"/>
    <p:sldId id="55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44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2CF4B8-0AA1-44D3-BFDD-59FFB9489CB5}" v="189" dt="2024-02-18T11:10:03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3" autoAdjust="0"/>
    <p:restoredTop sz="94253" autoAdjust="0"/>
  </p:normalViewPr>
  <p:slideViewPr>
    <p:cSldViewPr snapToGrid="0">
      <p:cViewPr varScale="1">
        <p:scale>
          <a:sx n="57" d="100"/>
          <a:sy n="57" d="100"/>
        </p:scale>
        <p:origin x="396" y="84"/>
      </p:cViewPr>
      <p:guideLst>
        <p:guide orient="horz" pos="618"/>
        <p:guide pos="4407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3581E9A-E29C-2A45-8ED4-9C7DACA801E8}"/>
    <pc:docChg chg="undo custSel addSld delSld modSld sldOrd">
      <pc:chgData name="强 李" userId="cd6c7ec7188785ae" providerId="LiveId" clId="{63581E9A-E29C-2A45-8ED4-9C7DACA801E8}" dt="2023-11-25T03:02:19.410" v="1834" actId="14100"/>
      <pc:docMkLst>
        <pc:docMk/>
      </pc:docMkLst>
      <pc:sldChg chg="modSp mod">
        <pc:chgData name="强 李" userId="cd6c7ec7188785ae" providerId="LiveId" clId="{63581E9A-E29C-2A45-8ED4-9C7DACA801E8}" dt="2023-11-25T02:06:36.598" v="412" actId="207"/>
        <pc:sldMkLst>
          <pc:docMk/>
          <pc:sldMk cId="0" sldId="425"/>
        </pc:sldMkLst>
        <pc:spChg chg="mod">
          <ac:chgData name="强 李" userId="cd6c7ec7188785ae" providerId="LiveId" clId="{63581E9A-E29C-2A45-8ED4-9C7DACA801E8}" dt="2023-11-25T02:06:36.598" v="412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63581E9A-E29C-2A45-8ED4-9C7DACA801E8}" dt="2023-11-25T01:06:33.538" v="38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63581E9A-E29C-2A45-8ED4-9C7DACA801E8}" dt="2023-11-25T03:02:19.410" v="1834" actId="14100"/>
        <pc:sldMkLst>
          <pc:docMk/>
          <pc:sldMk cId="54695671" sldId="531"/>
        </pc:sldMkLst>
        <pc:spChg chg="add del mod">
          <ac:chgData name="强 李" userId="cd6c7ec7188785ae" providerId="LiveId" clId="{63581E9A-E29C-2A45-8ED4-9C7DACA801E8}" dt="2023-11-25T02:59:03.714" v="1773" actId="26606"/>
          <ac:spMkLst>
            <pc:docMk/>
            <pc:sldMk cId="54695671" sldId="531"/>
            <ac:spMk id="2" creationId="{E442143E-D213-67E3-06EB-58D01BC9BFFF}"/>
          </ac:spMkLst>
        </pc:spChg>
        <pc:spChg chg="add mod">
          <ac:chgData name="强 李" userId="cd6c7ec7188785ae" providerId="LiveId" clId="{63581E9A-E29C-2A45-8ED4-9C7DACA801E8}" dt="2023-11-25T03:00:43.488" v="1791" actId="1076"/>
          <ac:spMkLst>
            <pc:docMk/>
            <pc:sldMk cId="54695671" sldId="531"/>
            <ac:spMk id="7" creationId="{4F728403-1B68-99D4-E3D1-CC6B68CC06B3}"/>
          </ac:spMkLst>
        </pc:spChg>
        <pc:spChg chg="add mod">
          <ac:chgData name="强 李" userId="cd6c7ec7188785ae" providerId="LiveId" clId="{63581E9A-E29C-2A45-8ED4-9C7DACA801E8}" dt="2023-11-25T03:02:16.026" v="1833" actId="1036"/>
          <ac:spMkLst>
            <pc:docMk/>
            <pc:sldMk cId="54695671" sldId="531"/>
            <ac:spMk id="8" creationId="{3850CE0C-B5E6-8E07-C154-285724831152}"/>
          </ac:spMkLst>
        </pc:spChg>
        <pc:graphicFrameChg chg="add del">
          <ac:chgData name="强 李" userId="cd6c7ec7188785ae" providerId="LiveId" clId="{63581E9A-E29C-2A45-8ED4-9C7DACA801E8}" dt="2023-11-25T02:58:31.693" v="1762" actId="26606"/>
          <ac:graphicFrameMkLst>
            <pc:docMk/>
            <pc:sldMk cId="54695671" sldId="531"/>
            <ac:graphicFrameMk id="20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37.612" v="1764" actId="26606"/>
          <ac:graphicFrameMkLst>
            <pc:docMk/>
            <pc:sldMk cId="54695671" sldId="531"/>
            <ac:graphicFrameMk id="22" creationId="{CACF0F75-4405-664E-152A-F3C3DC92F00E}"/>
          </ac:graphicFrameMkLst>
        </pc:graphicFrameChg>
        <pc:graphicFrameChg chg="add del">
          <ac:chgData name="强 李" userId="cd6c7ec7188785ae" providerId="LiveId" clId="{63581E9A-E29C-2A45-8ED4-9C7DACA801E8}" dt="2023-11-25T02:58:38.423" v="1766" actId="26606"/>
          <ac:graphicFrameMkLst>
            <pc:docMk/>
            <pc:sldMk cId="54695671" sldId="531"/>
            <ac:graphicFrameMk id="24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8:49.529" v="1768" actId="26606"/>
          <ac:graphicFrameMkLst>
            <pc:docMk/>
            <pc:sldMk cId="54695671" sldId="531"/>
            <ac:graphicFrameMk id="26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51.726" v="1770" actId="26606"/>
          <ac:graphicFrameMkLst>
            <pc:docMk/>
            <pc:sldMk cId="54695671" sldId="531"/>
            <ac:graphicFrameMk id="28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9:03.700" v="1772" actId="26606"/>
          <ac:graphicFrameMkLst>
            <pc:docMk/>
            <pc:sldMk cId="54695671" sldId="531"/>
            <ac:graphicFrameMk id="30" creationId="{CACF0F75-4405-664E-152A-F3C3DC92F00E}"/>
          </ac:graphicFrameMkLst>
        </pc:graphicFrameChg>
        <pc:graphicFrameChg chg="add mod modGraphic">
          <ac:chgData name="强 李" userId="cd6c7ec7188785ae" providerId="LiveId" clId="{63581E9A-E29C-2A45-8ED4-9C7DACA801E8}" dt="2023-11-25T03:00:04.182" v="1784" actId="14100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picChg chg="del">
          <ac:chgData name="强 李" userId="cd6c7ec7188785ae" providerId="LiveId" clId="{63581E9A-E29C-2A45-8ED4-9C7DACA801E8}" dt="2023-11-25T01:28:41.101" v="233" actId="478"/>
          <ac:picMkLst>
            <pc:docMk/>
            <pc:sldMk cId="54695671" sldId="531"/>
            <ac:picMk id="3" creationId="{ED676CB3-071A-654E-8648-319D8E86AA37}"/>
          </ac:picMkLst>
        </pc:picChg>
        <pc:cxnChg chg="add mod">
          <ac:chgData name="强 李" userId="cd6c7ec7188785ae" providerId="LiveId" clId="{63581E9A-E29C-2A45-8ED4-9C7DACA801E8}" dt="2023-11-25T03:02:19.410" v="1834" actId="14100"/>
          <ac:cxnSpMkLst>
            <pc:docMk/>
            <pc:sldMk cId="54695671" sldId="531"/>
            <ac:cxnSpMk id="5" creationId="{13D7970A-E266-F48C-BAE7-478F67BDF07F}"/>
          </ac:cxnSpMkLst>
        </pc:cxnChg>
      </pc:sldChg>
      <pc:sldChg chg="addSp delSp modSp mod setBg">
        <pc:chgData name="强 李" userId="cd6c7ec7188785ae" providerId="LiveId" clId="{63581E9A-E29C-2A45-8ED4-9C7DACA801E8}" dt="2023-11-25T02:56:58.275" v="1751"/>
        <pc:sldMkLst>
          <pc:docMk/>
          <pc:sldMk cId="1242525785" sldId="543"/>
        </pc:sldMkLst>
        <pc:spChg chg="mod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1" creationId="{BACC6370-2D7E-4714-9D71-7542949D7D5D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3" creationId="{F68B3F68-107C-434F-AA38-110D5EA91B85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5" creationId="{AAD0DBB9-1A4B-4391-81D4-CB19F9AB918A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7" creationId="{063BBA22-50EA-4C4D-BE05-F1CE4E63AA56}"/>
          </ac:spMkLst>
        </pc:spChg>
        <pc:graphicFrameChg chg="add mod">
          <ac:chgData name="强 李" userId="cd6c7ec7188785ae" providerId="LiveId" clId="{63581E9A-E29C-2A45-8ED4-9C7DACA801E8}" dt="2023-11-25T02:56:58.275" v="1751"/>
          <ac:graphicFrameMkLst>
            <pc:docMk/>
            <pc:sldMk cId="1242525785" sldId="543"/>
            <ac:graphicFrameMk id="2" creationId="{7DC59C9B-64D5-1D1D-8333-542C061CA594}"/>
          </ac:graphicFrameMkLst>
        </pc:graphicFrameChg>
        <pc:graphicFrameChg chg="add del mod modGraphic">
          <ac:chgData name="强 李" userId="cd6c7ec7188785ae" providerId="LiveId" clId="{63581E9A-E29C-2A45-8ED4-9C7DACA801E8}" dt="2023-11-25T02:56:57.163" v="1750" actId="478"/>
          <ac:graphicFrameMkLst>
            <pc:docMk/>
            <pc:sldMk cId="1242525785" sldId="543"/>
            <ac:graphicFrameMk id="36" creationId="{B12BE72B-659A-7AF7-7767-61D717B88CD0}"/>
          </ac:graphicFrameMkLst>
        </pc:graphicFrameChg>
      </pc:sldChg>
      <pc:sldChg chg="modSp mod">
        <pc:chgData name="强 李" userId="cd6c7ec7188785ae" providerId="LiveId" clId="{63581E9A-E29C-2A45-8ED4-9C7DACA801E8}" dt="2023-11-25T02:37:37.248" v="1321" actId="207"/>
        <pc:sldMkLst>
          <pc:docMk/>
          <pc:sldMk cId="419382719" sldId="552"/>
        </pc:sldMkLst>
        <pc:spChg chg="mod">
          <ac:chgData name="强 李" userId="cd6c7ec7188785ae" providerId="LiveId" clId="{63581E9A-E29C-2A45-8ED4-9C7DACA801E8}" dt="2023-11-25T02:37:37.248" v="1321" actId="20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63581E9A-E29C-2A45-8ED4-9C7DACA801E8}" dt="2023-11-25T02:31:55.740" v="1150" actId="113"/>
        <pc:sldMkLst>
          <pc:docMk/>
          <pc:sldMk cId="530530540" sldId="553"/>
        </pc:sldMkLst>
        <pc:spChg chg="mod">
          <ac:chgData name="强 李" userId="cd6c7ec7188785ae" providerId="LiveId" clId="{63581E9A-E29C-2A45-8ED4-9C7DACA801E8}" dt="2023-11-25T02:31:55.740" v="1150" actId="11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48.649" v="812" actId="1036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63581E9A-E29C-2A45-8ED4-9C7DACA801E8}" dt="2023-11-25T02:07:50.759" v="420" actId="208"/>
        <pc:sldMkLst>
          <pc:docMk/>
          <pc:sldMk cId="3418790839" sldId="554"/>
        </pc:sldMkLst>
        <pc:spChg chg="mod">
          <ac:chgData name="强 李" userId="cd6c7ec7188785ae" providerId="LiveId" clId="{63581E9A-E29C-2A45-8ED4-9C7DACA801E8}" dt="2023-11-25T01:28:28.218" v="232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07:50.759" v="420" actId="208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63581E9A-E29C-2A45-8ED4-9C7DACA801E8}" dt="2023-11-25T01:25:20.815" v="59" actId="20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63581E9A-E29C-2A45-8ED4-9C7DACA801E8}" dt="2023-11-25T02:07:45.659" v="419" actId="208"/>
          <ac:spMkLst>
            <pc:docMk/>
            <pc:sldMk cId="3418790839" sldId="554"/>
            <ac:spMk id="10" creationId="{7BEE8677-CFAD-6942-832E-87D52B896121}"/>
          </ac:spMkLst>
        </pc:spChg>
        <pc:spChg chg="mod">
          <ac:chgData name="强 李" userId="cd6c7ec7188785ae" providerId="LiveId" clId="{63581E9A-E29C-2A45-8ED4-9C7DACA801E8}" dt="2023-11-25T01:25:06.517" v="57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63581E9A-E29C-2A45-8ED4-9C7DACA801E8}" dt="2023-11-25T02:07:05.887" v="417" actId="20577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63581E9A-E29C-2A45-8ED4-9C7DACA801E8}" dt="2023-11-25T01:04:46.324" v="30" actId="20577"/>
        <pc:sldMkLst>
          <pc:docMk/>
          <pc:sldMk cId="1911491714" sldId="560"/>
        </pc:sldMkLst>
        <pc:spChg chg="mod">
          <ac:chgData name="强 李" userId="cd6c7ec7188785ae" providerId="LiveId" clId="{63581E9A-E29C-2A45-8ED4-9C7DACA801E8}" dt="2023-11-25T01:04:39.826" v="24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3581E9A-E29C-2A45-8ED4-9C7DACA801E8}" dt="2023-11-25T01:04:46.324" v="30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9884778" sldId="574"/>
        </pc:sldMkLst>
      </pc:sldChg>
      <pc:sldChg chg="modSp mod ord modNotesTx">
        <pc:chgData name="强 李" userId="cd6c7ec7188785ae" providerId="LiveId" clId="{63581E9A-E29C-2A45-8ED4-9C7DACA801E8}" dt="2023-11-25T02:34:34.085" v="1246" actId="20577"/>
        <pc:sldMkLst>
          <pc:docMk/>
          <pc:sldMk cId="3921434846" sldId="587"/>
        </pc:sldMkLst>
        <pc:spChg chg="mod">
          <ac:chgData name="强 李" userId="cd6c7ec7188785ae" providerId="LiveId" clId="{63581E9A-E29C-2A45-8ED4-9C7DACA801E8}" dt="2023-11-25T02:34:34.085" v="1246" actId="20577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35.848" v="804" actId="103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57832261" sldId="593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225263886" sldId="594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2905312093" sldId="595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937354854" sldId="596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4417295" sldId="597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531077245" sldId="598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4000357398" sldId="599"/>
        </pc:sldMkLst>
      </pc:sldChg>
      <pc:sldChg chg="modSp add mod">
        <pc:chgData name="强 李" userId="cd6c7ec7188785ae" providerId="LiveId" clId="{63581E9A-E29C-2A45-8ED4-9C7DACA801E8}" dt="2023-11-25T03:02:02.507" v="1804" actId="1037"/>
        <pc:sldMkLst>
          <pc:docMk/>
          <pc:sldMk cId="544642582" sldId="600"/>
        </pc:sldMkLst>
        <pc:spChg chg="mod">
          <ac:chgData name="强 李" userId="cd6c7ec7188785ae" providerId="LiveId" clId="{63581E9A-E29C-2A45-8ED4-9C7DACA801E8}" dt="2023-11-25T02:50:38.973" v="1533" actId="6549"/>
          <ac:spMkLst>
            <pc:docMk/>
            <pc:sldMk cId="544642582" sldId="600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3:02:02.507" v="1804" actId="1037"/>
          <ac:spMkLst>
            <pc:docMk/>
            <pc:sldMk cId="544642582" sldId="600"/>
            <ac:spMk id="18" creationId="{00000000-0000-0000-0000-000000000000}"/>
          </ac:spMkLst>
        </pc:spChg>
      </pc:sldChg>
      <pc:sldChg chg="modSp add mod modNotesTx">
        <pc:chgData name="强 李" userId="cd6c7ec7188785ae" providerId="LiveId" clId="{63581E9A-E29C-2A45-8ED4-9C7DACA801E8}" dt="2023-11-25T02:57:59.580" v="1760" actId="1037"/>
        <pc:sldMkLst>
          <pc:docMk/>
          <pc:sldMk cId="2712179486" sldId="601"/>
        </pc:sldMkLst>
        <pc:spChg chg="mod">
          <ac:chgData name="强 李" userId="cd6c7ec7188785ae" providerId="LiveId" clId="{63581E9A-E29C-2A45-8ED4-9C7DACA801E8}" dt="2023-11-25T02:54:17.775" v="1705" actId="6549"/>
          <ac:spMkLst>
            <pc:docMk/>
            <pc:sldMk cId="2712179486" sldId="601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57:59.580" v="1760" actId="1037"/>
          <ac:spMkLst>
            <pc:docMk/>
            <pc:sldMk cId="2712179486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EDD5424E-B918-4C5C-88E3-A245457C2529}"/>
    <pc:docChg chg="custSel modSld">
      <pc:chgData name="强 李" userId="cd6c7ec7188785ae" providerId="LiveId" clId="{EDD5424E-B918-4C5C-88E3-A245457C2529}" dt="2023-11-11T22:47:36.327" v="9" actId="207"/>
      <pc:docMkLst>
        <pc:docMk/>
      </pc:docMkLst>
      <pc:sldChg chg="modSp mod">
        <pc:chgData name="强 李" userId="cd6c7ec7188785ae" providerId="LiveId" clId="{EDD5424E-B918-4C5C-88E3-A245457C2529}" dt="2023-11-11T22:47:36.327" v="9" actId="207"/>
        <pc:sldMkLst>
          <pc:docMk/>
          <pc:sldMk cId="0" sldId="425"/>
        </pc:sldMkLst>
        <pc:spChg chg="mod">
          <ac:chgData name="强 李" userId="cd6c7ec7188785ae" providerId="LiveId" clId="{EDD5424E-B918-4C5C-88E3-A245457C2529}" dt="2023-11-11T22:47:36.327" v="9" actId="207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DD5424E-B918-4C5C-88E3-A245457C2529}" dt="2023-11-11T22:46:45.598" v="3" actId="1440"/>
        <pc:sldMkLst>
          <pc:docMk/>
          <pc:sldMk cId="54695671" sldId="531"/>
        </pc:sldMkLst>
        <pc:picChg chg="del">
          <ac:chgData name="强 李" userId="cd6c7ec7188785ae" providerId="LiveId" clId="{EDD5424E-B918-4C5C-88E3-A245457C2529}" dt="2023-11-11T22:46:36.824" v="0" actId="478"/>
          <ac:picMkLst>
            <pc:docMk/>
            <pc:sldMk cId="54695671" sldId="531"/>
            <ac:picMk id="2" creationId="{004B97CA-A634-1742-E4A8-396D9F522C1A}"/>
          </ac:picMkLst>
        </pc:picChg>
        <pc:picChg chg="add mod">
          <ac:chgData name="强 李" userId="cd6c7ec7188785ae" providerId="LiveId" clId="{EDD5424E-B918-4C5C-88E3-A245457C2529}" dt="2023-11-11T22:46:45.598" v="3" actId="1440"/>
          <ac:picMkLst>
            <pc:docMk/>
            <pc:sldMk cId="54695671" sldId="531"/>
            <ac:picMk id="3" creationId="{ED676CB3-071A-654E-8648-319D8E86AA37}"/>
          </ac:picMkLst>
        </pc:pic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02CE43A-45F1-424E-B08C-2AE31A0EDD7F}"/>
    <pc:docChg chg="custSel modSld">
      <pc:chgData name="强 李" userId="cd6c7ec7188785ae" providerId="LiveId" clId="{F02CE43A-45F1-424E-B08C-2AE31A0EDD7F}" dt="2023-11-10T22:00:12.766" v="4" actId="1076"/>
      <pc:docMkLst>
        <pc:docMk/>
      </pc:docMkLst>
      <pc:sldChg chg="addSp delSp modSp mod">
        <pc:chgData name="强 李" userId="cd6c7ec7188785ae" providerId="LiveId" clId="{F02CE43A-45F1-424E-B08C-2AE31A0EDD7F}" dt="2023-11-10T22:00:12.766" v="4" actId="1076"/>
        <pc:sldMkLst>
          <pc:docMk/>
          <pc:sldMk cId="54695671" sldId="531"/>
        </pc:sldMkLst>
        <pc:picChg chg="add mod">
          <ac:chgData name="强 李" userId="cd6c7ec7188785ae" providerId="LiveId" clId="{F02CE43A-45F1-424E-B08C-2AE31A0EDD7F}" dt="2023-11-10T22:00:12.766" v="4" actId="1076"/>
          <ac:picMkLst>
            <pc:docMk/>
            <pc:sldMk cId="54695671" sldId="531"/>
            <ac:picMk id="2" creationId="{004B97CA-A634-1742-E4A8-396D9F522C1A}"/>
          </ac:picMkLst>
        </pc:picChg>
        <pc:picChg chg="del">
          <ac:chgData name="强 李" userId="cd6c7ec7188785ae" providerId="LiveId" clId="{F02CE43A-45F1-424E-B08C-2AE31A0EDD7F}" dt="2023-11-10T22:00:10.036" v="3" actId="478"/>
          <ac:picMkLst>
            <pc:docMk/>
            <pc:sldMk cId="54695671" sldId="531"/>
            <ac:picMk id="6" creationId="{ED98C386-B822-E0D8-ABB7-E94213042042}"/>
          </ac:picMkLst>
        </pc:picChg>
      </pc:sldChg>
      <pc:sldChg chg="modSp mod">
        <pc:chgData name="强 李" userId="cd6c7ec7188785ae" providerId="LiveId" clId="{F02CE43A-45F1-424E-B08C-2AE31A0EDD7F}" dt="2023-11-10T21:59:00.048" v="0" actId="1076"/>
        <pc:sldMkLst>
          <pc:docMk/>
          <pc:sldMk cId="1557832261" sldId="593"/>
        </pc:sldMkLst>
        <pc:picChg chg="mod">
          <ac:chgData name="强 李" userId="cd6c7ec7188785ae" providerId="LiveId" clId="{F02CE43A-45F1-424E-B08C-2AE31A0EDD7F}" dt="2023-11-10T21:59:00.048" v="0" actId="1076"/>
          <ac:picMkLst>
            <pc:docMk/>
            <pc:sldMk cId="1557832261" sldId="593"/>
            <ac:picMk id="6" creationId="{787A98D2-310B-FF11-B7CB-8D8D5949085F}"/>
          </ac:picMkLst>
        </pc:pic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9E9044C-29D0-4A1F-8502-A32A8B4D1867}"/>
    <pc:docChg chg="undo custSel addSld delSld modSld sldOrd">
      <pc:chgData name="强 李" userId="cd6c7ec7188785ae" providerId="LiveId" clId="{39E9044C-29D0-4A1F-8502-A32A8B4D1867}" dt="2024-01-27T22:40:28.828" v="2515" actId="1076"/>
      <pc:docMkLst>
        <pc:docMk/>
      </pc:docMkLst>
      <pc:sldChg chg="addSp delSp modSp mod modTransition">
        <pc:chgData name="强 李" userId="cd6c7ec7188785ae" providerId="LiveId" clId="{39E9044C-29D0-4A1F-8502-A32A8B4D1867}" dt="2024-01-27T22:25:23.700" v="2476" actId="207"/>
        <pc:sldMkLst>
          <pc:docMk/>
          <pc:sldMk cId="0" sldId="425"/>
        </pc:sldMkLst>
        <pc:spChg chg="add mod">
          <ac:chgData name="强 李" userId="cd6c7ec7188785ae" providerId="LiveId" clId="{39E9044C-29D0-4A1F-8502-A32A8B4D1867}" dt="2024-01-27T02:20:08.289" v="132" actId="1076"/>
          <ac:spMkLst>
            <pc:docMk/>
            <pc:sldMk cId="0" sldId="425"/>
            <ac:spMk id="2" creationId="{D62C17CF-DD7A-6A31-BB75-955C076F4624}"/>
          </ac:spMkLst>
        </pc:spChg>
        <pc:spChg chg="mod">
          <ac:chgData name="强 李" userId="cd6c7ec7188785ae" providerId="LiveId" clId="{39E9044C-29D0-4A1F-8502-A32A8B4D1867}" dt="2024-01-27T22:25:23.700" v="2476" actId="207"/>
          <ac:spMkLst>
            <pc:docMk/>
            <pc:sldMk cId="0" sldId="425"/>
            <ac:spMk id="3" creationId="{FF9BF7C3-9929-69BC-A1CA-30EBD45BF72F}"/>
          </ac:spMkLst>
        </pc:spChg>
        <pc:spChg chg="add mod">
          <ac:chgData name="强 李" userId="cd6c7ec7188785ae" providerId="LiveId" clId="{39E9044C-29D0-4A1F-8502-A32A8B4D1867}" dt="2024-01-27T02:21:22.066" v="142"/>
          <ac:spMkLst>
            <pc:docMk/>
            <pc:sldMk cId="0" sldId="425"/>
            <ac:spMk id="4" creationId="{35EF397D-B1A0-5430-E17E-13B5F790855E}"/>
          </ac:spMkLst>
        </pc:spChg>
        <pc:spChg chg="mod">
          <ac:chgData name="强 李" userId="cd6c7ec7188785ae" providerId="LiveId" clId="{39E9044C-29D0-4A1F-8502-A32A8B4D1867}" dt="2024-01-27T02:11:34.581" v="46" actId="20577"/>
          <ac:spMkLst>
            <pc:docMk/>
            <pc:sldMk cId="0" sldId="425"/>
            <ac:spMk id="18" creationId="{00000000-0000-0000-0000-000000000000}"/>
          </ac:spMkLst>
        </pc:spChg>
        <pc:cxnChg chg="add del mod">
          <ac:chgData name="强 李" userId="cd6c7ec7188785ae" providerId="LiveId" clId="{39E9044C-29D0-4A1F-8502-A32A8B4D1867}" dt="2024-01-27T02:22:31.465" v="158" actId="478"/>
          <ac:cxnSpMkLst>
            <pc:docMk/>
            <pc:sldMk cId="0" sldId="425"/>
            <ac:cxnSpMk id="6" creationId="{0A2CF6D5-2F8C-B1BB-AF59-49BD9D6D5538}"/>
          </ac:cxnSpMkLst>
        </pc:cxnChg>
      </pc:sldChg>
      <pc:sldChg chg="delSp modSp mod ord">
        <pc:chgData name="强 李" userId="cd6c7ec7188785ae" providerId="LiveId" clId="{39E9044C-29D0-4A1F-8502-A32A8B4D1867}" dt="2024-01-27T13:43:06.890" v="414"/>
        <pc:sldMkLst>
          <pc:docMk/>
          <pc:sldMk cId="54695671" sldId="531"/>
        </pc:sldMkLst>
        <pc:spChg chg="del">
          <ac:chgData name="强 李" userId="cd6c7ec7188785ae" providerId="LiveId" clId="{39E9044C-29D0-4A1F-8502-A32A8B4D1867}" dt="2024-01-27T13:26:55.554" v="372" actId="478"/>
          <ac:spMkLst>
            <pc:docMk/>
            <pc:sldMk cId="54695671" sldId="531"/>
            <ac:spMk id="7" creationId="{4F728403-1B68-99D4-E3D1-CC6B68CC06B3}"/>
          </ac:spMkLst>
        </pc:spChg>
        <pc:spChg chg="del">
          <ac:chgData name="强 李" userId="cd6c7ec7188785ae" providerId="LiveId" clId="{39E9044C-29D0-4A1F-8502-A32A8B4D1867}" dt="2024-01-27T13:27:00.813" v="374" actId="478"/>
          <ac:spMkLst>
            <pc:docMk/>
            <pc:sldMk cId="54695671" sldId="531"/>
            <ac:spMk id="8" creationId="{3850CE0C-B5E6-8E07-C154-285724831152}"/>
          </ac:spMkLst>
        </pc:spChg>
        <pc:graphicFrameChg chg="mod">
          <ac:chgData name="强 李" userId="cd6c7ec7188785ae" providerId="LiveId" clId="{39E9044C-29D0-4A1F-8502-A32A8B4D1867}" dt="2024-01-27T13:26:49.983" v="371" actId="20577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cxnChg chg="del">
          <ac:chgData name="强 李" userId="cd6c7ec7188785ae" providerId="LiveId" clId="{39E9044C-29D0-4A1F-8502-A32A8B4D1867}" dt="2024-01-27T13:26:57.846" v="373" actId="478"/>
          <ac:cxnSpMkLst>
            <pc:docMk/>
            <pc:sldMk cId="54695671" sldId="531"/>
            <ac:cxnSpMk id="5" creationId="{13D7970A-E266-F48C-BAE7-478F67BDF07F}"/>
          </ac:cxnSpMkLst>
        </pc:cxnChg>
      </pc:sldChg>
      <pc:sldChg chg="modSp del">
        <pc:chgData name="强 李" userId="cd6c7ec7188785ae" providerId="LiveId" clId="{39E9044C-29D0-4A1F-8502-A32A8B4D1867}" dt="2024-01-27T21:20:28.805" v="1108" actId="2696"/>
        <pc:sldMkLst>
          <pc:docMk/>
          <pc:sldMk cId="1242525785" sldId="543"/>
        </pc:sldMkLst>
        <pc:graphicFrameChg chg="mod">
          <ac:chgData name="强 李" userId="cd6c7ec7188785ae" providerId="LiveId" clId="{39E9044C-29D0-4A1F-8502-A32A8B4D1867}" dt="2024-01-27T14:08:45.830" v="858" actId="16803"/>
          <ac:graphicFrameMkLst>
            <pc:docMk/>
            <pc:sldMk cId="1242525785" sldId="543"/>
            <ac:graphicFrameMk id="2" creationId="{7DC59C9B-64D5-1D1D-8333-542C061CA594}"/>
          </ac:graphicFrameMkLst>
        </pc:graphicFrameChg>
      </pc:sldChg>
      <pc:sldChg chg="modSp add del mod">
        <pc:chgData name="强 李" userId="cd6c7ec7188785ae" providerId="LiveId" clId="{39E9044C-29D0-4A1F-8502-A32A8B4D1867}" dt="2024-01-27T22:29:02.129" v="2484" actId="20577"/>
        <pc:sldMkLst>
          <pc:docMk/>
          <pc:sldMk cId="419382719" sldId="552"/>
        </pc:sldMkLst>
        <pc:spChg chg="mod">
          <ac:chgData name="强 李" userId="cd6c7ec7188785ae" providerId="LiveId" clId="{39E9044C-29D0-4A1F-8502-A32A8B4D1867}" dt="2024-01-27T22:29:02.129" v="248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39E9044C-29D0-4A1F-8502-A32A8B4D1867}" dt="2024-01-27T22:31:52.686" v="2509" actId="15"/>
        <pc:sldMkLst>
          <pc:docMk/>
          <pc:sldMk cId="530530540" sldId="553"/>
        </pc:sldMkLst>
        <pc:spChg chg="mod">
          <ac:chgData name="强 李" userId="cd6c7ec7188785ae" providerId="LiveId" clId="{39E9044C-29D0-4A1F-8502-A32A8B4D1867}" dt="2024-01-27T22:31:52.686" v="2509" actId="1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39E9044C-29D0-4A1F-8502-A32A8B4D1867}" dt="2024-01-27T13:27:19.326" v="382"/>
          <ac:spMkLst>
            <pc:docMk/>
            <pc:sldMk cId="530530540" sldId="553"/>
            <ac:spMk id="18" creationId="{00000000-0000-0000-0000-000000000000}"/>
          </ac:spMkLst>
        </pc:spChg>
      </pc:sldChg>
      <pc:sldChg chg="del">
        <pc:chgData name="强 李" userId="cd6c7ec7188785ae" providerId="LiveId" clId="{39E9044C-29D0-4A1F-8502-A32A8B4D1867}" dt="2024-01-27T13:26:15.257" v="370" actId="47"/>
        <pc:sldMkLst>
          <pc:docMk/>
          <pc:sldMk cId="3418790839" sldId="554"/>
        </pc:sldMkLst>
      </pc:sldChg>
      <pc:sldChg chg="modSp mod modNotesTx">
        <pc:chgData name="强 李" userId="cd6c7ec7188785ae" providerId="LiveId" clId="{39E9044C-29D0-4A1F-8502-A32A8B4D1867}" dt="2024-01-27T02:17:07.460" v="127" actId="20577"/>
        <pc:sldMkLst>
          <pc:docMk/>
          <pc:sldMk cId="1911491714" sldId="560"/>
        </pc:sldMkLst>
        <pc:spChg chg="mod">
          <ac:chgData name="强 李" userId="cd6c7ec7188785ae" providerId="LiveId" clId="{39E9044C-29D0-4A1F-8502-A32A8B4D1867}" dt="2024-01-27T02:09:52.336" v="8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39E9044C-29D0-4A1F-8502-A32A8B4D1867}" dt="2024-01-27T02:15:45.737" v="102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3921434846" sldId="587"/>
        </pc:sldMkLst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544642582" sldId="600"/>
        </pc:sldMkLst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2712179486" sldId="601"/>
        </pc:sldMkLst>
      </pc:sldChg>
      <pc:sldChg chg="addSp delSp modSp add mod setBg">
        <pc:chgData name="强 李" userId="cd6c7ec7188785ae" providerId="LiveId" clId="{39E9044C-29D0-4A1F-8502-A32A8B4D1867}" dt="2024-01-27T22:40:28.828" v="2515" actId="1076"/>
        <pc:sldMkLst>
          <pc:docMk/>
          <pc:sldMk cId="3612432375" sldId="602"/>
        </pc:sldMkLst>
        <pc:spChg chg="del">
          <ac:chgData name="强 李" userId="cd6c7ec7188785ae" providerId="LiveId" clId="{39E9044C-29D0-4A1F-8502-A32A8B4D1867}" dt="2024-01-27T13:13:39.179" v="219" actId="478"/>
          <ac:spMkLst>
            <pc:docMk/>
            <pc:sldMk cId="3612432375" sldId="602"/>
            <ac:spMk id="3" creationId="{F291ED4D-1AD4-0589-ACD3-0E7F99F74F3F}"/>
          </ac:spMkLst>
        </pc:spChg>
        <pc:spChg chg="add mod">
          <ac:chgData name="强 李" userId="cd6c7ec7188785ae" providerId="LiveId" clId="{39E9044C-29D0-4A1F-8502-A32A8B4D1867}" dt="2024-01-27T13:42:40.123" v="410" actId="113"/>
          <ac:spMkLst>
            <pc:docMk/>
            <pc:sldMk cId="3612432375" sldId="602"/>
            <ac:spMk id="5" creationId="{6DCAE4C7-5A64-B98E-28D0-B932F2054837}"/>
          </ac:spMkLst>
        </pc:spChg>
        <pc:spChg chg="mod">
          <ac:chgData name="强 李" userId="cd6c7ec7188785ae" providerId="LiveId" clId="{39E9044C-29D0-4A1F-8502-A32A8B4D1867}" dt="2024-01-27T13:13:56.300" v="227"/>
          <ac:spMkLst>
            <pc:docMk/>
            <pc:sldMk cId="3612432375" sldId="602"/>
            <ac:spMk id="18" creationId="{9C8F3542-9CE4-185A-C360-AB80F15AE60A}"/>
          </ac:spMkLst>
        </pc:spChg>
        <pc:picChg chg="add mod">
          <ac:chgData name="强 李" userId="cd6c7ec7188785ae" providerId="LiveId" clId="{39E9044C-29D0-4A1F-8502-A32A8B4D1867}" dt="2024-01-27T22:40:28.828" v="2515" actId="1076"/>
          <ac:picMkLst>
            <pc:docMk/>
            <pc:sldMk cId="3612432375" sldId="602"/>
            <ac:picMk id="3" creationId="{998EBC83-7DD7-78D3-7565-0E8ABA8B55E4}"/>
          </ac:picMkLst>
        </pc:picChg>
        <pc:picChg chg="add del mod">
          <ac:chgData name="强 李" userId="cd6c7ec7188785ae" providerId="LiveId" clId="{39E9044C-29D0-4A1F-8502-A32A8B4D1867}" dt="2024-01-27T22:40:16.452" v="2510" actId="478"/>
          <ac:picMkLst>
            <pc:docMk/>
            <pc:sldMk cId="3612432375" sldId="602"/>
            <ac:picMk id="4" creationId="{23426BEB-7337-528C-9943-B9F1E19F8D1B}"/>
          </ac:picMkLst>
        </pc:picChg>
      </pc:sldChg>
      <pc:sldChg chg="addSp modSp add mod setBg modNotesTx">
        <pc:chgData name="强 李" userId="cd6c7ec7188785ae" providerId="LiveId" clId="{39E9044C-29D0-4A1F-8502-A32A8B4D1867}" dt="2024-01-27T02:30:12.415" v="218" actId="20577"/>
        <pc:sldMkLst>
          <pc:docMk/>
          <pc:sldMk cId="1731156595" sldId="603"/>
        </pc:sldMkLst>
        <pc:spChg chg="add mod">
          <ac:chgData name="强 李" userId="cd6c7ec7188785ae" providerId="LiveId" clId="{39E9044C-29D0-4A1F-8502-A32A8B4D1867}" dt="2024-01-27T02:29:13.739" v="191"/>
          <ac:spMkLst>
            <pc:docMk/>
            <pc:sldMk cId="1731156595" sldId="603"/>
            <ac:spMk id="2" creationId="{3C0AECCC-28CD-B7BE-CB51-B1A371E2E3EB}"/>
          </ac:spMkLst>
        </pc:spChg>
        <pc:spChg chg="mod">
          <ac:chgData name="强 李" userId="cd6c7ec7188785ae" providerId="LiveId" clId="{39E9044C-29D0-4A1F-8502-A32A8B4D1867}" dt="2024-01-27T02:27:11.238" v="185" actId="6549"/>
          <ac:spMkLst>
            <pc:docMk/>
            <pc:sldMk cId="1731156595" sldId="603"/>
            <ac:spMk id="3" creationId="{8A538EE3-F6EA-0FD3-E620-134F8CE2AD72}"/>
          </ac:spMkLst>
        </pc:spChg>
        <pc:spChg chg="mod">
          <ac:chgData name="强 李" userId="cd6c7ec7188785ae" providerId="LiveId" clId="{39E9044C-29D0-4A1F-8502-A32A8B4D1867}" dt="2024-01-27T02:14:07.479" v="97"/>
          <ac:spMkLst>
            <pc:docMk/>
            <pc:sldMk cId="1731156595" sldId="603"/>
            <ac:spMk id="18" creationId="{77B48268-8DC2-26C4-0111-EC47204308AF}"/>
          </ac:spMkLst>
        </pc:spChg>
      </pc:sldChg>
      <pc:sldChg chg="addSp delSp modSp add del mod ord modClrScheme chgLayout">
        <pc:chgData name="强 李" userId="cd6c7ec7188785ae" providerId="LiveId" clId="{39E9044C-29D0-4A1F-8502-A32A8B4D1867}" dt="2024-01-27T13:21:52.794" v="341" actId="47"/>
        <pc:sldMkLst>
          <pc:docMk/>
          <pc:sldMk cId="3063116638" sldId="604"/>
        </pc:sldMkLst>
        <pc:spChg chg="del">
          <ac:chgData name="强 李" userId="cd6c7ec7188785ae" providerId="LiveId" clId="{39E9044C-29D0-4A1F-8502-A32A8B4D1867}" dt="2024-01-27T13:17:35.402" v="246" actId="478"/>
          <ac:spMkLst>
            <pc:docMk/>
            <pc:sldMk cId="3063116638" sldId="604"/>
            <ac:spMk id="2" creationId="{764318D1-796C-377C-8FB2-AAB36F494457}"/>
          </ac:spMkLst>
        </pc:spChg>
        <pc:spChg chg="add del mod">
          <ac:chgData name="强 李" userId="cd6c7ec7188785ae" providerId="LiveId" clId="{39E9044C-29D0-4A1F-8502-A32A8B4D1867}" dt="2024-01-27T13:18:48.337" v="263" actId="26606"/>
          <ac:spMkLst>
            <pc:docMk/>
            <pc:sldMk cId="3063116638" sldId="604"/>
            <ac:spMk id="3" creationId="{2D2F7563-D3F4-D4E2-84B6-14AEF33E9026}"/>
          </ac:spMkLst>
        </pc:spChg>
        <pc:spChg chg="mod">
          <ac:chgData name="强 李" userId="cd6c7ec7188785ae" providerId="LiveId" clId="{39E9044C-29D0-4A1F-8502-A32A8B4D1867}" dt="2024-01-27T13:18:48.337" v="263" actId="26606"/>
          <ac:spMkLst>
            <pc:docMk/>
            <pc:sldMk cId="3063116638" sldId="604"/>
            <ac:spMk id="18" creationId="{9A5472CE-1EF1-9F03-1E37-CEAD3CC00CC5}"/>
          </ac:spMkLst>
        </pc:spChg>
        <pc:graphicFrameChg chg="add del">
          <ac:chgData name="强 李" userId="cd6c7ec7188785ae" providerId="LiveId" clId="{39E9044C-29D0-4A1F-8502-A32A8B4D1867}" dt="2024-01-27T13:18:19.797" v="250" actId="26606"/>
          <ac:graphicFrameMkLst>
            <pc:docMk/>
            <pc:sldMk cId="3063116638" sldId="604"/>
            <ac:graphicFrameMk id="20" creationId="{DFFDC8B7-E8C7-1D47-C384-EFF36AB01583}"/>
          </ac:graphicFrameMkLst>
        </pc:graphicFrameChg>
        <pc:graphicFrameChg chg="add del">
          <ac:chgData name="强 李" userId="cd6c7ec7188785ae" providerId="LiveId" clId="{39E9044C-29D0-4A1F-8502-A32A8B4D1867}" dt="2024-01-27T13:18:28.766" v="252" actId="26606"/>
          <ac:graphicFrameMkLst>
            <pc:docMk/>
            <pc:sldMk cId="3063116638" sldId="604"/>
            <ac:graphicFrameMk id="22" creationId="{486F4A28-2D46-2099-1B39-E59992191CDF}"/>
          </ac:graphicFrameMkLst>
        </pc:graphicFrameChg>
        <pc:graphicFrameChg chg="add del">
          <ac:chgData name="强 李" userId="cd6c7ec7188785ae" providerId="LiveId" clId="{39E9044C-29D0-4A1F-8502-A32A8B4D1867}" dt="2024-01-27T13:18:30.308" v="254" actId="26606"/>
          <ac:graphicFrameMkLst>
            <pc:docMk/>
            <pc:sldMk cId="3063116638" sldId="604"/>
            <ac:graphicFrameMk id="24" creationId="{F754E7CF-BD26-8977-F12C-5A86D7E3E821}"/>
          </ac:graphicFrameMkLst>
        </pc:graphicFrameChg>
        <pc:graphicFrameChg chg="add del">
          <ac:chgData name="强 李" userId="cd6c7ec7188785ae" providerId="LiveId" clId="{39E9044C-29D0-4A1F-8502-A32A8B4D1867}" dt="2024-01-27T13:18:34.322" v="256" actId="26606"/>
          <ac:graphicFrameMkLst>
            <pc:docMk/>
            <pc:sldMk cId="3063116638" sldId="604"/>
            <ac:graphicFrameMk id="26" creationId="{39C38EF1-2E86-1C57-A000-1E8F5B0C581E}"/>
          </ac:graphicFrameMkLst>
        </pc:graphicFrameChg>
        <pc:graphicFrameChg chg="add del">
          <ac:chgData name="强 李" userId="cd6c7ec7188785ae" providerId="LiveId" clId="{39E9044C-29D0-4A1F-8502-A32A8B4D1867}" dt="2024-01-27T13:18:35.186" v="258" actId="26606"/>
          <ac:graphicFrameMkLst>
            <pc:docMk/>
            <pc:sldMk cId="3063116638" sldId="604"/>
            <ac:graphicFrameMk id="28" creationId="{51BF0E2B-6336-AB25-AE48-FB932737D7CE}"/>
          </ac:graphicFrameMkLst>
        </pc:graphicFrameChg>
        <pc:graphicFrameChg chg="add del">
          <ac:chgData name="强 李" userId="cd6c7ec7188785ae" providerId="LiveId" clId="{39E9044C-29D0-4A1F-8502-A32A8B4D1867}" dt="2024-01-27T13:18:46.198" v="260" actId="26606"/>
          <ac:graphicFrameMkLst>
            <pc:docMk/>
            <pc:sldMk cId="3063116638" sldId="604"/>
            <ac:graphicFrameMk id="30" creationId="{9A974299-C7D5-4202-7819-503407BE7B3C}"/>
          </ac:graphicFrameMkLst>
        </pc:graphicFrameChg>
        <pc:graphicFrameChg chg="add del">
          <ac:chgData name="强 李" userId="cd6c7ec7188785ae" providerId="LiveId" clId="{39E9044C-29D0-4A1F-8502-A32A8B4D1867}" dt="2024-01-27T13:18:48.311" v="262" actId="26606"/>
          <ac:graphicFrameMkLst>
            <pc:docMk/>
            <pc:sldMk cId="3063116638" sldId="604"/>
            <ac:graphicFrameMk id="32" creationId="{D1D45DE7-DADB-9A94-E12F-1A5EF8C42B2D}"/>
          </ac:graphicFrameMkLst>
        </pc:graphicFrameChg>
        <pc:graphicFrameChg chg="add">
          <ac:chgData name="强 李" userId="cd6c7ec7188785ae" providerId="LiveId" clId="{39E9044C-29D0-4A1F-8502-A32A8B4D1867}" dt="2024-01-27T13:18:48.337" v="263" actId="26606"/>
          <ac:graphicFrameMkLst>
            <pc:docMk/>
            <pc:sldMk cId="3063116638" sldId="604"/>
            <ac:graphicFrameMk id="34" creationId="{486F4A28-2D46-2099-1B39-E59992191CDF}"/>
          </ac:graphicFrameMkLst>
        </pc:graphicFrameChg>
      </pc:sldChg>
      <pc:sldChg chg="addSp delSp modSp add mod ord">
        <pc:chgData name="强 李" userId="cd6c7ec7188785ae" providerId="LiveId" clId="{39E9044C-29D0-4A1F-8502-A32A8B4D1867}" dt="2024-01-27T21:16:46.282" v="1026" actId="207"/>
        <pc:sldMkLst>
          <pc:docMk/>
          <pc:sldMk cId="1882420799" sldId="605"/>
        </pc:sldMkLst>
        <pc:spChg chg="del">
          <ac:chgData name="强 李" userId="cd6c7ec7188785ae" providerId="LiveId" clId="{39E9044C-29D0-4A1F-8502-A32A8B4D1867}" dt="2024-01-27T13:19:21.988" v="270" actId="478"/>
          <ac:spMkLst>
            <pc:docMk/>
            <pc:sldMk cId="1882420799" sldId="605"/>
            <ac:spMk id="2" creationId="{AB356AEC-0E5F-FBA5-924D-63D57AEB0E85}"/>
          </ac:spMkLst>
        </pc:spChg>
        <pc:spChg chg="del">
          <ac:chgData name="强 李" userId="cd6c7ec7188785ae" providerId="LiveId" clId="{39E9044C-29D0-4A1F-8502-A32A8B4D1867}" dt="2024-01-27T13:19:12.565" v="267" actId="478"/>
          <ac:spMkLst>
            <pc:docMk/>
            <pc:sldMk cId="1882420799" sldId="605"/>
            <ac:spMk id="3" creationId="{7C9208F7-918D-2DB9-8742-10D9AA7A3336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7" creationId="{346AE943-3516-AF2D-5D5A-D44D2CABE288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8" creationId="{F29688CF-C7E9-87C6-F238-2D96B1B866A5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9" creationId="{88C434D4-D1E1-A637-5E14-0CAD30E97129}"/>
          </ac:spMkLst>
        </pc:spChg>
        <pc:spChg chg="add mod">
          <ac:chgData name="强 李" userId="cd6c7ec7188785ae" providerId="LiveId" clId="{39E9044C-29D0-4A1F-8502-A32A8B4D1867}" dt="2024-01-27T21:16:46.282" v="1026" actId="207"/>
          <ac:spMkLst>
            <pc:docMk/>
            <pc:sldMk cId="1882420799" sldId="605"/>
            <ac:spMk id="10" creationId="{324DE7E7-631F-71BD-3729-89DF85771ECA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11" creationId="{51F4071B-0320-E40F-7B40-262358FECBA8}"/>
          </ac:spMkLst>
        </pc:spChg>
        <pc:spChg chg="add mod">
          <ac:chgData name="强 李" userId="cd6c7ec7188785ae" providerId="LiveId" clId="{39E9044C-29D0-4A1F-8502-A32A8B4D1867}" dt="2024-01-27T21:16:41.779" v="1024" actId="207"/>
          <ac:spMkLst>
            <pc:docMk/>
            <pc:sldMk cId="1882420799" sldId="605"/>
            <ac:spMk id="12" creationId="{3E8B4626-839D-371A-5A5D-F299C1940F73}"/>
          </ac:spMkLst>
        </pc:spChg>
        <pc:spChg chg="mod">
          <ac:chgData name="强 李" userId="cd6c7ec7188785ae" providerId="LiveId" clId="{39E9044C-29D0-4A1F-8502-A32A8B4D1867}" dt="2024-01-27T13:22:13.123" v="350" actId="14100"/>
          <ac:spMkLst>
            <pc:docMk/>
            <pc:sldMk cId="1882420799" sldId="605"/>
            <ac:spMk id="18" creationId="{FA7AF04E-E551-532F-7B4F-F3216F257377}"/>
          </ac:spMkLst>
        </pc:spChg>
        <pc:grpChg chg="add mod">
          <ac:chgData name="强 李" userId="cd6c7ec7188785ae" providerId="LiveId" clId="{39E9044C-29D0-4A1F-8502-A32A8B4D1867}" dt="2024-01-27T13:23:11.310" v="361" actId="14100"/>
          <ac:grpSpMkLst>
            <pc:docMk/>
            <pc:sldMk cId="1882420799" sldId="605"/>
            <ac:grpSpMk id="4" creationId="{08386025-7A97-2B30-5088-1728A0E02E9D}"/>
          </ac:grpSpMkLst>
        </pc:grpChg>
        <pc:grpChg chg="add mod">
          <ac:chgData name="强 李" userId="cd6c7ec7188785ae" providerId="LiveId" clId="{39E9044C-29D0-4A1F-8502-A32A8B4D1867}" dt="2024-01-27T13:19:24.794" v="272" actId="1076"/>
          <ac:grpSpMkLst>
            <pc:docMk/>
            <pc:sldMk cId="1882420799" sldId="605"/>
            <ac:grpSpMk id="5" creationId="{BE089B51-E644-2142-CA26-7BECC4FE9FA6}"/>
          </ac:grpSpMkLst>
        </pc:grpChg>
        <pc:grpChg chg="add mod">
          <ac:chgData name="强 李" userId="cd6c7ec7188785ae" providerId="LiveId" clId="{39E9044C-29D0-4A1F-8502-A32A8B4D1867}" dt="2024-01-27T13:19:24.794" v="272" actId="1076"/>
          <ac:grpSpMkLst>
            <pc:docMk/>
            <pc:sldMk cId="1882420799" sldId="605"/>
            <ac:grpSpMk id="6" creationId="{09BEE846-0476-2F47-8C58-DC2938E6E9F3}"/>
          </ac:grpSpMkLst>
        </pc:grpChg>
      </pc:sldChg>
      <pc:sldChg chg="modSp add del mod">
        <pc:chgData name="强 李" userId="cd6c7ec7188785ae" providerId="LiveId" clId="{39E9044C-29D0-4A1F-8502-A32A8B4D1867}" dt="2024-01-27T21:20:37.551" v="1112" actId="2696"/>
        <pc:sldMkLst>
          <pc:docMk/>
          <pc:sldMk cId="4077532394" sldId="606"/>
        </pc:sldMkLst>
        <pc:spChg chg="mod">
          <ac:chgData name="强 李" userId="cd6c7ec7188785ae" providerId="LiveId" clId="{39E9044C-29D0-4A1F-8502-A32A8B4D1867}" dt="2024-01-27T13:59:05.036" v="737" actId="113"/>
          <ac:spMkLst>
            <pc:docMk/>
            <pc:sldMk cId="4077532394" sldId="606"/>
            <ac:spMk id="2" creationId="{16D956BE-0385-7EA6-7CB3-246D71E4FBB0}"/>
          </ac:spMkLst>
        </pc:spChg>
      </pc:sldChg>
      <pc:sldChg chg="add del">
        <pc:chgData name="强 李" userId="cd6c7ec7188785ae" providerId="LiveId" clId="{39E9044C-29D0-4A1F-8502-A32A8B4D1867}" dt="2024-01-27T13:19:14.184" v="269"/>
        <pc:sldMkLst>
          <pc:docMk/>
          <pc:sldMk cId="4126351175" sldId="606"/>
        </pc:sldMkLst>
      </pc:sldChg>
      <pc:sldChg chg="modSp add del mod">
        <pc:chgData name="强 李" userId="cd6c7ec7188785ae" providerId="LiveId" clId="{39E9044C-29D0-4A1F-8502-A32A8B4D1867}" dt="2024-01-27T21:22:27.009" v="1123" actId="113"/>
        <pc:sldMkLst>
          <pc:docMk/>
          <pc:sldMk cId="2766224610" sldId="607"/>
        </pc:sldMkLst>
        <pc:spChg chg="mod">
          <ac:chgData name="强 李" userId="cd6c7ec7188785ae" providerId="LiveId" clId="{39E9044C-29D0-4A1F-8502-A32A8B4D1867}" dt="2024-01-27T21:22:27.009" v="1123" actId="113"/>
          <ac:spMkLst>
            <pc:docMk/>
            <pc:sldMk cId="2766224610" sldId="607"/>
            <ac:spMk id="2" creationId="{87FB5D65-A6E1-D839-F3E2-CDBB50D60D94}"/>
          </ac:spMkLst>
        </pc:spChg>
      </pc:sldChg>
      <pc:sldChg chg="modSp add mod">
        <pc:chgData name="强 李" userId="cd6c7ec7188785ae" providerId="LiveId" clId="{39E9044C-29D0-4A1F-8502-A32A8B4D1867}" dt="2024-01-27T22:31:21.906" v="2490" actId="20577"/>
        <pc:sldMkLst>
          <pc:docMk/>
          <pc:sldMk cId="2879203234" sldId="608"/>
        </pc:sldMkLst>
        <pc:spChg chg="mod">
          <ac:chgData name="强 李" userId="cd6c7ec7188785ae" providerId="LiveId" clId="{39E9044C-29D0-4A1F-8502-A32A8B4D1867}" dt="2024-01-27T22:31:21.906" v="2490" actId="20577"/>
          <ac:spMkLst>
            <pc:docMk/>
            <pc:sldMk cId="2879203234" sldId="608"/>
            <ac:spMk id="2" creationId="{400E9EAD-F249-D27D-CC30-B23058177C34}"/>
          </ac:spMkLst>
        </pc:spChg>
      </pc:sldChg>
      <pc:sldChg chg="modSp add mod">
        <pc:chgData name="强 李" userId="cd6c7ec7188785ae" providerId="LiveId" clId="{39E9044C-29D0-4A1F-8502-A32A8B4D1867}" dt="2024-01-27T21:28:43.890" v="1288"/>
        <pc:sldMkLst>
          <pc:docMk/>
          <pc:sldMk cId="449309727" sldId="609"/>
        </pc:sldMkLst>
        <pc:spChg chg="mod">
          <ac:chgData name="强 李" userId="cd6c7ec7188785ae" providerId="LiveId" clId="{39E9044C-29D0-4A1F-8502-A32A8B4D1867}" dt="2024-01-27T21:28:43.890" v="1288"/>
          <ac:spMkLst>
            <pc:docMk/>
            <pc:sldMk cId="449309727" sldId="609"/>
            <ac:spMk id="2" creationId="{1CBC045A-6210-98EF-0B2F-19EC00E8FDB5}"/>
          </ac:spMkLst>
        </pc:spChg>
      </pc:sldChg>
      <pc:sldChg chg="modSp add del mod">
        <pc:chgData name="强 李" userId="cd6c7ec7188785ae" providerId="LiveId" clId="{39E9044C-29D0-4A1F-8502-A32A8B4D1867}" dt="2024-01-27T21:20:28.214" v="1107" actId="2696"/>
        <pc:sldMkLst>
          <pc:docMk/>
          <pc:sldMk cId="1654283137" sldId="609"/>
        </pc:sldMkLst>
        <pc:spChg chg="mod">
          <ac:chgData name="强 李" userId="cd6c7ec7188785ae" providerId="LiveId" clId="{39E9044C-29D0-4A1F-8502-A32A8B4D1867}" dt="2024-01-27T21:19:38.826" v="1106" actId="108"/>
          <ac:spMkLst>
            <pc:docMk/>
            <pc:sldMk cId="1654283137" sldId="609"/>
            <ac:spMk id="2" creationId="{A1199DBB-BF3F-534E-7B87-4D3C5F519C33}"/>
          </ac:spMkLst>
        </pc:spChg>
      </pc:sldChg>
      <pc:sldChg chg="modSp add mod">
        <pc:chgData name="强 李" userId="cd6c7ec7188785ae" providerId="LiveId" clId="{39E9044C-29D0-4A1F-8502-A32A8B4D1867}" dt="2024-01-27T21:36:00.183" v="1371"/>
        <pc:sldMkLst>
          <pc:docMk/>
          <pc:sldMk cId="1803571379" sldId="610"/>
        </pc:sldMkLst>
        <pc:spChg chg="mod">
          <ac:chgData name="强 李" userId="cd6c7ec7188785ae" providerId="LiveId" clId="{39E9044C-29D0-4A1F-8502-A32A8B4D1867}" dt="2024-01-27T21:36:00.183" v="1371"/>
          <ac:spMkLst>
            <pc:docMk/>
            <pc:sldMk cId="1803571379" sldId="610"/>
            <ac:spMk id="2" creationId="{2FAE84E7-CFA3-D615-CDCF-091347656555}"/>
          </ac:spMkLst>
        </pc:spChg>
      </pc:sldChg>
      <pc:sldChg chg="modSp add mod">
        <pc:chgData name="强 李" userId="cd6c7ec7188785ae" providerId="LiveId" clId="{39E9044C-29D0-4A1F-8502-A32A8B4D1867}" dt="2024-01-27T22:28:08.668" v="2477" actId="14100"/>
        <pc:sldMkLst>
          <pc:docMk/>
          <pc:sldMk cId="4208149016" sldId="611"/>
        </pc:sldMkLst>
        <pc:spChg chg="mod">
          <ac:chgData name="强 李" userId="cd6c7ec7188785ae" providerId="LiveId" clId="{39E9044C-29D0-4A1F-8502-A32A8B4D1867}" dt="2024-01-27T22:28:08.668" v="2477" actId="14100"/>
          <ac:spMkLst>
            <pc:docMk/>
            <pc:sldMk cId="4208149016" sldId="611"/>
            <ac:spMk id="2" creationId="{459B45DA-97CC-B5D1-121A-3AC3E83F285A}"/>
          </ac:spMkLst>
        </pc:spChg>
      </pc:sldChg>
      <pc:sldChg chg="modSp add mod">
        <pc:chgData name="强 李" userId="cd6c7ec7188785ae" providerId="LiveId" clId="{39E9044C-29D0-4A1F-8502-A32A8B4D1867}" dt="2024-01-27T21:43:26.386" v="1615" actId="15"/>
        <pc:sldMkLst>
          <pc:docMk/>
          <pc:sldMk cId="4126570014" sldId="612"/>
        </pc:sldMkLst>
        <pc:spChg chg="mod">
          <ac:chgData name="强 李" userId="cd6c7ec7188785ae" providerId="LiveId" clId="{39E9044C-29D0-4A1F-8502-A32A8B4D1867}" dt="2024-01-27T21:43:26.386" v="1615" actId="15"/>
          <ac:spMkLst>
            <pc:docMk/>
            <pc:sldMk cId="4126570014" sldId="612"/>
            <ac:spMk id="2" creationId="{8528A84E-69E8-297B-E9C4-1DF493DD3186}"/>
          </ac:spMkLst>
        </pc:spChg>
      </pc:sldChg>
      <pc:sldChg chg="modSp add mod">
        <pc:chgData name="强 李" userId="cd6c7ec7188785ae" providerId="LiveId" clId="{39E9044C-29D0-4A1F-8502-A32A8B4D1867}" dt="2024-01-27T22:28:25.146" v="2481"/>
        <pc:sldMkLst>
          <pc:docMk/>
          <pc:sldMk cId="3636761510" sldId="613"/>
        </pc:sldMkLst>
        <pc:spChg chg="mod">
          <ac:chgData name="强 李" userId="cd6c7ec7188785ae" providerId="LiveId" clId="{39E9044C-29D0-4A1F-8502-A32A8B4D1867}" dt="2024-01-27T22:28:25.146" v="2481"/>
          <ac:spMkLst>
            <pc:docMk/>
            <pc:sldMk cId="3636761510" sldId="613"/>
            <ac:spMk id="2" creationId="{7FA86EDE-6D60-6265-F0EA-B989F1CA99CC}"/>
          </ac:spMkLst>
        </pc:spChg>
      </pc:sldChg>
      <pc:sldChg chg="modSp add mod">
        <pc:chgData name="强 李" userId="cd6c7ec7188785ae" providerId="LiveId" clId="{39E9044C-29D0-4A1F-8502-A32A8B4D1867}" dt="2024-01-27T21:59:58.271" v="1992" actId="113"/>
        <pc:sldMkLst>
          <pc:docMk/>
          <pc:sldMk cId="1953469708" sldId="614"/>
        </pc:sldMkLst>
        <pc:spChg chg="mod">
          <ac:chgData name="强 李" userId="cd6c7ec7188785ae" providerId="LiveId" clId="{39E9044C-29D0-4A1F-8502-A32A8B4D1867}" dt="2024-01-27T21:59:58.271" v="1992" actId="113"/>
          <ac:spMkLst>
            <pc:docMk/>
            <pc:sldMk cId="1953469708" sldId="614"/>
            <ac:spMk id="2" creationId="{4CB2BEF6-CDFA-C095-C919-0F03BBB80BE2}"/>
          </ac:spMkLst>
        </pc:spChg>
        <pc:spChg chg="mod">
          <ac:chgData name="强 李" userId="cd6c7ec7188785ae" providerId="LiveId" clId="{39E9044C-29D0-4A1F-8502-A32A8B4D1867}" dt="2024-01-27T21:55:40.319" v="1866" actId="20577"/>
          <ac:spMkLst>
            <pc:docMk/>
            <pc:sldMk cId="1953469708" sldId="614"/>
            <ac:spMk id="18" creationId="{7C3546CC-A0D6-B1B3-451C-824517F97B97}"/>
          </ac:spMkLst>
        </pc:spChg>
      </pc:sldChg>
      <pc:sldChg chg="modSp add del mod">
        <pc:chgData name="强 李" userId="cd6c7ec7188785ae" providerId="LiveId" clId="{39E9044C-29D0-4A1F-8502-A32A8B4D1867}" dt="2024-01-27T21:47:57.179" v="1662" actId="47"/>
        <pc:sldMkLst>
          <pc:docMk/>
          <pc:sldMk cId="351293259" sldId="615"/>
        </pc:sldMkLst>
        <pc:spChg chg="mod">
          <ac:chgData name="强 李" userId="cd6c7ec7188785ae" providerId="LiveId" clId="{39E9044C-29D0-4A1F-8502-A32A8B4D1867}" dt="2024-01-27T21:45:50.487" v="1661"/>
          <ac:spMkLst>
            <pc:docMk/>
            <pc:sldMk cId="351293259" sldId="615"/>
            <ac:spMk id="2" creationId="{4A833C1C-2CDA-FE28-B198-2A4CFC858A3C}"/>
          </ac:spMkLst>
        </pc:spChg>
      </pc:sldChg>
      <pc:sldChg chg="modSp add mod">
        <pc:chgData name="强 李" userId="cd6c7ec7188785ae" providerId="LiveId" clId="{39E9044C-29D0-4A1F-8502-A32A8B4D1867}" dt="2024-01-27T22:23:43.851" v="2468"/>
        <pc:sldMkLst>
          <pc:docMk/>
          <pc:sldMk cId="3479652480" sldId="615"/>
        </pc:sldMkLst>
        <pc:spChg chg="mod">
          <ac:chgData name="强 李" userId="cd6c7ec7188785ae" providerId="LiveId" clId="{39E9044C-29D0-4A1F-8502-A32A8B4D1867}" dt="2024-01-27T22:23:43.851" v="2468"/>
          <ac:spMkLst>
            <pc:docMk/>
            <pc:sldMk cId="3479652480" sldId="615"/>
            <ac:spMk id="2" creationId="{8CD0C20C-FEA6-3C84-1215-997387ED927F}"/>
          </ac:spMkLst>
        </pc:spChg>
      </pc:sldChg>
      <pc:sldChg chg="modSp add mod modNotesTx">
        <pc:chgData name="强 李" userId="cd6c7ec7188785ae" providerId="LiveId" clId="{39E9044C-29D0-4A1F-8502-A32A8B4D1867}" dt="2024-01-27T22:16:30.249" v="2330" actId="108"/>
        <pc:sldMkLst>
          <pc:docMk/>
          <pc:sldMk cId="580944795" sldId="616"/>
        </pc:sldMkLst>
        <pc:spChg chg="mod">
          <ac:chgData name="强 李" userId="cd6c7ec7188785ae" providerId="LiveId" clId="{39E9044C-29D0-4A1F-8502-A32A8B4D1867}" dt="2024-01-27T22:16:30.249" v="2330" actId="108"/>
          <ac:spMkLst>
            <pc:docMk/>
            <pc:sldMk cId="580944795" sldId="616"/>
            <ac:spMk id="2" creationId="{4C92E75B-40BD-5807-7920-8DF9BF9EACEA}"/>
          </ac:spMkLst>
        </pc:spChg>
      </pc:sldChg>
      <pc:sldChg chg="modSp add mod">
        <pc:chgData name="强 李" userId="cd6c7ec7188785ae" providerId="LiveId" clId="{39E9044C-29D0-4A1F-8502-A32A8B4D1867}" dt="2024-01-27T22:12:39.158" v="2277" actId="6549"/>
        <pc:sldMkLst>
          <pc:docMk/>
          <pc:sldMk cId="2636579260" sldId="617"/>
        </pc:sldMkLst>
        <pc:spChg chg="mod">
          <ac:chgData name="强 李" userId="cd6c7ec7188785ae" providerId="LiveId" clId="{39E9044C-29D0-4A1F-8502-A32A8B4D1867}" dt="2024-01-27T22:12:39.158" v="2277" actId="6549"/>
          <ac:spMkLst>
            <pc:docMk/>
            <pc:sldMk cId="2636579260" sldId="617"/>
            <ac:spMk id="2" creationId="{87F283D1-9C7F-DED0-E7D6-16102A19E9B8}"/>
          </ac:spMkLst>
        </pc:spChg>
      </pc:sldChg>
      <pc:sldChg chg="add del">
        <pc:chgData name="强 李" userId="cd6c7ec7188785ae" providerId="LiveId" clId="{39E9044C-29D0-4A1F-8502-A32A8B4D1867}" dt="2024-01-27T22:16:39.478" v="2331" actId="47"/>
        <pc:sldMkLst>
          <pc:docMk/>
          <pc:sldMk cId="3940394429" sldId="618"/>
        </pc:sldMkLst>
      </pc:sldChg>
      <pc:sldChg chg="delSp modSp add mod">
        <pc:chgData name="强 李" userId="cd6c7ec7188785ae" providerId="LiveId" clId="{39E9044C-29D0-4A1F-8502-A32A8B4D1867}" dt="2024-01-27T22:24:01.461" v="2470" actId="20578"/>
        <pc:sldMkLst>
          <pc:docMk/>
          <pc:sldMk cId="3800701075" sldId="619"/>
        </pc:sldMkLst>
        <pc:spChg chg="del">
          <ac:chgData name="强 李" userId="cd6c7ec7188785ae" providerId="LiveId" clId="{39E9044C-29D0-4A1F-8502-A32A8B4D1867}" dt="2024-01-27T22:16:47.996" v="2332" actId="478"/>
          <ac:spMkLst>
            <pc:docMk/>
            <pc:sldMk cId="3800701075" sldId="619"/>
            <ac:spMk id="2" creationId="{3B9F0C15-D7A2-6C28-00BE-21D09CF17771}"/>
          </ac:spMkLst>
        </pc:spChg>
        <pc:spChg chg="mod">
          <ac:chgData name="强 李" userId="cd6c7ec7188785ae" providerId="LiveId" clId="{39E9044C-29D0-4A1F-8502-A32A8B4D1867}" dt="2024-01-27T22:24:01.461" v="2470" actId="20578"/>
          <ac:spMkLst>
            <pc:docMk/>
            <pc:sldMk cId="3800701075" sldId="619"/>
            <ac:spMk id="3" creationId="{B2B5262A-80C7-D9E4-0565-B9BE55DC2452}"/>
          </ac:spMkLst>
        </pc:spChg>
        <pc:spChg chg="mod">
          <ac:chgData name="强 李" userId="cd6c7ec7188785ae" providerId="LiveId" clId="{39E9044C-29D0-4A1F-8502-A32A8B4D1867}" dt="2024-01-27T22:19:23.671" v="2355"/>
          <ac:spMkLst>
            <pc:docMk/>
            <pc:sldMk cId="3800701075" sldId="619"/>
            <ac:spMk id="18" creationId="{5EAC4D9F-1EC9-8AC9-6956-A7E423D3B59F}"/>
          </ac:spMkLst>
        </pc:spChg>
      </pc:sldChg>
    </pc:docChg>
  </pc:docChgLst>
  <pc:docChgLst>
    <pc:chgData name="强 李" userId="cd6c7ec7188785ae" providerId="LiveId" clId="{BFE1E5BE-67E2-456A-A8EE-309133F342B5}"/>
    <pc:docChg chg="undo custSel addSld delSld modSld">
      <pc:chgData name="强 李" userId="cd6c7ec7188785ae" providerId="LiveId" clId="{BFE1E5BE-67E2-456A-A8EE-309133F342B5}" dt="2023-11-04T21:32:56.270" v="1533"/>
      <pc:docMkLst>
        <pc:docMk/>
      </pc:docMkLst>
      <pc:sldChg chg="modSp mod">
        <pc:chgData name="强 李" userId="cd6c7ec7188785ae" providerId="LiveId" clId="{BFE1E5BE-67E2-456A-A8EE-309133F342B5}" dt="2023-11-04T14:09:20.718" v="18" actId="404"/>
        <pc:sldMkLst>
          <pc:docMk/>
          <pc:sldMk cId="0" sldId="425"/>
        </pc:sldMkLst>
        <pc:spChg chg="mod">
          <ac:chgData name="强 李" userId="cd6c7ec7188785ae" providerId="LiveId" clId="{BFE1E5BE-67E2-456A-A8EE-309133F342B5}" dt="2023-11-04T14:09:20.718" v="18" actId="404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BFE1E5BE-67E2-456A-A8EE-309133F342B5}" dt="2023-11-04T14:08:51.681" v="13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BFE1E5BE-67E2-456A-A8EE-309133F342B5}" dt="2023-11-04T14:12:27.561" v="80"/>
        <pc:sldMkLst>
          <pc:docMk/>
          <pc:sldMk cId="54695671" sldId="531"/>
        </pc:sldMkLst>
        <pc:spChg chg="del mod">
          <ac:chgData name="强 李" userId="cd6c7ec7188785ae" providerId="LiveId" clId="{BFE1E5BE-67E2-456A-A8EE-309133F342B5}" dt="2023-11-04T14:12:27.561" v="80"/>
          <ac:spMkLst>
            <pc:docMk/>
            <pc:sldMk cId="54695671" sldId="531"/>
            <ac:spMk id="2" creationId="{00000000-0000-0000-0000-000000000000}"/>
          </ac:spMkLst>
        </pc:spChg>
        <pc:picChg chg="add del">
          <ac:chgData name="强 李" userId="cd6c7ec7188785ae" providerId="LiveId" clId="{BFE1E5BE-67E2-456A-A8EE-309133F342B5}" dt="2023-11-04T14:12:19.667" v="75" actId="22"/>
          <ac:picMkLst>
            <pc:docMk/>
            <pc:sldMk cId="54695671" sldId="531"/>
            <ac:picMk id="4" creationId="{D0C3640B-1392-5C8E-CF92-6AB4FBDA659D}"/>
          </ac:picMkLst>
        </pc:picChg>
        <pc:picChg chg="add mod">
          <ac:chgData name="强 李" userId="cd6c7ec7188785ae" providerId="LiveId" clId="{BFE1E5BE-67E2-456A-A8EE-309133F342B5}" dt="2023-11-04T14:12:27.205" v="78" actId="1076"/>
          <ac:picMkLst>
            <pc:docMk/>
            <pc:sldMk cId="54695671" sldId="531"/>
            <ac:picMk id="6" creationId="{ED98C386-B822-E0D8-ABB7-E94213042042}"/>
          </ac:picMkLst>
        </pc:picChg>
      </pc:sldChg>
      <pc:sldChg chg="addSp delSp modSp mod setBg">
        <pc:chgData name="强 李" userId="cd6c7ec7188785ae" providerId="LiveId" clId="{BFE1E5BE-67E2-456A-A8EE-309133F342B5}" dt="2023-11-04T21:32:29.212" v="1526" actId="478"/>
        <pc:sldMkLst>
          <pc:docMk/>
          <pc:sldMk cId="1242525785" sldId="543"/>
        </pc:sldMkLst>
        <pc:spChg chg="add del mod">
          <ac:chgData name="强 李" userId="cd6c7ec7188785ae" providerId="LiveId" clId="{BFE1E5BE-67E2-456A-A8EE-309133F342B5}" dt="2023-11-04T21:23:00.306" v="1479" actId="26606"/>
          <ac:spMkLst>
            <pc:docMk/>
            <pc:sldMk cId="1242525785" sldId="543"/>
            <ac:spMk id="2" creationId="{00000000-0000-0000-0000-000000000000}"/>
          </ac:spMkLst>
        </pc:spChg>
        <pc:spChg chg="add del mod">
          <ac:chgData name="强 李" userId="cd6c7ec7188785ae" providerId="LiveId" clId="{BFE1E5BE-67E2-456A-A8EE-309133F342B5}" dt="2023-11-04T21:32:29.212" v="1526" actId="478"/>
          <ac:spMkLst>
            <pc:docMk/>
            <pc:sldMk cId="1242525785" sldId="543"/>
            <ac:spMk id="3" creationId="{DF7855F5-2361-52E4-8FC9-1AD7D77E0191}"/>
          </ac:spMkLst>
        </pc:spChg>
        <pc:spChg chg="mod">
          <ac:chgData name="强 李" userId="cd6c7ec7188785ae" providerId="LiveId" clId="{BFE1E5BE-67E2-456A-A8EE-309133F342B5}" dt="2023-11-04T21:23:00.298" v="1478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4" creationId="{2E442304-DDBD-4F7B-8017-36BCC863FB4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6" creationId="{5E107275-3853-46FD-A241-DE4355A42675}"/>
          </ac:spMkLst>
        </pc:spChg>
        <pc:spChg chg="add del">
          <ac:chgData name="强 李" userId="cd6c7ec7188785ae" providerId="LiveId" clId="{BFE1E5BE-67E2-456A-A8EE-309133F342B5}" dt="2023-11-04T21:22:56.926" v="1474" actId="26606"/>
          <ac:spMkLst>
            <pc:docMk/>
            <pc:sldMk cId="1242525785" sldId="543"/>
            <ac:spMk id="28" creationId="{2659FDB4-FCBE-4A89-B46D-43D4FA54464D}"/>
          </ac:spMkLst>
        </pc:spChg>
        <pc:graphicFrameChg chg="add del">
          <ac:chgData name="强 李" userId="cd6c7ec7188785ae" providerId="LiveId" clId="{BFE1E5BE-67E2-456A-A8EE-309133F342B5}" dt="2023-11-04T21:22:48.942" v="1472" actId="26606"/>
          <ac:graphicFrameMkLst>
            <pc:docMk/>
            <pc:sldMk cId="1242525785" sldId="543"/>
            <ac:graphicFrameMk id="20" creationId="{567B558F-B9DD-AD76-DEBA-966180E27BBD}"/>
          </ac:graphicFrameMkLst>
        </pc:graphicFrameChg>
        <pc:graphicFrameChg chg="add del">
          <ac:chgData name="强 李" userId="cd6c7ec7188785ae" providerId="LiveId" clId="{BFE1E5BE-67E2-456A-A8EE-309133F342B5}" dt="2023-11-04T21:22:56.926" v="1474" actId="26606"/>
          <ac:graphicFrameMkLst>
            <pc:docMk/>
            <pc:sldMk cId="1242525785" sldId="543"/>
            <ac:graphicFrameMk id="30" creationId="{34A0FB43-AA49-C7AF-9500-41B998D8FD04}"/>
          </ac:graphicFrameMkLst>
        </pc:graphicFrameChg>
        <pc:graphicFrameChg chg="add del">
          <ac:chgData name="强 李" userId="cd6c7ec7188785ae" providerId="LiveId" clId="{BFE1E5BE-67E2-456A-A8EE-309133F342B5}" dt="2023-11-04T21:22:58.898" v="1476" actId="26606"/>
          <ac:graphicFrameMkLst>
            <pc:docMk/>
            <pc:sldMk cId="1242525785" sldId="543"/>
            <ac:graphicFrameMk id="32" creationId="{F41165E4-B578-744B-8575-E91419BF79A1}"/>
          </ac:graphicFrameMkLst>
        </pc:graphicFrameChg>
        <pc:graphicFrameChg chg="add del">
          <ac:chgData name="强 李" userId="cd6c7ec7188785ae" providerId="LiveId" clId="{BFE1E5BE-67E2-456A-A8EE-309133F342B5}" dt="2023-11-04T21:23:00.298" v="1478" actId="26606"/>
          <ac:graphicFrameMkLst>
            <pc:docMk/>
            <pc:sldMk cId="1242525785" sldId="543"/>
            <ac:graphicFrameMk id="34" creationId="{93B9EAD2-8753-B650-D1BD-E449CF64E790}"/>
          </ac:graphicFrameMkLst>
        </pc:graphicFrameChg>
        <pc:graphicFrameChg chg="add mod modGraphic">
          <ac:chgData name="强 李" userId="cd6c7ec7188785ae" providerId="LiveId" clId="{BFE1E5BE-67E2-456A-A8EE-309133F342B5}" dt="2023-11-04T21:27:19.398" v="1502" actId="13782"/>
          <ac:graphicFrameMkLst>
            <pc:docMk/>
            <pc:sldMk cId="1242525785" sldId="543"/>
            <ac:graphicFrameMk id="36" creationId="{B12BE72B-659A-7AF7-7767-61D717B88CD0}"/>
          </ac:graphicFrameMkLst>
        </pc:graphicFrameChg>
        <pc:picChg chg="add del">
          <ac:chgData name="强 李" userId="cd6c7ec7188785ae" providerId="LiveId" clId="{BFE1E5BE-67E2-456A-A8EE-309133F342B5}" dt="2023-11-04T21:23:00.298" v="1478" actId="26606"/>
          <ac:picMkLst>
            <pc:docMk/>
            <pc:sldMk cId="1242525785" sldId="543"/>
            <ac:picMk id="21" creationId="{D40957BC-060B-8B7F-4B51-1E769A6F4D82}"/>
          </ac:picMkLst>
        </pc:picChg>
        <pc:cxnChg chg="add del">
          <ac:chgData name="强 李" userId="cd6c7ec7188785ae" providerId="LiveId" clId="{BFE1E5BE-67E2-456A-A8EE-309133F342B5}" dt="2023-11-04T21:22:56.926" v="1474" actId="26606"/>
          <ac:cxnSpMkLst>
            <pc:docMk/>
            <pc:sldMk cId="1242525785" sldId="543"/>
            <ac:cxnSpMk id="29" creationId="{C8F51B3F-8331-4E4A-AE96-D47B1006EEAD}"/>
          </ac:cxnSpMkLst>
        </pc:cxnChg>
      </pc:sldChg>
      <pc:sldChg chg="addSp delSp modSp mod">
        <pc:chgData name="强 李" userId="cd6c7ec7188785ae" providerId="LiveId" clId="{BFE1E5BE-67E2-456A-A8EE-309133F342B5}" dt="2023-11-04T21:32:56.270" v="1533"/>
        <pc:sldMkLst>
          <pc:docMk/>
          <pc:sldMk cId="419382719" sldId="552"/>
        </pc:sldMkLst>
        <pc:spChg chg="add del mod">
          <ac:chgData name="强 李" userId="cd6c7ec7188785ae" providerId="LiveId" clId="{BFE1E5BE-67E2-456A-A8EE-309133F342B5}" dt="2023-11-04T21:32:56.270" v="1533"/>
          <ac:spMkLst>
            <pc:docMk/>
            <pc:sldMk cId="419382719" sldId="552"/>
            <ac:spMk id="2" creationId="{00000000-0000-0000-0000-000000000000}"/>
          </ac:spMkLst>
        </pc:spChg>
        <pc:graphicFrameChg chg="add del">
          <ac:chgData name="强 李" userId="cd6c7ec7188785ae" providerId="LiveId" clId="{BFE1E5BE-67E2-456A-A8EE-309133F342B5}" dt="2023-11-04T21:28:04.967" v="1504" actId="26606"/>
          <ac:graphicFrameMkLst>
            <pc:docMk/>
            <pc:sldMk cId="419382719" sldId="552"/>
            <ac:graphicFrameMk id="20" creationId="{DF4E7ABA-81B0-2E1E-4D69-46E7B1B11335}"/>
          </ac:graphicFrameMkLst>
        </pc:graphicFrameChg>
        <pc:graphicFrameChg chg="add del mod">
          <ac:chgData name="强 李" userId="cd6c7ec7188785ae" providerId="LiveId" clId="{BFE1E5BE-67E2-456A-A8EE-309133F342B5}" dt="2023-11-04T21:29:25.298" v="1513" actId="26606"/>
          <ac:graphicFrameMkLst>
            <pc:docMk/>
            <pc:sldMk cId="419382719" sldId="552"/>
            <ac:graphicFrameMk id="22" creationId="{DB8AE5D2-6EA4-7E9A-1CF3-A566F86A9857}"/>
          </ac:graphicFrameMkLst>
        </pc:graphicFrameChg>
      </pc:sldChg>
      <pc:sldChg chg="delSp modSp mod">
        <pc:chgData name="强 李" userId="cd6c7ec7188785ae" providerId="LiveId" clId="{BFE1E5BE-67E2-456A-A8EE-309133F342B5}" dt="2023-11-04T20:26:44.878" v="869"/>
        <pc:sldMkLst>
          <pc:docMk/>
          <pc:sldMk cId="530530540" sldId="553"/>
        </pc:sldMkLst>
        <pc:spChg chg="mod">
          <ac:chgData name="强 李" userId="cd6c7ec7188785ae" providerId="LiveId" clId="{BFE1E5BE-67E2-456A-A8EE-309133F342B5}" dt="2023-11-04T20:26:44.878" v="86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13:10.847" v="84" actId="14100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BFE1E5BE-67E2-456A-A8EE-309133F342B5}" dt="2023-11-04T14:13:38.872" v="93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BFE1E5BE-67E2-456A-A8EE-309133F342B5}" dt="2023-11-04T20:21:50.046" v="859" actId="1076"/>
        <pc:sldMkLst>
          <pc:docMk/>
          <pc:sldMk cId="3418790839" sldId="554"/>
        </pc:sldMkLst>
        <pc:spChg chg="mod">
          <ac:chgData name="强 李" userId="cd6c7ec7188785ae" providerId="LiveId" clId="{BFE1E5BE-67E2-456A-A8EE-309133F342B5}" dt="2023-11-04T14:11:55.391" v="73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21:50.046" v="859" actId="1076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BFE1E5BE-67E2-456A-A8EE-309133F342B5}" dt="2023-11-04T14:15:32.655" v="110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BFE1E5BE-67E2-456A-A8EE-309133F342B5}" dt="2023-11-04T14:14:47.771" v="102" actId="20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BFE1E5BE-67E2-456A-A8EE-309133F342B5}" dt="2023-11-04T14:11:16.129" v="55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BFE1E5BE-67E2-456A-A8EE-309133F342B5}" dt="2023-11-04T14:10:47.418" v="32" actId="14100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BFE1E5BE-67E2-456A-A8EE-309133F342B5}" dt="2023-11-04T14:10:49.737" v="33" actId="14100"/>
          <ac:grpSpMkLst>
            <pc:docMk/>
            <pc:sldMk cId="3418790839" sldId="554"/>
            <ac:grpSpMk id="6" creationId="{56CD5BD2-A0CC-7D0E-3BD1-0613845A3BF3}"/>
          </ac:grpSpMkLst>
        </pc:grpChg>
        <pc:grpChg chg="mod">
          <ac:chgData name="强 李" userId="cd6c7ec7188785ae" providerId="LiveId" clId="{BFE1E5BE-67E2-456A-A8EE-309133F342B5}" dt="2023-11-04T14:10:31.245" v="29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BFE1E5BE-67E2-456A-A8EE-309133F342B5}" dt="2023-11-04T14:08:46.746" v="11" actId="20577"/>
        <pc:sldMkLst>
          <pc:docMk/>
          <pc:sldMk cId="1911491714" sldId="560"/>
        </pc:sldMkLst>
        <pc:spChg chg="mod">
          <ac:chgData name="强 李" userId="cd6c7ec7188785ae" providerId="LiveId" clId="{BFE1E5BE-67E2-456A-A8EE-309133F342B5}" dt="2023-11-04T14:08:42.981" v="9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BFE1E5BE-67E2-456A-A8EE-309133F342B5}" dt="2023-11-04T14:08:46.746" v="11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21:48.887" v="1470" actId="20577"/>
        <pc:sldMkLst>
          <pc:docMk/>
          <pc:sldMk cId="159884778" sldId="574"/>
        </pc:sldMkLst>
        <pc:spChg chg="mod">
          <ac:chgData name="强 李" userId="cd6c7ec7188785ae" providerId="LiveId" clId="{BFE1E5BE-67E2-456A-A8EE-309133F342B5}" dt="2023-11-04T21:21:48.887" v="1470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52:40.979" v="636" actId="1076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30:39.365" v="1520" actId="2710"/>
        <pc:sldMkLst>
          <pc:docMk/>
          <pc:sldMk cId="3921434846" sldId="587"/>
        </pc:sldMkLst>
        <pc:spChg chg="mod">
          <ac:chgData name="强 李" userId="cd6c7ec7188785ae" providerId="LiveId" clId="{BFE1E5BE-67E2-456A-A8EE-309133F342B5}" dt="2023-11-04T21:30:39.365" v="1520" actId="2710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32:59.361" v="271" actId="107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2648053192" sldId="588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534191096" sldId="589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207264488" sldId="590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3491062220" sldId="591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046377894" sldId="592"/>
        </pc:sldMkLst>
      </pc:sldChg>
      <pc:sldChg chg="addSp delSp modSp add mod">
        <pc:chgData name="强 李" userId="cd6c7ec7188785ae" providerId="LiveId" clId="{BFE1E5BE-67E2-456A-A8EE-309133F342B5}" dt="2023-11-04T20:28:59.301" v="888" actId="1076"/>
        <pc:sldMkLst>
          <pc:docMk/>
          <pc:sldMk cId="1557832261" sldId="593"/>
        </pc:sldMkLst>
        <pc:spChg chg="mod">
          <ac:chgData name="强 李" userId="cd6c7ec7188785ae" providerId="LiveId" clId="{BFE1E5BE-67E2-456A-A8EE-309133F342B5}" dt="2023-11-04T20:28:54.106" v="887"/>
          <ac:spMkLst>
            <pc:docMk/>
            <pc:sldMk cId="1557832261" sldId="593"/>
            <ac:spMk id="2" creationId="{00000000-0000-0000-0000-000000000000}"/>
          </ac:spMkLst>
        </pc:spChg>
        <pc:picChg chg="add del mod">
          <ac:chgData name="强 李" userId="cd6c7ec7188785ae" providerId="LiveId" clId="{BFE1E5BE-67E2-456A-A8EE-309133F342B5}" dt="2023-11-04T20:28:24.345" v="870" actId="478"/>
          <ac:picMkLst>
            <pc:docMk/>
            <pc:sldMk cId="1557832261" sldId="593"/>
            <ac:picMk id="4" creationId="{85BDC591-61A2-4447-B081-C0A2F6CE90FE}"/>
          </ac:picMkLst>
        </pc:picChg>
        <pc:picChg chg="add mod">
          <ac:chgData name="强 李" userId="cd6c7ec7188785ae" providerId="LiveId" clId="{BFE1E5BE-67E2-456A-A8EE-309133F342B5}" dt="2023-11-04T20:28:59.301" v="888" actId="1076"/>
          <ac:picMkLst>
            <pc:docMk/>
            <pc:sldMk cId="1557832261" sldId="593"/>
            <ac:picMk id="6" creationId="{787A98D2-310B-FF11-B7CB-8D8D5949085F}"/>
          </ac:picMkLst>
        </pc:picChg>
      </pc:sldChg>
      <pc:sldChg chg="delSp modSp add mod">
        <pc:chgData name="强 李" userId="cd6c7ec7188785ae" providerId="LiveId" clId="{BFE1E5BE-67E2-456A-A8EE-309133F342B5}" dt="2023-11-04T20:33:04.620" v="945"/>
        <pc:sldMkLst>
          <pc:docMk/>
          <pc:sldMk cId="1225263886" sldId="594"/>
        </pc:sldMkLst>
        <pc:spChg chg="mod">
          <ac:chgData name="强 李" userId="cd6c7ec7188785ae" providerId="LiveId" clId="{BFE1E5BE-67E2-456A-A8EE-309133F342B5}" dt="2023-11-04T20:33:04.620" v="945"/>
          <ac:spMkLst>
            <pc:docMk/>
            <pc:sldMk cId="1225263886" sldId="594"/>
            <ac:spMk id="2" creationId="{00000000-0000-0000-0000-000000000000}"/>
          </ac:spMkLst>
        </pc:spChg>
        <pc:picChg chg="del">
          <ac:chgData name="强 李" userId="cd6c7ec7188785ae" providerId="LiveId" clId="{BFE1E5BE-67E2-456A-A8EE-309133F342B5}" dt="2023-11-04T14:22:13.291" v="238" actId="478"/>
          <ac:picMkLst>
            <pc:docMk/>
            <pc:sldMk cId="1225263886" sldId="594"/>
            <ac:picMk id="4" creationId="{85BDC591-61A2-4447-B081-C0A2F6CE90FE}"/>
          </ac:picMkLst>
        </pc:picChg>
      </pc:sldChg>
      <pc:sldChg chg="modSp add mod">
        <pc:chgData name="强 李" userId="cd6c7ec7188785ae" providerId="LiveId" clId="{BFE1E5BE-67E2-456A-A8EE-309133F342B5}" dt="2023-11-04T21:30:25.208" v="1519" actId="2710"/>
        <pc:sldMkLst>
          <pc:docMk/>
          <pc:sldMk cId="2905312093" sldId="595"/>
        </pc:sldMkLst>
        <pc:spChg chg="mod">
          <ac:chgData name="强 李" userId="cd6c7ec7188785ae" providerId="LiveId" clId="{BFE1E5BE-67E2-456A-A8EE-309133F342B5}" dt="2023-11-04T21:30:25.208" v="1519" actId="2710"/>
          <ac:spMkLst>
            <pc:docMk/>
            <pc:sldMk cId="2905312093" sldId="595"/>
            <ac:spMk id="2" creationId="{00000000-0000-0000-0000-000000000000}"/>
          </ac:spMkLst>
        </pc:spChg>
      </pc:sldChg>
      <pc:sldChg chg="addSp modSp add del mod">
        <pc:chgData name="强 李" userId="cd6c7ec7188785ae" providerId="LiveId" clId="{BFE1E5BE-67E2-456A-A8EE-309133F342B5}" dt="2023-11-04T20:48:58.287" v="1131" actId="403"/>
        <pc:sldMkLst>
          <pc:docMk/>
          <pc:sldMk cId="3937354854" sldId="596"/>
        </pc:sldMkLst>
        <pc:spChg chg="mod">
          <ac:chgData name="强 李" userId="cd6c7ec7188785ae" providerId="LiveId" clId="{BFE1E5BE-67E2-456A-A8EE-309133F342B5}" dt="2023-11-04T20:48:58.287" v="1131" actId="403"/>
          <ac:spMkLst>
            <pc:docMk/>
            <pc:sldMk cId="3937354854" sldId="596"/>
            <ac:spMk id="2" creationId="{00000000-0000-0000-0000-000000000000}"/>
          </ac:spMkLst>
        </pc:spChg>
        <pc:graphicFrameChg chg="add mod modGraphic">
          <ac:chgData name="强 李" userId="cd6c7ec7188785ae" providerId="LiveId" clId="{BFE1E5BE-67E2-456A-A8EE-309133F342B5}" dt="2023-11-04T20:48:54.180" v="1129" actId="1076"/>
          <ac:graphicFrameMkLst>
            <pc:docMk/>
            <pc:sldMk cId="3937354854" sldId="596"/>
            <ac:graphicFrameMk id="3" creationId="{517A0BA1-33C3-E190-DA21-B6E0CF5196F3}"/>
          </ac:graphicFrameMkLst>
        </pc:graphicFrameChg>
      </pc:sldChg>
      <pc:sldChg chg="addSp delSp modSp add del mod setBg">
        <pc:chgData name="强 李" userId="cd6c7ec7188785ae" providerId="LiveId" clId="{BFE1E5BE-67E2-456A-A8EE-309133F342B5}" dt="2023-11-04T20:59:43.186" v="1186" actId="6549"/>
        <pc:sldMkLst>
          <pc:docMk/>
          <pc:sldMk cId="154417295" sldId="597"/>
        </pc:sldMkLst>
        <pc:spChg chg="mod">
          <ac:chgData name="强 李" userId="cd6c7ec7188785ae" providerId="LiveId" clId="{BFE1E5BE-67E2-456A-A8EE-309133F342B5}" dt="2023-11-04T20:59:43.186" v="1186" actId="6549"/>
          <ac:spMkLst>
            <pc:docMk/>
            <pc:sldMk cId="154417295" sldId="59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41:13.590" v="1077" actId="1076"/>
          <ac:spMkLst>
            <pc:docMk/>
            <pc:sldMk cId="154417295" sldId="597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0:40:42.011" v="1062" actId="26606"/>
          <ac:spMkLst>
            <pc:docMk/>
            <pc:sldMk cId="154417295" sldId="597"/>
            <ac:spMk id="23" creationId="{1A95671B-3CC6-4792-9114-B74FAEA224E6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5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6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27" creationId="{441CF7D6-A660-431A-B0BB-140A0D5556B6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8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9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1" creationId="{2550BE34-C2B8-49B8-8519-67A8CAD51AE9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2" creationId="{A7457DD9-5A45-400A-AB4B-4B4EDECA25F1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3" creationId="{0570A85B-3810-4F95-97B0-CBF4CCDB381C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5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6" creationId="{CD8B4F24-440B-49E9-B85D-733523DC064B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8" creationId="{0E3596DD-156A-473E-9BB3-C6A29F7574E9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9" creationId="{2C46C4D6-C474-4E92-B52E-944C1118F7B6}"/>
          </ac:spMkLst>
        </pc:spChg>
        <pc:graphicFrameChg chg="add mod modGraphic">
          <ac:chgData name="强 李" userId="cd6c7ec7188785ae" providerId="LiveId" clId="{BFE1E5BE-67E2-456A-A8EE-309133F342B5}" dt="2023-11-04T20:41:00.916" v="1075" actId="26606"/>
          <ac:graphicFrameMkLst>
            <pc:docMk/>
            <pc:sldMk cId="154417295" sldId="597"/>
            <ac:graphicFrameMk id="3" creationId="{7CB6FB11-DE8A-0EE7-04CC-6D78A1CF8ADC}"/>
          </ac:graphicFrameMkLst>
        </pc:graphicFrameChg>
      </pc:sldChg>
      <pc:sldChg chg="addSp delSp modSp add mod">
        <pc:chgData name="强 李" userId="cd6c7ec7188785ae" providerId="LiveId" clId="{BFE1E5BE-67E2-456A-A8EE-309133F342B5}" dt="2023-11-04T21:00:58.157" v="1190" actId="404"/>
        <pc:sldMkLst>
          <pc:docMk/>
          <pc:sldMk cId="3531077245" sldId="598"/>
        </pc:sldMkLst>
        <pc:spChg chg="mod">
          <ac:chgData name="强 李" userId="cd6c7ec7188785ae" providerId="LiveId" clId="{BFE1E5BE-67E2-456A-A8EE-309133F342B5}" dt="2023-11-04T21:00:58.157" v="1190" actId="404"/>
          <ac:spMkLst>
            <pc:docMk/>
            <pc:sldMk cId="3531077245" sldId="598"/>
            <ac:spMk id="2" creationId="{00000000-0000-0000-0000-000000000000}"/>
          </ac:spMkLst>
        </pc:spChg>
        <pc:spChg chg="add del">
          <ac:chgData name="强 李" userId="cd6c7ec7188785ae" providerId="LiveId" clId="{BFE1E5BE-67E2-456A-A8EE-309133F342B5}" dt="2023-11-04T14:48:31.115" v="563"/>
          <ac:spMkLst>
            <pc:docMk/>
            <pc:sldMk cId="3531077245" sldId="598"/>
            <ac:spMk id="3" creationId="{8FB25CA8-649F-E65F-9270-92D1D55C9C72}"/>
          </ac:spMkLst>
        </pc:spChg>
        <pc:spChg chg="add del">
          <ac:chgData name="强 李" userId="cd6c7ec7188785ae" providerId="LiveId" clId="{BFE1E5BE-67E2-456A-A8EE-309133F342B5}" dt="2023-11-04T14:50:59.099" v="603"/>
          <ac:spMkLst>
            <pc:docMk/>
            <pc:sldMk cId="3531077245" sldId="598"/>
            <ac:spMk id="4" creationId="{9C14E875-F70A-029F-F796-E99897E84D2A}"/>
          </ac:spMkLst>
        </pc:spChg>
      </pc:sldChg>
      <pc:sldChg chg="modSp add mod">
        <pc:chgData name="强 李" userId="cd6c7ec7188785ae" providerId="LiveId" clId="{BFE1E5BE-67E2-456A-A8EE-309133F342B5}" dt="2023-11-04T21:20:30.476" v="1449"/>
        <pc:sldMkLst>
          <pc:docMk/>
          <pc:sldMk cId="4000357398" sldId="599"/>
        </pc:sldMkLst>
        <pc:spChg chg="mod">
          <ac:chgData name="强 李" userId="cd6c7ec7188785ae" providerId="LiveId" clId="{BFE1E5BE-67E2-456A-A8EE-309133F342B5}" dt="2023-11-04T21:20:30.476" v="1449"/>
          <ac:spMkLst>
            <pc:docMk/>
            <pc:sldMk cId="4000357398" sldId="599"/>
            <ac:spMk id="2" creationId="{00000000-0000-0000-0000-000000000000}"/>
          </ac:spMkLst>
        </pc:spChg>
      </pc:sldChg>
      <pc:sldChg chg="addSp delSp add del mod">
        <pc:chgData name="强 李" userId="cd6c7ec7188785ae" providerId="LiveId" clId="{BFE1E5BE-67E2-456A-A8EE-309133F342B5}" dt="2023-11-04T20:55:15.285" v="1138" actId="47"/>
        <pc:sldMkLst>
          <pc:docMk/>
          <pc:sldMk cId="3539796" sldId="600"/>
        </pc:sldMkLst>
        <pc:spChg chg="add del">
          <ac:chgData name="强 李" userId="cd6c7ec7188785ae" providerId="LiveId" clId="{BFE1E5BE-67E2-456A-A8EE-309133F342B5}" dt="2023-11-04T20:51:10.334" v="1134" actId="22"/>
          <ac:spMkLst>
            <pc:docMk/>
            <pc:sldMk cId="3539796" sldId="600"/>
            <ac:spMk id="5" creationId="{17D2B4A1-7B97-C0FF-12EA-3616ACEB0AF1}"/>
          </ac:spMkLst>
        </pc:spChg>
        <pc:spChg chg="add del">
          <ac:chgData name="强 李" userId="cd6c7ec7188785ae" providerId="LiveId" clId="{BFE1E5BE-67E2-456A-A8EE-309133F342B5}" dt="2023-11-04T20:51:13.269" v="1136" actId="22"/>
          <ac:spMkLst>
            <pc:docMk/>
            <pc:sldMk cId="3539796" sldId="600"/>
            <ac:spMk id="7" creationId="{950B086C-126C-3E88-85A5-153D8B654E2A}"/>
          </ac:spMkLst>
        </pc:spChg>
      </pc:sldChg>
      <pc:sldChg chg="add del">
        <pc:chgData name="强 李" userId="cd6c7ec7188785ae" providerId="LiveId" clId="{BFE1E5BE-67E2-456A-A8EE-309133F342B5}" dt="2023-11-04T20:40:16.449" v="1050"/>
        <pc:sldMkLst>
          <pc:docMk/>
          <pc:sldMk cId="2165068579" sldId="600"/>
        </pc:sldMkLst>
      </pc:sldChg>
      <pc:sldChg chg="add del">
        <pc:chgData name="强 李" userId="cd6c7ec7188785ae" providerId="LiveId" clId="{BFE1E5BE-67E2-456A-A8EE-309133F342B5}" dt="2023-11-04T20:40:25.582" v="1057"/>
        <pc:sldMkLst>
          <pc:docMk/>
          <pc:sldMk cId="2647438799" sldId="600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A22CF4B8-0AA1-44D3-BFDD-59FFB9489CB5}"/>
    <pc:docChg chg="undo custSel addSld delSld modSld sldOrd">
      <pc:chgData name="强 李" userId="cd6c7ec7188785ae" providerId="LiveId" clId="{A22CF4B8-0AA1-44D3-BFDD-59FFB9489CB5}" dt="2024-02-18T11:10:03.123" v="879"/>
      <pc:docMkLst>
        <pc:docMk/>
      </pc:docMkLst>
      <pc:sldChg chg="addSp delSp modSp mod">
        <pc:chgData name="强 李" userId="cd6c7ec7188785ae" providerId="LiveId" clId="{A22CF4B8-0AA1-44D3-BFDD-59FFB9489CB5}" dt="2024-02-18T11:02:08.064" v="852" actId="207"/>
        <pc:sldMkLst>
          <pc:docMk/>
          <pc:sldMk cId="0" sldId="425"/>
        </pc:sldMkLst>
        <pc:spChg chg="add del mod">
          <ac:chgData name="强 李" userId="cd6c7ec7188785ae" providerId="LiveId" clId="{A22CF4B8-0AA1-44D3-BFDD-59FFB9489CB5}" dt="2024-02-18T01:58:55.865" v="31" actId="478"/>
          <ac:spMkLst>
            <pc:docMk/>
            <pc:sldMk cId="0" sldId="425"/>
            <ac:spMk id="2" creationId="{D62C17CF-DD7A-6A31-BB75-955C076F4624}"/>
          </ac:spMkLst>
        </pc:spChg>
        <pc:spChg chg="add del mod">
          <ac:chgData name="强 李" userId="cd6c7ec7188785ae" providerId="LiveId" clId="{A22CF4B8-0AA1-44D3-BFDD-59FFB9489CB5}" dt="2024-02-18T11:02:08.064" v="852" actId="207"/>
          <ac:spMkLst>
            <pc:docMk/>
            <pc:sldMk cId="0" sldId="425"/>
            <ac:spMk id="3" creationId="{FF9BF7C3-9929-69BC-A1CA-30EBD45BF72F}"/>
          </ac:spMkLst>
        </pc:spChg>
        <pc:spChg chg="add del">
          <ac:chgData name="强 李" userId="cd6c7ec7188785ae" providerId="LiveId" clId="{A22CF4B8-0AA1-44D3-BFDD-59FFB9489CB5}" dt="2024-02-18T01:58:58.996" v="32" actId="478"/>
          <ac:spMkLst>
            <pc:docMk/>
            <pc:sldMk cId="0" sldId="425"/>
            <ac:spMk id="4" creationId="{35EF397D-B1A0-5430-E17E-13B5F790855E}"/>
          </ac:spMkLst>
        </pc:spChg>
        <pc:spChg chg="add del">
          <ac:chgData name="强 李" userId="cd6c7ec7188785ae" providerId="LiveId" clId="{A22CF4B8-0AA1-44D3-BFDD-59FFB9489CB5}" dt="2024-02-18T01:58:46.575" v="24" actId="22"/>
          <ac:spMkLst>
            <pc:docMk/>
            <pc:sldMk cId="0" sldId="425"/>
            <ac:spMk id="6" creationId="{684412F3-61CA-E208-4AAB-6A9C78C5B6B4}"/>
          </ac:spMkLst>
        </pc:spChg>
      </pc:sldChg>
      <pc:sldChg chg="del">
        <pc:chgData name="强 李" userId="cd6c7ec7188785ae" providerId="LiveId" clId="{A22CF4B8-0AA1-44D3-BFDD-59FFB9489CB5}" dt="2024-02-18T01:58:26.779" v="16" actId="47"/>
        <pc:sldMkLst>
          <pc:docMk/>
          <pc:sldMk cId="54695671" sldId="531"/>
        </pc:sldMkLst>
      </pc:sldChg>
      <pc:sldChg chg="modSp mod">
        <pc:chgData name="强 李" userId="cd6c7ec7188785ae" providerId="LiveId" clId="{A22CF4B8-0AA1-44D3-BFDD-59FFB9489CB5}" dt="2024-02-18T11:00:46.913" v="848" actId="404"/>
        <pc:sldMkLst>
          <pc:docMk/>
          <pc:sldMk cId="419382719" sldId="552"/>
        </pc:sldMkLst>
        <pc:spChg chg="mod">
          <ac:chgData name="强 李" userId="cd6c7ec7188785ae" providerId="LiveId" clId="{A22CF4B8-0AA1-44D3-BFDD-59FFB9489CB5}" dt="2024-02-18T11:00:46.913" v="848" actId="404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A22CF4B8-0AA1-44D3-BFDD-59FFB9489CB5}" dt="2024-02-18T11:03:12.560" v="861" actId="108"/>
        <pc:sldMkLst>
          <pc:docMk/>
          <pc:sldMk cId="530530540" sldId="553"/>
        </pc:sldMkLst>
        <pc:spChg chg="mod">
          <ac:chgData name="强 李" userId="cd6c7ec7188785ae" providerId="LiveId" clId="{A22CF4B8-0AA1-44D3-BFDD-59FFB9489CB5}" dt="2024-02-18T11:03:12.560" v="861" actId="108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A22CF4B8-0AA1-44D3-BFDD-59FFB9489CB5}" dt="2024-02-18T02:19:34.464" v="66" actId="6549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A22CF4B8-0AA1-44D3-BFDD-59FFB9489CB5}" dt="2024-02-18T11:03:20.751" v="862" actId="6549"/>
        <pc:sldMkLst>
          <pc:docMk/>
          <pc:sldMk cId="1911491714" sldId="560"/>
        </pc:sldMkLst>
        <pc:spChg chg="mod">
          <ac:chgData name="强 李" userId="cd6c7ec7188785ae" providerId="LiveId" clId="{A22CF4B8-0AA1-44D3-BFDD-59FFB9489CB5}" dt="2024-02-18T01:57:34.136" v="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A22CF4B8-0AA1-44D3-BFDD-59FFB9489CB5}" dt="2024-02-18T11:03:20.751" v="862" actId="6549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A22CF4B8-0AA1-44D3-BFDD-59FFB9489CB5}" dt="2024-02-18T02:19:26.993" v="53" actId="47"/>
        <pc:sldMkLst>
          <pc:docMk/>
          <pc:sldMk cId="3612432375" sldId="602"/>
        </pc:sldMkLst>
      </pc:sldChg>
      <pc:sldChg chg="delSp modSp mod modNotesTx">
        <pc:chgData name="强 李" userId="cd6c7ec7188785ae" providerId="LiveId" clId="{A22CF4B8-0AA1-44D3-BFDD-59FFB9489CB5}" dt="2024-02-18T11:08:48.593" v="871" actId="403"/>
        <pc:sldMkLst>
          <pc:docMk/>
          <pc:sldMk cId="1731156595" sldId="603"/>
        </pc:sldMkLst>
        <pc:spChg chg="del">
          <ac:chgData name="强 李" userId="cd6c7ec7188785ae" providerId="LiveId" clId="{A22CF4B8-0AA1-44D3-BFDD-59FFB9489CB5}" dt="2024-02-18T02:18:15.231" v="46" actId="478"/>
          <ac:spMkLst>
            <pc:docMk/>
            <pc:sldMk cId="1731156595" sldId="603"/>
            <ac:spMk id="2" creationId="{3C0AECCC-28CD-B7BE-CB51-B1A371E2E3EB}"/>
          </ac:spMkLst>
        </pc:spChg>
        <pc:spChg chg="mod">
          <ac:chgData name="强 李" userId="cd6c7ec7188785ae" providerId="LiveId" clId="{A22CF4B8-0AA1-44D3-BFDD-59FFB9489CB5}" dt="2024-02-18T11:08:48.593" v="871" actId="403"/>
          <ac:spMkLst>
            <pc:docMk/>
            <pc:sldMk cId="1731156595" sldId="603"/>
            <ac:spMk id="3" creationId="{8A538EE3-F6EA-0FD3-E620-134F8CE2AD72}"/>
          </ac:spMkLst>
        </pc:spChg>
      </pc:sldChg>
      <pc:sldChg chg="del">
        <pc:chgData name="强 李" userId="cd6c7ec7188785ae" providerId="LiveId" clId="{A22CF4B8-0AA1-44D3-BFDD-59FFB9489CB5}" dt="2024-02-18T02:19:26.993" v="53" actId="47"/>
        <pc:sldMkLst>
          <pc:docMk/>
          <pc:sldMk cId="1882420799" sldId="605"/>
        </pc:sldMkLst>
      </pc:sldChg>
      <pc:sldChg chg="modSp mod">
        <pc:chgData name="强 李" userId="cd6c7ec7188785ae" providerId="LiveId" clId="{A22CF4B8-0AA1-44D3-BFDD-59FFB9489CB5}" dt="2024-02-18T02:36:57.013" v="405" actId="20577"/>
        <pc:sldMkLst>
          <pc:docMk/>
          <pc:sldMk cId="4077532394" sldId="606"/>
        </pc:sldMkLst>
        <pc:spChg chg="mod">
          <ac:chgData name="强 李" userId="cd6c7ec7188785ae" providerId="LiveId" clId="{A22CF4B8-0AA1-44D3-BFDD-59FFB9489CB5}" dt="2024-02-18T02:36:57.013" v="405" actId="20577"/>
          <ac:spMkLst>
            <pc:docMk/>
            <pc:sldMk cId="4077532394" sldId="606"/>
            <ac:spMk id="2" creationId="{16D956BE-0385-7EA6-7CB3-246D71E4FBB0}"/>
          </ac:spMkLst>
        </pc:spChg>
        <pc:spChg chg="mod">
          <ac:chgData name="强 李" userId="cd6c7ec7188785ae" providerId="LiveId" clId="{A22CF4B8-0AA1-44D3-BFDD-59FFB9489CB5}" dt="2024-02-18T02:34:43.085" v="382" actId="14100"/>
          <ac:spMkLst>
            <pc:docMk/>
            <pc:sldMk cId="4077532394" sldId="606"/>
            <ac:spMk id="18" creationId="{5A4698F1-F152-1988-9CCB-057E46B358C8}"/>
          </ac:spMkLst>
        </pc:spChg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2766224610" sldId="607"/>
        </pc:sldMkLst>
      </pc:sldChg>
      <pc:sldChg chg="modSp mod">
        <pc:chgData name="强 李" userId="cd6c7ec7188785ae" providerId="LiveId" clId="{A22CF4B8-0AA1-44D3-BFDD-59FFB9489CB5}" dt="2024-02-18T02:29:08.468" v="305" actId="20577"/>
        <pc:sldMkLst>
          <pc:docMk/>
          <pc:sldMk cId="2879203234" sldId="608"/>
        </pc:sldMkLst>
        <pc:spChg chg="mod">
          <ac:chgData name="强 李" userId="cd6c7ec7188785ae" providerId="LiveId" clId="{A22CF4B8-0AA1-44D3-BFDD-59FFB9489CB5}" dt="2024-02-18T02:29:08.468" v="305" actId="20577"/>
          <ac:spMkLst>
            <pc:docMk/>
            <pc:sldMk cId="2879203234" sldId="608"/>
            <ac:spMk id="2" creationId="{400E9EAD-F249-D27D-CC30-B23058177C34}"/>
          </ac:spMkLst>
        </pc:spChg>
        <pc:spChg chg="mod">
          <ac:chgData name="强 李" userId="cd6c7ec7188785ae" providerId="LiveId" clId="{A22CF4B8-0AA1-44D3-BFDD-59FFB9489CB5}" dt="2024-02-18T02:24:41.519" v="213" actId="20577"/>
          <ac:spMkLst>
            <pc:docMk/>
            <pc:sldMk cId="2879203234" sldId="608"/>
            <ac:spMk id="18" creationId="{82761EFB-BA95-36B5-1EC1-B3951F4073D5}"/>
          </ac:spMkLst>
        </pc:spChg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49309727" sldId="609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1803571379" sldId="610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208149016" sldId="611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126570014" sldId="612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3636761510" sldId="613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1953469708" sldId="614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3479652480" sldId="615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580944795" sldId="616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2636579260" sldId="617"/>
        </pc:sldMkLst>
      </pc:sldChg>
      <pc:sldChg chg="modSp mod">
        <pc:chgData name="强 李" userId="cd6c7ec7188785ae" providerId="LiveId" clId="{A22CF4B8-0AA1-44D3-BFDD-59FFB9489CB5}" dt="2024-02-18T02:55:54.963" v="777" actId="404"/>
        <pc:sldMkLst>
          <pc:docMk/>
          <pc:sldMk cId="3800701075" sldId="619"/>
        </pc:sldMkLst>
        <pc:spChg chg="mod">
          <ac:chgData name="强 李" userId="cd6c7ec7188785ae" providerId="LiveId" clId="{A22CF4B8-0AA1-44D3-BFDD-59FFB9489CB5}" dt="2024-02-18T02:55:54.963" v="777" actId="404"/>
          <ac:spMkLst>
            <pc:docMk/>
            <pc:sldMk cId="3800701075" sldId="619"/>
            <ac:spMk id="3" creationId="{B2B5262A-80C7-D9E4-0565-B9BE55DC2452}"/>
          </ac:spMkLst>
        </pc:spChg>
      </pc:sldChg>
      <pc:sldChg chg="modSp add mod">
        <pc:chgData name="强 李" userId="cd6c7ec7188785ae" providerId="LiveId" clId="{A22CF4B8-0AA1-44D3-BFDD-59FFB9489CB5}" dt="2024-02-18T02:34:16.384" v="370" actId="20577"/>
        <pc:sldMkLst>
          <pc:docMk/>
          <pc:sldMk cId="1885827403" sldId="620"/>
        </pc:sldMkLst>
        <pc:spChg chg="mod">
          <ac:chgData name="强 李" userId="cd6c7ec7188785ae" providerId="LiveId" clId="{A22CF4B8-0AA1-44D3-BFDD-59FFB9489CB5}" dt="2024-02-18T02:34:16.384" v="370" actId="20577"/>
          <ac:spMkLst>
            <pc:docMk/>
            <pc:sldMk cId="1885827403" sldId="620"/>
            <ac:spMk id="2" creationId="{30BAEDFF-AEA4-AABA-0225-3FB692FCC951}"/>
          </ac:spMkLst>
        </pc:spChg>
      </pc:sldChg>
      <pc:sldChg chg="modSp add mod">
        <pc:chgData name="强 李" userId="cd6c7ec7188785ae" providerId="LiveId" clId="{A22CF4B8-0AA1-44D3-BFDD-59FFB9489CB5}" dt="2024-02-18T02:52:19.790" v="647" actId="404"/>
        <pc:sldMkLst>
          <pc:docMk/>
          <pc:sldMk cId="4228275987" sldId="621"/>
        </pc:sldMkLst>
        <pc:spChg chg="mod">
          <ac:chgData name="强 李" userId="cd6c7ec7188785ae" providerId="LiveId" clId="{A22CF4B8-0AA1-44D3-BFDD-59FFB9489CB5}" dt="2024-02-18T02:52:19.790" v="647" actId="404"/>
          <ac:spMkLst>
            <pc:docMk/>
            <pc:sldMk cId="4228275987" sldId="621"/>
            <ac:spMk id="2" creationId="{DE203792-3D0D-8FE0-7678-B8920F87315A}"/>
          </ac:spMkLst>
        </pc:spChg>
      </pc:sldChg>
      <pc:sldChg chg="modSp add mod ord">
        <pc:chgData name="强 李" userId="cd6c7ec7188785ae" providerId="LiveId" clId="{A22CF4B8-0AA1-44D3-BFDD-59FFB9489CB5}" dt="2024-02-18T02:39:02.582" v="453"/>
        <pc:sldMkLst>
          <pc:docMk/>
          <pc:sldMk cId="426338100" sldId="622"/>
        </pc:sldMkLst>
        <pc:spChg chg="mod">
          <ac:chgData name="强 李" userId="cd6c7ec7188785ae" providerId="LiveId" clId="{A22CF4B8-0AA1-44D3-BFDD-59FFB9489CB5}" dt="2024-02-18T02:38:56.181" v="451"/>
          <ac:spMkLst>
            <pc:docMk/>
            <pc:sldMk cId="426338100" sldId="622"/>
            <ac:spMk id="2" creationId="{88391F31-D4C5-E355-CDB6-6C37148A547E}"/>
          </ac:spMkLst>
        </pc:spChg>
      </pc:sldChg>
      <pc:sldChg chg="modSp add mod">
        <pc:chgData name="强 李" userId="cd6c7ec7188785ae" providerId="LiveId" clId="{A22CF4B8-0AA1-44D3-BFDD-59FFB9489CB5}" dt="2024-02-18T02:49:57.049" v="562"/>
        <pc:sldMkLst>
          <pc:docMk/>
          <pc:sldMk cId="3699173080" sldId="623"/>
        </pc:sldMkLst>
        <pc:spChg chg="mod">
          <ac:chgData name="强 李" userId="cd6c7ec7188785ae" providerId="LiveId" clId="{A22CF4B8-0AA1-44D3-BFDD-59FFB9489CB5}" dt="2024-02-18T02:49:57.049" v="562"/>
          <ac:spMkLst>
            <pc:docMk/>
            <pc:sldMk cId="3699173080" sldId="623"/>
            <ac:spMk id="2" creationId="{3BAEE40B-9AD3-2682-33CC-A9C3C8B01878}"/>
          </ac:spMkLst>
        </pc:spChg>
      </pc:sldChg>
      <pc:sldChg chg="modSp add mod">
        <pc:chgData name="强 李" userId="cd6c7ec7188785ae" providerId="LiveId" clId="{A22CF4B8-0AA1-44D3-BFDD-59FFB9489CB5}" dt="2024-02-18T11:10:03.123" v="879"/>
        <pc:sldMkLst>
          <pc:docMk/>
          <pc:sldMk cId="3244008839" sldId="624"/>
        </pc:sldMkLst>
        <pc:spChg chg="mod">
          <ac:chgData name="强 李" userId="cd6c7ec7188785ae" providerId="LiveId" clId="{A22CF4B8-0AA1-44D3-BFDD-59FFB9489CB5}" dt="2024-02-18T02:52:07.078" v="644" actId="403"/>
          <ac:spMkLst>
            <pc:docMk/>
            <pc:sldMk cId="3244008839" sldId="624"/>
            <ac:spMk id="2" creationId="{6900C809-4231-C84D-D6FD-8C82CFF043BA}"/>
          </ac:spMkLst>
        </pc:spChg>
        <pc:spChg chg="mod">
          <ac:chgData name="强 李" userId="cd6c7ec7188785ae" providerId="LiveId" clId="{A22CF4B8-0AA1-44D3-BFDD-59FFB9489CB5}" dt="2024-02-18T11:10:03.123" v="879"/>
          <ac:spMkLst>
            <pc:docMk/>
            <pc:sldMk cId="3244008839" sldId="624"/>
            <ac:spMk id="18" creationId="{D0C0AD40-6305-5A56-0B8F-7FEC401ED986}"/>
          </ac:spMkLst>
        </pc:spChg>
      </pc:sldChg>
      <pc:sldChg chg="modSp add mod">
        <pc:chgData name="强 李" userId="cd6c7ec7188785ae" providerId="LiveId" clId="{A22CF4B8-0AA1-44D3-BFDD-59FFB9489CB5}" dt="2024-02-18T05:51:18.236" v="806" actId="403"/>
        <pc:sldMkLst>
          <pc:docMk/>
          <pc:sldMk cId="878112913" sldId="625"/>
        </pc:sldMkLst>
        <pc:spChg chg="mod">
          <ac:chgData name="强 李" userId="cd6c7ec7188785ae" providerId="LiveId" clId="{A22CF4B8-0AA1-44D3-BFDD-59FFB9489CB5}" dt="2024-02-18T05:51:18.236" v="806" actId="403"/>
          <ac:spMkLst>
            <pc:docMk/>
            <pc:sldMk cId="878112913" sldId="625"/>
            <ac:spMk id="2" creationId="{B8BFD852-5650-3B88-0825-D73E29B44E2F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2024/2/18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感恩的事：</a:t>
            </a:r>
            <a:r>
              <a:rPr lang="en-US" altLang="zh-CN" dirty="0"/>
              <a:t>2023</a:t>
            </a:r>
            <a:r>
              <a:rPr lang="zh-CN" altLang="en-US" dirty="0"/>
              <a:t>年平安度过，进入</a:t>
            </a:r>
            <a:r>
              <a:rPr lang="en-US" altLang="zh-CN" dirty="0"/>
              <a:t>2024</a:t>
            </a:r>
            <a:r>
              <a:rPr lang="zh-CN" altLang="en-US" dirty="0"/>
              <a:t>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91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1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762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24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49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0FCFF-F12D-DD11-1A10-23427E7F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B25BA2-DFEB-FD92-E54C-4D59A5608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7CB953-E6FA-39D2-2DB3-9F259BEF0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617F96-3448-8D50-E6FD-ACE7753C4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901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CE5D-4FAF-20E9-B19D-F9A1714B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D3473-5706-19CF-D6B1-DF92A72B0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A3E756-4ED4-793A-4D41-131A530C0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7D872F-4DB9-DD76-6647-704C0B62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58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474A-2542-B95B-D7FA-6A5EE71D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B7CC35-D9E9-68AE-A182-D0299E856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64EAC3-EDC9-3E7B-1A10-799C21625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FB673-9C42-C234-8C1E-2EA54BB4C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65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608D-52B4-48AD-C3BC-2ED68E43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D1B6B1-0C60-6397-ECF0-AA4B4109D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151C95-E607-A8DE-8851-BF8D78987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A3369-1942-9F1B-FD48-57B6A0CED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07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BCF7-7F4E-3B95-FB5C-D48363B0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4CDE0C-E6AD-9E87-4122-AF2074A0C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F688E8-D419-00F4-9D04-D721682C0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7B9EC-15BF-7103-0D45-0D9F4EF21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578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4DFC-4486-F53E-DDC9-21297A4A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C2157E-D005-CA74-AAFE-BEFD6CE1F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D18B0F-B374-B717-3F18-D0638F6B2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5BEAD5-F49F-2CFA-F2C8-FEF429A36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17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1C7C-684E-0340-C1F9-7B93BEAF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BEFBFA-3B11-37E8-7504-5622AF754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746FDE-9186-A539-E4DC-2FA2E65CB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DF8E76-7857-012B-60EE-BE5CBD9A6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286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49A1-F715-70C5-7817-5444580E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1DE7EA-80C6-43B8-5923-B1946AD4D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17EAE7-064C-B155-8CAF-8D67E2CCE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两个应许、两个平安，一个是内心，一个应该是外显。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82FC0-9FF0-6DE9-B2BD-09FE52456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72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374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2024/2/18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2024/2/18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2024/2/18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2024/2/18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389842" y="4292102"/>
            <a:ext cx="4613737" cy="13267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经文：腓立比书四章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10</a:t>
            </a:r>
            <a:r>
              <a:rPr lang="en-US" altLang="zh-CN" sz="2400" b="1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-14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0A2C5507-34A0-450C-86C2-99CE4DFE49C8}" type="datetime2">
              <a:rPr lang="zh-CN" altLang="zh-CN" sz="2000" b="1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pPr marL="2424430" marR="0" lvl="0" indent="-242443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solidFill>
                    <a:srgbClr val="FFFFFF"/>
                  </a:solidFill>
                </a:defRPr>
              </a:pPr>
              <a:t>2024年2月18日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843752" y="2052839"/>
            <a:ext cx="5705918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苹方-简"/>
                <a:cs typeface="+mn-ea"/>
                <a:sym typeface="+mn-lt"/>
              </a:rPr>
              <a:t>凡事知足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903F1E-DAB2-F6D3-0EA7-34DF8579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4834-6526-47F0-B757-2F68D83CE9EC}" type="datetime2">
              <a:rPr lang="zh-CN" altLang="en-US" smtClean="0"/>
              <a:t>2024年2月18日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四</a:t>
            </a:r>
            <a:r>
              <a:rPr lang="en-US" altLang="zh-CN" sz="4800" b="1" dirty="0"/>
              <a:t>8</a:t>
            </a:r>
            <a:r>
              <a:rPr lang="zh-CN" altLang="en-US" sz="4800" b="1" dirty="0"/>
              <a:t>、</a:t>
            </a:r>
            <a:r>
              <a:rPr lang="en-US" altLang="zh-CN" sz="4800" b="1" dirty="0"/>
              <a:t>9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38480"/>
            <a:ext cx="12192000" cy="520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4:10】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我靠主大大地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喜乐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，因为你们思念我的心如今又发生；你们向来就思念我，只是没得机会。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4:11】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我并不是因缺乏说这话，我无论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在什么景况都可以知足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，这是我已经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学会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4:12】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我知道怎样处卑贱，也知道怎样处丰富，或饱足、或饥饿、或有余、或缺乏，随事随在，我都得了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秘诀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4:13】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我靠着那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加给我力量的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，凡事都能作。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4:14】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然而你们和我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同受患难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，原是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美事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结构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745066" y="1126011"/>
            <a:ext cx="11446933" cy="386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	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知足的表现是喜乐（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	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知足的来源是关系（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	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知足因帮助而感恩（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1156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背景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369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本卷接近尾声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特别提及的感谢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进入到另外感谢：</a:t>
            </a:r>
            <a:r>
              <a:rPr lang="zh-CN" altLang="zh-CN" sz="2400" dirty="0">
                <a:solidFill>
                  <a:srgbClr val="000000"/>
                </a:solidFill>
                <a:cs typeface="+mn-ea"/>
              </a:rPr>
              <a:t>馈赠的感谢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6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7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是两个要求和两个应许，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要求“凡事藉着祷告”、“这些事你们都要去行”，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应许“必在基督耶稣里保守你们的心怀意念”、“赐平安的神就必与你们同在”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注意：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节应用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承上启下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神的同在意味着什么？不以外在物质为满足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以神为满足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30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我靠主大大地喜乐，因为你们思念我的心如今又发生；你们向来就思念我，只是没得机会。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保罗因在主里知足而喜乐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喜乐原因不同：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4:1】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我所亲爱、所想念的弟兄们，你们就是我的喜乐，我的冠冕。我亲爱的弟兄，你们应当靠主站立得稳。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2:17】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我以你们的信心为供献的祭物，我若被浇奠在其上，也是喜乐，并且与你们众人一同喜乐；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节“喜乐”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保罗过去因在主里学会知足而有的喜乐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保罗现在的喜乐因在主里的关系而喜乐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前一次资助：保罗在哥林多宣教时候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林后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11:9】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我在你们那里缺乏的时候，并没有累着你们一个人，因我所缺乏的，那从马其顿来的弟兄们都补足了。我向来凡事谨守，后来也必谨守，总不至于累着你们。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</a:rPr>
              <a:t>间隔大概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年左右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920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3FF6-A920-BD17-F722-B88799AA5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DEEC2B2-DD4E-5DB1-6660-366B1F47F7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BAEDFF-AEA4-AABA-0225-3FB692FCC95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878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我靠主大大地喜乐，因为你们思念我的心如今又发生；你们向来就思念我，只是没得机会。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“没得机会”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腓立比教会在保罗离开之后，曾经一而再的资助保罗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4:16】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就是我在帖撒罗尼迦，你们也一次两次地打发人供给我的需用。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存心毁谤他的人（帖撒罗尼迦是教会之外的人，在哥林多是教会之内的人）便会歪曲事实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【帖后</a:t>
            </a:r>
            <a:r>
              <a:rPr lang="en-US" altLang="zh-CN" sz="1600" dirty="0">
                <a:solidFill>
                  <a:srgbClr val="000000"/>
                </a:solidFill>
                <a:cs typeface="+mn-ea"/>
              </a:rPr>
              <a:t>3:8</a:t>
            </a: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】也未尝白吃人的饭，倒是辛苦劳碌，昼夜作工，免得叫你们一人受累。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【林后</a:t>
            </a:r>
            <a:r>
              <a:rPr lang="en-US" altLang="zh-CN" sz="1600" dirty="0">
                <a:solidFill>
                  <a:srgbClr val="000000"/>
                </a:solidFill>
                <a:cs typeface="+mn-ea"/>
              </a:rPr>
              <a:t>12:17</a:t>
            </a: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】我所差到你们那里去的人，我藉着他们一个人占过你们的便宜吗？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为耶路撒冷教会向外族的教会筹款募捐的时候，他就更加强调这项请求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现在在罗马狱中腓立比教会认为保罗此时境况发生了改变，他们终于有机会再次“思念”保罗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“大大”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：</a:t>
            </a: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喜乐的程度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在新约圣经仅此一次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以量来描述喜乐的唯一一次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582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806B6-3C22-E9B4-3075-34C34CB8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A4698F1-F152-1988-9CCB-057E46B358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D956BE-0385-7EA6-7CB3-246D71E4FB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136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4:11】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我并不是因缺乏说这话，我无论在什么景况都可以知足，这是我已经学会了。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4:12】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我知道怎样处卑贱，也知道怎样处丰富，或饱足、或饥饿、或有余、或缺乏，随事随在，我都得了秘诀。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4:13】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我靠着那加给我力量的，凡事都能作。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知足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跟是否缺乏没有关系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需要学习，非天生的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举例：三组对立的条件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卑贱、丰富，饱足、饥饿，有余、缺乏。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53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69FF6-0B25-D6C1-CF95-91E6F593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0CFE977-9E19-D638-9E1D-7608267CD1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391F31-D4C5-E355-CDB6-6C37148A547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501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4:11】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我并不是因缺乏说这话，我无论在什么景况都可以知足，这是我已经学会了。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4:12】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我知道怎样处卑贱，也知道怎样处丰富，或饱足、或饥饿、或有余、或缺乏，随事随在，我都得了秘诀。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4:13】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我靠着那加给我力量的，凡事都能作。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卑微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既有人的样子，就自己卑微，存心顺服，以至于死，且死在十字架上。需要学习，非天生的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三组：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卑贱、丰富，这个可以概括为地位上。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饱足、饥饿，这个是指的身体的需要。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有余、缺乏，这个主要是指外在需要。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特点：短暂、易失去、外在的，不能带给人真正的满足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3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9E24-EAA6-D51B-EF76-FCFE689AE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3A407C4-3DA9-0109-C18A-54C16541CFE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203792-3D0D-8FE0-7678-B8920F87315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153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4:11】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我并不是因缺乏说这话，我无论在什么景况都可以知足，这是我已经学会了。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4:12】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我知道怎样处卑贱，也知道怎样处丰富，或饱足、或饥饿、或有余、或缺乏，随事随在，我都得了秘诀。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4:13】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我靠着那加给我力量的，凡事都能作。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秘诀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“靠着那加给我力量的”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不是靠自己而得，而是靠着主、基督不断操练和学习而有。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如何做到知足？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学习、操练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靠着加给力量的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8275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0E86-F8A4-8F0D-CB93-AEF0CAD4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DB7B4E5-1428-0CFD-90AE-D24D939D807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AEE40B-9AD3-2682-33CC-A9C3C8B018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405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学会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不是一蹴而就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不断学习知足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得着至宝，轻看次好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3:8】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不但如此，我也将万事当作有损的，因我以认识我主基督耶稣为至宝。我为他已经丢弃万事，看作粪土，为要得着基督，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1:3】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万物是藉着他造的；凡被造的，没有一样不是藉着他造的。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9173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6AF35-3E3D-CCA3-7404-8E1E51AC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C69B555-0FE5-4818-48A2-CDC9EBE948C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BFD852-5650-3B88-0825-D73E29B44E2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27077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马丁路德：</a:t>
            </a:r>
            <a:endParaRPr lang="en-US" altLang="zh-CN" sz="32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这不是认命，也不是懒惰而默认接受，抑制进取心，遏制奋斗心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相反的，是不介意生活上外在的环境，这是因为他专注在真正重要的事情上。最重要的事，他与主有密切的相交，常从主里得力量。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8112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D9ADC-3EF1-5E66-94FA-DF2EA6CF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0C0AD40-6305-5A56-0B8F-7FEC401ED98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00C809-4231-C84D-D6FD-8C82CFF043B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99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ea typeface="苹方-简" panose="020B0300000000000000" pitchFamily="34" charset="-122"/>
                <a:sym typeface="+mn-lt"/>
              </a:rPr>
              <a:t>【</a:t>
            </a:r>
            <a:r>
              <a:rPr lang="zh-CN" altLang="en-US" sz="2800" dirty="0">
                <a:ea typeface="苹方-简" panose="020B0300000000000000" pitchFamily="34" charset="-122"/>
                <a:sym typeface="+mn-lt"/>
              </a:rPr>
              <a:t>腓</a:t>
            </a:r>
            <a:r>
              <a:rPr lang="en-US" altLang="zh-CN" sz="2800" dirty="0">
                <a:ea typeface="苹方-简" panose="020B0300000000000000" pitchFamily="34" charset="-122"/>
                <a:sym typeface="+mn-lt"/>
              </a:rPr>
              <a:t>4:14】</a:t>
            </a:r>
            <a:r>
              <a:rPr lang="zh-CN" altLang="en-US" sz="2800" dirty="0">
                <a:ea typeface="苹方-简" panose="020B0300000000000000" pitchFamily="34" charset="-122"/>
                <a:sym typeface="+mn-lt"/>
              </a:rPr>
              <a:t>然而你们和我同受患难，原是美事。</a:t>
            </a:r>
            <a:endParaRPr lang="en-US" altLang="zh-CN" sz="2800" dirty="0">
              <a:ea typeface="苹方-简" panose="020B0300000000000000" pitchFamily="34" charset="-122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同工们的帮助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保罗虽然知足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需要同工帮助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为帮助而感恩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400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3257-E635-CE7E-54C8-864825B3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EAC4D9F-1EC9-8AC9-6956-A7E423D3B5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B5262A-80C7-D9E4-0565-B9BE55DC2452}"/>
              </a:ext>
            </a:extLst>
          </p:cNvPr>
          <p:cNvSpPr txBox="1"/>
          <p:nvPr/>
        </p:nvSpPr>
        <p:spPr>
          <a:xfrm>
            <a:off x="0" y="1126011"/>
            <a:ext cx="12192000" cy="435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3200" dirty="0">
              <a:ea typeface="苹方-简" panose="020B0300000000000000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ea typeface="苹方-简" panose="020B0300000000000000" pitchFamily="34" charset="-122"/>
              </a:rPr>
              <a:t>知足的表现是喜乐</a:t>
            </a: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ea typeface="苹方-简" panose="020B0300000000000000" pitchFamily="34" charset="-122"/>
              </a:rPr>
              <a:t>知足的来源是关系（认识至宝，与主的关系）</a:t>
            </a:r>
            <a:endParaRPr lang="en-US" altLang="zh-CN" sz="3200" dirty="0">
              <a:ea typeface="苹方-简" panose="020B0300000000000000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ea typeface="苹方-简" panose="020B0300000000000000" pitchFamily="34" charset="-122"/>
              </a:rPr>
              <a:t>知足也为帮助感恩</a:t>
            </a:r>
          </a:p>
          <a:p>
            <a:pPr marL="742950" lvl="1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zh-CN" altLang="zh-CN" sz="32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3200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0701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795476"/>
            <a:ext cx="12192000" cy="32670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1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，主题经文中提到哪几种知足的情形？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 sz="3200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节）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2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，知足的本质是什么？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（得到至宝）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3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，如何能做到知足？</a:t>
            </a:r>
            <a:r>
              <a:rPr lang="zh-CN" altLang="en-US" sz="3200" dirty="0">
                <a:solidFill>
                  <a:srgbClr val="000000"/>
                </a:solidFill>
                <a:cs typeface="+mn-ea"/>
                <a:sym typeface="+mn-lt"/>
              </a:rPr>
              <a:t>（在基督里）</a:t>
            </a:r>
            <a:endParaRPr lang="zh-CN" altLang="en-US" sz="36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1409</TotalTime>
  <Words>1475</Words>
  <Application>Microsoft Office PowerPoint</Application>
  <PresentationFormat>宽屏</PresentationFormat>
  <Paragraphs>130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1</cp:revision>
  <dcterms:created xsi:type="dcterms:W3CDTF">2019-06-19T02:08:00Z</dcterms:created>
  <dcterms:modified xsi:type="dcterms:W3CDTF">2024-02-18T11:10:03Z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