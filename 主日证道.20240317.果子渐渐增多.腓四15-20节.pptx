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4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2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3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6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560" r:id="rId2"/>
    <p:sldId id="553" r:id="rId3"/>
    <p:sldId id="425" r:id="rId4"/>
    <p:sldId id="626" r:id="rId5"/>
    <p:sldId id="608" r:id="rId6"/>
    <p:sldId id="627" r:id="rId7"/>
    <p:sldId id="628" r:id="rId8"/>
    <p:sldId id="629" r:id="rId9"/>
    <p:sldId id="630" r:id="rId10"/>
    <p:sldId id="631" r:id="rId11"/>
    <p:sldId id="632" r:id="rId12"/>
    <p:sldId id="633" r:id="rId13"/>
    <p:sldId id="634" r:id="rId14"/>
    <p:sldId id="635" r:id="rId15"/>
    <p:sldId id="637" r:id="rId16"/>
    <p:sldId id="552" r:id="rId17"/>
    <p:sldId id="63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44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7B82E8-75D4-41A6-B8AD-7371A275D82A}" v="358" dt="2024-03-16T14:38:40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39" autoAdjust="0"/>
    <p:restoredTop sz="94225" autoAdjust="0"/>
  </p:normalViewPr>
  <p:slideViewPr>
    <p:cSldViewPr snapToGrid="0">
      <p:cViewPr varScale="1">
        <p:scale>
          <a:sx n="115" d="100"/>
          <a:sy n="115" d="100"/>
        </p:scale>
        <p:origin x="216" y="216"/>
      </p:cViewPr>
      <p:guideLst>
        <p:guide orient="horz" pos="618"/>
        <p:guide pos="4407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0A39EC43-51F6-E340-B4F0-4E2BE395FA24}"/>
    <pc:docChg chg="undo custSel addSld modSld sldOrd">
      <pc:chgData name="强 李" userId="cd6c7ec7188785ae" providerId="LiveId" clId="{0A39EC43-51F6-E340-B4F0-4E2BE395FA24}" dt="2024-02-23T06:48:31.820" v="664" actId="20577"/>
      <pc:docMkLst>
        <pc:docMk/>
      </pc:docMkLst>
      <pc:sldChg chg="modSp mod">
        <pc:chgData name="强 李" userId="cd6c7ec7188785ae" providerId="LiveId" clId="{0A39EC43-51F6-E340-B4F0-4E2BE395FA24}" dt="2024-02-22T01:30:03.382" v="103" actId="108"/>
        <pc:sldMkLst>
          <pc:docMk/>
          <pc:sldMk cId="0" sldId="425"/>
        </pc:sldMkLst>
        <pc:spChg chg="mod">
          <ac:chgData name="强 李" userId="cd6c7ec7188785ae" providerId="LiveId" clId="{0A39EC43-51F6-E340-B4F0-4E2BE395FA24}" dt="2024-02-22T01:30:03.382" v="103" actId="108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0A39EC43-51F6-E340-B4F0-4E2BE395FA24}" dt="2024-02-22T01:19:36.222" v="98" actId="20577"/>
          <ac:spMkLst>
            <pc:docMk/>
            <pc:sldMk cId="0" sldId="425"/>
            <ac:spMk id="18" creationId="{00000000-0000-0000-0000-000000000000}"/>
          </ac:spMkLst>
        </pc:spChg>
      </pc:sldChg>
      <pc:sldChg chg="modSp mod">
        <pc:chgData name="强 李" userId="cd6c7ec7188785ae" providerId="LiveId" clId="{0A39EC43-51F6-E340-B4F0-4E2BE395FA24}" dt="2024-02-22T02:11:27.950" v="649" actId="20577"/>
        <pc:sldMkLst>
          <pc:docMk/>
          <pc:sldMk cId="419382719" sldId="552"/>
        </pc:sldMkLst>
        <pc:spChg chg="mod">
          <ac:chgData name="强 李" userId="cd6c7ec7188785ae" providerId="LiveId" clId="{0A39EC43-51F6-E340-B4F0-4E2BE395FA24}" dt="2024-02-22T02:11:27.950" v="649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0A39EC43-51F6-E340-B4F0-4E2BE395FA24}" dt="2024-02-22T01:34:21.828" v="121" actId="403"/>
        <pc:sldMkLst>
          <pc:docMk/>
          <pc:sldMk cId="530530540" sldId="553"/>
        </pc:sldMkLst>
        <pc:spChg chg="mod">
          <ac:chgData name="强 李" userId="cd6c7ec7188785ae" providerId="LiveId" clId="{0A39EC43-51F6-E340-B4F0-4E2BE395FA24}" dt="2024-02-22T01:34:21.828" v="121" actId="403"/>
          <ac:spMkLst>
            <pc:docMk/>
            <pc:sldMk cId="530530540" sldId="553"/>
            <ac:spMk id="2" creationId="{00000000-0000-0000-0000-000000000000}"/>
          </ac:spMkLst>
        </pc:spChg>
      </pc:sldChg>
      <pc:sldChg chg="modSp mod">
        <pc:chgData name="强 李" userId="cd6c7ec7188785ae" providerId="LiveId" clId="{0A39EC43-51F6-E340-B4F0-4E2BE395FA24}" dt="2024-02-23T06:48:31.820" v="664" actId="20577"/>
        <pc:sldMkLst>
          <pc:docMk/>
          <pc:sldMk cId="1911491714" sldId="560"/>
        </pc:sldMkLst>
        <pc:spChg chg="mod">
          <ac:chgData name="强 李" userId="cd6c7ec7188785ae" providerId="LiveId" clId="{0A39EC43-51F6-E340-B4F0-4E2BE395FA24}" dt="2024-02-23T06:48:31.820" v="66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 ord">
        <pc:chgData name="强 李" userId="cd6c7ec7188785ae" providerId="LiveId" clId="{0A39EC43-51F6-E340-B4F0-4E2BE395FA24}" dt="2024-02-22T01:19:03.337" v="90" actId="255"/>
        <pc:sldMkLst>
          <pc:docMk/>
          <pc:sldMk cId="1731156595" sldId="603"/>
        </pc:sldMkLst>
        <pc:spChg chg="mod">
          <ac:chgData name="强 李" userId="cd6c7ec7188785ae" providerId="LiveId" clId="{0A39EC43-51F6-E340-B4F0-4E2BE395FA24}" dt="2024-02-22T01:19:03.337" v="90" actId="255"/>
          <ac:spMkLst>
            <pc:docMk/>
            <pc:sldMk cId="1731156595" sldId="603"/>
            <ac:spMk id="3" creationId="{8A538EE3-F6EA-0FD3-E620-134F8CE2AD72}"/>
          </ac:spMkLst>
        </pc:spChg>
        <pc:spChg chg="mod">
          <ac:chgData name="强 李" userId="cd6c7ec7188785ae" providerId="LiveId" clId="{0A39EC43-51F6-E340-B4F0-4E2BE395FA24}" dt="2024-02-22T01:18:28.614" v="81" actId="14100"/>
          <ac:spMkLst>
            <pc:docMk/>
            <pc:sldMk cId="1731156595" sldId="603"/>
            <ac:spMk id="18" creationId="{77B48268-8DC2-26C4-0111-EC47204308AF}"/>
          </ac:spMkLst>
        </pc:spChg>
      </pc:sldChg>
      <pc:sldChg chg="modSp mod">
        <pc:chgData name="强 李" userId="cd6c7ec7188785ae" providerId="LiveId" clId="{0A39EC43-51F6-E340-B4F0-4E2BE395FA24}" dt="2024-02-23T06:42:09.217" v="662" actId="20577"/>
        <pc:sldMkLst>
          <pc:docMk/>
          <pc:sldMk cId="4077532394" sldId="606"/>
        </pc:sldMkLst>
        <pc:spChg chg="mod">
          <ac:chgData name="强 李" userId="cd6c7ec7188785ae" providerId="LiveId" clId="{0A39EC43-51F6-E340-B4F0-4E2BE395FA24}" dt="2024-02-23T06:42:09.217" v="662" actId="20577"/>
          <ac:spMkLst>
            <pc:docMk/>
            <pc:sldMk cId="4077532394" sldId="606"/>
            <ac:spMk id="2" creationId="{16D956BE-0385-7EA6-7CB3-246D71E4FBB0}"/>
          </ac:spMkLst>
        </pc:spChg>
      </pc:sldChg>
      <pc:sldChg chg="modSp mod">
        <pc:chgData name="强 李" userId="cd6c7ec7188785ae" providerId="LiveId" clId="{0A39EC43-51F6-E340-B4F0-4E2BE395FA24}" dt="2024-02-22T01:43:56.790" v="142" actId="113"/>
        <pc:sldMkLst>
          <pc:docMk/>
          <pc:sldMk cId="2879203234" sldId="608"/>
        </pc:sldMkLst>
        <pc:spChg chg="mod">
          <ac:chgData name="强 李" userId="cd6c7ec7188785ae" providerId="LiveId" clId="{0A39EC43-51F6-E340-B4F0-4E2BE395FA24}" dt="2024-02-22T01:43:56.790" v="142" actId="113"/>
          <ac:spMkLst>
            <pc:docMk/>
            <pc:sldMk cId="2879203234" sldId="608"/>
            <ac:spMk id="2" creationId="{400E9EAD-F249-D27D-CC30-B23058177C34}"/>
          </ac:spMkLst>
        </pc:spChg>
      </pc:sldChg>
      <pc:sldChg chg="modSp mod">
        <pc:chgData name="强 李" userId="cd6c7ec7188785ae" providerId="LiveId" clId="{0A39EC43-51F6-E340-B4F0-4E2BE395FA24}" dt="2024-02-22T02:09:46.224" v="571" actId="20577"/>
        <pc:sldMkLst>
          <pc:docMk/>
          <pc:sldMk cId="3800701075" sldId="619"/>
        </pc:sldMkLst>
        <pc:spChg chg="mod">
          <ac:chgData name="强 李" userId="cd6c7ec7188785ae" providerId="LiveId" clId="{0A39EC43-51F6-E340-B4F0-4E2BE395FA24}" dt="2024-02-22T02:09:46.224" v="571" actId="20577"/>
          <ac:spMkLst>
            <pc:docMk/>
            <pc:sldMk cId="3800701075" sldId="619"/>
            <ac:spMk id="3" creationId="{B2B5262A-80C7-D9E4-0565-B9BE55DC2452}"/>
          </ac:spMkLst>
        </pc:spChg>
      </pc:sldChg>
      <pc:sldChg chg="modSp mod">
        <pc:chgData name="强 李" userId="cd6c7ec7188785ae" providerId="LiveId" clId="{0A39EC43-51F6-E340-B4F0-4E2BE395FA24}" dt="2024-02-22T01:45:48.899" v="186" actId="20577"/>
        <pc:sldMkLst>
          <pc:docMk/>
          <pc:sldMk cId="1885827403" sldId="620"/>
        </pc:sldMkLst>
        <pc:spChg chg="mod">
          <ac:chgData name="强 李" userId="cd6c7ec7188785ae" providerId="LiveId" clId="{0A39EC43-51F6-E340-B4F0-4E2BE395FA24}" dt="2024-02-22T01:45:48.899" v="186" actId="20577"/>
          <ac:spMkLst>
            <pc:docMk/>
            <pc:sldMk cId="1885827403" sldId="620"/>
            <ac:spMk id="2" creationId="{30BAEDFF-AEA4-AABA-0225-3FB692FCC951}"/>
          </ac:spMkLst>
        </pc:spChg>
      </pc:sldChg>
      <pc:sldChg chg="modSp mod">
        <pc:chgData name="强 李" userId="cd6c7ec7188785ae" providerId="LiveId" clId="{0A39EC43-51F6-E340-B4F0-4E2BE395FA24}" dt="2024-02-22T02:03:01.706" v="546" actId="20577"/>
        <pc:sldMkLst>
          <pc:docMk/>
          <pc:sldMk cId="4228275987" sldId="621"/>
        </pc:sldMkLst>
        <pc:spChg chg="mod">
          <ac:chgData name="强 李" userId="cd6c7ec7188785ae" providerId="LiveId" clId="{0A39EC43-51F6-E340-B4F0-4E2BE395FA24}" dt="2024-02-22T02:03:01.706" v="546" actId="20577"/>
          <ac:spMkLst>
            <pc:docMk/>
            <pc:sldMk cId="4228275987" sldId="621"/>
            <ac:spMk id="2" creationId="{DE203792-3D0D-8FE0-7678-B8920F87315A}"/>
          </ac:spMkLst>
        </pc:spChg>
      </pc:sldChg>
      <pc:sldChg chg="modSp mod">
        <pc:chgData name="强 李" userId="cd6c7ec7188785ae" providerId="LiveId" clId="{0A39EC43-51F6-E340-B4F0-4E2BE395FA24}" dt="2024-02-22T01:57:05.675" v="335" actId="20577"/>
        <pc:sldMkLst>
          <pc:docMk/>
          <pc:sldMk cId="426338100" sldId="622"/>
        </pc:sldMkLst>
        <pc:spChg chg="mod">
          <ac:chgData name="强 李" userId="cd6c7ec7188785ae" providerId="LiveId" clId="{0A39EC43-51F6-E340-B4F0-4E2BE395FA24}" dt="2024-02-22T01:57:05.675" v="335" actId="20577"/>
          <ac:spMkLst>
            <pc:docMk/>
            <pc:sldMk cId="426338100" sldId="622"/>
            <ac:spMk id="2" creationId="{88391F31-D4C5-E355-CDB6-6C37148A547E}"/>
          </ac:spMkLst>
        </pc:spChg>
      </pc:sldChg>
      <pc:sldChg chg="ord">
        <pc:chgData name="强 李" userId="cd6c7ec7188785ae" providerId="LiveId" clId="{0A39EC43-51F6-E340-B4F0-4E2BE395FA24}" dt="2024-02-23T06:44:33.243" v="663" actId="20578"/>
        <pc:sldMkLst>
          <pc:docMk/>
          <pc:sldMk cId="3699173080" sldId="623"/>
        </pc:sldMkLst>
      </pc:sldChg>
      <pc:sldChg chg="modSp mod">
        <pc:chgData name="强 李" userId="cd6c7ec7188785ae" providerId="LiveId" clId="{0A39EC43-51F6-E340-B4F0-4E2BE395FA24}" dt="2024-02-22T02:09:22.041" v="555" actId="20577"/>
        <pc:sldMkLst>
          <pc:docMk/>
          <pc:sldMk cId="3244008839" sldId="624"/>
        </pc:sldMkLst>
        <pc:spChg chg="mod">
          <ac:chgData name="强 李" userId="cd6c7ec7188785ae" providerId="LiveId" clId="{0A39EC43-51F6-E340-B4F0-4E2BE395FA24}" dt="2024-02-22T02:09:22.041" v="555" actId="20577"/>
          <ac:spMkLst>
            <pc:docMk/>
            <pc:sldMk cId="3244008839" sldId="624"/>
            <ac:spMk id="2" creationId="{6900C809-4231-C84D-D6FD-8C82CFF043BA}"/>
          </ac:spMkLst>
        </pc:spChg>
      </pc:sldChg>
      <pc:sldChg chg="modSp add mod">
        <pc:chgData name="强 李" userId="cd6c7ec7188785ae" providerId="LiveId" clId="{0A39EC43-51F6-E340-B4F0-4E2BE395FA24}" dt="2024-02-22T01:30:42.197" v="109" actId="20577"/>
        <pc:sldMkLst>
          <pc:docMk/>
          <pc:sldMk cId="3899847473" sldId="626"/>
        </pc:sldMkLst>
        <pc:spChg chg="mod">
          <ac:chgData name="强 李" userId="cd6c7ec7188785ae" providerId="LiveId" clId="{0A39EC43-51F6-E340-B4F0-4E2BE395FA24}" dt="2024-02-22T01:30:42.197" v="109" actId="20577"/>
          <ac:spMkLst>
            <pc:docMk/>
            <pc:sldMk cId="3899847473" sldId="626"/>
            <ac:spMk id="3" creationId="{8A538EE3-F6EA-0FD3-E620-134F8CE2AD72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F02CE43A-45F1-424E-B08C-2AE31A0EDD7F}"/>
    <pc:docChg chg="custSel modSld">
      <pc:chgData name="强 李" userId="cd6c7ec7188785ae" providerId="LiveId" clId="{F02CE43A-45F1-424E-B08C-2AE31A0EDD7F}" dt="2023-11-10T22:00:12.766" v="4" actId="1076"/>
      <pc:docMkLst>
        <pc:docMk/>
      </pc:docMkLst>
      <pc:sldChg chg="addSp delSp modSp mod">
        <pc:chgData name="强 李" userId="cd6c7ec7188785ae" providerId="LiveId" clId="{F02CE43A-45F1-424E-B08C-2AE31A0EDD7F}" dt="2023-11-10T22:00:12.766" v="4" actId="1076"/>
        <pc:sldMkLst>
          <pc:docMk/>
          <pc:sldMk cId="54695671" sldId="531"/>
        </pc:sldMkLst>
        <pc:picChg chg="add mod">
          <ac:chgData name="强 李" userId="cd6c7ec7188785ae" providerId="LiveId" clId="{F02CE43A-45F1-424E-B08C-2AE31A0EDD7F}" dt="2023-11-10T22:00:12.766" v="4" actId="1076"/>
          <ac:picMkLst>
            <pc:docMk/>
            <pc:sldMk cId="54695671" sldId="531"/>
            <ac:picMk id="2" creationId="{004B97CA-A634-1742-E4A8-396D9F522C1A}"/>
          </ac:picMkLst>
        </pc:picChg>
        <pc:picChg chg="del">
          <ac:chgData name="强 李" userId="cd6c7ec7188785ae" providerId="LiveId" clId="{F02CE43A-45F1-424E-B08C-2AE31A0EDD7F}" dt="2023-11-10T22:00:10.036" v="3" actId="478"/>
          <ac:picMkLst>
            <pc:docMk/>
            <pc:sldMk cId="54695671" sldId="531"/>
            <ac:picMk id="6" creationId="{ED98C386-B822-E0D8-ABB7-E94213042042}"/>
          </ac:picMkLst>
        </pc:picChg>
      </pc:sldChg>
      <pc:sldChg chg="modSp mod">
        <pc:chgData name="强 李" userId="cd6c7ec7188785ae" providerId="LiveId" clId="{F02CE43A-45F1-424E-B08C-2AE31A0EDD7F}" dt="2023-11-10T21:59:00.048" v="0" actId="1076"/>
        <pc:sldMkLst>
          <pc:docMk/>
          <pc:sldMk cId="1557832261" sldId="593"/>
        </pc:sldMkLst>
        <pc:picChg chg="mod">
          <ac:chgData name="强 李" userId="cd6c7ec7188785ae" providerId="LiveId" clId="{F02CE43A-45F1-424E-B08C-2AE31A0EDD7F}" dt="2023-11-10T21:59:00.048" v="0" actId="1076"/>
          <ac:picMkLst>
            <pc:docMk/>
            <pc:sldMk cId="1557832261" sldId="593"/>
            <ac:picMk id="6" creationId="{787A98D2-310B-FF11-B7CB-8D8D5949085F}"/>
          </ac:picMkLst>
        </pc:pic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A22CF4B8-0AA1-44D3-BFDD-59FFB9489CB5}"/>
    <pc:docChg chg="undo custSel addSld delSld modSld sldOrd">
      <pc:chgData name="强 李" userId="cd6c7ec7188785ae" providerId="LiveId" clId="{A22CF4B8-0AA1-44D3-BFDD-59FFB9489CB5}" dt="2024-02-18T11:10:03.123" v="879"/>
      <pc:docMkLst>
        <pc:docMk/>
      </pc:docMkLst>
      <pc:sldChg chg="addSp delSp modSp mod">
        <pc:chgData name="强 李" userId="cd6c7ec7188785ae" providerId="LiveId" clId="{A22CF4B8-0AA1-44D3-BFDD-59FFB9489CB5}" dt="2024-02-18T11:02:08.064" v="852" actId="207"/>
        <pc:sldMkLst>
          <pc:docMk/>
          <pc:sldMk cId="0" sldId="425"/>
        </pc:sldMkLst>
        <pc:spChg chg="add del mod">
          <ac:chgData name="强 李" userId="cd6c7ec7188785ae" providerId="LiveId" clId="{A22CF4B8-0AA1-44D3-BFDD-59FFB9489CB5}" dt="2024-02-18T01:58:55.865" v="31" actId="478"/>
          <ac:spMkLst>
            <pc:docMk/>
            <pc:sldMk cId="0" sldId="425"/>
            <ac:spMk id="2" creationId="{D62C17CF-DD7A-6A31-BB75-955C076F4624}"/>
          </ac:spMkLst>
        </pc:spChg>
        <pc:spChg chg="add del mod">
          <ac:chgData name="强 李" userId="cd6c7ec7188785ae" providerId="LiveId" clId="{A22CF4B8-0AA1-44D3-BFDD-59FFB9489CB5}" dt="2024-02-18T11:02:08.064" v="852" actId="207"/>
          <ac:spMkLst>
            <pc:docMk/>
            <pc:sldMk cId="0" sldId="425"/>
            <ac:spMk id="3" creationId="{FF9BF7C3-9929-69BC-A1CA-30EBD45BF72F}"/>
          </ac:spMkLst>
        </pc:spChg>
        <pc:spChg chg="add del">
          <ac:chgData name="强 李" userId="cd6c7ec7188785ae" providerId="LiveId" clId="{A22CF4B8-0AA1-44D3-BFDD-59FFB9489CB5}" dt="2024-02-18T01:58:58.996" v="32" actId="478"/>
          <ac:spMkLst>
            <pc:docMk/>
            <pc:sldMk cId="0" sldId="425"/>
            <ac:spMk id="4" creationId="{35EF397D-B1A0-5430-E17E-13B5F790855E}"/>
          </ac:spMkLst>
        </pc:spChg>
        <pc:spChg chg="add del">
          <ac:chgData name="强 李" userId="cd6c7ec7188785ae" providerId="LiveId" clId="{A22CF4B8-0AA1-44D3-BFDD-59FFB9489CB5}" dt="2024-02-18T01:58:46.575" v="24" actId="22"/>
          <ac:spMkLst>
            <pc:docMk/>
            <pc:sldMk cId="0" sldId="425"/>
            <ac:spMk id="6" creationId="{684412F3-61CA-E208-4AAB-6A9C78C5B6B4}"/>
          </ac:spMkLst>
        </pc:spChg>
      </pc:sldChg>
      <pc:sldChg chg="del">
        <pc:chgData name="强 李" userId="cd6c7ec7188785ae" providerId="LiveId" clId="{A22CF4B8-0AA1-44D3-BFDD-59FFB9489CB5}" dt="2024-02-18T01:58:26.779" v="16" actId="47"/>
        <pc:sldMkLst>
          <pc:docMk/>
          <pc:sldMk cId="54695671" sldId="531"/>
        </pc:sldMkLst>
      </pc:sldChg>
      <pc:sldChg chg="modSp mod">
        <pc:chgData name="强 李" userId="cd6c7ec7188785ae" providerId="LiveId" clId="{A22CF4B8-0AA1-44D3-BFDD-59FFB9489CB5}" dt="2024-02-18T11:00:46.913" v="848" actId="404"/>
        <pc:sldMkLst>
          <pc:docMk/>
          <pc:sldMk cId="419382719" sldId="552"/>
        </pc:sldMkLst>
        <pc:spChg chg="mod">
          <ac:chgData name="强 李" userId="cd6c7ec7188785ae" providerId="LiveId" clId="{A22CF4B8-0AA1-44D3-BFDD-59FFB9489CB5}" dt="2024-02-18T11:00:46.913" v="848" actId="404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A22CF4B8-0AA1-44D3-BFDD-59FFB9489CB5}" dt="2024-02-18T11:03:12.560" v="861" actId="108"/>
        <pc:sldMkLst>
          <pc:docMk/>
          <pc:sldMk cId="530530540" sldId="553"/>
        </pc:sldMkLst>
        <pc:spChg chg="mod">
          <ac:chgData name="强 李" userId="cd6c7ec7188785ae" providerId="LiveId" clId="{A22CF4B8-0AA1-44D3-BFDD-59FFB9489CB5}" dt="2024-02-18T11:03:12.560" v="861" actId="108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A22CF4B8-0AA1-44D3-BFDD-59FFB9489CB5}" dt="2024-02-18T02:19:34.464" v="66" actId="6549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A22CF4B8-0AA1-44D3-BFDD-59FFB9489CB5}" dt="2024-02-18T11:03:20.751" v="862" actId="6549"/>
        <pc:sldMkLst>
          <pc:docMk/>
          <pc:sldMk cId="1911491714" sldId="560"/>
        </pc:sldMkLst>
        <pc:spChg chg="mod">
          <ac:chgData name="强 李" userId="cd6c7ec7188785ae" providerId="LiveId" clId="{A22CF4B8-0AA1-44D3-BFDD-59FFB9489CB5}" dt="2024-02-18T01:57:34.136" v="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A22CF4B8-0AA1-44D3-BFDD-59FFB9489CB5}" dt="2024-02-18T11:03:20.751" v="862" actId="6549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A22CF4B8-0AA1-44D3-BFDD-59FFB9489CB5}" dt="2024-02-18T02:19:26.993" v="53" actId="47"/>
        <pc:sldMkLst>
          <pc:docMk/>
          <pc:sldMk cId="3612432375" sldId="602"/>
        </pc:sldMkLst>
      </pc:sldChg>
      <pc:sldChg chg="delSp modSp mod modNotesTx">
        <pc:chgData name="强 李" userId="cd6c7ec7188785ae" providerId="LiveId" clId="{A22CF4B8-0AA1-44D3-BFDD-59FFB9489CB5}" dt="2024-02-18T11:08:48.593" v="871" actId="403"/>
        <pc:sldMkLst>
          <pc:docMk/>
          <pc:sldMk cId="1731156595" sldId="603"/>
        </pc:sldMkLst>
        <pc:spChg chg="del">
          <ac:chgData name="强 李" userId="cd6c7ec7188785ae" providerId="LiveId" clId="{A22CF4B8-0AA1-44D3-BFDD-59FFB9489CB5}" dt="2024-02-18T02:18:15.231" v="46" actId="478"/>
          <ac:spMkLst>
            <pc:docMk/>
            <pc:sldMk cId="1731156595" sldId="603"/>
            <ac:spMk id="2" creationId="{3C0AECCC-28CD-B7BE-CB51-B1A371E2E3EB}"/>
          </ac:spMkLst>
        </pc:spChg>
        <pc:spChg chg="mod">
          <ac:chgData name="强 李" userId="cd6c7ec7188785ae" providerId="LiveId" clId="{A22CF4B8-0AA1-44D3-BFDD-59FFB9489CB5}" dt="2024-02-18T11:08:48.593" v="871" actId="403"/>
          <ac:spMkLst>
            <pc:docMk/>
            <pc:sldMk cId="1731156595" sldId="603"/>
            <ac:spMk id="3" creationId="{8A538EE3-F6EA-0FD3-E620-134F8CE2AD72}"/>
          </ac:spMkLst>
        </pc:spChg>
      </pc:sldChg>
      <pc:sldChg chg="del">
        <pc:chgData name="强 李" userId="cd6c7ec7188785ae" providerId="LiveId" clId="{A22CF4B8-0AA1-44D3-BFDD-59FFB9489CB5}" dt="2024-02-18T02:19:26.993" v="53" actId="47"/>
        <pc:sldMkLst>
          <pc:docMk/>
          <pc:sldMk cId="1882420799" sldId="605"/>
        </pc:sldMkLst>
      </pc:sldChg>
      <pc:sldChg chg="modSp mod">
        <pc:chgData name="强 李" userId="cd6c7ec7188785ae" providerId="LiveId" clId="{A22CF4B8-0AA1-44D3-BFDD-59FFB9489CB5}" dt="2024-02-18T02:36:57.013" v="405" actId="20577"/>
        <pc:sldMkLst>
          <pc:docMk/>
          <pc:sldMk cId="4077532394" sldId="606"/>
        </pc:sldMkLst>
        <pc:spChg chg="mod">
          <ac:chgData name="强 李" userId="cd6c7ec7188785ae" providerId="LiveId" clId="{A22CF4B8-0AA1-44D3-BFDD-59FFB9489CB5}" dt="2024-02-18T02:36:57.013" v="405" actId="20577"/>
          <ac:spMkLst>
            <pc:docMk/>
            <pc:sldMk cId="4077532394" sldId="606"/>
            <ac:spMk id="2" creationId="{16D956BE-0385-7EA6-7CB3-246D71E4FBB0}"/>
          </ac:spMkLst>
        </pc:spChg>
        <pc:spChg chg="mod">
          <ac:chgData name="强 李" userId="cd6c7ec7188785ae" providerId="LiveId" clId="{A22CF4B8-0AA1-44D3-BFDD-59FFB9489CB5}" dt="2024-02-18T02:34:43.085" v="382" actId="14100"/>
          <ac:spMkLst>
            <pc:docMk/>
            <pc:sldMk cId="4077532394" sldId="606"/>
            <ac:spMk id="18" creationId="{5A4698F1-F152-1988-9CCB-057E46B358C8}"/>
          </ac:spMkLst>
        </pc:spChg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2766224610" sldId="607"/>
        </pc:sldMkLst>
      </pc:sldChg>
      <pc:sldChg chg="modSp mod">
        <pc:chgData name="强 李" userId="cd6c7ec7188785ae" providerId="LiveId" clId="{A22CF4B8-0AA1-44D3-BFDD-59FFB9489CB5}" dt="2024-02-18T02:29:08.468" v="305" actId="20577"/>
        <pc:sldMkLst>
          <pc:docMk/>
          <pc:sldMk cId="2879203234" sldId="608"/>
        </pc:sldMkLst>
        <pc:spChg chg="mod">
          <ac:chgData name="强 李" userId="cd6c7ec7188785ae" providerId="LiveId" clId="{A22CF4B8-0AA1-44D3-BFDD-59FFB9489CB5}" dt="2024-02-18T02:29:08.468" v="305" actId="20577"/>
          <ac:spMkLst>
            <pc:docMk/>
            <pc:sldMk cId="2879203234" sldId="608"/>
            <ac:spMk id="2" creationId="{400E9EAD-F249-D27D-CC30-B23058177C34}"/>
          </ac:spMkLst>
        </pc:spChg>
        <pc:spChg chg="mod">
          <ac:chgData name="强 李" userId="cd6c7ec7188785ae" providerId="LiveId" clId="{A22CF4B8-0AA1-44D3-BFDD-59FFB9489CB5}" dt="2024-02-18T02:24:41.519" v="213" actId="20577"/>
          <ac:spMkLst>
            <pc:docMk/>
            <pc:sldMk cId="2879203234" sldId="608"/>
            <ac:spMk id="18" creationId="{82761EFB-BA95-36B5-1EC1-B3951F4073D5}"/>
          </ac:spMkLst>
        </pc:spChg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449309727" sldId="609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1803571379" sldId="610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4208149016" sldId="611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4126570014" sldId="612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3636761510" sldId="613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1953469708" sldId="614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3479652480" sldId="615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580944795" sldId="616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2636579260" sldId="617"/>
        </pc:sldMkLst>
      </pc:sldChg>
      <pc:sldChg chg="modSp mod">
        <pc:chgData name="强 李" userId="cd6c7ec7188785ae" providerId="LiveId" clId="{A22CF4B8-0AA1-44D3-BFDD-59FFB9489CB5}" dt="2024-02-18T02:55:54.963" v="777" actId="404"/>
        <pc:sldMkLst>
          <pc:docMk/>
          <pc:sldMk cId="3800701075" sldId="619"/>
        </pc:sldMkLst>
        <pc:spChg chg="mod">
          <ac:chgData name="强 李" userId="cd6c7ec7188785ae" providerId="LiveId" clId="{A22CF4B8-0AA1-44D3-BFDD-59FFB9489CB5}" dt="2024-02-18T02:55:54.963" v="777" actId="404"/>
          <ac:spMkLst>
            <pc:docMk/>
            <pc:sldMk cId="3800701075" sldId="619"/>
            <ac:spMk id="3" creationId="{B2B5262A-80C7-D9E4-0565-B9BE55DC2452}"/>
          </ac:spMkLst>
        </pc:spChg>
      </pc:sldChg>
      <pc:sldChg chg="modSp add mod">
        <pc:chgData name="强 李" userId="cd6c7ec7188785ae" providerId="LiveId" clId="{A22CF4B8-0AA1-44D3-BFDD-59FFB9489CB5}" dt="2024-02-18T02:34:16.384" v="370" actId="20577"/>
        <pc:sldMkLst>
          <pc:docMk/>
          <pc:sldMk cId="1885827403" sldId="620"/>
        </pc:sldMkLst>
        <pc:spChg chg="mod">
          <ac:chgData name="强 李" userId="cd6c7ec7188785ae" providerId="LiveId" clId="{A22CF4B8-0AA1-44D3-BFDD-59FFB9489CB5}" dt="2024-02-18T02:34:16.384" v="370" actId="20577"/>
          <ac:spMkLst>
            <pc:docMk/>
            <pc:sldMk cId="1885827403" sldId="620"/>
            <ac:spMk id="2" creationId="{30BAEDFF-AEA4-AABA-0225-3FB692FCC951}"/>
          </ac:spMkLst>
        </pc:spChg>
      </pc:sldChg>
      <pc:sldChg chg="modSp add mod">
        <pc:chgData name="强 李" userId="cd6c7ec7188785ae" providerId="LiveId" clId="{A22CF4B8-0AA1-44D3-BFDD-59FFB9489CB5}" dt="2024-02-18T02:52:19.790" v="647" actId="404"/>
        <pc:sldMkLst>
          <pc:docMk/>
          <pc:sldMk cId="4228275987" sldId="621"/>
        </pc:sldMkLst>
        <pc:spChg chg="mod">
          <ac:chgData name="强 李" userId="cd6c7ec7188785ae" providerId="LiveId" clId="{A22CF4B8-0AA1-44D3-BFDD-59FFB9489CB5}" dt="2024-02-18T02:52:19.790" v="647" actId="404"/>
          <ac:spMkLst>
            <pc:docMk/>
            <pc:sldMk cId="4228275987" sldId="621"/>
            <ac:spMk id="2" creationId="{DE203792-3D0D-8FE0-7678-B8920F87315A}"/>
          </ac:spMkLst>
        </pc:spChg>
      </pc:sldChg>
      <pc:sldChg chg="modSp add mod ord">
        <pc:chgData name="强 李" userId="cd6c7ec7188785ae" providerId="LiveId" clId="{A22CF4B8-0AA1-44D3-BFDD-59FFB9489CB5}" dt="2024-02-18T02:39:02.582" v="453"/>
        <pc:sldMkLst>
          <pc:docMk/>
          <pc:sldMk cId="426338100" sldId="622"/>
        </pc:sldMkLst>
        <pc:spChg chg="mod">
          <ac:chgData name="强 李" userId="cd6c7ec7188785ae" providerId="LiveId" clId="{A22CF4B8-0AA1-44D3-BFDD-59FFB9489CB5}" dt="2024-02-18T02:38:56.181" v="451"/>
          <ac:spMkLst>
            <pc:docMk/>
            <pc:sldMk cId="426338100" sldId="622"/>
            <ac:spMk id="2" creationId="{88391F31-D4C5-E355-CDB6-6C37148A547E}"/>
          </ac:spMkLst>
        </pc:spChg>
      </pc:sldChg>
      <pc:sldChg chg="modSp add mod">
        <pc:chgData name="强 李" userId="cd6c7ec7188785ae" providerId="LiveId" clId="{A22CF4B8-0AA1-44D3-BFDD-59FFB9489CB5}" dt="2024-02-18T02:49:57.049" v="562"/>
        <pc:sldMkLst>
          <pc:docMk/>
          <pc:sldMk cId="3699173080" sldId="623"/>
        </pc:sldMkLst>
        <pc:spChg chg="mod">
          <ac:chgData name="强 李" userId="cd6c7ec7188785ae" providerId="LiveId" clId="{A22CF4B8-0AA1-44D3-BFDD-59FFB9489CB5}" dt="2024-02-18T02:49:57.049" v="562"/>
          <ac:spMkLst>
            <pc:docMk/>
            <pc:sldMk cId="3699173080" sldId="623"/>
            <ac:spMk id="2" creationId="{3BAEE40B-9AD3-2682-33CC-A9C3C8B01878}"/>
          </ac:spMkLst>
        </pc:spChg>
      </pc:sldChg>
      <pc:sldChg chg="modSp add mod">
        <pc:chgData name="强 李" userId="cd6c7ec7188785ae" providerId="LiveId" clId="{A22CF4B8-0AA1-44D3-BFDD-59FFB9489CB5}" dt="2024-02-18T11:10:03.123" v="879"/>
        <pc:sldMkLst>
          <pc:docMk/>
          <pc:sldMk cId="3244008839" sldId="624"/>
        </pc:sldMkLst>
        <pc:spChg chg="mod">
          <ac:chgData name="强 李" userId="cd6c7ec7188785ae" providerId="LiveId" clId="{A22CF4B8-0AA1-44D3-BFDD-59FFB9489CB5}" dt="2024-02-18T02:52:07.078" v="644" actId="403"/>
          <ac:spMkLst>
            <pc:docMk/>
            <pc:sldMk cId="3244008839" sldId="624"/>
            <ac:spMk id="2" creationId="{6900C809-4231-C84D-D6FD-8C82CFF043BA}"/>
          </ac:spMkLst>
        </pc:spChg>
        <pc:spChg chg="mod">
          <ac:chgData name="强 李" userId="cd6c7ec7188785ae" providerId="LiveId" clId="{A22CF4B8-0AA1-44D3-BFDD-59FFB9489CB5}" dt="2024-02-18T11:10:03.123" v="879"/>
          <ac:spMkLst>
            <pc:docMk/>
            <pc:sldMk cId="3244008839" sldId="624"/>
            <ac:spMk id="18" creationId="{D0C0AD40-6305-5A56-0B8F-7FEC401ED986}"/>
          </ac:spMkLst>
        </pc:spChg>
      </pc:sldChg>
      <pc:sldChg chg="modSp add mod">
        <pc:chgData name="强 李" userId="cd6c7ec7188785ae" providerId="LiveId" clId="{A22CF4B8-0AA1-44D3-BFDD-59FFB9489CB5}" dt="2024-02-18T05:51:18.236" v="806" actId="403"/>
        <pc:sldMkLst>
          <pc:docMk/>
          <pc:sldMk cId="878112913" sldId="625"/>
        </pc:sldMkLst>
        <pc:spChg chg="mod">
          <ac:chgData name="强 李" userId="cd6c7ec7188785ae" providerId="LiveId" clId="{A22CF4B8-0AA1-44D3-BFDD-59FFB9489CB5}" dt="2024-02-18T05:51:18.236" v="806" actId="403"/>
          <ac:spMkLst>
            <pc:docMk/>
            <pc:sldMk cId="878112913" sldId="625"/>
            <ac:spMk id="2" creationId="{B8BFD852-5650-3B88-0825-D73E29B44E2F}"/>
          </ac:spMkLst>
        </pc:spChg>
      </pc:sldChg>
    </pc:docChg>
  </pc:docChgLst>
  <pc:docChgLst>
    <pc:chgData name="强 李" userId="cd6c7ec7188785ae" providerId="LiveId" clId="{3F7B82E8-75D4-41A6-B8AD-7371A275D82A}"/>
    <pc:docChg chg="undo custSel addSld delSld modSld sldOrd">
      <pc:chgData name="强 李" userId="cd6c7ec7188785ae" providerId="LiveId" clId="{3F7B82E8-75D4-41A6-B8AD-7371A275D82A}" dt="2024-03-16T14:39:34.013" v="1339" actId="404"/>
      <pc:docMkLst>
        <pc:docMk/>
      </pc:docMkLst>
      <pc:sldChg chg="addSp modSp mod">
        <pc:chgData name="强 李" userId="cd6c7ec7188785ae" providerId="LiveId" clId="{3F7B82E8-75D4-41A6-B8AD-7371A275D82A}" dt="2024-03-16T12:48:15.941" v="39" actId="11529"/>
        <pc:sldMkLst>
          <pc:docMk/>
          <pc:sldMk cId="0" sldId="425"/>
        </pc:sldMkLst>
        <pc:spChg chg="mod">
          <ac:chgData name="强 李" userId="cd6c7ec7188785ae" providerId="LiveId" clId="{3F7B82E8-75D4-41A6-B8AD-7371A275D82A}" dt="2024-03-16T12:46:55.972" v="25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3F7B82E8-75D4-41A6-B8AD-7371A275D82A}" dt="2024-03-16T12:44:33.503" v="16" actId="20577"/>
          <ac:spMkLst>
            <pc:docMk/>
            <pc:sldMk cId="0" sldId="425"/>
            <ac:spMk id="18" creationId="{00000000-0000-0000-0000-000000000000}"/>
          </ac:spMkLst>
        </pc:spChg>
        <pc:cxnChg chg="add">
          <ac:chgData name="强 李" userId="cd6c7ec7188785ae" providerId="LiveId" clId="{3F7B82E8-75D4-41A6-B8AD-7371A275D82A}" dt="2024-03-16T12:48:01.894" v="38" actId="11529"/>
          <ac:cxnSpMkLst>
            <pc:docMk/>
            <pc:sldMk cId="0" sldId="425"/>
            <ac:cxnSpMk id="4" creationId="{E12D3F7B-DF35-F878-D245-29F45AE818B1}"/>
          </ac:cxnSpMkLst>
        </pc:cxnChg>
        <pc:cxnChg chg="add">
          <ac:chgData name="强 李" userId="cd6c7ec7188785ae" providerId="LiveId" clId="{3F7B82E8-75D4-41A6-B8AD-7371A275D82A}" dt="2024-03-16T12:48:15.941" v="39" actId="11529"/>
          <ac:cxnSpMkLst>
            <pc:docMk/>
            <pc:sldMk cId="0" sldId="425"/>
            <ac:cxnSpMk id="6" creationId="{D73F8C8F-C7F8-8079-2EBB-C5A2F6B9838F}"/>
          </ac:cxnSpMkLst>
        </pc:cxnChg>
      </pc:sldChg>
      <pc:sldChg chg="modSp mod">
        <pc:chgData name="强 李" userId="cd6c7ec7188785ae" providerId="LiveId" clId="{3F7B82E8-75D4-41A6-B8AD-7371A275D82A}" dt="2024-03-16T14:39:14.631" v="1337" actId="20577"/>
        <pc:sldMkLst>
          <pc:docMk/>
          <pc:sldMk cId="419382719" sldId="552"/>
        </pc:sldMkLst>
        <pc:spChg chg="mod">
          <ac:chgData name="强 李" userId="cd6c7ec7188785ae" providerId="LiveId" clId="{3F7B82E8-75D4-41A6-B8AD-7371A275D82A}" dt="2024-03-16T14:39:14.631" v="1337" actId="20577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3F7B82E8-75D4-41A6-B8AD-7371A275D82A}" dt="2024-03-16T14:34:01.339" v="1215"/>
          <ac:spMkLst>
            <pc:docMk/>
            <pc:sldMk cId="419382719" sldId="552"/>
            <ac:spMk id="18" creationId="{00000000-0000-0000-0000-000000000000}"/>
          </ac:spMkLst>
        </pc:spChg>
      </pc:sldChg>
      <pc:sldChg chg="modSp mod ord">
        <pc:chgData name="强 李" userId="cd6c7ec7188785ae" providerId="LiveId" clId="{3F7B82E8-75D4-41A6-B8AD-7371A275D82A}" dt="2024-03-16T14:39:34.013" v="1339" actId="404"/>
        <pc:sldMkLst>
          <pc:docMk/>
          <pc:sldMk cId="530530540" sldId="553"/>
        </pc:sldMkLst>
        <pc:spChg chg="mod">
          <ac:chgData name="强 李" userId="cd6c7ec7188785ae" providerId="LiveId" clId="{3F7B82E8-75D4-41A6-B8AD-7371A275D82A}" dt="2024-03-16T14:39:34.013" v="1339" actId="404"/>
          <ac:spMkLst>
            <pc:docMk/>
            <pc:sldMk cId="530530540" sldId="553"/>
            <ac:spMk id="2" creationId="{00000000-0000-0000-0000-000000000000}"/>
          </ac:spMkLst>
        </pc:spChg>
      </pc:sldChg>
      <pc:sldChg chg="modSp mod">
        <pc:chgData name="强 李" userId="cd6c7ec7188785ae" providerId="LiveId" clId="{3F7B82E8-75D4-41A6-B8AD-7371A275D82A}" dt="2024-03-16T09:48:44.596" v="3" actId="20577"/>
        <pc:sldMkLst>
          <pc:docMk/>
          <pc:sldMk cId="1911491714" sldId="560"/>
        </pc:sldMkLst>
        <pc:spChg chg="mod">
          <ac:chgData name="强 李" userId="cd6c7ec7188785ae" providerId="LiveId" clId="{3F7B82E8-75D4-41A6-B8AD-7371A275D82A}" dt="2024-03-16T09:48:35.387" v="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3F7B82E8-75D4-41A6-B8AD-7371A275D82A}" dt="2024-03-16T09:48:44.596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3F7B82E8-75D4-41A6-B8AD-7371A275D82A}" dt="2024-03-16T12:47:06.152" v="26" actId="47"/>
        <pc:sldMkLst>
          <pc:docMk/>
          <pc:sldMk cId="1731156595" sldId="603"/>
        </pc:sldMkLst>
      </pc:sldChg>
      <pc:sldChg chg="add del">
        <pc:chgData name="强 李" userId="cd6c7ec7188785ae" providerId="LiveId" clId="{3F7B82E8-75D4-41A6-B8AD-7371A275D82A}" dt="2024-03-16T13:28:51.663" v="381" actId="47"/>
        <pc:sldMkLst>
          <pc:docMk/>
          <pc:sldMk cId="4077532394" sldId="606"/>
        </pc:sldMkLst>
      </pc:sldChg>
      <pc:sldChg chg="modSp mod">
        <pc:chgData name="强 李" userId="cd6c7ec7188785ae" providerId="LiveId" clId="{3F7B82E8-75D4-41A6-B8AD-7371A275D82A}" dt="2024-03-16T13:25:48.188" v="352" actId="20577"/>
        <pc:sldMkLst>
          <pc:docMk/>
          <pc:sldMk cId="2879203234" sldId="608"/>
        </pc:sldMkLst>
        <pc:spChg chg="mod">
          <ac:chgData name="强 李" userId="cd6c7ec7188785ae" providerId="LiveId" clId="{3F7B82E8-75D4-41A6-B8AD-7371A275D82A}" dt="2024-03-16T13:25:22.436" v="347"/>
          <ac:spMkLst>
            <pc:docMk/>
            <pc:sldMk cId="2879203234" sldId="608"/>
            <ac:spMk id="2" creationId="{400E9EAD-F249-D27D-CC30-B23058177C34}"/>
          </ac:spMkLst>
        </pc:spChg>
        <pc:spChg chg="mod">
          <ac:chgData name="强 李" userId="cd6c7ec7188785ae" providerId="LiveId" clId="{3F7B82E8-75D4-41A6-B8AD-7371A275D82A}" dt="2024-03-16T13:25:48.188" v="352" actId="20577"/>
          <ac:spMkLst>
            <pc:docMk/>
            <pc:sldMk cId="2879203234" sldId="608"/>
            <ac:spMk id="18" creationId="{82761EFB-BA95-36B5-1EC1-B3951F4073D5}"/>
          </ac:spMkLst>
        </pc:spChg>
      </pc:sldChg>
      <pc:sldChg chg="add del ord">
        <pc:chgData name="强 李" userId="cd6c7ec7188785ae" providerId="LiveId" clId="{3F7B82E8-75D4-41A6-B8AD-7371A275D82A}" dt="2024-03-16T13:28:51.663" v="381" actId="47"/>
        <pc:sldMkLst>
          <pc:docMk/>
          <pc:sldMk cId="3800701075" sldId="619"/>
        </pc:sldMkLst>
      </pc:sldChg>
      <pc:sldChg chg="add del">
        <pc:chgData name="强 李" userId="cd6c7ec7188785ae" providerId="LiveId" clId="{3F7B82E8-75D4-41A6-B8AD-7371A275D82A}" dt="2024-03-16T13:47:30.352" v="588" actId="47"/>
        <pc:sldMkLst>
          <pc:docMk/>
          <pc:sldMk cId="1885827403" sldId="620"/>
        </pc:sldMkLst>
      </pc:sldChg>
      <pc:sldChg chg="add del">
        <pc:chgData name="强 李" userId="cd6c7ec7188785ae" providerId="LiveId" clId="{3F7B82E8-75D4-41A6-B8AD-7371A275D82A}" dt="2024-03-16T13:28:51.663" v="381" actId="47"/>
        <pc:sldMkLst>
          <pc:docMk/>
          <pc:sldMk cId="4228275987" sldId="621"/>
        </pc:sldMkLst>
      </pc:sldChg>
      <pc:sldChg chg="add del">
        <pc:chgData name="强 李" userId="cd6c7ec7188785ae" providerId="LiveId" clId="{3F7B82E8-75D4-41A6-B8AD-7371A275D82A}" dt="2024-03-16T13:28:51.663" v="381" actId="47"/>
        <pc:sldMkLst>
          <pc:docMk/>
          <pc:sldMk cId="426338100" sldId="622"/>
        </pc:sldMkLst>
      </pc:sldChg>
      <pc:sldChg chg="add del">
        <pc:chgData name="强 李" userId="cd6c7ec7188785ae" providerId="LiveId" clId="{3F7B82E8-75D4-41A6-B8AD-7371A275D82A}" dt="2024-03-16T13:28:51.663" v="381" actId="47"/>
        <pc:sldMkLst>
          <pc:docMk/>
          <pc:sldMk cId="3699173080" sldId="623"/>
        </pc:sldMkLst>
      </pc:sldChg>
      <pc:sldChg chg="add del">
        <pc:chgData name="强 李" userId="cd6c7ec7188785ae" providerId="LiveId" clId="{3F7B82E8-75D4-41A6-B8AD-7371A275D82A}" dt="2024-03-16T13:28:51.663" v="381" actId="47"/>
        <pc:sldMkLst>
          <pc:docMk/>
          <pc:sldMk cId="3244008839" sldId="624"/>
        </pc:sldMkLst>
      </pc:sldChg>
      <pc:sldChg chg="add del">
        <pc:chgData name="强 李" userId="cd6c7ec7188785ae" providerId="LiveId" clId="{3F7B82E8-75D4-41A6-B8AD-7371A275D82A}" dt="2024-03-16T13:28:51.663" v="381" actId="47"/>
        <pc:sldMkLst>
          <pc:docMk/>
          <pc:sldMk cId="878112913" sldId="625"/>
        </pc:sldMkLst>
      </pc:sldChg>
      <pc:sldChg chg="modSp mod ord">
        <pc:chgData name="强 李" userId="cd6c7ec7188785ae" providerId="LiveId" clId="{3F7B82E8-75D4-41A6-B8AD-7371A275D82A}" dt="2024-03-16T12:50:12.751" v="40" actId="6549"/>
        <pc:sldMkLst>
          <pc:docMk/>
          <pc:sldMk cId="3899847473" sldId="626"/>
        </pc:sldMkLst>
        <pc:spChg chg="mod">
          <ac:chgData name="强 李" userId="cd6c7ec7188785ae" providerId="LiveId" clId="{3F7B82E8-75D4-41A6-B8AD-7371A275D82A}" dt="2024-03-16T12:50:12.751" v="40" actId="6549"/>
          <ac:spMkLst>
            <pc:docMk/>
            <pc:sldMk cId="3899847473" sldId="626"/>
            <ac:spMk id="3" creationId="{8A538EE3-F6EA-0FD3-E620-134F8CE2AD72}"/>
          </ac:spMkLst>
        </pc:spChg>
        <pc:spChg chg="mod">
          <ac:chgData name="强 李" userId="cd6c7ec7188785ae" providerId="LiveId" clId="{3F7B82E8-75D4-41A6-B8AD-7371A275D82A}" dt="2024-03-16T12:47:47.104" v="35"/>
          <ac:spMkLst>
            <pc:docMk/>
            <pc:sldMk cId="3899847473" sldId="626"/>
            <ac:spMk id="18" creationId="{77B48268-8DC2-26C4-0111-EC47204308AF}"/>
          </ac:spMkLst>
        </pc:spChg>
      </pc:sldChg>
      <pc:sldChg chg="modSp add del mod">
        <pc:chgData name="强 李" userId="cd6c7ec7188785ae" providerId="LiveId" clId="{3F7B82E8-75D4-41A6-B8AD-7371A275D82A}" dt="2024-03-16T13:28:38.381" v="380" actId="47"/>
        <pc:sldMkLst>
          <pc:docMk/>
          <pc:sldMk cId="3875331080" sldId="627"/>
        </pc:sldMkLst>
        <pc:spChg chg="mod">
          <ac:chgData name="强 李" userId="cd6c7ec7188785ae" providerId="LiveId" clId="{3F7B82E8-75D4-41A6-B8AD-7371A275D82A}" dt="2024-03-16T13:27:34.662" v="372" actId="6549"/>
          <ac:spMkLst>
            <pc:docMk/>
            <pc:sldMk cId="3875331080" sldId="627"/>
            <ac:spMk id="2" creationId="{400E9EAD-F249-D27D-CC30-B23058177C34}"/>
          </ac:spMkLst>
        </pc:spChg>
        <pc:spChg chg="mod">
          <ac:chgData name="强 李" userId="cd6c7ec7188785ae" providerId="LiveId" clId="{3F7B82E8-75D4-41A6-B8AD-7371A275D82A}" dt="2024-03-16T13:25:52.253" v="356" actId="20577"/>
          <ac:spMkLst>
            <pc:docMk/>
            <pc:sldMk cId="3875331080" sldId="627"/>
            <ac:spMk id="18" creationId="{82761EFB-BA95-36B5-1EC1-B3951F4073D5}"/>
          </ac:spMkLst>
        </pc:spChg>
      </pc:sldChg>
      <pc:sldChg chg="modSp add mod">
        <pc:chgData name="强 李" userId="cd6c7ec7188785ae" providerId="LiveId" clId="{3F7B82E8-75D4-41A6-B8AD-7371A275D82A}" dt="2024-03-16T13:38:59.836" v="489" actId="6549"/>
        <pc:sldMkLst>
          <pc:docMk/>
          <pc:sldMk cId="130905203" sldId="628"/>
        </pc:sldMkLst>
        <pc:spChg chg="mod">
          <ac:chgData name="强 李" userId="cd6c7ec7188785ae" providerId="LiveId" clId="{3F7B82E8-75D4-41A6-B8AD-7371A275D82A}" dt="2024-03-16T13:38:59.836" v="489" actId="6549"/>
          <ac:spMkLst>
            <pc:docMk/>
            <pc:sldMk cId="130905203" sldId="628"/>
            <ac:spMk id="2" creationId="{400E9EAD-F249-D27D-CC30-B23058177C34}"/>
          </ac:spMkLst>
        </pc:spChg>
      </pc:sldChg>
      <pc:sldChg chg="modSp add mod ord">
        <pc:chgData name="强 李" userId="cd6c7ec7188785ae" providerId="LiveId" clId="{3F7B82E8-75D4-41A6-B8AD-7371A275D82A}" dt="2024-03-16T13:45:38.262" v="586" actId="6549"/>
        <pc:sldMkLst>
          <pc:docMk/>
          <pc:sldMk cId="1161915253" sldId="629"/>
        </pc:sldMkLst>
        <pc:spChg chg="mod">
          <ac:chgData name="强 李" userId="cd6c7ec7188785ae" providerId="LiveId" clId="{3F7B82E8-75D4-41A6-B8AD-7371A275D82A}" dt="2024-03-16T13:45:38.262" v="586" actId="6549"/>
          <ac:spMkLst>
            <pc:docMk/>
            <pc:sldMk cId="1161915253" sldId="629"/>
            <ac:spMk id="2" creationId="{400E9EAD-F249-D27D-CC30-B23058177C34}"/>
          </ac:spMkLst>
        </pc:spChg>
        <pc:spChg chg="mod">
          <ac:chgData name="强 李" userId="cd6c7ec7188785ae" providerId="LiveId" clId="{3F7B82E8-75D4-41A6-B8AD-7371A275D82A}" dt="2024-03-16T13:39:19.275" v="494" actId="20577"/>
          <ac:spMkLst>
            <pc:docMk/>
            <pc:sldMk cId="1161915253" sldId="629"/>
            <ac:spMk id="18" creationId="{82761EFB-BA95-36B5-1EC1-B3951F4073D5}"/>
          </ac:spMkLst>
        </pc:spChg>
      </pc:sldChg>
      <pc:sldChg chg="modSp add mod">
        <pc:chgData name="强 李" userId="cd6c7ec7188785ae" providerId="LiveId" clId="{3F7B82E8-75D4-41A6-B8AD-7371A275D82A}" dt="2024-03-16T13:56:17.522" v="664" actId="6549"/>
        <pc:sldMkLst>
          <pc:docMk/>
          <pc:sldMk cId="586912630" sldId="630"/>
        </pc:sldMkLst>
        <pc:spChg chg="mod">
          <ac:chgData name="强 李" userId="cd6c7ec7188785ae" providerId="LiveId" clId="{3F7B82E8-75D4-41A6-B8AD-7371A275D82A}" dt="2024-03-16T13:56:17.522" v="664" actId="6549"/>
          <ac:spMkLst>
            <pc:docMk/>
            <pc:sldMk cId="586912630" sldId="630"/>
            <ac:spMk id="2" creationId="{400E9EAD-F249-D27D-CC30-B23058177C34}"/>
          </ac:spMkLst>
        </pc:spChg>
      </pc:sldChg>
      <pc:sldChg chg="addSp delSp modSp add mod">
        <pc:chgData name="强 李" userId="cd6c7ec7188785ae" providerId="LiveId" clId="{3F7B82E8-75D4-41A6-B8AD-7371A275D82A}" dt="2024-03-16T14:18:17.072" v="951" actId="6549"/>
        <pc:sldMkLst>
          <pc:docMk/>
          <pc:sldMk cId="2996521887" sldId="631"/>
        </pc:sldMkLst>
        <pc:spChg chg="mod">
          <ac:chgData name="强 李" userId="cd6c7ec7188785ae" providerId="LiveId" clId="{3F7B82E8-75D4-41A6-B8AD-7371A275D82A}" dt="2024-03-16T14:18:17.072" v="951" actId="6549"/>
          <ac:spMkLst>
            <pc:docMk/>
            <pc:sldMk cId="2996521887" sldId="631"/>
            <ac:spMk id="2" creationId="{400E9EAD-F249-D27D-CC30-B23058177C34}"/>
          </ac:spMkLst>
        </pc:spChg>
        <pc:spChg chg="add del mod">
          <ac:chgData name="强 李" userId="cd6c7ec7188785ae" providerId="LiveId" clId="{3F7B82E8-75D4-41A6-B8AD-7371A275D82A}" dt="2024-03-16T14:04:07.083" v="747" actId="478"/>
          <ac:spMkLst>
            <pc:docMk/>
            <pc:sldMk cId="2996521887" sldId="631"/>
            <ac:spMk id="5" creationId="{40DD5915-29EC-84AB-FDD3-8A9A84222DBC}"/>
          </ac:spMkLst>
        </pc:spChg>
        <pc:spChg chg="add mod">
          <ac:chgData name="强 李" userId="cd6c7ec7188785ae" providerId="LiveId" clId="{3F7B82E8-75D4-41A6-B8AD-7371A275D82A}" dt="2024-03-16T14:08:38.461" v="861" actId="14100"/>
          <ac:spMkLst>
            <pc:docMk/>
            <pc:sldMk cId="2996521887" sldId="631"/>
            <ac:spMk id="8" creationId="{BC1839A5-85F4-53E7-1691-70391EEE8BE8}"/>
          </ac:spMkLst>
        </pc:spChg>
        <pc:cxnChg chg="add mod">
          <ac:chgData name="强 李" userId="cd6c7ec7188785ae" providerId="LiveId" clId="{3F7B82E8-75D4-41A6-B8AD-7371A275D82A}" dt="2024-03-16T14:04:58.955" v="785" actId="1037"/>
          <ac:cxnSpMkLst>
            <pc:docMk/>
            <pc:sldMk cId="2996521887" sldId="631"/>
            <ac:cxnSpMk id="4" creationId="{F770A058-D3A1-B4DB-D2A5-7DDC8588D2E8}"/>
          </ac:cxnSpMkLst>
        </pc:cxnChg>
        <pc:cxnChg chg="add mod">
          <ac:chgData name="强 李" userId="cd6c7ec7188785ae" providerId="LiveId" clId="{3F7B82E8-75D4-41A6-B8AD-7371A275D82A}" dt="2024-03-16T14:07:54.598" v="845" actId="1076"/>
          <ac:cxnSpMkLst>
            <pc:docMk/>
            <pc:sldMk cId="2996521887" sldId="631"/>
            <ac:cxnSpMk id="6" creationId="{66BF7447-0E4B-EE93-0566-CFD07F18FFFD}"/>
          </ac:cxnSpMkLst>
        </pc:cxnChg>
        <pc:cxnChg chg="add del mod">
          <ac:chgData name="强 李" userId="cd6c7ec7188785ae" providerId="LiveId" clId="{3F7B82E8-75D4-41A6-B8AD-7371A275D82A}" dt="2024-03-16T14:08:03.575" v="850" actId="478"/>
          <ac:cxnSpMkLst>
            <pc:docMk/>
            <pc:sldMk cId="2996521887" sldId="631"/>
            <ac:cxnSpMk id="7" creationId="{2916F738-932C-146A-29CE-D9DD2E5E8E21}"/>
          </ac:cxnSpMkLst>
        </pc:cxnChg>
      </pc:sldChg>
      <pc:sldChg chg="modSp add mod ord">
        <pc:chgData name="强 李" userId="cd6c7ec7188785ae" providerId="LiveId" clId="{3F7B82E8-75D4-41A6-B8AD-7371A275D82A}" dt="2024-03-16T14:18:27.961" v="952" actId="6549"/>
        <pc:sldMkLst>
          <pc:docMk/>
          <pc:sldMk cId="4272436899" sldId="632"/>
        </pc:sldMkLst>
        <pc:spChg chg="mod">
          <ac:chgData name="强 李" userId="cd6c7ec7188785ae" providerId="LiveId" clId="{3F7B82E8-75D4-41A6-B8AD-7371A275D82A}" dt="2024-03-16T14:18:27.961" v="952" actId="6549"/>
          <ac:spMkLst>
            <pc:docMk/>
            <pc:sldMk cId="4272436899" sldId="632"/>
            <ac:spMk id="2" creationId="{400E9EAD-F249-D27D-CC30-B23058177C34}"/>
          </ac:spMkLst>
        </pc:spChg>
      </pc:sldChg>
      <pc:sldChg chg="modSp add mod">
        <pc:chgData name="强 李" userId="cd6c7ec7188785ae" providerId="LiveId" clId="{3F7B82E8-75D4-41A6-B8AD-7371A275D82A}" dt="2024-03-16T14:24:51.943" v="1044" actId="6549"/>
        <pc:sldMkLst>
          <pc:docMk/>
          <pc:sldMk cId="2656413177" sldId="633"/>
        </pc:sldMkLst>
        <pc:spChg chg="mod">
          <ac:chgData name="强 李" userId="cd6c7ec7188785ae" providerId="LiveId" clId="{3F7B82E8-75D4-41A6-B8AD-7371A275D82A}" dt="2024-03-16T14:24:51.943" v="1044" actId="6549"/>
          <ac:spMkLst>
            <pc:docMk/>
            <pc:sldMk cId="2656413177" sldId="633"/>
            <ac:spMk id="2" creationId="{400E9EAD-F249-D27D-CC30-B23058177C34}"/>
          </ac:spMkLst>
        </pc:spChg>
        <pc:spChg chg="mod">
          <ac:chgData name="强 李" userId="cd6c7ec7188785ae" providerId="LiveId" clId="{3F7B82E8-75D4-41A6-B8AD-7371A275D82A}" dt="2024-03-16T14:20:41.680" v="958" actId="20577"/>
          <ac:spMkLst>
            <pc:docMk/>
            <pc:sldMk cId="2656413177" sldId="633"/>
            <ac:spMk id="18" creationId="{82761EFB-BA95-36B5-1EC1-B3951F4073D5}"/>
          </ac:spMkLst>
        </pc:spChg>
      </pc:sldChg>
      <pc:sldChg chg="modSp add mod">
        <pc:chgData name="强 李" userId="cd6c7ec7188785ae" providerId="LiveId" clId="{3F7B82E8-75D4-41A6-B8AD-7371A275D82A}" dt="2024-03-16T14:29:15.756" v="1125" actId="20577"/>
        <pc:sldMkLst>
          <pc:docMk/>
          <pc:sldMk cId="3169530892" sldId="634"/>
        </pc:sldMkLst>
        <pc:spChg chg="mod">
          <ac:chgData name="强 李" userId="cd6c7ec7188785ae" providerId="LiveId" clId="{3F7B82E8-75D4-41A6-B8AD-7371A275D82A}" dt="2024-03-16T14:29:15.756" v="1125" actId="20577"/>
          <ac:spMkLst>
            <pc:docMk/>
            <pc:sldMk cId="3169530892" sldId="634"/>
            <ac:spMk id="2" creationId="{400E9EAD-F249-D27D-CC30-B23058177C34}"/>
          </ac:spMkLst>
        </pc:spChg>
      </pc:sldChg>
      <pc:sldChg chg="modSp add mod">
        <pc:chgData name="强 李" userId="cd6c7ec7188785ae" providerId="LiveId" clId="{3F7B82E8-75D4-41A6-B8AD-7371A275D82A}" dt="2024-03-16T14:32:47.289" v="1206"/>
        <pc:sldMkLst>
          <pc:docMk/>
          <pc:sldMk cId="2351898092" sldId="635"/>
        </pc:sldMkLst>
        <pc:spChg chg="mod">
          <ac:chgData name="强 李" userId="cd6c7ec7188785ae" providerId="LiveId" clId="{3F7B82E8-75D4-41A6-B8AD-7371A275D82A}" dt="2024-03-16T14:32:47.289" v="1206"/>
          <ac:spMkLst>
            <pc:docMk/>
            <pc:sldMk cId="2351898092" sldId="635"/>
            <ac:spMk id="2" creationId="{400E9EAD-F249-D27D-CC30-B23058177C34}"/>
          </ac:spMkLst>
        </pc:spChg>
      </pc:sldChg>
      <pc:sldChg chg="add">
        <pc:chgData name="强 李" userId="cd6c7ec7188785ae" providerId="LiveId" clId="{3F7B82E8-75D4-41A6-B8AD-7371A275D82A}" dt="2024-03-16T14:33:56.713" v="1211"/>
        <pc:sldMkLst>
          <pc:docMk/>
          <pc:sldMk cId="3922090901" sldId="636"/>
        </pc:sldMkLst>
      </pc:sldChg>
      <pc:sldChg chg="modSp add mod">
        <pc:chgData name="强 李" userId="cd6c7ec7188785ae" providerId="LiveId" clId="{3F7B82E8-75D4-41A6-B8AD-7371A275D82A}" dt="2024-03-16T14:35:52.959" v="1263"/>
        <pc:sldMkLst>
          <pc:docMk/>
          <pc:sldMk cId="3970055130" sldId="637"/>
        </pc:sldMkLst>
        <pc:spChg chg="mod">
          <ac:chgData name="强 李" userId="cd6c7ec7188785ae" providerId="LiveId" clId="{3F7B82E8-75D4-41A6-B8AD-7371A275D82A}" dt="2024-03-16T14:35:52.959" v="1263"/>
          <ac:spMkLst>
            <pc:docMk/>
            <pc:sldMk cId="3970055130" sldId="637"/>
            <ac:spMk id="2" creationId="{400E9EAD-F249-D27D-CC30-B23058177C34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EDD5424E-B918-4C5C-88E3-A245457C2529}"/>
    <pc:docChg chg="custSel modSld">
      <pc:chgData name="强 李" userId="cd6c7ec7188785ae" providerId="LiveId" clId="{EDD5424E-B918-4C5C-88E3-A245457C2529}" dt="2023-11-11T22:47:36.327" v="9" actId="207"/>
      <pc:docMkLst>
        <pc:docMk/>
      </pc:docMkLst>
      <pc:sldChg chg="modSp mod">
        <pc:chgData name="强 李" userId="cd6c7ec7188785ae" providerId="LiveId" clId="{EDD5424E-B918-4C5C-88E3-A245457C2529}" dt="2023-11-11T22:47:36.327" v="9" actId="207"/>
        <pc:sldMkLst>
          <pc:docMk/>
          <pc:sldMk cId="0" sldId="425"/>
        </pc:sldMkLst>
        <pc:spChg chg="mod">
          <ac:chgData name="强 李" userId="cd6c7ec7188785ae" providerId="LiveId" clId="{EDD5424E-B918-4C5C-88E3-A245457C2529}" dt="2023-11-11T22:47:36.327" v="9" actId="207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DD5424E-B918-4C5C-88E3-A245457C2529}" dt="2023-11-11T22:46:45.598" v="3" actId="1440"/>
        <pc:sldMkLst>
          <pc:docMk/>
          <pc:sldMk cId="54695671" sldId="531"/>
        </pc:sldMkLst>
        <pc:picChg chg="del">
          <ac:chgData name="强 李" userId="cd6c7ec7188785ae" providerId="LiveId" clId="{EDD5424E-B918-4C5C-88E3-A245457C2529}" dt="2023-11-11T22:46:36.824" v="0" actId="478"/>
          <ac:picMkLst>
            <pc:docMk/>
            <pc:sldMk cId="54695671" sldId="531"/>
            <ac:picMk id="2" creationId="{004B97CA-A634-1742-E4A8-396D9F522C1A}"/>
          </ac:picMkLst>
        </pc:picChg>
        <pc:picChg chg="add mod">
          <ac:chgData name="强 李" userId="cd6c7ec7188785ae" providerId="LiveId" clId="{EDD5424E-B918-4C5C-88E3-A245457C2529}" dt="2023-11-11T22:46:45.598" v="3" actId="1440"/>
          <ac:picMkLst>
            <pc:docMk/>
            <pc:sldMk cId="54695671" sldId="531"/>
            <ac:picMk id="3" creationId="{ED676CB3-071A-654E-8648-319D8E86AA37}"/>
          </ac:picMkLst>
        </pc:pic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9E9044C-29D0-4A1F-8502-A32A8B4D1867}"/>
    <pc:docChg chg="undo custSel addSld delSld modSld sldOrd">
      <pc:chgData name="强 李" userId="cd6c7ec7188785ae" providerId="LiveId" clId="{39E9044C-29D0-4A1F-8502-A32A8B4D1867}" dt="2024-01-27T22:40:28.828" v="2515" actId="1076"/>
      <pc:docMkLst>
        <pc:docMk/>
      </pc:docMkLst>
      <pc:sldChg chg="addSp delSp modSp mod modTransition">
        <pc:chgData name="强 李" userId="cd6c7ec7188785ae" providerId="LiveId" clId="{39E9044C-29D0-4A1F-8502-A32A8B4D1867}" dt="2024-01-27T22:25:23.700" v="2476" actId="207"/>
        <pc:sldMkLst>
          <pc:docMk/>
          <pc:sldMk cId="0" sldId="425"/>
        </pc:sldMkLst>
        <pc:spChg chg="add mod">
          <ac:chgData name="强 李" userId="cd6c7ec7188785ae" providerId="LiveId" clId="{39E9044C-29D0-4A1F-8502-A32A8B4D1867}" dt="2024-01-27T02:20:08.289" v="132" actId="1076"/>
          <ac:spMkLst>
            <pc:docMk/>
            <pc:sldMk cId="0" sldId="425"/>
            <ac:spMk id="2" creationId="{D62C17CF-DD7A-6A31-BB75-955C076F4624}"/>
          </ac:spMkLst>
        </pc:spChg>
        <pc:spChg chg="mod">
          <ac:chgData name="强 李" userId="cd6c7ec7188785ae" providerId="LiveId" clId="{39E9044C-29D0-4A1F-8502-A32A8B4D1867}" dt="2024-01-27T22:25:23.700" v="2476" actId="207"/>
          <ac:spMkLst>
            <pc:docMk/>
            <pc:sldMk cId="0" sldId="425"/>
            <ac:spMk id="3" creationId="{FF9BF7C3-9929-69BC-A1CA-30EBD45BF72F}"/>
          </ac:spMkLst>
        </pc:spChg>
        <pc:spChg chg="add mod">
          <ac:chgData name="强 李" userId="cd6c7ec7188785ae" providerId="LiveId" clId="{39E9044C-29D0-4A1F-8502-A32A8B4D1867}" dt="2024-01-27T02:21:22.066" v="142"/>
          <ac:spMkLst>
            <pc:docMk/>
            <pc:sldMk cId="0" sldId="425"/>
            <ac:spMk id="4" creationId="{35EF397D-B1A0-5430-E17E-13B5F790855E}"/>
          </ac:spMkLst>
        </pc:spChg>
        <pc:spChg chg="mod">
          <ac:chgData name="强 李" userId="cd6c7ec7188785ae" providerId="LiveId" clId="{39E9044C-29D0-4A1F-8502-A32A8B4D1867}" dt="2024-01-27T02:11:34.581" v="46" actId="20577"/>
          <ac:spMkLst>
            <pc:docMk/>
            <pc:sldMk cId="0" sldId="425"/>
            <ac:spMk id="18" creationId="{00000000-0000-0000-0000-000000000000}"/>
          </ac:spMkLst>
        </pc:spChg>
        <pc:cxnChg chg="add del mod">
          <ac:chgData name="强 李" userId="cd6c7ec7188785ae" providerId="LiveId" clId="{39E9044C-29D0-4A1F-8502-A32A8B4D1867}" dt="2024-01-27T02:22:31.465" v="158" actId="478"/>
          <ac:cxnSpMkLst>
            <pc:docMk/>
            <pc:sldMk cId="0" sldId="425"/>
            <ac:cxnSpMk id="6" creationId="{0A2CF6D5-2F8C-B1BB-AF59-49BD9D6D5538}"/>
          </ac:cxnSpMkLst>
        </pc:cxnChg>
      </pc:sldChg>
      <pc:sldChg chg="delSp modSp mod ord">
        <pc:chgData name="强 李" userId="cd6c7ec7188785ae" providerId="LiveId" clId="{39E9044C-29D0-4A1F-8502-A32A8B4D1867}" dt="2024-01-27T13:43:06.890" v="414"/>
        <pc:sldMkLst>
          <pc:docMk/>
          <pc:sldMk cId="54695671" sldId="531"/>
        </pc:sldMkLst>
        <pc:spChg chg="del">
          <ac:chgData name="强 李" userId="cd6c7ec7188785ae" providerId="LiveId" clId="{39E9044C-29D0-4A1F-8502-A32A8B4D1867}" dt="2024-01-27T13:26:55.554" v="372" actId="478"/>
          <ac:spMkLst>
            <pc:docMk/>
            <pc:sldMk cId="54695671" sldId="531"/>
            <ac:spMk id="7" creationId="{4F728403-1B68-99D4-E3D1-CC6B68CC06B3}"/>
          </ac:spMkLst>
        </pc:spChg>
        <pc:spChg chg="del">
          <ac:chgData name="强 李" userId="cd6c7ec7188785ae" providerId="LiveId" clId="{39E9044C-29D0-4A1F-8502-A32A8B4D1867}" dt="2024-01-27T13:27:00.813" v="374" actId="478"/>
          <ac:spMkLst>
            <pc:docMk/>
            <pc:sldMk cId="54695671" sldId="531"/>
            <ac:spMk id="8" creationId="{3850CE0C-B5E6-8E07-C154-285724831152}"/>
          </ac:spMkLst>
        </pc:spChg>
        <pc:graphicFrameChg chg="mod">
          <ac:chgData name="强 李" userId="cd6c7ec7188785ae" providerId="LiveId" clId="{39E9044C-29D0-4A1F-8502-A32A8B4D1867}" dt="2024-01-27T13:26:49.983" v="371" actId="20577"/>
          <ac:graphicFrameMkLst>
            <pc:docMk/>
            <pc:sldMk cId="54695671" sldId="531"/>
            <ac:graphicFrameMk id="32" creationId="{060F7A05-6CD5-71D0-1465-580C01900F88}"/>
          </ac:graphicFrameMkLst>
        </pc:graphicFrameChg>
        <pc:cxnChg chg="del">
          <ac:chgData name="强 李" userId="cd6c7ec7188785ae" providerId="LiveId" clId="{39E9044C-29D0-4A1F-8502-A32A8B4D1867}" dt="2024-01-27T13:26:57.846" v="373" actId="478"/>
          <ac:cxnSpMkLst>
            <pc:docMk/>
            <pc:sldMk cId="54695671" sldId="531"/>
            <ac:cxnSpMk id="5" creationId="{13D7970A-E266-F48C-BAE7-478F67BDF07F}"/>
          </ac:cxnSpMkLst>
        </pc:cxnChg>
      </pc:sldChg>
      <pc:sldChg chg="modSp del">
        <pc:chgData name="强 李" userId="cd6c7ec7188785ae" providerId="LiveId" clId="{39E9044C-29D0-4A1F-8502-A32A8B4D1867}" dt="2024-01-27T21:20:28.805" v="1108" actId="2696"/>
        <pc:sldMkLst>
          <pc:docMk/>
          <pc:sldMk cId="1242525785" sldId="543"/>
        </pc:sldMkLst>
        <pc:graphicFrameChg chg="mod">
          <ac:chgData name="强 李" userId="cd6c7ec7188785ae" providerId="LiveId" clId="{39E9044C-29D0-4A1F-8502-A32A8B4D1867}" dt="2024-01-27T14:08:45.830" v="858" actId="16803"/>
          <ac:graphicFrameMkLst>
            <pc:docMk/>
            <pc:sldMk cId="1242525785" sldId="543"/>
            <ac:graphicFrameMk id="2" creationId="{7DC59C9B-64D5-1D1D-8333-542C061CA594}"/>
          </ac:graphicFrameMkLst>
        </pc:graphicFrameChg>
      </pc:sldChg>
      <pc:sldChg chg="modSp add del mod">
        <pc:chgData name="强 李" userId="cd6c7ec7188785ae" providerId="LiveId" clId="{39E9044C-29D0-4A1F-8502-A32A8B4D1867}" dt="2024-01-27T22:29:02.129" v="2484" actId="20577"/>
        <pc:sldMkLst>
          <pc:docMk/>
          <pc:sldMk cId="419382719" sldId="552"/>
        </pc:sldMkLst>
        <pc:spChg chg="mod">
          <ac:chgData name="强 李" userId="cd6c7ec7188785ae" providerId="LiveId" clId="{39E9044C-29D0-4A1F-8502-A32A8B4D1867}" dt="2024-01-27T22:29:02.129" v="248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modNotesTx">
        <pc:chgData name="强 李" userId="cd6c7ec7188785ae" providerId="LiveId" clId="{39E9044C-29D0-4A1F-8502-A32A8B4D1867}" dt="2024-01-27T22:31:52.686" v="2509" actId="15"/>
        <pc:sldMkLst>
          <pc:docMk/>
          <pc:sldMk cId="530530540" sldId="553"/>
        </pc:sldMkLst>
        <pc:spChg chg="mod">
          <ac:chgData name="强 李" userId="cd6c7ec7188785ae" providerId="LiveId" clId="{39E9044C-29D0-4A1F-8502-A32A8B4D1867}" dt="2024-01-27T22:31:52.686" v="2509" actId="1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39E9044C-29D0-4A1F-8502-A32A8B4D1867}" dt="2024-01-27T13:27:19.326" v="382"/>
          <ac:spMkLst>
            <pc:docMk/>
            <pc:sldMk cId="530530540" sldId="553"/>
            <ac:spMk id="18" creationId="{00000000-0000-0000-0000-000000000000}"/>
          </ac:spMkLst>
        </pc:spChg>
      </pc:sldChg>
      <pc:sldChg chg="del">
        <pc:chgData name="强 李" userId="cd6c7ec7188785ae" providerId="LiveId" clId="{39E9044C-29D0-4A1F-8502-A32A8B4D1867}" dt="2024-01-27T13:26:15.257" v="370" actId="47"/>
        <pc:sldMkLst>
          <pc:docMk/>
          <pc:sldMk cId="3418790839" sldId="554"/>
        </pc:sldMkLst>
      </pc:sldChg>
      <pc:sldChg chg="modSp mod modNotesTx">
        <pc:chgData name="强 李" userId="cd6c7ec7188785ae" providerId="LiveId" clId="{39E9044C-29D0-4A1F-8502-A32A8B4D1867}" dt="2024-01-27T02:17:07.460" v="127" actId="20577"/>
        <pc:sldMkLst>
          <pc:docMk/>
          <pc:sldMk cId="1911491714" sldId="560"/>
        </pc:sldMkLst>
        <pc:spChg chg="mod">
          <ac:chgData name="强 李" userId="cd6c7ec7188785ae" providerId="LiveId" clId="{39E9044C-29D0-4A1F-8502-A32A8B4D1867}" dt="2024-01-27T02:09:52.336" v="8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39E9044C-29D0-4A1F-8502-A32A8B4D1867}" dt="2024-01-27T02:15:45.737" v="102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3921434846" sldId="587"/>
        </pc:sldMkLst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544642582" sldId="600"/>
        </pc:sldMkLst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2712179486" sldId="601"/>
        </pc:sldMkLst>
      </pc:sldChg>
      <pc:sldChg chg="addSp delSp modSp add mod setBg">
        <pc:chgData name="强 李" userId="cd6c7ec7188785ae" providerId="LiveId" clId="{39E9044C-29D0-4A1F-8502-A32A8B4D1867}" dt="2024-01-27T22:40:28.828" v="2515" actId="1076"/>
        <pc:sldMkLst>
          <pc:docMk/>
          <pc:sldMk cId="3612432375" sldId="602"/>
        </pc:sldMkLst>
        <pc:spChg chg="del">
          <ac:chgData name="强 李" userId="cd6c7ec7188785ae" providerId="LiveId" clId="{39E9044C-29D0-4A1F-8502-A32A8B4D1867}" dt="2024-01-27T13:13:39.179" v="219" actId="478"/>
          <ac:spMkLst>
            <pc:docMk/>
            <pc:sldMk cId="3612432375" sldId="602"/>
            <ac:spMk id="3" creationId="{F291ED4D-1AD4-0589-ACD3-0E7F99F74F3F}"/>
          </ac:spMkLst>
        </pc:spChg>
        <pc:spChg chg="add mod">
          <ac:chgData name="强 李" userId="cd6c7ec7188785ae" providerId="LiveId" clId="{39E9044C-29D0-4A1F-8502-A32A8B4D1867}" dt="2024-01-27T13:42:40.123" v="410" actId="113"/>
          <ac:spMkLst>
            <pc:docMk/>
            <pc:sldMk cId="3612432375" sldId="602"/>
            <ac:spMk id="5" creationId="{6DCAE4C7-5A64-B98E-28D0-B932F2054837}"/>
          </ac:spMkLst>
        </pc:spChg>
        <pc:spChg chg="mod">
          <ac:chgData name="强 李" userId="cd6c7ec7188785ae" providerId="LiveId" clId="{39E9044C-29D0-4A1F-8502-A32A8B4D1867}" dt="2024-01-27T13:13:56.300" v="227"/>
          <ac:spMkLst>
            <pc:docMk/>
            <pc:sldMk cId="3612432375" sldId="602"/>
            <ac:spMk id="18" creationId="{9C8F3542-9CE4-185A-C360-AB80F15AE60A}"/>
          </ac:spMkLst>
        </pc:spChg>
        <pc:picChg chg="add mod">
          <ac:chgData name="强 李" userId="cd6c7ec7188785ae" providerId="LiveId" clId="{39E9044C-29D0-4A1F-8502-A32A8B4D1867}" dt="2024-01-27T22:40:28.828" v="2515" actId="1076"/>
          <ac:picMkLst>
            <pc:docMk/>
            <pc:sldMk cId="3612432375" sldId="602"/>
            <ac:picMk id="3" creationId="{998EBC83-7DD7-78D3-7565-0E8ABA8B55E4}"/>
          </ac:picMkLst>
        </pc:picChg>
        <pc:picChg chg="add del mod">
          <ac:chgData name="强 李" userId="cd6c7ec7188785ae" providerId="LiveId" clId="{39E9044C-29D0-4A1F-8502-A32A8B4D1867}" dt="2024-01-27T22:40:16.452" v="2510" actId="478"/>
          <ac:picMkLst>
            <pc:docMk/>
            <pc:sldMk cId="3612432375" sldId="602"/>
            <ac:picMk id="4" creationId="{23426BEB-7337-528C-9943-B9F1E19F8D1B}"/>
          </ac:picMkLst>
        </pc:picChg>
      </pc:sldChg>
      <pc:sldChg chg="addSp modSp add mod setBg modNotesTx">
        <pc:chgData name="强 李" userId="cd6c7ec7188785ae" providerId="LiveId" clId="{39E9044C-29D0-4A1F-8502-A32A8B4D1867}" dt="2024-01-27T02:30:12.415" v="218" actId="20577"/>
        <pc:sldMkLst>
          <pc:docMk/>
          <pc:sldMk cId="1731156595" sldId="603"/>
        </pc:sldMkLst>
        <pc:spChg chg="add mod">
          <ac:chgData name="强 李" userId="cd6c7ec7188785ae" providerId="LiveId" clId="{39E9044C-29D0-4A1F-8502-A32A8B4D1867}" dt="2024-01-27T02:29:13.739" v="191"/>
          <ac:spMkLst>
            <pc:docMk/>
            <pc:sldMk cId="1731156595" sldId="603"/>
            <ac:spMk id="2" creationId="{3C0AECCC-28CD-B7BE-CB51-B1A371E2E3EB}"/>
          </ac:spMkLst>
        </pc:spChg>
        <pc:spChg chg="mod">
          <ac:chgData name="强 李" userId="cd6c7ec7188785ae" providerId="LiveId" clId="{39E9044C-29D0-4A1F-8502-A32A8B4D1867}" dt="2024-01-27T02:27:11.238" v="185" actId="6549"/>
          <ac:spMkLst>
            <pc:docMk/>
            <pc:sldMk cId="1731156595" sldId="603"/>
            <ac:spMk id="3" creationId="{8A538EE3-F6EA-0FD3-E620-134F8CE2AD72}"/>
          </ac:spMkLst>
        </pc:spChg>
        <pc:spChg chg="mod">
          <ac:chgData name="强 李" userId="cd6c7ec7188785ae" providerId="LiveId" clId="{39E9044C-29D0-4A1F-8502-A32A8B4D1867}" dt="2024-01-27T02:14:07.479" v="97"/>
          <ac:spMkLst>
            <pc:docMk/>
            <pc:sldMk cId="1731156595" sldId="603"/>
            <ac:spMk id="18" creationId="{77B48268-8DC2-26C4-0111-EC47204308AF}"/>
          </ac:spMkLst>
        </pc:spChg>
      </pc:sldChg>
      <pc:sldChg chg="addSp delSp modSp add del mod ord modClrScheme chgLayout">
        <pc:chgData name="强 李" userId="cd6c7ec7188785ae" providerId="LiveId" clId="{39E9044C-29D0-4A1F-8502-A32A8B4D1867}" dt="2024-01-27T13:21:52.794" v="341" actId="47"/>
        <pc:sldMkLst>
          <pc:docMk/>
          <pc:sldMk cId="3063116638" sldId="604"/>
        </pc:sldMkLst>
        <pc:spChg chg="del">
          <ac:chgData name="强 李" userId="cd6c7ec7188785ae" providerId="LiveId" clId="{39E9044C-29D0-4A1F-8502-A32A8B4D1867}" dt="2024-01-27T13:17:35.402" v="246" actId="478"/>
          <ac:spMkLst>
            <pc:docMk/>
            <pc:sldMk cId="3063116638" sldId="604"/>
            <ac:spMk id="2" creationId="{764318D1-796C-377C-8FB2-AAB36F494457}"/>
          </ac:spMkLst>
        </pc:spChg>
        <pc:spChg chg="add del mod">
          <ac:chgData name="强 李" userId="cd6c7ec7188785ae" providerId="LiveId" clId="{39E9044C-29D0-4A1F-8502-A32A8B4D1867}" dt="2024-01-27T13:18:48.337" v="263" actId="26606"/>
          <ac:spMkLst>
            <pc:docMk/>
            <pc:sldMk cId="3063116638" sldId="604"/>
            <ac:spMk id="3" creationId="{2D2F7563-D3F4-D4E2-84B6-14AEF33E9026}"/>
          </ac:spMkLst>
        </pc:spChg>
        <pc:spChg chg="mod">
          <ac:chgData name="强 李" userId="cd6c7ec7188785ae" providerId="LiveId" clId="{39E9044C-29D0-4A1F-8502-A32A8B4D1867}" dt="2024-01-27T13:18:48.337" v="263" actId="26606"/>
          <ac:spMkLst>
            <pc:docMk/>
            <pc:sldMk cId="3063116638" sldId="604"/>
            <ac:spMk id="18" creationId="{9A5472CE-1EF1-9F03-1E37-CEAD3CC00CC5}"/>
          </ac:spMkLst>
        </pc:spChg>
        <pc:graphicFrameChg chg="add del">
          <ac:chgData name="强 李" userId="cd6c7ec7188785ae" providerId="LiveId" clId="{39E9044C-29D0-4A1F-8502-A32A8B4D1867}" dt="2024-01-27T13:18:19.797" v="250" actId="26606"/>
          <ac:graphicFrameMkLst>
            <pc:docMk/>
            <pc:sldMk cId="3063116638" sldId="604"/>
            <ac:graphicFrameMk id="20" creationId="{DFFDC8B7-E8C7-1D47-C384-EFF36AB01583}"/>
          </ac:graphicFrameMkLst>
        </pc:graphicFrameChg>
        <pc:graphicFrameChg chg="add del">
          <ac:chgData name="强 李" userId="cd6c7ec7188785ae" providerId="LiveId" clId="{39E9044C-29D0-4A1F-8502-A32A8B4D1867}" dt="2024-01-27T13:18:28.766" v="252" actId="26606"/>
          <ac:graphicFrameMkLst>
            <pc:docMk/>
            <pc:sldMk cId="3063116638" sldId="604"/>
            <ac:graphicFrameMk id="22" creationId="{486F4A28-2D46-2099-1B39-E59992191CDF}"/>
          </ac:graphicFrameMkLst>
        </pc:graphicFrameChg>
        <pc:graphicFrameChg chg="add del">
          <ac:chgData name="强 李" userId="cd6c7ec7188785ae" providerId="LiveId" clId="{39E9044C-29D0-4A1F-8502-A32A8B4D1867}" dt="2024-01-27T13:18:30.308" v="254" actId="26606"/>
          <ac:graphicFrameMkLst>
            <pc:docMk/>
            <pc:sldMk cId="3063116638" sldId="604"/>
            <ac:graphicFrameMk id="24" creationId="{F754E7CF-BD26-8977-F12C-5A86D7E3E821}"/>
          </ac:graphicFrameMkLst>
        </pc:graphicFrameChg>
        <pc:graphicFrameChg chg="add del">
          <ac:chgData name="强 李" userId="cd6c7ec7188785ae" providerId="LiveId" clId="{39E9044C-29D0-4A1F-8502-A32A8B4D1867}" dt="2024-01-27T13:18:34.322" v="256" actId="26606"/>
          <ac:graphicFrameMkLst>
            <pc:docMk/>
            <pc:sldMk cId="3063116638" sldId="604"/>
            <ac:graphicFrameMk id="26" creationId="{39C38EF1-2E86-1C57-A000-1E8F5B0C581E}"/>
          </ac:graphicFrameMkLst>
        </pc:graphicFrameChg>
        <pc:graphicFrameChg chg="add del">
          <ac:chgData name="强 李" userId="cd6c7ec7188785ae" providerId="LiveId" clId="{39E9044C-29D0-4A1F-8502-A32A8B4D1867}" dt="2024-01-27T13:18:35.186" v="258" actId="26606"/>
          <ac:graphicFrameMkLst>
            <pc:docMk/>
            <pc:sldMk cId="3063116638" sldId="604"/>
            <ac:graphicFrameMk id="28" creationId="{51BF0E2B-6336-AB25-AE48-FB932737D7CE}"/>
          </ac:graphicFrameMkLst>
        </pc:graphicFrameChg>
        <pc:graphicFrameChg chg="add del">
          <ac:chgData name="强 李" userId="cd6c7ec7188785ae" providerId="LiveId" clId="{39E9044C-29D0-4A1F-8502-A32A8B4D1867}" dt="2024-01-27T13:18:46.198" v="260" actId="26606"/>
          <ac:graphicFrameMkLst>
            <pc:docMk/>
            <pc:sldMk cId="3063116638" sldId="604"/>
            <ac:graphicFrameMk id="30" creationId="{9A974299-C7D5-4202-7819-503407BE7B3C}"/>
          </ac:graphicFrameMkLst>
        </pc:graphicFrameChg>
        <pc:graphicFrameChg chg="add del">
          <ac:chgData name="强 李" userId="cd6c7ec7188785ae" providerId="LiveId" clId="{39E9044C-29D0-4A1F-8502-A32A8B4D1867}" dt="2024-01-27T13:18:48.311" v="262" actId="26606"/>
          <ac:graphicFrameMkLst>
            <pc:docMk/>
            <pc:sldMk cId="3063116638" sldId="604"/>
            <ac:graphicFrameMk id="32" creationId="{D1D45DE7-DADB-9A94-E12F-1A5EF8C42B2D}"/>
          </ac:graphicFrameMkLst>
        </pc:graphicFrameChg>
        <pc:graphicFrameChg chg="add">
          <ac:chgData name="强 李" userId="cd6c7ec7188785ae" providerId="LiveId" clId="{39E9044C-29D0-4A1F-8502-A32A8B4D1867}" dt="2024-01-27T13:18:48.337" v="263" actId="26606"/>
          <ac:graphicFrameMkLst>
            <pc:docMk/>
            <pc:sldMk cId="3063116638" sldId="604"/>
            <ac:graphicFrameMk id="34" creationId="{486F4A28-2D46-2099-1B39-E59992191CDF}"/>
          </ac:graphicFrameMkLst>
        </pc:graphicFrameChg>
      </pc:sldChg>
      <pc:sldChg chg="addSp delSp modSp add mod ord">
        <pc:chgData name="强 李" userId="cd6c7ec7188785ae" providerId="LiveId" clId="{39E9044C-29D0-4A1F-8502-A32A8B4D1867}" dt="2024-01-27T21:16:46.282" v="1026" actId="207"/>
        <pc:sldMkLst>
          <pc:docMk/>
          <pc:sldMk cId="1882420799" sldId="605"/>
        </pc:sldMkLst>
        <pc:spChg chg="del">
          <ac:chgData name="强 李" userId="cd6c7ec7188785ae" providerId="LiveId" clId="{39E9044C-29D0-4A1F-8502-A32A8B4D1867}" dt="2024-01-27T13:19:21.988" v="270" actId="478"/>
          <ac:spMkLst>
            <pc:docMk/>
            <pc:sldMk cId="1882420799" sldId="605"/>
            <ac:spMk id="2" creationId="{AB356AEC-0E5F-FBA5-924D-63D57AEB0E85}"/>
          </ac:spMkLst>
        </pc:spChg>
        <pc:spChg chg="del">
          <ac:chgData name="强 李" userId="cd6c7ec7188785ae" providerId="LiveId" clId="{39E9044C-29D0-4A1F-8502-A32A8B4D1867}" dt="2024-01-27T13:19:12.565" v="267" actId="478"/>
          <ac:spMkLst>
            <pc:docMk/>
            <pc:sldMk cId="1882420799" sldId="605"/>
            <ac:spMk id="3" creationId="{7C9208F7-918D-2DB9-8742-10D9AA7A3336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7" creationId="{346AE943-3516-AF2D-5D5A-D44D2CABE288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8" creationId="{F29688CF-C7E9-87C6-F238-2D96B1B866A5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9" creationId="{88C434D4-D1E1-A637-5E14-0CAD30E97129}"/>
          </ac:spMkLst>
        </pc:spChg>
        <pc:spChg chg="add mod">
          <ac:chgData name="强 李" userId="cd6c7ec7188785ae" providerId="LiveId" clId="{39E9044C-29D0-4A1F-8502-A32A8B4D1867}" dt="2024-01-27T21:16:46.282" v="1026" actId="207"/>
          <ac:spMkLst>
            <pc:docMk/>
            <pc:sldMk cId="1882420799" sldId="605"/>
            <ac:spMk id="10" creationId="{324DE7E7-631F-71BD-3729-89DF85771ECA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11" creationId="{51F4071B-0320-E40F-7B40-262358FECBA8}"/>
          </ac:spMkLst>
        </pc:spChg>
        <pc:spChg chg="add mod">
          <ac:chgData name="强 李" userId="cd6c7ec7188785ae" providerId="LiveId" clId="{39E9044C-29D0-4A1F-8502-A32A8B4D1867}" dt="2024-01-27T21:16:41.779" v="1024" actId="207"/>
          <ac:spMkLst>
            <pc:docMk/>
            <pc:sldMk cId="1882420799" sldId="605"/>
            <ac:spMk id="12" creationId="{3E8B4626-839D-371A-5A5D-F299C1940F73}"/>
          </ac:spMkLst>
        </pc:spChg>
        <pc:spChg chg="mod">
          <ac:chgData name="强 李" userId="cd6c7ec7188785ae" providerId="LiveId" clId="{39E9044C-29D0-4A1F-8502-A32A8B4D1867}" dt="2024-01-27T13:22:13.123" v="350" actId="14100"/>
          <ac:spMkLst>
            <pc:docMk/>
            <pc:sldMk cId="1882420799" sldId="605"/>
            <ac:spMk id="18" creationId="{FA7AF04E-E551-532F-7B4F-F3216F257377}"/>
          </ac:spMkLst>
        </pc:spChg>
        <pc:grpChg chg="add mod">
          <ac:chgData name="强 李" userId="cd6c7ec7188785ae" providerId="LiveId" clId="{39E9044C-29D0-4A1F-8502-A32A8B4D1867}" dt="2024-01-27T13:23:11.310" v="361" actId="14100"/>
          <ac:grpSpMkLst>
            <pc:docMk/>
            <pc:sldMk cId="1882420799" sldId="605"/>
            <ac:grpSpMk id="4" creationId="{08386025-7A97-2B30-5088-1728A0E02E9D}"/>
          </ac:grpSpMkLst>
        </pc:grpChg>
        <pc:grpChg chg="add mod">
          <ac:chgData name="强 李" userId="cd6c7ec7188785ae" providerId="LiveId" clId="{39E9044C-29D0-4A1F-8502-A32A8B4D1867}" dt="2024-01-27T13:19:24.794" v="272" actId="1076"/>
          <ac:grpSpMkLst>
            <pc:docMk/>
            <pc:sldMk cId="1882420799" sldId="605"/>
            <ac:grpSpMk id="5" creationId="{BE089B51-E644-2142-CA26-7BECC4FE9FA6}"/>
          </ac:grpSpMkLst>
        </pc:grpChg>
        <pc:grpChg chg="add mod">
          <ac:chgData name="强 李" userId="cd6c7ec7188785ae" providerId="LiveId" clId="{39E9044C-29D0-4A1F-8502-A32A8B4D1867}" dt="2024-01-27T13:19:24.794" v="272" actId="1076"/>
          <ac:grpSpMkLst>
            <pc:docMk/>
            <pc:sldMk cId="1882420799" sldId="605"/>
            <ac:grpSpMk id="6" creationId="{09BEE846-0476-2F47-8C58-DC2938E6E9F3}"/>
          </ac:grpSpMkLst>
        </pc:grpChg>
      </pc:sldChg>
      <pc:sldChg chg="modSp add del mod">
        <pc:chgData name="强 李" userId="cd6c7ec7188785ae" providerId="LiveId" clId="{39E9044C-29D0-4A1F-8502-A32A8B4D1867}" dt="2024-01-27T21:20:37.551" v="1112" actId="2696"/>
        <pc:sldMkLst>
          <pc:docMk/>
          <pc:sldMk cId="4077532394" sldId="606"/>
        </pc:sldMkLst>
        <pc:spChg chg="mod">
          <ac:chgData name="强 李" userId="cd6c7ec7188785ae" providerId="LiveId" clId="{39E9044C-29D0-4A1F-8502-A32A8B4D1867}" dt="2024-01-27T13:59:05.036" v="737" actId="113"/>
          <ac:spMkLst>
            <pc:docMk/>
            <pc:sldMk cId="4077532394" sldId="606"/>
            <ac:spMk id="2" creationId="{16D956BE-0385-7EA6-7CB3-246D71E4FBB0}"/>
          </ac:spMkLst>
        </pc:spChg>
      </pc:sldChg>
      <pc:sldChg chg="add del">
        <pc:chgData name="强 李" userId="cd6c7ec7188785ae" providerId="LiveId" clId="{39E9044C-29D0-4A1F-8502-A32A8B4D1867}" dt="2024-01-27T13:19:14.184" v="269"/>
        <pc:sldMkLst>
          <pc:docMk/>
          <pc:sldMk cId="4126351175" sldId="606"/>
        </pc:sldMkLst>
      </pc:sldChg>
      <pc:sldChg chg="modSp add del mod">
        <pc:chgData name="强 李" userId="cd6c7ec7188785ae" providerId="LiveId" clId="{39E9044C-29D0-4A1F-8502-A32A8B4D1867}" dt="2024-01-27T21:22:27.009" v="1123" actId="113"/>
        <pc:sldMkLst>
          <pc:docMk/>
          <pc:sldMk cId="2766224610" sldId="607"/>
        </pc:sldMkLst>
        <pc:spChg chg="mod">
          <ac:chgData name="强 李" userId="cd6c7ec7188785ae" providerId="LiveId" clId="{39E9044C-29D0-4A1F-8502-A32A8B4D1867}" dt="2024-01-27T21:22:27.009" v="1123" actId="113"/>
          <ac:spMkLst>
            <pc:docMk/>
            <pc:sldMk cId="2766224610" sldId="607"/>
            <ac:spMk id="2" creationId="{87FB5D65-A6E1-D839-F3E2-CDBB50D60D94}"/>
          </ac:spMkLst>
        </pc:spChg>
      </pc:sldChg>
      <pc:sldChg chg="modSp add mod">
        <pc:chgData name="强 李" userId="cd6c7ec7188785ae" providerId="LiveId" clId="{39E9044C-29D0-4A1F-8502-A32A8B4D1867}" dt="2024-01-27T22:31:21.906" v="2490" actId="20577"/>
        <pc:sldMkLst>
          <pc:docMk/>
          <pc:sldMk cId="2879203234" sldId="608"/>
        </pc:sldMkLst>
        <pc:spChg chg="mod">
          <ac:chgData name="强 李" userId="cd6c7ec7188785ae" providerId="LiveId" clId="{39E9044C-29D0-4A1F-8502-A32A8B4D1867}" dt="2024-01-27T22:31:21.906" v="2490" actId="20577"/>
          <ac:spMkLst>
            <pc:docMk/>
            <pc:sldMk cId="2879203234" sldId="608"/>
            <ac:spMk id="2" creationId="{400E9EAD-F249-D27D-CC30-B23058177C34}"/>
          </ac:spMkLst>
        </pc:spChg>
      </pc:sldChg>
      <pc:sldChg chg="modSp add mod">
        <pc:chgData name="强 李" userId="cd6c7ec7188785ae" providerId="LiveId" clId="{39E9044C-29D0-4A1F-8502-A32A8B4D1867}" dt="2024-01-27T21:28:43.890" v="1288"/>
        <pc:sldMkLst>
          <pc:docMk/>
          <pc:sldMk cId="449309727" sldId="609"/>
        </pc:sldMkLst>
        <pc:spChg chg="mod">
          <ac:chgData name="强 李" userId="cd6c7ec7188785ae" providerId="LiveId" clId="{39E9044C-29D0-4A1F-8502-A32A8B4D1867}" dt="2024-01-27T21:28:43.890" v="1288"/>
          <ac:spMkLst>
            <pc:docMk/>
            <pc:sldMk cId="449309727" sldId="609"/>
            <ac:spMk id="2" creationId="{1CBC045A-6210-98EF-0B2F-19EC00E8FDB5}"/>
          </ac:spMkLst>
        </pc:spChg>
      </pc:sldChg>
      <pc:sldChg chg="modSp add del mod">
        <pc:chgData name="强 李" userId="cd6c7ec7188785ae" providerId="LiveId" clId="{39E9044C-29D0-4A1F-8502-A32A8B4D1867}" dt="2024-01-27T21:20:28.214" v="1107" actId="2696"/>
        <pc:sldMkLst>
          <pc:docMk/>
          <pc:sldMk cId="1654283137" sldId="609"/>
        </pc:sldMkLst>
        <pc:spChg chg="mod">
          <ac:chgData name="强 李" userId="cd6c7ec7188785ae" providerId="LiveId" clId="{39E9044C-29D0-4A1F-8502-A32A8B4D1867}" dt="2024-01-27T21:19:38.826" v="1106" actId="108"/>
          <ac:spMkLst>
            <pc:docMk/>
            <pc:sldMk cId="1654283137" sldId="609"/>
            <ac:spMk id="2" creationId="{A1199DBB-BF3F-534E-7B87-4D3C5F519C33}"/>
          </ac:spMkLst>
        </pc:spChg>
      </pc:sldChg>
      <pc:sldChg chg="modSp add mod">
        <pc:chgData name="强 李" userId="cd6c7ec7188785ae" providerId="LiveId" clId="{39E9044C-29D0-4A1F-8502-A32A8B4D1867}" dt="2024-01-27T21:36:00.183" v="1371"/>
        <pc:sldMkLst>
          <pc:docMk/>
          <pc:sldMk cId="1803571379" sldId="610"/>
        </pc:sldMkLst>
        <pc:spChg chg="mod">
          <ac:chgData name="强 李" userId="cd6c7ec7188785ae" providerId="LiveId" clId="{39E9044C-29D0-4A1F-8502-A32A8B4D1867}" dt="2024-01-27T21:36:00.183" v="1371"/>
          <ac:spMkLst>
            <pc:docMk/>
            <pc:sldMk cId="1803571379" sldId="610"/>
            <ac:spMk id="2" creationId="{2FAE84E7-CFA3-D615-CDCF-091347656555}"/>
          </ac:spMkLst>
        </pc:spChg>
      </pc:sldChg>
      <pc:sldChg chg="modSp add mod">
        <pc:chgData name="强 李" userId="cd6c7ec7188785ae" providerId="LiveId" clId="{39E9044C-29D0-4A1F-8502-A32A8B4D1867}" dt="2024-01-27T22:28:08.668" v="2477" actId="14100"/>
        <pc:sldMkLst>
          <pc:docMk/>
          <pc:sldMk cId="4208149016" sldId="611"/>
        </pc:sldMkLst>
        <pc:spChg chg="mod">
          <ac:chgData name="强 李" userId="cd6c7ec7188785ae" providerId="LiveId" clId="{39E9044C-29D0-4A1F-8502-A32A8B4D1867}" dt="2024-01-27T22:28:08.668" v="2477" actId="14100"/>
          <ac:spMkLst>
            <pc:docMk/>
            <pc:sldMk cId="4208149016" sldId="611"/>
            <ac:spMk id="2" creationId="{459B45DA-97CC-B5D1-121A-3AC3E83F285A}"/>
          </ac:spMkLst>
        </pc:spChg>
      </pc:sldChg>
      <pc:sldChg chg="modSp add mod">
        <pc:chgData name="强 李" userId="cd6c7ec7188785ae" providerId="LiveId" clId="{39E9044C-29D0-4A1F-8502-A32A8B4D1867}" dt="2024-01-27T21:43:26.386" v="1615" actId="15"/>
        <pc:sldMkLst>
          <pc:docMk/>
          <pc:sldMk cId="4126570014" sldId="612"/>
        </pc:sldMkLst>
        <pc:spChg chg="mod">
          <ac:chgData name="强 李" userId="cd6c7ec7188785ae" providerId="LiveId" clId="{39E9044C-29D0-4A1F-8502-A32A8B4D1867}" dt="2024-01-27T21:43:26.386" v="1615" actId="15"/>
          <ac:spMkLst>
            <pc:docMk/>
            <pc:sldMk cId="4126570014" sldId="612"/>
            <ac:spMk id="2" creationId="{8528A84E-69E8-297B-E9C4-1DF493DD3186}"/>
          </ac:spMkLst>
        </pc:spChg>
      </pc:sldChg>
      <pc:sldChg chg="modSp add mod">
        <pc:chgData name="强 李" userId="cd6c7ec7188785ae" providerId="LiveId" clId="{39E9044C-29D0-4A1F-8502-A32A8B4D1867}" dt="2024-01-27T22:28:25.146" v="2481"/>
        <pc:sldMkLst>
          <pc:docMk/>
          <pc:sldMk cId="3636761510" sldId="613"/>
        </pc:sldMkLst>
        <pc:spChg chg="mod">
          <ac:chgData name="强 李" userId="cd6c7ec7188785ae" providerId="LiveId" clId="{39E9044C-29D0-4A1F-8502-A32A8B4D1867}" dt="2024-01-27T22:28:25.146" v="2481"/>
          <ac:spMkLst>
            <pc:docMk/>
            <pc:sldMk cId="3636761510" sldId="613"/>
            <ac:spMk id="2" creationId="{7FA86EDE-6D60-6265-F0EA-B989F1CA99CC}"/>
          </ac:spMkLst>
        </pc:spChg>
      </pc:sldChg>
      <pc:sldChg chg="modSp add mod">
        <pc:chgData name="强 李" userId="cd6c7ec7188785ae" providerId="LiveId" clId="{39E9044C-29D0-4A1F-8502-A32A8B4D1867}" dt="2024-01-27T21:59:58.271" v="1992" actId="113"/>
        <pc:sldMkLst>
          <pc:docMk/>
          <pc:sldMk cId="1953469708" sldId="614"/>
        </pc:sldMkLst>
        <pc:spChg chg="mod">
          <ac:chgData name="强 李" userId="cd6c7ec7188785ae" providerId="LiveId" clId="{39E9044C-29D0-4A1F-8502-A32A8B4D1867}" dt="2024-01-27T21:59:58.271" v="1992" actId="113"/>
          <ac:spMkLst>
            <pc:docMk/>
            <pc:sldMk cId="1953469708" sldId="614"/>
            <ac:spMk id="2" creationId="{4CB2BEF6-CDFA-C095-C919-0F03BBB80BE2}"/>
          </ac:spMkLst>
        </pc:spChg>
        <pc:spChg chg="mod">
          <ac:chgData name="强 李" userId="cd6c7ec7188785ae" providerId="LiveId" clId="{39E9044C-29D0-4A1F-8502-A32A8B4D1867}" dt="2024-01-27T21:55:40.319" v="1866" actId="20577"/>
          <ac:spMkLst>
            <pc:docMk/>
            <pc:sldMk cId="1953469708" sldId="614"/>
            <ac:spMk id="18" creationId="{7C3546CC-A0D6-B1B3-451C-824517F97B97}"/>
          </ac:spMkLst>
        </pc:spChg>
      </pc:sldChg>
      <pc:sldChg chg="modSp add del mod">
        <pc:chgData name="强 李" userId="cd6c7ec7188785ae" providerId="LiveId" clId="{39E9044C-29D0-4A1F-8502-A32A8B4D1867}" dt="2024-01-27T21:47:57.179" v="1662" actId="47"/>
        <pc:sldMkLst>
          <pc:docMk/>
          <pc:sldMk cId="351293259" sldId="615"/>
        </pc:sldMkLst>
        <pc:spChg chg="mod">
          <ac:chgData name="强 李" userId="cd6c7ec7188785ae" providerId="LiveId" clId="{39E9044C-29D0-4A1F-8502-A32A8B4D1867}" dt="2024-01-27T21:45:50.487" v="1661"/>
          <ac:spMkLst>
            <pc:docMk/>
            <pc:sldMk cId="351293259" sldId="615"/>
            <ac:spMk id="2" creationId="{4A833C1C-2CDA-FE28-B198-2A4CFC858A3C}"/>
          </ac:spMkLst>
        </pc:spChg>
      </pc:sldChg>
      <pc:sldChg chg="modSp add mod">
        <pc:chgData name="强 李" userId="cd6c7ec7188785ae" providerId="LiveId" clId="{39E9044C-29D0-4A1F-8502-A32A8B4D1867}" dt="2024-01-27T22:23:43.851" v="2468"/>
        <pc:sldMkLst>
          <pc:docMk/>
          <pc:sldMk cId="3479652480" sldId="615"/>
        </pc:sldMkLst>
        <pc:spChg chg="mod">
          <ac:chgData name="强 李" userId="cd6c7ec7188785ae" providerId="LiveId" clId="{39E9044C-29D0-4A1F-8502-A32A8B4D1867}" dt="2024-01-27T22:23:43.851" v="2468"/>
          <ac:spMkLst>
            <pc:docMk/>
            <pc:sldMk cId="3479652480" sldId="615"/>
            <ac:spMk id="2" creationId="{8CD0C20C-FEA6-3C84-1215-997387ED927F}"/>
          </ac:spMkLst>
        </pc:spChg>
      </pc:sldChg>
      <pc:sldChg chg="modSp add mod modNotesTx">
        <pc:chgData name="强 李" userId="cd6c7ec7188785ae" providerId="LiveId" clId="{39E9044C-29D0-4A1F-8502-A32A8B4D1867}" dt="2024-01-27T22:16:30.249" v="2330" actId="108"/>
        <pc:sldMkLst>
          <pc:docMk/>
          <pc:sldMk cId="580944795" sldId="616"/>
        </pc:sldMkLst>
        <pc:spChg chg="mod">
          <ac:chgData name="强 李" userId="cd6c7ec7188785ae" providerId="LiveId" clId="{39E9044C-29D0-4A1F-8502-A32A8B4D1867}" dt="2024-01-27T22:16:30.249" v="2330" actId="108"/>
          <ac:spMkLst>
            <pc:docMk/>
            <pc:sldMk cId="580944795" sldId="616"/>
            <ac:spMk id="2" creationId="{4C92E75B-40BD-5807-7920-8DF9BF9EACEA}"/>
          </ac:spMkLst>
        </pc:spChg>
      </pc:sldChg>
      <pc:sldChg chg="modSp add mod">
        <pc:chgData name="强 李" userId="cd6c7ec7188785ae" providerId="LiveId" clId="{39E9044C-29D0-4A1F-8502-A32A8B4D1867}" dt="2024-01-27T22:12:39.158" v="2277" actId="6549"/>
        <pc:sldMkLst>
          <pc:docMk/>
          <pc:sldMk cId="2636579260" sldId="617"/>
        </pc:sldMkLst>
        <pc:spChg chg="mod">
          <ac:chgData name="强 李" userId="cd6c7ec7188785ae" providerId="LiveId" clId="{39E9044C-29D0-4A1F-8502-A32A8B4D1867}" dt="2024-01-27T22:12:39.158" v="2277" actId="6549"/>
          <ac:spMkLst>
            <pc:docMk/>
            <pc:sldMk cId="2636579260" sldId="617"/>
            <ac:spMk id="2" creationId="{87F283D1-9C7F-DED0-E7D6-16102A19E9B8}"/>
          </ac:spMkLst>
        </pc:spChg>
      </pc:sldChg>
      <pc:sldChg chg="add del">
        <pc:chgData name="强 李" userId="cd6c7ec7188785ae" providerId="LiveId" clId="{39E9044C-29D0-4A1F-8502-A32A8B4D1867}" dt="2024-01-27T22:16:39.478" v="2331" actId="47"/>
        <pc:sldMkLst>
          <pc:docMk/>
          <pc:sldMk cId="3940394429" sldId="618"/>
        </pc:sldMkLst>
      </pc:sldChg>
      <pc:sldChg chg="delSp modSp add mod">
        <pc:chgData name="强 李" userId="cd6c7ec7188785ae" providerId="LiveId" clId="{39E9044C-29D0-4A1F-8502-A32A8B4D1867}" dt="2024-01-27T22:24:01.461" v="2470" actId="20578"/>
        <pc:sldMkLst>
          <pc:docMk/>
          <pc:sldMk cId="3800701075" sldId="619"/>
        </pc:sldMkLst>
        <pc:spChg chg="del">
          <ac:chgData name="强 李" userId="cd6c7ec7188785ae" providerId="LiveId" clId="{39E9044C-29D0-4A1F-8502-A32A8B4D1867}" dt="2024-01-27T22:16:47.996" v="2332" actId="478"/>
          <ac:spMkLst>
            <pc:docMk/>
            <pc:sldMk cId="3800701075" sldId="619"/>
            <ac:spMk id="2" creationId="{3B9F0C15-D7A2-6C28-00BE-21D09CF17771}"/>
          </ac:spMkLst>
        </pc:spChg>
        <pc:spChg chg="mod">
          <ac:chgData name="强 李" userId="cd6c7ec7188785ae" providerId="LiveId" clId="{39E9044C-29D0-4A1F-8502-A32A8B4D1867}" dt="2024-01-27T22:24:01.461" v="2470" actId="20578"/>
          <ac:spMkLst>
            <pc:docMk/>
            <pc:sldMk cId="3800701075" sldId="619"/>
            <ac:spMk id="3" creationId="{B2B5262A-80C7-D9E4-0565-B9BE55DC2452}"/>
          </ac:spMkLst>
        </pc:spChg>
        <pc:spChg chg="mod">
          <ac:chgData name="强 李" userId="cd6c7ec7188785ae" providerId="LiveId" clId="{39E9044C-29D0-4A1F-8502-A32A8B4D1867}" dt="2024-01-27T22:19:23.671" v="2355"/>
          <ac:spMkLst>
            <pc:docMk/>
            <pc:sldMk cId="3800701075" sldId="619"/>
            <ac:spMk id="18" creationId="{5EAC4D9F-1EC9-8AC9-6956-A7E423D3B59F}"/>
          </ac:spMkLst>
        </pc:spChg>
      </pc:sldChg>
    </pc:docChg>
  </pc:docChgLst>
  <pc:docChgLst>
    <pc:chgData name="强 李" userId="cd6c7ec7188785ae" providerId="LiveId" clId="{BFE1E5BE-67E2-456A-A8EE-309133F342B5}"/>
    <pc:docChg chg="undo custSel addSld delSld modSld">
      <pc:chgData name="强 李" userId="cd6c7ec7188785ae" providerId="LiveId" clId="{BFE1E5BE-67E2-456A-A8EE-309133F342B5}" dt="2023-11-04T21:32:56.270" v="1533"/>
      <pc:docMkLst>
        <pc:docMk/>
      </pc:docMkLst>
      <pc:sldChg chg="modSp mod">
        <pc:chgData name="强 李" userId="cd6c7ec7188785ae" providerId="LiveId" clId="{BFE1E5BE-67E2-456A-A8EE-309133F342B5}" dt="2023-11-04T14:09:20.718" v="18" actId="404"/>
        <pc:sldMkLst>
          <pc:docMk/>
          <pc:sldMk cId="0" sldId="425"/>
        </pc:sldMkLst>
        <pc:spChg chg="mod">
          <ac:chgData name="强 李" userId="cd6c7ec7188785ae" providerId="LiveId" clId="{BFE1E5BE-67E2-456A-A8EE-309133F342B5}" dt="2023-11-04T14:09:20.718" v="18" actId="404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BFE1E5BE-67E2-456A-A8EE-309133F342B5}" dt="2023-11-04T14:08:51.681" v="13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BFE1E5BE-67E2-456A-A8EE-309133F342B5}" dt="2023-11-04T14:12:27.561" v="80"/>
        <pc:sldMkLst>
          <pc:docMk/>
          <pc:sldMk cId="54695671" sldId="531"/>
        </pc:sldMkLst>
        <pc:spChg chg="del mod">
          <ac:chgData name="强 李" userId="cd6c7ec7188785ae" providerId="LiveId" clId="{BFE1E5BE-67E2-456A-A8EE-309133F342B5}" dt="2023-11-04T14:12:27.561" v="80"/>
          <ac:spMkLst>
            <pc:docMk/>
            <pc:sldMk cId="54695671" sldId="531"/>
            <ac:spMk id="2" creationId="{00000000-0000-0000-0000-000000000000}"/>
          </ac:spMkLst>
        </pc:spChg>
        <pc:picChg chg="add del">
          <ac:chgData name="强 李" userId="cd6c7ec7188785ae" providerId="LiveId" clId="{BFE1E5BE-67E2-456A-A8EE-309133F342B5}" dt="2023-11-04T14:12:19.667" v="75" actId="22"/>
          <ac:picMkLst>
            <pc:docMk/>
            <pc:sldMk cId="54695671" sldId="531"/>
            <ac:picMk id="4" creationId="{D0C3640B-1392-5C8E-CF92-6AB4FBDA659D}"/>
          </ac:picMkLst>
        </pc:picChg>
        <pc:picChg chg="add mod">
          <ac:chgData name="强 李" userId="cd6c7ec7188785ae" providerId="LiveId" clId="{BFE1E5BE-67E2-456A-A8EE-309133F342B5}" dt="2023-11-04T14:12:27.205" v="78" actId="1076"/>
          <ac:picMkLst>
            <pc:docMk/>
            <pc:sldMk cId="54695671" sldId="531"/>
            <ac:picMk id="6" creationId="{ED98C386-B822-E0D8-ABB7-E94213042042}"/>
          </ac:picMkLst>
        </pc:picChg>
      </pc:sldChg>
      <pc:sldChg chg="addSp delSp modSp mod setBg">
        <pc:chgData name="强 李" userId="cd6c7ec7188785ae" providerId="LiveId" clId="{BFE1E5BE-67E2-456A-A8EE-309133F342B5}" dt="2023-11-04T21:32:29.212" v="1526" actId="478"/>
        <pc:sldMkLst>
          <pc:docMk/>
          <pc:sldMk cId="1242525785" sldId="543"/>
        </pc:sldMkLst>
        <pc:spChg chg="add del mod">
          <ac:chgData name="强 李" userId="cd6c7ec7188785ae" providerId="LiveId" clId="{BFE1E5BE-67E2-456A-A8EE-309133F342B5}" dt="2023-11-04T21:23:00.306" v="1479" actId="26606"/>
          <ac:spMkLst>
            <pc:docMk/>
            <pc:sldMk cId="1242525785" sldId="543"/>
            <ac:spMk id="2" creationId="{00000000-0000-0000-0000-000000000000}"/>
          </ac:spMkLst>
        </pc:spChg>
        <pc:spChg chg="add del mod">
          <ac:chgData name="强 李" userId="cd6c7ec7188785ae" providerId="LiveId" clId="{BFE1E5BE-67E2-456A-A8EE-309133F342B5}" dt="2023-11-04T21:32:29.212" v="1526" actId="478"/>
          <ac:spMkLst>
            <pc:docMk/>
            <pc:sldMk cId="1242525785" sldId="543"/>
            <ac:spMk id="3" creationId="{DF7855F5-2361-52E4-8FC9-1AD7D77E0191}"/>
          </ac:spMkLst>
        </pc:spChg>
        <pc:spChg chg="mod">
          <ac:chgData name="强 李" userId="cd6c7ec7188785ae" providerId="LiveId" clId="{BFE1E5BE-67E2-456A-A8EE-309133F342B5}" dt="2023-11-04T21:23:00.298" v="1478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4" creationId="{2E442304-DDBD-4F7B-8017-36BCC863FB4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6" creationId="{5E107275-3853-46FD-A241-DE4355A42675}"/>
          </ac:spMkLst>
        </pc:spChg>
        <pc:spChg chg="add del">
          <ac:chgData name="强 李" userId="cd6c7ec7188785ae" providerId="LiveId" clId="{BFE1E5BE-67E2-456A-A8EE-309133F342B5}" dt="2023-11-04T21:22:56.926" v="1474" actId="26606"/>
          <ac:spMkLst>
            <pc:docMk/>
            <pc:sldMk cId="1242525785" sldId="543"/>
            <ac:spMk id="28" creationId="{2659FDB4-FCBE-4A89-B46D-43D4FA54464D}"/>
          </ac:spMkLst>
        </pc:spChg>
        <pc:graphicFrameChg chg="add del">
          <ac:chgData name="强 李" userId="cd6c7ec7188785ae" providerId="LiveId" clId="{BFE1E5BE-67E2-456A-A8EE-309133F342B5}" dt="2023-11-04T21:22:48.942" v="1472" actId="26606"/>
          <ac:graphicFrameMkLst>
            <pc:docMk/>
            <pc:sldMk cId="1242525785" sldId="543"/>
            <ac:graphicFrameMk id="20" creationId="{567B558F-B9DD-AD76-DEBA-966180E27BBD}"/>
          </ac:graphicFrameMkLst>
        </pc:graphicFrameChg>
        <pc:graphicFrameChg chg="add del">
          <ac:chgData name="强 李" userId="cd6c7ec7188785ae" providerId="LiveId" clId="{BFE1E5BE-67E2-456A-A8EE-309133F342B5}" dt="2023-11-04T21:22:56.926" v="1474" actId="26606"/>
          <ac:graphicFrameMkLst>
            <pc:docMk/>
            <pc:sldMk cId="1242525785" sldId="543"/>
            <ac:graphicFrameMk id="30" creationId="{34A0FB43-AA49-C7AF-9500-41B998D8FD04}"/>
          </ac:graphicFrameMkLst>
        </pc:graphicFrameChg>
        <pc:graphicFrameChg chg="add del">
          <ac:chgData name="强 李" userId="cd6c7ec7188785ae" providerId="LiveId" clId="{BFE1E5BE-67E2-456A-A8EE-309133F342B5}" dt="2023-11-04T21:22:58.898" v="1476" actId="26606"/>
          <ac:graphicFrameMkLst>
            <pc:docMk/>
            <pc:sldMk cId="1242525785" sldId="543"/>
            <ac:graphicFrameMk id="32" creationId="{F41165E4-B578-744B-8575-E91419BF79A1}"/>
          </ac:graphicFrameMkLst>
        </pc:graphicFrameChg>
        <pc:graphicFrameChg chg="add del">
          <ac:chgData name="强 李" userId="cd6c7ec7188785ae" providerId="LiveId" clId="{BFE1E5BE-67E2-456A-A8EE-309133F342B5}" dt="2023-11-04T21:23:00.298" v="1478" actId="26606"/>
          <ac:graphicFrameMkLst>
            <pc:docMk/>
            <pc:sldMk cId="1242525785" sldId="543"/>
            <ac:graphicFrameMk id="34" creationId="{93B9EAD2-8753-B650-D1BD-E449CF64E790}"/>
          </ac:graphicFrameMkLst>
        </pc:graphicFrameChg>
        <pc:graphicFrameChg chg="add mod modGraphic">
          <ac:chgData name="强 李" userId="cd6c7ec7188785ae" providerId="LiveId" clId="{BFE1E5BE-67E2-456A-A8EE-309133F342B5}" dt="2023-11-04T21:27:19.398" v="1502" actId="13782"/>
          <ac:graphicFrameMkLst>
            <pc:docMk/>
            <pc:sldMk cId="1242525785" sldId="543"/>
            <ac:graphicFrameMk id="36" creationId="{B12BE72B-659A-7AF7-7767-61D717B88CD0}"/>
          </ac:graphicFrameMkLst>
        </pc:graphicFrameChg>
        <pc:picChg chg="add del">
          <ac:chgData name="强 李" userId="cd6c7ec7188785ae" providerId="LiveId" clId="{BFE1E5BE-67E2-456A-A8EE-309133F342B5}" dt="2023-11-04T21:23:00.298" v="1478" actId="26606"/>
          <ac:picMkLst>
            <pc:docMk/>
            <pc:sldMk cId="1242525785" sldId="543"/>
            <ac:picMk id="21" creationId="{D40957BC-060B-8B7F-4B51-1E769A6F4D82}"/>
          </ac:picMkLst>
        </pc:picChg>
        <pc:cxnChg chg="add del">
          <ac:chgData name="强 李" userId="cd6c7ec7188785ae" providerId="LiveId" clId="{BFE1E5BE-67E2-456A-A8EE-309133F342B5}" dt="2023-11-04T21:22:56.926" v="1474" actId="26606"/>
          <ac:cxnSpMkLst>
            <pc:docMk/>
            <pc:sldMk cId="1242525785" sldId="543"/>
            <ac:cxnSpMk id="29" creationId="{C8F51B3F-8331-4E4A-AE96-D47B1006EEAD}"/>
          </ac:cxnSpMkLst>
        </pc:cxnChg>
      </pc:sldChg>
      <pc:sldChg chg="addSp delSp modSp mod">
        <pc:chgData name="强 李" userId="cd6c7ec7188785ae" providerId="LiveId" clId="{BFE1E5BE-67E2-456A-A8EE-309133F342B5}" dt="2023-11-04T21:32:56.270" v="1533"/>
        <pc:sldMkLst>
          <pc:docMk/>
          <pc:sldMk cId="419382719" sldId="552"/>
        </pc:sldMkLst>
        <pc:spChg chg="add del mod">
          <ac:chgData name="强 李" userId="cd6c7ec7188785ae" providerId="LiveId" clId="{BFE1E5BE-67E2-456A-A8EE-309133F342B5}" dt="2023-11-04T21:32:56.270" v="1533"/>
          <ac:spMkLst>
            <pc:docMk/>
            <pc:sldMk cId="419382719" sldId="552"/>
            <ac:spMk id="2" creationId="{00000000-0000-0000-0000-000000000000}"/>
          </ac:spMkLst>
        </pc:spChg>
        <pc:graphicFrameChg chg="add del">
          <ac:chgData name="强 李" userId="cd6c7ec7188785ae" providerId="LiveId" clId="{BFE1E5BE-67E2-456A-A8EE-309133F342B5}" dt="2023-11-04T21:28:04.967" v="1504" actId="26606"/>
          <ac:graphicFrameMkLst>
            <pc:docMk/>
            <pc:sldMk cId="419382719" sldId="552"/>
            <ac:graphicFrameMk id="20" creationId="{DF4E7ABA-81B0-2E1E-4D69-46E7B1B11335}"/>
          </ac:graphicFrameMkLst>
        </pc:graphicFrameChg>
        <pc:graphicFrameChg chg="add del mod">
          <ac:chgData name="强 李" userId="cd6c7ec7188785ae" providerId="LiveId" clId="{BFE1E5BE-67E2-456A-A8EE-309133F342B5}" dt="2023-11-04T21:29:25.298" v="1513" actId="26606"/>
          <ac:graphicFrameMkLst>
            <pc:docMk/>
            <pc:sldMk cId="419382719" sldId="552"/>
            <ac:graphicFrameMk id="22" creationId="{DB8AE5D2-6EA4-7E9A-1CF3-A566F86A9857}"/>
          </ac:graphicFrameMkLst>
        </pc:graphicFrameChg>
      </pc:sldChg>
      <pc:sldChg chg="delSp modSp mod">
        <pc:chgData name="强 李" userId="cd6c7ec7188785ae" providerId="LiveId" clId="{BFE1E5BE-67E2-456A-A8EE-309133F342B5}" dt="2023-11-04T20:26:44.878" v="869"/>
        <pc:sldMkLst>
          <pc:docMk/>
          <pc:sldMk cId="530530540" sldId="553"/>
        </pc:sldMkLst>
        <pc:spChg chg="mod">
          <ac:chgData name="强 李" userId="cd6c7ec7188785ae" providerId="LiveId" clId="{BFE1E5BE-67E2-456A-A8EE-309133F342B5}" dt="2023-11-04T20:26:44.878" v="869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13:10.847" v="84" actId="14100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BFE1E5BE-67E2-456A-A8EE-309133F342B5}" dt="2023-11-04T14:13:38.872" v="93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BFE1E5BE-67E2-456A-A8EE-309133F342B5}" dt="2023-11-04T20:21:50.046" v="859" actId="1076"/>
        <pc:sldMkLst>
          <pc:docMk/>
          <pc:sldMk cId="3418790839" sldId="554"/>
        </pc:sldMkLst>
        <pc:spChg chg="mod">
          <ac:chgData name="强 李" userId="cd6c7ec7188785ae" providerId="LiveId" clId="{BFE1E5BE-67E2-456A-A8EE-309133F342B5}" dt="2023-11-04T14:11:55.391" v="73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21:50.046" v="859" actId="1076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BFE1E5BE-67E2-456A-A8EE-309133F342B5}" dt="2023-11-04T14:15:32.655" v="110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BFE1E5BE-67E2-456A-A8EE-309133F342B5}" dt="2023-11-04T14:14:47.771" v="102" actId="20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BFE1E5BE-67E2-456A-A8EE-309133F342B5}" dt="2023-11-04T14:11:16.129" v="55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BFE1E5BE-67E2-456A-A8EE-309133F342B5}" dt="2023-11-04T14:10:47.418" v="32" actId="14100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BFE1E5BE-67E2-456A-A8EE-309133F342B5}" dt="2023-11-04T14:10:49.737" v="33" actId="14100"/>
          <ac:grpSpMkLst>
            <pc:docMk/>
            <pc:sldMk cId="3418790839" sldId="554"/>
            <ac:grpSpMk id="6" creationId="{56CD5BD2-A0CC-7D0E-3BD1-0613845A3BF3}"/>
          </ac:grpSpMkLst>
        </pc:grpChg>
        <pc:grpChg chg="mod">
          <ac:chgData name="强 李" userId="cd6c7ec7188785ae" providerId="LiveId" clId="{BFE1E5BE-67E2-456A-A8EE-309133F342B5}" dt="2023-11-04T14:10:31.245" v="29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BFE1E5BE-67E2-456A-A8EE-309133F342B5}" dt="2023-11-04T14:08:46.746" v="11" actId="20577"/>
        <pc:sldMkLst>
          <pc:docMk/>
          <pc:sldMk cId="1911491714" sldId="560"/>
        </pc:sldMkLst>
        <pc:spChg chg="mod">
          <ac:chgData name="强 李" userId="cd6c7ec7188785ae" providerId="LiveId" clId="{BFE1E5BE-67E2-456A-A8EE-309133F342B5}" dt="2023-11-04T14:08:42.981" v="9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BFE1E5BE-67E2-456A-A8EE-309133F342B5}" dt="2023-11-04T14:08:46.746" v="11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21:48.887" v="1470" actId="20577"/>
        <pc:sldMkLst>
          <pc:docMk/>
          <pc:sldMk cId="159884778" sldId="574"/>
        </pc:sldMkLst>
        <pc:spChg chg="mod">
          <ac:chgData name="强 李" userId="cd6c7ec7188785ae" providerId="LiveId" clId="{BFE1E5BE-67E2-456A-A8EE-309133F342B5}" dt="2023-11-04T21:21:48.887" v="1470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52:40.979" v="636" actId="1076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30:39.365" v="1520" actId="2710"/>
        <pc:sldMkLst>
          <pc:docMk/>
          <pc:sldMk cId="3921434846" sldId="587"/>
        </pc:sldMkLst>
        <pc:spChg chg="mod">
          <ac:chgData name="强 李" userId="cd6c7ec7188785ae" providerId="LiveId" clId="{BFE1E5BE-67E2-456A-A8EE-309133F342B5}" dt="2023-11-04T21:30:39.365" v="1520" actId="2710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32:59.361" v="271" actId="107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2648053192" sldId="588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534191096" sldId="589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207264488" sldId="590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3491062220" sldId="591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046377894" sldId="592"/>
        </pc:sldMkLst>
      </pc:sldChg>
      <pc:sldChg chg="addSp delSp modSp add mod">
        <pc:chgData name="强 李" userId="cd6c7ec7188785ae" providerId="LiveId" clId="{BFE1E5BE-67E2-456A-A8EE-309133F342B5}" dt="2023-11-04T20:28:59.301" v="888" actId="1076"/>
        <pc:sldMkLst>
          <pc:docMk/>
          <pc:sldMk cId="1557832261" sldId="593"/>
        </pc:sldMkLst>
        <pc:spChg chg="mod">
          <ac:chgData name="强 李" userId="cd6c7ec7188785ae" providerId="LiveId" clId="{BFE1E5BE-67E2-456A-A8EE-309133F342B5}" dt="2023-11-04T20:28:54.106" v="887"/>
          <ac:spMkLst>
            <pc:docMk/>
            <pc:sldMk cId="1557832261" sldId="593"/>
            <ac:spMk id="2" creationId="{00000000-0000-0000-0000-000000000000}"/>
          </ac:spMkLst>
        </pc:spChg>
        <pc:picChg chg="add del mod">
          <ac:chgData name="强 李" userId="cd6c7ec7188785ae" providerId="LiveId" clId="{BFE1E5BE-67E2-456A-A8EE-309133F342B5}" dt="2023-11-04T20:28:24.345" v="870" actId="478"/>
          <ac:picMkLst>
            <pc:docMk/>
            <pc:sldMk cId="1557832261" sldId="593"/>
            <ac:picMk id="4" creationId="{85BDC591-61A2-4447-B081-C0A2F6CE90FE}"/>
          </ac:picMkLst>
        </pc:picChg>
        <pc:picChg chg="add mod">
          <ac:chgData name="强 李" userId="cd6c7ec7188785ae" providerId="LiveId" clId="{BFE1E5BE-67E2-456A-A8EE-309133F342B5}" dt="2023-11-04T20:28:59.301" v="888" actId="1076"/>
          <ac:picMkLst>
            <pc:docMk/>
            <pc:sldMk cId="1557832261" sldId="593"/>
            <ac:picMk id="6" creationId="{787A98D2-310B-FF11-B7CB-8D8D5949085F}"/>
          </ac:picMkLst>
        </pc:picChg>
      </pc:sldChg>
      <pc:sldChg chg="delSp modSp add mod">
        <pc:chgData name="强 李" userId="cd6c7ec7188785ae" providerId="LiveId" clId="{BFE1E5BE-67E2-456A-A8EE-309133F342B5}" dt="2023-11-04T20:33:04.620" v="945"/>
        <pc:sldMkLst>
          <pc:docMk/>
          <pc:sldMk cId="1225263886" sldId="594"/>
        </pc:sldMkLst>
        <pc:spChg chg="mod">
          <ac:chgData name="强 李" userId="cd6c7ec7188785ae" providerId="LiveId" clId="{BFE1E5BE-67E2-456A-A8EE-309133F342B5}" dt="2023-11-04T20:33:04.620" v="945"/>
          <ac:spMkLst>
            <pc:docMk/>
            <pc:sldMk cId="1225263886" sldId="594"/>
            <ac:spMk id="2" creationId="{00000000-0000-0000-0000-000000000000}"/>
          </ac:spMkLst>
        </pc:spChg>
        <pc:picChg chg="del">
          <ac:chgData name="强 李" userId="cd6c7ec7188785ae" providerId="LiveId" clId="{BFE1E5BE-67E2-456A-A8EE-309133F342B5}" dt="2023-11-04T14:22:13.291" v="238" actId="478"/>
          <ac:picMkLst>
            <pc:docMk/>
            <pc:sldMk cId="1225263886" sldId="594"/>
            <ac:picMk id="4" creationId="{85BDC591-61A2-4447-B081-C0A2F6CE90FE}"/>
          </ac:picMkLst>
        </pc:picChg>
      </pc:sldChg>
      <pc:sldChg chg="modSp add mod">
        <pc:chgData name="强 李" userId="cd6c7ec7188785ae" providerId="LiveId" clId="{BFE1E5BE-67E2-456A-A8EE-309133F342B5}" dt="2023-11-04T21:30:25.208" v="1519" actId="2710"/>
        <pc:sldMkLst>
          <pc:docMk/>
          <pc:sldMk cId="2905312093" sldId="595"/>
        </pc:sldMkLst>
        <pc:spChg chg="mod">
          <ac:chgData name="强 李" userId="cd6c7ec7188785ae" providerId="LiveId" clId="{BFE1E5BE-67E2-456A-A8EE-309133F342B5}" dt="2023-11-04T21:30:25.208" v="1519" actId="2710"/>
          <ac:spMkLst>
            <pc:docMk/>
            <pc:sldMk cId="2905312093" sldId="595"/>
            <ac:spMk id="2" creationId="{00000000-0000-0000-0000-000000000000}"/>
          </ac:spMkLst>
        </pc:spChg>
      </pc:sldChg>
      <pc:sldChg chg="addSp modSp add del mod">
        <pc:chgData name="强 李" userId="cd6c7ec7188785ae" providerId="LiveId" clId="{BFE1E5BE-67E2-456A-A8EE-309133F342B5}" dt="2023-11-04T20:48:58.287" v="1131" actId="403"/>
        <pc:sldMkLst>
          <pc:docMk/>
          <pc:sldMk cId="3937354854" sldId="596"/>
        </pc:sldMkLst>
        <pc:spChg chg="mod">
          <ac:chgData name="强 李" userId="cd6c7ec7188785ae" providerId="LiveId" clId="{BFE1E5BE-67E2-456A-A8EE-309133F342B5}" dt="2023-11-04T20:48:58.287" v="1131" actId="403"/>
          <ac:spMkLst>
            <pc:docMk/>
            <pc:sldMk cId="3937354854" sldId="596"/>
            <ac:spMk id="2" creationId="{00000000-0000-0000-0000-000000000000}"/>
          </ac:spMkLst>
        </pc:spChg>
        <pc:graphicFrameChg chg="add mod modGraphic">
          <ac:chgData name="强 李" userId="cd6c7ec7188785ae" providerId="LiveId" clId="{BFE1E5BE-67E2-456A-A8EE-309133F342B5}" dt="2023-11-04T20:48:54.180" v="1129" actId="1076"/>
          <ac:graphicFrameMkLst>
            <pc:docMk/>
            <pc:sldMk cId="3937354854" sldId="596"/>
            <ac:graphicFrameMk id="3" creationId="{517A0BA1-33C3-E190-DA21-B6E0CF5196F3}"/>
          </ac:graphicFrameMkLst>
        </pc:graphicFrameChg>
      </pc:sldChg>
      <pc:sldChg chg="addSp delSp modSp add del mod setBg">
        <pc:chgData name="强 李" userId="cd6c7ec7188785ae" providerId="LiveId" clId="{BFE1E5BE-67E2-456A-A8EE-309133F342B5}" dt="2023-11-04T20:59:43.186" v="1186" actId="6549"/>
        <pc:sldMkLst>
          <pc:docMk/>
          <pc:sldMk cId="154417295" sldId="597"/>
        </pc:sldMkLst>
        <pc:spChg chg="mod">
          <ac:chgData name="强 李" userId="cd6c7ec7188785ae" providerId="LiveId" clId="{BFE1E5BE-67E2-456A-A8EE-309133F342B5}" dt="2023-11-04T20:59:43.186" v="1186" actId="6549"/>
          <ac:spMkLst>
            <pc:docMk/>
            <pc:sldMk cId="154417295" sldId="59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41:13.590" v="1077" actId="1076"/>
          <ac:spMkLst>
            <pc:docMk/>
            <pc:sldMk cId="154417295" sldId="597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0:40:42.011" v="1062" actId="26606"/>
          <ac:spMkLst>
            <pc:docMk/>
            <pc:sldMk cId="154417295" sldId="597"/>
            <ac:spMk id="23" creationId="{1A95671B-3CC6-4792-9114-B74FAEA224E6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5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6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27" creationId="{441CF7D6-A660-431A-B0BB-140A0D5556B6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8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9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1" creationId="{2550BE34-C2B8-49B8-8519-67A8CAD51AE9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2" creationId="{A7457DD9-5A45-400A-AB4B-4B4EDECA25F1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3" creationId="{0570A85B-3810-4F95-97B0-CBF4CCDB381C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5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6" creationId="{CD8B4F24-440B-49E9-B85D-733523DC064B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8" creationId="{0E3596DD-156A-473E-9BB3-C6A29F7574E9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9" creationId="{2C46C4D6-C474-4E92-B52E-944C1118F7B6}"/>
          </ac:spMkLst>
        </pc:spChg>
        <pc:graphicFrameChg chg="add mod modGraphic">
          <ac:chgData name="强 李" userId="cd6c7ec7188785ae" providerId="LiveId" clId="{BFE1E5BE-67E2-456A-A8EE-309133F342B5}" dt="2023-11-04T20:41:00.916" v="1075" actId="26606"/>
          <ac:graphicFrameMkLst>
            <pc:docMk/>
            <pc:sldMk cId="154417295" sldId="597"/>
            <ac:graphicFrameMk id="3" creationId="{7CB6FB11-DE8A-0EE7-04CC-6D78A1CF8ADC}"/>
          </ac:graphicFrameMkLst>
        </pc:graphicFrameChg>
      </pc:sldChg>
      <pc:sldChg chg="addSp delSp modSp add mod">
        <pc:chgData name="强 李" userId="cd6c7ec7188785ae" providerId="LiveId" clId="{BFE1E5BE-67E2-456A-A8EE-309133F342B5}" dt="2023-11-04T21:00:58.157" v="1190" actId="404"/>
        <pc:sldMkLst>
          <pc:docMk/>
          <pc:sldMk cId="3531077245" sldId="598"/>
        </pc:sldMkLst>
        <pc:spChg chg="mod">
          <ac:chgData name="强 李" userId="cd6c7ec7188785ae" providerId="LiveId" clId="{BFE1E5BE-67E2-456A-A8EE-309133F342B5}" dt="2023-11-04T21:00:58.157" v="1190" actId="404"/>
          <ac:spMkLst>
            <pc:docMk/>
            <pc:sldMk cId="3531077245" sldId="598"/>
            <ac:spMk id="2" creationId="{00000000-0000-0000-0000-000000000000}"/>
          </ac:spMkLst>
        </pc:spChg>
        <pc:spChg chg="add del">
          <ac:chgData name="强 李" userId="cd6c7ec7188785ae" providerId="LiveId" clId="{BFE1E5BE-67E2-456A-A8EE-309133F342B5}" dt="2023-11-04T14:48:31.115" v="563"/>
          <ac:spMkLst>
            <pc:docMk/>
            <pc:sldMk cId="3531077245" sldId="598"/>
            <ac:spMk id="3" creationId="{8FB25CA8-649F-E65F-9270-92D1D55C9C72}"/>
          </ac:spMkLst>
        </pc:spChg>
        <pc:spChg chg="add del">
          <ac:chgData name="强 李" userId="cd6c7ec7188785ae" providerId="LiveId" clId="{BFE1E5BE-67E2-456A-A8EE-309133F342B5}" dt="2023-11-04T14:50:59.099" v="603"/>
          <ac:spMkLst>
            <pc:docMk/>
            <pc:sldMk cId="3531077245" sldId="598"/>
            <ac:spMk id="4" creationId="{9C14E875-F70A-029F-F796-E99897E84D2A}"/>
          </ac:spMkLst>
        </pc:spChg>
      </pc:sldChg>
      <pc:sldChg chg="modSp add mod">
        <pc:chgData name="强 李" userId="cd6c7ec7188785ae" providerId="LiveId" clId="{BFE1E5BE-67E2-456A-A8EE-309133F342B5}" dt="2023-11-04T21:20:30.476" v="1449"/>
        <pc:sldMkLst>
          <pc:docMk/>
          <pc:sldMk cId="4000357398" sldId="599"/>
        </pc:sldMkLst>
        <pc:spChg chg="mod">
          <ac:chgData name="强 李" userId="cd6c7ec7188785ae" providerId="LiveId" clId="{BFE1E5BE-67E2-456A-A8EE-309133F342B5}" dt="2023-11-04T21:20:30.476" v="1449"/>
          <ac:spMkLst>
            <pc:docMk/>
            <pc:sldMk cId="4000357398" sldId="599"/>
            <ac:spMk id="2" creationId="{00000000-0000-0000-0000-000000000000}"/>
          </ac:spMkLst>
        </pc:spChg>
      </pc:sldChg>
      <pc:sldChg chg="addSp delSp add del mod">
        <pc:chgData name="强 李" userId="cd6c7ec7188785ae" providerId="LiveId" clId="{BFE1E5BE-67E2-456A-A8EE-309133F342B5}" dt="2023-11-04T20:55:15.285" v="1138" actId="47"/>
        <pc:sldMkLst>
          <pc:docMk/>
          <pc:sldMk cId="3539796" sldId="600"/>
        </pc:sldMkLst>
        <pc:spChg chg="add del">
          <ac:chgData name="强 李" userId="cd6c7ec7188785ae" providerId="LiveId" clId="{BFE1E5BE-67E2-456A-A8EE-309133F342B5}" dt="2023-11-04T20:51:10.334" v="1134" actId="22"/>
          <ac:spMkLst>
            <pc:docMk/>
            <pc:sldMk cId="3539796" sldId="600"/>
            <ac:spMk id="5" creationId="{17D2B4A1-7B97-C0FF-12EA-3616ACEB0AF1}"/>
          </ac:spMkLst>
        </pc:spChg>
        <pc:spChg chg="add del">
          <ac:chgData name="强 李" userId="cd6c7ec7188785ae" providerId="LiveId" clId="{BFE1E5BE-67E2-456A-A8EE-309133F342B5}" dt="2023-11-04T20:51:13.269" v="1136" actId="22"/>
          <ac:spMkLst>
            <pc:docMk/>
            <pc:sldMk cId="3539796" sldId="600"/>
            <ac:spMk id="7" creationId="{950B086C-126C-3E88-85A5-153D8B654E2A}"/>
          </ac:spMkLst>
        </pc:spChg>
      </pc:sldChg>
      <pc:sldChg chg="add del">
        <pc:chgData name="强 李" userId="cd6c7ec7188785ae" providerId="LiveId" clId="{BFE1E5BE-67E2-456A-A8EE-309133F342B5}" dt="2023-11-04T20:40:16.449" v="1050"/>
        <pc:sldMkLst>
          <pc:docMk/>
          <pc:sldMk cId="2165068579" sldId="600"/>
        </pc:sldMkLst>
      </pc:sldChg>
      <pc:sldChg chg="add del">
        <pc:chgData name="强 李" userId="cd6c7ec7188785ae" providerId="LiveId" clId="{BFE1E5BE-67E2-456A-A8EE-309133F342B5}" dt="2023-11-04T20:40:25.582" v="1057"/>
        <pc:sldMkLst>
          <pc:docMk/>
          <pc:sldMk cId="2647438799" sldId="600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63581E9A-E29C-2A45-8ED4-9C7DACA801E8}"/>
    <pc:docChg chg="undo custSel addSld delSld modSld sldOrd">
      <pc:chgData name="强 李" userId="cd6c7ec7188785ae" providerId="LiveId" clId="{63581E9A-E29C-2A45-8ED4-9C7DACA801E8}" dt="2023-11-25T03:02:19.410" v="1834" actId="14100"/>
      <pc:docMkLst>
        <pc:docMk/>
      </pc:docMkLst>
      <pc:sldChg chg="modSp mod">
        <pc:chgData name="强 李" userId="cd6c7ec7188785ae" providerId="LiveId" clId="{63581E9A-E29C-2A45-8ED4-9C7DACA801E8}" dt="2023-11-25T02:06:36.598" v="412" actId="207"/>
        <pc:sldMkLst>
          <pc:docMk/>
          <pc:sldMk cId="0" sldId="425"/>
        </pc:sldMkLst>
        <pc:spChg chg="mod">
          <ac:chgData name="强 李" userId="cd6c7ec7188785ae" providerId="LiveId" clId="{63581E9A-E29C-2A45-8ED4-9C7DACA801E8}" dt="2023-11-25T02:06:36.598" v="412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63581E9A-E29C-2A45-8ED4-9C7DACA801E8}" dt="2023-11-25T01:06:33.538" v="38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63581E9A-E29C-2A45-8ED4-9C7DACA801E8}" dt="2023-11-25T03:02:19.410" v="1834" actId="14100"/>
        <pc:sldMkLst>
          <pc:docMk/>
          <pc:sldMk cId="54695671" sldId="531"/>
        </pc:sldMkLst>
        <pc:spChg chg="add del mod">
          <ac:chgData name="强 李" userId="cd6c7ec7188785ae" providerId="LiveId" clId="{63581E9A-E29C-2A45-8ED4-9C7DACA801E8}" dt="2023-11-25T02:59:03.714" v="1773" actId="26606"/>
          <ac:spMkLst>
            <pc:docMk/>
            <pc:sldMk cId="54695671" sldId="531"/>
            <ac:spMk id="2" creationId="{E442143E-D213-67E3-06EB-58D01BC9BFFF}"/>
          </ac:spMkLst>
        </pc:spChg>
        <pc:spChg chg="add mod">
          <ac:chgData name="强 李" userId="cd6c7ec7188785ae" providerId="LiveId" clId="{63581E9A-E29C-2A45-8ED4-9C7DACA801E8}" dt="2023-11-25T03:00:43.488" v="1791" actId="1076"/>
          <ac:spMkLst>
            <pc:docMk/>
            <pc:sldMk cId="54695671" sldId="531"/>
            <ac:spMk id="7" creationId="{4F728403-1B68-99D4-E3D1-CC6B68CC06B3}"/>
          </ac:spMkLst>
        </pc:spChg>
        <pc:spChg chg="add mod">
          <ac:chgData name="强 李" userId="cd6c7ec7188785ae" providerId="LiveId" clId="{63581E9A-E29C-2A45-8ED4-9C7DACA801E8}" dt="2023-11-25T03:02:16.026" v="1833" actId="1036"/>
          <ac:spMkLst>
            <pc:docMk/>
            <pc:sldMk cId="54695671" sldId="531"/>
            <ac:spMk id="8" creationId="{3850CE0C-B5E6-8E07-C154-285724831152}"/>
          </ac:spMkLst>
        </pc:spChg>
        <pc:graphicFrameChg chg="add del">
          <ac:chgData name="强 李" userId="cd6c7ec7188785ae" providerId="LiveId" clId="{63581E9A-E29C-2A45-8ED4-9C7DACA801E8}" dt="2023-11-25T02:58:31.693" v="1762" actId="26606"/>
          <ac:graphicFrameMkLst>
            <pc:docMk/>
            <pc:sldMk cId="54695671" sldId="531"/>
            <ac:graphicFrameMk id="20" creationId="{060F7A05-6CD5-71D0-1465-580C01900F88}"/>
          </ac:graphicFrameMkLst>
        </pc:graphicFrameChg>
        <pc:graphicFrameChg chg="add del">
          <ac:chgData name="强 李" userId="cd6c7ec7188785ae" providerId="LiveId" clId="{63581E9A-E29C-2A45-8ED4-9C7DACA801E8}" dt="2023-11-25T02:58:37.612" v="1764" actId="26606"/>
          <ac:graphicFrameMkLst>
            <pc:docMk/>
            <pc:sldMk cId="54695671" sldId="531"/>
            <ac:graphicFrameMk id="22" creationId="{CACF0F75-4405-664E-152A-F3C3DC92F00E}"/>
          </ac:graphicFrameMkLst>
        </pc:graphicFrameChg>
        <pc:graphicFrameChg chg="add del">
          <ac:chgData name="强 李" userId="cd6c7ec7188785ae" providerId="LiveId" clId="{63581E9A-E29C-2A45-8ED4-9C7DACA801E8}" dt="2023-11-25T02:58:38.423" v="1766" actId="26606"/>
          <ac:graphicFrameMkLst>
            <pc:docMk/>
            <pc:sldMk cId="54695671" sldId="531"/>
            <ac:graphicFrameMk id="24" creationId="{669A457D-CED3-E23F-387C-A7E43968911C}"/>
          </ac:graphicFrameMkLst>
        </pc:graphicFrameChg>
        <pc:graphicFrameChg chg="add del">
          <ac:chgData name="强 李" userId="cd6c7ec7188785ae" providerId="LiveId" clId="{63581E9A-E29C-2A45-8ED4-9C7DACA801E8}" dt="2023-11-25T02:58:49.529" v="1768" actId="26606"/>
          <ac:graphicFrameMkLst>
            <pc:docMk/>
            <pc:sldMk cId="54695671" sldId="531"/>
            <ac:graphicFrameMk id="26" creationId="{060F7A05-6CD5-71D0-1465-580C01900F88}"/>
          </ac:graphicFrameMkLst>
        </pc:graphicFrameChg>
        <pc:graphicFrameChg chg="add del">
          <ac:chgData name="强 李" userId="cd6c7ec7188785ae" providerId="LiveId" clId="{63581E9A-E29C-2A45-8ED4-9C7DACA801E8}" dt="2023-11-25T02:58:51.726" v="1770" actId="26606"/>
          <ac:graphicFrameMkLst>
            <pc:docMk/>
            <pc:sldMk cId="54695671" sldId="531"/>
            <ac:graphicFrameMk id="28" creationId="{669A457D-CED3-E23F-387C-A7E43968911C}"/>
          </ac:graphicFrameMkLst>
        </pc:graphicFrameChg>
        <pc:graphicFrameChg chg="add del">
          <ac:chgData name="强 李" userId="cd6c7ec7188785ae" providerId="LiveId" clId="{63581E9A-E29C-2A45-8ED4-9C7DACA801E8}" dt="2023-11-25T02:59:03.700" v="1772" actId="26606"/>
          <ac:graphicFrameMkLst>
            <pc:docMk/>
            <pc:sldMk cId="54695671" sldId="531"/>
            <ac:graphicFrameMk id="30" creationId="{CACF0F75-4405-664E-152A-F3C3DC92F00E}"/>
          </ac:graphicFrameMkLst>
        </pc:graphicFrameChg>
        <pc:graphicFrameChg chg="add mod modGraphic">
          <ac:chgData name="强 李" userId="cd6c7ec7188785ae" providerId="LiveId" clId="{63581E9A-E29C-2A45-8ED4-9C7DACA801E8}" dt="2023-11-25T03:00:04.182" v="1784" actId="14100"/>
          <ac:graphicFrameMkLst>
            <pc:docMk/>
            <pc:sldMk cId="54695671" sldId="531"/>
            <ac:graphicFrameMk id="32" creationId="{060F7A05-6CD5-71D0-1465-580C01900F88}"/>
          </ac:graphicFrameMkLst>
        </pc:graphicFrameChg>
        <pc:picChg chg="del">
          <ac:chgData name="强 李" userId="cd6c7ec7188785ae" providerId="LiveId" clId="{63581E9A-E29C-2A45-8ED4-9C7DACA801E8}" dt="2023-11-25T01:28:41.101" v="233" actId="478"/>
          <ac:picMkLst>
            <pc:docMk/>
            <pc:sldMk cId="54695671" sldId="531"/>
            <ac:picMk id="3" creationId="{ED676CB3-071A-654E-8648-319D8E86AA37}"/>
          </ac:picMkLst>
        </pc:picChg>
        <pc:cxnChg chg="add mod">
          <ac:chgData name="强 李" userId="cd6c7ec7188785ae" providerId="LiveId" clId="{63581E9A-E29C-2A45-8ED4-9C7DACA801E8}" dt="2023-11-25T03:02:19.410" v="1834" actId="14100"/>
          <ac:cxnSpMkLst>
            <pc:docMk/>
            <pc:sldMk cId="54695671" sldId="531"/>
            <ac:cxnSpMk id="5" creationId="{13D7970A-E266-F48C-BAE7-478F67BDF07F}"/>
          </ac:cxnSpMkLst>
        </pc:cxnChg>
      </pc:sldChg>
      <pc:sldChg chg="addSp delSp modSp mod setBg">
        <pc:chgData name="强 李" userId="cd6c7ec7188785ae" providerId="LiveId" clId="{63581E9A-E29C-2A45-8ED4-9C7DACA801E8}" dt="2023-11-25T02:56:58.275" v="1751"/>
        <pc:sldMkLst>
          <pc:docMk/>
          <pc:sldMk cId="1242525785" sldId="543"/>
        </pc:sldMkLst>
        <pc:spChg chg="mod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1" creationId="{BACC6370-2D7E-4714-9D71-7542949D7D5D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3" creationId="{F68B3F68-107C-434F-AA38-110D5EA91B85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5" creationId="{AAD0DBB9-1A4B-4391-81D4-CB19F9AB918A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7" creationId="{063BBA22-50EA-4C4D-BE05-F1CE4E63AA56}"/>
          </ac:spMkLst>
        </pc:spChg>
        <pc:graphicFrameChg chg="add mod">
          <ac:chgData name="强 李" userId="cd6c7ec7188785ae" providerId="LiveId" clId="{63581E9A-E29C-2A45-8ED4-9C7DACA801E8}" dt="2023-11-25T02:56:58.275" v="1751"/>
          <ac:graphicFrameMkLst>
            <pc:docMk/>
            <pc:sldMk cId="1242525785" sldId="543"/>
            <ac:graphicFrameMk id="2" creationId="{7DC59C9B-64D5-1D1D-8333-542C061CA594}"/>
          </ac:graphicFrameMkLst>
        </pc:graphicFrameChg>
        <pc:graphicFrameChg chg="add del mod modGraphic">
          <ac:chgData name="强 李" userId="cd6c7ec7188785ae" providerId="LiveId" clId="{63581E9A-E29C-2A45-8ED4-9C7DACA801E8}" dt="2023-11-25T02:56:57.163" v="1750" actId="478"/>
          <ac:graphicFrameMkLst>
            <pc:docMk/>
            <pc:sldMk cId="1242525785" sldId="543"/>
            <ac:graphicFrameMk id="36" creationId="{B12BE72B-659A-7AF7-7767-61D717B88CD0}"/>
          </ac:graphicFrameMkLst>
        </pc:graphicFrameChg>
      </pc:sldChg>
      <pc:sldChg chg="modSp mod">
        <pc:chgData name="强 李" userId="cd6c7ec7188785ae" providerId="LiveId" clId="{63581E9A-E29C-2A45-8ED4-9C7DACA801E8}" dt="2023-11-25T02:37:37.248" v="1321" actId="207"/>
        <pc:sldMkLst>
          <pc:docMk/>
          <pc:sldMk cId="419382719" sldId="552"/>
        </pc:sldMkLst>
        <pc:spChg chg="mod">
          <ac:chgData name="强 李" userId="cd6c7ec7188785ae" providerId="LiveId" clId="{63581E9A-E29C-2A45-8ED4-9C7DACA801E8}" dt="2023-11-25T02:37:37.248" v="1321" actId="20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modNotesTx">
        <pc:chgData name="强 李" userId="cd6c7ec7188785ae" providerId="LiveId" clId="{63581E9A-E29C-2A45-8ED4-9C7DACA801E8}" dt="2023-11-25T02:31:55.740" v="1150" actId="113"/>
        <pc:sldMkLst>
          <pc:docMk/>
          <pc:sldMk cId="530530540" sldId="553"/>
        </pc:sldMkLst>
        <pc:spChg chg="mod">
          <ac:chgData name="强 李" userId="cd6c7ec7188785ae" providerId="LiveId" clId="{63581E9A-E29C-2A45-8ED4-9C7DACA801E8}" dt="2023-11-25T02:31:55.740" v="1150" actId="11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23:48.649" v="812" actId="1036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63581E9A-E29C-2A45-8ED4-9C7DACA801E8}" dt="2023-11-25T02:07:50.759" v="420" actId="208"/>
        <pc:sldMkLst>
          <pc:docMk/>
          <pc:sldMk cId="3418790839" sldId="554"/>
        </pc:sldMkLst>
        <pc:spChg chg="mod">
          <ac:chgData name="强 李" userId="cd6c7ec7188785ae" providerId="LiveId" clId="{63581E9A-E29C-2A45-8ED4-9C7DACA801E8}" dt="2023-11-25T01:28:28.218" v="232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07:50.759" v="420" actId="208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63581E9A-E29C-2A45-8ED4-9C7DACA801E8}" dt="2023-11-25T01:25:20.815" v="59" actId="20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63581E9A-E29C-2A45-8ED4-9C7DACA801E8}" dt="2023-11-25T02:07:45.659" v="419" actId="208"/>
          <ac:spMkLst>
            <pc:docMk/>
            <pc:sldMk cId="3418790839" sldId="554"/>
            <ac:spMk id="10" creationId="{7BEE8677-CFAD-6942-832E-87D52B896121}"/>
          </ac:spMkLst>
        </pc:spChg>
        <pc:spChg chg="mod">
          <ac:chgData name="强 李" userId="cd6c7ec7188785ae" providerId="LiveId" clId="{63581E9A-E29C-2A45-8ED4-9C7DACA801E8}" dt="2023-11-25T01:25:06.517" v="57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63581E9A-E29C-2A45-8ED4-9C7DACA801E8}" dt="2023-11-25T02:07:40.451" v="418" actId="208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63581E9A-E29C-2A45-8ED4-9C7DACA801E8}" dt="2023-11-25T02:07:40.451" v="418" actId="208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63581E9A-E29C-2A45-8ED4-9C7DACA801E8}" dt="2023-11-25T02:07:05.887" v="417" actId="20577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63581E9A-E29C-2A45-8ED4-9C7DACA801E8}" dt="2023-11-25T01:04:46.324" v="30" actId="20577"/>
        <pc:sldMkLst>
          <pc:docMk/>
          <pc:sldMk cId="1911491714" sldId="560"/>
        </pc:sldMkLst>
        <pc:spChg chg="mod">
          <ac:chgData name="强 李" userId="cd6c7ec7188785ae" providerId="LiveId" clId="{63581E9A-E29C-2A45-8ED4-9C7DACA801E8}" dt="2023-11-25T01:04:39.826" v="24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3581E9A-E29C-2A45-8ED4-9C7DACA801E8}" dt="2023-11-25T01:04:46.324" v="30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9884778" sldId="574"/>
        </pc:sldMkLst>
      </pc:sldChg>
      <pc:sldChg chg="modSp mod ord modNotesTx">
        <pc:chgData name="强 李" userId="cd6c7ec7188785ae" providerId="LiveId" clId="{63581E9A-E29C-2A45-8ED4-9C7DACA801E8}" dt="2023-11-25T02:34:34.085" v="1246" actId="20577"/>
        <pc:sldMkLst>
          <pc:docMk/>
          <pc:sldMk cId="3921434846" sldId="587"/>
        </pc:sldMkLst>
        <pc:spChg chg="mod">
          <ac:chgData name="强 李" userId="cd6c7ec7188785ae" providerId="LiveId" clId="{63581E9A-E29C-2A45-8ED4-9C7DACA801E8}" dt="2023-11-25T02:34:34.085" v="1246" actId="20577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23:35.848" v="804" actId="103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57832261" sldId="593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225263886" sldId="594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2905312093" sldId="595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3937354854" sldId="596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4417295" sldId="597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3531077245" sldId="598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4000357398" sldId="599"/>
        </pc:sldMkLst>
      </pc:sldChg>
      <pc:sldChg chg="modSp add mod">
        <pc:chgData name="强 李" userId="cd6c7ec7188785ae" providerId="LiveId" clId="{63581E9A-E29C-2A45-8ED4-9C7DACA801E8}" dt="2023-11-25T03:02:02.507" v="1804" actId="1037"/>
        <pc:sldMkLst>
          <pc:docMk/>
          <pc:sldMk cId="544642582" sldId="600"/>
        </pc:sldMkLst>
        <pc:spChg chg="mod">
          <ac:chgData name="强 李" userId="cd6c7ec7188785ae" providerId="LiveId" clId="{63581E9A-E29C-2A45-8ED4-9C7DACA801E8}" dt="2023-11-25T02:50:38.973" v="1533" actId="6549"/>
          <ac:spMkLst>
            <pc:docMk/>
            <pc:sldMk cId="544642582" sldId="600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3:02:02.507" v="1804" actId="1037"/>
          <ac:spMkLst>
            <pc:docMk/>
            <pc:sldMk cId="544642582" sldId="600"/>
            <ac:spMk id="18" creationId="{00000000-0000-0000-0000-000000000000}"/>
          </ac:spMkLst>
        </pc:spChg>
      </pc:sldChg>
      <pc:sldChg chg="modSp add mod modNotesTx">
        <pc:chgData name="强 李" userId="cd6c7ec7188785ae" providerId="LiveId" clId="{63581E9A-E29C-2A45-8ED4-9C7DACA801E8}" dt="2023-11-25T02:57:59.580" v="1760" actId="1037"/>
        <pc:sldMkLst>
          <pc:docMk/>
          <pc:sldMk cId="2712179486" sldId="601"/>
        </pc:sldMkLst>
        <pc:spChg chg="mod">
          <ac:chgData name="强 李" userId="cd6c7ec7188785ae" providerId="LiveId" clId="{63581E9A-E29C-2A45-8ED4-9C7DACA801E8}" dt="2023-11-25T02:54:17.775" v="1705" actId="6549"/>
          <ac:spMkLst>
            <pc:docMk/>
            <pc:sldMk cId="2712179486" sldId="601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57:59.580" v="1760" actId="1037"/>
          <ac:spMkLst>
            <pc:docMk/>
            <pc:sldMk cId="2712179486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感恩的事：</a:t>
            </a:r>
            <a:r>
              <a:rPr lang="en-US" altLang="zh-CN" dirty="0"/>
              <a:t>2023</a:t>
            </a:r>
            <a:r>
              <a:rPr lang="zh-CN" altLang="en-US" dirty="0"/>
              <a:t>年平安度过，进入</a:t>
            </a:r>
            <a:r>
              <a:rPr lang="en-US" altLang="zh-CN" dirty="0"/>
              <a:t>2024</a:t>
            </a:r>
            <a:r>
              <a:rPr lang="zh-CN" altLang="en-US" dirty="0"/>
              <a:t>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919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524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215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121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849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208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307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779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879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769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832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353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919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127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81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374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5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389842" y="4292102"/>
            <a:ext cx="4613737" cy="9379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经文：腓立比书四章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15</a:t>
            </a:r>
            <a:r>
              <a:rPr lang="en-US" altLang="zh-CN" sz="2400" b="1" dirty="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-20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843752" y="2052839"/>
            <a:ext cx="5705918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54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苹方-简"/>
                <a:cs typeface="+mn-ea"/>
                <a:sym typeface="+mn-lt"/>
              </a:rPr>
              <a:t>果子渐渐增多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903F1E-DAB2-F6D3-0EA7-34DF8579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4834-6526-47F0-B757-2F68D83CE9EC}" type="datetime2">
              <a:rPr lang="zh-CN" altLang="en-US" smtClean="0"/>
              <a:t>2024年3月17日 Sunday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背景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944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本书到尾声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感谢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期望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祝福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四章</a:t>
            </a:r>
            <a:r>
              <a:rPr lang="en-US" altLang="zh-CN" sz="2800" b="1" dirty="0">
                <a:solidFill>
                  <a:srgbClr val="000000"/>
                </a:solidFill>
                <a:cs typeface="+mn-ea"/>
                <a:sym typeface="+mn-lt"/>
              </a:rPr>
              <a:t>10-14</a:t>
            </a: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无论在什么景况都可以知足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秘诀：靠着那加给我力量的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感谢腓立比教会的帮助支持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四</a:t>
            </a:r>
            <a:r>
              <a:rPr lang="en-US" altLang="zh-CN" sz="4800" b="1" dirty="0"/>
              <a:t>15-20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38480"/>
            <a:ext cx="12192000" cy="4835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600" dirty="0">
                <a:effectLst/>
                <a:ea typeface="苹方-简" panose="020B0300000000000000" pitchFamily="34" charset="-122"/>
              </a:rPr>
              <a:t>4:15】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腓立比人哪，你们也知道我初传福音，离了马其顿的时候，论到授受的事，除了你们以外，并没有别的教会供给我。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600" dirty="0">
                <a:effectLst/>
                <a:ea typeface="苹方-简" panose="020B0300000000000000" pitchFamily="34" charset="-122"/>
              </a:rPr>
              <a:t>4:16】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就是我在帖撒罗尼迦，你们也</a:t>
            </a:r>
            <a:r>
              <a:rPr lang="zh-CN" altLang="en-US" sz="26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一次两次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地打发人供给我的需用。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600" dirty="0">
                <a:effectLst/>
                <a:ea typeface="苹方-简" panose="020B0300000000000000" pitchFamily="34" charset="-122"/>
              </a:rPr>
              <a:t>4:17】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我并不求什么馈送，所求的就是你们的</a:t>
            </a:r>
            <a:r>
              <a:rPr lang="zh-CN" altLang="en-US" sz="26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果子渐渐增多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，归在你们的账上。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600" dirty="0">
                <a:effectLst/>
                <a:ea typeface="苹方-简" panose="020B0300000000000000" pitchFamily="34" charset="-122"/>
              </a:rPr>
              <a:t>4:18】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但我样样都有，并且有余；我已经充足，因我从以巴弗提受了你们的馈送，当作极美的香气，为　神</a:t>
            </a:r>
            <a:r>
              <a:rPr lang="zh-CN" altLang="en-US" sz="26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所收纳、所喜悦的祭物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600" dirty="0">
                <a:effectLst/>
                <a:ea typeface="苹方-简" panose="020B0300000000000000" pitchFamily="34" charset="-122"/>
              </a:rPr>
              <a:t>4:19】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我的　神必照他荣耀的丰富，在基督耶稣里使你们一切所需用的都</a:t>
            </a:r>
            <a:r>
              <a:rPr lang="zh-CN" altLang="en-US" sz="26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充足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600" dirty="0">
                <a:effectLst/>
                <a:ea typeface="苹方-简" panose="020B0300000000000000" pitchFamily="34" charset="-122"/>
              </a:rPr>
              <a:t>4:20】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愿荣耀归给我们的父　神，直到永永远远。阿们！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12D3F7B-DF35-F878-D245-29F45AE818B1}"/>
              </a:ext>
            </a:extLst>
          </p:cNvPr>
          <p:cNvCxnSpPr/>
          <p:nvPr/>
        </p:nvCxnSpPr>
        <p:spPr>
          <a:xfrm>
            <a:off x="296091" y="2969623"/>
            <a:ext cx="103719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73F8C8F-C7F8-8079-2EBB-C5A2F6B9838F}"/>
              </a:ext>
            </a:extLst>
          </p:cNvPr>
          <p:cNvCxnSpPr/>
          <p:nvPr/>
        </p:nvCxnSpPr>
        <p:spPr>
          <a:xfrm>
            <a:off x="304800" y="4789714"/>
            <a:ext cx="75851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F688-B5B4-C6DA-0258-F984529E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B48268-8DC2-26C4-0111-EC47204308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38EE3-F6EA-0FD3-E620-134F8CE2AD72}"/>
              </a:ext>
            </a:extLst>
          </p:cNvPr>
          <p:cNvSpPr txBox="1"/>
          <p:nvPr/>
        </p:nvSpPr>
        <p:spPr>
          <a:xfrm>
            <a:off x="745066" y="1126011"/>
            <a:ext cx="11446933" cy="3307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第一段：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：感谢腓立比人的供给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第二段：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：果子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第三段：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：应许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9847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15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16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886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4:15】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腓立比人哪，你们也知道我初传福音，离了马其顿的时候，论到授受的事，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	  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除了你们以外，并没有别的教会供给我。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4:16】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就是我在帖撒罗尼迦，你们也一次两次地打发人供给我的需用。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初传福音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在腓立比之初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现在看过去时间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不是保罗刚开始做工时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没有别的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唯一的帮助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对保罗的重要性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是认可也是支持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920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15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16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0844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4:15】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腓立比人哪，你们也知道我初传福音，离了马其顿的时候，论到授受的事，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	  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除了你们以外，并没有别的教会供给我。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4:16】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就是我在帖撒罗尼迦，你们也一次两次地打发人供给我的需用。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一次两次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多次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时间持久和不断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没有别的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唯一的帮助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对保罗的重要性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是认可也是支持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5331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15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16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4730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4:15】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腓立比人哪，你们也知道我初传福音，离了马其顿的时候，论到授受的事，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	     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除了你们以外，并没有别的教会供给我。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4:16】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就是我在帖撒罗尼迦，你们也一次两次地打发人供给我的需用。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总结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不是凭人意，而是看重神的国度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帮助的持久，也是竭力为着福音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1:5】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因为从头一天直到如今，你们是同心合意地兴旺福音。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是保罗的称赞也是对腓立比感谢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905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17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668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4:17】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我并不求什么馈送，所求的就是你们的果子渐渐增多，归在你们的账上。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但我样样都有，并且有余；我已经充足，因我从以巴弗提受了你们的馈送，当作极美的香气，为　神所收纳、所喜悦的祭物。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不求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馈送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对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节的呼应（无论在什么景况都可以知足）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物质可见需用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所求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果子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属灵的果子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对应依靠神（靠着那加给我力量的）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191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17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506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4:17】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我并不求什么馈送，所求的就是你们的果子渐渐增多，归在你们的账上。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但我样样都有，并且有余；我已经充足，因我从以巴弗提受了你们的馈送，当作极美的香气，为　神所收纳、所喜悦的祭物。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果子渐渐增多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有生命才结果子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圣灵所结的果子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加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5:22】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圣灵所结的果子，就是仁爱、喜乐、和平、忍耐、恩慈、良善、信实、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加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5:23】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温柔、节制。这样的事，没有律法禁止。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生命的见证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传福音宣教果子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16:15】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弟兄们，你们晓得，司提反一家是亚该亚初结的果子，并且他们专以服侍圣徒为念。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做工的果效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691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17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92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4:17】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我并不求什么馈送，所求的就是你们的果子渐渐增多，归在你们的账上。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但我样样都有，并且有余；我已经充足，因我从以巴弗提受了你们的馈送，当作极美的香气，为　神所收纳、所喜悦的祭物。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逻辑：物质     属灵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17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：馈送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      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果子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18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：服侍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	     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祭物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账上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金融用语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利息即越来越多意思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个人账上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被神纪念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770A058-D3A1-B4DB-D2A5-7DDC8588D2E8}"/>
              </a:ext>
            </a:extLst>
          </p:cNvPr>
          <p:cNvCxnSpPr/>
          <p:nvPr/>
        </p:nvCxnSpPr>
        <p:spPr>
          <a:xfrm>
            <a:off x="1872338" y="3866606"/>
            <a:ext cx="2873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6BF7447-0E4B-EE93-0566-CFD07F18FFFD}"/>
              </a:ext>
            </a:extLst>
          </p:cNvPr>
          <p:cNvCxnSpPr/>
          <p:nvPr/>
        </p:nvCxnSpPr>
        <p:spPr>
          <a:xfrm>
            <a:off x="1872338" y="4293330"/>
            <a:ext cx="2873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箭头: 右 7">
            <a:extLst>
              <a:ext uri="{FF2B5EF4-FFF2-40B4-BE49-F238E27FC236}">
                <a16:creationId xmlns:a16="http://schemas.microsoft.com/office/drawing/2014/main" id="{BC1839A5-85F4-53E7-1691-70391EEE8BE8}"/>
              </a:ext>
            </a:extLst>
          </p:cNvPr>
          <p:cNvSpPr/>
          <p:nvPr/>
        </p:nvSpPr>
        <p:spPr>
          <a:xfrm>
            <a:off x="2081349" y="3352801"/>
            <a:ext cx="287383" cy="76194"/>
          </a:xfrm>
          <a:prstGeom prst="rightArrow">
            <a:avLst>
              <a:gd name="adj1" fmla="val 50000"/>
              <a:gd name="adj2" fmla="val 388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6521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17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63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4:17】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我并不求什么馈送，所求的就是你们的果子渐渐增多，归在你们的账上。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但我样样都有，并且有余；我已经充足，因我从以巴弗提受了你们的馈送，当作极美的香气，为　神所收纳、所喜悦的祭物。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样样都有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保罗有什么？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章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5-11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祭物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活祭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所以弟兄们，我以　神的慈悲劝你们，将身体献上，当作活祭，是圣洁的，是　神所喜悦的，你们如此侍奉，乃是理所当然的。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以巴弗提作为腓立比教会的代表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243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20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9864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4:19】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我的　神必照他荣耀的丰富，在基督耶稣里使你们一切所需用的都充足。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4:20】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愿荣耀归给我们的父　神，直到永永远远。阿们！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充足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18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节类比。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腓立比信徒让保罗充足。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神也愿腓立比信徒充足。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必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应许，对比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7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非祝愿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6413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20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048579"/>
            <a:ext cx="12192000" cy="6025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4:19】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我的　神必照他荣耀的丰富，在基督耶稣里使你们一切所需用的都充足。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4:20】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愿荣耀归给我们的父　神，直到永永远远。阿们！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照祂的丰富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神是丰富的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要以我们的身量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在荣耀中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为神的荣耀造作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赛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43:7】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就是凡称为我名下的人，是我为自己的荣耀创造的，是我所作成、所造作的。”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6:20】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因为你们是重价买来的，所以要在你们的身子上荣耀　神。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在基督耶稣里</a:t>
            </a:r>
            <a:endParaRPr lang="en-US" altLang="zh-CN" sz="16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00"/>
                </a:solidFill>
                <a:cs typeface="+mn-ea"/>
              </a:rPr>
              <a:t>因信与基督联合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00"/>
                </a:solidFill>
                <a:cs typeface="+mn-ea"/>
              </a:rPr>
              <a:t>过程中经历基督的恩典和丰富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9530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20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580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4:19】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我的　神必照他荣耀的丰富，在基督耶稣里使你们一切所需用的都充足。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4:20】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愿荣耀归给我们的父　神，直到永永远远。阿们！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需用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物质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属灵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物质和属灵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个人观点：物质</a:t>
            </a:r>
            <a:endParaRPr lang="en-US" altLang="zh-CN" sz="16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</a:rPr>
              <a:t>在保罗的书信中出现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11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次，其中有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4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次上下文可以翻译为物质或属灵的，但都翻译为了“物质的需要”。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</a:rPr>
              <a:t>	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（罗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12:13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，弗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4:28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，帖前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4:12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，多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3:14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。）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</a:rPr>
              <a:t>本词在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《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新约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》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出现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35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次，其中需要对其回答的有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8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次或者说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次，但都是指的“物质需要”。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本书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章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16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节的“需用”是物质方面的。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1898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20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3763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4:19】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我的　神必照他荣耀的丰富，在基督耶稣里使你们一切所需用的都充足。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4:20】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愿荣耀归给我们的父　神，直到永永远远。阿们！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神给一切爱祂之人的应许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20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en-US" altLang="zh-CN" sz="16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</a:rPr>
              <a:t>颂赞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0055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280159" y="2148200"/>
            <a:ext cx="11355977" cy="25615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有生命（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章）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果子的表现（生命、工作）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神所收纳、所喜悦的祭物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795476"/>
            <a:ext cx="12192000" cy="34233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，按照今天的主题经文，在保罗离开马其顿的时候，除了腓立比教会还有其他教会对他有授受的事吗？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，你对今天主题经文“果子”的理解，谈谈你的果子增多的情况？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，针对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节“需用”今天提出了三种观点，你认可那种，原因是什么？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20909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1471</TotalTime>
  <Words>1783</Words>
  <Application>Microsoft Macintosh PowerPoint</Application>
  <PresentationFormat>宽屏</PresentationFormat>
  <Paragraphs>177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1</cp:revision>
  <dcterms:created xsi:type="dcterms:W3CDTF">2019-06-19T02:08:00Z</dcterms:created>
  <dcterms:modified xsi:type="dcterms:W3CDTF">2024-03-17T06:38:11Z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