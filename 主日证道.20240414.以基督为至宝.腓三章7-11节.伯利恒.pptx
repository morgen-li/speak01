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560" r:id="rId2"/>
    <p:sldId id="425" r:id="rId3"/>
    <p:sldId id="554" r:id="rId4"/>
    <p:sldId id="531" r:id="rId5"/>
    <p:sldId id="553" r:id="rId6"/>
    <p:sldId id="587" r:id="rId7"/>
    <p:sldId id="574" r:id="rId8"/>
    <p:sldId id="588" r:id="rId9"/>
    <p:sldId id="589" r:id="rId10"/>
    <p:sldId id="590" r:id="rId11"/>
    <p:sldId id="591" r:id="rId12"/>
    <p:sldId id="592" r:id="rId13"/>
    <p:sldId id="543" r:id="rId14"/>
    <p:sldId id="55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3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1F1"/>
    <a:srgbClr val="1A3A76"/>
    <a:srgbClr val="633D0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EEAD3-6AF6-4BF1-A7F2-844E1D56509A}" v="64" dt="2024-04-14T13:19:12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78"/>
      </p:cViewPr>
      <p:guideLst>
        <p:guide orient="horz" pos="2093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59B04525-367E-458D-A292-D07252BFEF77}"/>
    <pc:docChg chg="undo custSel delSld modSld">
      <pc:chgData name="强 李" userId="cd6c7ec7188785ae" providerId="LiveId" clId="{59B04525-367E-458D-A292-D07252BFEF77}" dt="2023-05-13T21:33:54.200" v="52"/>
      <pc:docMkLst>
        <pc:docMk/>
      </pc:docMkLst>
      <pc:sldChg chg="modSp mod">
        <pc:chgData name="强 李" userId="cd6c7ec7188785ae" providerId="LiveId" clId="{59B04525-367E-458D-A292-D07252BFEF77}" dt="2023-05-13T21:10:18.066" v="6" actId="113"/>
        <pc:sldMkLst>
          <pc:docMk/>
          <pc:sldMk cId="54695671" sldId="531"/>
        </pc:sldMkLst>
        <pc:spChg chg="mod">
          <ac:chgData name="强 李" userId="cd6c7ec7188785ae" providerId="LiveId" clId="{59B04525-367E-458D-A292-D07252BFEF77}" dt="2023-05-13T21:10:18.066" v="6" actId="113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4:42.483" v="10"/>
        <pc:sldMkLst>
          <pc:docMk/>
          <pc:sldMk cId="3813767857" sldId="538"/>
        </pc:sldMkLst>
        <pc:spChg chg="mod">
          <ac:chgData name="强 李" userId="cd6c7ec7188785ae" providerId="LiveId" clId="{59B04525-367E-458D-A292-D07252BFEF77}" dt="2023-05-13T21:14:42.483" v="10"/>
          <ac:spMkLst>
            <pc:docMk/>
            <pc:sldMk cId="3813767857" sldId="538"/>
            <ac:spMk id="5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21:25.855" v="18"/>
        <pc:sldMkLst>
          <pc:docMk/>
          <pc:sldMk cId="188333421" sldId="541"/>
        </pc:sldMkLst>
        <pc:spChg chg="mod">
          <ac:chgData name="强 李" userId="cd6c7ec7188785ae" providerId="LiveId" clId="{59B04525-367E-458D-A292-D07252BFEF77}" dt="2023-05-13T21:21:25.855" v="18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32:44.141" v="49" actId="6549"/>
        <pc:sldMkLst>
          <pc:docMk/>
          <pc:sldMk cId="3014528576" sldId="542"/>
        </pc:sldMkLst>
        <pc:spChg chg="mod">
          <ac:chgData name="强 李" userId="cd6c7ec7188785ae" providerId="LiveId" clId="{59B04525-367E-458D-A292-D07252BFEF77}" dt="2023-05-13T21:32:44.141" v="49" actId="6549"/>
          <ac:spMkLst>
            <pc:docMk/>
            <pc:sldMk cId="3014528576" sldId="542"/>
            <ac:spMk id="2" creationId="{00000000-0000-0000-0000-000000000000}"/>
          </ac:spMkLst>
        </pc:spChg>
        <pc:grpChg chg="mod">
          <ac:chgData name="强 李" userId="cd6c7ec7188785ae" providerId="LiveId" clId="{59B04525-367E-458D-A292-D07252BFEF77}" dt="2023-05-13T21:32:28.012" v="48" actId="1076"/>
          <ac:grpSpMkLst>
            <pc:docMk/>
            <pc:sldMk cId="3014528576" sldId="542"/>
            <ac:grpSpMk id="3" creationId="{726480B9-F738-F9C4-A3A9-291FDBCBE60B}"/>
          </ac:grpSpMkLst>
        </pc:grpChg>
      </pc:sldChg>
      <pc:sldChg chg="modSp mod">
        <pc:chgData name="强 李" userId="cd6c7ec7188785ae" providerId="LiveId" clId="{59B04525-367E-458D-A292-D07252BFEF77}" dt="2023-05-13T21:33:54.200" v="52"/>
        <pc:sldMkLst>
          <pc:docMk/>
          <pc:sldMk cId="1242525785" sldId="543"/>
        </pc:sldMkLst>
        <pc:spChg chg="mod">
          <ac:chgData name="强 李" userId="cd6c7ec7188785ae" providerId="LiveId" clId="{59B04525-367E-458D-A292-D07252BFEF77}" dt="2023-05-13T21:33:54.200" v="52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59B04525-367E-458D-A292-D07252BFEF77}" dt="2023-05-13T21:21:02.253" v="16" actId="47"/>
        <pc:sldMkLst>
          <pc:docMk/>
          <pc:sldMk cId="996529028" sldId="556"/>
        </pc:sldMkLst>
      </pc:sldChg>
      <pc:sldChg chg="modSp mod">
        <pc:chgData name="强 李" userId="cd6c7ec7188785ae" providerId="LiveId" clId="{59B04525-367E-458D-A292-D07252BFEF77}" dt="2023-05-13T21:26:33.198" v="45"/>
        <pc:sldMkLst>
          <pc:docMk/>
          <pc:sldMk cId="1560840645" sldId="557"/>
        </pc:sldMkLst>
        <pc:spChg chg="mod">
          <ac:chgData name="强 李" userId="cd6c7ec7188785ae" providerId="LiveId" clId="{59B04525-367E-458D-A292-D07252BFEF77}" dt="2023-05-13T21:26:33.198" v="45"/>
          <ac:spMkLst>
            <pc:docMk/>
            <pc:sldMk cId="1560840645" sldId="557"/>
            <ac:spMk id="2" creationId="{00000000-0000-0000-0000-000000000000}"/>
          </ac:spMkLst>
        </pc:spChg>
      </pc:sldChg>
      <pc:sldChg chg="modSp mod">
        <pc:chgData name="强 李" userId="cd6c7ec7188785ae" providerId="LiveId" clId="{59B04525-367E-458D-A292-D07252BFEF77}" dt="2023-05-13T21:15:27.492" v="15" actId="20577"/>
        <pc:sldMkLst>
          <pc:docMk/>
          <pc:sldMk cId="158457568" sldId="561"/>
        </pc:sldMkLst>
        <pc:spChg chg="mod">
          <ac:chgData name="强 李" userId="cd6c7ec7188785ae" providerId="LiveId" clId="{59B04525-367E-458D-A292-D07252BFEF77}" dt="2023-05-13T21:15:27.492" v="15" actId="20577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李 强" userId="cd6c7ec7188785ae" providerId="Windows Live" clId="Web-{E46B53FF-9A88-47C2-AE39-26A84E1195D8}"/>
    <pc:docChg chg="modSld sldOrd">
      <pc:chgData name="李 强" userId="cd6c7ec7188785ae" providerId="Windows Live" clId="Web-{E46B53FF-9A88-47C2-AE39-26A84E1195D8}" dt="2023-03-11T20:57:51.575" v="3"/>
      <pc:docMkLst>
        <pc:docMk/>
      </pc:docMkLst>
      <pc:sldChg chg="modSp">
        <pc:chgData name="李 强" userId="cd6c7ec7188785ae" providerId="Windows Live" clId="Web-{E46B53FF-9A88-47C2-AE39-26A84E1195D8}" dt="2023-03-11T20:57:46.997" v="2" actId="20577"/>
        <pc:sldMkLst>
          <pc:docMk/>
          <pc:sldMk cId="0" sldId="425"/>
        </pc:sldMkLst>
        <pc:spChg chg="mod">
          <ac:chgData name="李 强" userId="cd6c7ec7188785ae" providerId="Windows Live" clId="Web-{E46B53FF-9A88-47C2-AE39-26A84E1195D8}" dt="2023-03-11T20:57:46.997" v="2" actId="20577"/>
          <ac:spMkLst>
            <pc:docMk/>
            <pc:sldMk cId="0" sldId="425"/>
            <ac:spMk id="18" creationId="{00000000-0000-0000-0000-000000000000}"/>
          </ac:spMkLst>
        </pc:spChg>
      </pc:sldChg>
      <pc:sldChg chg="ord">
        <pc:chgData name="李 强" userId="cd6c7ec7188785ae" providerId="Windows Live" clId="Web-{E46B53FF-9A88-47C2-AE39-26A84E1195D8}" dt="2023-03-11T20:57:51.575" v="3"/>
        <pc:sldMkLst>
          <pc:docMk/>
          <pc:sldMk cId="54695671" sldId="531"/>
        </pc:sldMkLst>
      </pc:sldChg>
      <pc:sldChg chg="ord">
        <pc:chgData name="李 强" userId="cd6c7ec7188785ae" providerId="Windows Live" clId="Web-{E46B53FF-9A88-47C2-AE39-26A84E1195D8}" dt="2023-03-11T13:28:45.064" v="0"/>
        <pc:sldMkLst>
          <pc:docMk/>
          <pc:sldMk cId="3418790839" sldId="554"/>
        </pc:sldMkLst>
      </pc:sldChg>
    </pc:docChg>
  </pc:docChgLst>
  <pc:docChgLst>
    <pc:chgData name="强 李" userId="cd6c7ec7188785ae" providerId="LiveId" clId="{CF935CA5-AC7E-4C06-84E8-D35EFB632B81}"/>
    <pc:docChg chg="undo custSel modSld">
      <pc:chgData name="强 李" userId="cd6c7ec7188785ae" providerId="LiveId" clId="{CF935CA5-AC7E-4C06-84E8-D35EFB632B81}" dt="2023-05-06T22:21:47.530" v="57" actId="20577"/>
      <pc:docMkLst>
        <pc:docMk/>
      </pc:docMkLst>
      <pc:sldChg chg="modSp mod">
        <pc:chgData name="强 李" userId="cd6c7ec7188785ae" providerId="LiveId" clId="{CF935CA5-AC7E-4C06-84E8-D35EFB632B81}" dt="2023-05-06T21:56:37.088" v="32"/>
        <pc:sldMkLst>
          <pc:docMk/>
          <pc:sldMk cId="188333421" sldId="541"/>
        </pc:sldMkLst>
        <pc:spChg chg="mod">
          <ac:chgData name="强 李" userId="cd6c7ec7188785ae" providerId="LiveId" clId="{CF935CA5-AC7E-4C06-84E8-D35EFB632B81}" dt="2023-05-06T21:56:37.088" v="32"/>
          <ac:spMkLst>
            <pc:docMk/>
            <pc:sldMk cId="188333421" sldId="541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2:21:47.530" v="57" actId="20577"/>
        <pc:sldMkLst>
          <pc:docMk/>
          <pc:sldMk cId="1236072088" sldId="546"/>
        </pc:sldMkLst>
        <pc:spChg chg="mod">
          <ac:chgData name="强 李" userId="cd6c7ec7188785ae" providerId="LiveId" clId="{CF935CA5-AC7E-4C06-84E8-D35EFB632B81}" dt="2023-05-06T22:21:47.530" v="57" actId="20577"/>
          <ac:spMkLst>
            <pc:docMk/>
            <pc:sldMk cId="1236072088" sldId="546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0:50:44.492" v="22" actId="113"/>
        <pc:sldMkLst>
          <pc:docMk/>
          <pc:sldMk cId="530530540" sldId="553"/>
        </pc:sldMkLst>
        <pc:spChg chg="mod">
          <ac:chgData name="强 李" userId="cd6c7ec7188785ae" providerId="LiveId" clId="{CF935CA5-AC7E-4C06-84E8-D35EFB632B81}" dt="2023-05-06T20:50:44.492" v="22" actId="113"/>
          <ac:spMkLst>
            <pc:docMk/>
            <pc:sldMk cId="530530540" sldId="553"/>
            <ac:spMk id="2" creationId="{00000000-0000-0000-0000-000000000000}"/>
          </ac:spMkLst>
        </pc:spChg>
      </pc:sldChg>
      <pc:sldChg chg="modSp">
        <pc:chgData name="强 李" userId="cd6c7ec7188785ae" providerId="LiveId" clId="{CF935CA5-AC7E-4C06-84E8-D35EFB632B81}" dt="2023-05-06T20:46:53.362" v="1"/>
        <pc:sldMkLst>
          <pc:docMk/>
          <pc:sldMk cId="3418790839" sldId="554"/>
        </pc:sldMkLst>
        <pc:graphicFrameChg chg="mod">
          <ac:chgData name="强 李" userId="cd6c7ec7188785ae" providerId="LiveId" clId="{CF935CA5-AC7E-4C06-84E8-D35EFB632B81}" dt="2023-05-06T20:46:53.362" v="1"/>
          <ac:graphicFrameMkLst>
            <pc:docMk/>
            <pc:sldMk cId="3418790839" sldId="554"/>
            <ac:graphicFrameMk id="3" creationId="{834FEE26-B6D8-F604-DE97-236834A9A579}"/>
          </ac:graphicFrameMkLst>
        </pc:graphicFrameChg>
      </pc:sldChg>
      <pc:sldChg chg="modSp mod">
        <pc:chgData name="强 李" userId="cd6c7ec7188785ae" providerId="LiveId" clId="{CF935CA5-AC7E-4C06-84E8-D35EFB632B81}" dt="2023-05-06T21:07:00.005" v="26" actId="108"/>
        <pc:sldMkLst>
          <pc:docMk/>
          <pc:sldMk cId="3692116085" sldId="555"/>
        </pc:sldMkLst>
        <pc:spChg chg="mod">
          <ac:chgData name="强 李" userId="cd6c7ec7188785ae" providerId="LiveId" clId="{CF935CA5-AC7E-4C06-84E8-D35EFB632B81}" dt="2023-05-06T21:07:00.005" v="26" actId="108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CF935CA5-AC7E-4C06-84E8-D35EFB632B81}" dt="2023-05-06T21:06:51.223" v="25" actId="108"/>
        <pc:sldMkLst>
          <pc:docMk/>
          <pc:sldMk cId="158457568" sldId="561"/>
        </pc:sldMkLst>
        <pc:spChg chg="mod">
          <ac:chgData name="强 李" userId="cd6c7ec7188785ae" providerId="LiveId" clId="{CF935CA5-AC7E-4C06-84E8-D35EFB632B81}" dt="2023-05-06T21:06:51.223" v="25" actId="108"/>
          <ac:spMkLst>
            <pc:docMk/>
            <pc:sldMk cId="158457568" sldId="561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E0EEEAD3-6AF6-4BF1-A7F2-844E1D56509A}"/>
    <pc:docChg chg="undo custSel modSld">
      <pc:chgData name="强 李" userId="cd6c7ec7188785ae" providerId="LiveId" clId="{E0EEEAD3-6AF6-4BF1-A7F2-844E1D56509A}" dt="2024-04-14T13:20:11.078" v="800" actId="404"/>
      <pc:docMkLst>
        <pc:docMk/>
      </pc:docMkLst>
      <pc:sldChg chg="modSp mod">
        <pc:chgData name="强 李" userId="cd6c7ec7188785ae" providerId="LiveId" clId="{E0EEEAD3-6AF6-4BF1-A7F2-844E1D56509A}" dt="2024-04-14T13:19:54.428" v="798" actId="6549"/>
        <pc:sldMkLst>
          <pc:docMk/>
          <pc:sldMk cId="0" sldId="425"/>
        </pc:sldMkLst>
        <pc:spChg chg="mod">
          <ac:chgData name="强 李" userId="cd6c7ec7188785ae" providerId="LiveId" clId="{E0EEEAD3-6AF6-4BF1-A7F2-844E1D56509A}" dt="2024-04-14T13:19:54.428" v="798" actId="6549"/>
          <ac:spMkLst>
            <pc:docMk/>
            <pc:sldMk cId="0" sldId="425"/>
            <ac:spMk id="3" creationId="{FF9BF7C3-9929-69BC-A1CA-30EBD45BF72F}"/>
          </ac:spMkLst>
        </pc:spChg>
      </pc:sldChg>
      <pc:sldChg chg="addSp delSp modSp mod">
        <pc:chgData name="强 李" userId="cd6c7ec7188785ae" providerId="LiveId" clId="{E0EEEAD3-6AF6-4BF1-A7F2-844E1D56509A}" dt="2024-04-14T13:00:13.377" v="132" actId="1076"/>
        <pc:sldMkLst>
          <pc:docMk/>
          <pc:sldMk cId="54695671" sldId="531"/>
        </pc:sldMkLst>
        <pc:spChg chg="mod">
          <ac:chgData name="强 李" userId="cd6c7ec7188785ae" providerId="LiveId" clId="{E0EEEAD3-6AF6-4BF1-A7F2-844E1D56509A}" dt="2024-04-14T13:00:00.237" v="131" actId="1076"/>
          <ac:spMkLst>
            <pc:docMk/>
            <pc:sldMk cId="54695671" sldId="531"/>
            <ac:spMk id="2" creationId="{00000000-0000-0000-0000-000000000000}"/>
          </ac:spMkLst>
        </pc:spChg>
        <pc:spChg chg="add del">
          <ac:chgData name="强 李" userId="cd6c7ec7188785ae" providerId="LiveId" clId="{E0EEEAD3-6AF6-4BF1-A7F2-844E1D56509A}" dt="2024-04-14T12:55:05.158" v="65" actId="11529"/>
          <ac:spMkLst>
            <pc:docMk/>
            <pc:sldMk cId="54695671" sldId="531"/>
            <ac:spMk id="3" creationId="{1A337C0A-A445-1866-948A-F39C4DA16C5D}"/>
          </ac:spMkLst>
        </pc:spChg>
        <pc:spChg chg="add del mod">
          <ac:chgData name="强 李" userId="cd6c7ec7188785ae" providerId="LiveId" clId="{E0EEEAD3-6AF6-4BF1-A7F2-844E1D56509A}" dt="2024-04-14T12:55:39.121" v="68"/>
          <ac:spMkLst>
            <pc:docMk/>
            <pc:sldMk cId="54695671" sldId="531"/>
            <ac:spMk id="4" creationId="{510B1A19-06BF-217E-38E9-311B0E5ED307}"/>
          </ac:spMkLst>
        </pc:spChg>
        <pc:spChg chg="add mod">
          <ac:chgData name="强 李" userId="cd6c7ec7188785ae" providerId="LiveId" clId="{E0EEEAD3-6AF6-4BF1-A7F2-844E1D56509A}" dt="2024-04-14T13:00:13.377" v="132" actId="1076"/>
          <ac:spMkLst>
            <pc:docMk/>
            <pc:sldMk cId="54695671" sldId="531"/>
            <ac:spMk id="5" creationId="{6D756E38-44BB-893E-10F4-24648C1F9451}"/>
          </ac:spMkLst>
        </pc:spChg>
        <pc:spChg chg="add mod">
          <ac:chgData name="强 李" userId="cd6c7ec7188785ae" providerId="LiveId" clId="{E0EEEAD3-6AF6-4BF1-A7F2-844E1D56509A}" dt="2024-04-14T12:58:46.530" v="119" actId="554"/>
          <ac:spMkLst>
            <pc:docMk/>
            <pc:sldMk cId="54695671" sldId="531"/>
            <ac:spMk id="6" creationId="{AA272FBC-B21D-C369-0141-9585E0210DD1}"/>
          </ac:spMkLst>
        </pc:spChg>
        <pc:spChg chg="add mod">
          <ac:chgData name="强 李" userId="cd6c7ec7188785ae" providerId="LiveId" clId="{E0EEEAD3-6AF6-4BF1-A7F2-844E1D56509A}" dt="2024-04-14T12:59:57.383" v="130" actId="14100"/>
          <ac:spMkLst>
            <pc:docMk/>
            <pc:sldMk cId="54695671" sldId="531"/>
            <ac:spMk id="11" creationId="{8F585226-39A8-96AE-40A3-878704581BB6}"/>
          </ac:spMkLst>
        </pc:spChg>
        <pc:cxnChg chg="add mod">
          <ac:chgData name="强 李" userId="cd6c7ec7188785ae" providerId="LiveId" clId="{E0EEEAD3-6AF6-4BF1-A7F2-844E1D56509A}" dt="2024-04-14T12:59:16.426" v="123" actId="1076"/>
          <ac:cxnSpMkLst>
            <pc:docMk/>
            <pc:sldMk cId="54695671" sldId="531"/>
            <ac:cxnSpMk id="8" creationId="{A82D5C8F-64C1-A4EE-87A4-62170D321C35}"/>
          </ac:cxnSpMkLst>
        </pc:cxnChg>
        <pc:cxnChg chg="add del">
          <ac:chgData name="强 李" userId="cd6c7ec7188785ae" providerId="LiveId" clId="{E0EEEAD3-6AF6-4BF1-A7F2-844E1D56509A}" dt="2024-04-14T12:59:28.560" v="125" actId="478"/>
          <ac:cxnSpMkLst>
            <pc:docMk/>
            <pc:sldMk cId="54695671" sldId="531"/>
            <ac:cxnSpMk id="10" creationId="{637C445C-4435-49F7-E350-686BF18FC8C5}"/>
          </ac:cxnSpMkLst>
        </pc:cxnChg>
      </pc:sldChg>
      <pc:sldChg chg="modSp mod">
        <pc:chgData name="强 李" userId="cd6c7ec7188785ae" providerId="LiveId" clId="{E0EEEAD3-6AF6-4BF1-A7F2-844E1D56509A}" dt="2024-04-14T13:15:23.462" v="509" actId="113"/>
        <pc:sldMkLst>
          <pc:docMk/>
          <pc:sldMk cId="1242525785" sldId="543"/>
        </pc:sldMkLst>
        <pc:spChg chg="mod">
          <ac:chgData name="强 李" userId="cd6c7ec7188785ae" providerId="LiveId" clId="{E0EEEAD3-6AF6-4BF1-A7F2-844E1D56509A}" dt="2024-04-14T13:15:23.462" v="509" actId="113"/>
          <ac:spMkLst>
            <pc:docMk/>
            <pc:sldMk cId="1242525785" sldId="543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15:00.384" v="502" actId="207"/>
          <ac:spMkLst>
            <pc:docMk/>
            <pc:sldMk cId="1242525785" sldId="54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9:33.835" v="796" actId="14100"/>
        <pc:sldMkLst>
          <pc:docMk/>
          <pc:sldMk cId="419382719" sldId="552"/>
        </pc:sldMkLst>
        <pc:spChg chg="mod">
          <ac:chgData name="强 李" userId="cd6c7ec7188785ae" providerId="LiveId" clId="{E0EEEAD3-6AF6-4BF1-A7F2-844E1D56509A}" dt="2024-04-14T13:19:33.835" v="796" actId="14100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43.147" v="272" actId="1038"/>
        <pc:sldMkLst>
          <pc:docMk/>
          <pc:sldMk cId="530530540" sldId="553"/>
        </pc:sldMkLst>
        <pc:spChg chg="mod">
          <ac:chgData name="强 李" userId="cd6c7ec7188785ae" providerId="LiveId" clId="{E0EEEAD3-6AF6-4BF1-A7F2-844E1D56509A}" dt="2024-04-14T13:07:43.147" v="272" actId="1038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20:11.078" v="800" actId="404"/>
        <pc:sldMkLst>
          <pc:docMk/>
          <pc:sldMk cId="3418790839" sldId="554"/>
        </pc:sldMkLst>
        <pc:spChg chg="mod">
          <ac:chgData name="强 李" userId="cd6c7ec7188785ae" providerId="LiveId" clId="{E0EEEAD3-6AF6-4BF1-A7F2-844E1D56509A}" dt="2024-04-14T13:20:11.078" v="800" actId="404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2:50:50.700" v="25" actId="14100"/>
          <ac:spMkLst>
            <pc:docMk/>
            <pc:sldMk cId="3418790839" sldId="554"/>
            <ac:spMk id="8" creationId="{18B966AB-7D3A-E7C3-B2B0-BBE50B313EC6}"/>
          </ac:spMkLst>
        </pc:spChg>
        <pc:spChg chg="mod">
          <ac:chgData name="强 李" userId="cd6c7ec7188785ae" providerId="LiveId" clId="{E0EEEAD3-6AF6-4BF1-A7F2-844E1D56509A}" dt="2024-04-14T12:50:46.132" v="24" actId="14100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E0EEEAD3-6AF6-4BF1-A7F2-844E1D56509A}" dt="2024-04-14T12:50:56.193" v="27" actId="14100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E0EEEAD3-6AF6-4BF1-A7F2-844E1D56509A}" dt="2024-04-14T12:51:51.977" v="38" actId="14100"/>
          <ac:spMkLst>
            <pc:docMk/>
            <pc:sldMk cId="3418790839" sldId="554"/>
            <ac:spMk id="12" creationId="{90FC4EF0-0582-7DC7-F53E-9A1A4B9AFC50}"/>
          </ac:spMkLst>
        </pc:spChg>
        <pc:spChg chg="mod">
          <ac:chgData name="强 李" userId="cd6c7ec7188785ae" providerId="LiveId" clId="{E0EEEAD3-6AF6-4BF1-A7F2-844E1D56509A}" dt="2024-04-14T12:51:54.785" v="39" actId="14100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E0EEEAD3-6AF6-4BF1-A7F2-844E1D56509A}" dt="2024-04-14T12:53:36.064" v="63" actId="6549"/>
          <ac:spMkLst>
            <pc:docMk/>
            <pc:sldMk cId="3418790839" sldId="554"/>
            <ac:spMk id="16" creationId="{7DE16206-6F61-BEC3-0DA4-3625D631A8E6}"/>
          </ac:spMkLst>
        </pc:spChg>
        <pc:grpChg chg="mod">
          <ac:chgData name="强 李" userId="cd6c7ec7188785ae" providerId="LiveId" clId="{E0EEEAD3-6AF6-4BF1-A7F2-844E1D56509A}" dt="2024-04-14T12:50:59.172" v="28" actId="14100"/>
          <ac:grpSpMkLst>
            <pc:docMk/>
            <pc:sldMk cId="3418790839" sldId="554"/>
            <ac:grpSpMk id="6" creationId="{56CD5BD2-A0CC-7D0E-3BD1-0613845A3BF3}"/>
          </ac:grpSpMkLst>
        </pc:grpChg>
      </pc:sldChg>
      <pc:sldChg chg="modSp mod">
        <pc:chgData name="强 李" userId="cd6c7ec7188785ae" providerId="LiveId" clId="{E0EEEAD3-6AF6-4BF1-A7F2-844E1D56509A}" dt="2024-04-14T13:07:19.895" v="220" actId="1037"/>
        <pc:sldMkLst>
          <pc:docMk/>
          <pc:sldMk cId="159884778" sldId="574"/>
        </pc:sldMkLst>
        <pc:spChg chg="mod">
          <ac:chgData name="强 李" userId="cd6c7ec7188785ae" providerId="LiveId" clId="{E0EEEAD3-6AF6-4BF1-A7F2-844E1D56509A}" dt="2024-04-14T13:05:21.311" v="154" actId="20577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19.895" v="220" actId="1037"/>
          <ac:spMkLst>
            <pc:docMk/>
            <pc:sldMk cId="159884778" sldId="574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7:31.464" v="243" actId="1038"/>
        <pc:sldMkLst>
          <pc:docMk/>
          <pc:sldMk cId="3921434846" sldId="587"/>
        </pc:sldMkLst>
        <pc:spChg chg="mod">
          <ac:chgData name="强 李" userId="cd6c7ec7188785ae" providerId="LiveId" clId="{E0EEEAD3-6AF6-4BF1-A7F2-844E1D56509A}" dt="2024-04-14T13:03:52.498" v="149" actId="20578"/>
          <ac:spMkLst>
            <pc:docMk/>
            <pc:sldMk cId="3921434846" sldId="587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31.464" v="243" actId="1038"/>
          <ac:spMkLst>
            <pc:docMk/>
            <pc:sldMk cId="3921434846" sldId="587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1:00.308" v="332" actId="403"/>
        <pc:sldMkLst>
          <pc:docMk/>
          <pc:sldMk cId="2648053192" sldId="588"/>
        </pc:sldMkLst>
        <pc:spChg chg="mod">
          <ac:chgData name="强 李" userId="cd6c7ec7188785ae" providerId="LiveId" clId="{E0EEEAD3-6AF6-4BF1-A7F2-844E1D56509A}" dt="2024-04-14T13:11:00.308" v="332" actId="403"/>
          <ac:spMkLst>
            <pc:docMk/>
            <pc:sldMk cId="2648053192" sldId="588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7:00.483" v="189" actId="1038"/>
          <ac:spMkLst>
            <pc:docMk/>
            <pc:sldMk cId="2648053192" sldId="588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08:30.120" v="276" actId="403"/>
        <pc:sldMkLst>
          <pc:docMk/>
          <pc:sldMk cId="534191096" sldId="589"/>
        </pc:sldMkLst>
        <pc:spChg chg="mod">
          <ac:chgData name="强 李" userId="cd6c7ec7188785ae" providerId="LiveId" clId="{E0EEEAD3-6AF6-4BF1-A7F2-844E1D56509A}" dt="2024-04-14T13:08:30.120" v="276" actId="403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6:47.978" v="172" actId="14100"/>
          <ac:spMkLst>
            <pc:docMk/>
            <pc:sldMk cId="534191096" sldId="589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0:52.862" v="330" actId="6549"/>
        <pc:sldMkLst>
          <pc:docMk/>
          <pc:sldMk cId="4207264488" sldId="590"/>
        </pc:sldMkLst>
        <pc:spChg chg="mod">
          <ac:chgData name="强 李" userId="cd6c7ec7188785ae" providerId="LiveId" clId="{E0EEEAD3-6AF6-4BF1-A7F2-844E1D56509A}" dt="2024-04-14T13:10:52.862" v="330" actId="6549"/>
          <ac:spMkLst>
            <pc:docMk/>
            <pc:sldMk cId="4207264488" sldId="590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08:52.458" v="278"/>
          <ac:spMkLst>
            <pc:docMk/>
            <pc:sldMk cId="4207264488" sldId="590"/>
            <ac:spMk id="3" creationId="{4A596321-B78F-A68F-F6CC-FFD464CE31FD}"/>
          </ac:spMkLst>
        </pc:spChg>
        <pc:spChg chg="del">
          <ac:chgData name="强 李" userId="cd6c7ec7188785ae" providerId="LiveId" clId="{E0EEEAD3-6AF6-4BF1-A7F2-844E1D56509A}" dt="2024-04-14T13:08:52.157" v="277" actId="478"/>
          <ac:spMkLst>
            <pc:docMk/>
            <pc:sldMk cId="4207264488" sldId="590"/>
            <ac:spMk id="18" creationId="{00000000-0000-0000-0000-000000000000}"/>
          </ac:spMkLst>
        </pc:spChg>
      </pc:sldChg>
      <pc:sldChg chg="modSp mod">
        <pc:chgData name="强 李" userId="cd6c7ec7188785ae" providerId="LiveId" clId="{E0EEEAD3-6AF6-4BF1-A7F2-844E1D56509A}" dt="2024-04-14T13:10:46.095" v="328" actId="403"/>
        <pc:sldMkLst>
          <pc:docMk/>
          <pc:sldMk cId="3491062220" sldId="591"/>
        </pc:sldMkLst>
        <pc:spChg chg="mod">
          <ac:chgData name="强 李" userId="cd6c7ec7188785ae" providerId="LiveId" clId="{E0EEEAD3-6AF6-4BF1-A7F2-844E1D56509A}" dt="2024-04-14T13:10:46.095" v="328" actId="403"/>
          <ac:spMkLst>
            <pc:docMk/>
            <pc:sldMk cId="3491062220" sldId="591"/>
            <ac:spMk id="2" creationId="{00000000-0000-0000-0000-000000000000}"/>
          </ac:spMkLst>
        </pc:spChg>
        <pc:spChg chg="mod">
          <ac:chgData name="强 李" userId="cd6c7ec7188785ae" providerId="LiveId" clId="{E0EEEAD3-6AF6-4BF1-A7F2-844E1D56509A}" dt="2024-04-14T13:09:34.888" v="283"/>
          <ac:spMkLst>
            <pc:docMk/>
            <pc:sldMk cId="3491062220" sldId="59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E0EEEAD3-6AF6-4BF1-A7F2-844E1D56509A}" dt="2024-04-14T13:11:39.229" v="337" actId="403"/>
        <pc:sldMkLst>
          <pc:docMk/>
          <pc:sldMk cId="4046377894" sldId="592"/>
        </pc:sldMkLst>
        <pc:spChg chg="mod">
          <ac:chgData name="强 李" userId="cd6c7ec7188785ae" providerId="LiveId" clId="{E0EEEAD3-6AF6-4BF1-A7F2-844E1D56509A}" dt="2024-04-14T13:11:39.229" v="337" actId="403"/>
          <ac:spMkLst>
            <pc:docMk/>
            <pc:sldMk cId="4046377894" sldId="592"/>
            <ac:spMk id="2" creationId="{00000000-0000-0000-0000-000000000000}"/>
          </ac:spMkLst>
        </pc:spChg>
        <pc:spChg chg="add mod">
          <ac:chgData name="强 李" userId="cd6c7ec7188785ae" providerId="LiveId" clId="{E0EEEAD3-6AF6-4BF1-A7F2-844E1D56509A}" dt="2024-04-14T13:11:19.078" v="333"/>
          <ac:spMkLst>
            <pc:docMk/>
            <pc:sldMk cId="4046377894" sldId="592"/>
            <ac:spMk id="3" creationId="{B1CB2B0B-1994-1C36-09C5-1EC64FC64C5A}"/>
          </ac:spMkLst>
        </pc:spChg>
        <pc:spChg chg="add mod">
          <ac:chgData name="强 李" userId="cd6c7ec7188785ae" providerId="LiveId" clId="{E0EEEAD3-6AF6-4BF1-A7F2-844E1D56509A}" dt="2024-04-14T13:11:22.559" v="335"/>
          <ac:spMkLst>
            <pc:docMk/>
            <pc:sldMk cId="4046377894" sldId="592"/>
            <ac:spMk id="4" creationId="{04F693BE-D3F5-9A06-FC54-A1D34A776B2D}"/>
          </ac:spMkLst>
        </pc:spChg>
        <pc:spChg chg="del">
          <ac:chgData name="强 李" userId="cd6c7ec7188785ae" providerId="LiveId" clId="{E0EEEAD3-6AF6-4BF1-A7F2-844E1D56509A}" dt="2024-04-14T13:11:22.279" v="334" actId="478"/>
          <ac:spMkLst>
            <pc:docMk/>
            <pc:sldMk cId="4046377894" sldId="59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F21C8F05-9C28-4EFA-A0E5-88388D2AEF0C}"/>
    <pc:docChg chg="modSld">
      <pc:chgData name="强 李" userId="cd6c7ec7188785ae" providerId="LiveId" clId="{F21C8F05-9C28-4EFA-A0E5-88388D2AEF0C}" dt="2023-09-23T01:20:49.784" v="51" actId="20577"/>
      <pc:docMkLst>
        <pc:docMk/>
      </pc:docMkLst>
      <pc:sldChg chg="modSp mod">
        <pc:chgData name="强 李" userId="cd6c7ec7188785ae" providerId="LiveId" clId="{F21C8F05-9C28-4EFA-A0E5-88388D2AEF0C}" dt="2023-09-23T01:20:49.784" v="51" actId="20577"/>
        <pc:sldMkLst>
          <pc:docMk/>
          <pc:sldMk cId="3418790839" sldId="554"/>
        </pc:sldMkLst>
        <pc:spChg chg="mod">
          <ac:chgData name="强 李" userId="cd6c7ec7188785ae" providerId="LiveId" clId="{F21C8F05-9C28-4EFA-A0E5-88388D2AEF0C}" dt="2023-09-23T01:20:49.784" v="51" actId="20577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F21C8F05-9C28-4EFA-A0E5-88388D2AEF0C}" dt="2023-09-23T01:13:09.896" v="18" actId="20577"/>
          <ac:spMkLst>
            <pc:docMk/>
            <pc:sldMk cId="3418790839" sldId="554"/>
            <ac:spMk id="13" creationId="{7DAB6BBF-A107-5EDA-C988-F2FCC0FA4ADA}"/>
          </ac:spMkLst>
        </pc:spChg>
      </pc:sldChg>
    </pc:docChg>
  </pc:docChgLst>
  <pc:docChgLst>
    <pc:chgData name="强 李" userId="cd6c7ec7188785ae" providerId="LiveId" clId="{B6154CA8-8C72-45D2-BE76-D4B6167EDC87}"/>
    <pc:docChg chg="modSld sldOrd">
      <pc:chgData name="强 李" userId="cd6c7ec7188785ae" providerId="LiveId" clId="{B6154CA8-8C72-45D2-BE76-D4B6167EDC87}" dt="2023-03-18T21:53:03.774" v="74"/>
      <pc:docMkLst>
        <pc:docMk/>
      </pc:docMkLst>
      <pc:sldChg chg="modSp mod">
        <pc:chgData name="强 李" userId="cd6c7ec7188785ae" providerId="LiveId" clId="{B6154CA8-8C72-45D2-BE76-D4B6167EDC87}" dt="2023-03-18T21:53:03.774" v="74"/>
        <pc:sldMkLst>
          <pc:docMk/>
          <pc:sldMk cId="188333421" sldId="541"/>
        </pc:sldMkLst>
        <pc:spChg chg="mod">
          <ac:chgData name="强 李" userId="cd6c7ec7188785ae" providerId="LiveId" clId="{B6154CA8-8C72-45D2-BE76-D4B6167EDC87}" dt="2023-03-18T21:53:03.774" v="74"/>
          <ac:spMkLst>
            <pc:docMk/>
            <pc:sldMk cId="188333421" sldId="541"/>
            <ac:spMk id="18" creationId="{00000000-0000-0000-0000-000000000000}"/>
          </ac:spMkLst>
        </pc:spChg>
      </pc:sldChg>
      <pc:sldChg chg="ord">
        <pc:chgData name="强 李" userId="cd6c7ec7188785ae" providerId="LiveId" clId="{B6154CA8-8C72-45D2-BE76-D4B6167EDC87}" dt="2023-03-18T21:01:16.632" v="1"/>
        <pc:sldMkLst>
          <pc:docMk/>
          <pc:sldMk cId="3418790839" sldId="554"/>
        </pc:sldMkLst>
      </pc:sldChg>
      <pc:sldChg chg="modSp mod">
        <pc:chgData name="强 李" userId="cd6c7ec7188785ae" providerId="LiveId" clId="{B6154CA8-8C72-45D2-BE76-D4B6167EDC87}" dt="2023-03-18T21:49:01.243" v="19"/>
        <pc:sldMkLst>
          <pc:docMk/>
          <pc:sldMk cId="3692116085" sldId="555"/>
        </pc:sldMkLst>
        <pc:spChg chg="mod">
          <ac:chgData name="强 李" userId="cd6c7ec7188785ae" providerId="LiveId" clId="{B6154CA8-8C72-45D2-BE76-D4B6167EDC87}" dt="2023-03-18T21:49:01.243" v="19"/>
          <ac:spMkLst>
            <pc:docMk/>
            <pc:sldMk cId="3692116085" sldId="555"/>
            <ac:spMk id="2" creationId="{00000000-0000-0000-0000-000000000000}"/>
          </ac:spMkLst>
        </pc:spChg>
      </pc:sldChg>
      <pc:sldChg chg="modSp mod">
        <pc:chgData name="强 李" userId="cd6c7ec7188785ae" providerId="LiveId" clId="{B6154CA8-8C72-45D2-BE76-D4B6167EDC87}" dt="2023-03-18T21:52:46.950" v="70" actId="20577"/>
        <pc:sldMkLst>
          <pc:docMk/>
          <pc:sldMk cId="996529028" sldId="556"/>
        </pc:sldMkLst>
        <pc:spChg chg="mod">
          <ac:chgData name="强 李" userId="cd6c7ec7188785ae" providerId="LiveId" clId="{B6154CA8-8C72-45D2-BE76-D4B6167EDC87}" dt="2023-03-18T21:52:46.950" v="70" actId="20577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B6154CA8-8C72-45D2-BE76-D4B6167EDC87}" dt="2023-03-18T21:51:22.206" v="22"/>
          <ac:spMkLst>
            <pc:docMk/>
            <pc:sldMk cId="996529028" sldId="556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87276778-7DB3-428F-B3B5-B40BFDCB90D5}"/>
    <pc:docChg chg="undo custSel addSld delSld modSld sldOrd">
      <pc:chgData name="强 李" userId="cd6c7ec7188785ae" providerId="LiveId" clId="{87276778-7DB3-428F-B3B5-B40BFDCB90D5}" dt="2023-10-28T23:49:49.860" v="2175" actId="20577"/>
      <pc:docMkLst>
        <pc:docMk/>
      </pc:docMkLst>
      <pc:sldChg chg="modSp">
        <pc:chgData name="强 李" userId="cd6c7ec7188785ae" providerId="LiveId" clId="{87276778-7DB3-428F-B3B5-B40BFDCB90D5}" dt="2023-10-28T21:26:49.729" v="10"/>
        <pc:sldMkLst>
          <pc:docMk/>
          <pc:sldMk cId="0" sldId="425"/>
        </pc:sldMkLst>
        <pc:graphicFrameChg chg="mod">
          <ac:chgData name="强 李" userId="cd6c7ec7188785ae" providerId="LiveId" clId="{87276778-7DB3-428F-B3B5-B40BFDCB90D5}" dt="2023-10-28T21:26:49.729" v="10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87276778-7DB3-428F-B3B5-B40BFDCB90D5}" dt="2023-10-28T21:56:17.197" v="213" actId="207"/>
        <pc:sldMkLst>
          <pc:docMk/>
          <pc:sldMk cId="54695671" sldId="531"/>
        </pc:sldMkLst>
        <pc:spChg chg="mod">
          <ac:chgData name="强 李" userId="cd6c7ec7188785ae" providerId="LiveId" clId="{87276778-7DB3-428F-B3B5-B40BFDCB90D5}" dt="2023-10-28T21:56:17.197" v="213" actId="207"/>
          <ac:spMkLst>
            <pc:docMk/>
            <pc:sldMk cId="54695671" sldId="531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49:49.860" v="2175" actId="20577"/>
        <pc:sldMkLst>
          <pc:docMk/>
          <pc:sldMk cId="1242525785" sldId="543"/>
        </pc:sldMkLst>
        <pc:spChg chg="mod">
          <ac:chgData name="强 李" userId="cd6c7ec7188785ae" providerId="LiveId" clId="{87276778-7DB3-428F-B3B5-B40BFDCB90D5}" dt="2023-10-28T23:49:49.860" v="2175" actId="20577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87276778-7DB3-428F-B3B5-B40BFDCB90D5}" dt="2023-10-28T23:26:17.910" v="1577"/>
        <pc:sldMkLst>
          <pc:docMk/>
          <pc:sldMk cId="419382719" sldId="552"/>
        </pc:sldMkLst>
        <pc:spChg chg="mod">
          <ac:chgData name="强 李" userId="cd6c7ec7188785ae" providerId="LiveId" clId="{87276778-7DB3-428F-B3B5-B40BFDCB90D5}" dt="2023-10-28T23:26:17.910" v="1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87276778-7DB3-428F-B3B5-B40BFDCB90D5}" dt="2023-10-28T22:19:50.507" v="502" actId="5793"/>
        <pc:sldMkLst>
          <pc:docMk/>
          <pc:sldMk cId="530530540" sldId="553"/>
        </pc:sldMkLst>
        <pc:spChg chg="mod">
          <ac:chgData name="强 李" userId="cd6c7ec7188785ae" providerId="LiveId" clId="{87276778-7DB3-428F-B3B5-B40BFDCB90D5}" dt="2023-10-28T22:19:50.507" v="502" actId="5793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1:53:18.628" v="209" actId="14100"/>
          <ac:spMkLst>
            <pc:docMk/>
            <pc:sldMk cId="530530540" sldId="553"/>
            <ac:spMk id="18" creationId="{00000000-0000-0000-0000-000000000000}"/>
          </ac:spMkLst>
        </pc:spChg>
        <pc:graphicFrameChg chg="add del mod">
          <ac:chgData name="强 李" userId="cd6c7ec7188785ae" providerId="LiveId" clId="{87276778-7DB3-428F-B3B5-B40BFDCB90D5}" dt="2023-10-28T21:57:04.800" v="220"/>
          <ac:graphicFrameMkLst>
            <pc:docMk/>
            <pc:sldMk cId="530530540" sldId="553"/>
            <ac:graphicFrameMk id="3" creationId="{0E4B74F7-695E-B1E3-3056-CDC37EEB1029}"/>
          </ac:graphicFrameMkLst>
        </pc:graphicFrameChg>
        <pc:graphicFrameChg chg="add mod modGraphic">
          <ac:chgData name="强 李" userId="cd6c7ec7188785ae" providerId="LiveId" clId="{87276778-7DB3-428F-B3B5-B40BFDCB90D5}" dt="2023-10-28T22:06:07.398" v="241" actId="14100"/>
          <ac:graphicFrameMkLst>
            <pc:docMk/>
            <pc:sldMk cId="530530540" sldId="553"/>
            <ac:graphicFrameMk id="4" creationId="{782B3DCD-7954-89EF-6738-2619741EB758}"/>
          </ac:graphicFrameMkLst>
        </pc:graphicFrameChg>
      </pc:sldChg>
      <pc:sldChg chg="modSp mod">
        <pc:chgData name="强 李" userId="cd6c7ec7188785ae" providerId="LiveId" clId="{87276778-7DB3-428F-B3B5-B40BFDCB90D5}" dt="2023-10-28T22:50:12.094" v="1081"/>
        <pc:sldMkLst>
          <pc:docMk/>
          <pc:sldMk cId="3418790839" sldId="554"/>
        </pc:sldMkLst>
        <pc:spChg chg="mod">
          <ac:chgData name="强 李" userId="cd6c7ec7188785ae" providerId="LiveId" clId="{87276778-7DB3-428F-B3B5-B40BFDCB90D5}" dt="2023-10-28T22:50:12.094" v="1081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6:19.282" v="471" actId="108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87276778-7DB3-428F-B3B5-B40BFDCB90D5}" dt="2023-10-28T22:16:35.745" v="472" actId="108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87276778-7DB3-428F-B3B5-B40BFDCB90D5}" dt="2023-10-28T22:15:41.598" v="461" actId="403"/>
          <ac:spMkLst>
            <pc:docMk/>
            <pc:sldMk cId="3418790839" sldId="554"/>
            <ac:spMk id="13" creationId="{7DAB6BBF-A107-5EDA-C988-F2FCC0FA4ADA}"/>
          </ac:spMkLst>
        </pc:spChg>
      </pc:sldChg>
      <pc:sldChg chg="modSp mod">
        <pc:chgData name="强 李" userId="cd6c7ec7188785ae" providerId="LiveId" clId="{87276778-7DB3-428F-B3B5-B40BFDCB90D5}" dt="2023-10-28T21:25:43.378" v="5" actId="20577"/>
        <pc:sldMkLst>
          <pc:docMk/>
          <pc:sldMk cId="1911491714" sldId="560"/>
        </pc:sldMkLst>
        <pc:spChg chg="mod">
          <ac:chgData name="强 李" userId="cd6c7ec7188785ae" providerId="LiveId" clId="{87276778-7DB3-428F-B3B5-B40BFDCB90D5}" dt="2023-10-28T21:25:35.492" v="3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87276778-7DB3-428F-B3B5-B40BFDCB90D5}" dt="2023-10-28T21:25:43.378" v="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77519088" sldId="563"/>
        </pc:sldMkLst>
      </pc:sldChg>
      <pc:sldChg chg="modSp mod delCm">
        <pc:chgData name="强 李" userId="cd6c7ec7188785ae" providerId="LiveId" clId="{87276778-7DB3-428F-B3B5-B40BFDCB90D5}" dt="2023-10-28T22:39:59.069" v="861" actId="108"/>
        <pc:sldMkLst>
          <pc:docMk/>
          <pc:sldMk cId="159884778" sldId="574"/>
        </pc:sldMkLst>
        <pc:spChg chg="mod">
          <ac:chgData name="强 李" userId="cd6c7ec7188785ae" providerId="LiveId" clId="{87276778-7DB3-428F-B3B5-B40BFDCB90D5}" dt="2023-10-28T22:39:59.069" v="861" actId="108"/>
          <ac:spMkLst>
            <pc:docMk/>
            <pc:sldMk cId="159884778" sldId="574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17:36.410" v="483" actId="14100"/>
          <ac:spMkLst>
            <pc:docMk/>
            <pc:sldMk cId="159884778" sldId="574"/>
            <ac:spMk id="18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强 李" userId="cd6c7ec7188785ae" providerId="LiveId" clId="{87276778-7DB3-428F-B3B5-B40BFDCB90D5}" dt="2023-10-28T22:16:46.947" v="473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225081264" sldId="57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85165969" sldId="577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107274554" sldId="578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941516956" sldId="579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01985542" sldId="580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652969572" sldId="581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1488126517" sldId="582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599750978" sldId="583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3883622925" sldId="584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2093064981" sldId="585"/>
        </pc:sldMkLst>
      </pc:sldChg>
      <pc:sldChg chg="del">
        <pc:chgData name="强 李" userId="cd6c7ec7188785ae" providerId="LiveId" clId="{87276778-7DB3-428F-B3B5-B40BFDCB90D5}" dt="2023-10-28T22:41:54.400" v="901" actId="47"/>
        <pc:sldMkLst>
          <pc:docMk/>
          <pc:sldMk cId="4127907290" sldId="586"/>
        </pc:sldMkLst>
      </pc:sldChg>
      <pc:sldChg chg="modSp add mod ord">
        <pc:chgData name="强 李" userId="cd6c7ec7188785ae" providerId="LiveId" clId="{87276778-7DB3-428F-B3B5-B40BFDCB90D5}" dt="2023-10-28T22:24:25.019" v="584"/>
        <pc:sldMkLst>
          <pc:docMk/>
          <pc:sldMk cId="3921434846" sldId="587"/>
        </pc:sldMkLst>
        <pc:spChg chg="mod">
          <ac:chgData name="强 李" userId="cd6c7ec7188785ae" providerId="LiveId" clId="{87276778-7DB3-428F-B3B5-B40BFDCB90D5}" dt="2023-10-28T22:24:17.755" v="582" actId="113"/>
          <ac:spMkLst>
            <pc:docMk/>
            <pc:sldMk cId="3921434846" sldId="587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2:51:56.788" v="1093" actId="403"/>
        <pc:sldMkLst>
          <pc:docMk/>
          <pc:sldMk cId="2648053192" sldId="588"/>
        </pc:sldMkLst>
        <pc:spChg chg="mod">
          <ac:chgData name="强 李" userId="cd6c7ec7188785ae" providerId="LiveId" clId="{87276778-7DB3-428F-B3B5-B40BFDCB90D5}" dt="2023-10-28T22:51:56.788" v="1093" actId="403"/>
          <ac:spMkLst>
            <pc:docMk/>
            <pc:sldMk cId="2648053192" sldId="588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19:23.027" v="1317" actId="20577"/>
        <pc:sldMkLst>
          <pc:docMk/>
          <pc:sldMk cId="534191096" sldId="589"/>
        </pc:sldMkLst>
        <pc:spChg chg="mod">
          <ac:chgData name="强 李" userId="cd6c7ec7188785ae" providerId="LiveId" clId="{87276778-7DB3-428F-B3B5-B40BFDCB90D5}" dt="2023-10-28T23:19:23.027" v="1317" actId="20577"/>
          <ac:spMkLst>
            <pc:docMk/>
            <pc:sldMk cId="534191096" sldId="589"/>
            <ac:spMk id="2" creationId="{00000000-0000-0000-0000-000000000000}"/>
          </ac:spMkLst>
        </pc:spChg>
        <pc:spChg chg="mod">
          <ac:chgData name="强 李" userId="cd6c7ec7188785ae" providerId="LiveId" clId="{87276778-7DB3-428F-B3B5-B40BFDCB90D5}" dt="2023-10-28T22:50:23.509" v="1088"/>
          <ac:spMkLst>
            <pc:docMk/>
            <pc:sldMk cId="534191096" sldId="589"/>
            <ac:spMk id="18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39:49.848" v="1938" actId="948"/>
        <pc:sldMkLst>
          <pc:docMk/>
          <pc:sldMk cId="4207264488" sldId="590"/>
        </pc:sldMkLst>
        <pc:spChg chg="mod">
          <ac:chgData name="强 李" userId="cd6c7ec7188785ae" providerId="LiveId" clId="{87276778-7DB3-428F-B3B5-B40BFDCB90D5}" dt="2023-10-28T23:39:49.848" v="1938" actId="948"/>
          <ac:spMkLst>
            <pc:docMk/>
            <pc:sldMk cId="4207264488" sldId="590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0:15.273" v="1940" actId="6549"/>
        <pc:sldMkLst>
          <pc:docMk/>
          <pc:sldMk cId="3491062220" sldId="591"/>
        </pc:sldMkLst>
        <pc:spChg chg="mod">
          <ac:chgData name="强 李" userId="cd6c7ec7188785ae" providerId="LiveId" clId="{87276778-7DB3-428F-B3B5-B40BFDCB90D5}" dt="2023-10-28T23:40:15.273" v="1940" actId="6549"/>
          <ac:spMkLst>
            <pc:docMk/>
            <pc:sldMk cId="3491062220" sldId="591"/>
            <ac:spMk id="2" creationId="{00000000-0000-0000-0000-000000000000}"/>
          </ac:spMkLst>
        </pc:spChg>
      </pc:sldChg>
      <pc:sldChg chg="modSp add mod">
        <pc:chgData name="强 李" userId="cd6c7ec7188785ae" providerId="LiveId" clId="{87276778-7DB3-428F-B3B5-B40BFDCB90D5}" dt="2023-10-28T23:46:15.313" v="2089"/>
        <pc:sldMkLst>
          <pc:docMk/>
          <pc:sldMk cId="4046377894" sldId="592"/>
        </pc:sldMkLst>
        <pc:spChg chg="mod">
          <ac:chgData name="强 李" userId="cd6c7ec7188785ae" providerId="LiveId" clId="{87276778-7DB3-428F-B3B5-B40BFDCB90D5}" dt="2023-10-28T23:46:15.313" v="2089"/>
          <ac:spMkLst>
            <pc:docMk/>
            <pc:sldMk cId="4046377894" sldId="592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3434C14B-4913-45F3-BF5C-E36635063320}"/>
    <pc:docChg chg="undo custSel modSld">
      <pc:chgData name="强 李" userId="cd6c7ec7188785ae" providerId="LiveId" clId="{3434C14B-4913-45F3-BF5C-E36635063320}" dt="2023-09-23T06:39:32.905" v="1065"/>
      <pc:docMkLst>
        <pc:docMk/>
      </pc:docMkLst>
      <pc:sldChg chg="addSp modSp mod">
        <pc:chgData name="强 李" userId="cd6c7ec7188785ae" providerId="LiveId" clId="{3434C14B-4913-45F3-BF5C-E36635063320}" dt="2023-09-23T04:56:06.398" v="463" actId="6549"/>
        <pc:sldMkLst>
          <pc:docMk/>
          <pc:sldMk cId="54695671" sldId="531"/>
        </pc:sldMkLst>
        <pc:spChg chg="mod">
          <ac:chgData name="强 李" userId="cd6c7ec7188785ae" providerId="LiveId" clId="{3434C14B-4913-45F3-BF5C-E36635063320}" dt="2023-09-23T04:56:06.398" v="463" actId="6549"/>
          <ac:spMkLst>
            <pc:docMk/>
            <pc:sldMk cId="54695671" sldId="531"/>
            <ac:spMk id="2" creationId="{00000000-0000-0000-0000-000000000000}"/>
          </ac:spMkLst>
        </pc:spChg>
        <pc:graphicFrameChg chg="add mod">
          <ac:chgData name="强 李" userId="cd6c7ec7188785ae" providerId="LiveId" clId="{3434C14B-4913-45F3-BF5C-E36635063320}" dt="2023-09-23T04:39:05.773" v="259" actId="1076"/>
          <ac:graphicFrameMkLst>
            <pc:docMk/>
            <pc:sldMk cId="54695671" sldId="531"/>
            <ac:graphicFrameMk id="3" creationId="{D258E752-E0EC-27BA-897F-34E94F4BC4A8}"/>
          </ac:graphicFrameMkLst>
        </pc:graphicFrameChg>
      </pc:sldChg>
      <pc:sldChg chg="modSp mod">
        <pc:chgData name="强 李" userId="cd6c7ec7188785ae" providerId="LiveId" clId="{3434C14B-4913-45F3-BF5C-E36635063320}" dt="2023-09-23T04:52:43.328" v="441"/>
        <pc:sldMkLst>
          <pc:docMk/>
          <pc:sldMk cId="1242525785" sldId="543"/>
        </pc:sldMkLst>
        <pc:spChg chg="mod">
          <ac:chgData name="强 李" userId="cd6c7ec7188785ae" providerId="LiveId" clId="{3434C14B-4913-45F3-BF5C-E36635063320}" dt="2023-09-23T04:52:43.328" v="441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4:45:23.447" v="322" actId="20577"/>
        <pc:sldMkLst>
          <pc:docMk/>
          <pc:sldMk cId="419382719" sldId="552"/>
        </pc:sldMkLst>
        <pc:spChg chg="mod">
          <ac:chgData name="强 李" userId="cd6c7ec7188785ae" providerId="LiveId" clId="{3434C14B-4913-45F3-BF5C-E36635063320}" dt="2023-09-23T04:45:23.447" v="322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2:50.075" v="909"/>
        <pc:sldMkLst>
          <pc:docMk/>
          <pc:sldMk cId="530530540" sldId="553"/>
        </pc:sldMkLst>
        <pc:spChg chg="mod">
          <ac:chgData name="强 李" userId="cd6c7ec7188785ae" providerId="LiveId" clId="{3434C14B-4913-45F3-BF5C-E36635063320}" dt="2023-09-23T06:32:50.075" v="909"/>
          <ac:spMkLst>
            <pc:docMk/>
            <pc:sldMk cId="530530540" sldId="553"/>
            <ac:spMk id="2" creationId="{00000000-0000-0000-0000-000000000000}"/>
          </ac:spMkLst>
        </pc:spChg>
      </pc:sldChg>
      <pc:sldChg chg="addSp delSp modSp mod">
        <pc:chgData name="强 李" userId="cd6c7ec7188785ae" providerId="LiveId" clId="{3434C14B-4913-45F3-BF5C-E36635063320}" dt="2023-09-23T03:57:19.217" v="233" actId="1036"/>
        <pc:sldMkLst>
          <pc:docMk/>
          <pc:sldMk cId="3418790839" sldId="554"/>
        </pc:sldMkLst>
        <pc:spChg chg="mod">
          <ac:chgData name="强 李" userId="cd6c7ec7188785ae" providerId="LiveId" clId="{3434C14B-4913-45F3-BF5C-E36635063320}" dt="2023-09-23T03:56:03.363" v="187" actId="1076"/>
          <ac:spMkLst>
            <pc:docMk/>
            <pc:sldMk cId="3418790839" sldId="554"/>
            <ac:spMk id="2" creationId="{00000000-0000-0000-0000-000000000000}"/>
          </ac:spMkLst>
        </pc:spChg>
        <pc:spChg chg="add del mod">
          <ac:chgData name="强 李" userId="cd6c7ec7188785ae" providerId="LiveId" clId="{3434C14B-4913-45F3-BF5C-E36635063320}" dt="2023-09-23T03:55:52.445" v="184" actId="478"/>
          <ac:spMkLst>
            <pc:docMk/>
            <pc:sldMk cId="3418790839" sldId="554"/>
            <ac:spMk id="14" creationId="{F53D6637-E2BB-DFFB-F2A7-CBCCBA49687C}"/>
          </ac:spMkLst>
        </pc:spChg>
        <pc:spChg chg="add mod">
          <ac:chgData name="强 李" userId="cd6c7ec7188785ae" providerId="LiveId" clId="{3434C14B-4913-45F3-BF5C-E36635063320}" dt="2023-09-23T03:57:19.217" v="233" actId="1036"/>
          <ac:spMkLst>
            <pc:docMk/>
            <pc:sldMk cId="3418790839" sldId="554"/>
            <ac:spMk id="16" creationId="{7DE16206-6F61-BEC3-0DA4-3625D631A8E6}"/>
          </ac:spMkLst>
        </pc:spChg>
      </pc:sldChg>
      <pc:sldChg chg="modSp mod">
        <pc:chgData name="强 李" userId="cd6c7ec7188785ae" providerId="LiveId" clId="{3434C14B-4913-45F3-BF5C-E36635063320}" dt="2023-09-23T05:05:12.370" v="571"/>
        <pc:sldMkLst>
          <pc:docMk/>
          <pc:sldMk cId="377519088" sldId="563"/>
        </pc:sldMkLst>
        <pc:spChg chg="mod">
          <ac:chgData name="强 李" userId="cd6c7ec7188785ae" providerId="LiveId" clId="{3434C14B-4913-45F3-BF5C-E36635063320}" dt="2023-09-23T05:05:12.370" v="571"/>
          <ac:spMkLst>
            <pc:docMk/>
            <pc:sldMk cId="377519088" sldId="563"/>
            <ac:spMk id="2" creationId="{00000000-0000-0000-0000-000000000000}"/>
          </ac:spMkLst>
        </pc:spChg>
      </pc:sldChg>
      <pc:sldChg chg="modSp mod addCm modCm">
        <pc:chgData name="强 李" userId="cd6c7ec7188785ae" providerId="LiveId" clId="{3434C14B-4913-45F3-BF5C-E36635063320}" dt="2023-09-23T05:03:49.027" v="552" actId="948"/>
        <pc:sldMkLst>
          <pc:docMk/>
          <pc:sldMk cId="159884778" sldId="574"/>
        </pc:sldMkLst>
        <pc:spChg chg="mod">
          <ac:chgData name="强 李" userId="cd6c7ec7188785ae" providerId="LiveId" clId="{3434C14B-4913-45F3-BF5C-E36635063320}" dt="2023-09-23T05:03:49.027" v="552" actId="948"/>
          <ac:spMkLst>
            <pc:docMk/>
            <pc:sldMk cId="159884778" sldId="574"/>
            <ac:spMk id="2" creationId="{00000000-0000-0000-0000-000000000000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mod">
              <pc226:chgData name="强 李" userId="cd6c7ec7188785ae" providerId="LiveId" clId="{3434C14B-4913-45F3-BF5C-E36635063320}" dt="2023-09-23T05:02:07.680" v="548" actId="20577"/>
              <pc2:cmMkLst xmlns:pc2="http://schemas.microsoft.com/office/powerpoint/2019/9/main/command">
                <pc:docMk/>
                <pc:sldMk cId="159884778" sldId="574"/>
                <pc2:cmMk id="{49F27449-9C59-4030-BC86-B1BEB531CBBD}"/>
              </pc2:cmMkLst>
            </pc226:cmChg>
          </p:ext>
        </pc:extLst>
      </pc:sldChg>
      <pc:sldChg chg="modSp mod">
        <pc:chgData name="强 李" userId="cd6c7ec7188785ae" providerId="LiveId" clId="{3434C14B-4913-45F3-BF5C-E36635063320}" dt="2023-09-23T06:35:24.952" v="983"/>
        <pc:sldMkLst>
          <pc:docMk/>
          <pc:sldMk cId="3225081264" sldId="575"/>
        </pc:sldMkLst>
        <pc:spChg chg="mod">
          <ac:chgData name="强 李" userId="cd6c7ec7188785ae" providerId="LiveId" clId="{3434C14B-4913-45F3-BF5C-E36635063320}" dt="2023-09-23T06:35:24.952" v="983"/>
          <ac:spMkLst>
            <pc:docMk/>
            <pc:sldMk cId="3225081264" sldId="575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01.585" v="987" actId="404"/>
        <pc:sldMkLst>
          <pc:docMk/>
          <pc:sldMk cId="285165969" sldId="577"/>
        </pc:sldMkLst>
        <pc:spChg chg="mod">
          <ac:chgData name="强 李" userId="cd6c7ec7188785ae" providerId="LiveId" clId="{3434C14B-4913-45F3-BF5C-E36635063320}" dt="2023-09-23T06:36:01.585" v="987" actId="404"/>
          <ac:spMkLst>
            <pc:docMk/>
            <pc:sldMk cId="285165969" sldId="577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09:44.251" v="645" actId="20577"/>
        <pc:sldMkLst>
          <pc:docMk/>
          <pc:sldMk cId="3107274554" sldId="578"/>
        </pc:sldMkLst>
        <pc:spChg chg="mod">
          <ac:chgData name="强 李" userId="cd6c7ec7188785ae" providerId="LiveId" clId="{3434C14B-4913-45F3-BF5C-E36635063320}" dt="2023-09-23T05:09:44.251" v="645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5:13:42.555" v="752" actId="404"/>
        <pc:sldMkLst>
          <pc:docMk/>
          <pc:sldMk cId="3941516956" sldId="579"/>
        </pc:sldMkLst>
        <pc:spChg chg="mod">
          <ac:chgData name="强 李" userId="cd6c7ec7188785ae" providerId="LiveId" clId="{3434C14B-4913-45F3-BF5C-E36635063320}" dt="2023-09-23T05:13:42.555" v="752" actId="404"/>
          <ac:spMkLst>
            <pc:docMk/>
            <pc:sldMk cId="3941516956" sldId="579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6:33.383" v="988" actId="2711"/>
        <pc:sldMkLst>
          <pc:docMk/>
          <pc:sldMk cId="599750978" sldId="583"/>
        </pc:sldMkLst>
        <pc:spChg chg="mod">
          <ac:chgData name="强 李" userId="cd6c7ec7188785ae" providerId="LiveId" clId="{3434C14B-4913-45F3-BF5C-E36635063320}" dt="2023-09-23T06:36:33.383" v="988" actId="2711"/>
          <ac:spMkLst>
            <pc:docMk/>
            <pc:sldMk cId="599750978" sldId="583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8:24.616" v="1044" actId="20577"/>
        <pc:sldMkLst>
          <pc:docMk/>
          <pc:sldMk cId="3883622925" sldId="584"/>
        </pc:sldMkLst>
        <pc:spChg chg="mod">
          <ac:chgData name="强 李" userId="cd6c7ec7188785ae" providerId="LiveId" clId="{3434C14B-4913-45F3-BF5C-E36635063320}" dt="2023-09-23T06:38:24.616" v="1044" actId="20577"/>
          <ac:spMkLst>
            <pc:docMk/>
            <pc:sldMk cId="3883622925" sldId="584"/>
            <ac:spMk id="2" creationId="{00000000-0000-0000-0000-000000000000}"/>
          </ac:spMkLst>
        </pc:spChg>
      </pc:sldChg>
      <pc:sldChg chg="modSp mod">
        <pc:chgData name="强 李" userId="cd6c7ec7188785ae" providerId="LiveId" clId="{3434C14B-4913-45F3-BF5C-E36635063320}" dt="2023-09-23T06:39:32.905" v="1065"/>
        <pc:sldMkLst>
          <pc:docMk/>
          <pc:sldMk cId="4127907290" sldId="586"/>
        </pc:sldMkLst>
        <pc:spChg chg="mod">
          <ac:chgData name="强 李" userId="cd6c7ec7188785ae" providerId="LiveId" clId="{3434C14B-4913-45F3-BF5C-E36635063320}" dt="2023-09-23T06:39:32.905" v="1065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662C0930-B515-4910-93A9-1A499EB77362}"/>
    <pc:docChg chg="undo custSel addSld delSld modSld sldOrd">
      <pc:chgData name="强 李" userId="cd6c7ec7188785ae" providerId="LiveId" clId="{662C0930-B515-4910-93A9-1A499EB77362}" dt="2023-03-11T22:12:46.885" v="1858"/>
      <pc:docMkLst>
        <pc:docMk/>
      </pc:docMkLst>
      <pc:sldChg chg="addSp modSp add del mod ord setBg">
        <pc:chgData name="强 李" userId="cd6c7ec7188785ae" providerId="LiveId" clId="{662C0930-B515-4910-93A9-1A499EB77362}" dt="2023-03-11T08:18:47.370" v="1410" actId="47"/>
        <pc:sldMkLst>
          <pc:docMk/>
          <pc:sldMk cId="0" sldId="413"/>
        </pc:sldMkLst>
        <pc:spChg chg="mod">
          <ac:chgData name="强 李" userId="cd6c7ec7188785ae" providerId="LiveId" clId="{662C0930-B515-4910-93A9-1A499EB77362}" dt="2023-03-11T06:10:20.383" v="4" actId="20577"/>
          <ac:spMkLst>
            <pc:docMk/>
            <pc:sldMk cId="0" sldId="413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6:10:17.866" v="3" actId="20577"/>
          <ac:spMkLst>
            <pc:docMk/>
            <pc:sldMk cId="0" sldId="413"/>
            <ac:spMk id="5" creationId="{00000000-0000-0000-0000-000000000000}"/>
          </ac:spMkLst>
        </pc:spChg>
        <pc:picChg chg="add mod">
          <ac:chgData name="强 李" userId="cd6c7ec7188785ae" providerId="LiveId" clId="{662C0930-B515-4910-93A9-1A499EB77362}" dt="2023-03-11T08:18:32.802" v="1408" actId="14100"/>
          <ac:picMkLst>
            <pc:docMk/>
            <pc:sldMk cId="0" sldId="413"/>
            <ac:picMk id="2" creationId="{1CBC46B4-7D80-E329-B1AD-FDFD099568D7}"/>
          </ac:picMkLst>
        </pc:picChg>
      </pc:sldChg>
      <pc:sldChg chg="addSp delSp modSp mod setBg setClrOvrMap">
        <pc:chgData name="强 李" userId="cd6c7ec7188785ae" providerId="LiveId" clId="{662C0930-B515-4910-93A9-1A499EB77362}" dt="2023-03-11T06:46:01.552" v="402" actId="207"/>
        <pc:sldMkLst>
          <pc:docMk/>
          <pc:sldMk cId="0" sldId="425"/>
        </pc:sldMkLst>
        <pc:spChg chg="add del mod">
          <ac:chgData name="强 李" userId="cd6c7ec7188785ae" providerId="LiveId" clId="{662C0930-B515-4910-93A9-1A499EB77362}" dt="2023-03-11T06:44:56.780" v="395" actId="478"/>
          <ac:spMkLst>
            <pc:docMk/>
            <pc:sldMk cId="0" sldId="425"/>
            <ac:spMk id="2" creationId="{4D5453E4-D45B-90DA-6F57-3AA9982CAEA4}"/>
          </ac:spMkLst>
        </pc:spChg>
        <pc:spChg chg="mod">
          <ac:chgData name="强 李" userId="cd6c7ec7188785ae" providerId="LiveId" clId="{662C0930-B515-4910-93A9-1A499EB77362}" dt="2023-03-11T06:16:29.234" v="41" actId="26606"/>
          <ac:spMkLst>
            <pc:docMk/>
            <pc:sldMk cId="0" sldId="425"/>
            <ac:spMk id="18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1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22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5:56.029" v="16" actId="26606"/>
          <ac:spMkLst>
            <pc:docMk/>
            <pc:sldMk cId="0" sldId="425"/>
            <ac:spMk id="23" creationId="{42285737-90EE-47DC-AC80-8AE156B11969}"/>
          </ac:spMkLst>
        </pc:spChg>
        <pc:spChg chg="add del">
          <ac:chgData name="强 李" userId="cd6c7ec7188785ae" providerId="LiveId" clId="{662C0930-B515-4910-93A9-1A499EB77362}" dt="2023-03-11T06:16:02.201" v="20" actId="26606"/>
          <ac:spMkLst>
            <pc:docMk/>
            <pc:sldMk cId="0" sldId="425"/>
            <ac:spMk id="24" creationId="{9228552E-C8B1-4A80-8448-0787CE0FC704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6" creationId="{35DB3719-6FDC-4E5D-891D-FF40B7300F64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7" creationId="{AAD0DBB9-1A4B-4391-81D4-CB19F9AB918A}"/>
          </ac:spMkLst>
        </pc:spChg>
        <pc:spChg chg="add del">
          <ac:chgData name="强 李" userId="cd6c7ec7188785ae" providerId="LiveId" clId="{662C0930-B515-4910-93A9-1A499EB77362}" dt="2023-03-11T06:16:03.785" v="22" actId="26606"/>
          <ac:spMkLst>
            <pc:docMk/>
            <pc:sldMk cId="0" sldId="425"/>
            <ac:spMk id="28" creationId="{E0CBAC23-2E3F-4A90-BA59-F8299F6A5439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29" creationId="{063BBA22-50EA-4C4D-BE05-F1CE4E63AA56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0" creationId="{9DBC8166-481C-4473-95F5-9A5B9073B7F1}"/>
          </ac:spMkLst>
        </pc:spChg>
        <pc:spChg chg="add del">
          <ac:chgData name="强 李" userId="cd6c7ec7188785ae" providerId="LiveId" clId="{662C0930-B515-4910-93A9-1A499EB77362}" dt="2023-03-11T06:16:10.235" v="24" actId="26606"/>
          <ac:spMkLst>
            <pc:docMk/>
            <pc:sldMk cId="0" sldId="425"/>
            <ac:spMk id="31" creationId="{A5A5CE6E-90AF-4D43-A014-1F9EC83EB93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2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3" creationId="{BACC6370-2D7E-4714-9D71-7542949D7D5D}"/>
          </ac:spMkLst>
        </pc:spChg>
        <pc:spChg chg="add del">
          <ac:chgData name="强 李" userId="cd6c7ec7188785ae" providerId="LiveId" clId="{662C0930-B515-4910-93A9-1A499EB77362}" dt="2023-03-11T06:15:58.222" v="18" actId="26606"/>
          <ac:spMkLst>
            <pc:docMk/>
            <pc:sldMk cId="0" sldId="425"/>
            <ac:spMk id="34" creationId="{F68B3F68-107C-434F-AA38-110D5EA91B85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5" creationId="{3ECA69A1-7536-43AC-85EF-C7106179F5E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6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7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8.034" v="36" actId="26606"/>
          <ac:spMkLst>
            <pc:docMk/>
            <pc:sldMk cId="0" sldId="425"/>
            <ac:spMk id="38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39" creationId="{F3060C83-F051-4F0E-ABAD-AA0DFC48B218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0" creationId="{83C98ABE-055B-441F-B07E-44F97F083C3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1" creationId="{29FDB030-9B49-4CED-8CCD-4D99382388AC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2" creationId="{3783CA14-24A1-485C-8B30-D6A5D87987AD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3" creationId="{9A97C86A-04D6-40F7-AE84-31AB43E6A846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4" creationId="{FF9F2414-84E8-453E-B1F3-389FDE8192D9}"/>
          </ac:spMkLst>
        </pc:spChg>
        <pc:spChg chg="add del">
          <ac:chgData name="强 李" userId="cd6c7ec7188785ae" providerId="LiveId" clId="{662C0930-B515-4910-93A9-1A499EB77362}" dt="2023-03-11T06:16:29.232" v="40" actId="26606"/>
          <ac:spMkLst>
            <pc:docMk/>
            <pc:sldMk cId="0" sldId="425"/>
            <ac:spMk id="45" creationId="{3ECA69A1-7536-43AC-85EF-C7106179F5ED}"/>
          </ac:spMkLst>
        </pc:spChg>
        <pc:grpChg chg="add del">
          <ac:chgData name="强 李" userId="cd6c7ec7188785ae" providerId="LiveId" clId="{662C0930-B515-4910-93A9-1A499EB77362}" dt="2023-03-11T06:15:56.029" v="16" actId="26606"/>
          <ac:grpSpMkLst>
            <pc:docMk/>
            <pc:sldMk cId="0" sldId="425"/>
            <ac:grpSpMk id="25" creationId="{B57BDC17-F1B3-455F-BBF1-680AA1F25C06}"/>
          </ac:grpSpMkLst>
        </pc:grpChg>
        <pc:graphicFrameChg chg="mod modGraphic">
          <ac:chgData name="强 李" userId="cd6c7ec7188785ae" providerId="LiveId" clId="{662C0930-B515-4910-93A9-1A499EB77362}" dt="2023-03-11T06:46:01.552" v="402" actId="20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">
          <ac:chgData name="强 李" userId="cd6c7ec7188785ae" providerId="LiveId" clId="{662C0930-B515-4910-93A9-1A499EB77362}" dt="2023-03-11T06:16:02.201" v="20" actId="26606"/>
          <ac:picMkLst>
            <pc:docMk/>
            <pc:sldMk cId="0" sldId="425"/>
            <ac:picMk id="20" creationId="{A6CA3DDE-1E9B-4539-F00E-B29E88290649}"/>
          </ac:picMkLst>
        </pc:picChg>
      </pc:sldChg>
      <pc:sldChg chg="delSp modSp mod">
        <pc:chgData name="强 李" userId="cd6c7ec7188785ae" providerId="LiveId" clId="{662C0930-B515-4910-93A9-1A499EB77362}" dt="2023-03-11T21:04:17.670" v="1464"/>
        <pc:sldMkLst>
          <pc:docMk/>
          <pc:sldMk cId="54695671" sldId="531"/>
        </pc:sldMkLst>
        <pc:spChg chg="mod">
          <ac:chgData name="强 李" userId="cd6c7ec7188785ae" providerId="LiveId" clId="{662C0930-B515-4910-93A9-1A499EB77362}" dt="2023-03-11T21:04:17.670" v="1464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6:27:12.221" v="84"/>
          <ac:spMkLst>
            <pc:docMk/>
            <pc:sldMk cId="54695671" sldId="531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34:20.452" v="247" actId="478"/>
          <ac:grpSpMkLst>
            <pc:docMk/>
            <pc:sldMk cId="54695671" sldId="531"/>
            <ac:grpSpMk id="5" creationId="{66B526DA-78B5-EF99-F66F-28E8DE868CF9}"/>
          </ac:grpSpMkLst>
        </pc:grpChg>
      </pc:sldChg>
      <pc:sldChg chg="addSp delSp modSp mod setBg">
        <pc:chgData name="强 李" userId="cd6c7ec7188785ae" providerId="LiveId" clId="{662C0930-B515-4910-93A9-1A499EB77362}" dt="2023-03-11T21:23:37.300" v="1494" actId="1076"/>
        <pc:sldMkLst>
          <pc:docMk/>
          <pc:sldMk cId="3813767857" sldId="538"/>
        </pc:sldMkLst>
        <pc:spChg chg="mo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5" creationId="{00000000-0000-0000-0000-000000000000}"/>
          </ac:spMkLst>
        </pc:spChg>
        <pc:spChg chg="ord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7" creationId="{00000000-0000-0000-0000-000000000000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7" creationId="{6753252F-4873-4F63-801D-CC719279A7D5}"/>
          </ac:spMkLst>
        </pc:spChg>
        <pc:spChg chg="add del">
          <ac:chgData name="强 李" userId="cd6c7ec7188785ae" providerId="LiveId" clId="{662C0930-B515-4910-93A9-1A499EB77362}" dt="2023-03-11T21:12:54.660" v="1474" actId="26606"/>
          <ac:spMkLst>
            <pc:docMk/>
            <pc:sldMk cId="3813767857" sldId="538"/>
            <ac:spMk id="19" creationId="{047C8CCB-F95D-4249-92DD-651249D3535A}"/>
          </ac:spMkLst>
        </pc:spChg>
        <pc:spChg chg="add del">
          <ac:chgData name="强 李" userId="cd6c7ec7188785ae" providerId="LiveId" clId="{662C0930-B515-4910-93A9-1A499EB77362}" dt="2023-03-11T21:13:01.608" v="1480" actId="26606"/>
          <ac:spMkLst>
            <pc:docMk/>
            <pc:sldMk cId="3813767857" sldId="538"/>
            <ac:spMk id="20" creationId="{D4771268-CB57-404A-9271-370EB28F6090}"/>
          </ac:spMkLst>
        </pc:spChg>
        <pc:spChg chg="add del">
          <ac:chgData name="强 李" userId="cd6c7ec7188785ae" providerId="LiveId" clId="{662C0930-B515-4910-93A9-1A499EB77362}" dt="2023-03-11T21:12:56.105" v="1476" actId="26606"/>
          <ac:spMkLst>
            <pc:docMk/>
            <pc:sldMk cId="3813767857" sldId="538"/>
            <ac:spMk id="21" creationId="{D12DDE76-C203-4047-9998-63900085B5E8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2" creationId="{665DBBEF-238B-476B-96AB-8AAC3224ECEA}"/>
          </ac:spMkLst>
        </pc:spChg>
        <pc:spChg chg="add del">
          <ac:chgData name="强 李" userId="cd6c7ec7188785ae" providerId="LiveId" clId="{662C0930-B515-4910-93A9-1A499EB77362}" dt="2023-03-11T21:13:06.080" v="1482" actId="26606"/>
          <ac:spMkLst>
            <pc:docMk/>
            <pc:sldMk cId="3813767857" sldId="538"/>
            <ac:spMk id="23" creationId="{3FCFB1DE-0B7E-48CC-BA90-B2AB0889F9D6}"/>
          </ac:spMkLst>
        </pc:spChg>
        <pc:picChg chg="add del mod">
          <ac:chgData name="强 李" userId="cd6c7ec7188785ae" providerId="LiveId" clId="{662C0930-B515-4910-93A9-1A499EB77362}" dt="2023-03-11T21:23:33.938" v="1493" actId="478"/>
          <ac:picMkLst>
            <pc:docMk/>
            <pc:sldMk cId="3813767857" sldId="538"/>
            <ac:picMk id="3" creationId="{877DAC93-31F9-D8DC-2138-FF06CC7B4922}"/>
          </ac:picMkLst>
        </pc:picChg>
        <pc:picChg chg="add del mod">
          <ac:chgData name="强 李" userId="cd6c7ec7188785ae" providerId="LiveId" clId="{662C0930-B515-4910-93A9-1A499EB77362}" dt="2023-03-11T06:21:34.653" v="55" actId="478"/>
          <ac:picMkLst>
            <pc:docMk/>
            <pc:sldMk cId="3813767857" sldId="538"/>
            <ac:picMk id="3" creationId="{DAE608FA-1FF2-061B-BF61-D12B4953FA25}"/>
          </ac:picMkLst>
        </pc:picChg>
        <pc:picChg chg="add mod">
          <ac:chgData name="强 李" userId="cd6c7ec7188785ae" providerId="LiveId" clId="{662C0930-B515-4910-93A9-1A499EB77362}" dt="2023-03-11T21:23:37.300" v="1494" actId="1076"/>
          <ac:picMkLst>
            <pc:docMk/>
            <pc:sldMk cId="3813767857" sldId="538"/>
            <ac:picMk id="6" creationId="{081A24BA-7881-FC8E-B899-CACD3C0C8414}"/>
          </ac:picMkLst>
        </pc:picChg>
        <pc:picChg chg="add del mod">
          <ac:chgData name="强 李" userId="cd6c7ec7188785ae" providerId="LiveId" clId="{662C0930-B515-4910-93A9-1A499EB77362}" dt="2023-03-11T06:21:58.529" v="59" actId="478"/>
          <ac:picMkLst>
            <pc:docMk/>
            <pc:sldMk cId="3813767857" sldId="538"/>
            <ac:picMk id="6" creationId="{ABF06EAE-B543-58AD-ED11-5B08AC0C283C}"/>
          </ac:picMkLst>
        </pc:picChg>
        <pc:picChg chg="add del">
          <ac:chgData name="强 李" userId="cd6c7ec7188785ae" providerId="LiveId" clId="{662C0930-B515-4910-93A9-1A499EB77362}" dt="2023-03-11T06:22:03.490" v="62" actId="478"/>
          <ac:picMkLst>
            <pc:docMk/>
            <pc:sldMk cId="3813767857" sldId="538"/>
            <ac:picMk id="9" creationId="{C6323978-F3A5-FE19-AD29-B0149918A7F2}"/>
          </ac:picMkLst>
        </pc:picChg>
        <pc:picChg chg="add del">
          <ac:chgData name="强 李" userId="cd6c7ec7188785ae" providerId="LiveId" clId="{662C0930-B515-4910-93A9-1A499EB77362}" dt="2023-03-11T06:22:02.165" v="61" actId="478"/>
          <ac:picMkLst>
            <pc:docMk/>
            <pc:sldMk cId="3813767857" sldId="538"/>
            <ac:picMk id="11" creationId="{EEEF987B-B847-2967-566F-64E0010EE3AA}"/>
          </ac:picMkLst>
        </pc:picChg>
        <pc:picChg chg="add del mod">
          <ac:chgData name="强 李" userId="cd6c7ec7188785ae" providerId="LiveId" clId="{662C0930-B515-4910-93A9-1A499EB77362}" dt="2023-03-11T06:22:31.211" v="66" actId="478"/>
          <ac:picMkLst>
            <pc:docMk/>
            <pc:sldMk cId="3813767857" sldId="538"/>
            <ac:picMk id="13" creationId="{6A9E429C-2035-0197-B924-60FD3DBFC912}"/>
          </ac:picMkLst>
        </pc:picChg>
        <pc:picChg chg="add del">
          <ac:chgData name="强 李" userId="cd6c7ec7188785ae" providerId="LiveId" clId="{662C0930-B515-4910-93A9-1A499EB77362}" dt="2023-03-11T06:22:57.632" v="68" actId="478"/>
          <ac:picMkLst>
            <pc:docMk/>
            <pc:sldMk cId="3813767857" sldId="538"/>
            <ac:picMk id="15" creationId="{72DF1AFE-8543-A49E-B635-2AD9C8ADC2C2}"/>
          </ac:picMkLst>
        </pc:picChg>
        <pc:picChg chg="del">
          <ac:chgData name="强 李" userId="cd6c7ec7188785ae" providerId="LiveId" clId="{662C0930-B515-4910-93A9-1A499EB77362}" dt="2023-03-11T06:21:16.534" v="52" actId="478"/>
          <ac:picMkLst>
            <pc:docMk/>
            <pc:sldMk cId="3813767857" sldId="538"/>
            <ac:picMk id="16" creationId="{74056DEE-0819-4B10-D7F5-CEF8EFDB20AE}"/>
          </ac:picMkLst>
        </pc:picChg>
        <pc:picChg chg="add del mod">
          <ac:chgData name="强 李" userId="cd6c7ec7188785ae" providerId="LiveId" clId="{662C0930-B515-4910-93A9-1A499EB77362}" dt="2023-03-11T21:12:36.585" v="1471" actId="478"/>
          <ac:picMkLst>
            <pc:docMk/>
            <pc:sldMk cId="3813767857" sldId="538"/>
            <ac:picMk id="18" creationId="{568CFC25-C18C-025E-AE16-5F348191025A}"/>
          </ac:picMkLst>
        </pc:picChg>
      </pc:sldChg>
      <pc:sldChg chg="addSp delSp modSp mod">
        <pc:chgData name="强 李" userId="cd6c7ec7188785ae" providerId="LiveId" clId="{662C0930-B515-4910-93A9-1A499EB77362}" dt="2023-03-11T08:03:28.033" v="1213"/>
        <pc:sldMkLst>
          <pc:docMk/>
          <pc:sldMk cId="188333421" sldId="541"/>
        </pc:sldMkLst>
        <pc:spChg chg="mod">
          <ac:chgData name="强 李" userId="cd6c7ec7188785ae" providerId="LiveId" clId="{662C0930-B515-4910-93A9-1A499EB77362}" dt="2023-03-11T07:08:08.428" v="762"/>
          <ac:spMkLst>
            <pc:docMk/>
            <pc:sldMk cId="188333421" sldId="541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7:07:36.768" v="734"/>
          <ac:spMkLst>
            <pc:docMk/>
            <pc:sldMk cId="188333421" sldId="541"/>
            <ac:spMk id="3" creationId="{6D883AE3-D7CE-8761-FAE5-A378DF6AE52C}"/>
          </ac:spMkLst>
        </pc:spChg>
        <pc:spChg chg="mod">
          <ac:chgData name="强 李" userId="cd6c7ec7188785ae" providerId="LiveId" clId="{662C0930-B515-4910-93A9-1A499EB77362}" dt="2023-03-11T08:03:28.033" v="1213"/>
          <ac:spMkLst>
            <pc:docMk/>
            <pc:sldMk cId="188333421" sldId="541"/>
            <ac:spMk id="18" creationId="{00000000-0000-0000-0000-000000000000}"/>
          </ac:spMkLst>
        </pc:spChg>
      </pc:sldChg>
      <pc:sldChg chg="modSp mod modNotesTx">
        <pc:chgData name="强 李" userId="cd6c7ec7188785ae" providerId="LiveId" clId="{662C0930-B515-4910-93A9-1A499EB77362}" dt="2023-03-11T22:09:09.929" v="1842" actId="20577"/>
        <pc:sldMkLst>
          <pc:docMk/>
          <pc:sldMk cId="3014528576" sldId="542"/>
        </pc:sldMkLst>
        <pc:spChg chg="mod">
          <ac:chgData name="强 李" userId="cd6c7ec7188785ae" providerId="LiveId" clId="{662C0930-B515-4910-93A9-1A499EB77362}" dt="2023-03-11T22:05:07.512" v="1826" actId="404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02:11.025" v="1196" actId="20577"/>
          <ac:spMkLst>
            <pc:docMk/>
            <pc:sldMk cId="3014528576" sldId="542"/>
            <ac:spMk id="5" creationId="{4A5AC82D-48F1-5DA2-0A95-193BBCEEA933}"/>
          </ac:spMkLst>
        </pc:spChg>
        <pc:spChg chg="mod">
          <ac:chgData name="强 李" userId="cd6c7ec7188785ae" providerId="LiveId" clId="{662C0930-B515-4910-93A9-1A499EB77362}" dt="2023-03-11T07:36:57.021" v="1071"/>
          <ac:spMkLst>
            <pc:docMk/>
            <pc:sldMk cId="3014528576" sldId="542"/>
            <ac:spMk id="18" creationId="{00000000-0000-0000-0000-000000000000}"/>
          </ac:spMkLst>
        </pc:spChg>
      </pc:sldChg>
      <pc:sldChg chg="modSp mod">
        <pc:chgData name="强 李" userId="cd6c7ec7188785ae" providerId="LiveId" clId="{662C0930-B515-4910-93A9-1A499EB77362}" dt="2023-03-11T22:12:46.885" v="1858"/>
        <pc:sldMkLst>
          <pc:docMk/>
          <pc:sldMk cId="1242525785" sldId="543"/>
        </pc:sldMkLst>
        <pc:spChg chg="mod">
          <ac:chgData name="强 李" userId="cd6c7ec7188785ae" providerId="LiveId" clId="{662C0930-B515-4910-93A9-1A499EB77362}" dt="2023-03-11T22:12:46.885" v="1858"/>
          <ac:spMkLst>
            <pc:docMk/>
            <pc:sldMk cId="1242525785" sldId="543"/>
            <ac:spMk id="2" creationId="{00000000-0000-0000-0000-000000000000}"/>
          </ac:spMkLst>
        </pc:spChg>
      </pc:sldChg>
      <pc:sldChg chg="delSp modSp mod">
        <pc:chgData name="强 李" userId="cd6c7ec7188785ae" providerId="LiveId" clId="{662C0930-B515-4910-93A9-1A499EB77362}" dt="2023-03-11T22:01:09.085" v="1804" actId="1076"/>
        <pc:sldMkLst>
          <pc:docMk/>
          <pc:sldMk cId="1236072088" sldId="546"/>
        </pc:sldMkLst>
        <pc:spChg chg="mod">
          <ac:chgData name="强 李" userId="cd6c7ec7188785ae" providerId="LiveId" clId="{662C0930-B515-4910-93A9-1A499EB77362}" dt="2023-03-11T22:01:09.085" v="1804" actId="1076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36:31.771" v="1066" actId="20577"/>
          <ac:spMkLst>
            <pc:docMk/>
            <pc:sldMk cId="1236072088" sldId="54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24:07.685" v="892" actId="478"/>
          <ac:grpSpMkLst>
            <pc:docMk/>
            <pc:sldMk cId="1236072088" sldId="546"/>
            <ac:grpSpMk id="7" creationId="{8415C2D7-F2C8-1C6F-5DD8-9970E53E2F4E}"/>
          </ac:grpSpMkLst>
        </pc:grpChg>
      </pc:sldChg>
      <pc:sldChg chg="del">
        <pc:chgData name="强 李" userId="cd6c7ec7188785ae" providerId="LiveId" clId="{662C0930-B515-4910-93A9-1A499EB77362}" dt="2023-03-11T07:37:13.824" v="1072" actId="47"/>
        <pc:sldMkLst>
          <pc:docMk/>
          <pc:sldMk cId="30193004" sldId="547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1850033319" sldId="548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628862028" sldId="549"/>
        </pc:sldMkLst>
      </pc:sldChg>
      <pc:sldChg chg="del">
        <pc:chgData name="强 李" userId="cd6c7ec7188785ae" providerId="LiveId" clId="{662C0930-B515-4910-93A9-1A499EB77362}" dt="2023-03-11T08:00:49.455" v="1191" actId="47"/>
        <pc:sldMkLst>
          <pc:docMk/>
          <pc:sldMk cId="2538769747" sldId="550"/>
        </pc:sldMkLst>
      </pc:sldChg>
      <pc:sldChg chg="addSp delSp modSp mod modNotesTx">
        <pc:chgData name="强 李" userId="cd6c7ec7188785ae" providerId="LiveId" clId="{662C0930-B515-4910-93A9-1A499EB77362}" dt="2023-03-11T22:11:13.239" v="1854" actId="20577"/>
        <pc:sldMkLst>
          <pc:docMk/>
          <pc:sldMk cId="2632320746" sldId="551"/>
        </pc:sldMkLst>
        <pc:spChg chg="mod">
          <ac:chgData name="强 李" userId="cd6c7ec7188785ae" providerId="LiveId" clId="{662C0930-B515-4910-93A9-1A499EB77362}" dt="2023-03-11T22:11:13.239" v="1854" actId="20577"/>
          <ac:spMkLst>
            <pc:docMk/>
            <pc:sldMk cId="2632320746" sldId="551"/>
            <ac:spMk id="2" creationId="{00000000-0000-0000-0000-000000000000}"/>
          </ac:spMkLst>
        </pc:spChg>
        <pc:spChg chg="del mod">
          <ac:chgData name="强 李" userId="cd6c7ec7188785ae" providerId="LiveId" clId="{662C0930-B515-4910-93A9-1A499EB77362}" dt="2023-03-11T08:11:59.443" v="1319" actId="478"/>
          <ac:spMkLst>
            <pc:docMk/>
            <pc:sldMk cId="2632320746" sldId="551"/>
            <ac:spMk id="4" creationId="{4B362D96-9962-5976-8E72-0BB5DA524421}"/>
          </ac:spMkLst>
        </pc:spChg>
        <pc:spChg chg="mod">
          <ac:chgData name="强 李" userId="cd6c7ec7188785ae" providerId="LiveId" clId="{662C0930-B515-4910-93A9-1A499EB77362}" dt="2023-03-11T08:02:24.613" v="1210"/>
          <ac:spMkLst>
            <pc:docMk/>
            <pc:sldMk cId="2632320746" sldId="551"/>
            <ac:spMk id="6" creationId="{F138545E-EEB5-75B7-72C1-16AD99D34E81}"/>
          </ac:spMkLst>
        </pc:spChg>
        <pc:spChg chg="add del">
          <ac:chgData name="强 李" userId="cd6c7ec7188785ae" providerId="LiveId" clId="{662C0930-B515-4910-93A9-1A499EB77362}" dt="2023-03-11T08:05:51.320" v="1238"/>
          <ac:spMkLst>
            <pc:docMk/>
            <pc:sldMk cId="2632320746" sldId="551"/>
            <ac:spMk id="7" creationId="{EBABDC6E-11C8-7A0D-A5A8-05D18BEDA806}"/>
          </ac:spMkLst>
        </pc:spChg>
        <pc:spChg chg="mod">
          <ac:chgData name="强 李" userId="cd6c7ec7188785ae" providerId="LiveId" clId="{662C0930-B515-4910-93A9-1A499EB77362}" dt="2023-03-11T08:13:20.952" v="1341"/>
          <ac:spMkLst>
            <pc:docMk/>
            <pc:sldMk cId="2632320746" sldId="551"/>
            <ac:spMk id="10" creationId="{EC74C576-B331-C48E-B2C7-E8CA8BAB4C49}"/>
          </ac:spMkLst>
        </pc:spChg>
        <pc:spChg chg="mod">
          <ac:chgData name="强 李" userId="cd6c7ec7188785ae" providerId="LiveId" clId="{662C0930-B515-4910-93A9-1A499EB77362}" dt="2023-03-11T08:04:14.289" v="1224"/>
          <ac:spMkLst>
            <pc:docMk/>
            <pc:sldMk cId="2632320746" sldId="551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8:04:09.917" v="1220" actId="478"/>
          <ac:grpSpMkLst>
            <pc:docMk/>
            <pc:sldMk cId="2632320746" sldId="551"/>
            <ac:grpSpMk id="3" creationId="{18652D06-F0C5-C1C8-8FEF-8216D94914AD}"/>
          </ac:grpSpMkLst>
        </pc:grpChg>
        <pc:grpChg chg="add mod">
          <ac:chgData name="强 李" userId="cd6c7ec7188785ae" providerId="LiveId" clId="{662C0930-B515-4910-93A9-1A499EB77362}" dt="2023-03-11T08:13:20.952" v="1341"/>
          <ac:grpSpMkLst>
            <pc:docMk/>
            <pc:sldMk cId="2632320746" sldId="551"/>
            <ac:grpSpMk id="8" creationId="{E7EAC2EE-5648-1224-46AA-160F6F6F3300}"/>
          </ac:grpSpMkLst>
        </pc:grpChg>
        <pc:picChg chg="mod">
          <ac:chgData name="强 李" userId="cd6c7ec7188785ae" providerId="LiveId" clId="{662C0930-B515-4910-93A9-1A499EB77362}" dt="2023-03-11T08:02:19.531" v="1198"/>
          <ac:picMkLst>
            <pc:docMk/>
            <pc:sldMk cId="2632320746" sldId="551"/>
            <ac:picMk id="5" creationId="{BCEA5273-9AB5-27D8-15DA-1612685627DA}"/>
          </ac:picMkLst>
        </pc:picChg>
        <pc:picChg chg="mod">
          <ac:chgData name="强 李" userId="cd6c7ec7188785ae" providerId="LiveId" clId="{662C0930-B515-4910-93A9-1A499EB77362}" dt="2023-03-11T08:13:20.952" v="1341"/>
          <ac:picMkLst>
            <pc:docMk/>
            <pc:sldMk cId="2632320746" sldId="551"/>
            <ac:picMk id="9" creationId="{8D1923FB-E975-9E82-558F-CA71CA93388D}"/>
          </ac:picMkLst>
        </pc:picChg>
      </pc:sldChg>
      <pc:sldChg chg="modSp mod">
        <pc:chgData name="强 李" userId="cd6c7ec7188785ae" providerId="LiveId" clId="{662C0930-B515-4910-93A9-1A499EB77362}" dt="2023-03-11T07:38:22.251" v="1081" actId="20577"/>
        <pc:sldMkLst>
          <pc:docMk/>
          <pc:sldMk cId="419382719" sldId="552"/>
        </pc:sldMkLst>
        <pc:spChg chg="mod">
          <ac:chgData name="强 李" userId="cd6c7ec7188785ae" providerId="LiveId" clId="{662C0930-B515-4910-93A9-1A499EB77362}" dt="2023-03-11T07:38:22.251" v="1081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addSp delSp modSp add mod ord">
        <pc:chgData name="强 李" userId="cd6c7ec7188785ae" providerId="LiveId" clId="{662C0930-B515-4910-93A9-1A499EB77362}" dt="2023-03-11T21:33:40.081" v="1608" actId="113"/>
        <pc:sldMkLst>
          <pc:docMk/>
          <pc:sldMk cId="530530540" sldId="553"/>
        </pc:sldMkLst>
        <pc:spChg chg="mod">
          <ac:chgData name="强 李" userId="cd6c7ec7188785ae" providerId="LiveId" clId="{662C0930-B515-4910-93A9-1A499EB77362}" dt="2023-03-11T21:33:40.081" v="1608" actId="113"/>
          <ac:spMkLst>
            <pc:docMk/>
            <pc:sldMk cId="530530540" sldId="553"/>
            <ac:spMk id="2" creationId="{00000000-0000-0000-0000-000000000000}"/>
          </ac:spMkLst>
        </pc:spChg>
        <pc:spChg chg="add del">
          <ac:chgData name="强 李" userId="cd6c7ec7188785ae" providerId="LiveId" clId="{662C0930-B515-4910-93A9-1A499EB77362}" dt="2023-03-11T06:37:14.192" v="302"/>
          <ac:spMkLst>
            <pc:docMk/>
            <pc:sldMk cId="530530540" sldId="553"/>
            <ac:spMk id="3" creationId="{A1973529-9132-C3AF-D21F-CA9FB739F487}"/>
          </ac:spMkLst>
        </pc:spChg>
        <pc:spChg chg="add del">
          <ac:chgData name="强 李" userId="cd6c7ec7188785ae" providerId="LiveId" clId="{662C0930-B515-4910-93A9-1A499EB77362}" dt="2023-03-11T06:50:29.427" v="440"/>
          <ac:spMkLst>
            <pc:docMk/>
            <pc:sldMk cId="530530540" sldId="553"/>
            <ac:spMk id="4" creationId="{62BC4176-1488-834D-2BF5-D925B7A75354}"/>
          </ac:spMkLst>
        </pc:spChg>
        <pc:spChg chg="mod">
          <ac:chgData name="强 李" userId="cd6c7ec7188785ae" providerId="LiveId" clId="{662C0930-B515-4910-93A9-1A499EB77362}" dt="2023-03-11T21:32:57.781" v="1606" actId="20577"/>
          <ac:spMkLst>
            <pc:docMk/>
            <pc:sldMk cId="530530540" sldId="553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6:54:22.696" v="540" actId="478"/>
          <ac:grpSpMkLst>
            <pc:docMk/>
            <pc:sldMk cId="530530540" sldId="553"/>
            <ac:grpSpMk id="5" creationId="{66B526DA-78B5-EF99-F66F-28E8DE868CF9}"/>
          </ac:grpSpMkLst>
        </pc:grpChg>
      </pc:sldChg>
      <pc:sldChg chg="addSp modSp add mod ord">
        <pc:chgData name="强 李" userId="cd6c7ec7188785ae" providerId="LiveId" clId="{662C0930-B515-4910-93A9-1A499EB77362}" dt="2023-03-11T21:05:54.468" v="1469" actId="1076"/>
        <pc:sldMkLst>
          <pc:docMk/>
          <pc:sldMk cId="3418790839" sldId="554"/>
        </pc:sldMkLst>
        <pc:spChg chg="mod">
          <ac:chgData name="强 李" userId="cd6c7ec7188785ae" providerId="LiveId" clId="{662C0930-B515-4910-93A9-1A499EB77362}" dt="2023-03-11T21:05:54.468" v="1469" actId="1076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8:19:43.130" v="1425" actId="20577"/>
          <ac:spMkLst>
            <pc:docMk/>
            <pc:sldMk cId="3418790839" sldId="554"/>
            <ac:spMk id="18" creationId="{00000000-0000-0000-0000-000000000000}"/>
          </ac:spMkLst>
        </pc:spChg>
        <pc:graphicFrameChg chg="add mod modGraphic">
          <ac:chgData name="强 李" userId="cd6c7ec7188785ae" providerId="LiveId" clId="{662C0930-B515-4910-93A9-1A499EB77362}" dt="2023-03-11T06:47:45.154" v="418" actId="404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cxnChg chg="add">
          <ac:chgData name="强 李" userId="cd6c7ec7188785ae" providerId="LiveId" clId="{662C0930-B515-4910-93A9-1A499EB77362}" dt="2023-03-11T21:05:37.552" v="1467" actId="11529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addSp modSp add del mod ord setBg">
        <pc:chgData name="强 李" userId="cd6c7ec7188785ae" providerId="LiveId" clId="{662C0930-B515-4910-93A9-1A499EB77362}" dt="2023-03-11T06:45:36.380" v="396" actId="47"/>
        <pc:sldMkLst>
          <pc:docMk/>
          <pc:sldMk cId="1782103472" sldId="555"/>
        </pc:sldMkLst>
        <pc:spChg chg="mod">
          <ac:chgData name="强 李" userId="cd6c7ec7188785ae" providerId="LiveId" clId="{662C0930-B515-4910-93A9-1A499EB77362}" dt="2023-03-11T06:40:21.913" v="364"/>
          <ac:spMkLst>
            <pc:docMk/>
            <pc:sldMk cId="1782103472" sldId="555"/>
            <ac:spMk id="18" creationId="{00000000-0000-0000-0000-000000000000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23" creationId="{56E9B3E6-E277-4D68-BA48-9CB43FFBD6E2}"/>
          </ac:spMkLst>
        </pc:spChg>
        <pc:spChg chg="add">
          <ac:chgData name="强 李" userId="cd6c7ec7188785ae" providerId="LiveId" clId="{662C0930-B515-4910-93A9-1A499EB77362}" dt="2023-03-11T06:39:41.993" v="351" actId="26606"/>
          <ac:spMkLst>
            <pc:docMk/>
            <pc:sldMk cId="1782103472" sldId="555"/>
            <ac:spMk id="30" creationId="{D5B0017B-2ECA-49AF-B397-DC140825DF8D}"/>
          </ac:spMkLst>
        </pc:spChg>
        <pc:grpChg chg="add">
          <ac:chgData name="强 李" userId="cd6c7ec7188785ae" providerId="LiveId" clId="{662C0930-B515-4910-93A9-1A499EB77362}" dt="2023-03-11T06:39:41.993" v="351" actId="26606"/>
          <ac:grpSpMkLst>
            <pc:docMk/>
            <pc:sldMk cId="1782103472" sldId="555"/>
            <ac:grpSpMk id="25" creationId="{AE1C45F0-260A-458C-96ED-C1F6D2151219}"/>
          </ac:grpSpMkLst>
        </pc:grpChg>
        <pc:graphicFrameChg chg="mod modGraphic">
          <ac:chgData name="强 李" userId="cd6c7ec7188785ae" providerId="LiveId" clId="{662C0930-B515-4910-93A9-1A499EB77362}" dt="2023-03-11T06:42:03.512" v="377" actId="403"/>
          <ac:graphicFrameMkLst>
            <pc:docMk/>
            <pc:sldMk cId="1782103472" sldId="555"/>
            <ac:graphicFrameMk id="5" creationId="{6AB369E9-7320-DE30-3AFD-31DAAE20458E}"/>
          </ac:graphicFrameMkLst>
        </pc:graphicFrameChg>
        <pc:cxnChg chg="add">
          <ac:chgData name="强 李" userId="cd6c7ec7188785ae" providerId="LiveId" clId="{662C0930-B515-4910-93A9-1A499EB77362}" dt="2023-03-11T06:39:41.993" v="351" actId="26606"/>
          <ac:cxnSpMkLst>
            <pc:docMk/>
            <pc:sldMk cId="1782103472" sldId="555"/>
            <ac:cxnSpMk id="32" creationId="{6CF1BAF6-AD41-4082-B212-8A1F9A2E8779}"/>
          </ac:cxnSpMkLst>
        </pc:cxnChg>
      </pc:sldChg>
      <pc:sldChg chg="addSp delSp modSp add mod">
        <pc:chgData name="强 李" userId="cd6c7ec7188785ae" providerId="LiveId" clId="{662C0930-B515-4910-93A9-1A499EB77362}" dt="2023-03-11T21:48:20.335" v="1671" actId="403"/>
        <pc:sldMkLst>
          <pc:docMk/>
          <pc:sldMk cId="3692116085" sldId="555"/>
        </pc:sldMkLst>
        <pc:spChg chg="mod">
          <ac:chgData name="强 李" userId="cd6c7ec7188785ae" providerId="LiveId" clId="{662C0930-B515-4910-93A9-1A499EB77362}" dt="2023-03-11T21:48:20.335" v="1671" actId="403"/>
          <ac:spMkLst>
            <pc:docMk/>
            <pc:sldMk cId="3692116085" sldId="555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25.286" v="955" actId="20577"/>
          <ac:spMkLst>
            <pc:docMk/>
            <pc:sldMk cId="3692116085" sldId="555"/>
            <ac:spMk id="5" creationId="{F26E2100-C214-5D1E-3B58-C2ED1ECE553C}"/>
          </ac:spMkLst>
        </pc:spChg>
        <pc:spChg chg="add del">
          <ac:chgData name="强 李" userId="cd6c7ec7188785ae" providerId="LiveId" clId="{662C0930-B515-4910-93A9-1A499EB77362}" dt="2023-03-11T07:03:04.489" v="660"/>
          <ac:spMkLst>
            <pc:docMk/>
            <pc:sldMk cId="3692116085" sldId="555"/>
            <ac:spMk id="6" creationId="{1667CC5F-FC83-D413-8A20-3CC1CD282029}"/>
          </ac:spMkLst>
        </pc:spChg>
        <pc:spChg chg="add del">
          <ac:chgData name="强 李" userId="cd6c7ec7188785ae" providerId="LiveId" clId="{662C0930-B515-4910-93A9-1A499EB77362}" dt="2023-03-11T21:47:41.639" v="1664"/>
          <ac:spMkLst>
            <pc:docMk/>
            <pc:sldMk cId="3692116085" sldId="555"/>
            <ac:spMk id="6" creationId="{E24A43C6-6F7B-B2D9-C7C7-8FF2ED55D25A}"/>
          </ac:spMkLst>
        </pc:spChg>
        <pc:spChg chg="mod">
          <ac:chgData name="强 李" userId="cd6c7ec7188785ae" providerId="LiveId" clId="{662C0930-B515-4910-93A9-1A499EB77362}" dt="2023-03-11T07:06:53.417" v="720" actId="20577"/>
          <ac:spMkLst>
            <pc:docMk/>
            <pc:sldMk cId="3692116085" sldId="555"/>
            <ac:spMk id="18" creationId="{00000000-0000-0000-0000-000000000000}"/>
          </ac:spMkLst>
        </pc:spChg>
        <pc:grpChg chg="add mod">
          <ac:chgData name="强 李" userId="cd6c7ec7188785ae" providerId="LiveId" clId="{662C0930-B515-4910-93A9-1A499EB77362}" dt="2023-03-11T07:02:18.831" v="643"/>
          <ac:grpSpMkLst>
            <pc:docMk/>
            <pc:sldMk cId="3692116085" sldId="555"/>
            <ac:grpSpMk id="3" creationId="{396B3AF0-3B7B-BB39-F9D1-6251432A74D1}"/>
          </ac:grpSpMkLst>
        </pc:grpChg>
        <pc:picChg chg="mod">
          <ac:chgData name="强 李" userId="cd6c7ec7188785ae" providerId="LiveId" clId="{662C0930-B515-4910-93A9-1A499EB77362}" dt="2023-03-11T07:02:18.831" v="643"/>
          <ac:picMkLst>
            <pc:docMk/>
            <pc:sldMk cId="3692116085" sldId="555"/>
            <ac:picMk id="4" creationId="{A8A77838-51F2-553E-DE91-246079D7696B}"/>
          </ac:picMkLst>
        </pc:picChg>
      </pc:sldChg>
      <pc:sldChg chg="delSp modSp add mod">
        <pc:chgData name="强 李" userId="cd6c7ec7188785ae" providerId="LiveId" clId="{662C0930-B515-4910-93A9-1A499EB77362}" dt="2023-03-11T21:52:05.085" v="1753"/>
        <pc:sldMkLst>
          <pc:docMk/>
          <pc:sldMk cId="996529028" sldId="556"/>
        </pc:sldMkLst>
        <pc:spChg chg="mod">
          <ac:chgData name="强 李" userId="cd6c7ec7188785ae" providerId="LiveId" clId="{662C0930-B515-4910-93A9-1A499EB77362}" dt="2023-03-11T21:52:05.085" v="1753"/>
          <ac:spMkLst>
            <pc:docMk/>
            <pc:sldMk cId="996529028" sldId="556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04:15.180" v="683"/>
          <ac:spMkLst>
            <pc:docMk/>
            <pc:sldMk cId="996529028" sldId="556"/>
            <ac:spMk id="18" creationId="{00000000-0000-0000-0000-000000000000}"/>
          </ac:spMkLst>
        </pc:spChg>
        <pc:grpChg chg="del">
          <ac:chgData name="强 李" userId="cd6c7ec7188785ae" providerId="LiveId" clId="{662C0930-B515-4910-93A9-1A499EB77362}" dt="2023-03-11T07:05:49.780" v="712" actId="478"/>
          <ac:grpSpMkLst>
            <pc:docMk/>
            <pc:sldMk cId="996529028" sldId="556"/>
            <ac:grpSpMk id="3" creationId="{396B3AF0-3B7B-BB39-F9D1-6251432A74D1}"/>
          </ac:grpSpMkLst>
        </pc:grpChg>
      </pc:sldChg>
      <pc:sldChg chg="new del">
        <pc:chgData name="强 李" userId="cd6c7ec7188785ae" providerId="LiveId" clId="{662C0930-B515-4910-93A9-1A499EB77362}" dt="2023-03-11T07:03:19.054" v="666" actId="47"/>
        <pc:sldMkLst>
          <pc:docMk/>
          <pc:sldMk cId="2356210197" sldId="556"/>
        </pc:sldMkLst>
      </pc:sldChg>
      <pc:sldChg chg="addSp delSp modSp add mod">
        <pc:chgData name="强 李" userId="cd6c7ec7188785ae" providerId="LiveId" clId="{662C0930-B515-4910-93A9-1A499EB77362}" dt="2023-03-11T22:03:15.695" v="1820"/>
        <pc:sldMkLst>
          <pc:docMk/>
          <pc:sldMk cId="1560840645" sldId="557"/>
        </pc:sldMkLst>
        <pc:spChg chg="mod">
          <ac:chgData name="强 李" userId="cd6c7ec7188785ae" providerId="LiveId" clId="{662C0930-B515-4910-93A9-1A499EB77362}" dt="2023-03-11T22:03:15.695" v="1820"/>
          <ac:spMkLst>
            <pc:docMk/>
            <pc:sldMk cId="1560840645" sldId="557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07:27:32.565" v="958" actId="20577"/>
          <ac:spMkLst>
            <pc:docMk/>
            <pc:sldMk cId="1560840645" sldId="557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36.837" v="1067" actId="20577"/>
          <ac:spMkLst>
            <pc:docMk/>
            <pc:sldMk cId="1560840645" sldId="557"/>
            <ac:spMk id="6" creationId="{E9162F18-D987-C5F3-DE29-50E61F685379}"/>
          </ac:spMkLst>
        </pc:spChg>
        <pc:spChg chg="del">
          <ac:chgData name="强 李" userId="cd6c7ec7188785ae" providerId="LiveId" clId="{662C0930-B515-4910-93A9-1A499EB77362}" dt="2023-03-11T07:36:04.326" v="1056" actId="478"/>
          <ac:spMkLst>
            <pc:docMk/>
            <pc:sldMk cId="1560840645" sldId="557"/>
            <ac:spMk id="18" creationId="{00000000-0000-0000-0000-000000000000}"/>
          </ac:spMkLst>
        </pc:spChg>
        <pc:grpChg chg="add del mod">
          <ac:chgData name="强 李" userId="cd6c7ec7188785ae" providerId="LiveId" clId="{662C0930-B515-4910-93A9-1A499EB77362}" dt="2023-03-11T07:32:55.346" v="1009" actId="478"/>
          <ac:grpSpMkLst>
            <pc:docMk/>
            <pc:sldMk cId="1560840645" sldId="557"/>
            <ac:grpSpMk id="3" creationId="{5AB7B9BB-BF5F-1016-F7B7-FFAEAEFD6106}"/>
          </ac:grpSpMkLst>
        </pc:grpChg>
        <pc:picChg chg="mod">
          <ac:chgData name="强 李" userId="cd6c7ec7188785ae" providerId="LiveId" clId="{662C0930-B515-4910-93A9-1A499EB77362}" dt="2023-03-11T07:27:07.525" v="929"/>
          <ac:picMkLst>
            <pc:docMk/>
            <pc:sldMk cId="1560840645" sldId="557"/>
            <ac:picMk id="4" creationId="{093C7B6F-EB40-A533-DCE7-A0EBFF60C517}"/>
          </ac:picMkLst>
        </pc:picChg>
      </pc:sldChg>
      <pc:sldChg chg="addSp delSp modSp add mod">
        <pc:chgData name="强 李" userId="cd6c7ec7188785ae" providerId="LiveId" clId="{662C0930-B515-4910-93A9-1A499EB77362}" dt="2023-03-11T22:04:12.835" v="1825" actId="1076"/>
        <pc:sldMkLst>
          <pc:docMk/>
          <pc:sldMk cId="3879874253" sldId="558"/>
        </pc:sldMkLst>
        <pc:spChg chg="mod">
          <ac:chgData name="强 李" userId="cd6c7ec7188785ae" providerId="LiveId" clId="{662C0930-B515-4910-93A9-1A499EB77362}" dt="2023-03-11T22:04:12.835" v="1825" actId="1076"/>
          <ac:spMkLst>
            <pc:docMk/>
            <pc:sldMk cId="3879874253" sldId="558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2:03:36.413" v="1822" actId="20577"/>
          <ac:spMkLst>
            <pc:docMk/>
            <pc:sldMk cId="3879874253" sldId="558"/>
            <ac:spMk id="5" creationId="{D2EF1E1C-FCA8-3AB8-BA6B-18883F543FA0}"/>
          </ac:spMkLst>
        </pc:spChg>
        <pc:spChg chg="add mod">
          <ac:chgData name="强 李" userId="cd6c7ec7188785ae" providerId="LiveId" clId="{662C0930-B515-4910-93A9-1A499EB77362}" dt="2023-03-11T07:36:40.016" v="1068" actId="20577"/>
          <ac:spMkLst>
            <pc:docMk/>
            <pc:sldMk cId="3879874253" sldId="558"/>
            <ac:spMk id="6" creationId="{EF23C510-2016-A407-597D-D4AC06000692}"/>
          </ac:spMkLst>
        </pc:spChg>
        <pc:spChg chg="del">
          <ac:chgData name="强 李" userId="cd6c7ec7188785ae" providerId="LiveId" clId="{662C0930-B515-4910-93A9-1A499EB77362}" dt="2023-03-11T07:36:09.088" v="1058" actId="478"/>
          <ac:spMkLst>
            <pc:docMk/>
            <pc:sldMk cId="3879874253" sldId="558"/>
            <ac:spMk id="18" creationId="{00000000-0000-0000-0000-000000000000}"/>
          </ac:spMkLst>
        </pc:spChg>
        <pc:grpChg chg="mod">
          <ac:chgData name="强 李" userId="cd6c7ec7188785ae" providerId="LiveId" clId="{662C0930-B515-4910-93A9-1A499EB77362}" dt="2023-03-11T07:32:18.022" v="1007" actId="1076"/>
          <ac:grpSpMkLst>
            <pc:docMk/>
            <pc:sldMk cId="3879874253" sldId="558"/>
            <ac:grpSpMk id="3" creationId="{5AB7B9BB-BF5F-1016-F7B7-FFAEAEFD6106}"/>
          </ac:grpSpMkLst>
        </pc:grpChg>
      </pc:sldChg>
      <pc:sldChg chg="add del">
        <pc:chgData name="强 李" userId="cd6c7ec7188785ae" providerId="LiveId" clId="{662C0930-B515-4910-93A9-1A499EB77362}" dt="2023-03-11T22:12:27.879" v="1855" actId="47"/>
        <pc:sldMkLst>
          <pc:docMk/>
          <pc:sldMk cId="3306781835" sldId="559"/>
        </pc:sldMkLst>
      </pc:sldChg>
      <pc:sldChg chg="modSp add del mod ord setBg">
        <pc:chgData name="强 李" userId="cd6c7ec7188785ae" providerId="LiveId" clId="{662C0930-B515-4910-93A9-1A499EB77362}" dt="2023-03-11T08:18:53.822" v="1415" actId="20577"/>
        <pc:sldMkLst>
          <pc:docMk/>
          <pc:sldMk cId="1911491714" sldId="560"/>
        </pc:sldMkLst>
        <pc:spChg chg="mod">
          <ac:chgData name="强 李" userId="cd6c7ec7188785ae" providerId="LiveId" clId="{662C0930-B515-4910-93A9-1A499EB77362}" dt="2023-03-11T08:18:50.703" v="1413" actId="20577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662C0930-B515-4910-93A9-1A499EB77362}" dt="2023-03-11T08:18:53.822" v="1415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modSp add mod">
        <pc:chgData name="强 李" userId="cd6c7ec7188785ae" providerId="LiveId" clId="{662C0930-B515-4910-93A9-1A499EB77362}" dt="2023-03-11T21:52:35.144" v="1759" actId="14100"/>
        <pc:sldMkLst>
          <pc:docMk/>
          <pc:sldMk cId="158457568" sldId="561"/>
        </pc:sldMkLst>
        <pc:spChg chg="mod">
          <ac:chgData name="强 李" userId="cd6c7ec7188785ae" providerId="LiveId" clId="{662C0930-B515-4910-93A9-1A499EB77362}" dt="2023-03-11T21:39:38.828" v="1631"/>
          <ac:spMkLst>
            <pc:docMk/>
            <pc:sldMk cId="158457568" sldId="561"/>
            <ac:spMk id="2" creationId="{00000000-0000-0000-0000-000000000000}"/>
          </ac:spMkLst>
        </pc:spChg>
        <pc:spChg chg="mod">
          <ac:chgData name="强 李" userId="cd6c7ec7188785ae" providerId="LiveId" clId="{662C0930-B515-4910-93A9-1A499EB77362}" dt="2023-03-11T21:52:35.144" v="1759" actId="14100"/>
          <ac:spMkLst>
            <pc:docMk/>
            <pc:sldMk cId="158457568" sldId="561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B66338D9-4727-4FA1-A32F-D75940F3AAAB}"/>
    <pc:docChg chg="modSld">
      <pc:chgData name="强 李" userId="cd6c7ec7188785ae" providerId="LiveId" clId="{B66338D9-4727-4FA1-A32F-D75940F3AAAB}" dt="2023-04-15T21:56:53.423" v="1" actId="108"/>
      <pc:docMkLst>
        <pc:docMk/>
      </pc:docMkLst>
      <pc:sldChg chg="modSp">
        <pc:chgData name="强 李" userId="cd6c7ec7188785ae" providerId="LiveId" clId="{B66338D9-4727-4FA1-A32F-D75940F3AAAB}" dt="2023-04-15T21:56:53.423" v="1" actId="108"/>
        <pc:sldMkLst>
          <pc:docMk/>
          <pc:sldMk cId="0" sldId="425"/>
        </pc:sldMkLst>
        <pc:graphicFrameChg chg="mod">
          <ac:chgData name="强 李" userId="cd6c7ec7188785ae" providerId="LiveId" clId="{B66338D9-4727-4FA1-A32F-D75940F3AAAB}" dt="2023-04-15T21:56:53.423" v="1" actId="108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</pc:docChg>
  </pc:docChgLst>
  <pc:docChgLst>
    <pc:chgData name="强 李" userId="cd6c7ec7188785ae" providerId="LiveId" clId="{4C67824B-4ABF-4026-A5FF-7EB9DA765689}"/>
    <pc:docChg chg="undo custSel addSld delSld modSld sldOrd">
      <pc:chgData name="强 李" userId="cd6c7ec7188785ae" providerId="LiveId" clId="{4C67824B-4ABF-4026-A5FF-7EB9DA765689}" dt="2023-02-18T14:02:46.036" v="776" actId="729"/>
      <pc:docMkLst>
        <pc:docMk/>
      </pc:docMkLst>
      <pc:sldChg chg="modSp mod">
        <pc:chgData name="强 李" userId="cd6c7ec7188785ae" providerId="LiveId" clId="{4C67824B-4ABF-4026-A5FF-7EB9DA765689}" dt="2023-02-18T12:35:14.244" v="25" actId="20577"/>
        <pc:sldMkLst>
          <pc:docMk/>
          <pc:sldMk cId="0" sldId="413"/>
        </pc:sldMkLst>
        <pc:spChg chg="mod">
          <ac:chgData name="强 李" userId="cd6c7ec7188785ae" providerId="LiveId" clId="{4C67824B-4ABF-4026-A5FF-7EB9DA765689}" dt="2023-02-18T12:35:14.244" v="25" actId="20577"/>
          <ac:spMkLst>
            <pc:docMk/>
            <pc:sldMk cId="0" sldId="413"/>
            <ac:spMk id="4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46.036" v="776" actId="729"/>
        <pc:sldMkLst>
          <pc:docMk/>
          <pc:sldMk cId="0" sldId="425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0" sldId="427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3608494230" sldId="530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54695671" sldId="531"/>
        </pc:sldMkLst>
      </pc:sldChg>
      <pc:sldChg chg="addSp delSp modSp mod ord">
        <pc:chgData name="强 李" userId="cd6c7ec7188785ae" providerId="LiveId" clId="{4C67824B-4ABF-4026-A5FF-7EB9DA765689}" dt="2023-02-18T12:46:27.700" v="37" actId="1076"/>
        <pc:sldMkLst>
          <pc:docMk/>
          <pc:sldMk cId="3813767857" sldId="538"/>
        </pc:sldMkLst>
        <pc:spChg chg="add del mod">
          <ac:chgData name="强 李" userId="cd6c7ec7188785ae" providerId="LiveId" clId="{4C67824B-4ABF-4026-A5FF-7EB9DA765689}" dt="2023-02-18T10:52:22.626" v="17"/>
          <ac:spMkLst>
            <pc:docMk/>
            <pc:sldMk cId="3813767857" sldId="538"/>
            <ac:spMk id="5" creationId="{00000000-0000-0000-0000-000000000000}"/>
          </ac:spMkLst>
        </pc:spChg>
        <pc:spChg chg="mod">
          <ac:chgData name="强 李" userId="cd6c7ec7188785ae" providerId="LiveId" clId="{4C67824B-4ABF-4026-A5FF-7EB9DA765689}" dt="2023-02-18T10:51:49.104" v="6" actId="6549"/>
          <ac:spMkLst>
            <pc:docMk/>
            <pc:sldMk cId="3813767857" sldId="538"/>
            <ac:spMk id="7" creationId="{00000000-0000-0000-0000-000000000000}"/>
          </ac:spMkLst>
        </pc:spChg>
        <pc:picChg chg="add del">
          <ac:chgData name="强 李" userId="cd6c7ec7188785ae" providerId="LiveId" clId="{4C67824B-4ABF-4026-A5FF-7EB9DA765689}" dt="2023-02-18T10:51:45.415" v="5" actId="22"/>
          <ac:picMkLst>
            <pc:docMk/>
            <pc:sldMk cId="3813767857" sldId="538"/>
            <ac:picMk id="3" creationId="{F858E885-3B4C-08E6-D706-338787AC8643}"/>
          </ac:picMkLst>
        </pc:picChg>
        <pc:picChg chg="add del mod">
          <ac:chgData name="强 李" userId="cd6c7ec7188785ae" providerId="LiveId" clId="{4C67824B-4ABF-4026-A5FF-7EB9DA765689}" dt="2023-02-18T10:51:44.375" v="4"/>
          <ac:picMkLst>
            <pc:docMk/>
            <pc:sldMk cId="3813767857" sldId="538"/>
            <ac:picMk id="4" creationId="{C215FE08-B064-D2BA-685A-B158F7698996}"/>
          </ac:picMkLst>
        </pc:picChg>
        <pc:picChg chg="add del mod">
          <ac:chgData name="强 李" userId="cd6c7ec7188785ae" providerId="LiveId" clId="{4C67824B-4ABF-4026-A5FF-7EB9DA765689}" dt="2023-02-18T12:40:13.868" v="27" actId="478"/>
          <ac:picMkLst>
            <pc:docMk/>
            <pc:sldMk cId="3813767857" sldId="538"/>
            <ac:picMk id="8" creationId="{D89F7F07-7A5E-961F-E5FC-4808EC192D29}"/>
          </ac:picMkLst>
        </pc:picChg>
        <pc:picChg chg="add del mod">
          <ac:chgData name="强 李" userId="cd6c7ec7188785ae" providerId="LiveId" clId="{4C67824B-4ABF-4026-A5FF-7EB9DA765689}" dt="2023-02-18T12:43:48.669" v="30" actId="478"/>
          <ac:picMkLst>
            <pc:docMk/>
            <pc:sldMk cId="3813767857" sldId="538"/>
            <ac:picMk id="10" creationId="{820B0367-8E8D-3FA2-9F7E-E58140356AAC}"/>
          </ac:picMkLst>
        </pc:picChg>
        <pc:picChg chg="add del mod">
          <ac:chgData name="强 李" userId="cd6c7ec7188785ae" providerId="LiveId" clId="{4C67824B-4ABF-4026-A5FF-7EB9DA765689}" dt="2023-02-18T12:45:31.621" v="33" actId="478"/>
          <ac:picMkLst>
            <pc:docMk/>
            <pc:sldMk cId="3813767857" sldId="538"/>
            <ac:picMk id="12" creationId="{B66D3BAF-CA7F-958C-A675-CAF8E57A7390}"/>
          </ac:picMkLst>
        </pc:picChg>
        <pc:picChg chg="add del">
          <ac:chgData name="强 李" userId="cd6c7ec7188785ae" providerId="LiveId" clId="{4C67824B-4ABF-4026-A5FF-7EB9DA765689}" dt="2023-02-18T12:46:25.397" v="35" actId="478"/>
          <ac:picMkLst>
            <pc:docMk/>
            <pc:sldMk cId="3813767857" sldId="538"/>
            <ac:picMk id="14" creationId="{FA0BC33C-1022-A907-488D-F18274D526B9}"/>
          </ac:picMkLst>
        </pc:picChg>
        <pc:picChg chg="add mod">
          <ac:chgData name="强 李" userId="cd6c7ec7188785ae" providerId="LiveId" clId="{4C67824B-4ABF-4026-A5FF-7EB9DA765689}" dt="2023-02-18T12:46:27.700" v="37" actId="1076"/>
          <ac:picMkLst>
            <pc:docMk/>
            <pc:sldMk cId="3813767857" sldId="538"/>
            <ac:picMk id="16" creationId="{74056DEE-0819-4B10-D7F5-CEF8EFDB20AE}"/>
          </ac:picMkLst>
        </pc:picChg>
      </pc:sldChg>
      <pc:sldChg chg="mod modShow">
        <pc:chgData name="强 李" userId="cd6c7ec7188785ae" providerId="LiveId" clId="{4C67824B-4ABF-4026-A5FF-7EB9DA765689}" dt="2023-02-18T14:02:34.493" v="775" actId="729"/>
        <pc:sldMkLst>
          <pc:docMk/>
          <pc:sldMk cId="3098698452" sldId="539"/>
        </pc:sldMkLst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1804281116" sldId="540"/>
        </pc:sldMkLst>
      </pc:sldChg>
      <pc:sldChg chg="modSp mod">
        <pc:chgData name="强 李" userId="cd6c7ec7188785ae" providerId="LiveId" clId="{4C67824B-4ABF-4026-A5FF-7EB9DA765689}" dt="2023-02-18T12:52:04.687" v="135" actId="15"/>
        <pc:sldMkLst>
          <pc:docMk/>
          <pc:sldMk cId="188333421" sldId="541"/>
        </pc:sldMkLst>
        <pc:spChg chg="mod">
          <ac:chgData name="强 李" userId="cd6c7ec7188785ae" providerId="LiveId" clId="{4C67824B-4ABF-4026-A5FF-7EB9DA765689}" dt="2023-02-18T12:52:04.687" v="135" actId="15"/>
          <ac:spMkLst>
            <pc:docMk/>
            <pc:sldMk cId="188333421" sldId="541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2:48:37.085" v="48" actId="14100"/>
          <ac:spMkLst>
            <pc:docMk/>
            <pc:sldMk cId="188333421" sldId="541"/>
            <ac:spMk id="18" creationId="{00000000-0000-0000-0000-000000000000}"/>
          </ac:spMkLst>
        </pc:spChg>
      </pc:sldChg>
      <pc:sldChg chg="addSp delSp modSp mod">
        <pc:chgData name="强 李" userId="cd6c7ec7188785ae" providerId="LiveId" clId="{4C67824B-4ABF-4026-A5FF-7EB9DA765689}" dt="2023-02-18T13:21:42.955" v="486" actId="20577"/>
        <pc:sldMkLst>
          <pc:docMk/>
          <pc:sldMk cId="3014528576" sldId="542"/>
        </pc:sldMkLst>
        <pc:spChg chg="mod">
          <ac:chgData name="强 李" userId="cd6c7ec7188785ae" providerId="LiveId" clId="{4C67824B-4ABF-4026-A5FF-7EB9DA765689}" dt="2023-02-18T13:21:42.955" v="486" actId="20577"/>
          <ac:spMkLst>
            <pc:docMk/>
            <pc:sldMk cId="3014528576" sldId="542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20:43.996" v="424"/>
          <ac:spMkLst>
            <pc:docMk/>
            <pc:sldMk cId="3014528576" sldId="542"/>
            <ac:spMk id="3" creationId="{BDB90018-EE78-A5D7-1768-C00C120955C9}"/>
          </ac:spMkLst>
        </pc:spChg>
        <pc:spChg chg="mod">
          <ac:chgData name="强 李" userId="cd6c7ec7188785ae" providerId="LiveId" clId="{4C67824B-4ABF-4026-A5FF-7EB9DA765689}" dt="2023-02-18T13:16:37.422" v="387"/>
          <ac:spMkLst>
            <pc:docMk/>
            <pc:sldMk cId="3014528576" sldId="542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4C67824B-4ABF-4026-A5FF-7EB9DA765689}" dt="2023-02-18T13:46:48.445" v="772" actId="113"/>
        <pc:sldMkLst>
          <pc:docMk/>
          <pc:sldMk cId="1242525785" sldId="543"/>
        </pc:sldMkLst>
        <pc:spChg chg="mod">
          <ac:chgData name="强 李" userId="cd6c7ec7188785ae" providerId="LiveId" clId="{4C67824B-4ABF-4026-A5FF-7EB9DA765689}" dt="2023-02-18T13:46:48.445" v="772" actId="113"/>
          <ac:spMkLst>
            <pc:docMk/>
            <pc:sldMk cId="1242525785" sldId="543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45:34.636" v="744"/>
          <ac:spMkLst>
            <pc:docMk/>
            <pc:sldMk cId="1242525785" sldId="543"/>
            <ac:spMk id="3" creationId="{0EAF7D6E-4E37-4798-68A6-56ECDF8E3B3A}"/>
          </ac:spMkLst>
        </pc:spChg>
        <pc:spChg chg="mod">
          <ac:chgData name="强 李" userId="cd6c7ec7188785ae" providerId="LiveId" clId="{4C67824B-4ABF-4026-A5FF-7EB9DA765689}" dt="2023-02-18T13:45:24.868" v="742"/>
          <ac:spMkLst>
            <pc:docMk/>
            <pc:sldMk cId="1242525785" sldId="543"/>
            <ac:spMk id="18" creationId="{00000000-0000-0000-0000-000000000000}"/>
          </ac:spMkLst>
        </pc:spChg>
      </pc:sldChg>
      <pc:sldChg chg="mod modShow">
        <pc:chgData name="强 李" userId="cd6c7ec7188785ae" providerId="LiveId" clId="{4C67824B-4ABF-4026-A5FF-7EB9DA765689}" dt="2023-02-18T14:02:06.289" v="773" actId="729"/>
        <pc:sldMkLst>
          <pc:docMk/>
          <pc:sldMk cId="2346705434" sldId="544"/>
        </pc:sldMkLst>
      </pc:sldChg>
      <pc:sldChg chg="addSp modSp del mod">
        <pc:chgData name="强 李" userId="cd6c7ec7188785ae" providerId="LiveId" clId="{4C67824B-4ABF-4026-A5FF-7EB9DA765689}" dt="2023-02-18T14:02:24.641" v="774" actId="47"/>
        <pc:sldMkLst>
          <pc:docMk/>
          <pc:sldMk cId="3594653571" sldId="545"/>
        </pc:sldMkLst>
        <pc:spChg chg="add mod">
          <ac:chgData name="强 李" userId="cd6c7ec7188785ae" providerId="LiveId" clId="{4C67824B-4ABF-4026-A5FF-7EB9DA765689}" dt="2023-02-18T13:18:04.519" v="403" actId="207"/>
          <ac:spMkLst>
            <pc:docMk/>
            <pc:sldMk cId="3594653571" sldId="545"/>
            <ac:spMk id="3" creationId="{93B5B640-A200-0186-2651-3F5529A19A41}"/>
          </ac:spMkLst>
        </pc:spChg>
        <pc:spChg chg="mod">
          <ac:chgData name="强 李" userId="cd6c7ec7188785ae" providerId="LiveId" clId="{4C67824B-4ABF-4026-A5FF-7EB9DA765689}" dt="2023-02-18T13:16:46.750" v="388" actId="6549"/>
          <ac:spMkLst>
            <pc:docMk/>
            <pc:sldMk cId="3594653571" sldId="545"/>
            <ac:spMk id="7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05:32.564" v="255" actId="20577"/>
        <pc:sldMkLst>
          <pc:docMk/>
          <pc:sldMk cId="1236072088" sldId="546"/>
        </pc:sldMkLst>
        <pc:spChg chg="mod">
          <ac:chgData name="强 李" userId="cd6c7ec7188785ae" providerId="LiveId" clId="{4C67824B-4ABF-4026-A5FF-7EB9DA765689}" dt="2023-02-18T13:05:14.894" v="248" actId="6549"/>
          <ac:spMkLst>
            <pc:docMk/>
            <pc:sldMk cId="1236072088" sldId="546"/>
            <ac:spMk id="2" creationId="{00000000-0000-0000-0000-000000000000}"/>
          </ac:spMkLst>
        </pc:spChg>
        <pc:spChg chg="mod">
          <ac:chgData name="强 李" userId="cd6c7ec7188785ae" providerId="LiveId" clId="{4C67824B-4ABF-4026-A5FF-7EB9DA765689}" dt="2023-02-18T13:05:32.564" v="255" actId="20577"/>
          <ac:spMkLst>
            <pc:docMk/>
            <pc:sldMk cId="1236072088" sldId="546"/>
            <ac:spMk id="18" creationId="{00000000-0000-0000-0000-000000000000}"/>
          </ac:spMkLst>
        </pc:spChg>
      </pc:sldChg>
      <pc:sldChg chg="add del">
        <pc:chgData name="强 李" userId="cd6c7ec7188785ae" providerId="LiveId" clId="{4C67824B-4ABF-4026-A5FF-7EB9DA765689}" dt="2023-02-18T10:51:44.157" v="3"/>
        <pc:sldMkLst>
          <pc:docMk/>
          <pc:sldMk cId="2033925912" sldId="546"/>
        </pc:sldMkLst>
      </pc:sldChg>
      <pc:sldChg chg="add del">
        <pc:chgData name="强 李" userId="cd6c7ec7188785ae" providerId="LiveId" clId="{4C67824B-4ABF-4026-A5FF-7EB9DA765689}" dt="2023-02-18T10:51:53.170" v="8"/>
        <pc:sldMkLst>
          <pc:docMk/>
          <pc:sldMk cId="2511412543" sldId="546"/>
        </pc:sldMkLst>
      </pc:sldChg>
      <pc:sldChg chg="addSp delSp modSp add mod">
        <pc:chgData name="强 李" userId="cd6c7ec7188785ae" providerId="LiveId" clId="{4C67824B-4ABF-4026-A5FF-7EB9DA765689}" dt="2023-02-18T13:16:04.879" v="383" actId="6549"/>
        <pc:sldMkLst>
          <pc:docMk/>
          <pc:sldMk cId="30193004" sldId="547"/>
        </pc:sldMkLst>
        <pc:spChg chg="mod">
          <ac:chgData name="强 李" userId="cd6c7ec7188785ae" providerId="LiveId" clId="{4C67824B-4ABF-4026-A5FF-7EB9DA765689}" dt="2023-02-18T13:16:04.879" v="383" actId="6549"/>
          <ac:spMkLst>
            <pc:docMk/>
            <pc:sldMk cId="30193004" sldId="547"/>
            <ac:spMk id="2" creationId="{00000000-0000-0000-0000-000000000000}"/>
          </ac:spMkLst>
        </pc:spChg>
        <pc:spChg chg="add del">
          <ac:chgData name="强 李" userId="cd6c7ec7188785ae" providerId="LiveId" clId="{4C67824B-4ABF-4026-A5FF-7EB9DA765689}" dt="2023-02-18T13:09:29.527" v="286"/>
          <ac:spMkLst>
            <pc:docMk/>
            <pc:sldMk cId="30193004" sldId="547"/>
            <ac:spMk id="3" creationId="{8C1620A6-FDB1-5B29-AACA-B0B0E969F671}"/>
          </ac:spMkLst>
        </pc:spChg>
        <pc:spChg chg="mod">
          <ac:chgData name="强 李" userId="cd6c7ec7188785ae" providerId="LiveId" clId="{4C67824B-4ABF-4026-A5FF-7EB9DA765689}" dt="2023-02-18T13:05:01.668" v="247"/>
          <ac:spMkLst>
            <pc:docMk/>
            <pc:sldMk cId="30193004" sldId="547"/>
            <ac:spMk id="18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26:33.938" v="574"/>
        <pc:sldMkLst>
          <pc:docMk/>
          <pc:sldMk cId="1850033319" sldId="548"/>
        </pc:sldMkLst>
        <pc:spChg chg="mod">
          <ac:chgData name="强 李" userId="cd6c7ec7188785ae" providerId="LiveId" clId="{4C67824B-4ABF-4026-A5FF-7EB9DA765689}" dt="2023-02-18T13:26:33.938" v="574"/>
          <ac:spMkLst>
            <pc:docMk/>
            <pc:sldMk cId="1850033319" sldId="548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33:13.180" v="650" actId="404"/>
        <pc:sldMkLst>
          <pc:docMk/>
          <pc:sldMk cId="2628862028" sldId="549"/>
        </pc:sldMkLst>
        <pc:spChg chg="mod">
          <ac:chgData name="强 李" userId="cd6c7ec7188785ae" providerId="LiveId" clId="{4C67824B-4ABF-4026-A5FF-7EB9DA765689}" dt="2023-02-18T13:33:13.180" v="650" actId="404"/>
          <ac:spMkLst>
            <pc:docMk/>
            <pc:sldMk cId="2628862028" sldId="549"/>
            <ac:spMk id="2" creationId="{00000000-0000-0000-0000-000000000000}"/>
          </ac:spMkLst>
        </pc:spChg>
      </pc:sldChg>
      <pc:sldChg chg="modSp add mod setBg">
        <pc:chgData name="强 李" userId="cd6c7ec7188785ae" providerId="LiveId" clId="{4C67824B-4ABF-4026-A5FF-7EB9DA765689}" dt="2023-02-18T13:35:53.684" v="691"/>
        <pc:sldMkLst>
          <pc:docMk/>
          <pc:sldMk cId="2538769747" sldId="550"/>
        </pc:sldMkLst>
        <pc:spChg chg="mod">
          <ac:chgData name="强 李" userId="cd6c7ec7188785ae" providerId="LiveId" clId="{4C67824B-4ABF-4026-A5FF-7EB9DA765689}" dt="2023-02-18T13:35:53.684" v="691"/>
          <ac:spMkLst>
            <pc:docMk/>
            <pc:sldMk cId="2538769747" sldId="550"/>
            <ac:spMk id="2" creationId="{00000000-0000-0000-0000-000000000000}"/>
          </ac:spMkLst>
        </pc:spChg>
      </pc:sldChg>
      <pc:sldChg chg="modSp add mod">
        <pc:chgData name="强 李" userId="cd6c7ec7188785ae" providerId="LiveId" clId="{4C67824B-4ABF-4026-A5FF-7EB9DA765689}" dt="2023-02-18T13:45:07.955" v="738" actId="20577"/>
        <pc:sldMkLst>
          <pc:docMk/>
          <pc:sldMk cId="2632320746" sldId="551"/>
        </pc:sldMkLst>
        <pc:spChg chg="mod">
          <ac:chgData name="强 李" userId="cd6c7ec7188785ae" providerId="LiveId" clId="{4C67824B-4ABF-4026-A5FF-7EB9DA765689}" dt="2023-02-18T13:45:07.955" v="738" actId="20577"/>
          <ac:spMkLst>
            <pc:docMk/>
            <pc:sldMk cId="2632320746" sldId="551"/>
            <ac:spMk id="2" creationId="{00000000-0000-0000-0000-000000000000}"/>
          </ac:spMkLst>
        </pc:spChg>
      </pc:sldChg>
    </pc:docChg>
  </pc:docChgLst>
  <pc:docChgLst>
    <pc:chgData name="李 强" userId="cd6c7ec7188785ae" providerId="LiveId" clId="{A0AD0D13-0BFD-4F11-9585-DCCAE7360DFB}"/>
    <pc:docChg chg="undo custSel addSld delSld modSld sldOrd">
      <pc:chgData name="李 强" userId="cd6c7ec7188785ae" providerId="LiveId" clId="{A0AD0D13-0BFD-4F11-9585-DCCAE7360DFB}" dt="2023-02-18T22:02:41.586" v="492" actId="255"/>
      <pc:docMkLst>
        <pc:docMk/>
      </pc:docMkLst>
      <pc:sldChg chg="modSp mod">
        <pc:chgData name="李 强" userId="cd6c7ec7188785ae" providerId="LiveId" clId="{A0AD0D13-0BFD-4F11-9585-DCCAE7360DFB}" dt="2023-02-18T14:05:07.474" v="2" actId="20577"/>
        <pc:sldMkLst>
          <pc:docMk/>
          <pc:sldMk cId="0" sldId="413"/>
        </pc:sldMkLst>
        <pc:spChg chg="mod">
          <ac:chgData name="李 强" userId="cd6c7ec7188785ae" providerId="LiveId" clId="{A0AD0D13-0BFD-4F11-9585-DCCAE7360DFB}" dt="2023-02-18T14:05:07.474" v="2" actId="20577"/>
          <ac:spMkLst>
            <pc:docMk/>
            <pc:sldMk cId="0" sldId="413"/>
            <ac:spMk id="4" creationId="{00000000-0000-0000-0000-000000000000}"/>
          </ac:spMkLst>
        </pc:spChg>
      </pc:sldChg>
      <pc:sldChg chg="addSp delSp modSp mod modShow">
        <pc:chgData name="李 强" userId="cd6c7ec7188785ae" providerId="LiveId" clId="{A0AD0D13-0BFD-4F11-9585-DCCAE7360DFB}" dt="2023-02-18T21:02:35.854" v="197"/>
        <pc:sldMkLst>
          <pc:docMk/>
          <pc:sldMk cId="0" sldId="425"/>
        </pc:sldMkLst>
        <pc:spChg chg="del mod">
          <ac:chgData name="李 强" userId="cd6c7ec7188785ae" providerId="LiveId" clId="{A0AD0D13-0BFD-4F11-9585-DCCAE7360DFB}" dt="2023-02-18T21:00:06.895" v="170" actId="12084"/>
          <ac:spMkLst>
            <pc:docMk/>
            <pc:sldMk cId="0" sldId="425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01:38.486" v="195" actId="14100"/>
          <ac:spMkLst>
            <pc:docMk/>
            <pc:sldMk cId="0" sldId="425"/>
            <ac:spMk id="18" creationId="{00000000-0000-0000-0000-000000000000}"/>
          </ac:spMkLst>
        </pc:spChg>
        <pc:graphicFrameChg chg="add mod">
          <ac:chgData name="李 强" userId="cd6c7ec7188785ae" providerId="LiveId" clId="{A0AD0D13-0BFD-4F11-9585-DCCAE7360DFB}" dt="2023-02-18T21:02:35.854" v="197"/>
          <ac:graphicFrameMkLst>
            <pc:docMk/>
            <pc:sldMk cId="0" sldId="425"/>
            <ac:graphicFrameMk id="5" creationId="{6AB369E9-7320-DE30-3AFD-31DAAE20458E}"/>
          </ac:graphicFrameMkLst>
        </pc:graphicFrameChg>
        <pc:picChg chg="add del mod">
          <ac:chgData name="李 强" userId="cd6c7ec7188785ae" providerId="LiveId" clId="{A0AD0D13-0BFD-4F11-9585-DCCAE7360DFB}" dt="2023-02-18T20:57:43.430" v="165" actId="478"/>
          <ac:picMkLst>
            <pc:docMk/>
            <pc:sldMk cId="0" sldId="425"/>
            <ac:picMk id="4" creationId="{27225987-7E0F-6DA0-ECD3-734739A316A7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0" sldId="427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608494230" sldId="530"/>
        </pc:sldMkLst>
      </pc:sldChg>
      <pc:sldChg chg="addSp delSp modSp add del mod ord">
        <pc:chgData name="李 强" userId="cd6c7ec7188785ae" providerId="LiveId" clId="{A0AD0D13-0BFD-4F11-9585-DCCAE7360DFB}" dt="2023-02-18T21:13:58.400" v="255" actId="1076"/>
        <pc:sldMkLst>
          <pc:docMk/>
          <pc:sldMk cId="54695671" sldId="531"/>
        </pc:sldMkLst>
        <pc:spChg chg="mod">
          <ac:chgData name="李 强" userId="cd6c7ec7188785ae" providerId="LiveId" clId="{A0AD0D13-0BFD-4F11-9585-DCCAE7360DFB}" dt="2023-02-18T21:13:51.529" v="253" actId="6549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3:48.208" v="252"/>
          <ac:spMkLst>
            <pc:docMk/>
            <pc:sldMk cId="54695671" sldId="531"/>
            <ac:spMk id="7" creationId="{2D1A8CAF-63CC-1BAD-13AD-0325E43D050B}"/>
          </ac:spMkLst>
        </pc:spChg>
        <pc:spChg chg="mod">
          <ac:chgData name="李 强" userId="cd6c7ec7188785ae" providerId="LiveId" clId="{A0AD0D13-0BFD-4F11-9585-DCCAE7360DFB}" dt="2023-02-18T14:19:59.465" v="15"/>
          <ac:spMkLst>
            <pc:docMk/>
            <pc:sldMk cId="54695671" sldId="531"/>
            <ac:spMk id="18" creationId="{00000000-0000-0000-0000-000000000000}"/>
          </ac:spMkLst>
        </pc:spChg>
        <pc:grpChg chg="add mod">
          <ac:chgData name="李 强" userId="cd6c7ec7188785ae" providerId="LiveId" clId="{A0AD0D13-0BFD-4F11-9585-DCCAE7360DFB}" dt="2023-02-18T21:13:58.400" v="255" actId="1076"/>
          <ac:grpSpMkLst>
            <pc:docMk/>
            <pc:sldMk cId="54695671" sldId="531"/>
            <ac:grpSpMk id="5" creationId="{66B526DA-78B5-EF99-F66F-28E8DE868CF9}"/>
          </ac:grpSpMkLst>
        </pc:grpChg>
        <pc:picChg chg="add del mod">
          <ac:chgData name="李 强" userId="cd6c7ec7188785ae" providerId="LiveId" clId="{A0AD0D13-0BFD-4F11-9585-DCCAE7360DFB}" dt="2023-02-18T21:13:54.098" v="254" actId="478"/>
          <ac:picMkLst>
            <pc:docMk/>
            <pc:sldMk cId="54695671" sldId="531"/>
            <ac:picMk id="4" creationId="{A334C737-564D-2E1B-D7F5-75244E536269}"/>
          </ac:picMkLst>
        </pc:picChg>
        <pc:picChg chg="mod">
          <ac:chgData name="李 强" userId="cd6c7ec7188785ae" providerId="LiveId" clId="{A0AD0D13-0BFD-4F11-9585-DCCAE7360DFB}" dt="2023-02-18T21:13:31.748" v="247"/>
          <ac:picMkLst>
            <pc:docMk/>
            <pc:sldMk cId="54695671" sldId="531"/>
            <ac:picMk id="6" creationId="{7ED050C9-E1B9-1C8B-E9AC-6460500E2DCD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3098698452" sldId="539"/>
        </pc:sldMkLst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1804281116" sldId="540"/>
        </pc:sldMkLst>
      </pc:sldChg>
      <pc:sldChg chg="modSp mod">
        <pc:chgData name="李 强" userId="cd6c7ec7188785ae" providerId="LiveId" clId="{A0AD0D13-0BFD-4F11-9585-DCCAE7360DFB}" dt="2023-02-18T21:23:04.632" v="330" actId="20577"/>
        <pc:sldMkLst>
          <pc:docMk/>
          <pc:sldMk cId="188333421" sldId="541"/>
        </pc:sldMkLst>
        <pc:spChg chg="mod">
          <ac:chgData name="李 强" userId="cd6c7ec7188785ae" providerId="LiveId" clId="{A0AD0D13-0BFD-4F11-9585-DCCAE7360DFB}" dt="2023-02-18T21:23:04.632" v="330" actId="20577"/>
          <ac:spMkLst>
            <pc:docMk/>
            <pc:sldMk cId="188333421" sldId="541"/>
            <ac:spMk id="2" creationId="{00000000-0000-0000-0000-000000000000}"/>
          </ac:spMkLst>
        </pc:spChg>
      </pc:sldChg>
      <pc:sldChg chg="addSp modSp mod">
        <pc:chgData name="李 强" userId="cd6c7ec7188785ae" providerId="LiveId" clId="{A0AD0D13-0BFD-4F11-9585-DCCAE7360DFB}" dt="2023-02-18T21:59:06.009" v="472" actId="108"/>
        <pc:sldMkLst>
          <pc:docMk/>
          <pc:sldMk cId="3014528576" sldId="542"/>
        </pc:sldMkLst>
        <pc:spChg chg="mod">
          <ac:chgData name="李 强" userId="cd6c7ec7188785ae" providerId="LiveId" clId="{A0AD0D13-0BFD-4F11-9585-DCCAE7360DFB}" dt="2023-02-18T21:59:06.009" v="472" actId="108"/>
          <ac:spMkLst>
            <pc:docMk/>
            <pc:sldMk cId="3014528576" sldId="54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15.920" v="307"/>
          <ac:spMkLst>
            <pc:docMk/>
            <pc:sldMk cId="3014528576" sldId="542"/>
            <ac:spMk id="5" creationId="{4A5AC82D-48F1-5DA2-0A95-193BBCEEA933}"/>
          </ac:spMkLst>
        </pc:spChg>
        <pc:grpChg chg="add mod">
          <ac:chgData name="李 强" userId="cd6c7ec7188785ae" providerId="LiveId" clId="{A0AD0D13-0BFD-4F11-9585-DCCAE7360DFB}" dt="2023-02-18T21:16:03.447" v="301" actId="1076"/>
          <ac:grpSpMkLst>
            <pc:docMk/>
            <pc:sldMk cId="3014528576" sldId="542"/>
            <ac:grpSpMk id="3" creationId="{726480B9-F738-F9C4-A3A9-291FDBCBE60B}"/>
          </ac:grpSpMkLst>
        </pc:grpChg>
        <pc:picChg chg="mod">
          <ac:chgData name="李 强" userId="cd6c7ec7188785ae" providerId="LiveId" clId="{A0AD0D13-0BFD-4F11-9585-DCCAE7360DFB}" dt="2023-02-18T21:15:58.004" v="299"/>
          <ac:picMkLst>
            <pc:docMk/>
            <pc:sldMk cId="3014528576" sldId="542"/>
            <ac:picMk id="4" creationId="{515BC975-09A1-48C6-8FED-743CBD34CC3B}"/>
          </ac:picMkLst>
        </pc:picChg>
      </pc:sldChg>
      <pc:sldChg chg="del">
        <pc:chgData name="李 强" userId="cd6c7ec7188785ae" providerId="LiveId" clId="{A0AD0D13-0BFD-4F11-9585-DCCAE7360DFB}" dt="2023-02-18T14:05:02.428" v="1" actId="47"/>
        <pc:sldMkLst>
          <pc:docMk/>
          <pc:sldMk cId="2346705434" sldId="544"/>
        </pc:sldMkLst>
      </pc:sldChg>
      <pc:sldChg chg="addSp delSp modSp mod">
        <pc:chgData name="李 强" userId="cd6c7ec7188785ae" providerId="LiveId" clId="{A0AD0D13-0BFD-4F11-9585-DCCAE7360DFB}" dt="2023-02-18T21:27:48.110" v="340" actId="20577"/>
        <pc:sldMkLst>
          <pc:docMk/>
          <pc:sldMk cId="1236072088" sldId="546"/>
        </pc:sldMkLst>
        <pc:spChg chg="mod">
          <ac:chgData name="李 强" userId="cd6c7ec7188785ae" providerId="LiveId" clId="{A0AD0D13-0BFD-4F11-9585-DCCAE7360DFB}" dt="2023-02-18T21:27:48.110" v="340" actId="20577"/>
          <ac:spMkLst>
            <pc:docMk/>
            <pc:sldMk cId="1236072088" sldId="546"/>
            <ac:spMk id="2" creationId="{00000000-0000-0000-0000-000000000000}"/>
          </ac:spMkLst>
        </pc:spChg>
        <pc:spChg chg="add del">
          <ac:chgData name="李 强" userId="cd6c7ec7188785ae" providerId="LiveId" clId="{A0AD0D13-0BFD-4F11-9585-DCCAE7360DFB}" dt="2023-02-18T21:12:00.948" v="222"/>
          <ac:spMkLst>
            <pc:docMk/>
            <pc:sldMk cId="1236072088" sldId="546"/>
            <ac:spMk id="4" creationId="{A40F4468-0073-3ECA-9CD9-F87616BD0B00}"/>
          </ac:spMkLst>
        </pc:spChg>
        <pc:spChg chg="add mod">
          <ac:chgData name="李 强" userId="cd6c7ec7188785ae" providerId="LiveId" clId="{A0AD0D13-0BFD-4F11-9585-DCCAE7360DFB}" dt="2023-02-18T21:12:38.373" v="226" actId="164"/>
          <ac:spMkLst>
            <pc:docMk/>
            <pc:sldMk cId="1236072088" sldId="546"/>
            <ac:spMk id="6" creationId="{C7DDE0EC-59DE-48FE-924A-E11B03032422}"/>
          </ac:spMkLst>
        </pc:spChg>
        <pc:grpChg chg="add mod">
          <ac:chgData name="李 强" userId="cd6c7ec7188785ae" providerId="LiveId" clId="{A0AD0D13-0BFD-4F11-9585-DCCAE7360DFB}" dt="2023-02-18T21:13:23.063" v="246" actId="1076"/>
          <ac:grpSpMkLst>
            <pc:docMk/>
            <pc:sldMk cId="1236072088" sldId="546"/>
            <ac:grpSpMk id="7" creationId="{8415C2D7-F2C8-1C6F-5DD8-9970E53E2F4E}"/>
          </ac:grpSpMkLst>
        </pc:grpChg>
        <pc:picChg chg="add mod">
          <ac:chgData name="李 强" userId="cd6c7ec7188785ae" providerId="LiveId" clId="{A0AD0D13-0BFD-4F11-9585-DCCAE7360DFB}" dt="2023-02-18T21:12:38.373" v="226" actId="164"/>
          <ac:picMkLst>
            <pc:docMk/>
            <pc:sldMk cId="1236072088" sldId="546"/>
            <ac:picMk id="3" creationId="{970178CA-16A9-F886-F888-C097DE33FCD7}"/>
          </ac:picMkLst>
        </pc:picChg>
      </pc:sldChg>
      <pc:sldChg chg="addSp modSp mod">
        <pc:chgData name="李 强" userId="cd6c7ec7188785ae" providerId="LiveId" clId="{A0AD0D13-0BFD-4F11-9585-DCCAE7360DFB}" dt="2023-02-18T21:47:29.054" v="348" actId="20577"/>
        <pc:sldMkLst>
          <pc:docMk/>
          <pc:sldMk cId="30193004" sldId="547"/>
        </pc:sldMkLst>
        <pc:spChg chg="mod">
          <ac:chgData name="李 强" userId="cd6c7ec7188785ae" providerId="LiveId" clId="{A0AD0D13-0BFD-4F11-9585-DCCAE7360DFB}" dt="2023-02-18T21:47:29.054" v="348" actId="20577"/>
          <ac:spMkLst>
            <pc:docMk/>
            <pc:sldMk cId="30193004" sldId="547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43:53.150" v="344"/>
          <ac:spMkLst>
            <pc:docMk/>
            <pc:sldMk cId="30193004" sldId="547"/>
            <ac:spMk id="5" creationId="{119776E6-13D0-E3C6-B0AF-0AE81EC32EB1}"/>
          </ac:spMkLst>
        </pc:spChg>
        <pc:grpChg chg="add mod">
          <ac:chgData name="李 强" userId="cd6c7ec7188785ae" providerId="LiveId" clId="{A0AD0D13-0BFD-4F11-9585-DCCAE7360DFB}" dt="2023-02-18T21:44:00.314" v="345" actId="1076"/>
          <ac:grpSpMkLst>
            <pc:docMk/>
            <pc:sldMk cId="30193004" sldId="547"/>
            <ac:grpSpMk id="3" creationId="{09E1F726-1044-0820-13BF-1422AEAF8B9A}"/>
          </ac:grpSpMkLst>
        </pc:grpChg>
        <pc:picChg chg="mod">
          <ac:chgData name="李 强" userId="cd6c7ec7188785ae" providerId="LiveId" clId="{A0AD0D13-0BFD-4F11-9585-DCCAE7360DFB}" dt="2023-02-18T21:12:53.547" v="227"/>
          <ac:picMkLst>
            <pc:docMk/>
            <pc:sldMk cId="30193004" sldId="547"/>
            <ac:picMk id="4" creationId="{338F6CE7-DF82-8F79-312B-B5451C1B1882}"/>
          </ac:picMkLst>
        </pc:picChg>
      </pc:sldChg>
      <pc:sldChg chg="addSp delSp modSp mod">
        <pc:chgData name="李 强" userId="cd6c7ec7188785ae" providerId="LiveId" clId="{A0AD0D13-0BFD-4F11-9585-DCCAE7360DFB}" dt="2023-02-18T22:02:41.586" v="492" actId="255"/>
        <pc:sldMkLst>
          <pc:docMk/>
          <pc:sldMk cId="1850033319" sldId="548"/>
        </pc:sldMkLst>
        <pc:spChg chg="mod">
          <ac:chgData name="李 强" userId="cd6c7ec7188785ae" providerId="LiveId" clId="{A0AD0D13-0BFD-4F11-9585-DCCAE7360DFB}" dt="2023-02-18T22:02:41.586" v="492" actId="255"/>
          <ac:spMkLst>
            <pc:docMk/>
            <pc:sldMk cId="1850033319" sldId="548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1:16:26.672" v="314"/>
          <ac:spMkLst>
            <pc:docMk/>
            <pc:sldMk cId="1850033319" sldId="548"/>
            <ac:spMk id="5" creationId="{AD90000D-A3AB-4A8E-D619-ACF05C853ADF}"/>
          </ac:spMkLst>
        </pc:spChg>
        <pc:spChg chg="add del">
          <ac:chgData name="李 强" userId="cd6c7ec7188785ae" providerId="LiveId" clId="{A0AD0D13-0BFD-4F11-9585-DCCAE7360DFB}" dt="2023-02-18T22:01:14.038" v="478"/>
          <ac:spMkLst>
            <pc:docMk/>
            <pc:sldMk cId="1850033319" sldId="548"/>
            <ac:spMk id="6" creationId="{0D605B4C-1607-2DBB-D37E-6709AAD130B0}"/>
          </ac:spMkLst>
        </pc:spChg>
        <pc:grpChg chg="add mod">
          <ac:chgData name="李 强" userId="cd6c7ec7188785ae" providerId="LiveId" clId="{A0AD0D13-0BFD-4F11-9585-DCCAE7360DFB}" dt="2023-02-18T21:14:25" v="258" actId="1076"/>
          <ac:grpSpMkLst>
            <pc:docMk/>
            <pc:sldMk cId="1850033319" sldId="548"/>
            <ac:grpSpMk id="3" creationId="{E3F25E25-2780-0BA4-5F1E-81FE86C42EC9}"/>
          </ac:grpSpMkLst>
        </pc:grpChg>
        <pc:picChg chg="mod">
          <ac:chgData name="李 强" userId="cd6c7ec7188785ae" providerId="LiveId" clId="{A0AD0D13-0BFD-4F11-9585-DCCAE7360DFB}" dt="2023-02-18T21:14:17.826" v="256"/>
          <ac:picMkLst>
            <pc:docMk/>
            <pc:sldMk cId="1850033319" sldId="548"/>
            <ac:picMk id="4" creationId="{1CFAAF72-0F47-0A47-6A0E-E70AE1FF0468}"/>
          </ac:picMkLst>
        </pc:picChg>
      </pc:sldChg>
      <pc:sldChg chg="addSp modSp mod">
        <pc:chgData name="李 强" userId="cd6c7ec7188785ae" providerId="LiveId" clId="{A0AD0D13-0BFD-4F11-9585-DCCAE7360DFB}" dt="2023-02-18T21:16:36.566" v="321"/>
        <pc:sldMkLst>
          <pc:docMk/>
          <pc:sldMk cId="2628862028" sldId="549"/>
        </pc:sldMkLst>
        <pc:spChg chg="mod">
          <ac:chgData name="李 强" userId="cd6c7ec7188785ae" providerId="LiveId" clId="{A0AD0D13-0BFD-4F11-9585-DCCAE7360DFB}" dt="2023-02-18T21:16:36.566" v="321"/>
          <ac:spMkLst>
            <pc:docMk/>
            <pc:sldMk cId="2628862028" sldId="549"/>
            <ac:spMk id="5" creationId="{B32F6395-DF06-AC0E-506A-B0C2FC26362A}"/>
          </ac:spMkLst>
        </pc:spChg>
        <pc:grpChg chg="add mod">
          <ac:chgData name="李 强" userId="cd6c7ec7188785ae" providerId="LiveId" clId="{A0AD0D13-0BFD-4F11-9585-DCCAE7360DFB}" dt="2023-02-18T21:14:49.153" v="270" actId="1076"/>
          <ac:grpSpMkLst>
            <pc:docMk/>
            <pc:sldMk cId="2628862028" sldId="549"/>
            <ac:grpSpMk id="3" creationId="{15504A29-F313-2069-DA9C-4A5EEF8D8768}"/>
          </ac:grpSpMkLst>
        </pc:grpChg>
        <pc:picChg chg="mod">
          <ac:chgData name="李 强" userId="cd6c7ec7188785ae" providerId="LiveId" clId="{A0AD0D13-0BFD-4F11-9585-DCCAE7360DFB}" dt="2023-02-18T21:14:44.258" v="268"/>
          <ac:picMkLst>
            <pc:docMk/>
            <pc:sldMk cId="2628862028" sldId="549"/>
            <ac:picMk id="4" creationId="{1E0EB8D9-2C07-D2D1-3B8A-D9C73D2496CC}"/>
          </ac:picMkLst>
        </pc:picChg>
      </pc:sldChg>
      <pc:sldChg chg="addSp modSp mod">
        <pc:chgData name="李 强" userId="cd6c7ec7188785ae" providerId="LiveId" clId="{A0AD0D13-0BFD-4F11-9585-DCCAE7360DFB}" dt="2023-02-18T21:16:41.711" v="324"/>
        <pc:sldMkLst>
          <pc:docMk/>
          <pc:sldMk cId="2538769747" sldId="550"/>
        </pc:sldMkLst>
        <pc:spChg chg="mod">
          <ac:chgData name="李 强" userId="cd6c7ec7188785ae" providerId="LiveId" clId="{A0AD0D13-0BFD-4F11-9585-DCCAE7360DFB}" dt="2023-02-18T21:16:41.711" v="324"/>
          <ac:spMkLst>
            <pc:docMk/>
            <pc:sldMk cId="2538769747" sldId="550"/>
            <ac:spMk id="5" creationId="{BBDB9439-D752-AD3A-8991-38100E75641C}"/>
          </ac:spMkLst>
        </pc:spChg>
        <pc:grpChg chg="add mod">
          <ac:chgData name="李 强" userId="cd6c7ec7188785ae" providerId="LiveId" clId="{A0AD0D13-0BFD-4F11-9585-DCCAE7360DFB}" dt="2023-02-18T21:15:18.529" v="286" actId="1076"/>
          <ac:grpSpMkLst>
            <pc:docMk/>
            <pc:sldMk cId="2538769747" sldId="550"/>
            <ac:grpSpMk id="3" creationId="{54B3D18A-B537-B68D-5B83-792788905E8E}"/>
          </ac:grpSpMkLst>
        </pc:grpChg>
        <pc:picChg chg="mod">
          <ac:chgData name="李 强" userId="cd6c7ec7188785ae" providerId="LiveId" clId="{A0AD0D13-0BFD-4F11-9585-DCCAE7360DFB}" dt="2023-02-18T21:15:12.816" v="284"/>
          <ac:picMkLst>
            <pc:docMk/>
            <pc:sldMk cId="2538769747" sldId="550"/>
            <ac:picMk id="4" creationId="{97CEEC7A-6ADE-618A-42EC-AD3DE6C4EF02}"/>
          </ac:picMkLst>
        </pc:picChg>
      </pc:sldChg>
      <pc:sldChg chg="addSp modSp mod">
        <pc:chgData name="李 强" userId="cd6c7ec7188785ae" providerId="LiveId" clId="{A0AD0D13-0BFD-4F11-9585-DCCAE7360DFB}" dt="2023-02-18T21:21:05.188" v="329" actId="404"/>
        <pc:sldMkLst>
          <pc:docMk/>
          <pc:sldMk cId="2632320746" sldId="551"/>
        </pc:sldMkLst>
        <pc:spChg chg="add mod">
          <ac:chgData name="李 强" userId="cd6c7ec7188785ae" providerId="LiveId" clId="{A0AD0D13-0BFD-4F11-9585-DCCAE7360DFB}" dt="2023-02-18T21:21:05.188" v="329" actId="404"/>
          <ac:spMkLst>
            <pc:docMk/>
            <pc:sldMk cId="2632320746" sldId="551"/>
            <ac:spMk id="4" creationId="{4B362D96-9962-5976-8E72-0BB5DA524421}"/>
          </ac:spMkLst>
        </pc:spChg>
      </pc:sldChg>
      <pc:sldChg chg="modSp add mod">
        <pc:chgData name="李 强" userId="cd6c7ec7188785ae" providerId="LiveId" clId="{A0AD0D13-0BFD-4F11-9585-DCCAE7360DFB}" dt="2023-02-18T20:54:01.742" v="156"/>
        <pc:sldMkLst>
          <pc:docMk/>
          <pc:sldMk cId="419382719" sldId="552"/>
        </pc:sldMkLst>
        <pc:spChg chg="mod">
          <ac:chgData name="李 强" userId="cd6c7ec7188785ae" providerId="LiveId" clId="{A0AD0D13-0BFD-4F11-9585-DCCAE7360DFB}" dt="2023-02-18T20:54:01.742" v="156"/>
          <ac:spMkLst>
            <pc:docMk/>
            <pc:sldMk cId="419382719" sldId="552"/>
            <ac:spMk id="2" creationId="{00000000-0000-0000-0000-000000000000}"/>
          </ac:spMkLst>
        </pc:spChg>
        <pc:spChg chg="mod">
          <ac:chgData name="李 强" userId="cd6c7ec7188785ae" providerId="LiveId" clId="{A0AD0D13-0BFD-4F11-9585-DCCAE7360DFB}" dt="2023-02-18T20:48:54.926" v="20"/>
          <ac:spMkLst>
            <pc:docMk/>
            <pc:sldMk cId="419382719" sldId="552"/>
            <ac:spMk id="18" creationId="{00000000-0000-0000-0000-000000000000}"/>
          </ac:spMkLst>
        </pc:spChg>
      </pc:sldChg>
    </pc:docChg>
  </pc:docChgLst>
  <pc:docChgLst>
    <pc:chgData name="强 李" userId="cd6c7ec7188785ae" providerId="LiveId" clId="{1FDC375D-313A-463B-9367-FB4EBD5D56AE}"/>
    <pc:docChg chg="undo custSel addSld delSld modSld sldOrd">
      <pc:chgData name="强 李" userId="cd6c7ec7188785ae" providerId="LiveId" clId="{1FDC375D-313A-463B-9367-FB4EBD5D56AE}" dt="2023-08-26T22:43:00.917" v="2972"/>
      <pc:docMkLst>
        <pc:docMk/>
      </pc:docMkLst>
      <pc:sldChg chg="modSp mod">
        <pc:chgData name="强 李" userId="cd6c7ec7188785ae" providerId="LiveId" clId="{1FDC375D-313A-463B-9367-FB4EBD5D56AE}" dt="2023-08-26T20:05:23.464" v="33" actId="404"/>
        <pc:sldMkLst>
          <pc:docMk/>
          <pc:sldMk cId="0" sldId="425"/>
        </pc:sldMkLst>
        <pc:spChg chg="mod">
          <ac:chgData name="强 李" userId="cd6c7ec7188785ae" providerId="LiveId" clId="{1FDC375D-313A-463B-9367-FB4EBD5D56AE}" dt="2023-08-26T20:03:50.932" v="21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1FDC375D-313A-463B-9367-FB4EBD5D56AE}" dt="2023-08-26T20:05:23.464" v="33" actId="404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1FDC375D-313A-463B-9367-FB4EBD5D56AE}" dt="2023-08-26T20:44:09.769" v="456"/>
        <pc:sldMkLst>
          <pc:docMk/>
          <pc:sldMk cId="54695671" sldId="531"/>
        </pc:sldMkLst>
        <pc:spChg chg="mod">
          <ac:chgData name="强 李" userId="cd6c7ec7188785ae" providerId="LiveId" clId="{1FDC375D-313A-463B-9367-FB4EBD5D56AE}" dt="2023-08-26T20:44:09.769" v="456"/>
          <ac:spMkLst>
            <pc:docMk/>
            <pc:sldMk cId="54695671" sldId="531"/>
            <ac:spMk id="2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865" v="458" actId="47"/>
        <pc:sldMkLst>
          <pc:docMk/>
          <pc:sldMk cId="3813767857" sldId="538"/>
        </pc:sldMkLst>
      </pc:sldChg>
      <pc:sldChg chg="modSp mod">
        <pc:chgData name="强 李" userId="cd6c7ec7188785ae" providerId="LiveId" clId="{1FDC375D-313A-463B-9367-FB4EBD5D56AE}" dt="2023-08-26T22:43:00.917" v="2972"/>
        <pc:sldMkLst>
          <pc:docMk/>
          <pc:sldMk cId="1242525785" sldId="543"/>
        </pc:sldMkLst>
        <pc:spChg chg="mod">
          <ac:chgData name="强 李" userId="cd6c7ec7188785ae" providerId="LiveId" clId="{1FDC375D-313A-463B-9367-FB4EBD5D56AE}" dt="2023-08-26T22:43:00.917" v="2972"/>
          <ac:spMkLst>
            <pc:docMk/>
            <pc:sldMk cId="1242525785" sldId="543"/>
            <ac:spMk id="2" creationId="{00000000-0000-0000-0000-000000000000}"/>
          </ac:spMkLst>
        </pc:spChg>
      </pc:sldChg>
      <pc:sldChg chg="modSp mod">
        <pc:chgData name="强 李" userId="cd6c7ec7188785ae" providerId="LiveId" clId="{1FDC375D-313A-463B-9367-FB4EBD5D56AE}" dt="2023-08-26T22:42:45.026" v="2964" actId="20577"/>
        <pc:sldMkLst>
          <pc:docMk/>
          <pc:sldMk cId="419382719" sldId="552"/>
        </pc:sldMkLst>
        <pc:spChg chg="mod">
          <ac:chgData name="强 李" userId="cd6c7ec7188785ae" providerId="LiveId" clId="{1FDC375D-313A-463B-9367-FB4EBD5D56AE}" dt="2023-08-26T22:42:45.026" v="2964" actId="20577"/>
          <ac:spMkLst>
            <pc:docMk/>
            <pc:sldMk cId="419382719" sldId="552"/>
            <ac:spMk id="2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1:23:16.716" v="933" actId="404"/>
        <pc:sldMkLst>
          <pc:docMk/>
          <pc:sldMk cId="530530540" sldId="553"/>
        </pc:sldMkLst>
        <pc:spChg chg="mod">
          <ac:chgData name="强 李" userId="cd6c7ec7188785ae" providerId="LiveId" clId="{1FDC375D-313A-463B-9367-FB4EBD5D56AE}" dt="2023-08-26T21:23:16.716" v="933" actId="404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8:43.084" v="497"/>
          <ac:spMkLst>
            <pc:docMk/>
            <pc:sldMk cId="530530540" sldId="553"/>
            <ac:spMk id="18" creationId="{00000000-0000-0000-0000-000000000000}"/>
          </ac:spMkLst>
        </pc:spChg>
      </pc:sldChg>
      <pc:sldChg chg="modSp mod ord">
        <pc:chgData name="强 李" userId="cd6c7ec7188785ae" providerId="LiveId" clId="{1FDC375D-313A-463B-9367-FB4EBD5D56AE}" dt="2023-08-26T20:47:55.954" v="495" actId="207"/>
        <pc:sldMkLst>
          <pc:docMk/>
          <pc:sldMk cId="3418790839" sldId="554"/>
        </pc:sldMkLst>
        <pc:spChg chg="mod">
          <ac:chgData name="强 李" userId="cd6c7ec7188785ae" providerId="LiveId" clId="{1FDC375D-313A-463B-9367-FB4EBD5D56AE}" dt="2023-08-26T20:46:04.661" v="471" actId="14100"/>
          <ac:spMkLst>
            <pc:docMk/>
            <pc:sldMk cId="3418790839" sldId="554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0:47:36.165" v="493" actId="20577"/>
          <ac:spMkLst>
            <pc:docMk/>
            <pc:sldMk cId="3418790839" sldId="554"/>
            <ac:spMk id="9" creationId="{1F5B6856-AF8A-4085-2AF6-D259C7449B9E}"/>
          </ac:spMkLst>
        </pc:spChg>
        <pc:spChg chg="mod">
          <ac:chgData name="强 李" userId="cd6c7ec7188785ae" providerId="LiveId" clId="{1FDC375D-313A-463B-9367-FB4EBD5D56AE}" dt="2023-08-26T20:47:55.954" v="495" actId="207"/>
          <ac:spMkLst>
            <pc:docMk/>
            <pc:sldMk cId="3418790839" sldId="554"/>
            <ac:spMk id="11" creationId="{3CAB36DD-1A23-5A1B-C9B0-3F43FAF7A79F}"/>
          </ac:spMkLst>
        </pc:spChg>
        <pc:spChg chg="mod">
          <ac:chgData name="强 李" userId="cd6c7ec7188785ae" providerId="LiveId" clId="{1FDC375D-313A-463B-9367-FB4EBD5D56AE}" dt="2023-08-26T20:46:42.875" v="477" actId="113"/>
          <ac:spMkLst>
            <pc:docMk/>
            <pc:sldMk cId="3418790839" sldId="554"/>
            <ac:spMk id="13" creationId="{7DAB6BBF-A107-5EDA-C988-F2FCC0FA4ADA}"/>
          </ac:spMkLst>
        </pc:spChg>
        <pc:grpChg chg="mod">
          <ac:chgData name="强 李" userId="cd6c7ec7188785ae" providerId="LiveId" clId="{1FDC375D-313A-463B-9367-FB4EBD5D56AE}" dt="2023-08-26T20:47:03.188" v="482" actId="14100"/>
          <ac:grpSpMkLst>
            <pc:docMk/>
            <pc:sldMk cId="3418790839" sldId="554"/>
            <ac:grpSpMk id="7" creationId="{4910B73A-3062-7867-777F-E107D91F1F13}"/>
          </ac:grpSpMkLst>
        </pc:grpChg>
      </pc:sldChg>
      <pc:sldChg chg="modSp mod">
        <pc:chgData name="强 李" userId="cd6c7ec7188785ae" providerId="LiveId" clId="{1FDC375D-313A-463B-9367-FB4EBD5D56AE}" dt="2023-08-26T20:03:39.245" v="14" actId="20577"/>
        <pc:sldMkLst>
          <pc:docMk/>
          <pc:sldMk cId="1911491714" sldId="560"/>
        </pc:sldMkLst>
        <pc:spChg chg="mod">
          <ac:chgData name="强 李" userId="cd6c7ec7188785ae" providerId="LiveId" clId="{1FDC375D-313A-463B-9367-FB4EBD5D56AE}" dt="2023-08-26T20:03:28.743" v="7" actId="14100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1FDC375D-313A-463B-9367-FB4EBD5D56AE}" dt="2023-08-26T20:03:39.245" v="14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0:44:35.098" v="457" actId="47"/>
        <pc:sldMkLst>
          <pc:docMk/>
          <pc:sldMk cId="3703745998" sldId="562"/>
        </pc:sldMkLst>
      </pc:sldChg>
      <pc:sldChg chg="modSp mod">
        <pc:chgData name="强 李" userId="cd6c7ec7188785ae" providerId="LiveId" clId="{1FDC375D-313A-463B-9367-FB4EBD5D56AE}" dt="2023-08-26T21:40:00.831" v="1377" actId="113"/>
        <pc:sldMkLst>
          <pc:docMk/>
          <pc:sldMk cId="377519088" sldId="563"/>
        </pc:sldMkLst>
        <pc:spChg chg="mod">
          <ac:chgData name="强 李" userId="cd6c7ec7188785ae" providerId="LiveId" clId="{1FDC375D-313A-463B-9367-FB4EBD5D56AE}" dt="2023-08-26T21:40:00.831" v="1377" actId="113"/>
          <ac:spMkLst>
            <pc:docMk/>
            <pc:sldMk cId="377519088" sldId="56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35:42.888" v="1260" actId="14100"/>
          <ac:spMkLst>
            <pc:docMk/>
            <pc:sldMk cId="377519088" sldId="563"/>
            <ac:spMk id="18" creationId="{00000000-0000-0000-0000-000000000000}"/>
          </ac:spMkLst>
        </pc:spChg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801954157" sldId="564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258895756" sldId="565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67047043" sldId="566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236022374" sldId="567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81334666" sldId="568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4016849052" sldId="569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2942047470" sldId="570"/>
        </pc:sldMkLst>
      </pc:sldChg>
      <pc:sldChg chg="del">
        <pc:chgData name="强 李" userId="cd6c7ec7188785ae" providerId="LiveId" clId="{1FDC375D-313A-463B-9367-FB4EBD5D56AE}" dt="2023-08-26T21:40:17.791" v="1378" actId="47"/>
        <pc:sldMkLst>
          <pc:docMk/>
          <pc:sldMk cId="3443116219" sldId="572"/>
        </pc:sldMkLst>
      </pc:sldChg>
      <pc:sldChg chg="addSp modSp add mod ord">
        <pc:chgData name="强 李" userId="cd6c7ec7188785ae" providerId="LiveId" clId="{1FDC375D-313A-463B-9367-FB4EBD5D56AE}" dt="2023-08-26T21:16:51.231" v="833" actId="1036"/>
        <pc:sldMkLst>
          <pc:docMk/>
          <pc:sldMk cId="2582865884" sldId="573"/>
        </pc:sldMkLst>
        <pc:spChg chg="mod">
          <ac:chgData name="强 李" userId="cd6c7ec7188785ae" providerId="LiveId" clId="{1FDC375D-313A-463B-9367-FB4EBD5D56AE}" dt="2023-08-26T21:16:32.249" v="811" actId="113"/>
          <ac:spMkLst>
            <pc:docMk/>
            <pc:sldMk cId="2582865884" sldId="573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1:16:51.231" v="833" actId="1036"/>
          <ac:spMkLst>
            <pc:docMk/>
            <pc:sldMk cId="2582865884" sldId="573"/>
            <ac:spMk id="18" creationId="{00000000-0000-0000-0000-000000000000}"/>
          </ac:spMkLst>
        </pc:spChg>
        <pc:picChg chg="add mod">
          <ac:chgData name="强 李" userId="cd6c7ec7188785ae" providerId="LiveId" clId="{1FDC375D-313A-463B-9367-FB4EBD5D56AE}" dt="2023-08-26T21:16:13.558" v="809" actId="1076"/>
          <ac:picMkLst>
            <pc:docMk/>
            <pc:sldMk cId="2582865884" sldId="573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27:55.857" v="1139" actId="404"/>
        <pc:sldMkLst>
          <pc:docMk/>
          <pc:sldMk cId="159884778" sldId="574"/>
        </pc:sldMkLst>
        <pc:spChg chg="mod">
          <ac:chgData name="强 李" userId="cd6c7ec7188785ae" providerId="LiveId" clId="{1FDC375D-313A-463B-9367-FB4EBD5D56AE}" dt="2023-08-26T21:27:55.857" v="1139" actId="404"/>
          <ac:spMkLst>
            <pc:docMk/>
            <pc:sldMk cId="159884778" sldId="574"/>
            <ac:spMk id="2" creationId="{00000000-0000-0000-0000-000000000000}"/>
          </ac:spMkLst>
        </pc:spChg>
      </pc:sldChg>
      <pc:sldChg chg="delSp modSp add del mod">
        <pc:chgData name="强 李" userId="cd6c7ec7188785ae" providerId="LiveId" clId="{1FDC375D-313A-463B-9367-FB4EBD5D56AE}" dt="2023-08-26T20:31:24.293" v="280" actId="47"/>
        <pc:sldMkLst>
          <pc:docMk/>
          <pc:sldMk cId="2541167030" sldId="574"/>
        </pc:sldMkLst>
        <pc:spChg chg="mod">
          <ac:chgData name="强 李" userId="cd6c7ec7188785ae" providerId="LiveId" clId="{1FDC375D-313A-463B-9367-FB4EBD5D56AE}" dt="2023-08-26T20:26:48.530" v="207"/>
          <ac:spMkLst>
            <pc:docMk/>
            <pc:sldMk cId="2541167030" sldId="574"/>
            <ac:spMk id="2" creationId="{00000000-0000-0000-0000-000000000000}"/>
          </ac:spMkLst>
        </pc:spChg>
        <pc:picChg chg="del">
          <ac:chgData name="强 李" userId="cd6c7ec7188785ae" providerId="LiveId" clId="{1FDC375D-313A-463B-9367-FB4EBD5D56AE}" dt="2023-08-26T20:25:42.428" v="154" actId="478"/>
          <ac:picMkLst>
            <pc:docMk/>
            <pc:sldMk cId="2541167030" sldId="574"/>
            <ac:picMk id="4" creationId="{B7930A95-A326-32C9-622E-E700B82B42CB}"/>
          </ac:picMkLst>
        </pc:picChg>
      </pc:sldChg>
      <pc:sldChg chg="modSp add mod">
        <pc:chgData name="强 李" userId="cd6c7ec7188785ae" providerId="LiveId" clId="{1FDC375D-313A-463B-9367-FB4EBD5D56AE}" dt="2023-08-26T21:35:12.948" v="1253"/>
        <pc:sldMkLst>
          <pc:docMk/>
          <pc:sldMk cId="3225081264" sldId="575"/>
        </pc:sldMkLst>
        <pc:spChg chg="mod">
          <ac:chgData name="强 李" userId="cd6c7ec7188785ae" providerId="LiveId" clId="{1FDC375D-313A-463B-9367-FB4EBD5D56AE}" dt="2023-08-26T21:35:12.948" v="1253"/>
          <ac:spMkLst>
            <pc:docMk/>
            <pc:sldMk cId="3225081264" sldId="575"/>
            <ac:spMk id="2" creationId="{00000000-0000-0000-0000-000000000000}"/>
          </ac:spMkLst>
        </pc:spChg>
      </pc:sldChg>
      <pc:sldChg chg="modSp add del mod">
        <pc:chgData name="强 李" userId="cd6c7ec7188785ae" providerId="LiveId" clId="{1FDC375D-313A-463B-9367-FB4EBD5D56AE}" dt="2023-08-26T21:51:19.739" v="1478" actId="47"/>
        <pc:sldMkLst>
          <pc:docMk/>
          <pc:sldMk cId="1033393571" sldId="576"/>
        </pc:sldMkLst>
        <pc:spChg chg="mod">
          <ac:chgData name="强 李" userId="cd6c7ec7188785ae" providerId="LiveId" clId="{1FDC375D-313A-463B-9367-FB4EBD5D56AE}" dt="2023-08-26T21:50:07.402" v="1442" actId="113"/>
          <ac:spMkLst>
            <pc:docMk/>
            <pc:sldMk cId="1033393571" sldId="576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1:51:01.809" v="1476"/>
        <pc:sldMkLst>
          <pc:docMk/>
          <pc:sldMk cId="285165969" sldId="577"/>
        </pc:sldMkLst>
        <pc:spChg chg="mod">
          <ac:chgData name="强 李" userId="cd6c7ec7188785ae" providerId="LiveId" clId="{1FDC375D-313A-463B-9367-FB4EBD5D56AE}" dt="2023-08-26T21:50:57.225" v="1474"/>
          <ac:spMkLst>
            <pc:docMk/>
            <pc:sldMk cId="285165969" sldId="577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1:57:22.415" v="1560" actId="20577"/>
        <pc:sldMkLst>
          <pc:docMk/>
          <pc:sldMk cId="3107274554" sldId="578"/>
        </pc:sldMkLst>
        <pc:spChg chg="mod">
          <ac:chgData name="强 李" userId="cd6c7ec7188785ae" providerId="LiveId" clId="{1FDC375D-313A-463B-9367-FB4EBD5D56AE}" dt="2023-08-26T21:57:22.415" v="1560" actId="20577"/>
          <ac:spMkLst>
            <pc:docMk/>
            <pc:sldMk cId="3107274554" sldId="578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2:12.851" v="1875" actId="113"/>
        <pc:sldMkLst>
          <pc:docMk/>
          <pc:sldMk cId="3941516956" sldId="579"/>
        </pc:sldMkLst>
        <pc:spChg chg="mod">
          <ac:chgData name="强 李" userId="cd6c7ec7188785ae" providerId="LiveId" clId="{1FDC375D-313A-463B-9367-FB4EBD5D56AE}" dt="2023-08-26T22:12:12.851" v="1875" actId="113"/>
          <ac:spMkLst>
            <pc:docMk/>
            <pc:sldMk cId="3941516956" sldId="579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3:19.658" v="1916" actId="20577"/>
        <pc:sldMkLst>
          <pc:docMk/>
          <pc:sldMk cId="401985542" sldId="580"/>
        </pc:sldMkLst>
        <pc:spChg chg="mod">
          <ac:chgData name="强 李" userId="cd6c7ec7188785ae" providerId="LiveId" clId="{1FDC375D-313A-463B-9367-FB4EBD5D56AE}" dt="2023-08-26T22:13:19.658" v="1916" actId="20577"/>
          <ac:spMkLst>
            <pc:docMk/>
            <pc:sldMk cId="401985542" sldId="580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18:05.501" v="2054" actId="6549"/>
        <pc:sldMkLst>
          <pc:docMk/>
          <pc:sldMk cId="3652969572" sldId="581"/>
        </pc:sldMkLst>
        <pc:spChg chg="mod">
          <ac:chgData name="强 李" userId="cd6c7ec7188785ae" providerId="LiveId" clId="{1FDC375D-313A-463B-9367-FB4EBD5D56AE}" dt="2023-08-26T22:18:05.501" v="2054" actId="6549"/>
          <ac:spMkLst>
            <pc:docMk/>
            <pc:sldMk cId="3652969572" sldId="581"/>
            <ac:spMk id="2" creationId="{00000000-0000-0000-0000-000000000000}"/>
          </ac:spMkLst>
        </pc:spChg>
      </pc:sldChg>
      <pc:sldChg chg="modSp add mod ord">
        <pc:chgData name="强 李" userId="cd6c7ec7188785ae" providerId="LiveId" clId="{1FDC375D-313A-463B-9367-FB4EBD5D56AE}" dt="2023-08-26T22:27:52.004" v="2398"/>
        <pc:sldMkLst>
          <pc:docMk/>
          <pc:sldMk cId="1488126517" sldId="582"/>
        </pc:sldMkLst>
        <pc:spChg chg="mod">
          <ac:chgData name="强 李" userId="cd6c7ec7188785ae" providerId="LiveId" clId="{1FDC375D-313A-463B-9367-FB4EBD5D56AE}" dt="2023-08-26T22:27:52.004" v="2398"/>
          <ac:spMkLst>
            <pc:docMk/>
            <pc:sldMk cId="1488126517" sldId="582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21:51.930" v="2212"/>
        <pc:sldMkLst>
          <pc:docMk/>
          <pc:sldMk cId="599750978" sldId="583"/>
        </pc:sldMkLst>
        <pc:spChg chg="mod">
          <ac:chgData name="强 李" userId="cd6c7ec7188785ae" providerId="LiveId" clId="{1FDC375D-313A-463B-9367-FB4EBD5D56AE}" dt="2023-08-26T22:21:51.930" v="2212"/>
          <ac:spMkLst>
            <pc:docMk/>
            <pc:sldMk cId="599750978" sldId="583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1:47.387" v="2612"/>
        <pc:sldMkLst>
          <pc:docMk/>
          <pc:sldMk cId="3883622925" sldId="584"/>
        </pc:sldMkLst>
        <pc:spChg chg="mod">
          <ac:chgData name="强 李" userId="cd6c7ec7188785ae" providerId="LiveId" clId="{1FDC375D-313A-463B-9367-FB4EBD5D56AE}" dt="2023-08-26T22:31:47.387" v="2612"/>
          <ac:spMkLst>
            <pc:docMk/>
            <pc:sldMk cId="3883622925" sldId="584"/>
            <ac:spMk id="2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24.450" v="2799" actId="6549"/>
        <pc:sldMkLst>
          <pc:docMk/>
          <pc:sldMk cId="2093064981" sldId="585"/>
        </pc:sldMkLst>
        <pc:spChg chg="mod">
          <ac:chgData name="强 李" userId="cd6c7ec7188785ae" providerId="LiveId" clId="{1FDC375D-313A-463B-9367-FB4EBD5D56AE}" dt="2023-08-26T22:39:24.450" v="2799" actId="6549"/>
          <ac:spMkLst>
            <pc:docMk/>
            <pc:sldMk cId="2093064981" sldId="585"/>
            <ac:spMk id="2" creationId="{00000000-0000-0000-0000-000000000000}"/>
          </ac:spMkLst>
        </pc:spChg>
        <pc:spChg chg="mod">
          <ac:chgData name="强 李" userId="cd6c7ec7188785ae" providerId="LiveId" clId="{1FDC375D-313A-463B-9367-FB4EBD5D56AE}" dt="2023-08-26T22:32:54.220" v="2629" actId="14100"/>
          <ac:spMkLst>
            <pc:docMk/>
            <pc:sldMk cId="2093064981" sldId="585"/>
            <ac:spMk id="18" creationId="{00000000-0000-0000-0000-000000000000}"/>
          </ac:spMkLst>
        </pc:spChg>
      </pc:sldChg>
      <pc:sldChg chg="modSp add mod">
        <pc:chgData name="强 李" userId="cd6c7ec7188785ae" providerId="LiveId" clId="{1FDC375D-313A-463B-9367-FB4EBD5D56AE}" dt="2023-08-26T22:39:38.356" v="2801" actId="20577"/>
        <pc:sldMkLst>
          <pc:docMk/>
          <pc:sldMk cId="4127907290" sldId="586"/>
        </pc:sldMkLst>
        <pc:spChg chg="mod">
          <ac:chgData name="强 李" userId="cd6c7ec7188785ae" providerId="LiveId" clId="{1FDC375D-313A-463B-9367-FB4EBD5D56AE}" dt="2023-08-26T22:39:38.356" v="2801" actId="20577"/>
          <ac:spMkLst>
            <pc:docMk/>
            <pc:sldMk cId="4127907290" sldId="586"/>
            <ac:spMk id="2" creationId="{00000000-0000-0000-0000-000000000000}"/>
          </ac:spMkLst>
        </pc:spChg>
      </pc:sldChg>
    </pc:docChg>
  </pc:docChgLst>
  <pc:docChgLst>
    <pc:chgData name="强 李" userId="cd6c7ec7188785ae" providerId="LiveId" clId="{D8AF1FA3-A15C-4469-BA9D-AFFCB1926A56}"/>
    <pc:docChg chg="undo custSel addSld delSld modSld sldOrd">
      <pc:chgData name="强 李" userId="cd6c7ec7188785ae" providerId="LiveId" clId="{D8AF1FA3-A15C-4469-BA9D-AFFCB1926A56}" dt="2023-07-29T22:36:46.709" v="3114"/>
      <pc:docMkLst>
        <pc:docMk/>
      </pc:docMkLst>
      <pc:sldChg chg="modSp mod">
        <pc:chgData name="强 李" userId="cd6c7ec7188785ae" providerId="LiveId" clId="{D8AF1FA3-A15C-4469-BA9D-AFFCB1926A56}" dt="2023-07-29T02:12:31.887" v="1377" actId="1035"/>
        <pc:sldMkLst>
          <pc:docMk/>
          <pc:sldMk cId="0" sldId="425"/>
        </pc:sldMkLst>
        <pc:spChg chg="mod">
          <ac:chgData name="强 李" userId="cd6c7ec7188785ae" providerId="LiveId" clId="{D8AF1FA3-A15C-4469-BA9D-AFFCB1926A56}" dt="2023-07-29T00:57:08.525" v="74" actId="20577"/>
          <ac:spMkLst>
            <pc:docMk/>
            <pc:sldMk cId="0" sldId="425"/>
            <ac:spMk id="18" creationId="{00000000-0000-0000-0000-000000000000}"/>
          </ac:spMkLst>
        </pc:spChg>
        <pc:graphicFrameChg chg="mod modGraphic">
          <ac:chgData name="强 李" userId="cd6c7ec7188785ae" providerId="LiveId" clId="{D8AF1FA3-A15C-4469-BA9D-AFFCB1926A56}" dt="2023-07-29T02:12:31.887" v="1377" actId="1035"/>
          <ac:graphicFrameMkLst>
            <pc:docMk/>
            <pc:sldMk cId="0" sldId="425"/>
            <ac:graphicFrameMk id="5" creationId="{6AB369E9-7320-DE30-3AFD-31DAAE20458E}"/>
          </ac:graphicFrameMkLst>
        </pc:graphicFrameChg>
      </pc:sldChg>
      <pc:sldChg chg="modSp mod">
        <pc:chgData name="强 李" userId="cd6c7ec7188785ae" providerId="LiveId" clId="{D8AF1FA3-A15C-4469-BA9D-AFFCB1926A56}" dt="2023-07-29T01:10:09.786" v="288" actId="20577"/>
        <pc:sldMkLst>
          <pc:docMk/>
          <pc:sldMk cId="54695671" sldId="531"/>
        </pc:sldMkLst>
        <pc:spChg chg="mod">
          <ac:chgData name="强 李" userId="cd6c7ec7188785ae" providerId="LiveId" clId="{D8AF1FA3-A15C-4469-BA9D-AFFCB1926A56}" dt="2023-07-29T01:10:09.786" v="288" actId="20577"/>
          <ac:spMkLst>
            <pc:docMk/>
            <pc:sldMk cId="54695671" sldId="531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04:36.392" v="136"/>
          <ac:spMkLst>
            <pc:docMk/>
            <pc:sldMk cId="54695671" sldId="531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01:35:39.142" v="533" actId="1037"/>
        <pc:sldMkLst>
          <pc:docMk/>
          <pc:sldMk cId="3813767857" sldId="538"/>
        </pc:sldMkLst>
        <pc:spChg chg="mod">
          <ac:chgData name="强 李" userId="cd6c7ec7188785ae" providerId="LiveId" clId="{D8AF1FA3-A15C-4469-BA9D-AFFCB1926A56}" dt="2023-07-29T01:35:25.547" v="509"/>
          <ac:spMkLst>
            <pc:docMk/>
            <pc:sldMk cId="3813767857" sldId="538"/>
            <ac:spMk id="5" creationId="{00000000-0000-0000-0000-000000000000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8" creationId="{B374C94C-C872-3511-AC0D-EF2D20228CEF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0" creationId="{95EBD347-AA64-7E7D-C74C-CCE8BEC72C54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2" creationId="{D3E28507-476B-B402-EFD7-BD3D8747D1C7}"/>
          </ac:spMkLst>
        </pc:spChg>
        <pc:spChg chg="add mod">
          <ac:chgData name="强 李" userId="cd6c7ec7188785ae" providerId="LiveId" clId="{D8AF1FA3-A15C-4469-BA9D-AFFCB1926A56}" dt="2023-07-29T01:35:39.142" v="533" actId="1037"/>
          <ac:spMkLst>
            <pc:docMk/>
            <pc:sldMk cId="3813767857" sldId="538"/>
            <ac:spMk id="14" creationId="{DF601F49-CE28-55CB-BA42-69838FC73280}"/>
          </ac:spMkLst>
        </pc:spChg>
        <pc:spChg chg="add del mod">
          <ac:chgData name="强 李" userId="cd6c7ec7188785ae" providerId="LiveId" clId="{D8AF1FA3-A15C-4469-BA9D-AFFCB1926A56}" dt="2023-07-29T01:33:39.171" v="492" actId="478"/>
          <ac:spMkLst>
            <pc:docMk/>
            <pc:sldMk cId="3813767857" sldId="538"/>
            <ac:spMk id="16" creationId="{DCC5009D-5795-3901-0BF3-FE700130DF41}"/>
          </ac:spMkLst>
        </pc:spChg>
        <pc:picChg chg="add mod">
          <ac:chgData name="强 李" userId="cd6c7ec7188785ae" providerId="LiveId" clId="{D8AF1FA3-A15C-4469-BA9D-AFFCB1926A56}" dt="2023-07-29T01:29:26.229" v="472" actId="1076"/>
          <ac:picMkLst>
            <pc:docMk/>
            <pc:sldMk cId="3813767857" sldId="538"/>
            <ac:picMk id="3" creationId="{9C1D11B1-F81B-5AD9-700F-83EB1E222057}"/>
          </ac:picMkLst>
        </pc:picChg>
        <pc:picChg chg="del">
          <ac:chgData name="强 李" userId="cd6c7ec7188785ae" providerId="LiveId" clId="{D8AF1FA3-A15C-4469-BA9D-AFFCB1926A56}" dt="2023-07-29T01:28:58.106" v="465" actId="478"/>
          <ac:picMkLst>
            <pc:docMk/>
            <pc:sldMk cId="3813767857" sldId="538"/>
            <ac:picMk id="6" creationId="{081A24BA-7881-FC8E-B899-CACD3C0C8414}"/>
          </ac:picMkLst>
        </pc:pic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88333421" sldId="541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014528576" sldId="542"/>
        </pc:sldMkLst>
      </pc:sldChg>
      <pc:sldChg chg="modSp mod">
        <pc:chgData name="强 李" userId="cd6c7ec7188785ae" providerId="LiveId" clId="{D8AF1FA3-A15C-4469-BA9D-AFFCB1926A56}" dt="2023-07-29T10:06:55.351" v="3110" actId="113"/>
        <pc:sldMkLst>
          <pc:docMk/>
          <pc:sldMk cId="1242525785" sldId="543"/>
        </pc:sldMkLst>
        <pc:spChg chg="mod">
          <ac:chgData name="强 李" userId="cd6c7ec7188785ae" providerId="LiveId" clId="{D8AF1FA3-A15C-4469-BA9D-AFFCB1926A56}" dt="2023-07-29T10:06:55.351" v="3110" actId="113"/>
          <ac:spMkLst>
            <pc:docMk/>
            <pc:sldMk cId="1242525785" sldId="543"/>
            <ac:spMk id="2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236072088" sldId="546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2632320746" sldId="551"/>
        </pc:sldMkLst>
      </pc:sldChg>
      <pc:sldChg chg="modSp mod">
        <pc:chgData name="强 李" userId="cd6c7ec7188785ae" providerId="LiveId" clId="{D8AF1FA3-A15C-4469-BA9D-AFFCB1926A56}" dt="2023-07-29T02:50:13.827" v="2252"/>
        <pc:sldMkLst>
          <pc:docMk/>
          <pc:sldMk cId="419382719" sldId="552"/>
        </pc:sldMkLst>
        <pc:spChg chg="mod">
          <ac:chgData name="强 李" userId="cd6c7ec7188785ae" providerId="LiveId" clId="{D8AF1FA3-A15C-4469-BA9D-AFFCB1926A56}" dt="2023-07-29T02:50:13.827" v="2252"/>
          <ac:spMkLst>
            <pc:docMk/>
            <pc:sldMk cId="419382719" sldId="552"/>
            <ac:spMk id="2" creationId="{00000000-0000-0000-0000-000000000000}"/>
          </ac:spMkLst>
        </pc:spChg>
      </pc:sldChg>
      <pc:sldChg chg="modSp mod">
        <pc:chgData name="强 李" userId="cd6c7ec7188785ae" providerId="LiveId" clId="{D8AF1FA3-A15C-4469-BA9D-AFFCB1926A56}" dt="2023-07-29T02:12:50.366" v="1403" actId="1035"/>
        <pc:sldMkLst>
          <pc:docMk/>
          <pc:sldMk cId="530530540" sldId="553"/>
        </pc:sldMkLst>
        <pc:spChg chg="mod">
          <ac:chgData name="强 李" userId="cd6c7ec7188785ae" providerId="LiveId" clId="{D8AF1FA3-A15C-4469-BA9D-AFFCB1926A56}" dt="2023-07-29T02:12:50.366" v="1403" actId="1035"/>
          <ac:spMkLst>
            <pc:docMk/>
            <pc:sldMk cId="530530540" sldId="553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6:33.828" v="443"/>
          <ac:spMkLst>
            <pc:docMk/>
            <pc:sldMk cId="530530540" sldId="553"/>
            <ac:spMk id="18" creationId="{00000000-0000-0000-0000-000000000000}"/>
          </ac:spMkLst>
        </pc:spChg>
      </pc:sldChg>
      <pc:sldChg chg="addSp delSp modSp mod ord">
        <pc:chgData name="强 李" userId="cd6c7ec7188785ae" providerId="LiveId" clId="{D8AF1FA3-A15C-4469-BA9D-AFFCB1926A56}" dt="2023-07-29T22:36:46.709" v="3114"/>
        <pc:sldMkLst>
          <pc:docMk/>
          <pc:sldMk cId="3418790839" sldId="554"/>
        </pc:sldMkLst>
        <pc:spChg chg="mod">
          <ac:chgData name="强 李" userId="cd6c7ec7188785ae" providerId="LiveId" clId="{D8AF1FA3-A15C-4469-BA9D-AFFCB1926A56}" dt="2023-07-29T00:53:41.234" v="31"/>
          <ac:spMkLst>
            <pc:docMk/>
            <pc:sldMk cId="3418790839" sldId="554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8" creationId="{18B966AB-7D3A-E7C3-B2B0-BBE50B313EC6}"/>
          </ac:spMkLst>
        </pc:spChg>
        <pc:spChg chg="add mod">
          <ac:chgData name="强 李" userId="cd6c7ec7188785ae" providerId="LiveId" clId="{D8AF1FA3-A15C-4469-BA9D-AFFCB1926A56}" dt="2023-07-29T00:54:49.184" v="46" actId="14100"/>
          <ac:spMkLst>
            <pc:docMk/>
            <pc:sldMk cId="3418790839" sldId="554"/>
            <ac:spMk id="9" creationId="{1F5B6856-AF8A-4085-2AF6-D259C7449B9E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0" creationId="{7BEE8677-CFAD-6942-832E-87D52B896121}"/>
          </ac:spMkLst>
        </pc:spChg>
        <pc:spChg chg="add mod">
          <ac:chgData name="强 李" userId="cd6c7ec7188785ae" providerId="LiveId" clId="{D8AF1FA3-A15C-4469-BA9D-AFFCB1926A56}" dt="2023-07-29T00:54:36.198" v="43" actId="2710"/>
          <ac:spMkLst>
            <pc:docMk/>
            <pc:sldMk cId="3418790839" sldId="554"/>
            <ac:spMk id="11" creationId="{3CAB36DD-1A23-5A1B-C9B0-3F43FAF7A79F}"/>
          </ac:spMkLst>
        </pc:spChg>
        <pc:spChg chg="add mod">
          <ac:chgData name="强 李" userId="cd6c7ec7188785ae" providerId="LiveId" clId="{D8AF1FA3-A15C-4469-BA9D-AFFCB1926A56}" dt="2023-07-29T00:54:01.718" v="35"/>
          <ac:spMkLst>
            <pc:docMk/>
            <pc:sldMk cId="3418790839" sldId="554"/>
            <ac:spMk id="12" creationId="{90FC4EF0-0582-7DC7-F53E-9A1A4B9AFC50}"/>
          </ac:spMkLst>
        </pc:spChg>
        <pc:spChg chg="add mod">
          <ac:chgData name="强 李" userId="cd6c7ec7188785ae" providerId="LiveId" clId="{D8AF1FA3-A15C-4469-BA9D-AFFCB1926A56}" dt="2023-07-29T00:55:35.481" v="64" actId="20577"/>
          <ac:spMkLst>
            <pc:docMk/>
            <pc:sldMk cId="3418790839" sldId="554"/>
            <ac:spMk id="13" creationId="{7DAB6BBF-A107-5EDA-C988-F2FCC0FA4ADA}"/>
          </ac:spMkLst>
        </pc:spChg>
        <pc:spChg chg="mod">
          <ac:chgData name="强 李" userId="cd6c7ec7188785ae" providerId="LiveId" clId="{D8AF1FA3-A15C-4469-BA9D-AFFCB1926A56}" dt="2023-07-29T00:56:56.073" v="70" actId="20577"/>
          <ac:spMkLst>
            <pc:docMk/>
            <pc:sldMk cId="3418790839" sldId="554"/>
            <ac:spMk id="18" creationId="{00000000-0000-0000-0000-000000000000}"/>
          </ac:spMkLst>
        </pc:spChg>
        <pc:grpChg chg="add mod">
          <ac:chgData name="强 李" userId="cd6c7ec7188785ae" providerId="LiveId" clId="{D8AF1FA3-A15C-4469-BA9D-AFFCB1926A56}" dt="2023-07-29T00:56:32.760" v="67" actId="14100"/>
          <ac:grpSpMkLst>
            <pc:docMk/>
            <pc:sldMk cId="3418790839" sldId="554"/>
            <ac:grpSpMk id="4" creationId="{67CFBFED-23BA-58E2-0492-595457A1DA5E}"/>
          </ac:grpSpMkLst>
        </pc:grpChg>
        <pc:grpChg chg="add mod">
          <ac:chgData name="强 李" userId="cd6c7ec7188785ae" providerId="LiveId" clId="{D8AF1FA3-A15C-4469-BA9D-AFFCB1926A56}" dt="2023-07-29T00:54:58.923" v="48" actId="14100"/>
          <ac:grpSpMkLst>
            <pc:docMk/>
            <pc:sldMk cId="3418790839" sldId="554"/>
            <ac:grpSpMk id="6" creationId="{56CD5BD2-A0CC-7D0E-3BD1-0613845A3BF3}"/>
          </ac:grpSpMkLst>
        </pc:grpChg>
        <pc:grpChg chg="add mod">
          <ac:chgData name="强 李" userId="cd6c7ec7188785ae" providerId="LiveId" clId="{D8AF1FA3-A15C-4469-BA9D-AFFCB1926A56}" dt="2023-07-29T00:54:54.727" v="47" actId="14100"/>
          <ac:grpSpMkLst>
            <pc:docMk/>
            <pc:sldMk cId="3418790839" sldId="554"/>
            <ac:grpSpMk id="7" creationId="{4910B73A-3062-7867-777F-E107D91F1F13}"/>
          </ac:grpSpMkLst>
        </pc:grpChg>
        <pc:graphicFrameChg chg="del mod">
          <ac:chgData name="强 李" userId="cd6c7ec7188785ae" providerId="LiveId" clId="{D8AF1FA3-A15C-4469-BA9D-AFFCB1926A56}" dt="2023-07-29T00:54:01.338" v="34" actId="478"/>
          <ac:graphicFrameMkLst>
            <pc:docMk/>
            <pc:sldMk cId="3418790839" sldId="554"/>
            <ac:graphicFrameMk id="3" creationId="{834FEE26-B6D8-F604-DE97-236834A9A579}"/>
          </ac:graphicFrameMkLst>
        </pc:graphicFrameChg>
        <pc:graphicFrameChg chg="add del modGraphic">
          <ac:chgData name="强 李" userId="cd6c7ec7188785ae" providerId="LiveId" clId="{D8AF1FA3-A15C-4469-BA9D-AFFCB1926A56}" dt="2023-07-29T00:56:18.978" v="66" actId="1032"/>
          <ac:graphicFrameMkLst>
            <pc:docMk/>
            <pc:sldMk cId="3418790839" sldId="554"/>
            <ac:graphicFrameMk id="14" creationId="{D73D44BE-33E5-44C3-0D81-88AA31CD5728}"/>
          </ac:graphicFrameMkLst>
        </pc:graphicFrameChg>
        <pc:cxnChg chg="mod">
          <ac:chgData name="强 李" userId="cd6c7ec7188785ae" providerId="LiveId" clId="{D8AF1FA3-A15C-4469-BA9D-AFFCB1926A56}" dt="2023-07-29T00:54:21.355" v="40" actId="1076"/>
          <ac:cxnSpMkLst>
            <pc:docMk/>
            <pc:sldMk cId="3418790839" sldId="554"/>
            <ac:cxnSpMk id="5" creationId="{9CA26DAA-ACC3-E965-66E4-F6A39B93A5B3}"/>
          </ac:cxnSpMkLst>
        </pc:cxn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692116085" sldId="555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60840645" sldId="557"/>
        </pc:sldMkLst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3879874253" sldId="558"/>
        </pc:sldMkLst>
      </pc:sldChg>
      <pc:sldChg chg="modSp mod">
        <pc:chgData name="强 李" userId="cd6c7ec7188785ae" providerId="LiveId" clId="{D8AF1FA3-A15C-4469-BA9D-AFFCB1926A56}" dt="2023-07-29T00:51:35.738" v="8" actId="6549"/>
        <pc:sldMkLst>
          <pc:docMk/>
          <pc:sldMk cId="1911491714" sldId="560"/>
        </pc:sldMkLst>
        <pc:spChg chg="mod">
          <ac:chgData name="强 李" userId="cd6c7ec7188785ae" providerId="LiveId" clId="{D8AF1FA3-A15C-4469-BA9D-AFFCB1926A56}" dt="2023-07-29T00:51:35.738" v="8" actId="6549"/>
          <ac:spMkLst>
            <pc:docMk/>
            <pc:sldMk cId="1911491714" sldId="560"/>
            <ac:spMk id="4" creationId="{00000000-0000-0000-0000-000000000000}"/>
          </ac:spMkLst>
        </pc:spChg>
        <pc:spChg chg="mod">
          <ac:chgData name="强 李" userId="cd6c7ec7188785ae" providerId="LiveId" clId="{D8AF1FA3-A15C-4469-BA9D-AFFCB1926A56}" dt="2023-07-29T00:51:12.974" v="3" actId="20577"/>
          <ac:spMkLst>
            <pc:docMk/>
            <pc:sldMk cId="1911491714" sldId="560"/>
            <ac:spMk id="5" creationId="{00000000-0000-0000-0000-000000000000}"/>
          </ac:spMkLst>
        </pc:spChg>
      </pc:sldChg>
      <pc:sldChg chg="del">
        <pc:chgData name="强 李" userId="cd6c7ec7188785ae" providerId="LiveId" clId="{D8AF1FA3-A15C-4469-BA9D-AFFCB1926A56}" dt="2023-07-29T01:40:20.771" v="660" actId="47"/>
        <pc:sldMkLst>
          <pc:docMk/>
          <pc:sldMk cId="158457568" sldId="561"/>
        </pc:sldMkLst>
      </pc:sldChg>
      <pc:sldChg chg="modSp add mod">
        <pc:chgData name="强 李" userId="cd6c7ec7188785ae" providerId="LiveId" clId="{D8AF1FA3-A15C-4469-BA9D-AFFCB1926A56}" dt="2023-07-29T01:16:11.494" v="430" actId="6549"/>
        <pc:sldMkLst>
          <pc:docMk/>
          <pc:sldMk cId="3703745998" sldId="562"/>
        </pc:sldMkLst>
        <pc:spChg chg="mod">
          <ac:chgData name="强 李" userId="cd6c7ec7188785ae" providerId="LiveId" clId="{D8AF1FA3-A15C-4469-BA9D-AFFCB1926A56}" dt="2023-07-29T01:16:11.494" v="430" actId="6549"/>
          <ac:spMkLst>
            <pc:docMk/>
            <pc:sldMk cId="3703745998" sldId="562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15:12.108" v="424"/>
          <ac:spMkLst>
            <pc:docMk/>
            <pc:sldMk cId="3703745998" sldId="562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12:58.949" v="1423" actId="1035"/>
        <pc:sldMkLst>
          <pc:docMk/>
          <pc:sldMk cId="377519088" sldId="563"/>
        </pc:sldMkLst>
        <pc:spChg chg="mod">
          <ac:chgData name="强 李" userId="cd6c7ec7188785ae" providerId="LiveId" clId="{D8AF1FA3-A15C-4469-BA9D-AFFCB1926A56}" dt="2023-07-29T02:12:58.949" v="1423" actId="1035"/>
          <ac:spMkLst>
            <pc:docMk/>
            <pc:sldMk cId="377519088" sldId="563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22:03.412" v="1680" actId="113"/>
        <pc:sldMkLst>
          <pc:docMk/>
          <pc:sldMk cId="3801954157" sldId="564"/>
        </pc:sldMkLst>
        <pc:spChg chg="mod">
          <ac:chgData name="强 李" userId="cd6c7ec7188785ae" providerId="LiveId" clId="{D8AF1FA3-A15C-4469-BA9D-AFFCB1926A56}" dt="2023-07-29T02:22:03.412" v="1680" actId="113"/>
          <ac:spMkLst>
            <pc:docMk/>
            <pc:sldMk cId="3801954157" sldId="564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0.538" v="1920" actId="207"/>
        <pc:sldMkLst>
          <pc:docMk/>
          <pc:sldMk cId="2258895756" sldId="565"/>
        </pc:sldMkLst>
        <pc:spChg chg="mod">
          <ac:chgData name="强 李" userId="cd6c7ec7188785ae" providerId="LiveId" clId="{D8AF1FA3-A15C-4469-BA9D-AFFCB1926A56}" dt="2023-07-29T02:37:30.538" v="1920" actId="207"/>
          <ac:spMkLst>
            <pc:docMk/>
            <pc:sldMk cId="2258895756" sldId="565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1:59:08.868" v="1083"/>
          <ac:spMkLst>
            <pc:docMk/>
            <pc:sldMk cId="2258895756" sldId="565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6:54.234" v="1916"/>
        <pc:sldMkLst>
          <pc:docMk/>
          <pc:sldMk cId="2967047043" sldId="566"/>
        </pc:sldMkLst>
        <pc:spChg chg="mod">
          <ac:chgData name="强 李" userId="cd6c7ec7188785ae" providerId="LiveId" clId="{D8AF1FA3-A15C-4469-BA9D-AFFCB1926A56}" dt="2023-07-29T02:36:54.234" v="1916"/>
          <ac:spMkLst>
            <pc:docMk/>
            <pc:sldMk cId="2967047043" sldId="566"/>
            <ac:spMk id="2" creationId="{00000000-0000-0000-0000-000000000000}"/>
          </ac:spMkLst>
        </pc:spChg>
        <pc:spChg chg="mod">
          <ac:chgData name="强 李" userId="cd6c7ec7188785ae" providerId="LiveId" clId="{D8AF1FA3-A15C-4469-BA9D-AFFCB1926A56}" dt="2023-07-29T02:00:12.484" v="1106"/>
          <ac:spMkLst>
            <pc:docMk/>
            <pc:sldMk cId="2967047043" sldId="566"/>
            <ac:spMk id="18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2:37:36.342" v="1921" actId="207"/>
        <pc:sldMkLst>
          <pc:docMk/>
          <pc:sldMk cId="3236022374" sldId="567"/>
        </pc:sldMkLst>
        <pc:spChg chg="mod">
          <ac:chgData name="强 李" userId="cd6c7ec7188785ae" providerId="LiveId" clId="{D8AF1FA3-A15C-4469-BA9D-AFFCB1926A56}" dt="2023-07-29T02:37:36.342" v="1921" actId="207"/>
          <ac:spMkLst>
            <pc:docMk/>
            <pc:sldMk cId="3236022374" sldId="567"/>
            <ac:spMk id="2" creationId="{00000000-0000-0000-0000-000000000000}"/>
          </ac:spMkLst>
        </pc:spChg>
      </pc:sldChg>
      <pc:sldChg chg="addSp delSp modSp add mod setBg">
        <pc:chgData name="强 李" userId="cd6c7ec7188785ae" providerId="LiveId" clId="{D8AF1FA3-A15C-4469-BA9D-AFFCB1926A56}" dt="2023-07-29T05:07:35.510" v="3106" actId="6549"/>
        <pc:sldMkLst>
          <pc:docMk/>
          <pc:sldMk cId="281334666" sldId="568"/>
        </pc:sldMkLst>
        <pc:spChg chg="mod ord">
          <ac:chgData name="强 李" userId="cd6c7ec7188785ae" providerId="LiveId" clId="{D8AF1FA3-A15C-4469-BA9D-AFFCB1926A56}" dt="2023-07-29T02:33:33.098" v="1851" actId="14100"/>
          <ac:spMkLst>
            <pc:docMk/>
            <pc:sldMk cId="281334666" sldId="568"/>
            <ac:spMk id="2" creationId="{00000000-0000-0000-0000-000000000000}"/>
          </ac:spMkLst>
        </pc:spChg>
        <pc:spChg chg="add mod">
          <ac:chgData name="强 李" userId="cd6c7ec7188785ae" providerId="LiveId" clId="{D8AF1FA3-A15C-4469-BA9D-AFFCB1926A56}" dt="2023-07-29T05:07:29.040" v="3105"/>
          <ac:spMkLst>
            <pc:docMk/>
            <pc:sldMk cId="281334666" sldId="568"/>
            <ac:spMk id="4" creationId="{CC335C20-388B-F120-9503-2E05FBEE5326}"/>
          </ac:spMkLst>
        </pc:spChg>
        <pc:spChg chg="mod">
          <ac:chgData name="强 李" userId="cd6c7ec7188785ae" providerId="LiveId" clId="{D8AF1FA3-A15C-4469-BA9D-AFFCB1926A56}" dt="2023-07-29T05:07:35.510" v="3106" actId="6549"/>
          <ac:spMkLst>
            <pc:docMk/>
            <pc:sldMk cId="281334666" sldId="568"/>
            <ac:spMk id="18" creationId="{00000000-0000-0000-0000-000000000000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3" creationId="{0E3596DD-156A-473E-9BB3-C6A29F7574E9}"/>
          </ac:spMkLst>
        </pc:spChg>
        <pc:spChg chg="add del">
          <ac:chgData name="强 李" userId="cd6c7ec7188785ae" providerId="LiveId" clId="{D8AF1FA3-A15C-4469-BA9D-AFFCB1926A56}" dt="2023-07-29T02:32:39.784" v="1837" actId="26606"/>
          <ac:spMkLst>
            <pc:docMk/>
            <pc:sldMk cId="281334666" sldId="568"/>
            <ac:spMk id="25" creationId="{2C46C4D6-C474-4E92-B52E-944C1118F7B6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8" creationId="{A2679492-7988-4050-9056-542444452411}"/>
          </ac:spMkLst>
        </pc:spChg>
        <pc:spChg chg="add del">
          <ac:chgData name="强 李" userId="cd6c7ec7188785ae" providerId="LiveId" clId="{D8AF1FA3-A15C-4469-BA9D-AFFCB1926A56}" dt="2023-07-29T02:32:41.122" v="1839" actId="26606"/>
          <ac:spMkLst>
            <pc:docMk/>
            <pc:sldMk cId="281334666" sldId="568"/>
            <ac:spMk id="29" creationId="{B091B163-7D61-4891-ABCF-5C13D9C418D0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1" creationId="{2B97F24A-32CE-4C1C-A50D-3016B394DCFB}"/>
          </ac:spMkLst>
        </pc:spChg>
        <pc:spChg chg="add del">
          <ac:chgData name="强 李" userId="cd6c7ec7188785ae" providerId="LiveId" clId="{D8AF1FA3-A15C-4469-BA9D-AFFCB1926A56}" dt="2023-07-29T02:32:42.204" v="1841" actId="26606"/>
          <ac:spMkLst>
            <pc:docMk/>
            <pc:sldMk cId="281334666" sldId="568"/>
            <ac:spMk id="32" creationId="{CD8B4F24-440B-49E9-B85D-733523DC064B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4" creationId="{2EB492CD-616E-47F8-933B-5E2D952A0593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5" creationId="{59383CF9-23B5-4335-9B21-1791C4CF1C75}"/>
          </ac:spMkLst>
        </pc:spChg>
        <pc:spChg chg="add del">
          <ac:chgData name="强 李" userId="cd6c7ec7188785ae" providerId="LiveId" clId="{D8AF1FA3-A15C-4469-BA9D-AFFCB1926A56}" dt="2023-07-29T02:32:44.285" v="1843" actId="26606"/>
          <ac:spMkLst>
            <pc:docMk/>
            <pc:sldMk cId="281334666" sldId="568"/>
            <ac:spMk id="36" creationId="{0007FE00-9498-4706-B255-6437B0252C02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8" creationId="{743AA782-23D1-4521-8CAD-47662984AA08}"/>
          </ac:spMkLst>
        </pc:spChg>
        <pc:spChg chg="add del">
          <ac:chgData name="强 李" userId="cd6c7ec7188785ae" providerId="LiveId" clId="{D8AF1FA3-A15C-4469-BA9D-AFFCB1926A56}" dt="2023-07-29T02:32:47.910" v="1845" actId="26606"/>
          <ac:spMkLst>
            <pc:docMk/>
            <pc:sldMk cId="281334666" sldId="568"/>
            <ac:spMk id="39" creationId="{71877DBC-BB60-40F0-AC93-2ACDBAAE60CE}"/>
          </ac:spMkLst>
        </pc:spChg>
        <pc:picChg chg="add mod">
          <ac:chgData name="强 李" userId="cd6c7ec7188785ae" providerId="LiveId" clId="{D8AF1FA3-A15C-4469-BA9D-AFFCB1926A56}" dt="2023-07-29T02:32:47.914" v="1846" actId="26606"/>
          <ac:picMkLst>
            <pc:docMk/>
            <pc:sldMk cId="281334666" sldId="568"/>
            <ac:picMk id="3" creationId="{D4545395-AC25-66C9-5BB7-B74CB411FAF6}"/>
          </ac:picMkLst>
        </pc:picChg>
        <pc:cxnChg chg="add del">
          <ac:chgData name="强 李" userId="cd6c7ec7188785ae" providerId="LiveId" clId="{D8AF1FA3-A15C-4469-BA9D-AFFCB1926A56}" dt="2023-07-29T02:32:41.122" v="1839" actId="26606"/>
          <ac:cxnSpMkLst>
            <pc:docMk/>
            <pc:sldMk cId="281334666" sldId="568"/>
            <ac:cxnSpMk id="27" creationId="{C49DA8F6-BCC1-4447-B54C-57856834B94B}"/>
          </ac:cxnSpMkLst>
        </pc:cxnChg>
        <pc:cxnChg chg="add">
          <ac:chgData name="强 李" userId="cd6c7ec7188785ae" providerId="LiveId" clId="{D8AF1FA3-A15C-4469-BA9D-AFFCB1926A56}" dt="2023-07-29T02:32:47.914" v="1846" actId="26606"/>
          <ac:cxnSpMkLst>
            <pc:docMk/>
            <pc:sldMk cId="281334666" sldId="568"/>
            <ac:cxnSpMk id="41" creationId="{1503BFE4-729B-D9D0-C17B-501E6AF1127A}"/>
          </ac:cxnSpMkLst>
        </pc:cxnChg>
      </pc:sldChg>
      <pc:sldChg chg="modSp add mod">
        <pc:chgData name="强 李" userId="cd6c7ec7188785ae" providerId="LiveId" clId="{D8AF1FA3-A15C-4469-BA9D-AFFCB1926A56}" dt="2023-07-29T02:44:40.569" v="2172"/>
        <pc:sldMkLst>
          <pc:docMk/>
          <pc:sldMk cId="4016849052" sldId="569"/>
        </pc:sldMkLst>
        <pc:spChg chg="mod">
          <ac:chgData name="强 李" userId="cd6c7ec7188785ae" providerId="LiveId" clId="{D8AF1FA3-A15C-4469-BA9D-AFFCB1926A56}" dt="2023-07-29T02:44:40.569" v="2172"/>
          <ac:spMkLst>
            <pc:docMk/>
            <pc:sldMk cId="4016849052" sldId="569"/>
            <ac:spMk id="2" creationId="{00000000-0000-0000-0000-000000000000}"/>
          </ac:spMkLst>
        </pc:spChg>
      </pc:sldChg>
      <pc:sldChg chg="modSp add mod">
        <pc:chgData name="强 李" userId="cd6c7ec7188785ae" providerId="LiveId" clId="{D8AF1FA3-A15C-4469-BA9D-AFFCB1926A56}" dt="2023-07-29T05:01:38.704" v="2925"/>
        <pc:sldMkLst>
          <pc:docMk/>
          <pc:sldMk cId="2942047470" sldId="570"/>
        </pc:sldMkLst>
        <pc:spChg chg="mod">
          <ac:chgData name="强 李" userId="cd6c7ec7188785ae" providerId="LiveId" clId="{D8AF1FA3-A15C-4469-BA9D-AFFCB1926A56}" dt="2023-07-29T05:01:38.704" v="2925"/>
          <ac:spMkLst>
            <pc:docMk/>
            <pc:sldMk cId="2942047470" sldId="570"/>
            <ac:spMk id="2" creationId="{00000000-0000-0000-0000-000000000000}"/>
          </ac:spMkLst>
        </pc:spChg>
      </pc:sldChg>
      <pc:sldChg chg="add del">
        <pc:chgData name="强 李" userId="cd6c7ec7188785ae" providerId="LiveId" clId="{D8AF1FA3-A15C-4469-BA9D-AFFCB1926A56}" dt="2023-07-29T02:47:39.464" v="2232" actId="47"/>
        <pc:sldMkLst>
          <pc:docMk/>
          <pc:sldMk cId="1503566936" sldId="571"/>
        </pc:sldMkLst>
      </pc:sldChg>
      <pc:sldChg chg="modSp add mod">
        <pc:chgData name="强 李" userId="cd6c7ec7188785ae" providerId="LiveId" clId="{D8AF1FA3-A15C-4469-BA9D-AFFCB1926A56}" dt="2023-07-29T04:52:02.797" v="2654" actId="113"/>
        <pc:sldMkLst>
          <pc:docMk/>
          <pc:sldMk cId="3443116219" sldId="572"/>
        </pc:sldMkLst>
        <pc:spChg chg="mod">
          <ac:chgData name="强 李" userId="cd6c7ec7188785ae" providerId="LiveId" clId="{D8AF1FA3-A15C-4469-BA9D-AFFCB1926A56}" dt="2023-07-29T04:52:02.797" v="2654" actId="113"/>
          <ac:spMkLst>
            <pc:docMk/>
            <pc:sldMk cId="3443116219" sldId="57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2024/4/13 Sat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7110787" y="4414022"/>
            <a:ext cx="4613737" cy="5098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wrap="square" rtlCol="0" anchor="t">
            <a:spAutoFit/>
          </a:bodyPr>
          <a:lstStyle/>
          <a:p>
            <a:pPr marL="2424430" marR="0" lvl="0" indent="-242443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500">
                <a:solidFill>
                  <a:srgbClr val="FFFFFF"/>
                </a:solidFill>
              </a:defRPr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经文：腓立比书三章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7~11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苹方-简"/>
                <a:cs typeface="+mn-ea"/>
                <a:sym typeface="+mn-lt"/>
              </a:rPr>
              <a:t>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7046752" y="2052839"/>
            <a:ext cx="4502917" cy="2118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/>
                <a:ea typeface="苹方-简"/>
                <a:cs typeface="+mn-ea"/>
                <a:sym typeface="+mn-lt"/>
              </a:rPr>
              <a:t>以基督为至宝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/>
              <a:ea typeface="苹方-简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19634" y="139761"/>
            <a:ext cx="5033029" cy="164660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经文：</a:t>
            </a:r>
            <a:r>
              <a:rPr lang="zh-CN" altLang="zh-CN" sz="4800" b="1" dirty="0"/>
              <a:t>腓</a:t>
            </a:r>
            <a:r>
              <a:rPr lang="zh-CN" altLang="en-US" sz="4800" b="1" dirty="0"/>
              <a:t>三</a:t>
            </a:r>
            <a:r>
              <a:rPr lang="en-US" altLang="zh-CN" sz="4800" b="1" dirty="0"/>
              <a:t>7~11</a:t>
            </a:r>
            <a:endParaRPr lang="zh-CN" altLang="zh-CN" sz="4800" dirty="0"/>
          </a:p>
          <a:p>
            <a:pPr>
              <a:spcAft>
                <a:spcPts val="600"/>
              </a:spcAft>
            </a:pP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124509"/>
            <a:ext cx="12192000" cy="5200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【腓3:7】只是我先前以为与我有益的，我现在因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都当作有损的。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【腓3:8】不但如此，我也将万事当作有损的，因我以认识我主</a:t>
            </a:r>
            <a:r>
              <a:rPr lang="yo-NG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耶稣为至宝。我为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已经丢弃万事，看作粪土，为要得着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8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8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8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2039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3128" y="2486342"/>
            <a:ext cx="4065490" cy="19176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7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，什么是真正的益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9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，如何有基督的义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cs typeface="+mn-ea"/>
                <a:sym typeface="+mn-lt"/>
              </a:rPr>
              <a:t>11</a:t>
            </a: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，认识基督得着什么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CA26DAA-ACC3-E965-66E4-F6A39B93A5B3}"/>
              </a:ext>
            </a:extLst>
          </p:cNvPr>
          <p:cNvCxnSpPr/>
          <p:nvPr/>
        </p:nvCxnSpPr>
        <p:spPr>
          <a:xfrm>
            <a:off x="4148617" y="1268883"/>
            <a:ext cx="0" cy="4544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>
            <a:extLst>
              <a:ext uri="{FF2B5EF4-FFF2-40B4-BE49-F238E27FC236}">
                <a16:creationId xmlns:a16="http://schemas.microsoft.com/office/drawing/2014/main" id="{67CFBFED-23BA-58E2-0492-595457A1DA5E}"/>
              </a:ext>
            </a:extLst>
          </p:cNvPr>
          <p:cNvGrpSpPr/>
          <p:nvPr/>
        </p:nvGrpSpPr>
        <p:grpSpPr>
          <a:xfrm>
            <a:off x="4214954" y="1166183"/>
            <a:ext cx="8043382" cy="1391244"/>
            <a:chOff x="-840331" y="460553"/>
            <a:chExt cx="13140705" cy="1192893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90FC4EF0-0582-7DC7-F53E-9A1A4B9AFC50}"/>
                </a:ext>
              </a:extLst>
            </p:cNvPr>
            <p:cNvSpPr/>
            <p:nvPr/>
          </p:nvSpPr>
          <p:spPr>
            <a:xfrm>
              <a:off x="-840331" y="460553"/>
              <a:ext cx="13032332" cy="1192893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3" name="矩形: 圆角 4">
              <a:extLst>
                <a:ext uri="{FF2B5EF4-FFF2-40B4-BE49-F238E27FC236}">
                  <a16:creationId xmlns:a16="http://schemas.microsoft.com/office/drawing/2014/main" id="{7DAB6BBF-A107-5EDA-C988-F2FCC0FA4ADA}"/>
                </a:ext>
              </a:extLst>
            </p:cNvPr>
            <p:cNvSpPr txBox="1"/>
            <p:nvPr/>
          </p:nvSpPr>
          <p:spPr>
            <a:xfrm>
              <a:off x="-731958" y="710322"/>
              <a:ext cx="13032332" cy="8803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4770" tIns="64770" rIns="64770" bIns="6477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【腓3:7】只是我先前以为与我有益的，我现在因</a:t>
              </a:r>
              <a:r>
                <a:rPr lang="zh-CN" altLang="zh-CN" b="1" dirty="0">
                  <a:solidFill>
                    <a:srgbClr val="7030A0"/>
                  </a:solidFill>
                  <a:effectLst/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都当作有损的。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上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】不但如此，我也将万事当作有损的，因我以认识我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主</a:t>
              </a:r>
              <a:r>
                <a:rPr lang="yo-NG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耶稣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为至宝。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【腓3:8</a:t>
              </a:r>
              <a:r>
                <a:rPr lang="zh-CN" altLang="en-US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下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】我为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已经丢弃万事，看作粪土，为要得着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</a:t>
              </a: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altLang="zh-CN" sz="1600" dirty="0">
                <a:solidFill>
                  <a:schemeClr val="tx1"/>
                </a:solidFill>
                <a:effectLst/>
                <a:ea typeface="苹方-简" panose="020B03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56CD5BD2-A0CC-7D0E-3BD1-0613845A3BF3}"/>
              </a:ext>
            </a:extLst>
          </p:cNvPr>
          <p:cNvGrpSpPr/>
          <p:nvPr/>
        </p:nvGrpSpPr>
        <p:grpSpPr>
          <a:xfrm>
            <a:off x="4214954" y="2820697"/>
            <a:ext cx="7977048" cy="1026684"/>
            <a:chOff x="0" y="1509469"/>
            <a:chExt cx="12192001" cy="1326662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BEE8677-CFAD-6942-832E-87D52B896121}"/>
                </a:ext>
              </a:extLst>
            </p:cNvPr>
            <p:cNvSpPr/>
            <p:nvPr/>
          </p:nvSpPr>
          <p:spPr>
            <a:xfrm>
              <a:off x="0" y="1509469"/>
              <a:ext cx="12192001" cy="1326662"/>
            </a:xfrm>
            <a:prstGeom prst="roundRect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1" name="矩形: 圆角 6">
              <a:extLst>
                <a:ext uri="{FF2B5EF4-FFF2-40B4-BE49-F238E27FC236}">
                  <a16:creationId xmlns:a16="http://schemas.microsoft.com/office/drawing/2014/main" id="{3CAB36DD-1A23-5A1B-C9B0-3F43FAF7A79F}"/>
                </a:ext>
              </a:extLst>
            </p:cNvPr>
            <p:cNvSpPr txBox="1"/>
            <p:nvPr/>
          </p:nvSpPr>
          <p:spPr>
            <a:xfrm>
              <a:off x="64762" y="1896261"/>
              <a:ext cx="12062476" cy="599677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【腓3:9】并且得以在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里面，不是有自己因律法而得的义，乃是有信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的义，就是因信　</a:t>
              </a:r>
              <a:r>
                <a:rPr lang="zh-CN" altLang="zh-CN" sz="1600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神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而来的义，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4910B73A-3062-7867-777F-E107D91F1F13}"/>
              </a:ext>
            </a:extLst>
          </p:cNvPr>
          <p:cNvGrpSpPr/>
          <p:nvPr/>
        </p:nvGrpSpPr>
        <p:grpSpPr>
          <a:xfrm>
            <a:off x="4214954" y="4119672"/>
            <a:ext cx="7977048" cy="1693501"/>
            <a:chOff x="-840332" y="3300581"/>
            <a:chExt cx="13032334" cy="126719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8B966AB-7D3A-E7C3-B2B0-BBE50B313EC6}"/>
                </a:ext>
              </a:extLst>
            </p:cNvPr>
            <p:cNvSpPr/>
            <p:nvPr/>
          </p:nvSpPr>
          <p:spPr>
            <a:xfrm>
              <a:off x="-840332" y="3380895"/>
              <a:ext cx="13032334" cy="11868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1F5B6856-AF8A-4085-2AF6-D259C7449B9E}"/>
                </a:ext>
              </a:extLst>
            </p:cNvPr>
            <p:cNvSpPr txBox="1"/>
            <p:nvPr/>
          </p:nvSpPr>
          <p:spPr>
            <a:xfrm>
              <a:off x="-840332" y="3300581"/>
              <a:ext cx="12952018" cy="11868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【腓3:10】使我认识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基督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，晓得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复活的大能，并且晓得和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一同受苦，效法</a:t>
              </a:r>
              <a:r>
                <a:rPr lang="zh-CN" altLang="zh-CN" b="1" dirty="0">
                  <a:solidFill>
                    <a:srgbClr val="7030A0"/>
                  </a:solidFill>
                  <a:ea typeface="苹方-简" panose="020B0300000000000000" pitchFamily="34" charset="-122"/>
                </a:rPr>
                <a:t>他</a:t>
              </a: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的死，</a:t>
              </a:r>
            </a:p>
            <a:p>
              <a:pPr marL="0" marR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zh-CN" altLang="zh-CN" sz="1600" dirty="0">
                  <a:solidFill>
                    <a:schemeClr val="tx1"/>
                  </a:solidFill>
                  <a:effectLst/>
                  <a:ea typeface="苹方-简" panose="020B0300000000000000" pitchFamily="34" charset="-122"/>
                </a:rPr>
                <a:t>【腓3:11】或者我也得以从死里复活。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7DE16206-6F61-BEC3-0DA4-3625D631A8E6}"/>
              </a:ext>
            </a:extLst>
          </p:cNvPr>
          <p:cNvSpPr txBox="1"/>
          <p:nvPr/>
        </p:nvSpPr>
        <p:spPr>
          <a:xfrm>
            <a:off x="0" y="6399926"/>
            <a:ext cx="121088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【腓3:8、</a:t>
            </a:r>
            <a:r>
              <a:rPr lang="en-US" altLang="zh-CN" dirty="0"/>
              <a:t>9</a:t>
            </a:r>
            <a:r>
              <a:rPr lang="zh-CN" altLang="en-US" dirty="0"/>
              <a:t>】</a:t>
            </a:r>
            <a:r>
              <a:rPr lang="en-US" altLang="zh-CN" dirty="0"/>
              <a:t>……</a:t>
            </a:r>
            <a:r>
              <a:rPr lang="zh-CN" altLang="en-US" dirty="0"/>
              <a:t>为要</a:t>
            </a:r>
            <a:r>
              <a:rPr lang="zh-CN" altLang="en-US" sz="2400" b="1" dirty="0">
                <a:solidFill>
                  <a:srgbClr val="FF0000"/>
                </a:solidFill>
              </a:rPr>
              <a:t>得着</a:t>
            </a:r>
            <a:r>
              <a:rPr lang="zh-CN" altLang="en-US" dirty="0"/>
              <a:t>基督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整体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64700" y="4872175"/>
            <a:ext cx="4289943" cy="13834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600" b="1" dirty="0">
                <a:solidFill>
                  <a:srgbClr val="000000"/>
                </a:solidFill>
                <a:cs typeface="+mn-ea"/>
                <a:sym typeface="+mn-lt"/>
              </a:rPr>
              <a:t>12-16</a:t>
            </a:r>
            <a:r>
              <a:rPr lang="zh-CN" altLang="en-US" sz="3600" b="1" dirty="0">
                <a:solidFill>
                  <a:srgbClr val="000000"/>
                </a:solidFill>
                <a:cs typeface="+mn-ea"/>
                <a:sym typeface="+mn-lt"/>
              </a:rPr>
              <a:t>节：竭力追求</a:t>
            </a:r>
            <a:endParaRPr lang="en-US" altLang="zh-CN" sz="36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r>
              <a:rPr lang="en-US" altLang="zh-CN" sz="3600" dirty="0">
                <a:solidFill>
                  <a:srgbClr val="000000"/>
                </a:solidFill>
                <a:cs typeface="+mn-ea"/>
                <a:sym typeface="+mn-lt"/>
              </a:rPr>
              <a:t>1</a:t>
            </a:r>
            <a:r>
              <a:rPr lang="zh-CN" altLang="en-US" sz="3600" dirty="0">
                <a:solidFill>
                  <a:srgbClr val="000000"/>
                </a:solidFill>
                <a:cs typeface="+mn-ea"/>
                <a:sym typeface="+mn-lt"/>
              </a:rPr>
              <a:t>， 行动：竭力追求</a:t>
            </a:r>
            <a:endParaRPr lang="en-US" altLang="zh-CN" sz="36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180619" y="1640262"/>
            <a:ext cx="46852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1~6</a:t>
            </a:r>
            <a:r>
              <a:rPr lang="zh-CN" altLang="en-US" sz="3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节：靠主喜乐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，命令：要靠主喜乐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，根源：真受割礼的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，对比：过去的保罗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72FBC-B21D-C369-0141-9585E0210DD1}"/>
              </a:ext>
            </a:extLst>
          </p:cNvPr>
          <p:cNvSpPr txBox="1"/>
          <p:nvPr/>
        </p:nvSpPr>
        <p:spPr>
          <a:xfrm>
            <a:off x="5181642" y="1363263"/>
            <a:ext cx="793786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7~11</a:t>
            </a:r>
            <a:r>
              <a:rPr lang="zh-CN" altLang="en-US" sz="36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节： 得着基督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，对比：现在的保罗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，目的：为得着基督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，方法：信基督的义</a:t>
            </a:r>
          </a:p>
          <a:p>
            <a:r>
              <a:rPr lang="en-US" altLang="zh-CN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6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，过程：信、受苦、效法、成全</a:t>
            </a:r>
            <a:endParaRPr lang="zh-CN" altLang="en-US" sz="3600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A82D5C8F-64C1-A4EE-87A4-62170D321C35}"/>
              </a:ext>
            </a:extLst>
          </p:cNvPr>
          <p:cNvCxnSpPr/>
          <p:nvPr/>
        </p:nvCxnSpPr>
        <p:spPr>
          <a:xfrm>
            <a:off x="4865830" y="1294097"/>
            <a:ext cx="0" cy="2973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右大括号 10">
            <a:extLst>
              <a:ext uri="{FF2B5EF4-FFF2-40B4-BE49-F238E27FC236}">
                <a16:creationId xmlns:a16="http://schemas.microsoft.com/office/drawing/2014/main" id="{8F585226-39A8-96AE-40A3-878704581BB6}"/>
              </a:ext>
            </a:extLst>
          </p:cNvPr>
          <p:cNvSpPr/>
          <p:nvPr/>
        </p:nvSpPr>
        <p:spPr>
          <a:xfrm rot="5400000">
            <a:off x="6298189" y="-741605"/>
            <a:ext cx="222967" cy="1068870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695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5" y="113635"/>
            <a:ext cx="70800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35552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【腓3:7】只是我先前以为与我有益的，我现在因</a:t>
            </a:r>
            <a:r>
              <a: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都当作有损的。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强烈对比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“当做”（完成式）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之前追求法利赛人、律法的义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现在认识基督、弥赛亚的身份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人生完全的改变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“有损”</a:t>
            </a:r>
            <a:r>
              <a:rPr lang="en-US" altLang="zh-CN" sz="20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是之前对立面，对立程度，表现极大转变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与先前彻底决裂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总结：如果任何人依靠其他（非基督而来的）追求义，都是有损的。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应用：学历高低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【徒26:24】保罗这样分诉，非斯都大声说：“保罗，你癫狂了吧！</a:t>
            </a:r>
            <a:r>
              <a:rPr lang="zh-CN" altLang="zh-CN" sz="16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你的学问太大</a:t>
            </a:r>
            <a:r>
              <a:rPr lang="zh-CN" altLang="zh-CN" sz="1600" dirty="0">
                <a:effectLst/>
                <a:ea typeface="苹方-简" panose="020B0300000000000000" pitchFamily="34" charset="-122"/>
              </a:rPr>
              <a:t>，反叫你癫狂了。”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82B3DCD-7954-89EF-6738-2619741EB7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94330"/>
              </p:ext>
            </p:extLst>
          </p:nvPr>
        </p:nvGraphicFramePr>
        <p:xfrm>
          <a:off x="466811" y="2042089"/>
          <a:ext cx="7380233" cy="812800"/>
        </p:xfrm>
        <a:graphic>
          <a:graphicData uri="http://schemas.openxmlformats.org/drawingml/2006/table">
            <a:tbl>
              <a:tblPr/>
              <a:tblGrid>
                <a:gridCol w="1661582">
                  <a:extLst>
                    <a:ext uri="{9D8B030D-6E8A-4147-A177-3AD203B41FA5}">
                      <a16:colId xmlns:a16="http://schemas.microsoft.com/office/drawing/2014/main" val="2748950055"/>
                    </a:ext>
                  </a:extLst>
                </a:gridCol>
                <a:gridCol w="2596524">
                  <a:extLst>
                    <a:ext uri="{9D8B030D-6E8A-4147-A177-3AD203B41FA5}">
                      <a16:colId xmlns:a16="http://schemas.microsoft.com/office/drawing/2014/main" val="3706839926"/>
                    </a:ext>
                  </a:extLst>
                </a:gridCol>
                <a:gridCol w="1661582">
                  <a:extLst>
                    <a:ext uri="{9D8B030D-6E8A-4147-A177-3AD203B41FA5}">
                      <a16:colId xmlns:a16="http://schemas.microsoft.com/office/drawing/2014/main" val="2189649356"/>
                    </a:ext>
                  </a:extLst>
                </a:gridCol>
                <a:gridCol w="1460545">
                  <a:extLst>
                    <a:ext uri="{9D8B030D-6E8A-4147-A177-3AD203B41FA5}">
                      <a16:colId xmlns:a16="http://schemas.microsoft.com/office/drawing/2014/main" val="42429104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一切事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我先前以为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对我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有益</a:t>
                      </a:r>
                      <a:r>
                        <a:rPr lang="zh-CN" altLang="en-US" sz="2000" dirty="0">
                          <a:effectLst/>
                          <a:ea typeface="苹方-简" panose="020B0300000000000000" pitchFamily="34" charset="-122"/>
                        </a:rPr>
                        <a:t>（单数）</a:t>
                      </a:r>
                      <a:endParaRPr lang="zh-CN" sz="2000" dirty="0">
                        <a:effectLst/>
                        <a:ea typeface="苹方-简" panose="020B0300000000000000" pitchFamily="34" charset="-122"/>
                      </a:endParaRP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1933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这些事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现在都当做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>
                          <a:effectLst/>
                          <a:ea typeface="苹方-简" panose="020B0300000000000000" pitchFamily="34" charset="-122"/>
                        </a:rPr>
                        <a:t>因基督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dirty="0">
                          <a:effectLst/>
                          <a:ea typeface="苹方-简" panose="020B0300000000000000" pitchFamily="34" charset="-122"/>
                        </a:rPr>
                        <a:t>有损的</a:t>
                      </a:r>
                    </a:p>
                  </a:txBody>
                  <a:tcPr marL="50800" marR="50800" marT="50800" marB="5080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249695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30530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111933" y="113635"/>
            <a:ext cx="708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8561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】不但如此，我也将万事当作有损的，因我以认识我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主</a:t>
            </a:r>
            <a:r>
              <a:rPr kumimoji="0" lang="yo-NG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基督</a:t>
            </a:r>
            <a:r>
              <a:rPr kumimoji="0" lang="zh-CN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认识：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知识上的认识。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真理上的认同。</a:t>
            </a:r>
            <a:endParaRPr lang="en-US" altLang="zh-CN" b="1" dirty="0">
              <a:solidFill>
                <a:srgbClr val="000000"/>
              </a:solidFill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关系上的互动。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生命上的交托。</a:t>
            </a:r>
            <a:endParaRPr lang="en-US" altLang="zh-CN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了解、知道、无关系。</a:t>
            </a:r>
            <a:endParaRPr lang="en-US" altLang="zh-CN" sz="1800" b="1" dirty="0">
              <a:solidFill>
                <a:srgbClr val="000000"/>
              </a:solidFill>
              <a:effectLst/>
              <a:ea typeface="苹方-简" panose="020B0300000000000000" pitchFamily="34" charset="-122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有交往、无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深入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有交往、有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简单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1800" dirty="0">
                <a:effectLst/>
                <a:ea typeface="苹方-简" panose="020B0300000000000000" pitchFamily="34" charset="-122"/>
              </a:rPr>
              <a:t>有交往、有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舍命</a:t>
            </a:r>
            <a:r>
              <a:rPr lang="zh-CN" altLang="zh-CN" sz="1800" dirty="0">
                <a:effectLst/>
                <a:ea typeface="苹方-简" panose="020B0300000000000000" pitchFamily="34" charset="-122"/>
              </a:rPr>
              <a:t>关系。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思考：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我们个人与主的关系和认识？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1434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94512" y="113635"/>
            <a:ext cx="71061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67871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保罗的认识：</a:t>
            </a:r>
            <a:endParaRPr lang="en-US" altLang="zh-CN" sz="2000" b="1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认识神、基督（旧约认识耶和华、新约认识基督）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ffectLst/>
                <a:ea typeface="苹方-简" panose="020B0300000000000000" pitchFamily="34" charset="-122"/>
              </a:rPr>
              <a:t>"敬畏耶和华是智慧的开端，认识至圣者便是聪明。" （箴 9:10）</a:t>
            </a:r>
            <a:endParaRPr lang="en-US" altLang="zh-CN" dirty="0">
              <a:cs typeface="+mn-ea"/>
              <a:sym typeface="+mn-lt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000" dirty="0">
                <a:cs typeface="+mn-ea"/>
                <a:sym typeface="+mn-lt"/>
              </a:rPr>
              <a:t>进入到认识中（与基督救恩有份）</a:t>
            </a:r>
            <a:endParaRPr lang="en-US" altLang="zh-CN" sz="2000" dirty="0">
              <a:cs typeface="+mn-ea"/>
              <a:sym typeface="+mn-lt"/>
            </a:endParaRP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600" dirty="0">
                <a:ea typeface="苹方-简" panose="020B0300000000000000" pitchFamily="34" charset="-122"/>
              </a:rPr>
              <a:t>使我认识基督，晓得他复活的大能，并且晓得和他一同受苦，效法他的死，（腓3:10）</a:t>
            </a:r>
            <a:endParaRPr lang="en-US" altLang="zh-CN" sz="1600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程度：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</a:rPr>
              <a:t>对比：基督 </a:t>
            </a:r>
            <a:r>
              <a:rPr lang="en-US" altLang="zh-CN" dirty="0">
                <a:ea typeface="苹方-简" panose="020B0300000000000000" pitchFamily="34" charset="-122"/>
              </a:rPr>
              <a:t>vs </a:t>
            </a:r>
            <a:r>
              <a:rPr lang="zh-CN" altLang="en-US" dirty="0">
                <a:ea typeface="苹方-简" panose="020B0300000000000000" pitchFamily="34" charset="-122"/>
              </a:rPr>
              <a:t>万事</a:t>
            </a:r>
            <a:endParaRPr lang="en-US" altLang="zh-CN" dirty="0"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800" dirty="0">
                <a:effectLst/>
                <a:ea typeface="苹方-简" panose="020B0300000000000000" pitchFamily="34" charset="-122"/>
              </a:rPr>
              <a:t>结论：至宝 </a:t>
            </a:r>
            <a:r>
              <a:rPr lang="en-US" altLang="zh-CN" sz="1800" dirty="0">
                <a:effectLst/>
                <a:ea typeface="苹方-简" panose="020B0300000000000000" pitchFamily="34" charset="-122"/>
              </a:rPr>
              <a:t>vs </a:t>
            </a:r>
            <a:r>
              <a:rPr lang="zh-CN" altLang="en-US" sz="1800" dirty="0">
                <a:effectLst/>
                <a:ea typeface="苹方-简" panose="020B0300000000000000" pitchFamily="34" charset="-122"/>
              </a:rPr>
              <a:t>有损</a:t>
            </a: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1800" dirty="0">
              <a:effectLst/>
              <a:ea typeface="苹方-简" panose="020B0300000000000000" pitchFamily="34" charset="-122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“因”：因果关系</a:t>
            </a: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a typeface="苹方-简" panose="020B0300000000000000" pitchFamily="34" charset="-122"/>
                <a:sym typeface="+mn-lt"/>
              </a:rPr>
              <a:t>因把基督为至宝，才能把万事当做有损</a:t>
            </a:r>
            <a:endParaRPr lang="en-US" altLang="zh-CN" dirty="0">
              <a:ea typeface="苹方-简" panose="020B0300000000000000" pitchFamily="34" charset="-122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988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033553" y="139761"/>
            <a:ext cx="71497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第一段：什么是真正的益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79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【腓3:8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上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】不但如此，我也将万事当作有损的，因我以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认识我主</a:t>
            </a:r>
            <a:r>
              <a:rPr lang="yo-NG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基督</a:t>
            </a:r>
            <a:r>
              <a:rPr lang="zh-CN" altLang="zh-CN" sz="2400" b="1" dirty="0">
                <a:solidFill>
                  <a:srgbClr val="FF0000"/>
                </a:solidFill>
                <a:latin typeface="Arial"/>
                <a:ea typeface="苹方-简" panose="020B0300000000000000" pitchFamily="34" charset="-122"/>
              </a:rPr>
              <a:t>耶稣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苹方-简" panose="020B0300000000000000" pitchFamily="34" charset="-122"/>
                <a:cs typeface="+mn-cs"/>
              </a:rPr>
              <a:t>为至宝。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苹方-简" panose="020B0300000000000000" pitchFamily="34" charset="-122"/>
              <a:cs typeface="+mn-cs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000000"/>
                </a:solidFill>
                <a:cs typeface="+mn-ea"/>
                <a:sym typeface="+mn-lt"/>
              </a:rPr>
              <a:t>本段核心：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认识我主</a:t>
            </a:r>
            <a:r>
              <a:rPr lang="yo-NG" altLang="zh-CN" sz="2000" b="1" dirty="0">
                <a:solidFill>
                  <a:srgbClr val="000000"/>
                </a:solidFill>
                <a:cs typeface="+mn-ea"/>
              </a:rPr>
              <a:t>基督</a:t>
            </a:r>
            <a:r>
              <a:rPr lang="zh-CN" altLang="zh-CN" sz="2000" b="1" dirty="0">
                <a:solidFill>
                  <a:srgbClr val="000000"/>
                </a:solidFill>
                <a:cs typeface="+mn-ea"/>
              </a:rPr>
              <a:t>耶稣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cs typeface="+mn-ea"/>
                <a:sym typeface="+mn-lt"/>
              </a:rPr>
              <a:t>应用：</a:t>
            </a:r>
            <a:endParaRPr lang="en-US" altLang="zh-CN" sz="2000" b="1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为认识基督轻看万事，如果有事情拦阻了我们认识基督则应该看为有损的。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为荣耀基督则在真理教导下凡事尽力。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或作劝化的，就当专一劝化；施舍的，就当诚实；治理的，就当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；怜悯人的，就当甘心。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12:11】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殷勤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不可懒惰。要心里火热，常常服侍主。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弗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4:28】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从前偷窃的，不要再偷。总要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劳力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，亲手作正经事，就可有余，分给那缺少的人。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问 1：人的主要目的是什么？ 答：人的主要目的就是荣耀神，永远以他为乐。 </a:t>
            </a:r>
            <a:endParaRPr lang="en-US" altLang="zh-CN" sz="16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00000"/>
                </a:solidFill>
                <a:cs typeface="+mn-ea"/>
                <a:sym typeface="+mn-lt"/>
              </a:rPr>
              <a:t>因把基督看为至宝，所以要竭力认识基督。</a:t>
            </a:r>
            <a:endParaRPr lang="en-US" altLang="zh-CN" sz="20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【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太</a:t>
            </a:r>
            <a:r>
              <a:rPr lang="en-US" altLang="zh-CN" dirty="0">
                <a:solidFill>
                  <a:srgbClr val="000000"/>
                </a:solidFill>
                <a:cs typeface="+mn-ea"/>
                <a:sym typeface="+mn-lt"/>
              </a:rPr>
              <a:t>13:44】“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天国好像宝贝藏在地里，人遇见了就把它藏起来，欢欢喜喜地去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变卖一切所有的</a:t>
            </a:r>
            <a:r>
              <a:rPr lang="zh-CN" altLang="en-US" dirty="0">
                <a:solidFill>
                  <a:srgbClr val="000000"/>
                </a:solidFill>
                <a:cs typeface="+mn-ea"/>
                <a:sym typeface="+mn-lt"/>
              </a:rPr>
              <a:t>，买这块地。”</a:t>
            </a:r>
            <a:endParaRPr lang="en-US" altLang="zh-CN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05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0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0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关系：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递进</a:t>
            </a:r>
            <a:r>
              <a:rPr lang="en-US" altLang="zh-CN" sz="2400" b="1" dirty="0">
                <a:solidFill>
                  <a:srgbClr val="000000"/>
                </a:solidFill>
                <a:cs typeface="+mn-ea"/>
              </a:rPr>
              <a:t>-&gt;</a:t>
            </a: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死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节部分（以为有益）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节万事（所有）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节有损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节有损、粪土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7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节追求（以为有益）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节丢弃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节上认识基督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-&gt; 8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节下得着基督 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-&gt;9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节在基督里面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节认识基督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复活大能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受苦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-&gt;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效法死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与基督联合：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得着基督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+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在基督里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=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与基督联合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4191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6020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【腓3:9】并且得以在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里面，不是有自己因律法而得的义，乃是有信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的义，就是因信　神而来的义，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信基督的义：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对比：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、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4-6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节 </a:t>
            </a:r>
            <a:r>
              <a:rPr lang="en-US" altLang="zh-CN" sz="2400" dirty="0">
                <a:solidFill>
                  <a:srgbClr val="000000"/>
                </a:solidFill>
                <a:cs typeface="+mn-ea"/>
              </a:rPr>
              <a:t>vs </a:t>
            </a: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信基督的义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“就是”：强调义的源头是神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effectLst/>
                <a:ea typeface="苹方-简" panose="020B0300000000000000" pitchFamily="34" charset="-122"/>
              </a:rPr>
              <a:t>在真理中认识神：</a:t>
            </a:r>
            <a:endParaRPr lang="en-US" altLang="zh-CN" dirty="0">
              <a:effectLst/>
              <a:ea typeface="苹方-简" panose="020B0300000000000000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dirty="0">
                <a:effectLst/>
                <a:ea typeface="苹方-简" panose="020B0300000000000000" pitchFamily="34" charset="-122"/>
              </a:rPr>
              <a:t>【创15:6】亚伯兰信耶和华，耶和华就以此为他的义。</a:t>
            </a:r>
            <a:endParaRPr lang="en-US" altLang="zh-CN" sz="20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“信基督”、“因神而”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义是神的加给，而非自己依靠律法赚的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cs typeface="+mn-ea"/>
                <a:sym typeface="+mn-lt"/>
              </a:rPr>
              <a:t>应用：</a:t>
            </a:r>
            <a:endParaRPr lang="en-US" altLang="zh-CN" sz="2400" b="1" dirty="0">
              <a:cs typeface="+mn-ea"/>
              <a:sym typeface="+mn-lt"/>
            </a:endParaRPr>
          </a:p>
          <a:p>
            <a:pPr marL="800100" lvl="1" indent="-342900">
              <a:lnSpc>
                <a:spcPct val="125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认识神的恩典和神的主权。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A596321-B78F-A68F-F6CC-FFD464CE31F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747657" y="151873"/>
            <a:ext cx="6444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第二段：如何得着基督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264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0" y="1118251"/>
            <a:ext cx="12192000" cy="53942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“使我认识基督”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进入到与基督的关系互动中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基督的身份、弥赛亚、救赎主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“复活的大能”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死里复活，显明基督的身份、神的儿子、弥赛亚和救赎主。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“一同受苦”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明白基督所说的苦难和痛苦为我们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</a:rPr>
              <a:t>我们愿意效法基督而有困难和痛苦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1062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0" y="1118251"/>
            <a:ext cx="12192000" cy="553997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【腓3:10】使我认识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基督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，晓得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复活的大能，并且晓得和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一同受苦，效法</a:t>
            </a:r>
            <a:r>
              <a:rPr lang="zh-CN" altLang="zh-CN" sz="2400" b="1" dirty="0">
                <a:solidFill>
                  <a:srgbClr val="E84C22"/>
                </a:solidFill>
                <a:effectLst/>
                <a:ea typeface="苹方-简" panose="020B0300000000000000" pitchFamily="34" charset="-122"/>
              </a:rPr>
              <a:t>他</a:t>
            </a:r>
            <a:r>
              <a:rPr lang="zh-CN" altLang="zh-CN" sz="2400" dirty="0">
                <a:effectLst/>
                <a:ea typeface="苹方-简" panose="020B0300000000000000" pitchFamily="34" charset="-122"/>
              </a:rPr>
              <a:t>的死，</a:t>
            </a:r>
          </a:p>
          <a:p>
            <a:pPr marL="0" marR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00" dirty="0">
                <a:effectLst/>
                <a:ea typeface="苹方-简" panose="020B0300000000000000" pitchFamily="34" charset="-122"/>
              </a:rPr>
              <a:t>【腓3:11】或者我也得以从死里复活。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  <a:sym typeface="+mn-lt"/>
              </a:rPr>
              <a:t>“效法他的死” </a:t>
            </a:r>
            <a:endParaRPr lang="en-US" altLang="zh-CN" sz="2400" b="1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基督背负我们的罪被钉十字架，受死、复活。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cs typeface="+mn-ea"/>
                <a:sym typeface="+mn-lt"/>
              </a:rPr>
              <a:t>我们为基督如同保罗愿意离世与神同在，原因在于真认识祂</a:t>
            </a:r>
            <a:endParaRPr lang="en-US" altLang="zh-CN" sz="2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solidFill>
                  <a:srgbClr val="000000"/>
                </a:solidFill>
                <a:cs typeface="+mn-ea"/>
              </a:rPr>
              <a:t>效法基督到完全没有自己，愿意为基督而奉献自己全部。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【腓1:21】因我活着就是基督，我死了就有益处。</a:t>
            </a:r>
            <a:endParaRPr lang="en-US" altLang="zh-CN" sz="2400" dirty="0">
              <a:solidFill>
                <a:srgbClr val="000000"/>
              </a:solidFill>
              <a:cs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00"/>
                </a:solidFill>
                <a:cs typeface="+mn-ea"/>
              </a:rPr>
              <a:t>“或者”</a:t>
            </a:r>
            <a:endParaRPr lang="en-US" altLang="zh-CN" sz="2400" b="1" dirty="0">
              <a:solidFill>
                <a:srgbClr val="000000"/>
              </a:solidFill>
              <a:cs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一方面强调神的恩典和大能</a:t>
            </a:r>
            <a:r>
              <a:rPr lang="zh-CN" altLang="en-US" sz="2000" dirty="0">
                <a:ea typeface="苹方-简" panose="020B0300000000000000" pitchFamily="34" charset="-122"/>
              </a:rPr>
              <a:t>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effectLst/>
                <a:ea typeface="苹方-简" panose="020B0300000000000000" pitchFamily="34" charset="-122"/>
              </a:rPr>
              <a:t>另一个方面是强调人的责任。</a:t>
            </a:r>
            <a:endParaRPr lang="en-US" altLang="zh-CN" sz="2000" dirty="0">
              <a:effectLst/>
              <a:ea typeface="苹方-简" panose="020B0300000000000000" pitchFamily="34" charset="-122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	</a:t>
            </a:r>
            <a:r>
              <a:rPr lang="zh-CN" altLang="en-US" sz="2400" dirty="0">
                <a:solidFill>
                  <a:srgbClr val="000000"/>
                </a:solidFill>
                <a:ea typeface="苹方-简" panose="020B0300000000000000" pitchFamily="34" charset="-122"/>
                <a:cs typeface="+mn-ea"/>
                <a:sym typeface="+mn-lt"/>
              </a:rPr>
              <a:t>参：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 【腓2:12】</a:t>
            </a:r>
            <a:r>
              <a:rPr lang="en-US" altLang="zh-CN" sz="2000" dirty="0">
                <a:effectLst/>
                <a:ea typeface="苹方-简" panose="020B0300000000000000" pitchFamily="34" charset="-122"/>
              </a:rPr>
              <a:t>……</a:t>
            </a:r>
            <a:r>
              <a:rPr lang="zh-CN" altLang="zh-CN" sz="2000" dirty="0">
                <a:effectLst/>
                <a:ea typeface="苹方-简" panose="020B0300000000000000" pitchFamily="34" charset="-122"/>
              </a:rPr>
              <a:t>，就当恐惧战兢，作成你们得救的工夫；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F693BE-D3F5-9A06-FC54-A1D34A776B2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493623" y="113635"/>
            <a:ext cx="76983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rgbClr val="000000"/>
                </a:solidFill>
                <a:cs typeface="+mn-ea"/>
                <a:sym typeface="+mn-lt"/>
              </a:rPr>
              <a:t>第三段：认识基督得着什么</a:t>
            </a:r>
            <a:endParaRPr lang="zh-CN" altLang="en-US" sz="48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37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368507" y="139761"/>
            <a:ext cx="4823494" cy="83099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zh-CN" altLang="en-US" sz="48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汉仪粗黑简" panose="02010609000101010101" pitchFamily="49" charset="-122"/>
                <a:ea typeface="汉仪粗黑简" panose="02010609000101010101" pitchFamily="49" charset="-122"/>
                <a:cs typeface="+mn-ea"/>
                <a:sym typeface="+mn-lt"/>
              </a:rPr>
              <a:t>你的改变是什么？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51012" y="1078109"/>
            <a:ext cx="11689976" cy="55789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核心：认识基督（</a:t>
            </a: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8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上），为了认识基督，保罗愿意丢弃万事，把万事当做粪土。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保罗生命历程，每个基督徒生命历程：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降卑（看做有损）、万物看做粪土、为要得着基督、受苦、受死、复活。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我们的目标：得着基督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我们轻看世上，我们竭力</a:t>
            </a:r>
            <a:r>
              <a:rPr lang="zh-CN" altLang="en-US" sz="2400" dirty="0">
                <a:effectLst/>
                <a:latin typeface="+mn-ea"/>
              </a:rPr>
              <a:t>的</a:t>
            </a:r>
            <a:r>
              <a:rPr lang="zh-CN" altLang="zh-CN" sz="2400" dirty="0">
                <a:effectLst/>
                <a:latin typeface="+mn-ea"/>
              </a:rPr>
              <a:t>追求基督，为要得着基督。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因基督的使命，我们愿意成为光</a:t>
            </a:r>
            <a:r>
              <a:rPr lang="zh-CN" altLang="en-US" sz="2400" dirty="0">
                <a:effectLst/>
                <a:latin typeface="+mn-ea"/>
              </a:rPr>
              <a:t>和</a:t>
            </a:r>
            <a:r>
              <a:rPr lang="zh-CN" altLang="zh-CN" sz="2400" dirty="0">
                <a:effectLst/>
                <a:latin typeface="+mn-ea"/>
              </a:rPr>
              <a:t>盐，尽本分荣耀神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在过程中：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受苦，如同与基督一同受苦</a:t>
            </a:r>
            <a:endParaRPr lang="en-US" altLang="zh-CN" sz="2400" dirty="0">
              <a:effectLst/>
              <a:latin typeface="+mn-ea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400" dirty="0">
                <a:effectLst/>
                <a:latin typeface="+mn-ea"/>
              </a:rPr>
              <a:t>治死自己罪性、老我和血气的自己，进入基督赐给</a:t>
            </a:r>
            <a:r>
              <a:rPr lang="zh-CN" altLang="en-US" sz="2400" dirty="0">
                <a:effectLst/>
                <a:latin typeface="+mn-ea"/>
              </a:rPr>
              <a:t>我们</a:t>
            </a:r>
            <a:r>
              <a:rPr lang="zh-CN" altLang="zh-CN" sz="2400" dirty="0">
                <a:effectLst/>
                <a:latin typeface="+mn-ea"/>
              </a:rPr>
              <a:t>新的生命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12-16</a:t>
            </a:r>
            <a:r>
              <a:rPr lang="zh-CN" altLang="en-US" sz="2400" dirty="0">
                <a:solidFill>
                  <a:srgbClr val="000000"/>
                </a:solidFill>
                <a:latin typeface="+mn-ea"/>
                <a:cs typeface="+mn-ea"/>
                <a:sym typeface="+mn-lt"/>
              </a:rPr>
              <a:t>方法。</a:t>
            </a:r>
            <a:endParaRPr lang="en-US" altLang="zh-CN" sz="2400" dirty="0">
              <a:solidFill>
                <a:srgbClr val="000000"/>
              </a:solidFill>
              <a:latin typeface="+mn-ea"/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2525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4672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问题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53682" y="1182610"/>
            <a:ext cx="12038317" cy="53267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400" dirty="0">
                <a:solidFill>
                  <a:srgbClr val="000000"/>
                </a:solidFill>
                <a:cs typeface="+mn-ea"/>
                <a:sym typeface="+mn-lt"/>
              </a:rPr>
              <a:t>1. </a:t>
            </a:r>
            <a:r>
              <a:rPr lang="zh-CN" altLang="en-US" sz="4400" dirty="0">
                <a:solidFill>
                  <a:srgbClr val="000000"/>
                </a:solidFill>
                <a:cs typeface="+mn-ea"/>
                <a:sym typeface="+mn-lt"/>
              </a:rPr>
              <a:t>保罗看万事的几个阶段？</a:t>
            </a:r>
            <a:endParaRPr lang="en-US" altLang="zh-CN" sz="4400" dirty="0">
              <a:solidFill>
                <a:srgbClr val="000000"/>
              </a:solidFill>
              <a:cs typeface="+mn-ea"/>
              <a:sym typeface="+mn-lt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400" dirty="0">
                <a:solidFill>
                  <a:srgbClr val="000000"/>
                </a:solidFill>
                <a:cs typeface="+mn-ea"/>
                <a:sym typeface="+mn-lt"/>
              </a:rPr>
              <a:t>2.</a:t>
            </a:r>
            <a:r>
              <a:rPr lang="zh-CN" altLang="en-US" sz="4400" dirty="0">
                <a:solidFill>
                  <a:srgbClr val="000000"/>
                </a:solidFill>
                <a:cs typeface="+mn-ea"/>
                <a:sym typeface="+mn-lt"/>
              </a:rPr>
              <a:t>个人认为自己与神关系什么状态？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400" dirty="0">
                <a:solidFill>
                  <a:srgbClr val="000000"/>
                </a:solidFill>
                <a:cs typeface="+mn-ea"/>
                <a:sym typeface="+mn-lt"/>
              </a:rPr>
              <a:t>3. </a:t>
            </a:r>
            <a:r>
              <a:rPr lang="zh-CN" altLang="en-US" sz="4400" dirty="0">
                <a:solidFill>
                  <a:srgbClr val="000000"/>
                </a:solidFill>
                <a:cs typeface="+mn-ea"/>
                <a:sym typeface="+mn-lt"/>
              </a:rPr>
              <a:t>个人是如何看待万事？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en-US" altLang="zh-CN" sz="4400" dirty="0">
                <a:solidFill>
                  <a:srgbClr val="000000"/>
                </a:solidFill>
                <a:cs typeface="+mn-ea"/>
                <a:sym typeface="+mn-lt"/>
              </a:rPr>
              <a:t>4.</a:t>
            </a:r>
            <a:r>
              <a:rPr lang="zh-CN" altLang="en-US" sz="4400" dirty="0">
                <a:solidFill>
                  <a:srgbClr val="000000"/>
                </a:solidFill>
                <a:cs typeface="+mn-ea"/>
                <a:sym typeface="+mn-lt"/>
              </a:rPr>
              <a:t>（选答题）你认识神之后为信仰改变了什么？</a:t>
            </a:r>
            <a:endParaRPr lang="en-US" altLang="zh-CN" sz="4400" dirty="0">
              <a:solidFill>
                <a:srgbClr val="000000"/>
              </a:solidFill>
              <a:cs typeface="+mn-ea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3196</TotalTime>
  <Words>1719</Words>
  <Application>Microsoft Office PowerPoint</Application>
  <PresentationFormat>宽屏</PresentationFormat>
  <Paragraphs>160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汉仪粗黑简</vt:lpstr>
      <vt:lpstr>苹方-简</vt:lpstr>
      <vt:lpstr>宋体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强 李</cp:lastModifiedBy>
  <cp:revision>23</cp:revision>
  <dcterms:created xsi:type="dcterms:W3CDTF">2019-06-19T02:08:00Z</dcterms:created>
  <dcterms:modified xsi:type="dcterms:W3CDTF">2024-04-14T13:20:11Z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