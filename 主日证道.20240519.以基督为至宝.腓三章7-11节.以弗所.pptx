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3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4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560" r:id="rId2"/>
    <p:sldId id="425" r:id="rId3"/>
    <p:sldId id="554" r:id="rId4"/>
    <p:sldId id="531" r:id="rId5"/>
    <p:sldId id="553" r:id="rId6"/>
    <p:sldId id="587" r:id="rId7"/>
    <p:sldId id="594" r:id="rId8"/>
    <p:sldId id="574" r:id="rId9"/>
    <p:sldId id="588" r:id="rId10"/>
    <p:sldId id="593" r:id="rId11"/>
    <p:sldId id="589" r:id="rId12"/>
    <p:sldId id="590" r:id="rId13"/>
    <p:sldId id="591" r:id="rId14"/>
    <p:sldId id="592" r:id="rId15"/>
    <p:sldId id="596" r:id="rId16"/>
    <p:sldId id="543" r:id="rId17"/>
    <p:sldId id="55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B4458-5026-43D6-8C8F-02924DFE1BAF}" v="421" dt="2024-05-18T14:17:34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961" autoAdjust="0"/>
  </p:normalViewPr>
  <p:slideViewPr>
    <p:cSldViewPr snapToGrid="0">
      <p:cViewPr varScale="1">
        <p:scale>
          <a:sx n="92" d="100"/>
          <a:sy n="92" d="100"/>
        </p:scale>
        <p:origin x="1278" y="96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  <pc:spChg chg="add del mod ord">
          <ac:chgData name="强 李" userId="cd6c7ec7188785ae" providerId="LiveId" clId="{C4BB4458-5026-43D6-8C8F-02924DFE1BAF}" dt="2024-05-18T03:09:33.807" v="50" actId="11529"/>
          <ac:spMkLst>
            <pc:docMk/>
            <pc:sldMk cId="0" sldId="425"/>
            <ac:spMk id="2" creationId="{16FE6A48-C840-A242-D5A1-FA5D70CA1A15}"/>
          </ac:spMkLst>
        </pc:spChg>
        <pc:spChg chg="mod">
          <ac:chgData name="强 李" userId="cd6c7ec7188785ae" providerId="LiveId" clId="{C4BB4458-5026-43D6-8C8F-02924DFE1BAF}" dt="2024-05-18T03:11:11.939" v="64" actId="13926"/>
          <ac:spMkLst>
            <pc:docMk/>
            <pc:sldMk cId="0" sldId="425"/>
            <ac:spMk id="3" creationId="{FF9BF7C3-9929-69BC-A1CA-30EBD45BF72F}"/>
          </ac:spMkLst>
        </pc:spChg>
        <pc:spChg chg="add del mod">
          <ac:chgData name="强 李" userId="cd6c7ec7188785ae" providerId="LiveId" clId="{C4BB4458-5026-43D6-8C8F-02924DFE1BAF}" dt="2024-05-18T03:10:25.547" v="59" actId="478"/>
          <ac:spMkLst>
            <pc:docMk/>
            <pc:sldMk cId="0" sldId="425"/>
            <ac:spMk id="6" creationId="{45B47BA0-D9C6-6525-99A0-E8B33459CE51}"/>
          </ac:spMkLst>
        </pc:spChg>
        <pc:cxnChg chg="add del">
          <ac:chgData name="强 李" userId="cd6c7ec7188785ae" providerId="LiveId" clId="{C4BB4458-5026-43D6-8C8F-02924DFE1BAF}" dt="2024-05-18T03:10:02.278" v="52" actId="11529"/>
          <ac:cxnSpMkLst>
            <pc:docMk/>
            <pc:sldMk cId="0" sldId="425"/>
            <ac:cxnSpMk id="5" creationId="{BF3A31AA-A401-7904-93EA-D474FE1D4618}"/>
          </ac:cxnSpMkLst>
        </pc:cxnChg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  <pc:spChg chg="mod">
          <ac:chgData name="强 李" userId="cd6c7ec7188785ae" providerId="LiveId" clId="{C4BB4458-5026-43D6-8C8F-02924DFE1BAF}" dt="2024-05-18T13:44:16.194" v="1289" actId="14100"/>
          <ac:spMkLst>
            <pc:docMk/>
            <pc:sldMk cId="54695671" sldId="531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7T23:17:53.121" v="15"/>
          <ac:spMkLst>
            <pc:docMk/>
            <pc:sldMk cId="54695671" sldId="531"/>
            <ac:spMk id="3" creationId="{B504861B-6EFA-BAFD-C2A3-DA811CA92353}"/>
          </ac:spMkLst>
        </pc:spChg>
        <pc:spChg chg="add mod">
          <ac:chgData name="强 李" userId="cd6c7ec7188785ae" providerId="LiveId" clId="{C4BB4458-5026-43D6-8C8F-02924DFE1BAF}" dt="2024-05-17T23:18:07.335" v="2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C4BB4458-5026-43D6-8C8F-02924DFE1BAF}" dt="2024-05-18T03:58:19.517" v="65" actId="2711"/>
          <ac:spMkLst>
            <pc:docMk/>
            <pc:sldMk cId="54695671" sldId="531"/>
            <ac:spMk id="5" creationId="{6D756E38-44BB-893E-10F4-24648C1F9451}"/>
          </ac:spMkLst>
        </pc:spChg>
        <pc:spChg chg="mod">
          <ac:chgData name="强 李" userId="cd6c7ec7188785ae" providerId="LiveId" clId="{C4BB4458-5026-43D6-8C8F-02924DFE1BAF}" dt="2024-05-18T03:58:24.056" v="66" actId="2711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C4BB4458-5026-43D6-8C8F-02924DFE1BAF}" dt="2024-05-17T23:18:23.340" v="42" actId="1076"/>
          <ac:spMkLst>
            <pc:docMk/>
            <pc:sldMk cId="54695671" sldId="531"/>
            <ac:spMk id="7" creationId="{F80DDDB8-F32B-B7A7-73DA-9790F3B5DCB3}"/>
          </ac:spMkLst>
        </pc:spChg>
        <pc:spChg chg="mod">
          <ac:chgData name="强 李" userId="cd6c7ec7188785ae" providerId="LiveId" clId="{C4BB4458-5026-43D6-8C8F-02924DFE1BAF}" dt="2024-05-18T13:46:26.199" v="1290" actId="14100"/>
          <ac:spMkLst>
            <pc:docMk/>
            <pc:sldMk cId="54695671" sldId="531"/>
            <ac:spMk id="11" creationId="{8F585226-39A8-96AE-40A3-878704581BB6}"/>
          </ac:spMkLst>
        </pc:spChg>
        <pc:cxnChg chg="mod">
          <ac:chgData name="强 李" userId="cd6c7ec7188785ae" providerId="LiveId" clId="{C4BB4458-5026-43D6-8C8F-02924DFE1BAF}" dt="2024-05-18T13:46:35.739" v="1306" actId="1037"/>
          <ac:cxnSpMkLst>
            <pc:docMk/>
            <pc:sldMk cId="54695671" sldId="531"/>
            <ac:cxnSpMk id="8" creationId="{A82D5C8F-64C1-A4EE-87A4-62170D321C35}"/>
          </ac:cxnSpMkLst>
        </pc:cxnChg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  <pc:spChg chg="mod">
          <ac:chgData name="强 李" userId="cd6c7ec7188785ae" providerId="LiveId" clId="{C4BB4458-5026-43D6-8C8F-02924DFE1BAF}" dt="2024-05-18T05:39:51.284" v="1181"/>
          <ac:spMkLst>
            <pc:docMk/>
            <pc:sldMk cId="1242525785" sldId="543"/>
            <ac:spMk id="2" creationId="{00000000-0000-0000-0000-000000000000}"/>
          </ac:spMkLst>
        </pc:spChg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  <pc:spChg chg="add del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18" creationId="{00000000-0000-0000-0000-000000000000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4" creationId="{CB49665F-0298-4449-8D2D-209989CB9EE3}"/>
          </ac:spMkLst>
        </pc:spChg>
        <pc:spChg chg="add del">
          <ac:chgData name="强 李" userId="cd6c7ec7188785ae" providerId="LiveId" clId="{C4BB4458-5026-43D6-8C8F-02924DFE1BAF}" dt="2024-05-18T05:52:41.236" v="1235" actId="26606"/>
          <ac:spMkLst>
            <pc:docMk/>
            <pc:sldMk cId="419382719" sldId="552"/>
            <ac:spMk id="26" creationId="{A71EEC14-174A-46FA-B046-474750457130}"/>
          </ac:spMkLst>
        </pc:spChg>
        <pc:spChg chg="add del">
          <ac:chgData name="强 李" userId="cd6c7ec7188785ae" providerId="LiveId" clId="{C4BB4458-5026-43D6-8C8F-02924DFE1BAF}" dt="2024-05-18T05:52:44.584" v="1237" actId="26606"/>
          <ac:spMkLst>
            <pc:docMk/>
            <pc:sldMk cId="419382719" sldId="552"/>
            <ac:spMk id="41" creationId="{2659FDB4-FCBE-4A89-B46D-43D4FA54464D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5" creationId="{2E442304-DDBD-4F7B-8017-36BCC863FB40}"/>
          </ac:spMkLst>
        </pc:spChg>
        <pc:spChg chg="add">
          <ac:chgData name="强 李" userId="cd6c7ec7188785ae" providerId="LiveId" clId="{C4BB4458-5026-43D6-8C8F-02924DFE1BAF}" dt="2024-05-18T05:52:44.602" v="1238" actId="26606"/>
          <ac:spMkLst>
            <pc:docMk/>
            <pc:sldMk cId="419382719" sldId="552"/>
            <ac:spMk id="46" creationId="{5E107275-3853-46FD-A241-DE4355A42675}"/>
          </ac:spMkLst>
        </pc:s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28" creationId="{EEB6CB95-E653-4C6C-AE51-62FD848E8D5B}"/>
          </ac:grpSpMkLst>
        </pc:grpChg>
        <pc:grpChg chg="add del">
          <ac:chgData name="强 李" userId="cd6c7ec7188785ae" providerId="LiveId" clId="{C4BB4458-5026-43D6-8C8F-02924DFE1BAF}" dt="2024-05-18T05:52:41.236" v="1235" actId="26606"/>
          <ac:grpSpMkLst>
            <pc:docMk/>
            <pc:sldMk cId="419382719" sldId="552"/>
            <ac:grpSpMk id="32" creationId="{43F5E015-E085-4624-B431-B42414448684}"/>
          </ac:grpSpMkLst>
        </pc:grpChg>
        <pc:graphicFrameChg chg="add del">
          <ac:chgData name="强 李" userId="cd6c7ec7188785ae" providerId="LiveId" clId="{C4BB4458-5026-43D6-8C8F-02924DFE1BAF}" dt="2024-05-18T05:52:41.236" v="1235" actId="26606"/>
          <ac:graphicFrameMkLst>
            <pc:docMk/>
            <pc:sldMk cId="419382719" sldId="552"/>
            <ac:graphicFrameMk id="20" creationId="{4323BF3C-B2A4-A173-AEA9-BB94E5E503C5}"/>
          </ac:graphicFrameMkLst>
        </pc:graphicFrameChg>
        <pc:graphicFrameChg chg="add del">
          <ac:chgData name="强 李" userId="cd6c7ec7188785ae" providerId="LiveId" clId="{C4BB4458-5026-43D6-8C8F-02924DFE1BAF}" dt="2024-05-18T05:52:44.584" v="1237" actId="26606"/>
          <ac:graphicFrameMkLst>
            <pc:docMk/>
            <pc:sldMk cId="419382719" sldId="552"/>
            <ac:graphicFrameMk id="43" creationId="{699F94FD-C55E-4713-5FAB-1A97B009C0D6}"/>
          </ac:graphicFrameMkLst>
        </pc:graphicFrameChg>
        <pc:graphicFrameChg chg="add mod modGraphic">
          <ac:chgData name="强 李" userId="cd6c7ec7188785ae" providerId="LiveId" clId="{C4BB4458-5026-43D6-8C8F-02924DFE1BAF}" dt="2024-05-18T05:53:37.086" v="1249"/>
          <ac:graphicFrameMkLst>
            <pc:docMk/>
            <pc:sldMk cId="419382719" sldId="552"/>
            <ac:graphicFrameMk id="47" creationId="{C4743AA0-529F-EA4A-5AAF-9A09C2CB0EAC}"/>
          </ac:graphicFrameMkLst>
        </pc:graphicFrameChg>
        <pc:cxnChg chg="add del">
          <ac:chgData name="强 李" userId="cd6c7ec7188785ae" providerId="LiveId" clId="{C4BB4458-5026-43D6-8C8F-02924DFE1BAF}" dt="2024-05-18T05:52:44.584" v="1237" actId="26606"/>
          <ac:cxnSpMkLst>
            <pc:docMk/>
            <pc:sldMk cId="419382719" sldId="552"/>
            <ac:cxnSpMk id="42" creationId="{C8F51B3F-8331-4E4A-AE96-D47B1006EEAD}"/>
          </ac:cxnSpMkLst>
        </pc:cxnChg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  <pc:spChg chg="mod">
          <ac:chgData name="强 李" userId="cd6c7ec7188785ae" providerId="LiveId" clId="{C4BB4458-5026-43D6-8C8F-02924DFE1BAF}" dt="2024-05-18T04:01:17.522" v="82"/>
          <ac:spMkLst>
            <pc:docMk/>
            <pc:sldMk cId="530530540" sldId="553"/>
            <ac:spMk id="2" creationId="{00000000-0000-0000-0000-000000000000}"/>
          </ac:spMkLst>
        </pc:spChg>
        <pc:graphicFrameChg chg="mod modGraphic">
          <ac:chgData name="强 李" userId="cd6c7ec7188785ae" providerId="LiveId" clId="{C4BB4458-5026-43D6-8C8F-02924DFE1BAF}" dt="2024-05-18T13:47:20.799" v="1308" actId="6549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  <pc:spChg chg="mod">
          <ac:chgData name="强 李" userId="cd6c7ec7188785ae" providerId="LiveId" clId="{C4BB4458-5026-43D6-8C8F-02924DFE1BAF}" dt="2024-05-18T05:40:48.111" v="1200" actId="121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  <pc:spChg chg="mod">
          <ac:chgData name="强 李" userId="cd6c7ec7188785ae" providerId="LiveId" clId="{C4BB4458-5026-43D6-8C8F-02924DFE1BAF}" dt="2024-05-18T05:11:18.361" v="688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  <pc:spChg chg="mod">
          <ac:chgData name="强 李" userId="cd6c7ec7188785ae" providerId="LiveId" clId="{C4BB4458-5026-43D6-8C8F-02924DFE1BAF}" dt="2024-05-18T14:15:43.178" v="1600"/>
          <ac:spMkLst>
            <pc:docMk/>
            <pc:sldMk cId="3921434846" sldId="587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02:17.956" v="501" actId="1038"/>
          <ac:spMkLst>
            <pc:docMk/>
            <pc:sldMk cId="3921434846" sldId="587"/>
            <ac:spMk id="3" creationId="{003D761B-E889-B91D-BD41-4C84CF49A89F}"/>
          </ac:spMkLst>
        </pc:spChg>
        <pc:spChg chg="add mod">
          <ac:chgData name="强 李" userId="cd6c7ec7188785ae" providerId="LiveId" clId="{C4BB4458-5026-43D6-8C8F-02924DFE1BAF}" dt="2024-05-18T05:03:05.550" v="530" actId="1076"/>
          <ac:spMkLst>
            <pc:docMk/>
            <pc:sldMk cId="3921434846" sldId="587"/>
            <ac:spMk id="4" creationId="{37DDADB6-FEDE-F371-AEA9-C5A37A96DB50}"/>
          </ac:spMkLst>
        </pc:spChg>
        <pc:spChg chg="add mod">
          <ac:chgData name="强 李" userId="cd6c7ec7188785ae" providerId="LiveId" clId="{C4BB4458-5026-43D6-8C8F-02924DFE1BAF}" dt="2024-05-18T14:13:16.409" v="1392" actId="1037"/>
          <ac:spMkLst>
            <pc:docMk/>
            <pc:sldMk cId="3921434846" sldId="587"/>
            <ac:spMk id="5" creationId="{EA83E63F-1A84-4C77-F88A-67457B349D94}"/>
          </ac:spMkLst>
        </pc:spChg>
        <pc:spChg chg="add mod">
          <ac:chgData name="强 李" userId="cd6c7ec7188785ae" providerId="LiveId" clId="{C4BB4458-5026-43D6-8C8F-02924DFE1BAF}" dt="2024-05-18T05:02:51.301" v="515" actId="1076"/>
          <ac:spMkLst>
            <pc:docMk/>
            <pc:sldMk cId="3921434846" sldId="587"/>
            <ac:spMk id="7" creationId="{A3AF7693-1B01-A7BF-B591-CA40ADA64FCF}"/>
          </ac:spMkLst>
        </pc:spChg>
        <pc:spChg chg="add mod">
          <ac:chgData name="强 李" userId="cd6c7ec7188785ae" providerId="LiveId" clId="{C4BB4458-5026-43D6-8C8F-02924DFE1BAF}" dt="2024-05-18T05:03:45.310" v="565" actId="1037"/>
          <ac:spMkLst>
            <pc:docMk/>
            <pc:sldMk cId="3921434846" sldId="587"/>
            <ac:spMk id="8" creationId="{16D8AC54-27F5-A2FE-FDAD-C66FFAE80155}"/>
          </ac:spMkLst>
        </pc:spChg>
        <pc:picChg chg="add del mod">
          <ac:chgData name="强 李" userId="cd6c7ec7188785ae" providerId="LiveId" clId="{C4BB4458-5026-43D6-8C8F-02924DFE1BAF}" dt="2024-05-18T05:05:37.660" v="585" actId="478"/>
          <ac:picMkLst>
            <pc:docMk/>
            <pc:sldMk cId="3921434846" sldId="587"/>
            <ac:picMk id="6" creationId="{3563A147-73CE-0E77-4EB7-6F12D9EAA0A5}"/>
          </ac:picMkLst>
        </pc:picChg>
        <pc:picChg chg="add mod">
          <ac:chgData name="强 李" userId="cd6c7ec7188785ae" providerId="LiveId" clId="{C4BB4458-5026-43D6-8C8F-02924DFE1BAF}" dt="2024-05-18T05:16:46.154" v="764" actId="14100"/>
          <ac:picMkLst>
            <pc:docMk/>
            <pc:sldMk cId="3921434846" sldId="587"/>
            <ac:picMk id="10" creationId="{02F96101-F061-483B-59C8-DAE652A14EFE}"/>
          </ac:picMkLst>
        </pc:picChg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  <pc:spChg chg="mod">
          <ac:chgData name="强 李" userId="cd6c7ec7188785ae" providerId="LiveId" clId="{C4BB4458-5026-43D6-8C8F-02924DFE1BAF}" dt="2024-05-18T05:25:30.847" v="889"/>
          <ac:spMkLst>
            <pc:docMk/>
            <pc:sldMk cId="2648053192" sldId="588"/>
            <ac:spMk id="2" creationId="{00000000-0000-0000-0000-000000000000}"/>
          </ac:spMkLst>
        </pc:spChg>
        <pc:spChg chg="add mod ord">
          <ac:chgData name="强 李" userId="cd6c7ec7188785ae" providerId="LiveId" clId="{C4BB4458-5026-43D6-8C8F-02924DFE1BAF}" dt="2024-05-18T05:15:15.219" v="748" actId="171"/>
          <ac:spMkLst>
            <pc:docMk/>
            <pc:sldMk cId="2648053192" sldId="588"/>
            <ac:spMk id="3" creationId="{2F44D04F-DD6A-1675-150F-0D830C44AF9C}"/>
          </ac:spMkLst>
        </pc:spChg>
        <pc:spChg chg="add mod">
          <ac:chgData name="强 李" userId="cd6c7ec7188785ae" providerId="LiveId" clId="{C4BB4458-5026-43D6-8C8F-02924DFE1BAF}" dt="2024-05-18T05:22:35.894" v="799" actId="1038"/>
          <ac:spMkLst>
            <pc:docMk/>
            <pc:sldMk cId="2648053192" sldId="588"/>
            <ac:spMk id="4" creationId="{6727A4CA-1768-94A4-5B86-43070B44DF2C}"/>
          </ac:spMkLst>
        </pc:spChg>
        <pc:spChg chg="add mod">
          <ac:chgData name="强 李" userId="cd6c7ec7188785ae" providerId="LiveId" clId="{C4BB4458-5026-43D6-8C8F-02924DFE1BAF}" dt="2024-05-18T05:22:44.750" v="808" actId="1076"/>
          <ac:spMkLst>
            <pc:docMk/>
            <pc:sldMk cId="2648053192" sldId="588"/>
            <ac:spMk id="5" creationId="{8B7F548D-0B51-9956-B283-BDB03CA5C763}"/>
          </ac:spMkLst>
        </pc:spChg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  <pc:spChg chg="mod">
          <ac:chgData name="强 李" userId="cd6c7ec7188785ae" providerId="LiveId" clId="{C4BB4458-5026-43D6-8C8F-02924DFE1BAF}" dt="2024-05-18T05:33:38.994" v="1079"/>
          <ac:spMkLst>
            <pc:docMk/>
            <pc:sldMk cId="534191096" sldId="589"/>
            <ac:spMk id="2" creationId="{00000000-0000-0000-0000-000000000000}"/>
          </ac:spMkLst>
        </pc:spChg>
        <pc:spChg chg="add mod">
          <ac:chgData name="强 李" userId="cd6c7ec7188785ae" providerId="LiveId" clId="{C4BB4458-5026-43D6-8C8F-02924DFE1BAF}" dt="2024-05-18T05:31:28.548" v="1009" actId="1038"/>
          <ac:spMkLst>
            <pc:docMk/>
            <pc:sldMk cId="534191096" sldId="589"/>
            <ac:spMk id="3" creationId="{1AB8738D-A1FE-4D54-0F21-BB9DBE4AC2AD}"/>
          </ac:spMkLst>
        </pc:spChg>
        <pc:spChg chg="add mod">
          <ac:chgData name="强 李" userId="cd6c7ec7188785ae" providerId="LiveId" clId="{C4BB4458-5026-43D6-8C8F-02924DFE1BAF}" dt="2024-05-18T05:31:38.807" v="1016" actId="1076"/>
          <ac:spMkLst>
            <pc:docMk/>
            <pc:sldMk cId="534191096" sldId="589"/>
            <ac:spMk id="4" creationId="{EAC312E4-EEF7-BC10-CF40-D9DFE5074984}"/>
          </ac:spMkLst>
        </pc:spChg>
        <pc:spChg chg="add mod">
          <ac:chgData name="强 李" userId="cd6c7ec7188785ae" providerId="LiveId" clId="{C4BB4458-5026-43D6-8C8F-02924DFE1BAF}" dt="2024-05-18T05:32:21.841" v="1025" actId="1076"/>
          <ac:spMkLst>
            <pc:docMk/>
            <pc:sldMk cId="534191096" sldId="589"/>
            <ac:spMk id="5" creationId="{713DDF87-D3EF-705D-B73A-8E85BB5DCB86}"/>
          </ac:spMkLst>
        </pc:spChg>
        <pc:spChg chg="add mod">
          <ac:chgData name="强 李" userId="cd6c7ec7188785ae" providerId="LiveId" clId="{C4BB4458-5026-43D6-8C8F-02924DFE1BAF}" dt="2024-05-18T05:32:35.401" v="1047" actId="1076"/>
          <ac:spMkLst>
            <pc:docMk/>
            <pc:sldMk cId="534191096" sldId="589"/>
            <ac:spMk id="6" creationId="{1583CA6D-E2C8-47E3-C865-AB9466112C52}"/>
          </ac:spMkLst>
        </pc:spChg>
        <pc:spChg chg="add mod">
          <ac:chgData name="强 李" userId="cd6c7ec7188785ae" providerId="LiveId" clId="{C4BB4458-5026-43D6-8C8F-02924DFE1BAF}" dt="2024-05-18T05:32:46.396" v="1061" actId="1076"/>
          <ac:spMkLst>
            <pc:docMk/>
            <pc:sldMk cId="534191096" sldId="589"/>
            <ac:spMk id="7" creationId="{B2718F15-7977-70BB-162C-9682D1DBB0BD}"/>
          </ac:spMkLst>
        </pc:spChg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  <pc:spChg chg="mod">
          <ac:chgData name="强 李" userId="cd6c7ec7188785ae" providerId="LiveId" clId="{C4BB4458-5026-43D6-8C8F-02924DFE1BAF}" dt="2024-05-18T05:34:49.979" v="1089" actId="6549"/>
          <ac:spMkLst>
            <pc:docMk/>
            <pc:sldMk cId="4207264488" sldId="590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  <pc:spChg chg="mod">
          <ac:chgData name="强 李" userId="cd6c7ec7188785ae" providerId="LiveId" clId="{C4BB4458-5026-43D6-8C8F-02924DFE1BAF}" dt="2024-05-18T05:37:46.107" v="1143"/>
          <ac:spMkLst>
            <pc:docMk/>
            <pc:sldMk cId="3491062220" sldId="591"/>
            <ac:spMk id="2" creationId="{00000000-0000-0000-0000-000000000000}"/>
          </ac:spMkLst>
        </pc:spChg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  <pc:spChg chg="mod">
          <ac:chgData name="强 李" userId="cd6c7ec7188785ae" providerId="LiveId" clId="{C4BB4458-5026-43D6-8C8F-02924DFE1BAF}" dt="2024-05-18T05:38:25.684" v="1153"/>
          <ac:spMkLst>
            <pc:docMk/>
            <pc:sldMk cId="4046377894" sldId="592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  <pc:spChg chg="mod">
          <ac:chgData name="强 李" userId="cd6c7ec7188785ae" providerId="LiveId" clId="{C4BB4458-5026-43D6-8C8F-02924DFE1BAF}" dt="2024-05-18T05:12:18.317" v="689" actId="6549"/>
          <ac:spMkLst>
            <pc:docMk/>
            <pc:sldMk cId="3468762565" sldId="593"/>
            <ac:spMk id="2" creationId="{00000000-0000-0000-0000-000000000000}"/>
          </ac:spMkLst>
        </pc:spChg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  <pc:spChg chg="mod">
          <ac:chgData name="强 李" userId="cd6c7ec7188785ae" providerId="LiveId" clId="{C4BB4458-5026-43D6-8C8F-02924DFE1BAF}" dt="2024-05-18T14:17:39.797" v="1781" actId="6549"/>
          <ac:spMkLst>
            <pc:docMk/>
            <pc:sldMk cId="340286292" sldId="594"/>
            <ac:spMk id="2" creationId="{00000000-0000-0000-0000-000000000000}"/>
          </ac:spMkLst>
        </pc:spChg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  <pc:spChg chg="mod ord">
          <ac:chgData name="强 李" userId="cd6c7ec7188785ae" providerId="LiveId" clId="{C4BB4458-5026-43D6-8C8F-02924DFE1BAF}" dt="2024-05-18T05:51:50.698" v="1232" actId="27636"/>
          <ac:spMkLst>
            <pc:docMk/>
            <pc:sldMk cId="1164883511" sldId="596"/>
            <ac:spMk id="2" creationId="{00000000-0000-0000-0000-000000000000}"/>
          </ac:spMkLst>
        </pc:spChg>
        <pc:spChg chg="mod">
          <ac:chgData name="强 李" userId="cd6c7ec7188785ae" providerId="LiveId" clId="{C4BB4458-5026-43D6-8C8F-02924DFE1BAF}" dt="2024-05-18T05:51:56.279" v="1233" actId="1076"/>
          <ac:spMkLst>
            <pc:docMk/>
            <pc:sldMk cId="1164883511" sldId="596"/>
            <ac:spMk id="4" creationId="{04F693BE-D3F5-9A06-FC54-A1D34A776B2D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0" creationId="{F0A604E4-7307-451C-93BE-F1F7E1BF3BF8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2" creationId="{F7F3A0AA-35E5-4085-942B-737839030604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4" creationId="{402F5C38-C747-4173-ABBF-656E39E82130}"/>
          </ac:spMkLst>
        </pc:spChg>
        <pc:spChg chg="add del">
          <ac:chgData name="强 李" userId="cd6c7ec7188785ae" providerId="LiveId" clId="{C4BB4458-5026-43D6-8C8F-02924DFE1BAF}" dt="2024-05-18T05:51:11.224" v="1208" actId="26606"/>
          <ac:spMkLst>
            <pc:docMk/>
            <pc:sldMk cId="1164883511" sldId="596"/>
            <ac:spMk id="16" creationId="{E37EECFC-A684-4391-AE85-4CDAF5565F61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8" creationId="{A8384FB5-9ADC-4DDC-881B-597D56F5B15D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19" creationId="{1199E1B1-A8C0-4FE8-A5A8-1CB41D69F857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0" creationId="{84A8DE83-DE75-4B41-9DB4-A7EC0B0DEC0B}"/>
          </ac:spMkLst>
        </pc:spChg>
        <pc:spChg chg="add del">
          <ac:chgData name="强 李" userId="cd6c7ec7188785ae" providerId="LiveId" clId="{C4BB4458-5026-43D6-8C8F-02924DFE1BAF}" dt="2024-05-18T05:51:13.043" v="1210" actId="26606"/>
          <ac:spMkLst>
            <pc:docMk/>
            <pc:sldMk cId="1164883511" sldId="596"/>
            <ac:spMk id="21" creationId="{A7009A0A-BEF5-4EAC-AF15-E4F9F002E239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5" creationId="{23D09407-53BC-485E-B4CE-BC5E4FC4B25B}"/>
          </ac:spMkLst>
        </pc:spChg>
        <pc:spChg chg="add del">
          <ac:chgData name="强 李" userId="cd6c7ec7188785ae" providerId="LiveId" clId="{C4BB4458-5026-43D6-8C8F-02924DFE1BAF}" dt="2024-05-18T05:51:18.471" v="1212" actId="26606"/>
          <ac:spMkLst>
            <pc:docMk/>
            <pc:sldMk cId="1164883511" sldId="596"/>
            <ac:spMk id="26" creationId="{921DB988-49FC-4608-B0A2-E2F3A4019041}"/>
          </ac:spMkLst>
        </pc:spChg>
        <pc:spChg chg="add">
          <ac:chgData name="强 李" userId="cd6c7ec7188785ae" providerId="LiveId" clId="{C4BB4458-5026-43D6-8C8F-02924DFE1BAF}" dt="2024-05-18T05:51:18.475" v="1213" actId="26606"/>
          <ac:spMkLst>
            <pc:docMk/>
            <pc:sldMk cId="1164883511" sldId="596"/>
            <ac:spMk id="33" creationId="{5E395AE0-8789-FAD6-A987-32E65C185100}"/>
          </ac:spMkLst>
        </pc:s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27" creationId="{E9B930FD-8671-4C4C-ADCF-73AC1D0CD417}"/>
          </ac:grpSpMkLst>
        </pc:grpChg>
        <pc:grpChg chg="add del">
          <ac:chgData name="强 李" userId="cd6c7ec7188785ae" providerId="LiveId" clId="{C4BB4458-5026-43D6-8C8F-02924DFE1BAF}" dt="2024-05-18T05:51:18.471" v="1212" actId="26606"/>
          <ac:grpSpMkLst>
            <pc:docMk/>
            <pc:sldMk cId="1164883511" sldId="596"/>
            <ac:grpSpMk id="30" creationId="{383C2651-AE0C-4AE4-8725-E2F9414FE219}"/>
          </ac:grpSpMkLst>
        </pc:grpChg>
        <pc:picChg chg="add mod">
          <ac:chgData name="强 李" userId="cd6c7ec7188785ae" providerId="LiveId" clId="{C4BB4458-5026-43D6-8C8F-02924DFE1BAF}" dt="2024-05-18T05:51:29.715" v="1214" actId="14100"/>
          <ac:picMkLst>
            <pc:docMk/>
            <pc:sldMk cId="1164883511" sldId="596"/>
            <ac:picMk id="5" creationId="{2ADD046A-1E76-1E25-D210-434E5BDA978C}"/>
          </ac:picMkLst>
        </pc:picChg>
        <pc:cxnChg chg="add">
          <ac:chgData name="强 李" userId="cd6c7ec7188785ae" providerId="LiveId" clId="{C4BB4458-5026-43D6-8C8F-02924DFE1BAF}" dt="2024-05-18T05:51:18.475" v="1213" actId="26606"/>
          <ac:cxnSpMkLst>
            <pc:docMk/>
            <pc:sldMk cId="1164883511" sldId="596"/>
            <ac:cxnSpMk id="34" creationId="{7667AA61-5C27-F30F-D229-06CBE5709F33}"/>
          </ac:cxnSpMkLst>
        </pc:cxn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/>
            <a:t>1. </a:t>
          </a:r>
          <a:r>
            <a:rPr lang="zh-CN" sz="2800"/>
            <a:t>保罗看万事的几个阶段？</a:t>
          </a:r>
          <a:endParaRPr lang="en-US" sz="280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/>
            <a:t>3. </a:t>
          </a:r>
          <a:r>
            <a:rPr lang="zh-CN" sz="2800"/>
            <a:t>个人是如何看待万事？</a:t>
          </a:r>
          <a:endParaRPr lang="en-US" sz="280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1. </a:t>
          </a:r>
          <a:r>
            <a:rPr lang="zh-CN" sz="2800" kern="1200"/>
            <a:t>保罗看万事的几个阶段？</a:t>
          </a:r>
          <a:endParaRPr lang="en-US" sz="2800" kern="120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3. </a:t>
          </a:r>
          <a:r>
            <a:rPr lang="zh-CN" sz="2800" kern="1200"/>
            <a:t>个人是如何看待万事？</a:t>
          </a:r>
          <a:endParaRPr lang="en-US" sz="2800" kern="120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52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2024/5/18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2.emf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3.emf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至死得着基督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0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有益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都当作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有损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至宝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ea typeface="苹方-简" panose="020B0300000000000000" pitchFamily="34" charset="-122"/>
              </a:rPr>
              <a:t>粪土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，什么是真正的益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，如何有基督的义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，认识基督得着什么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】不但如此，我也将万事当作有损的，因我以认识我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主</a:t>
              </a:r>
              <a:r>
                <a:rPr lang="yo-NG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】我为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已经丢弃万事，看作粪土，为要得着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【腓3:9】并且得以在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里面，不是有自己因律法而得的义，乃是有信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【腓3:8、</a:t>
            </a:r>
            <a:r>
              <a:rPr lang="en-US" altLang="zh-CN" dirty="0"/>
              <a:t>9</a:t>
            </a:r>
            <a:r>
              <a:rPr lang="zh-CN" altLang="en-US" dirty="0"/>
              <a:t>】</a:t>
            </a:r>
            <a:r>
              <a:rPr lang="en-US" altLang="zh-CN" dirty="0"/>
              <a:t>……</a:t>
            </a:r>
            <a:r>
              <a:rPr lang="zh-CN" altLang="en-US" dirty="0"/>
              <a:t>为要</a:t>
            </a:r>
            <a:r>
              <a:rPr lang="zh-CN" altLang="en-US" sz="2400" b="1" dirty="0">
                <a:solidFill>
                  <a:srgbClr val="FF0000"/>
                </a:solidFill>
              </a:rPr>
              <a:t>得着</a:t>
            </a:r>
            <a:r>
              <a:rPr lang="zh-CN" altLang="en-US" dirty="0"/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5201418" cy="20303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12-16</a:t>
            </a:r>
            <a:r>
              <a:rPr lang="zh-CN" altLang="en-US" sz="3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节：竭力追求</a:t>
            </a:r>
            <a:endParaRPr lang="en-US" altLang="zh-CN" sz="3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，行动：竭力追求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，目的：从上面奖赏</a:t>
            </a:r>
            <a:endParaRPr lang="en-US" altLang="zh-CN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180619" y="1640262"/>
            <a:ext cx="4685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1~6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节：靠主喜乐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，命令：要靠主喜乐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，根源：真受割礼的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，对比：过去的保罗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63263"/>
            <a:ext cx="79378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7~11</a:t>
            </a:r>
            <a:r>
              <a:rPr lang="zh-CN" altLang="en-US" sz="36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节： 得着基督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，对比：现在的保罗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，目的：为得着基督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，方法：信基督的义</a:t>
            </a:r>
          </a:p>
          <a:p>
            <a:r>
              <a:rPr lang="en-US" altLang="zh-CN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，过程：信、受苦、效法、成全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021695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5814136" y="-1225657"/>
            <a:ext cx="306371" cy="115734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B504861B-6EFA-BAFD-C2A3-DA811CA92353}"/>
              </a:ext>
            </a:extLst>
          </p:cNvPr>
          <p:cNvSpPr/>
          <p:nvPr/>
        </p:nvSpPr>
        <p:spPr>
          <a:xfrm>
            <a:off x="1524000" y="1014593"/>
            <a:ext cx="914400" cy="612648"/>
          </a:xfrm>
          <a:prstGeom prst="borderCallout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过去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10040569" y="118098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现在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0DDDB8-F32B-B7A7-73DA-9790F3B5DCB3}"/>
              </a:ext>
            </a:extLst>
          </p:cNvPr>
          <p:cNvSpPr/>
          <p:nvPr/>
        </p:nvSpPr>
        <p:spPr>
          <a:xfrm>
            <a:off x="9223150" y="4768264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将来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5" y="113635"/>
            <a:ext cx="708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55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【腓3:7】只是我先前以为与我有益的，我现在因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都当作有损的。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强烈对比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“当做”（完成式）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之前追求法利赛人、律法的义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现在认识基督、弥赛亚的身份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人生完全的改变（巨大）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“有损”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是之前对立面，对立程度，表现极大转变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与先前彻底决裂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总结：如果任何人依靠其他（非基督而来的）追求益（真正的益），都是有损的。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应用：学历高低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【徒26:24】保罗这样分诉，非斯都大声说：“保罗，你癫狂了吧！</a:t>
            </a:r>
            <a:r>
              <a:rPr lang="zh-CN" altLang="zh-CN" sz="16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你的学问太大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，反叫你癫狂了。”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2B3DCD-7954-89EF-6738-2619741EB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424664"/>
              </p:ext>
            </p:extLst>
          </p:nvPr>
        </p:nvGraphicFramePr>
        <p:xfrm>
          <a:off x="466810" y="2042089"/>
          <a:ext cx="8778790" cy="812800"/>
        </p:xfrm>
        <a:graphic>
          <a:graphicData uri="http://schemas.openxmlformats.org/drawingml/2006/table">
            <a:tbl>
              <a:tblPr/>
              <a:tblGrid>
                <a:gridCol w="1590910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486086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159091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1398423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1712461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一切事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我先前以为</a:t>
                      </a: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（</a:t>
                      </a:r>
                      <a:r>
                        <a:rPr lang="en-US" altLang="zh-CN" sz="2000" dirty="0">
                          <a:effectLst/>
                          <a:ea typeface="苹方-简" panose="020B0300000000000000" pitchFamily="34" charset="-122"/>
                        </a:rPr>
                        <a:t>5</a:t>
                      </a: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、</a:t>
                      </a:r>
                      <a:r>
                        <a:rPr lang="en-US" altLang="zh-CN" sz="2000" dirty="0">
                          <a:effectLst/>
                          <a:ea typeface="苹方-简" panose="020B0300000000000000" pitchFamily="34" charset="-122"/>
                        </a:rPr>
                        <a:t>6</a:t>
                      </a: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节）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对我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有益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过去的保罗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这些事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现在都当做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因基督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有损的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现在的保罗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704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不但如此：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没有止步与第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7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节，更进一步说明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先前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以为有益            当作有益的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现在 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与基督无关万事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       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有损的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	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认识主基督耶稣             为至宝  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万事：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先前以为与我有益的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万事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数量的增加（万事）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程度的加深（有损）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最高的等级（至宝）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当下的你认为什么是最有益的呢？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你如何看待耶稣基督在你生命中地位？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03D761B-E889-B91D-BD41-4C84CF49A89F}"/>
              </a:ext>
            </a:extLst>
          </p:cNvPr>
          <p:cNvSpPr/>
          <p:nvPr/>
        </p:nvSpPr>
        <p:spPr>
          <a:xfrm flipV="1">
            <a:off x="1394689" y="252659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7DDADB6-FEDE-F371-AEA9-C5A37A96DB50}"/>
              </a:ext>
            </a:extLst>
          </p:cNvPr>
          <p:cNvSpPr/>
          <p:nvPr/>
        </p:nvSpPr>
        <p:spPr>
          <a:xfrm flipV="1">
            <a:off x="1394689" y="288260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A3AF7693-1B01-A7BF-B591-CA40ADA64FCF}"/>
              </a:ext>
            </a:extLst>
          </p:cNvPr>
          <p:cNvSpPr/>
          <p:nvPr/>
        </p:nvSpPr>
        <p:spPr>
          <a:xfrm>
            <a:off x="3023752" y="252659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6D8AC54-27F5-A2FE-FDAD-C66FFAE80155}"/>
              </a:ext>
            </a:extLst>
          </p:cNvPr>
          <p:cNvSpPr/>
          <p:nvPr/>
        </p:nvSpPr>
        <p:spPr>
          <a:xfrm>
            <a:off x="3739573" y="285489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5145" y="1715654"/>
            <a:ext cx="7746856" cy="45720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83E63F-1A84-4C77-F88A-67457B349D94}"/>
              </a:ext>
            </a:extLst>
          </p:cNvPr>
          <p:cNvSpPr/>
          <p:nvPr/>
        </p:nvSpPr>
        <p:spPr>
          <a:xfrm>
            <a:off x="3746499" y="3173554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4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</a:t>
            </a:r>
            <a:r>
              <a:rPr lang="zh-CN" altLang="en-US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你个人与我们所信的神的关系或认识？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871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认识神、基督（旧约认识耶和华、新约认识基督）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进入到认识中（与基督救恩有份）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6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8402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递进关系，生命的认识至死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节数量（以为有益）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节万事（所有）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节程度（因基督当作有损）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节丢弃万事，看为粪土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有损可能还愿意去做，比如吸烟，夏天的冰镇可乐等等。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粪土，有人喜欢吗？除非田地的农夫为了田地的益处等。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       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      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        复活大能          受苦         效法死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AB8738D-A1FE-4D54-0F21-BB9DBE4AC2AD}"/>
              </a:ext>
            </a:extLst>
          </p:cNvPr>
          <p:cNvSpPr/>
          <p:nvPr/>
        </p:nvSpPr>
        <p:spPr>
          <a:xfrm flipV="1">
            <a:off x="2970643" y="5040042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EAC312E4-EEF7-BC10-CF40-D9DFE5074984}"/>
              </a:ext>
            </a:extLst>
          </p:cNvPr>
          <p:cNvSpPr/>
          <p:nvPr/>
        </p:nvSpPr>
        <p:spPr>
          <a:xfrm flipV="1">
            <a:off x="5747657" y="5040042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13DDF87-D3EF-705D-B73A-8E85BB5DCB86}"/>
              </a:ext>
            </a:extLst>
          </p:cNvPr>
          <p:cNvSpPr/>
          <p:nvPr/>
        </p:nvSpPr>
        <p:spPr>
          <a:xfrm flipV="1">
            <a:off x="2811316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583CA6D-E2C8-47E3-C865-AB9466112C52}"/>
              </a:ext>
            </a:extLst>
          </p:cNvPr>
          <p:cNvSpPr/>
          <p:nvPr/>
        </p:nvSpPr>
        <p:spPr>
          <a:xfrm flipV="1">
            <a:off x="4827152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2718F15-7977-70BB-162C-9682D1DBB0BD}"/>
              </a:ext>
            </a:extLst>
          </p:cNvPr>
          <p:cNvSpPr/>
          <p:nvPr/>
        </p:nvSpPr>
        <p:spPr>
          <a:xfrm flipV="1">
            <a:off x="6242624" y="5564721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020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在真理中认识神：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义是神的加给，而非自己依靠律法、行为赚的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认识神的恩典和神的主权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基督我我们做了什么？我们为基督做了什么？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我们为基督如同保罗愿意离世与神同在，原因在于真认识祂的身份和工作。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62001" y="4933765"/>
            <a:ext cx="10109199" cy="598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第三段：认识基督得着什么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762001" y="5672059"/>
            <a:ext cx="11177154" cy="110281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腓</a:t>
            </a: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3:10】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使我认识基督，晓得他复活的大能，并且晓得和他一同受苦，效法他的死，</a:t>
            </a:r>
          </a:p>
          <a:p>
            <a:pPr marR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腓</a:t>
            </a:r>
            <a:r>
              <a:rPr lang="en-US" altLang="zh-CN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3:11】</a:t>
            </a:r>
            <a:r>
              <a:rPr lang="zh-CN" altLang="en-US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或者我也得以从死里复活。</a:t>
            </a: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DD046A-1E76-1E25-D210-434E5BDA97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6000" y="286294"/>
            <a:ext cx="8737809" cy="3603220"/>
          </a:xfrm>
          <a:prstGeom prst="rect">
            <a:avLst/>
          </a:prstGeom>
        </p:spPr>
      </p:pic>
      <p:cxnSp>
        <p:nvCxnSpPr>
          <p:cNvPr id="34" name="Straight Connector 11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648835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9761"/>
            <a:ext cx="4823494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汉仪粗黑简" panose="02010609000101010101" pitchFamily="49" charset="-122"/>
                <a:ea typeface="汉仪粗黑简" panose="02010609000101010101" pitchFamily="49" charset="-122"/>
                <a:cs typeface="+mn-ea"/>
                <a:sym typeface="+mn-lt"/>
              </a:rPr>
              <a:t>你的改变是什么？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789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核心：认识基督（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上），为了认识基督，保罗愿意丢弃万事，把万事当做粪土。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我们的目标：得着基督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追求基督，为要得着基督。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方法。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3409</TotalTime>
  <Words>2053</Words>
  <Application>Microsoft Office PowerPoint</Application>
  <PresentationFormat>宽屏</PresentationFormat>
  <Paragraphs>205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方正屏显雅宋_GBK</vt:lpstr>
      <vt:lpstr>汉仪粗黑简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2024-05-18T14:17:40Z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