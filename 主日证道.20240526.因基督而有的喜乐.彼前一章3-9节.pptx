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3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4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5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7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8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9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0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1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3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4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5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6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560" r:id="rId2"/>
    <p:sldId id="425" r:id="rId3"/>
    <p:sldId id="554" r:id="rId4"/>
    <p:sldId id="597" r:id="rId5"/>
    <p:sldId id="598" r:id="rId6"/>
    <p:sldId id="531" r:id="rId7"/>
    <p:sldId id="553" r:id="rId8"/>
    <p:sldId id="600" r:id="rId9"/>
    <p:sldId id="601" r:id="rId10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2" r:id="rId20"/>
    <p:sldId id="613" r:id="rId21"/>
    <p:sldId id="614" r:id="rId22"/>
    <p:sldId id="543" r:id="rId23"/>
    <p:sldId id="55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95947-F199-46F1-A0CC-41543E93CE13}" v="1062" dt="2024-05-25T22:20:35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961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BE95947-F199-46F1-A0CC-41543E93CE13}"/>
    <pc:docChg chg="undo custSel addSld delSld modSld">
      <pc:chgData name="强 李" userId="cd6c7ec7188785ae" providerId="LiveId" clId="{DBE95947-F199-46F1-A0CC-41543E93CE13}" dt="2024-05-25T22:22:01.144" v="6592" actId="14100"/>
      <pc:docMkLst>
        <pc:docMk/>
      </pc:docMkLst>
      <pc:sldChg chg="modSp mod">
        <pc:chgData name="强 李" userId="cd6c7ec7188785ae" providerId="LiveId" clId="{DBE95947-F199-46F1-A0CC-41543E93CE13}" dt="2024-05-25T14:31:31.151" v="3356" actId="207"/>
        <pc:sldMkLst>
          <pc:docMk/>
          <pc:sldMk cId="0" sldId="425"/>
        </pc:sldMkLst>
        <pc:spChg chg="mod">
          <ac:chgData name="强 李" userId="cd6c7ec7188785ae" providerId="LiveId" clId="{DBE95947-F199-46F1-A0CC-41543E93CE13}" dt="2024-05-25T14:31:31.151" v="3356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BE95947-F199-46F1-A0CC-41543E93CE13}" dt="2024-05-25T10:51:19.762" v="55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BE95947-F199-46F1-A0CC-41543E93CE13}" dt="2024-05-25T22:02:50.276" v="6278" actId="208"/>
        <pc:sldMkLst>
          <pc:docMk/>
          <pc:sldMk cId="54695671" sldId="531"/>
        </pc:sldMkLst>
        <pc:spChg chg="mod">
          <ac:chgData name="强 李" userId="cd6c7ec7188785ae" providerId="LiveId" clId="{DBE95947-F199-46F1-A0CC-41543E93CE13}" dt="2024-05-25T11:49:20.737" v="557" actId="1076"/>
          <ac:spMkLst>
            <pc:docMk/>
            <pc:sldMk cId="54695671" sldId="531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1:43:47.513" v="412" actId="478"/>
          <ac:spMkLst>
            <pc:docMk/>
            <pc:sldMk cId="54695671" sldId="531"/>
            <ac:spMk id="3" creationId="{B504861B-6EFA-BAFD-C2A3-DA811CA92353}"/>
          </ac:spMkLst>
        </pc:spChg>
        <pc:spChg chg="del">
          <ac:chgData name="强 李" userId="cd6c7ec7188785ae" providerId="LiveId" clId="{DBE95947-F199-46F1-A0CC-41543E93CE13}" dt="2024-05-25T11:43:49.880" v="413" actId="47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DBE95947-F199-46F1-A0CC-41543E93CE13}" dt="2024-05-25T11:49:34.588" v="559" actId="13822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BE95947-F199-46F1-A0CC-41543E93CE13}" dt="2024-05-25T11:50:53.463" v="630" actId="10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1:44:27.581" v="479" actId="478"/>
          <ac:spMkLst>
            <pc:docMk/>
            <pc:sldMk cId="54695671" sldId="531"/>
            <ac:spMk id="7" creationId="{F80DDDB8-F32B-B7A7-73DA-9790F3B5DCB3}"/>
          </ac:spMkLst>
        </pc:spChg>
        <pc:spChg chg="del">
          <ac:chgData name="强 李" userId="cd6c7ec7188785ae" providerId="LiveId" clId="{DBE95947-F199-46F1-A0CC-41543E93CE13}" dt="2024-05-25T11:44:51.737" v="483" actId="478"/>
          <ac:spMkLst>
            <pc:docMk/>
            <pc:sldMk cId="54695671" sldId="531"/>
            <ac:spMk id="11" creationId="{8F585226-39A8-96AE-40A3-878704581BB6}"/>
          </ac:spMkLst>
        </pc:spChg>
        <pc:spChg chg="add mod ord">
          <ac:chgData name="强 李" userId="cd6c7ec7188785ae" providerId="LiveId" clId="{DBE95947-F199-46F1-A0CC-41543E93CE13}" dt="2024-05-25T11:50:01.419" v="563" actId="167"/>
          <ac:spMkLst>
            <pc:docMk/>
            <pc:sldMk cId="54695671" sldId="531"/>
            <ac:spMk id="12" creationId="{F5B65161-B8DD-0E62-660F-68A84433C538}"/>
          </ac:spMkLst>
        </pc:spChg>
        <pc:spChg chg="add mod ord">
          <ac:chgData name="强 李" userId="cd6c7ec7188785ae" providerId="LiveId" clId="{DBE95947-F199-46F1-A0CC-41543E93CE13}" dt="2024-05-25T11:51:13.305" v="635" actId="167"/>
          <ac:spMkLst>
            <pc:docMk/>
            <pc:sldMk cId="54695671" sldId="531"/>
            <ac:spMk id="13" creationId="{F3D259C7-E716-C2A3-FA14-6EDBFE1D3037}"/>
          </ac:spMkLst>
        </pc:spChg>
        <pc:spChg chg="add mod ord">
          <ac:chgData name="强 李" userId="cd6c7ec7188785ae" providerId="LiveId" clId="{DBE95947-F199-46F1-A0CC-41543E93CE13}" dt="2024-05-25T11:51:39.631" v="638" actId="167"/>
          <ac:spMkLst>
            <pc:docMk/>
            <pc:sldMk cId="54695671" sldId="531"/>
            <ac:spMk id="14" creationId="{F9C5FDEA-E4FC-A756-16FB-5611D7241633}"/>
          </ac:spMkLst>
        </pc:spChg>
        <pc:spChg chg="mod">
          <ac:chgData name="强 李" userId="cd6c7ec7188785ae" providerId="LiveId" clId="{DBE95947-F199-46F1-A0CC-41543E93CE13}" dt="2024-05-25T11:53:11.074" v="682" actId="1037"/>
          <ac:spMkLst>
            <pc:docMk/>
            <pc:sldMk cId="54695671" sldId="531"/>
            <ac:spMk id="18" creationId="{00000000-0000-0000-0000-000000000000}"/>
          </ac:spMkLst>
        </pc:spChg>
        <pc:spChg chg="add mod">
          <ac:chgData name="强 李" userId="cd6c7ec7188785ae" providerId="LiveId" clId="{DBE95947-F199-46F1-A0CC-41543E93CE13}" dt="2024-05-25T22:02:50.276" v="6278" actId="208"/>
          <ac:spMkLst>
            <pc:docMk/>
            <pc:sldMk cId="54695671" sldId="531"/>
            <ac:spMk id="25" creationId="{CDE5F828-CD64-BE49-34B7-7CC29C273134}"/>
          </ac:spMkLst>
        </pc:spChg>
        <pc:cxnChg chg="mod">
          <ac:chgData name="强 李" userId="cd6c7ec7188785ae" providerId="LiveId" clId="{DBE95947-F199-46F1-A0CC-41543E93CE13}" dt="2024-05-25T12:15:18.119" v="685" actId="1076"/>
          <ac:cxnSpMkLst>
            <pc:docMk/>
            <pc:sldMk cId="54695671" sldId="531"/>
            <ac:cxnSpMk id="8" creationId="{A82D5C8F-64C1-A4EE-87A4-62170D321C35}"/>
          </ac:cxnSpMkLst>
        </pc:cxnChg>
        <pc:cxnChg chg="add mod">
          <ac:chgData name="强 李" userId="cd6c7ec7188785ae" providerId="LiveId" clId="{DBE95947-F199-46F1-A0CC-41543E93CE13}" dt="2024-05-25T14:23:27.347" v="2993" actId="1076"/>
          <ac:cxnSpMkLst>
            <pc:docMk/>
            <pc:sldMk cId="54695671" sldId="531"/>
            <ac:cxnSpMk id="9" creationId="{DC1B6FBA-8A0E-6AE0-4F4D-624D86320E43}"/>
          </ac:cxnSpMkLst>
        </pc:cxnChg>
        <pc:cxnChg chg="add mod">
          <ac:chgData name="强 李" userId="cd6c7ec7188785ae" providerId="LiveId" clId="{DBE95947-F199-46F1-A0CC-41543E93CE13}" dt="2024-05-25T11:52:12.333" v="641"/>
          <ac:cxnSpMkLst>
            <pc:docMk/>
            <pc:sldMk cId="54695671" sldId="531"/>
            <ac:cxnSpMk id="16" creationId="{82028ECF-40BD-DC5A-A108-667193A4CAC8}"/>
          </ac:cxnSpMkLst>
        </pc:cxnChg>
        <pc:cxnChg chg="add mod">
          <ac:chgData name="强 李" userId="cd6c7ec7188785ae" providerId="LiveId" clId="{DBE95947-F199-46F1-A0CC-41543E93CE13}" dt="2024-05-25T11:52:51.016" v="649" actId="14100"/>
          <ac:cxnSpMkLst>
            <pc:docMk/>
            <pc:sldMk cId="54695671" sldId="531"/>
            <ac:cxnSpMk id="17" creationId="{1A3595F0-53EF-FA29-29D0-9A23244CF6A4}"/>
          </ac:cxnSpMkLst>
        </pc:cxnChg>
        <pc:cxnChg chg="add mod">
          <ac:chgData name="强 李" userId="cd6c7ec7188785ae" providerId="LiveId" clId="{DBE95947-F199-46F1-A0CC-41543E93CE13}" dt="2024-05-25T11:52:46.511" v="648" actId="14100"/>
          <ac:cxnSpMkLst>
            <pc:docMk/>
            <pc:sldMk cId="54695671" sldId="531"/>
            <ac:cxnSpMk id="20" creationId="{01E2CE10-9C1F-2283-0A6E-22BDC89FE6AB}"/>
          </ac:cxnSpMkLst>
        </pc:cxnChg>
      </pc:sldChg>
      <pc:sldChg chg="addSp delSp modSp mod">
        <pc:chgData name="强 李" userId="cd6c7ec7188785ae" providerId="LiveId" clId="{DBE95947-F199-46F1-A0CC-41543E93CE13}" dt="2024-05-25T22:21:17.913" v="6591" actId="20577"/>
        <pc:sldMkLst>
          <pc:docMk/>
          <pc:sldMk cId="1242525785" sldId="543"/>
        </pc:sldMkLst>
        <pc:spChg chg="mod">
          <ac:chgData name="强 李" userId="cd6c7ec7188785ae" providerId="LiveId" clId="{DBE95947-F199-46F1-A0CC-41543E93CE13}" dt="2024-05-25T22:21:17.913" v="6591" actId="20577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5:15:37.633" v="5709" actId="14100"/>
          <ac:spMkLst>
            <pc:docMk/>
            <pc:sldMk cId="1242525785" sldId="543"/>
            <ac:spMk id="3" creationId="{590834DC-85C6-6554-2AFE-509AEA0C23E9}"/>
          </ac:spMkLst>
        </pc:spChg>
        <pc:spChg chg="add del mod">
          <ac:chgData name="强 李" userId="cd6c7ec7188785ae" providerId="LiveId" clId="{DBE95947-F199-46F1-A0CC-41543E93CE13}" dt="2024-05-25T15:15:24.385" v="5678" actId="478"/>
          <ac:spMkLst>
            <pc:docMk/>
            <pc:sldMk cId="1242525785" sldId="543"/>
            <ac:spMk id="18" creationId="{00000000-0000-0000-0000-000000000000}"/>
          </ac:spMkLst>
        </pc:spChg>
      </pc:sldChg>
      <pc:sldChg chg="modSp">
        <pc:chgData name="强 李" userId="cd6c7ec7188785ae" providerId="LiveId" clId="{DBE95947-F199-46F1-A0CC-41543E93CE13}" dt="2024-05-25T22:20:35.811" v="6577"/>
        <pc:sldMkLst>
          <pc:docMk/>
          <pc:sldMk cId="419382719" sldId="552"/>
        </pc:sldMkLst>
        <pc:graphicFrameChg chg="mod">
          <ac:chgData name="强 李" userId="cd6c7ec7188785ae" providerId="LiveId" clId="{DBE95947-F199-46F1-A0CC-41543E93CE13}" dt="2024-05-25T22:20:35.811" v="657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mod">
        <pc:chgData name="强 李" userId="cd6c7ec7188785ae" providerId="LiveId" clId="{DBE95947-F199-46F1-A0CC-41543E93CE13}" dt="2024-05-25T13:52:27.469" v="1435"/>
        <pc:sldMkLst>
          <pc:docMk/>
          <pc:sldMk cId="530530540" sldId="553"/>
        </pc:sldMkLst>
        <pc:spChg chg="mod">
          <ac:chgData name="强 李" userId="cd6c7ec7188785ae" providerId="LiveId" clId="{DBE95947-F199-46F1-A0CC-41543E93CE13}" dt="2024-05-25T13:52:27.469" v="14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2:16:32.490" v="725" actId="1038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BE95947-F199-46F1-A0CC-41543E93CE13}" dt="2024-05-25T12:15:43.412" v="689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delSp modSp mod">
        <pc:chgData name="强 李" userId="cd6c7ec7188785ae" providerId="LiveId" clId="{DBE95947-F199-46F1-A0CC-41543E93CE13}" dt="2024-05-25T22:22:01.144" v="6592" actId="14100"/>
        <pc:sldMkLst>
          <pc:docMk/>
          <pc:sldMk cId="3418790839" sldId="554"/>
        </pc:sldMkLst>
        <pc:spChg chg="mod">
          <ac:chgData name="强 李" userId="cd6c7ec7188785ae" providerId="LiveId" clId="{DBE95947-F199-46F1-A0CC-41543E93CE13}" dt="2024-05-25T11:36:49.173" v="107" actId="12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1:36:01.218" v="101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DBE95947-F199-46F1-A0CC-41543E93CE13}" dt="2024-05-25T11:35:25.377" v="93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BE95947-F199-46F1-A0CC-41543E93CE13}" dt="2024-05-25T11:36:27.068" v="104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DBE95947-F199-46F1-A0CC-41543E93CE13}" dt="2024-05-25T22:22:01.144" v="6592" actId="14100"/>
          <ac:spMkLst>
            <pc:docMk/>
            <pc:sldMk cId="3418790839" sldId="554"/>
            <ac:spMk id="18" creationId="{00000000-0000-0000-0000-000000000000}"/>
          </ac:spMkLst>
        </pc:spChg>
        <pc:grpChg chg="mod">
          <ac:chgData name="强 李" userId="cd6c7ec7188785ae" providerId="LiveId" clId="{DBE95947-F199-46F1-A0CC-41543E93CE13}" dt="2024-05-25T11:37:01.720" v="113" actId="1036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DBE95947-F199-46F1-A0CC-41543E93CE13}" dt="2024-05-25T11:35:58.450" v="100" actId="14100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DBE95947-F199-46F1-A0CC-41543E93CE13}" dt="2024-05-25T11:34:36.351" v="86" actId="478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DBE95947-F199-46F1-A0CC-41543E93CE13}" dt="2024-05-25T10:50:46.162" v="29" actId="20577"/>
        <pc:sldMkLst>
          <pc:docMk/>
          <pc:sldMk cId="1911491714" sldId="560"/>
        </pc:sldMkLst>
        <pc:spChg chg="mod">
          <ac:chgData name="强 李" userId="cd6c7ec7188785ae" providerId="LiveId" clId="{DBE95947-F199-46F1-A0CC-41543E93CE13}" dt="2024-05-25T10:50:33.464" v="2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BE95947-F199-46F1-A0CC-41543E93CE13}" dt="2024-05-25T10:50:46.162" v="29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59884778" sldId="57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921434846" sldId="587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2648053192" sldId="588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534191096" sldId="589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207264488" sldId="590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91062220" sldId="591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046377894" sldId="592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68762565" sldId="593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0286292" sldId="59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164883511" sldId="596"/>
        </pc:sldMkLst>
      </pc:sldChg>
      <pc:sldChg chg="addSp modSp new mod">
        <pc:chgData name="强 李" userId="cd6c7ec7188785ae" providerId="LiveId" clId="{DBE95947-F199-46F1-A0CC-41543E93CE13}" dt="2024-05-25T14:09:34.981" v="2347" actId="14100"/>
        <pc:sldMkLst>
          <pc:docMk/>
          <pc:sldMk cId="1085292941" sldId="597"/>
        </pc:sldMkLst>
        <pc:spChg chg="add mod">
          <ac:chgData name="强 李" userId="cd6c7ec7188785ae" providerId="LiveId" clId="{DBE95947-F199-46F1-A0CC-41543E93CE13}" dt="2024-05-25T11:37:28.248" v="117" actId="14100"/>
          <ac:spMkLst>
            <pc:docMk/>
            <pc:sldMk cId="1085292941" sldId="597"/>
            <ac:spMk id="2" creationId="{D6316618-9C79-2B4D-A8F9-BFB080D9F125}"/>
          </ac:spMkLst>
        </pc:spChg>
        <pc:spChg chg="add mod">
          <ac:chgData name="强 李" userId="cd6c7ec7188785ae" providerId="LiveId" clId="{DBE95947-F199-46F1-A0CC-41543E93CE13}" dt="2024-05-25T11:39:37.553" v="157" actId="14100"/>
          <ac:spMkLst>
            <pc:docMk/>
            <pc:sldMk cId="1085292941" sldId="597"/>
            <ac:spMk id="4" creationId="{99EBB65C-9081-4E23-3F16-B2F04FFCED10}"/>
          </ac:spMkLst>
        </pc:spChg>
        <pc:graphicFrameChg chg="add mod">
          <ac:chgData name="强 李" userId="cd6c7ec7188785ae" providerId="LiveId" clId="{DBE95947-F199-46F1-A0CC-41543E93CE13}" dt="2024-05-25T14:09:34.981" v="2347" actId="14100"/>
          <ac:graphicFrameMkLst>
            <pc:docMk/>
            <pc:sldMk cId="1085292941" sldId="597"/>
            <ac:graphicFrameMk id="3" creationId="{16E6E321-6A9C-6416-D9AB-E877DAC1D1E8}"/>
          </ac:graphicFrameMkLst>
        </pc:graphicFrameChg>
      </pc:sldChg>
      <pc:sldChg chg="addSp delSp modSp add mod">
        <pc:chgData name="强 李" userId="cd6c7ec7188785ae" providerId="LiveId" clId="{DBE95947-F199-46F1-A0CC-41543E93CE13}" dt="2024-05-25T22:01:37.625" v="6277" actId="14100"/>
        <pc:sldMkLst>
          <pc:docMk/>
          <pc:sldMk cId="267840289" sldId="598"/>
        </pc:sldMkLst>
        <pc:spChg chg="mod">
          <ac:chgData name="强 李" userId="cd6c7ec7188785ae" providerId="LiveId" clId="{DBE95947-F199-46F1-A0CC-41543E93CE13}" dt="2024-05-25T11:39:42.722" v="158" actId="14100"/>
          <ac:spMkLst>
            <pc:docMk/>
            <pc:sldMk cId="267840289" sldId="598"/>
            <ac:spMk id="4" creationId="{99EBB65C-9081-4E23-3F16-B2F04FFCED10}"/>
          </ac:spMkLst>
        </pc:spChg>
        <pc:spChg chg="add">
          <ac:chgData name="强 李" userId="cd6c7ec7188785ae" providerId="LiveId" clId="{DBE95947-F199-46F1-A0CC-41543E93CE13}" dt="2024-05-25T11:38:15.926" v="139"/>
          <ac:spMkLst>
            <pc:docMk/>
            <pc:sldMk cId="267840289" sldId="598"/>
            <ac:spMk id="5" creationId="{2842B5D4-A0B6-BA03-F873-2E6CEA05FA32}"/>
          </ac:spMkLst>
        </pc:spChg>
        <pc:graphicFrameChg chg="del">
          <ac:chgData name="强 李" userId="cd6c7ec7188785ae" providerId="LiveId" clId="{DBE95947-F199-46F1-A0CC-41543E93CE13}" dt="2024-05-25T11:38:15.375" v="138" actId="478"/>
          <ac:graphicFrameMkLst>
            <pc:docMk/>
            <pc:sldMk cId="267840289" sldId="598"/>
            <ac:graphicFrameMk id="3" creationId="{16E6E321-6A9C-6416-D9AB-E877DAC1D1E8}"/>
          </ac:graphicFrameMkLst>
        </pc:graphicFrameChg>
        <pc:graphicFrameChg chg="add mod">
          <ac:chgData name="强 李" userId="cd6c7ec7188785ae" providerId="LiveId" clId="{DBE95947-F199-46F1-A0CC-41543E93CE13}" dt="2024-05-25T22:01:37.625" v="6277" actId="14100"/>
          <ac:graphicFrameMkLst>
            <pc:docMk/>
            <pc:sldMk cId="267840289" sldId="598"/>
            <ac:graphicFrameMk id="6" creationId="{7AF6610A-589A-1AC4-30B2-6EB638DE32DD}"/>
          </ac:graphicFrameMkLst>
        </pc:graphicFrameChg>
      </pc:sldChg>
      <pc:sldChg chg="addSp delSp modSp add del mod">
        <pc:chgData name="强 李" userId="cd6c7ec7188785ae" providerId="LiveId" clId="{DBE95947-F199-46F1-A0CC-41543E93CE13}" dt="2024-05-25T14:23:36.329" v="2995" actId="47"/>
        <pc:sldMkLst>
          <pc:docMk/>
          <pc:sldMk cId="2917764030" sldId="599"/>
        </pc:sldMkLst>
        <pc:spChg chg="del">
          <ac:chgData name="强 李" userId="cd6c7ec7188785ae" providerId="LiveId" clId="{DBE95947-F199-46F1-A0CC-41543E93CE13}" dt="2024-05-25T13:32:47.914" v="736" actId="478"/>
          <ac:spMkLst>
            <pc:docMk/>
            <pc:sldMk cId="2917764030" sldId="599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22:52.338" v="2987" actId="404"/>
          <ac:spMkLst>
            <pc:docMk/>
            <pc:sldMk cId="2917764030" sldId="599"/>
            <ac:spMk id="4" creationId="{9562786F-954F-9AAA-DBEE-430049609F25}"/>
          </ac:spMkLst>
        </pc:spChg>
        <pc:spChg chg="add del mod">
          <ac:chgData name="强 李" userId="cd6c7ec7188785ae" providerId="LiveId" clId="{DBE95947-F199-46F1-A0CC-41543E93CE13}" dt="2024-05-25T13:37:08.195" v="754" actId="478"/>
          <ac:spMkLst>
            <pc:docMk/>
            <pc:sldMk cId="2917764030" sldId="599"/>
            <ac:spMk id="5" creationId="{6D756E38-44BB-893E-10F4-24648C1F9451}"/>
          </ac:spMkLst>
        </pc:spChg>
        <pc:spChg chg="del">
          <ac:chgData name="强 李" userId="cd6c7ec7188785ae" providerId="LiveId" clId="{DBE95947-F199-46F1-A0CC-41543E93CE13}" dt="2024-05-25T13:32:37.493" v="730" actId="478"/>
          <ac:spMkLst>
            <pc:docMk/>
            <pc:sldMk cId="2917764030" sldId="599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3:33:10.010" v="742" actId="478"/>
          <ac:spMkLst>
            <pc:docMk/>
            <pc:sldMk cId="2917764030" sldId="599"/>
            <ac:spMk id="12" creationId="{F5B65161-B8DD-0E62-660F-68A84433C538}"/>
          </ac:spMkLst>
        </pc:spChg>
        <pc:spChg chg="del">
          <ac:chgData name="强 李" userId="cd6c7ec7188785ae" providerId="LiveId" clId="{DBE95947-F199-46F1-A0CC-41543E93CE13}" dt="2024-05-25T13:32:42.337" v="732" actId="478"/>
          <ac:spMkLst>
            <pc:docMk/>
            <pc:sldMk cId="2917764030" sldId="599"/>
            <ac:spMk id="13" creationId="{F3D259C7-E716-C2A3-FA14-6EDBFE1D3037}"/>
          </ac:spMkLst>
        </pc:spChg>
        <pc:spChg chg="del">
          <ac:chgData name="强 李" userId="cd6c7ec7188785ae" providerId="LiveId" clId="{DBE95947-F199-46F1-A0CC-41543E93CE13}" dt="2024-05-25T13:32:40.434" v="731" actId="478"/>
          <ac:spMkLst>
            <pc:docMk/>
            <pc:sldMk cId="2917764030" sldId="599"/>
            <ac:spMk id="14" creationId="{F9C5FDEA-E4FC-A756-16FB-5611D7241633}"/>
          </ac:spMkLst>
        </pc:spChg>
        <pc:cxnChg chg="del">
          <ac:chgData name="强 李" userId="cd6c7ec7188785ae" providerId="LiveId" clId="{DBE95947-F199-46F1-A0CC-41543E93CE13}" dt="2024-05-25T13:33:28.739" v="745" actId="478"/>
          <ac:cxnSpMkLst>
            <pc:docMk/>
            <pc:sldMk cId="2917764030" sldId="599"/>
            <ac:cxnSpMk id="8" creationId="{A82D5C8F-64C1-A4EE-87A4-62170D321C35}"/>
          </ac:cxnSpMkLst>
        </pc:cxnChg>
        <pc:cxnChg chg="del">
          <ac:chgData name="强 李" userId="cd6c7ec7188785ae" providerId="LiveId" clId="{DBE95947-F199-46F1-A0CC-41543E93CE13}" dt="2024-05-25T13:34:23.696" v="749" actId="478"/>
          <ac:cxnSpMkLst>
            <pc:docMk/>
            <pc:sldMk cId="2917764030" sldId="599"/>
            <ac:cxnSpMk id="9" creationId="{DC1B6FBA-8A0E-6AE0-4F4D-624D86320E43}"/>
          </ac:cxnSpMkLst>
        </pc:cxnChg>
        <pc:cxnChg chg="del">
          <ac:chgData name="强 李" userId="cd6c7ec7188785ae" providerId="LiveId" clId="{DBE95947-F199-46F1-A0CC-41543E93CE13}" dt="2024-05-25T13:32:46.474" v="735" actId="478"/>
          <ac:cxnSpMkLst>
            <pc:docMk/>
            <pc:sldMk cId="2917764030" sldId="599"/>
            <ac:cxnSpMk id="16" creationId="{82028ECF-40BD-DC5A-A108-667193A4CAC8}"/>
          </ac:cxnSpMkLst>
        </pc:cxnChg>
        <pc:cxnChg chg="del">
          <ac:chgData name="强 李" userId="cd6c7ec7188785ae" providerId="LiveId" clId="{DBE95947-F199-46F1-A0CC-41543E93CE13}" dt="2024-05-25T13:32:44.124" v="733" actId="478"/>
          <ac:cxnSpMkLst>
            <pc:docMk/>
            <pc:sldMk cId="2917764030" sldId="599"/>
            <ac:cxnSpMk id="17" creationId="{1A3595F0-53EF-FA29-29D0-9A23244CF6A4}"/>
          </ac:cxnSpMkLst>
        </pc:cxnChg>
        <pc:cxnChg chg="del">
          <ac:chgData name="强 李" userId="cd6c7ec7188785ae" providerId="LiveId" clId="{DBE95947-F199-46F1-A0CC-41543E93CE13}" dt="2024-05-25T13:32:45.634" v="734" actId="478"/>
          <ac:cxnSpMkLst>
            <pc:docMk/>
            <pc:sldMk cId="2917764030" sldId="599"/>
            <ac:cxnSpMk id="20" creationId="{01E2CE10-9C1F-2283-0A6E-22BDC89FE6AB}"/>
          </ac:cxnSpMkLst>
        </pc:cxnChg>
      </pc:sldChg>
      <pc:sldChg chg="add del">
        <pc:chgData name="强 李" userId="cd6c7ec7188785ae" providerId="LiveId" clId="{DBE95947-F199-46F1-A0CC-41543E93CE13}" dt="2024-05-25T13:40:11.925" v="877" actId="47"/>
        <pc:sldMkLst>
          <pc:docMk/>
          <pc:sldMk cId="218019236" sldId="600"/>
        </pc:sldMkLst>
      </pc:sldChg>
      <pc:sldChg chg="addSp modSp add mod">
        <pc:chgData name="强 李" userId="cd6c7ec7188785ae" providerId="LiveId" clId="{DBE95947-F199-46F1-A0CC-41543E93CE13}" dt="2024-05-25T14:01:34.074" v="1676"/>
        <pc:sldMkLst>
          <pc:docMk/>
          <pc:sldMk cId="3532749890" sldId="600"/>
        </pc:sldMkLst>
        <pc:spChg chg="mod">
          <ac:chgData name="强 李" userId="cd6c7ec7188785ae" providerId="LiveId" clId="{DBE95947-F199-46F1-A0CC-41543E93CE13}" dt="2024-05-25T13:59:34.147" v="1660"/>
          <ac:spMkLst>
            <pc:docMk/>
            <pc:sldMk cId="3532749890" sldId="600"/>
            <ac:spMk id="2" creationId="{00000000-0000-0000-0000-000000000000}"/>
          </ac:spMkLst>
        </pc:spChg>
        <pc:spChg chg="add mod ord">
          <ac:chgData name="强 李" userId="cd6c7ec7188785ae" providerId="LiveId" clId="{DBE95947-F199-46F1-A0CC-41543E93CE13}" dt="2024-05-25T14:00:29.489" v="1665" actId="171"/>
          <ac:spMkLst>
            <pc:docMk/>
            <pc:sldMk cId="3532749890" sldId="600"/>
            <ac:spMk id="3" creationId="{29D15C89-660E-CE5E-CD54-29898EC389E2}"/>
          </ac:spMkLst>
        </pc:spChg>
        <pc:spChg chg="add mod ord">
          <ac:chgData name="强 李" userId="cd6c7ec7188785ae" providerId="LiveId" clId="{DBE95947-F199-46F1-A0CC-41543E93CE13}" dt="2024-05-25T14:00:58.074" v="1672" actId="171"/>
          <ac:spMkLst>
            <pc:docMk/>
            <pc:sldMk cId="3532749890" sldId="600"/>
            <ac:spMk id="4" creationId="{552C4C40-246C-2FCA-495B-37EEE4F83C2E}"/>
          </ac:spMkLst>
        </pc:spChg>
        <pc:cxnChg chg="add mod">
          <ac:chgData name="强 李" userId="cd6c7ec7188785ae" providerId="LiveId" clId="{DBE95947-F199-46F1-A0CC-41543E93CE13}" dt="2024-05-25T14:01:34.074" v="1676"/>
          <ac:cxnSpMkLst>
            <pc:docMk/>
            <pc:sldMk cId="3532749890" sldId="600"/>
            <ac:cxnSpMk id="6" creationId="{DFF5192B-1F09-C2ED-4C04-1C1D28491A8F}"/>
          </ac:cxnSpMkLst>
        </pc:cxnChg>
      </pc:sldChg>
      <pc:sldChg chg="addSp delSp modSp add mod">
        <pc:chgData name="强 李" userId="cd6c7ec7188785ae" providerId="LiveId" clId="{DBE95947-F199-46F1-A0CC-41543E93CE13}" dt="2024-05-25T14:10:23.983" v="2351" actId="167"/>
        <pc:sldMkLst>
          <pc:docMk/>
          <pc:sldMk cId="4252029166" sldId="601"/>
        </pc:sldMkLst>
        <pc:spChg chg="mod ord">
          <ac:chgData name="强 李" userId="cd6c7ec7188785ae" providerId="LiveId" clId="{DBE95947-F199-46F1-A0CC-41543E93CE13}" dt="2024-05-25T14:10:23.983" v="2351" actId="167"/>
          <ac:spMkLst>
            <pc:docMk/>
            <pc:sldMk cId="4252029166" sldId="601"/>
            <ac:spMk id="2" creationId="{00000000-0000-0000-0000-000000000000}"/>
          </ac:spMkLst>
        </pc:spChg>
        <pc:spChg chg="add del">
          <ac:chgData name="强 李" userId="cd6c7ec7188785ae" providerId="LiveId" clId="{DBE95947-F199-46F1-A0CC-41543E93CE13}" dt="2024-05-25T14:10:23.300" v="2350" actId="478"/>
          <ac:spMkLst>
            <pc:docMk/>
            <pc:sldMk cId="4252029166" sldId="601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03:10.929" v="1797" actId="478"/>
          <ac:spMkLst>
            <pc:docMk/>
            <pc:sldMk cId="4252029166" sldId="601"/>
            <ac:spMk id="4" creationId="{552C4C40-246C-2FCA-495B-37EEE4F83C2E}"/>
          </ac:spMkLst>
        </pc:spChg>
        <pc:cxnChg chg="del">
          <ac:chgData name="强 李" userId="cd6c7ec7188785ae" providerId="LiveId" clId="{DBE95947-F199-46F1-A0CC-41543E93CE13}" dt="2024-05-25T14:03:01.666" v="1795" actId="478"/>
          <ac:cxnSpMkLst>
            <pc:docMk/>
            <pc:sldMk cId="4252029166" sldId="601"/>
            <ac:cxnSpMk id="6" creationId="{DFF5192B-1F09-C2ED-4C04-1C1D28491A8F}"/>
          </ac:cxnSpMkLst>
        </pc:cxnChg>
      </pc:sldChg>
      <pc:sldChg chg="modSp add mod">
        <pc:chgData name="强 李" userId="cd6c7ec7188785ae" providerId="LiveId" clId="{DBE95947-F199-46F1-A0CC-41543E93CE13}" dt="2024-05-25T22:05:51.845" v="6290" actId="113"/>
        <pc:sldMkLst>
          <pc:docMk/>
          <pc:sldMk cId="2745293410" sldId="602"/>
        </pc:sldMkLst>
        <pc:spChg chg="mod ord">
          <ac:chgData name="强 李" userId="cd6c7ec7188785ae" providerId="LiveId" clId="{DBE95947-F199-46F1-A0CC-41543E93CE13}" dt="2024-05-25T22:05:51.845" v="6290" actId="113"/>
          <ac:spMkLst>
            <pc:docMk/>
            <pc:sldMk cId="2745293410" sldId="602"/>
            <ac:spMk id="2" creationId="{00000000-0000-0000-0000-000000000000}"/>
          </ac:spMkLst>
        </pc:spChg>
        <pc:spChg chg="mod ord">
          <ac:chgData name="强 李" userId="cd6c7ec7188785ae" providerId="LiveId" clId="{DBE95947-F199-46F1-A0CC-41543E93CE13}" dt="2024-05-25T14:10:44.774" v="2354" actId="167"/>
          <ac:spMkLst>
            <pc:docMk/>
            <pc:sldMk cId="2745293410" sldId="602"/>
            <ac:spMk id="3" creationId="{29D15C89-660E-CE5E-CD54-29898EC389E2}"/>
          </ac:spMkLst>
        </pc:spChg>
      </pc:sldChg>
      <pc:sldChg chg="modSp add mod">
        <pc:chgData name="强 李" userId="cd6c7ec7188785ae" providerId="LiveId" clId="{DBE95947-F199-46F1-A0CC-41543E93CE13}" dt="2024-05-25T22:06:05.026" v="6292" actId="20577"/>
        <pc:sldMkLst>
          <pc:docMk/>
          <pc:sldMk cId="2518390947" sldId="603"/>
        </pc:sldMkLst>
        <pc:spChg chg="mod">
          <ac:chgData name="强 李" userId="cd6c7ec7188785ae" providerId="LiveId" clId="{DBE95947-F199-46F1-A0CC-41543E93CE13}" dt="2024-05-25T22:06:05.026" v="6292" actId="20577"/>
          <ac:spMkLst>
            <pc:docMk/>
            <pc:sldMk cId="2518390947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24:58.851" v="3111" actId="113"/>
        <pc:sldMkLst>
          <pc:docMk/>
          <pc:sldMk cId="2890221013" sldId="604"/>
        </pc:sldMkLst>
        <pc:spChg chg="mod">
          <ac:chgData name="强 李" userId="cd6c7ec7188785ae" providerId="LiveId" clId="{DBE95947-F199-46F1-A0CC-41543E93CE13}" dt="2024-05-25T14:24:58.851" v="3111" actId="113"/>
          <ac:spMkLst>
            <pc:docMk/>
            <pc:sldMk cId="2890221013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33:00.508" v="3393" actId="6549"/>
        <pc:sldMkLst>
          <pc:docMk/>
          <pc:sldMk cId="827108727" sldId="605"/>
        </pc:sldMkLst>
        <pc:spChg chg="mod">
          <ac:chgData name="强 李" userId="cd6c7ec7188785ae" providerId="LiveId" clId="{DBE95947-F199-46F1-A0CC-41543E93CE13}" dt="2024-05-25T14:33:00.508" v="3393" actId="6549"/>
          <ac:spMkLst>
            <pc:docMk/>
            <pc:sldMk cId="827108727" sldId="605"/>
            <ac:spMk id="2" creationId="{00000000-0000-0000-0000-000000000000}"/>
          </ac:spMkLst>
        </pc:spChg>
      </pc:sldChg>
      <pc:sldChg chg="addSp modSp add mod">
        <pc:chgData name="强 李" userId="cd6c7ec7188785ae" providerId="LiveId" clId="{DBE95947-F199-46F1-A0CC-41543E93CE13}" dt="2024-05-25T22:09:43.928" v="6450"/>
        <pc:sldMkLst>
          <pc:docMk/>
          <pc:sldMk cId="1556551709" sldId="606"/>
        </pc:sldMkLst>
        <pc:spChg chg="mod ord">
          <ac:chgData name="强 李" userId="cd6c7ec7188785ae" providerId="LiveId" clId="{DBE95947-F199-46F1-A0CC-41543E93CE13}" dt="2024-05-25T22:09:43.928" v="6450"/>
          <ac:spMkLst>
            <pc:docMk/>
            <pc:sldMk cId="1556551709" sldId="606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33:32.178" v="3420" actId="1035"/>
          <ac:spMkLst>
            <pc:docMk/>
            <pc:sldMk cId="1556551709" sldId="606"/>
            <ac:spMk id="4" creationId="{D42A20F3-2BDF-EB9E-B0A4-478C7FE0E73F}"/>
          </ac:spMkLst>
        </pc:spChg>
        <pc:spChg chg="add mod">
          <ac:chgData name="强 李" userId="cd6c7ec7188785ae" providerId="LiveId" clId="{DBE95947-F199-46F1-A0CC-41543E93CE13}" dt="2024-05-25T14:33:38.901" v="3422" actId="1076"/>
          <ac:spMkLst>
            <pc:docMk/>
            <pc:sldMk cId="1556551709" sldId="606"/>
            <ac:spMk id="5" creationId="{F094819E-3EA8-4E92-A198-82F064254FF1}"/>
          </ac:spMkLst>
        </pc:spChg>
        <pc:cxnChg chg="add">
          <ac:chgData name="强 李" userId="cd6c7ec7188785ae" providerId="LiveId" clId="{DBE95947-F199-46F1-A0CC-41543E93CE13}" dt="2024-05-25T14:33:54.486" v="3424" actId="11529"/>
          <ac:cxnSpMkLst>
            <pc:docMk/>
            <pc:sldMk cId="1556551709" sldId="606"/>
            <ac:cxnSpMk id="7" creationId="{5DF3A08D-7F17-0F4A-BB6C-0E37ED76FF8E}"/>
          </ac:cxnSpMkLst>
        </pc:cxnChg>
        <pc:cxnChg chg="add">
          <ac:chgData name="强 李" userId="cd6c7ec7188785ae" providerId="LiveId" clId="{DBE95947-F199-46F1-A0CC-41543E93CE13}" dt="2024-05-25T14:34:06.109" v="3425" actId="11529"/>
          <ac:cxnSpMkLst>
            <pc:docMk/>
            <pc:sldMk cId="1556551709" sldId="606"/>
            <ac:cxnSpMk id="9" creationId="{78BCD3E8-62CE-0FF4-1724-49BF66BBF6FC}"/>
          </ac:cxnSpMkLst>
        </pc:cxnChg>
      </pc:sldChg>
      <pc:sldChg chg="delSp modSp add mod">
        <pc:chgData name="强 李" userId="cd6c7ec7188785ae" providerId="LiveId" clId="{DBE95947-F199-46F1-A0CC-41543E93CE13}" dt="2024-05-25T22:09:37.494" v="6447"/>
        <pc:sldMkLst>
          <pc:docMk/>
          <pc:sldMk cId="2349581962" sldId="607"/>
        </pc:sldMkLst>
        <pc:spChg chg="mod ord">
          <ac:chgData name="强 李" userId="cd6c7ec7188785ae" providerId="LiveId" clId="{DBE95947-F199-46F1-A0CC-41543E93CE13}" dt="2024-05-25T22:09:37.494" v="6447"/>
          <ac:spMkLst>
            <pc:docMk/>
            <pc:sldMk cId="2349581962" sldId="607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4:35:19.119" v="3454" actId="478"/>
          <ac:spMkLst>
            <pc:docMk/>
            <pc:sldMk cId="2349581962" sldId="607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35:19.705" v="3455" actId="478"/>
          <ac:spMkLst>
            <pc:docMk/>
            <pc:sldMk cId="2349581962" sldId="607"/>
            <ac:spMk id="4" creationId="{D42A20F3-2BDF-EB9E-B0A4-478C7FE0E73F}"/>
          </ac:spMkLst>
        </pc:spChg>
        <pc:spChg chg="del">
          <ac:chgData name="强 李" userId="cd6c7ec7188785ae" providerId="LiveId" clId="{DBE95947-F199-46F1-A0CC-41543E93CE13}" dt="2024-05-25T14:35:14.936" v="3451" actId="478"/>
          <ac:spMkLst>
            <pc:docMk/>
            <pc:sldMk cId="2349581962" sldId="607"/>
            <ac:spMk id="5" creationId="{F094819E-3EA8-4E92-A198-82F064254FF1}"/>
          </ac:spMkLst>
        </pc:spChg>
        <pc:cxnChg chg="del">
          <ac:chgData name="强 李" userId="cd6c7ec7188785ae" providerId="LiveId" clId="{DBE95947-F199-46F1-A0CC-41543E93CE13}" dt="2024-05-25T14:35:18.163" v="3453" actId="478"/>
          <ac:cxnSpMkLst>
            <pc:docMk/>
            <pc:sldMk cId="2349581962" sldId="607"/>
            <ac:cxnSpMk id="7" creationId="{5DF3A08D-7F17-0F4A-BB6C-0E37ED76FF8E}"/>
          </ac:cxnSpMkLst>
        </pc:cxnChg>
        <pc:cxnChg chg="del">
          <ac:chgData name="强 李" userId="cd6c7ec7188785ae" providerId="LiveId" clId="{DBE95947-F199-46F1-A0CC-41543E93CE13}" dt="2024-05-25T14:35:16.793" v="3452" actId="478"/>
          <ac:cxnSpMkLst>
            <pc:docMk/>
            <pc:sldMk cId="2349581962" sldId="607"/>
            <ac:cxnSpMk id="9" creationId="{78BCD3E8-62CE-0FF4-1724-49BF66BBF6FC}"/>
          </ac:cxnSpMkLst>
        </pc:cxnChg>
      </pc:sldChg>
      <pc:sldChg chg="modSp add mod">
        <pc:chgData name="强 李" userId="cd6c7ec7188785ae" providerId="LiveId" clId="{DBE95947-F199-46F1-A0CC-41543E93CE13}" dt="2024-05-25T14:43:28.561" v="4066"/>
        <pc:sldMkLst>
          <pc:docMk/>
          <pc:sldMk cId="303087663" sldId="608"/>
        </pc:sldMkLst>
        <pc:spChg chg="mod">
          <ac:chgData name="强 李" userId="cd6c7ec7188785ae" providerId="LiveId" clId="{DBE95947-F199-46F1-A0CC-41543E93CE13}" dt="2024-05-25T14:43:28.561" v="4066"/>
          <ac:spMkLst>
            <pc:docMk/>
            <pc:sldMk cId="303087663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5:59.267" v="6454" actId="108"/>
        <pc:sldMkLst>
          <pc:docMk/>
          <pc:sldMk cId="2597204018" sldId="609"/>
        </pc:sldMkLst>
        <pc:spChg chg="mod">
          <ac:chgData name="强 李" userId="cd6c7ec7188785ae" providerId="LiveId" clId="{DBE95947-F199-46F1-A0CC-41543E93CE13}" dt="2024-05-25T22:15:59.267" v="6454" actId="108"/>
          <ac:spMkLst>
            <pc:docMk/>
            <pc:sldMk cId="2597204018" sldId="609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4:44:10.709" v="4081" actId="14100"/>
          <ac:spMkLst>
            <pc:docMk/>
            <pc:sldMk cId="2597204018" sldId="609"/>
            <ac:spMk id="18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53:21.701" v="4446" actId="20577"/>
        <pc:sldMkLst>
          <pc:docMk/>
          <pc:sldMk cId="3052620705" sldId="610"/>
        </pc:sldMkLst>
        <pc:spChg chg="mod">
          <ac:chgData name="强 李" userId="cd6c7ec7188785ae" providerId="LiveId" clId="{DBE95947-F199-46F1-A0CC-41543E93CE13}" dt="2024-05-25T14:53:21.701" v="4446" actId="20577"/>
          <ac:spMkLst>
            <pc:docMk/>
            <pc:sldMk cId="3052620705" sldId="610"/>
            <ac:spMk id="2" creationId="{00000000-0000-0000-0000-000000000000}"/>
          </ac:spMkLst>
        </pc:spChg>
      </pc:sldChg>
      <pc:sldChg chg="add del">
        <pc:chgData name="强 李" userId="cd6c7ec7188785ae" providerId="LiveId" clId="{DBE95947-F199-46F1-A0CC-41543E93CE13}" dt="2024-05-25T22:17:06.783" v="6455" actId="47"/>
        <pc:sldMkLst>
          <pc:docMk/>
          <pc:sldMk cId="2249792854" sldId="611"/>
        </pc:sldMkLst>
      </pc:sldChg>
      <pc:sldChg chg="modSp add mod">
        <pc:chgData name="强 李" userId="cd6c7ec7188785ae" providerId="LiveId" clId="{DBE95947-F199-46F1-A0CC-41543E93CE13}" dt="2024-05-25T22:17:49.550" v="6457" actId="113"/>
        <pc:sldMkLst>
          <pc:docMk/>
          <pc:sldMk cId="4116270909" sldId="612"/>
        </pc:sldMkLst>
        <pc:spChg chg="mod">
          <ac:chgData name="强 李" userId="cd6c7ec7188785ae" providerId="LiveId" clId="{DBE95947-F199-46F1-A0CC-41543E93CE13}" dt="2024-05-25T22:17:49.550" v="6457" actId="113"/>
          <ac:spMkLst>
            <pc:docMk/>
            <pc:sldMk cId="4116270909" sldId="612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8:01.055" v="6466"/>
        <pc:sldMkLst>
          <pc:docMk/>
          <pc:sldMk cId="3217662914" sldId="613"/>
        </pc:sldMkLst>
        <pc:spChg chg="mod">
          <ac:chgData name="强 李" userId="cd6c7ec7188785ae" providerId="LiveId" clId="{DBE95947-F199-46F1-A0CC-41543E93CE13}" dt="2024-05-25T22:18:01.055" v="6466"/>
          <ac:spMkLst>
            <pc:docMk/>
            <pc:sldMk cId="3217662914" sldId="61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5:11:46.833" v="5355" actId="20577"/>
        <pc:sldMkLst>
          <pc:docMk/>
          <pc:sldMk cId="541045773" sldId="614"/>
        </pc:sldMkLst>
        <pc:spChg chg="mod">
          <ac:chgData name="强 李" userId="cd6c7ec7188785ae" providerId="LiveId" clId="{DBE95947-F199-46F1-A0CC-41543E93CE13}" dt="2024-05-25T15:11:46.833" v="5355" actId="20577"/>
          <ac:spMkLst>
            <pc:docMk/>
            <pc:sldMk cId="541045773" sldId="61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altLang="en-US" sz="2800" dirty="0"/>
            <a:t>天上基业的特点？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altLang="en-US" sz="2800" dirty="0"/>
            <a:t>你</a:t>
          </a:r>
          <a:r>
            <a:rPr lang="zh-CN" sz="2800" dirty="0"/>
            <a:t>认为自己</a:t>
          </a:r>
          <a:r>
            <a:rPr lang="zh-CN" altLang="en-US" sz="2800" dirty="0"/>
            <a:t>有喜乐吗，是什么？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altLang="en-US" sz="2800" dirty="0"/>
            <a:t>你当下有试炼吗？如果有，应该如何胜过你当下的试炼</a:t>
          </a:r>
          <a:r>
            <a:rPr lang="zh-CN" sz="2800" dirty="0"/>
            <a:t>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3"/>
      <dgm:spPr/>
    </dgm:pt>
    <dgm:pt modelId="{6C6E9518-0146-482C-87F7-ED6910F3F12A}" type="pres">
      <dgm:prSet presAssocID="{F3B345D5-7D6A-40B4-A8B5-8D58FC184AC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3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3"/>
      <dgm:spPr/>
    </dgm:pt>
    <dgm:pt modelId="{8EB4FA3E-C890-4823-B918-12AD6C8AC679}" type="pres">
      <dgm:prSet presAssocID="{74982DA8-69FD-4613-A503-8C299FE55366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64371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23790"/>
          <a:ext cx="6570305" cy="123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altLang="en-US" sz="2800" kern="1200" dirty="0"/>
            <a:t>天上基业的特点？</a:t>
          </a:r>
          <a:endParaRPr lang="en-US" sz="2800" kern="1200" dirty="0"/>
        </a:p>
      </dsp:txBody>
      <dsp:txXfrm>
        <a:off x="389039" y="84314"/>
        <a:ext cx="6449257" cy="1118792"/>
      </dsp:txXfrm>
    </dsp:sp>
    <dsp:sp modelId="{7D08B866-75B8-438F-B5B3-827B52936C85}">
      <dsp:nvSpPr>
        <dsp:cNvPr id="0" name=""/>
        <dsp:cNvSpPr/>
      </dsp:nvSpPr>
      <dsp:spPr>
        <a:xfrm>
          <a:off x="0" y="254883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928910"/>
          <a:ext cx="6570305" cy="123984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altLang="en-US" sz="2800" kern="1200" dirty="0"/>
            <a:t>你</a:t>
          </a:r>
          <a:r>
            <a:rPr lang="zh-CN" sz="2800" kern="1200" dirty="0"/>
            <a:t>认为自己</a:t>
          </a:r>
          <a:r>
            <a:rPr lang="zh-CN" altLang="en-US" sz="2800" kern="1200" dirty="0"/>
            <a:t>有喜乐吗，是什么？</a:t>
          </a:r>
          <a:endParaRPr lang="en-US" sz="2800" kern="1200" dirty="0"/>
        </a:p>
      </dsp:txBody>
      <dsp:txXfrm>
        <a:off x="389039" y="1989434"/>
        <a:ext cx="6449257" cy="1118792"/>
      </dsp:txXfrm>
    </dsp:sp>
    <dsp:sp modelId="{A6289FCF-E881-4296-BAC6-1269D379F35F}">
      <dsp:nvSpPr>
        <dsp:cNvPr id="0" name=""/>
        <dsp:cNvSpPr/>
      </dsp:nvSpPr>
      <dsp:spPr>
        <a:xfrm>
          <a:off x="0" y="445395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3834030"/>
          <a:ext cx="6570305" cy="123984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altLang="en-US" sz="2800" kern="1200" dirty="0"/>
            <a:t>你当下有试炼吗？如果有，应该如何胜过你当下的试炼</a:t>
          </a:r>
          <a:r>
            <a:rPr lang="zh-CN" sz="2800" kern="1200" dirty="0"/>
            <a:t>？</a:t>
          </a:r>
          <a:endParaRPr lang="en-US" sz="2800" kern="1200" dirty="0"/>
        </a:p>
      </dsp:txBody>
      <dsp:txXfrm>
        <a:off x="389039" y="3894554"/>
        <a:ext cx="6449257" cy="1118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98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450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35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11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741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794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95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780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87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470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93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97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42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75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415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2024/5/26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经文：彼得前书一章</a:t>
            </a:r>
            <a:r>
              <a:rPr lang="en-US" altLang="zh-CN" sz="2400" b="1" dirty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~9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715000" y="2052839"/>
            <a:ext cx="5834669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因基督而有的喜乐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 dirty="0"/>
              <a:t>3~9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578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1:3】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愿颂赞归于我们主耶稣基督的父　神，他曾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照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自己的大怜悯，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藉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耶稣基督从死里复活，重生了我们，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叫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我们有活泼的盼望，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1:4】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可以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得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着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不能朽坏、不能玷污、不能衰残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、为你们存留在天上的</a:t>
            </a:r>
            <a:r>
              <a:rPr lang="zh-CN" altLang="en-US" sz="2400" b="1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基业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1:5】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你们这因信蒙　神能力保守的人，必能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得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着所预备、到末世要显现的</a:t>
            </a:r>
            <a:r>
              <a:rPr lang="zh-CN" altLang="en-US" sz="2400" b="1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救恩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1:6】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因此，你们是大有</a:t>
            </a:r>
            <a:r>
              <a:rPr lang="zh-CN" altLang="en-US" sz="2400" b="1" dirty="0">
                <a:solidFill>
                  <a:srgbClr val="C00000"/>
                </a:solidFill>
                <a:effectLst/>
                <a:ea typeface="苹方-简" panose="020B0300000000000000" pitchFamily="34" charset="-122"/>
              </a:rPr>
              <a:t>喜乐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。但如今在百般的试炼中</a:t>
            </a:r>
            <a:r>
              <a:rPr lang="zh-CN" altLang="en-US" sz="2400" b="1" dirty="0">
                <a:solidFill>
                  <a:srgbClr val="C00000"/>
                </a:solidFill>
                <a:effectLst/>
                <a:ea typeface="苹方-简" panose="020B0300000000000000" pitchFamily="34" charset="-122"/>
              </a:rPr>
              <a:t>暂时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忧愁，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1:7】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叫你们的</a:t>
            </a:r>
            <a:r>
              <a:rPr lang="zh-CN" altLang="en-US" sz="2400" b="1" dirty="0">
                <a:solidFill>
                  <a:schemeClr val="accent4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信心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既被试验，就比那被火试验仍然能坏的金子更显宝贵，可以在耶稣基督显现的时候，得着称赞、荣耀、尊贵。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1:8】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你们虽然没有见过他，却是</a:t>
            </a:r>
            <a:r>
              <a:rPr lang="zh-CN" altLang="en-US" sz="2400" b="1" dirty="0">
                <a:solidFill>
                  <a:schemeClr val="accent4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爱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他。如今虽不得看见，却因</a:t>
            </a:r>
            <a:r>
              <a:rPr lang="zh-CN" altLang="en-US" sz="2400" b="1" dirty="0">
                <a:solidFill>
                  <a:schemeClr val="accent4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信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他就有说不出来、满有荣光的大</a:t>
            </a:r>
            <a:r>
              <a:rPr lang="zh-CN" altLang="en-US" sz="2400" b="1" dirty="0">
                <a:solidFill>
                  <a:srgbClr val="C00000"/>
                </a:solidFill>
                <a:ea typeface="苹方-简" panose="020B0300000000000000" pitchFamily="34" charset="-122"/>
              </a:rPr>
              <a:t>喜乐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400" dirty="0">
                <a:effectLst/>
                <a:ea typeface="苹方-简" panose="020B0300000000000000" pitchFamily="34" charset="-122"/>
              </a:rPr>
              <a:t>1:9】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并且得着你们</a:t>
            </a:r>
            <a:r>
              <a:rPr lang="zh-CN" altLang="en-US" sz="2400" b="1" dirty="0">
                <a:solidFill>
                  <a:schemeClr val="accent4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信心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的果效，就是灵魂的</a:t>
            </a:r>
            <a:r>
              <a:rPr lang="zh-CN" altLang="en-US" sz="2400" b="1" dirty="0">
                <a:solidFill>
                  <a:srgbClr val="7030A0"/>
                </a:solidFill>
                <a:ea typeface="苹方-简" panose="020B0300000000000000" pitchFamily="34" charset="-122"/>
              </a:rPr>
              <a:t>救恩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370127" y="159213"/>
            <a:ext cx="1888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8676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第一段：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3~6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上，因基督我们为拥有天上的基业而喜乐。</a:t>
            </a:r>
            <a:endParaRPr lang="en-US" altLang="zh-CN" sz="18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第二段：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~9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，因我们爱祂、信祂而在试炼中大喜乐。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228528"/>
            <a:ext cx="8043382" cy="2422211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514694"/>
              <a:ext cx="13032332" cy="1075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1:3】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愿颂赞归于我们主耶稣基督的父　神，他曾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照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自己的大怜悯，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藉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耶稣基督从死里复活，重生了我们，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叫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我们有活泼的盼望，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1:4】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可以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得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着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不能朽坏、不能玷污、不能衰残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、为你们存留在天上的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基业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1:5】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你们这因信蒙　神能力保守的人，必能得着所预备、到末世要显现的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救恩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1:6】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因此，你们是大有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喜乐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148617" y="3782291"/>
            <a:ext cx="8043383" cy="279515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632588"/>
              <a:ext cx="12062476" cy="9844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1:6】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因此，你们是大有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喜乐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。但如今在百般的试炼中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暂时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忧愁，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1:7】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叫你们的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信心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既被试验，就比那被火试验仍然能坏的金子更显宝贵，可以在耶稣基督显现的时候，得着称赞、荣耀、尊贵。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1:8】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你们虽然没有见过他，却是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爱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他。如今虽不得看见，却因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信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他就有说不出来、满有荣光的大</a:t>
              </a:r>
              <a:r>
                <a:rPr lang="zh-CN" altLang="en-US" sz="1600" b="1" dirty="0">
                  <a:solidFill>
                    <a:schemeClr val="tx1"/>
                  </a:solidFill>
                  <a:ea typeface="苹方-简" panose="020B0300000000000000" pitchFamily="34" charset="-122"/>
                </a:rPr>
                <a:t>喜乐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1:9】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并且得着你们</a:t>
              </a:r>
              <a:r>
                <a:rPr lang="zh-CN" altLang="en-US" sz="1600" b="1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信心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的果效，就是灵魂的</a:t>
              </a:r>
              <a:r>
                <a:rPr lang="zh-CN" altLang="en-US" sz="1600" b="1" dirty="0">
                  <a:solidFill>
                    <a:schemeClr val="tx1"/>
                  </a:solidFill>
                  <a:ea typeface="苹方-简" panose="020B0300000000000000" pitchFamily="34" charset="-122"/>
                </a:rPr>
                <a:t>救恩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</a:t>
            </a:r>
            <a:r>
              <a:rPr lang="zh-CN" altLang="en-US" sz="18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1:8 </a:t>
            </a:r>
            <a:r>
              <a:rPr lang="zh-CN" altLang="en-US" dirty="0"/>
              <a:t>】</a:t>
            </a:r>
            <a:r>
              <a:rPr lang="en-US" altLang="zh-CN" dirty="0"/>
              <a:t>……</a:t>
            </a:r>
            <a:r>
              <a:rPr lang="zh-CN" altLang="en-US" sz="18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满有荣光的大</a:t>
            </a:r>
            <a:r>
              <a:rPr lang="zh-CN" altLang="en-US" sz="1800" b="1" dirty="0">
                <a:solidFill>
                  <a:schemeClr val="tx1"/>
                </a:solidFill>
                <a:ea typeface="苹方-简" panose="020B0300000000000000" pitchFamily="34" charset="-122"/>
              </a:rPr>
              <a:t>喜乐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6316618-9C79-2B4D-A8F9-BFB080D9F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21632739" cy="51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6E6E321-6A9C-6416-D9AB-E877DAC1D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099897"/>
              </p:ext>
            </p:extLst>
          </p:nvPr>
        </p:nvGraphicFramePr>
        <p:xfrm>
          <a:off x="-2" y="0"/>
          <a:ext cx="10281685" cy="685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944053" imgH="7353368" progId="Visio.Drawing.15">
                  <p:embed/>
                </p:oleObj>
              </mc:Choice>
              <mc:Fallback>
                <p:oleObj name="Visio" r:id="rId3" imgW="10944053" imgH="7353368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6E6E321-6A9C-6416-D9AB-E877DAC1D1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" y="0"/>
                        <a:ext cx="10281685" cy="6855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9EBB65C-9081-4E23-3F16-B2F04FFCED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100930" y="139761"/>
            <a:ext cx="2091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</a:t>
            </a:r>
          </a:p>
        </p:txBody>
      </p:sp>
    </p:spTree>
    <p:extLst>
      <p:ext uri="{BB962C8B-B14F-4D97-AF65-F5344CB8AC3E}">
        <p14:creationId xmlns:p14="http://schemas.microsoft.com/office/powerpoint/2010/main" val="108529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6316618-9C79-2B4D-A8F9-BFB080D9F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21632739" cy="51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EBB65C-9081-4E23-3F16-B2F04FFCED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090298" y="139761"/>
            <a:ext cx="2101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第二段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42B5D4-A0B6-BA03-F873-2E6CEA05F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AF6610A-589A-1AC4-30B2-6EB638DE3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225131"/>
              </p:ext>
            </p:extLst>
          </p:nvPr>
        </p:nvGraphicFramePr>
        <p:xfrm>
          <a:off x="-829277" y="931182"/>
          <a:ext cx="11408671" cy="5926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516053" imgH="5086248" progId="Visio.Drawing.15">
                  <p:embed/>
                </p:oleObj>
              </mc:Choice>
              <mc:Fallback>
                <p:oleObj name="Visio" r:id="rId3" imgW="15516053" imgH="5086248" progId="Visio.Drawing.15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AF6610A-589A-1AC4-30B2-6EB638DE3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29277" y="931182"/>
                        <a:ext cx="11408671" cy="59268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84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9C5FDEA-E4FC-A756-16FB-5611D7241633}"/>
              </a:ext>
            </a:extLst>
          </p:cNvPr>
          <p:cNvSpPr/>
          <p:nvPr/>
        </p:nvSpPr>
        <p:spPr>
          <a:xfrm>
            <a:off x="7845136" y="2815319"/>
            <a:ext cx="932466" cy="5418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259C7-E716-C2A3-FA14-6EDBFE1D3037}"/>
              </a:ext>
            </a:extLst>
          </p:cNvPr>
          <p:cNvSpPr/>
          <p:nvPr/>
        </p:nvSpPr>
        <p:spPr>
          <a:xfrm>
            <a:off x="6912670" y="2182091"/>
            <a:ext cx="932466" cy="6332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B65161-B8DD-0E62-660F-68A84433C538}"/>
              </a:ext>
            </a:extLst>
          </p:cNvPr>
          <p:cNvSpPr/>
          <p:nvPr/>
        </p:nvSpPr>
        <p:spPr>
          <a:xfrm>
            <a:off x="2306782" y="3293918"/>
            <a:ext cx="1943098" cy="61305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9069696" y="116768"/>
            <a:ext cx="3129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332362" y="5265275"/>
            <a:ext cx="5201418" cy="700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13-25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节：理当圣洁生活</a:t>
            </a:r>
            <a:endParaRPr lang="en-US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177511" y="1640262"/>
            <a:ext cx="5040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1~2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节：问候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，受信者：寄居的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，作者：使徒彼得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，内容：基督工作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684185" y="1640262"/>
            <a:ext cx="6330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3~12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节： 盼望</a:t>
            </a:r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喜乐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，因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基督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救赎而有天上基业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，爱、信基督在试炼大喜乐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5344579" y="1323043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C1B6FBA-8A0E-6AE0-4F4D-624D86320E43}"/>
              </a:ext>
            </a:extLst>
          </p:cNvPr>
          <p:cNvCxnSpPr>
            <a:cxnSpLocks/>
          </p:cNvCxnSpPr>
          <p:nvPr/>
        </p:nvCxnSpPr>
        <p:spPr>
          <a:xfrm flipH="1">
            <a:off x="1070263" y="4311463"/>
            <a:ext cx="97051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2028ECF-40BD-DC5A-A108-667193A4CAC8}"/>
              </a:ext>
            </a:extLst>
          </p:cNvPr>
          <p:cNvCxnSpPr/>
          <p:nvPr/>
        </p:nvCxnSpPr>
        <p:spPr>
          <a:xfrm>
            <a:off x="3657600" y="3948586"/>
            <a:ext cx="3896591" cy="142351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A3595F0-53EF-FA29-29D0-9A23244CF6A4}"/>
              </a:ext>
            </a:extLst>
          </p:cNvPr>
          <p:cNvCxnSpPr>
            <a:cxnSpLocks/>
          </p:cNvCxnSpPr>
          <p:nvPr/>
        </p:nvCxnSpPr>
        <p:spPr>
          <a:xfrm>
            <a:off x="7280657" y="2809960"/>
            <a:ext cx="519872" cy="24077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E2CE10-9C1F-2283-0A6E-22BDC89FE6AB}"/>
              </a:ext>
            </a:extLst>
          </p:cNvPr>
          <p:cNvCxnSpPr>
            <a:cxnSpLocks/>
          </p:cNvCxnSpPr>
          <p:nvPr/>
        </p:nvCxnSpPr>
        <p:spPr>
          <a:xfrm flipH="1">
            <a:off x="8198427" y="3341987"/>
            <a:ext cx="110016" cy="187575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DE5F828-CD64-BE49-34B7-7CC29C273134}"/>
              </a:ext>
            </a:extLst>
          </p:cNvPr>
          <p:cNvSpPr txBox="1"/>
          <p:nvPr/>
        </p:nvSpPr>
        <p:spPr>
          <a:xfrm>
            <a:off x="304950" y="4578338"/>
            <a:ext cx="3352650" cy="196457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79400">
              <a:lnSpc>
                <a:spcPct val="115000"/>
              </a:lnSpc>
              <a:spcAft>
                <a:spcPts val="800"/>
              </a:spcAft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３～１２节是祝祷文：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３～５节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因基督工作基业而颂赞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６～７节在苦难中仍然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信心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８～９节因信耶稣而有的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</a:t>
            </a: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喜乐，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１０～１２节先知对救恩的认识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09352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你们这因信蒙　神能力保守的人，必能得着所预备、到末世要显现的救恩。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颂赞对象：主耶稣基督的父神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14:19】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他为亚伯兰祝福，说：“愿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天地的主、至高的　神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赐福与亚伯兰。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28:6】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耶和华是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应当称颂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的，因为他听了我恳求的声音。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三一神的颂赞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救赎大工：主权、怜悯、基督、圣灵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照自己的大怜悯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基督的死里复活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圣灵的重生工作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“当做”（完成式）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之前追求法利赛人、律法的义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现在认识基督、弥赛亚的身份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人生完全的改变（巨大）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“有损”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是之前对立面，对立程度，表现极大转变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与先前彻底决裂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总结：如果任何人依靠其他（非基督而来的）追求益（真正的益），都是有损的。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应用：学历高低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【徒26:24】保罗这样分诉，非斯都大声说：“保罗，你癫狂了吧！</a:t>
            </a:r>
            <a:r>
              <a:rPr lang="zh-CN" altLang="zh-CN" sz="16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你的学问太大</a:t>
            </a:r>
            <a:r>
              <a:rPr lang="zh-CN" altLang="zh-CN" sz="1600" dirty="0">
                <a:effectLst/>
                <a:ea typeface="苹方-简" panose="020B0300000000000000" pitchFamily="34" charset="-122"/>
              </a:rPr>
              <a:t>，反叫你癫狂了。”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1839191" y="1631373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2C4C40-246C-2FCA-495B-37EEE4F83C2E}"/>
              </a:ext>
            </a:extLst>
          </p:cNvPr>
          <p:cNvSpPr/>
          <p:nvPr/>
        </p:nvSpPr>
        <p:spPr>
          <a:xfrm>
            <a:off x="4395355" y="5787553"/>
            <a:ext cx="3418609" cy="38464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69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你们这因信蒙　神能力保守的人，必能得着所预备、到末世要显现的救恩。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思想彼得经历：依靠自己失败，真认识基督刚强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26:35】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彼得说：“我就是必须和你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同死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，也总不能不认你。”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26:74】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彼得就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发咒起誓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地说：“我不认得那个人。”立时，鸡就叫了。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21:3】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西门彼得对他们说：“我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打鱼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去。”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21:17】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第三次对他说：“约翰的儿子西门，你爱我吗？”彼得因为耶稣第三次对他说“你爱我吗”，就忧愁，对耶稣说：“主啊，你是无所不知的，你知道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我爱你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。”耶稣说：“你喂养我的羊。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5:29】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彼得和众使徒回答说：“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顺从　神，不顺从人，是应当的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FF5192B-1F09-C2ED-4C04-1C1D28491A8F}"/>
              </a:ext>
            </a:extLst>
          </p:cNvPr>
          <p:cNvCxnSpPr/>
          <p:nvPr/>
        </p:nvCxnSpPr>
        <p:spPr>
          <a:xfrm flipH="1" flipV="1">
            <a:off x="3210791" y="2078182"/>
            <a:ext cx="1184564" cy="367819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3274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1839191" y="1631373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21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你们这因信蒙　神能力保守的人，必能得着所预备、到末世要显现的救恩。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活泼的盼望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前提：对主耶稣有真认识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基础：重生之后爱慕基督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态度：积极、主动、时时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目标：基业末世显现救恩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表现：大有喜乐的一群人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202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7813963" y="2067791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1144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你们这因信蒙　神能力保守的人，必能得着所预备、到末世要显现的救恩。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天上的基业：旧约、新约的认识。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耶和华向亚伯兰显现，说：“我要把这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地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赐给你的后裔。”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36:28】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你们必住在我所赐给你们列祖之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地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。你们要作我的子民，我要作你们的　神。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耶和华是我的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产业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，是我杯中的份；我所得的，你为我持守。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18:36】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耶稣回答说：“我的国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不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属这世界；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16:19】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我要把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天国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的钥匙给你，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奖赏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529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7813963" y="2067791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90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你们这因信蒙　神能力保守的人，必能得着所预备、到末世要显现的救恩。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天上的基业：神的属性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不能朽坏：永存性，不会死亡、腐烂，而在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《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》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也讲到神是不朽坏的神。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将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不能朽坏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之　神的荣耀变为偶像，仿佛必朽坏的人和飞禽、走兽、昆虫的样式。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不能玷污：圣洁，不能被污秽，不会被罪所玷污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因为经上记着说：“你们要圣洁，因为我是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圣洁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的。”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不能衰残：不变性，荣耀的不变性，基督徒的荣美的永不改变。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到了牧长显现的时候，你们必得那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永不衰残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的荣耀冠冕。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839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7813963" y="2067791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7032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你们这因信蒙　神能力保守的人，必能得着所预备、到末世要显现的救恩。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天上的基业：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天上的唯有神才可以赐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具有属性唯有神可以赐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神是此基业的得着保证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藉着耶稣基督才能得着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r>
              <a:rPr lang="zh-CN" altLang="en-US" sz="2000" b="1" dirty="0">
                <a:cs typeface="+mn-ea"/>
                <a:sym typeface="+mn-lt"/>
              </a:rPr>
              <a:t>你得着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关于基业的活泼的盼望了吗？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022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7813963" y="2067791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321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蒙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神能力保守的人，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必能得着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得着的救恩：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条件：信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保证：神能力保守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概率：必能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状态：已预备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时间：末世显现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7108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D15C89-660E-CE5E-CD54-29898EC389E2}"/>
              </a:ext>
            </a:extLst>
          </p:cNvPr>
          <p:cNvSpPr/>
          <p:nvPr/>
        </p:nvSpPr>
        <p:spPr>
          <a:xfrm>
            <a:off x="7813963" y="2067791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2A20F3-2BDF-EB9E-B0A4-478C7FE0E73F}"/>
              </a:ext>
            </a:extLst>
          </p:cNvPr>
          <p:cNvSpPr/>
          <p:nvPr/>
        </p:nvSpPr>
        <p:spPr>
          <a:xfrm>
            <a:off x="8382002" y="2573481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94819E-3EA8-4E92-A198-82F064254FF1}"/>
              </a:ext>
            </a:extLst>
          </p:cNvPr>
          <p:cNvSpPr/>
          <p:nvPr/>
        </p:nvSpPr>
        <p:spPr>
          <a:xfrm>
            <a:off x="1849582" y="1620982"/>
            <a:ext cx="1371600" cy="44680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952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蒙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神能力保守的人，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必能得着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活泼的盼望：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目标：基业、救恩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时间：都是将来的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主动：都是神做成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DF3A08D-7F17-0F4A-BB6C-0E37ED76FF8E}"/>
              </a:ext>
            </a:extLst>
          </p:cNvPr>
          <p:cNvCxnSpPr/>
          <p:nvPr/>
        </p:nvCxnSpPr>
        <p:spPr>
          <a:xfrm>
            <a:off x="3221182" y="1844386"/>
            <a:ext cx="4592781" cy="223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BCD3E8-62CE-0FF4-1724-49BF66BBF6FC}"/>
              </a:ext>
            </a:extLst>
          </p:cNvPr>
          <p:cNvCxnSpPr/>
          <p:nvPr/>
        </p:nvCxnSpPr>
        <p:spPr>
          <a:xfrm>
            <a:off x="3221182" y="1844386"/>
            <a:ext cx="5160820" cy="729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56551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4952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蒙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神能力保守的人，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必能得着所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大有喜乐：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得着：天上基业、末世救恩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内涵：神是我们的产业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喜乐：救恩的外现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958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4952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可以得着不能朽坏、不能玷污、不能衰残、为你们存留在天上的基业。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你们这因信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蒙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神能力保守的人，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必能得着所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预备、到末世要显现的救恩。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因此，你们是大有喜乐。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问题：由于信徒被逼迫有人信心软弱，甚至要离开信仰。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强调：救恩是神做成的，神是救恩成就的保证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信徒：信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目的：坚固信徒的信仰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631486" y="113635"/>
            <a:ext cx="6557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第一段：为基业而喜乐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087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479482" cy="5690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1:6B】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但如今在百般的试炼中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暂时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忧愁，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叫你们的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既被试验，就比那被火试验仍然能坏的金子更显宝贵，可以在耶稣基督显现的时候，得着称赞、荣耀、尊贵。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你们虽然没有见过他，却是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他。如今虽不得看见，却因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他就有说不出来、满有荣光的大喜乐，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1:9】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并且得着你们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的果效，就是灵魂的救恩。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对信徒的要求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如今常存的有信，有望，有爱；这三样，其中最大的是爱。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百般的试炼中：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暂时”的。试炼是暂时的，但基督所赐给我们的福气却是永远的。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百般”多样性。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忧愁”会带给人忧愁，这试炼可能会暂时大过我们的喜乐。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试炼”说明是有目的的，为了造就我们。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16:33】……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是要叫你们在我里面有平安。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但你们可以放心，我已经胜了世界。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008418" y="113635"/>
            <a:ext cx="7180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第二段：在试炼中大喜乐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720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479482" cy="5321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1:6B】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但如今在百般的试炼中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暂时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忧愁，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叫你们的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既被试验，就比那被火试验仍然能坏的金子更显宝贵，可以在耶稣基督显现的时候，得着称赞、荣耀、尊贵。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你们虽然没有见过他，却是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他。如今虽不得看见，却因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他就有说不出来、满有荣光的大喜乐，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1:9】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并且得着你们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的果效，就是灵魂的救恩。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信心 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金子：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熬炼破碎，去除一切的杂质，存留的才是真正我们需要的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信心比金子更宝贵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节：用信心去面对试炼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信心持守盼望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真正的信心一定会走过生命中所有的患难和试炼，进入到从神领受各种赏赐和尊贵。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008418" y="113635"/>
            <a:ext cx="7180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第二段：在试炼中大喜乐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2620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479482" cy="5321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1:6B】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但如今在百般的试炼中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暂时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忧愁，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叫你们的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既被试验，就比那被火试验仍然能坏的金子更显宝贵，可以在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耶稣基督显现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的时候，得着称赞、荣耀、尊贵。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你们虽然没有见过他，却是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他。如今虽不得看见，却因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他就有说不出来、满有荣光的大喜乐，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1:9】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并且得着你们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的果效，就是灵魂的救恩。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称赞：因基督而有从神来的。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2:29】……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这人的称赞不是从人来的，乃是从　神来的。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荣耀：神加给我们的荣耀，因基督而有的荣耀。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2:7】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凡恒心行善，寻求荣耀、尊贵和不能朽坏之福的，就以永生报应他们；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尊贵：因着基督而有的尊贵。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008418" y="113635"/>
            <a:ext cx="7180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第二段：在试炼中大喜乐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270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479482" cy="57032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1:6B】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但如今在百般的试炼中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暂时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忧愁，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叫你们的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既被试验，就比那被火试验仍然能坏的金子更显宝贵，可以在耶稣基督显现的时候，得着称赞、荣耀、尊贵。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你们虽然没有见过他，却是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他。如今虽不得看见，却因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他就有说不出来、满有荣光的大喜乐，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1:9】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并且得着你们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的果效，就是灵魂的救恩。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没有见过他，却是爱他，虽不得看见，却因信他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彼得见过耶稣，而当时受信人没有。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经过了试炼，彼得知道“你们”是爱基督、信基督。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我们信心的熬炼而被神所称赞有说不出来、满有荣光的大喜乐。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超越了人所能用语言表达的极限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是大有颂赞，极高的称赞的喜乐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强调：信心被试炼后果效即救恩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008418" y="113635"/>
            <a:ext cx="7180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第二段：在试炼中大喜乐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7662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479482" cy="42133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1:6B】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但如今在百般的试炼中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暂时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忧愁，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叫你们的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既被试验，就比那被火试验仍然能坏的金子更显宝贵，可以在耶稣基督显现的时候，得着称赞、荣耀、尊贵。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你们虽然没有见过他，却是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爱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他。如今虽不得看见，却因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他就有说不出来、满有荣光的大喜乐，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1:9】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并且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得着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</a:t>
            </a:r>
            <a:r>
              <a:rPr lang="zh-CN" altLang="en-US" sz="2000" b="1" dirty="0">
                <a:solidFill>
                  <a:srgbClr val="7030A0"/>
                </a:solidFill>
                <a:latin typeface="Arial"/>
                <a:ea typeface="苹方-简" panose="020B0300000000000000" pitchFamily="34" charset="-122"/>
              </a:rPr>
              <a:t>信心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的果效，就是灵魂的救恩。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得着：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前提：爱他、信他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已经得着灵魂救恩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神加给信徒的应许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008418" y="113635"/>
            <a:ext cx="7180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第二段：在试炼中大喜乐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104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809648" y="1938046"/>
            <a:ext cx="10382352" cy="29819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一：盼望因救恩而来，都是基督做成的，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	  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故此我们有从基督而来的大喜乐。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二：经过试炼中显示出的爱和信，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	  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在对基督的信靠中更有喜乐。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0834DC-85C6-6554-2AFE-509AEA0C23E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380518" y="113635"/>
            <a:ext cx="1811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94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3700</TotalTime>
  <Words>3797</Words>
  <Application>Microsoft Office PowerPoint</Application>
  <PresentationFormat>宽屏</PresentationFormat>
  <Paragraphs>260</Paragraphs>
  <Slides>23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等线</vt:lpstr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2024-05-25T22:22:07Z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