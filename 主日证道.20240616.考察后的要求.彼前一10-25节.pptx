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2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3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4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5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6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7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8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9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10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11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12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13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14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15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16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17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18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19.xml" ContentType="application/vnd.openxmlformats-officedocument.presentationml.notesSlid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560" r:id="rId2"/>
    <p:sldId id="425" r:id="rId3"/>
    <p:sldId id="554" r:id="rId4"/>
    <p:sldId id="531" r:id="rId5"/>
    <p:sldId id="553" r:id="rId6"/>
    <p:sldId id="615" r:id="rId7"/>
    <p:sldId id="616" r:id="rId8"/>
    <p:sldId id="617" r:id="rId9"/>
    <p:sldId id="618" r:id="rId10"/>
    <p:sldId id="619" r:id="rId11"/>
    <p:sldId id="621" r:id="rId12"/>
    <p:sldId id="620" r:id="rId13"/>
    <p:sldId id="622" r:id="rId14"/>
    <p:sldId id="623" r:id="rId15"/>
    <p:sldId id="624" r:id="rId16"/>
    <p:sldId id="625" r:id="rId17"/>
    <p:sldId id="626" r:id="rId18"/>
    <p:sldId id="627" r:id="rId19"/>
    <p:sldId id="628" r:id="rId20"/>
    <p:sldId id="629" r:id="rId21"/>
    <p:sldId id="630" r:id="rId22"/>
    <p:sldId id="632" r:id="rId23"/>
    <p:sldId id="631" r:id="rId24"/>
    <p:sldId id="633" r:id="rId25"/>
    <p:sldId id="634" r:id="rId26"/>
    <p:sldId id="543" r:id="rId27"/>
    <p:sldId id="552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3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3961" autoAdjust="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>
        <p:guide orient="horz" pos="2093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C4BB4458-5026-43D6-8C8F-02924DFE1BAF}"/>
    <pc:docChg chg="undo custSel addSld delSld modSld">
      <pc:chgData name="强 李" userId="cd6c7ec7188785ae" providerId="LiveId" clId="{C4BB4458-5026-43D6-8C8F-02924DFE1BAF}" dt="2024-05-18T14:17:39.797" v="1781" actId="6549"/>
      <pc:docMkLst>
        <pc:docMk/>
      </pc:docMkLst>
      <pc:sldChg chg="addSp delSp modSp mod">
        <pc:chgData name="强 李" userId="cd6c7ec7188785ae" providerId="LiveId" clId="{C4BB4458-5026-43D6-8C8F-02924DFE1BAF}" dt="2024-05-18T03:11:11.939" v="64" actId="13926"/>
        <pc:sldMkLst>
          <pc:docMk/>
          <pc:sldMk cId="0" sldId="425"/>
        </pc:sldMkLst>
        <pc:spChg chg="add del mod ord">
          <ac:chgData name="强 李" userId="cd6c7ec7188785ae" providerId="LiveId" clId="{C4BB4458-5026-43D6-8C8F-02924DFE1BAF}" dt="2024-05-18T03:09:33.807" v="50" actId="11529"/>
          <ac:spMkLst>
            <pc:docMk/>
            <pc:sldMk cId="0" sldId="425"/>
            <ac:spMk id="2" creationId="{16FE6A48-C840-A242-D5A1-FA5D70CA1A15}"/>
          </ac:spMkLst>
        </pc:spChg>
        <pc:spChg chg="mod">
          <ac:chgData name="强 李" userId="cd6c7ec7188785ae" providerId="LiveId" clId="{C4BB4458-5026-43D6-8C8F-02924DFE1BAF}" dt="2024-05-18T03:11:11.939" v="64" actId="13926"/>
          <ac:spMkLst>
            <pc:docMk/>
            <pc:sldMk cId="0" sldId="425"/>
            <ac:spMk id="3" creationId="{FF9BF7C3-9929-69BC-A1CA-30EBD45BF72F}"/>
          </ac:spMkLst>
        </pc:spChg>
        <pc:spChg chg="add del mod">
          <ac:chgData name="强 李" userId="cd6c7ec7188785ae" providerId="LiveId" clId="{C4BB4458-5026-43D6-8C8F-02924DFE1BAF}" dt="2024-05-18T03:10:25.547" v="59" actId="478"/>
          <ac:spMkLst>
            <pc:docMk/>
            <pc:sldMk cId="0" sldId="425"/>
            <ac:spMk id="6" creationId="{45B47BA0-D9C6-6525-99A0-E8B33459CE51}"/>
          </ac:spMkLst>
        </pc:spChg>
        <pc:cxnChg chg="add del">
          <ac:chgData name="强 李" userId="cd6c7ec7188785ae" providerId="LiveId" clId="{C4BB4458-5026-43D6-8C8F-02924DFE1BAF}" dt="2024-05-18T03:10:02.278" v="52" actId="11529"/>
          <ac:cxnSpMkLst>
            <pc:docMk/>
            <pc:sldMk cId="0" sldId="425"/>
            <ac:cxnSpMk id="5" creationId="{BF3A31AA-A401-7904-93EA-D474FE1D4618}"/>
          </ac:cxnSpMkLst>
        </pc:cxnChg>
      </pc:sldChg>
      <pc:sldChg chg="addSp modSp mod">
        <pc:chgData name="强 李" userId="cd6c7ec7188785ae" providerId="LiveId" clId="{C4BB4458-5026-43D6-8C8F-02924DFE1BAF}" dt="2024-05-18T13:46:35.739" v="1306" actId="1037"/>
        <pc:sldMkLst>
          <pc:docMk/>
          <pc:sldMk cId="54695671" sldId="531"/>
        </pc:sldMkLst>
        <pc:spChg chg="mod">
          <ac:chgData name="强 李" userId="cd6c7ec7188785ae" providerId="LiveId" clId="{C4BB4458-5026-43D6-8C8F-02924DFE1BAF}" dt="2024-05-18T13:44:16.194" v="1289" actId="14100"/>
          <ac:spMkLst>
            <pc:docMk/>
            <pc:sldMk cId="54695671" sldId="531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7T23:17:53.121" v="15"/>
          <ac:spMkLst>
            <pc:docMk/>
            <pc:sldMk cId="54695671" sldId="531"/>
            <ac:spMk id="3" creationId="{B504861B-6EFA-BAFD-C2A3-DA811CA92353}"/>
          </ac:spMkLst>
        </pc:spChg>
        <pc:spChg chg="add mod">
          <ac:chgData name="强 李" userId="cd6c7ec7188785ae" providerId="LiveId" clId="{C4BB4458-5026-43D6-8C8F-02924DFE1BAF}" dt="2024-05-17T23:18:07.335" v="28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C4BB4458-5026-43D6-8C8F-02924DFE1BAF}" dt="2024-05-18T03:58:19.517" v="65" actId="2711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C4BB4458-5026-43D6-8C8F-02924DFE1BAF}" dt="2024-05-18T03:58:24.056" v="66" actId="2711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C4BB4458-5026-43D6-8C8F-02924DFE1BAF}" dt="2024-05-17T23:18:23.340" v="42" actId="1076"/>
          <ac:spMkLst>
            <pc:docMk/>
            <pc:sldMk cId="54695671" sldId="531"/>
            <ac:spMk id="7" creationId="{F80DDDB8-F32B-B7A7-73DA-9790F3B5DCB3}"/>
          </ac:spMkLst>
        </pc:spChg>
        <pc:spChg chg="mod">
          <ac:chgData name="强 李" userId="cd6c7ec7188785ae" providerId="LiveId" clId="{C4BB4458-5026-43D6-8C8F-02924DFE1BAF}" dt="2024-05-18T13:46:26.199" v="1290" actId="14100"/>
          <ac:spMkLst>
            <pc:docMk/>
            <pc:sldMk cId="54695671" sldId="531"/>
            <ac:spMk id="11" creationId="{8F585226-39A8-96AE-40A3-878704581BB6}"/>
          </ac:spMkLst>
        </pc:spChg>
        <pc:cxnChg chg="mod">
          <ac:chgData name="强 李" userId="cd6c7ec7188785ae" providerId="LiveId" clId="{C4BB4458-5026-43D6-8C8F-02924DFE1BAF}" dt="2024-05-18T13:46:35.739" v="1306" actId="1037"/>
          <ac:cxnSpMkLst>
            <pc:docMk/>
            <pc:sldMk cId="54695671" sldId="531"/>
            <ac:cxnSpMk id="8" creationId="{A82D5C8F-64C1-A4EE-87A4-62170D321C35}"/>
          </ac:cxnSpMkLst>
        </pc:cxnChg>
      </pc:sldChg>
      <pc:sldChg chg="modSp mod">
        <pc:chgData name="强 李" userId="cd6c7ec7188785ae" providerId="LiveId" clId="{C4BB4458-5026-43D6-8C8F-02924DFE1BAF}" dt="2024-05-18T05:39:51.284" v="1181"/>
        <pc:sldMkLst>
          <pc:docMk/>
          <pc:sldMk cId="1242525785" sldId="543"/>
        </pc:sldMkLst>
        <pc:spChg chg="mod">
          <ac:chgData name="强 李" userId="cd6c7ec7188785ae" providerId="LiveId" clId="{C4BB4458-5026-43D6-8C8F-02924DFE1BAF}" dt="2024-05-18T05:39:51.284" v="1181"/>
          <ac:spMkLst>
            <pc:docMk/>
            <pc:sldMk cId="1242525785" sldId="543"/>
            <ac:spMk id="2" creationId="{00000000-0000-0000-0000-000000000000}"/>
          </ac:spMkLst>
        </pc:spChg>
      </pc:sldChg>
      <pc:sldChg chg="addSp delSp modSp mod setBg">
        <pc:chgData name="强 李" userId="cd6c7ec7188785ae" providerId="LiveId" clId="{C4BB4458-5026-43D6-8C8F-02924DFE1BAF}" dt="2024-05-18T05:53:37.086" v="1249"/>
        <pc:sldMkLst>
          <pc:docMk/>
          <pc:sldMk cId="419382719" sldId="552"/>
        </pc:sldMkLst>
        <pc:spChg chg="add del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18" creationId="{00000000-0000-0000-0000-000000000000}"/>
          </ac:spMkLst>
        </pc:spChg>
        <pc:spChg chg="add del">
          <ac:chgData name="强 李" userId="cd6c7ec7188785ae" providerId="LiveId" clId="{C4BB4458-5026-43D6-8C8F-02924DFE1BAF}" dt="2024-05-18T05:52:41.236" v="1235" actId="26606"/>
          <ac:spMkLst>
            <pc:docMk/>
            <pc:sldMk cId="419382719" sldId="552"/>
            <ac:spMk id="24" creationId="{CB49665F-0298-4449-8D2D-209989CB9EE3}"/>
          </ac:spMkLst>
        </pc:spChg>
        <pc:spChg chg="add del">
          <ac:chgData name="强 李" userId="cd6c7ec7188785ae" providerId="LiveId" clId="{C4BB4458-5026-43D6-8C8F-02924DFE1BAF}" dt="2024-05-18T05:52:41.236" v="1235" actId="26606"/>
          <ac:spMkLst>
            <pc:docMk/>
            <pc:sldMk cId="419382719" sldId="552"/>
            <ac:spMk id="26" creationId="{A71EEC14-174A-46FA-B046-474750457130}"/>
          </ac:spMkLst>
        </pc:spChg>
        <pc:spChg chg="add del">
          <ac:chgData name="强 李" userId="cd6c7ec7188785ae" providerId="LiveId" clId="{C4BB4458-5026-43D6-8C8F-02924DFE1BAF}" dt="2024-05-18T05:52:44.584" v="1237" actId="26606"/>
          <ac:spMkLst>
            <pc:docMk/>
            <pc:sldMk cId="419382719" sldId="552"/>
            <ac:spMk id="41" creationId="{2659FDB4-FCBE-4A89-B46D-43D4FA54464D}"/>
          </ac:spMkLst>
        </pc:spChg>
        <pc:spChg chg="ad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45" creationId="{2E442304-DDBD-4F7B-8017-36BCC863FB40}"/>
          </ac:spMkLst>
        </pc:spChg>
        <pc:spChg chg="ad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46" creationId="{5E107275-3853-46FD-A241-DE4355A42675}"/>
          </ac:spMkLst>
        </pc:spChg>
        <pc:grpChg chg="add del">
          <ac:chgData name="强 李" userId="cd6c7ec7188785ae" providerId="LiveId" clId="{C4BB4458-5026-43D6-8C8F-02924DFE1BAF}" dt="2024-05-18T05:52:41.236" v="1235" actId="26606"/>
          <ac:grpSpMkLst>
            <pc:docMk/>
            <pc:sldMk cId="419382719" sldId="552"/>
            <ac:grpSpMk id="28" creationId="{EEB6CB95-E653-4C6C-AE51-62FD848E8D5B}"/>
          </ac:grpSpMkLst>
        </pc:grpChg>
        <pc:grpChg chg="add del">
          <ac:chgData name="强 李" userId="cd6c7ec7188785ae" providerId="LiveId" clId="{C4BB4458-5026-43D6-8C8F-02924DFE1BAF}" dt="2024-05-18T05:52:41.236" v="1235" actId="26606"/>
          <ac:grpSpMkLst>
            <pc:docMk/>
            <pc:sldMk cId="419382719" sldId="552"/>
            <ac:grpSpMk id="32" creationId="{43F5E015-E085-4624-B431-B42414448684}"/>
          </ac:grpSpMkLst>
        </pc:grpChg>
        <pc:graphicFrameChg chg="add del">
          <ac:chgData name="强 李" userId="cd6c7ec7188785ae" providerId="LiveId" clId="{C4BB4458-5026-43D6-8C8F-02924DFE1BAF}" dt="2024-05-18T05:52:41.236" v="1235" actId="26606"/>
          <ac:graphicFrameMkLst>
            <pc:docMk/>
            <pc:sldMk cId="419382719" sldId="552"/>
            <ac:graphicFrameMk id="20" creationId="{4323BF3C-B2A4-A173-AEA9-BB94E5E503C5}"/>
          </ac:graphicFrameMkLst>
        </pc:graphicFrameChg>
        <pc:graphicFrameChg chg="add del">
          <ac:chgData name="强 李" userId="cd6c7ec7188785ae" providerId="LiveId" clId="{C4BB4458-5026-43D6-8C8F-02924DFE1BAF}" dt="2024-05-18T05:52:44.584" v="1237" actId="26606"/>
          <ac:graphicFrameMkLst>
            <pc:docMk/>
            <pc:sldMk cId="419382719" sldId="552"/>
            <ac:graphicFrameMk id="43" creationId="{699F94FD-C55E-4713-5FAB-1A97B009C0D6}"/>
          </ac:graphicFrameMkLst>
        </pc:graphicFrameChg>
        <pc:graphicFrameChg chg="add mod modGraphic">
          <ac:chgData name="强 李" userId="cd6c7ec7188785ae" providerId="LiveId" clId="{C4BB4458-5026-43D6-8C8F-02924DFE1BAF}" dt="2024-05-18T05:53:37.086" v="1249"/>
          <ac:graphicFrameMkLst>
            <pc:docMk/>
            <pc:sldMk cId="419382719" sldId="552"/>
            <ac:graphicFrameMk id="47" creationId="{C4743AA0-529F-EA4A-5AAF-9A09C2CB0EAC}"/>
          </ac:graphicFrameMkLst>
        </pc:graphicFrameChg>
        <pc:cxnChg chg="add del">
          <ac:chgData name="强 李" userId="cd6c7ec7188785ae" providerId="LiveId" clId="{C4BB4458-5026-43D6-8C8F-02924DFE1BAF}" dt="2024-05-18T05:52:44.584" v="1237" actId="26606"/>
          <ac:cxnSpMkLst>
            <pc:docMk/>
            <pc:sldMk cId="419382719" sldId="552"/>
            <ac:cxnSpMk id="42" creationId="{C8F51B3F-8331-4E4A-AE96-D47B1006EEAD}"/>
          </ac:cxnSpMkLst>
        </pc:cxnChg>
      </pc:sldChg>
      <pc:sldChg chg="modSp mod">
        <pc:chgData name="强 李" userId="cd6c7ec7188785ae" providerId="LiveId" clId="{C4BB4458-5026-43D6-8C8F-02924DFE1BAF}" dt="2024-05-18T13:47:20.799" v="1308" actId="6549"/>
        <pc:sldMkLst>
          <pc:docMk/>
          <pc:sldMk cId="530530540" sldId="553"/>
        </pc:sldMkLst>
        <pc:spChg chg="mod">
          <ac:chgData name="强 李" userId="cd6c7ec7188785ae" providerId="LiveId" clId="{C4BB4458-5026-43D6-8C8F-02924DFE1BAF}" dt="2024-05-18T04:01:17.522" v="82"/>
          <ac:spMkLst>
            <pc:docMk/>
            <pc:sldMk cId="530530540" sldId="553"/>
            <ac:spMk id="2" creationId="{00000000-0000-0000-0000-000000000000}"/>
          </ac:spMkLst>
        </pc:spChg>
        <pc:graphicFrameChg chg="mod modGraphic">
          <ac:chgData name="强 李" userId="cd6c7ec7188785ae" providerId="LiveId" clId="{C4BB4458-5026-43D6-8C8F-02924DFE1BAF}" dt="2024-05-18T13:47:20.799" v="1308" actId="6549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C4BB4458-5026-43D6-8C8F-02924DFE1BAF}" dt="2024-05-18T05:40:48.111" v="1200" actId="121"/>
        <pc:sldMkLst>
          <pc:docMk/>
          <pc:sldMk cId="1911491714" sldId="560"/>
        </pc:sldMkLst>
        <pc:spChg chg="mod">
          <ac:chgData name="强 李" userId="cd6c7ec7188785ae" providerId="LiveId" clId="{C4BB4458-5026-43D6-8C8F-02924DFE1BAF}" dt="2024-05-18T05:40:48.111" v="1200" actId="121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11:18.361" v="688" actId="20577"/>
        <pc:sldMkLst>
          <pc:docMk/>
          <pc:sldMk cId="159884778" sldId="574"/>
        </pc:sldMkLst>
        <pc:spChg chg="mod">
          <ac:chgData name="强 李" userId="cd6c7ec7188785ae" providerId="LiveId" clId="{C4BB4458-5026-43D6-8C8F-02924DFE1BAF}" dt="2024-05-18T05:11:18.361" v="688" actId="20577"/>
          <ac:spMkLst>
            <pc:docMk/>
            <pc:sldMk cId="159884778" sldId="574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C4BB4458-5026-43D6-8C8F-02924DFE1BAF}" dt="2024-05-18T14:15:43.178" v="1600"/>
        <pc:sldMkLst>
          <pc:docMk/>
          <pc:sldMk cId="3921434846" sldId="587"/>
        </pc:sldMkLst>
        <pc:spChg chg="mod">
          <ac:chgData name="强 李" userId="cd6c7ec7188785ae" providerId="LiveId" clId="{C4BB4458-5026-43D6-8C8F-02924DFE1BAF}" dt="2024-05-18T14:15:43.178" v="1600"/>
          <ac:spMkLst>
            <pc:docMk/>
            <pc:sldMk cId="3921434846" sldId="587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8T05:02:17.956" v="501" actId="1038"/>
          <ac:spMkLst>
            <pc:docMk/>
            <pc:sldMk cId="3921434846" sldId="587"/>
            <ac:spMk id="3" creationId="{003D761B-E889-B91D-BD41-4C84CF49A89F}"/>
          </ac:spMkLst>
        </pc:spChg>
        <pc:spChg chg="add mod">
          <ac:chgData name="强 李" userId="cd6c7ec7188785ae" providerId="LiveId" clId="{C4BB4458-5026-43D6-8C8F-02924DFE1BAF}" dt="2024-05-18T05:03:05.550" v="530" actId="1076"/>
          <ac:spMkLst>
            <pc:docMk/>
            <pc:sldMk cId="3921434846" sldId="587"/>
            <ac:spMk id="4" creationId="{37DDADB6-FEDE-F371-AEA9-C5A37A96DB50}"/>
          </ac:spMkLst>
        </pc:spChg>
        <pc:spChg chg="add mod">
          <ac:chgData name="强 李" userId="cd6c7ec7188785ae" providerId="LiveId" clId="{C4BB4458-5026-43D6-8C8F-02924DFE1BAF}" dt="2024-05-18T14:13:16.409" v="1392" actId="1037"/>
          <ac:spMkLst>
            <pc:docMk/>
            <pc:sldMk cId="3921434846" sldId="587"/>
            <ac:spMk id="5" creationId="{EA83E63F-1A84-4C77-F88A-67457B349D94}"/>
          </ac:spMkLst>
        </pc:spChg>
        <pc:spChg chg="add mod">
          <ac:chgData name="强 李" userId="cd6c7ec7188785ae" providerId="LiveId" clId="{C4BB4458-5026-43D6-8C8F-02924DFE1BAF}" dt="2024-05-18T05:02:51.301" v="515" actId="1076"/>
          <ac:spMkLst>
            <pc:docMk/>
            <pc:sldMk cId="3921434846" sldId="587"/>
            <ac:spMk id="7" creationId="{A3AF7693-1B01-A7BF-B591-CA40ADA64FCF}"/>
          </ac:spMkLst>
        </pc:spChg>
        <pc:spChg chg="add mod">
          <ac:chgData name="强 李" userId="cd6c7ec7188785ae" providerId="LiveId" clId="{C4BB4458-5026-43D6-8C8F-02924DFE1BAF}" dt="2024-05-18T05:03:45.310" v="565" actId="1037"/>
          <ac:spMkLst>
            <pc:docMk/>
            <pc:sldMk cId="3921434846" sldId="587"/>
            <ac:spMk id="8" creationId="{16D8AC54-27F5-A2FE-FDAD-C66FFAE80155}"/>
          </ac:spMkLst>
        </pc:spChg>
        <pc:picChg chg="add del mod">
          <ac:chgData name="强 李" userId="cd6c7ec7188785ae" providerId="LiveId" clId="{C4BB4458-5026-43D6-8C8F-02924DFE1BAF}" dt="2024-05-18T05:05:37.660" v="585" actId="478"/>
          <ac:picMkLst>
            <pc:docMk/>
            <pc:sldMk cId="3921434846" sldId="587"/>
            <ac:picMk id="6" creationId="{3563A147-73CE-0E77-4EB7-6F12D9EAA0A5}"/>
          </ac:picMkLst>
        </pc:picChg>
        <pc:picChg chg="add mod">
          <ac:chgData name="强 李" userId="cd6c7ec7188785ae" providerId="LiveId" clId="{C4BB4458-5026-43D6-8C8F-02924DFE1BAF}" dt="2024-05-18T05:16:46.154" v="764" actId="14100"/>
          <ac:picMkLst>
            <pc:docMk/>
            <pc:sldMk cId="3921434846" sldId="587"/>
            <ac:picMk id="10" creationId="{02F96101-F061-483B-59C8-DAE652A14EFE}"/>
          </ac:picMkLst>
        </pc:picChg>
      </pc:sldChg>
      <pc:sldChg chg="addSp modSp mod">
        <pc:chgData name="强 李" userId="cd6c7ec7188785ae" providerId="LiveId" clId="{C4BB4458-5026-43D6-8C8F-02924DFE1BAF}" dt="2024-05-18T05:25:30.847" v="889"/>
        <pc:sldMkLst>
          <pc:docMk/>
          <pc:sldMk cId="2648053192" sldId="588"/>
        </pc:sldMkLst>
        <pc:spChg chg="mod">
          <ac:chgData name="强 李" userId="cd6c7ec7188785ae" providerId="LiveId" clId="{C4BB4458-5026-43D6-8C8F-02924DFE1BAF}" dt="2024-05-18T05:25:30.847" v="889"/>
          <ac:spMkLst>
            <pc:docMk/>
            <pc:sldMk cId="2648053192" sldId="588"/>
            <ac:spMk id="2" creationId="{00000000-0000-0000-0000-000000000000}"/>
          </ac:spMkLst>
        </pc:spChg>
        <pc:spChg chg="add mod ord">
          <ac:chgData name="强 李" userId="cd6c7ec7188785ae" providerId="LiveId" clId="{C4BB4458-5026-43D6-8C8F-02924DFE1BAF}" dt="2024-05-18T05:15:15.219" v="748" actId="171"/>
          <ac:spMkLst>
            <pc:docMk/>
            <pc:sldMk cId="2648053192" sldId="588"/>
            <ac:spMk id="3" creationId="{2F44D04F-DD6A-1675-150F-0D830C44AF9C}"/>
          </ac:spMkLst>
        </pc:spChg>
        <pc:spChg chg="add mod">
          <ac:chgData name="强 李" userId="cd6c7ec7188785ae" providerId="LiveId" clId="{C4BB4458-5026-43D6-8C8F-02924DFE1BAF}" dt="2024-05-18T05:22:35.894" v="799" actId="1038"/>
          <ac:spMkLst>
            <pc:docMk/>
            <pc:sldMk cId="2648053192" sldId="588"/>
            <ac:spMk id="4" creationId="{6727A4CA-1768-94A4-5B86-43070B44DF2C}"/>
          </ac:spMkLst>
        </pc:spChg>
        <pc:spChg chg="add mod">
          <ac:chgData name="强 李" userId="cd6c7ec7188785ae" providerId="LiveId" clId="{C4BB4458-5026-43D6-8C8F-02924DFE1BAF}" dt="2024-05-18T05:22:44.750" v="808" actId="1076"/>
          <ac:spMkLst>
            <pc:docMk/>
            <pc:sldMk cId="2648053192" sldId="588"/>
            <ac:spMk id="5" creationId="{8B7F548D-0B51-9956-B283-BDB03CA5C763}"/>
          </ac:spMkLst>
        </pc:spChg>
      </pc:sldChg>
      <pc:sldChg chg="addSp modSp mod modNotesTx">
        <pc:chgData name="强 李" userId="cd6c7ec7188785ae" providerId="LiveId" clId="{C4BB4458-5026-43D6-8C8F-02924DFE1BAF}" dt="2024-05-18T05:33:38.994" v="1079"/>
        <pc:sldMkLst>
          <pc:docMk/>
          <pc:sldMk cId="534191096" sldId="589"/>
        </pc:sldMkLst>
        <pc:spChg chg="mod">
          <ac:chgData name="强 李" userId="cd6c7ec7188785ae" providerId="LiveId" clId="{C4BB4458-5026-43D6-8C8F-02924DFE1BAF}" dt="2024-05-18T05:33:38.994" v="1079"/>
          <ac:spMkLst>
            <pc:docMk/>
            <pc:sldMk cId="534191096" sldId="589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8T05:31:28.548" v="1009" actId="1038"/>
          <ac:spMkLst>
            <pc:docMk/>
            <pc:sldMk cId="534191096" sldId="589"/>
            <ac:spMk id="3" creationId="{1AB8738D-A1FE-4D54-0F21-BB9DBE4AC2AD}"/>
          </ac:spMkLst>
        </pc:spChg>
        <pc:spChg chg="add mod">
          <ac:chgData name="强 李" userId="cd6c7ec7188785ae" providerId="LiveId" clId="{C4BB4458-5026-43D6-8C8F-02924DFE1BAF}" dt="2024-05-18T05:31:38.807" v="1016" actId="1076"/>
          <ac:spMkLst>
            <pc:docMk/>
            <pc:sldMk cId="534191096" sldId="589"/>
            <ac:spMk id="4" creationId="{EAC312E4-EEF7-BC10-CF40-D9DFE5074984}"/>
          </ac:spMkLst>
        </pc:spChg>
        <pc:spChg chg="add mod">
          <ac:chgData name="强 李" userId="cd6c7ec7188785ae" providerId="LiveId" clId="{C4BB4458-5026-43D6-8C8F-02924DFE1BAF}" dt="2024-05-18T05:32:21.841" v="1025" actId="1076"/>
          <ac:spMkLst>
            <pc:docMk/>
            <pc:sldMk cId="534191096" sldId="589"/>
            <ac:spMk id="5" creationId="{713DDF87-D3EF-705D-B73A-8E85BB5DCB86}"/>
          </ac:spMkLst>
        </pc:spChg>
        <pc:spChg chg="add mod">
          <ac:chgData name="强 李" userId="cd6c7ec7188785ae" providerId="LiveId" clId="{C4BB4458-5026-43D6-8C8F-02924DFE1BAF}" dt="2024-05-18T05:32:35.401" v="1047" actId="1076"/>
          <ac:spMkLst>
            <pc:docMk/>
            <pc:sldMk cId="534191096" sldId="589"/>
            <ac:spMk id="6" creationId="{1583CA6D-E2C8-47E3-C865-AB9466112C52}"/>
          </ac:spMkLst>
        </pc:spChg>
        <pc:spChg chg="add mod">
          <ac:chgData name="强 李" userId="cd6c7ec7188785ae" providerId="LiveId" clId="{C4BB4458-5026-43D6-8C8F-02924DFE1BAF}" dt="2024-05-18T05:32:46.396" v="1061" actId="1076"/>
          <ac:spMkLst>
            <pc:docMk/>
            <pc:sldMk cId="534191096" sldId="589"/>
            <ac:spMk id="7" creationId="{B2718F15-7977-70BB-162C-9682D1DBB0BD}"/>
          </ac:spMkLst>
        </pc:spChg>
      </pc:sldChg>
      <pc:sldChg chg="modSp mod">
        <pc:chgData name="强 李" userId="cd6c7ec7188785ae" providerId="LiveId" clId="{C4BB4458-5026-43D6-8C8F-02924DFE1BAF}" dt="2024-05-18T05:34:49.979" v="1089" actId="6549"/>
        <pc:sldMkLst>
          <pc:docMk/>
          <pc:sldMk cId="4207264488" sldId="590"/>
        </pc:sldMkLst>
        <pc:spChg chg="mod">
          <ac:chgData name="强 李" userId="cd6c7ec7188785ae" providerId="LiveId" clId="{C4BB4458-5026-43D6-8C8F-02924DFE1BAF}" dt="2024-05-18T05:34:49.979" v="1089" actId="6549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37:46.107" v="1143"/>
        <pc:sldMkLst>
          <pc:docMk/>
          <pc:sldMk cId="3491062220" sldId="591"/>
        </pc:sldMkLst>
        <pc:spChg chg="mod">
          <ac:chgData name="强 李" userId="cd6c7ec7188785ae" providerId="LiveId" clId="{C4BB4458-5026-43D6-8C8F-02924DFE1BAF}" dt="2024-05-18T05:37:46.107" v="114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38:25.684" v="1153"/>
        <pc:sldMkLst>
          <pc:docMk/>
          <pc:sldMk cId="4046377894" sldId="592"/>
        </pc:sldMkLst>
        <pc:spChg chg="mod">
          <ac:chgData name="强 李" userId="cd6c7ec7188785ae" providerId="LiveId" clId="{C4BB4458-5026-43D6-8C8F-02924DFE1BAF}" dt="2024-05-18T05:38:25.684" v="1153"/>
          <ac:spMkLst>
            <pc:docMk/>
            <pc:sldMk cId="4046377894" sldId="592"/>
            <ac:spMk id="2" creationId="{00000000-0000-0000-0000-000000000000}"/>
          </ac:spMkLst>
        </pc:spChg>
      </pc:sldChg>
      <pc:sldChg chg="modSp add mod">
        <pc:chgData name="强 李" userId="cd6c7ec7188785ae" providerId="LiveId" clId="{C4BB4458-5026-43D6-8C8F-02924DFE1BAF}" dt="2024-05-18T05:12:18.317" v="689" actId="6549"/>
        <pc:sldMkLst>
          <pc:docMk/>
          <pc:sldMk cId="3468762565" sldId="593"/>
        </pc:sldMkLst>
        <pc:spChg chg="mod">
          <ac:chgData name="强 李" userId="cd6c7ec7188785ae" providerId="LiveId" clId="{C4BB4458-5026-43D6-8C8F-02924DFE1BAF}" dt="2024-05-18T05:12:18.317" v="689" actId="6549"/>
          <ac:spMkLst>
            <pc:docMk/>
            <pc:sldMk cId="3468762565" sldId="593"/>
            <ac:spMk id="2" creationId="{00000000-0000-0000-0000-000000000000}"/>
          </ac:spMkLst>
        </pc:spChg>
      </pc:sldChg>
      <pc:sldChg chg="modSp add mod">
        <pc:chgData name="强 李" userId="cd6c7ec7188785ae" providerId="LiveId" clId="{C4BB4458-5026-43D6-8C8F-02924DFE1BAF}" dt="2024-05-18T14:17:39.797" v="1781" actId="6549"/>
        <pc:sldMkLst>
          <pc:docMk/>
          <pc:sldMk cId="340286292" sldId="594"/>
        </pc:sldMkLst>
        <pc:spChg chg="mod">
          <ac:chgData name="强 李" userId="cd6c7ec7188785ae" providerId="LiveId" clId="{C4BB4458-5026-43D6-8C8F-02924DFE1BAF}" dt="2024-05-18T14:17:39.797" v="1781" actId="6549"/>
          <ac:spMkLst>
            <pc:docMk/>
            <pc:sldMk cId="340286292" sldId="594"/>
            <ac:spMk id="2" creationId="{00000000-0000-0000-0000-000000000000}"/>
          </ac:spMkLst>
        </pc:spChg>
      </pc:sldChg>
      <pc:sldChg chg="add del">
        <pc:chgData name="强 李" userId="cd6c7ec7188785ae" providerId="LiveId" clId="{C4BB4458-5026-43D6-8C8F-02924DFE1BAF}" dt="2024-05-18T05:50:53.623" v="1203" actId="47"/>
        <pc:sldMkLst>
          <pc:docMk/>
          <pc:sldMk cId="2907531891" sldId="595"/>
        </pc:sldMkLst>
      </pc:sldChg>
      <pc:sldChg chg="addSp delSp modSp add mod setBg">
        <pc:chgData name="强 李" userId="cd6c7ec7188785ae" providerId="LiveId" clId="{C4BB4458-5026-43D6-8C8F-02924DFE1BAF}" dt="2024-05-18T05:51:56.279" v="1233" actId="1076"/>
        <pc:sldMkLst>
          <pc:docMk/>
          <pc:sldMk cId="1164883511" sldId="596"/>
        </pc:sldMkLst>
        <pc:spChg chg="mod ord">
          <ac:chgData name="强 李" userId="cd6c7ec7188785ae" providerId="LiveId" clId="{C4BB4458-5026-43D6-8C8F-02924DFE1BAF}" dt="2024-05-18T05:51:50.698" v="1232" actId="27636"/>
          <ac:spMkLst>
            <pc:docMk/>
            <pc:sldMk cId="1164883511" sldId="596"/>
            <ac:spMk id="2" creationId="{00000000-0000-0000-0000-000000000000}"/>
          </ac:spMkLst>
        </pc:spChg>
        <pc:spChg chg="mod">
          <ac:chgData name="强 李" userId="cd6c7ec7188785ae" providerId="LiveId" clId="{C4BB4458-5026-43D6-8C8F-02924DFE1BAF}" dt="2024-05-18T05:51:56.279" v="1233" actId="1076"/>
          <ac:spMkLst>
            <pc:docMk/>
            <pc:sldMk cId="1164883511" sldId="596"/>
            <ac:spMk id="4" creationId="{04F693BE-D3F5-9A06-FC54-A1D34A776B2D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0" creationId="{F0A604E4-7307-451C-93BE-F1F7E1BF3BF8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2" creationId="{F7F3A0AA-35E5-4085-942B-737839030604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4" creationId="{402F5C38-C747-4173-ABBF-656E39E82130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6" creationId="{E37EECFC-A684-4391-AE85-4CDAF5565F61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18" creationId="{A8384FB5-9ADC-4DDC-881B-597D56F5B15D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19" creationId="{1199E1B1-A8C0-4FE8-A5A8-1CB41D69F857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20" creationId="{84A8DE83-DE75-4B41-9DB4-A7EC0B0DEC0B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21" creationId="{A7009A0A-BEF5-4EAC-AF15-E4F9F002E239}"/>
          </ac:spMkLst>
        </pc:spChg>
        <pc:spChg chg="add del">
          <ac:chgData name="强 李" userId="cd6c7ec7188785ae" providerId="LiveId" clId="{C4BB4458-5026-43D6-8C8F-02924DFE1BAF}" dt="2024-05-18T05:51:18.471" v="1212" actId="26606"/>
          <ac:spMkLst>
            <pc:docMk/>
            <pc:sldMk cId="1164883511" sldId="596"/>
            <ac:spMk id="25" creationId="{23D09407-53BC-485E-B4CE-BC5E4FC4B25B}"/>
          </ac:spMkLst>
        </pc:spChg>
        <pc:spChg chg="add del">
          <ac:chgData name="强 李" userId="cd6c7ec7188785ae" providerId="LiveId" clId="{C4BB4458-5026-43D6-8C8F-02924DFE1BAF}" dt="2024-05-18T05:51:18.471" v="1212" actId="26606"/>
          <ac:spMkLst>
            <pc:docMk/>
            <pc:sldMk cId="1164883511" sldId="596"/>
            <ac:spMk id="26" creationId="{921DB988-49FC-4608-B0A2-E2F3A4019041}"/>
          </ac:spMkLst>
        </pc:spChg>
        <pc:spChg chg="add">
          <ac:chgData name="强 李" userId="cd6c7ec7188785ae" providerId="LiveId" clId="{C4BB4458-5026-43D6-8C8F-02924DFE1BAF}" dt="2024-05-18T05:51:18.475" v="1213" actId="26606"/>
          <ac:spMkLst>
            <pc:docMk/>
            <pc:sldMk cId="1164883511" sldId="596"/>
            <ac:spMk id="33" creationId="{5E395AE0-8789-FAD6-A987-32E65C185100}"/>
          </ac:spMkLst>
        </pc:spChg>
        <pc:grpChg chg="add del">
          <ac:chgData name="强 李" userId="cd6c7ec7188785ae" providerId="LiveId" clId="{C4BB4458-5026-43D6-8C8F-02924DFE1BAF}" dt="2024-05-18T05:51:18.471" v="1212" actId="26606"/>
          <ac:grpSpMkLst>
            <pc:docMk/>
            <pc:sldMk cId="1164883511" sldId="596"/>
            <ac:grpSpMk id="27" creationId="{E9B930FD-8671-4C4C-ADCF-73AC1D0CD417}"/>
          </ac:grpSpMkLst>
        </pc:grpChg>
        <pc:grpChg chg="add del">
          <ac:chgData name="强 李" userId="cd6c7ec7188785ae" providerId="LiveId" clId="{C4BB4458-5026-43D6-8C8F-02924DFE1BAF}" dt="2024-05-18T05:51:18.471" v="1212" actId="26606"/>
          <ac:grpSpMkLst>
            <pc:docMk/>
            <pc:sldMk cId="1164883511" sldId="596"/>
            <ac:grpSpMk id="30" creationId="{383C2651-AE0C-4AE4-8725-E2F9414FE219}"/>
          </ac:grpSpMkLst>
        </pc:grpChg>
        <pc:picChg chg="add mod">
          <ac:chgData name="强 李" userId="cd6c7ec7188785ae" providerId="LiveId" clId="{C4BB4458-5026-43D6-8C8F-02924DFE1BAF}" dt="2024-05-18T05:51:29.715" v="1214" actId="14100"/>
          <ac:picMkLst>
            <pc:docMk/>
            <pc:sldMk cId="1164883511" sldId="596"/>
            <ac:picMk id="5" creationId="{2ADD046A-1E76-1E25-D210-434E5BDA978C}"/>
          </ac:picMkLst>
        </pc:picChg>
        <pc:cxnChg chg="add">
          <ac:chgData name="强 李" userId="cd6c7ec7188785ae" providerId="LiveId" clId="{C4BB4458-5026-43D6-8C8F-02924DFE1BAF}" dt="2024-05-18T05:51:18.475" v="1213" actId="26606"/>
          <ac:cxnSpMkLst>
            <pc:docMk/>
            <pc:sldMk cId="1164883511" sldId="596"/>
            <ac:cxnSpMk id="34" creationId="{7667AA61-5C27-F30F-D229-06CBE5709F33}"/>
          </ac:cxnSpMkLst>
        </pc:cxnChg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  <pc:graphicFrameChg chg="mod">
          <ac:chgData name="强 李" userId="cd6c7ec7188785ae" providerId="LiveId" clId="{B66338D9-4727-4FA1-A32F-D75940F3AAAB}" dt="2023-04-15T21:56:53.423" v="1" actId="108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  <pc:spChg chg="mod">
          <ac:chgData name="李 强" userId="cd6c7ec7188785ae" providerId="Windows Live" clId="Web-{E46B53FF-9A88-47C2-AE39-26A84E1195D8}" dt="2023-03-11T20:57:46.997" v="2" actId="20577"/>
          <ac:spMkLst>
            <pc:docMk/>
            <pc:sldMk cId="0" sldId="425"/>
            <ac:spMk id="18" creationId="{00000000-0000-0000-0000-000000000000}"/>
          </ac:spMkLst>
        </pc:spChg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  <pc:spChg chg="mod">
          <ac:chgData name="强 李" userId="cd6c7ec7188785ae" providerId="LiveId" clId="{1FDC375D-313A-463B-9367-FB4EBD5D56AE}" dt="2023-08-26T20:03:50.932" v="21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1FDC375D-313A-463B-9367-FB4EBD5D56AE}" dt="2023-08-26T20:05:23.464" v="33" actId="404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1FDC375D-313A-463B-9367-FB4EBD5D56AE}" dt="2023-08-26T20:44:09.769" v="456"/>
        <pc:sldMkLst>
          <pc:docMk/>
          <pc:sldMk cId="54695671" sldId="531"/>
        </pc:sldMkLst>
        <pc:spChg chg="mod">
          <ac:chgData name="强 李" userId="cd6c7ec7188785ae" providerId="LiveId" clId="{1FDC375D-313A-463B-9367-FB4EBD5D56AE}" dt="2023-08-26T20:44:09.769" v="456"/>
          <ac:spMkLst>
            <pc:docMk/>
            <pc:sldMk cId="54695671" sldId="531"/>
            <ac:spMk id="2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  <pc:spChg chg="mod">
          <ac:chgData name="强 李" userId="cd6c7ec7188785ae" providerId="LiveId" clId="{1FDC375D-313A-463B-9367-FB4EBD5D56AE}" dt="2023-08-26T22:43:00.917" v="2972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  <pc:spChg chg="mod">
          <ac:chgData name="强 李" userId="cd6c7ec7188785ae" providerId="LiveId" clId="{1FDC375D-313A-463B-9367-FB4EBD5D56AE}" dt="2023-08-26T22:42:45.026" v="296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  <pc:spChg chg="mod">
          <ac:chgData name="强 李" userId="cd6c7ec7188785ae" providerId="LiveId" clId="{1FDC375D-313A-463B-9367-FB4EBD5D56AE}" dt="2023-08-26T21:23:16.716" v="933" actId="404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8:43.084" v="497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  <pc:spChg chg="mod">
          <ac:chgData name="强 李" userId="cd6c7ec7188785ae" providerId="LiveId" clId="{1FDC375D-313A-463B-9367-FB4EBD5D56AE}" dt="2023-08-26T20:46:04.661" v="471" actId="14100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7:36.165" v="493" actId="2057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1FDC375D-313A-463B-9367-FB4EBD5D56AE}" dt="2023-08-26T20:47:55.954" v="495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1FDC375D-313A-463B-9367-FB4EBD5D56AE}" dt="2023-08-26T20:46:42.875" v="477" actId="113"/>
          <ac:spMkLst>
            <pc:docMk/>
            <pc:sldMk cId="3418790839" sldId="554"/>
            <ac:spMk id="13" creationId="{7DAB6BBF-A107-5EDA-C988-F2FCC0FA4ADA}"/>
          </ac:spMkLst>
        </pc:spChg>
        <pc:grpChg chg="mod">
          <ac:chgData name="强 李" userId="cd6c7ec7188785ae" providerId="LiveId" clId="{1FDC375D-313A-463B-9367-FB4EBD5D56AE}" dt="2023-08-26T20:47:03.188" v="482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  <pc:spChg chg="mod">
          <ac:chgData name="强 李" userId="cd6c7ec7188785ae" providerId="LiveId" clId="{1FDC375D-313A-463B-9367-FB4EBD5D56AE}" dt="2023-08-26T20:03:28.743" v="7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1FDC375D-313A-463B-9367-FB4EBD5D56AE}" dt="2023-08-26T20:03:39.245" v="1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  <pc:spChg chg="mod">
          <ac:chgData name="强 李" userId="cd6c7ec7188785ae" providerId="LiveId" clId="{1FDC375D-313A-463B-9367-FB4EBD5D56AE}" dt="2023-08-26T21:40:00.831" v="1377" actId="113"/>
          <ac:spMkLst>
            <pc:docMk/>
            <pc:sldMk cId="377519088" sldId="56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35:42.888" v="1260" actId="14100"/>
          <ac:spMkLst>
            <pc:docMk/>
            <pc:sldMk cId="377519088" sldId="563"/>
            <ac:spMk id="18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  <pc:spChg chg="mod">
          <ac:chgData name="强 李" userId="cd6c7ec7188785ae" providerId="LiveId" clId="{1FDC375D-313A-463B-9367-FB4EBD5D56AE}" dt="2023-08-26T21:16:32.249" v="811" actId="113"/>
          <ac:spMkLst>
            <pc:docMk/>
            <pc:sldMk cId="2582865884" sldId="57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16:51.231" v="833" actId="1036"/>
          <ac:spMkLst>
            <pc:docMk/>
            <pc:sldMk cId="2582865884" sldId="573"/>
            <ac:spMk id="18" creationId="{00000000-0000-0000-0000-000000000000}"/>
          </ac:spMkLst>
        </pc:spChg>
        <pc:picChg chg="add mod">
          <ac:chgData name="强 李" userId="cd6c7ec7188785ae" providerId="LiveId" clId="{1FDC375D-313A-463B-9367-FB4EBD5D56AE}" dt="2023-08-26T21:16:13.558" v="809" actId="1076"/>
          <ac:picMkLst>
            <pc:docMk/>
            <pc:sldMk cId="2582865884" sldId="573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  <pc:spChg chg="mod">
          <ac:chgData name="强 李" userId="cd6c7ec7188785ae" providerId="LiveId" clId="{1FDC375D-313A-463B-9367-FB4EBD5D56AE}" dt="2023-08-26T21:27:55.857" v="1139" actId="404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  <pc:spChg chg="mod">
          <ac:chgData name="强 李" userId="cd6c7ec7188785ae" providerId="LiveId" clId="{1FDC375D-313A-463B-9367-FB4EBD5D56AE}" dt="2023-08-26T20:26:48.530" v="207"/>
          <ac:spMkLst>
            <pc:docMk/>
            <pc:sldMk cId="2541167030" sldId="574"/>
            <ac:spMk id="2" creationId="{00000000-0000-0000-0000-000000000000}"/>
          </ac:spMkLst>
        </pc:spChg>
        <pc:picChg chg="del">
          <ac:chgData name="强 李" userId="cd6c7ec7188785ae" providerId="LiveId" clId="{1FDC375D-313A-463B-9367-FB4EBD5D56AE}" dt="2023-08-26T20:25:42.428" v="154" actId="478"/>
          <ac:picMkLst>
            <pc:docMk/>
            <pc:sldMk cId="2541167030" sldId="574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  <pc:spChg chg="mod">
          <ac:chgData name="强 李" userId="cd6c7ec7188785ae" providerId="LiveId" clId="{1FDC375D-313A-463B-9367-FB4EBD5D56AE}" dt="2023-08-26T21:35:12.948" v="1253"/>
          <ac:spMkLst>
            <pc:docMk/>
            <pc:sldMk cId="3225081264" sldId="575"/>
            <ac:spMk id="2" creationId="{00000000-0000-0000-0000-000000000000}"/>
          </ac:spMkLst>
        </pc:spChg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  <pc:spChg chg="mod">
          <ac:chgData name="强 李" userId="cd6c7ec7188785ae" providerId="LiveId" clId="{1FDC375D-313A-463B-9367-FB4EBD5D56AE}" dt="2023-08-26T21:50:07.402" v="1442" actId="113"/>
          <ac:spMkLst>
            <pc:docMk/>
            <pc:sldMk cId="1033393571" sldId="576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  <pc:spChg chg="mod">
          <ac:chgData name="强 李" userId="cd6c7ec7188785ae" providerId="LiveId" clId="{1FDC375D-313A-463B-9367-FB4EBD5D56AE}" dt="2023-08-26T21:50:57.225" v="1474"/>
          <ac:spMkLst>
            <pc:docMk/>
            <pc:sldMk cId="285165969" sldId="577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  <pc:spChg chg="mod">
          <ac:chgData name="强 李" userId="cd6c7ec7188785ae" providerId="LiveId" clId="{1FDC375D-313A-463B-9367-FB4EBD5D56AE}" dt="2023-08-26T21:57:22.415" v="1560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  <pc:spChg chg="mod">
          <ac:chgData name="强 李" userId="cd6c7ec7188785ae" providerId="LiveId" clId="{1FDC375D-313A-463B-9367-FB4EBD5D56AE}" dt="2023-08-26T22:12:12.851" v="1875" actId="113"/>
          <ac:spMkLst>
            <pc:docMk/>
            <pc:sldMk cId="3941516956" sldId="579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  <pc:spChg chg="mod">
          <ac:chgData name="强 李" userId="cd6c7ec7188785ae" providerId="LiveId" clId="{1FDC375D-313A-463B-9367-FB4EBD5D56AE}" dt="2023-08-26T22:13:19.658" v="1916" actId="20577"/>
          <ac:spMkLst>
            <pc:docMk/>
            <pc:sldMk cId="401985542" sldId="580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  <pc:spChg chg="mod">
          <ac:chgData name="强 李" userId="cd6c7ec7188785ae" providerId="LiveId" clId="{1FDC375D-313A-463B-9367-FB4EBD5D56AE}" dt="2023-08-26T22:18:05.501" v="2054" actId="6549"/>
          <ac:spMkLst>
            <pc:docMk/>
            <pc:sldMk cId="3652969572" sldId="581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  <pc:spChg chg="mod">
          <ac:chgData name="强 李" userId="cd6c7ec7188785ae" providerId="LiveId" clId="{1FDC375D-313A-463B-9367-FB4EBD5D56AE}" dt="2023-08-26T22:27:52.004" v="2398"/>
          <ac:spMkLst>
            <pc:docMk/>
            <pc:sldMk cId="1488126517" sldId="582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  <pc:spChg chg="mod">
          <ac:chgData name="强 李" userId="cd6c7ec7188785ae" providerId="LiveId" clId="{1FDC375D-313A-463B-9367-FB4EBD5D56AE}" dt="2023-08-26T22:21:51.930" v="2212"/>
          <ac:spMkLst>
            <pc:docMk/>
            <pc:sldMk cId="599750978" sldId="583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  <pc:spChg chg="mod">
          <ac:chgData name="强 李" userId="cd6c7ec7188785ae" providerId="LiveId" clId="{1FDC375D-313A-463B-9367-FB4EBD5D56AE}" dt="2023-08-26T22:31:47.387" v="2612"/>
          <ac:spMkLst>
            <pc:docMk/>
            <pc:sldMk cId="3883622925" sldId="584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  <pc:spChg chg="mod">
          <ac:chgData name="强 李" userId="cd6c7ec7188785ae" providerId="LiveId" clId="{1FDC375D-313A-463B-9367-FB4EBD5D56AE}" dt="2023-08-26T22:39:24.450" v="2799" actId="6549"/>
          <ac:spMkLst>
            <pc:docMk/>
            <pc:sldMk cId="2093064981" sldId="585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2:32:54.220" v="2629" actId="14100"/>
          <ac:spMkLst>
            <pc:docMk/>
            <pc:sldMk cId="2093064981" sldId="585"/>
            <ac:spMk id="18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  <pc:spChg chg="mod">
          <ac:chgData name="强 李" userId="cd6c7ec7188785ae" providerId="LiveId" clId="{1FDC375D-313A-463B-9367-FB4EBD5D56AE}" dt="2023-08-26T22:39:38.356" v="2801" actId="20577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DBE95947-F199-46F1-A0CC-41543E93CE13}"/>
    <pc:docChg chg="undo custSel addSld delSld modSld">
      <pc:chgData name="强 李" userId="cd6c7ec7188785ae" providerId="LiveId" clId="{DBE95947-F199-46F1-A0CC-41543E93CE13}" dt="2024-05-25T22:22:01.144" v="6592" actId="14100"/>
      <pc:docMkLst>
        <pc:docMk/>
      </pc:docMkLst>
      <pc:sldChg chg="modSp mod">
        <pc:chgData name="强 李" userId="cd6c7ec7188785ae" providerId="LiveId" clId="{DBE95947-F199-46F1-A0CC-41543E93CE13}" dt="2024-05-25T14:31:31.151" v="3356" actId="207"/>
        <pc:sldMkLst>
          <pc:docMk/>
          <pc:sldMk cId="0" sldId="425"/>
        </pc:sldMkLst>
        <pc:spChg chg="mod">
          <ac:chgData name="强 李" userId="cd6c7ec7188785ae" providerId="LiveId" clId="{DBE95947-F199-46F1-A0CC-41543E93CE13}" dt="2024-05-25T14:31:31.151" v="3356" actId="207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DBE95947-F199-46F1-A0CC-41543E93CE13}" dt="2024-05-25T10:51:19.762" v="55" actId="20577"/>
          <ac:spMkLst>
            <pc:docMk/>
            <pc:sldMk cId="0" sldId="425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DBE95947-F199-46F1-A0CC-41543E93CE13}" dt="2024-05-25T22:02:50.276" v="6278" actId="208"/>
        <pc:sldMkLst>
          <pc:docMk/>
          <pc:sldMk cId="54695671" sldId="531"/>
        </pc:sldMkLst>
        <pc:spChg chg="mod">
          <ac:chgData name="强 李" userId="cd6c7ec7188785ae" providerId="LiveId" clId="{DBE95947-F199-46F1-A0CC-41543E93CE13}" dt="2024-05-25T11:49:20.737" v="557" actId="1076"/>
          <ac:spMkLst>
            <pc:docMk/>
            <pc:sldMk cId="54695671" sldId="531"/>
            <ac:spMk id="2" creationId="{00000000-0000-0000-0000-000000000000}"/>
          </ac:spMkLst>
        </pc:spChg>
        <pc:spChg chg="del">
          <ac:chgData name="强 李" userId="cd6c7ec7188785ae" providerId="LiveId" clId="{DBE95947-F199-46F1-A0CC-41543E93CE13}" dt="2024-05-25T11:43:47.513" v="412" actId="478"/>
          <ac:spMkLst>
            <pc:docMk/>
            <pc:sldMk cId="54695671" sldId="531"/>
            <ac:spMk id="3" creationId="{B504861B-6EFA-BAFD-C2A3-DA811CA92353}"/>
          </ac:spMkLst>
        </pc:spChg>
        <pc:spChg chg="del">
          <ac:chgData name="强 李" userId="cd6c7ec7188785ae" providerId="LiveId" clId="{DBE95947-F199-46F1-A0CC-41543E93CE13}" dt="2024-05-25T11:43:49.880" v="413" actId="478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DBE95947-F199-46F1-A0CC-41543E93CE13}" dt="2024-05-25T11:49:34.588" v="559" actId="13822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DBE95947-F199-46F1-A0CC-41543E93CE13}" dt="2024-05-25T11:50:53.463" v="630" actId="108"/>
          <ac:spMkLst>
            <pc:docMk/>
            <pc:sldMk cId="54695671" sldId="531"/>
            <ac:spMk id="6" creationId="{AA272FBC-B21D-C369-0141-9585E0210DD1}"/>
          </ac:spMkLst>
        </pc:spChg>
        <pc:spChg chg="del">
          <ac:chgData name="强 李" userId="cd6c7ec7188785ae" providerId="LiveId" clId="{DBE95947-F199-46F1-A0CC-41543E93CE13}" dt="2024-05-25T11:44:27.581" v="479" actId="478"/>
          <ac:spMkLst>
            <pc:docMk/>
            <pc:sldMk cId="54695671" sldId="531"/>
            <ac:spMk id="7" creationId="{F80DDDB8-F32B-B7A7-73DA-9790F3B5DCB3}"/>
          </ac:spMkLst>
        </pc:spChg>
        <pc:spChg chg="del">
          <ac:chgData name="强 李" userId="cd6c7ec7188785ae" providerId="LiveId" clId="{DBE95947-F199-46F1-A0CC-41543E93CE13}" dt="2024-05-25T11:44:51.737" v="483" actId="478"/>
          <ac:spMkLst>
            <pc:docMk/>
            <pc:sldMk cId="54695671" sldId="531"/>
            <ac:spMk id="11" creationId="{8F585226-39A8-96AE-40A3-878704581BB6}"/>
          </ac:spMkLst>
        </pc:spChg>
        <pc:spChg chg="add mod ord">
          <ac:chgData name="强 李" userId="cd6c7ec7188785ae" providerId="LiveId" clId="{DBE95947-F199-46F1-A0CC-41543E93CE13}" dt="2024-05-25T11:50:01.419" v="563" actId="167"/>
          <ac:spMkLst>
            <pc:docMk/>
            <pc:sldMk cId="54695671" sldId="531"/>
            <ac:spMk id="12" creationId="{F5B65161-B8DD-0E62-660F-68A84433C538}"/>
          </ac:spMkLst>
        </pc:spChg>
        <pc:spChg chg="add mod ord">
          <ac:chgData name="强 李" userId="cd6c7ec7188785ae" providerId="LiveId" clId="{DBE95947-F199-46F1-A0CC-41543E93CE13}" dt="2024-05-25T11:51:13.305" v="635" actId="167"/>
          <ac:spMkLst>
            <pc:docMk/>
            <pc:sldMk cId="54695671" sldId="531"/>
            <ac:spMk id="13" creationId="{F3D259C7-E716-C2A3-FA14-6EDBFE1D3037}"/>
          </ac:spMkLst>
        </pc:spChg>
        <pc:spChg chg="add mod ord">
          <ac:chgData name="强 李" userId="cd6c7ec7188785ae" providerId="LiveId" clId="{DBE95947-F199-46F1-A0CC-41543E93CE13}" dt="2024-05-25T11:51:39.631" v="638" actId="167"/>
          <ac:spMkLst>
            <pc:docMk/>
            <pc:sldMk cId="54695671" sldId="531"/>
            <ac:spMk id="14" creationId="{F9C5FDEA-E4FC-A756-16FB-5611D7241633}"/>
          </ac:spMkLst>
        </pc:spChg>
        <pc:spChg chg="mod">
          <ac:chgData name="强 李" userId="cd6c7ec7188785ae" providerId="LiveId" clId="{DBE95947-F199-46F1-A0CC-41543E93CE13}" dt="2024-05-25T11:53:11.074" v="682" actId="1037"/>
          <ac:spMkLst>
            <pc:docMk/>
            <pc:sldMk cId="54695671" sldId="531"/>
            <ac:spMk id="18" creationId="{00000000-0000-0000-0000-000000000000}"/>
          </ac:spMkLst>
        </pc:spChg>
        <pc:spChg chg="add mod">
          <ac:chgData name="强 李" userId="cd6c7ec7188785ae" providerId="LiveId" clId="{DBE95947-F199-46F1-A0CC-41543E93CE13}" dt="2024-05-25T22:02:50.276" v="6278" actId="208"/>
          <ac:spMkLst>
            <pc:docMk/>
            <pc:sldMk cId="54695671" sldId="531"/>
            <ac:spMk id="25" creationId="{CDE5F828-CD64-BE49-34B7-7CC29C273134}"/>
          </ac:spMkLst>
        </pc:spChg>
        <pc:cxnChg chg="mod">
          <ac:chgData name="强 李" userId="cd6c7ec7188785ae" providerId="LiveId" clId="{DBE95947-F199-46F1-A0CC-41543E93CE13}" dt="2024-05-25T12:15:18.119" v="685" actId="1076"/>
          <ac:cxnSpMkLst>
            <pc:docMk/>
            <pc:sldMk cId="54695671" sldId="531"/>
            <ac:cxnSpMk id="8" creationId="{A82D5C8F-64C1-A4EE-87A4-62170D321C35}"/>
          </ac:cxnSpMkLst>
        </pc:cxnChg>
        <pc:cxnChg chg="add mod">
          <ac:chgData name="强 李" userId="cd6c7ec7188785ae" providerId="LiveId" clId="{DBE95947-F199-46F1-A0CC-41543E93CE13}" dt="2024-05-25T14:23:27.347" v="2993" actId="1076"/>
          <ac:cxnSpMkLst>
            <pc:docMk/>
            <pc:sldMk cId="54695671" sldId="531"/>
            <ac:cxnSpMk id="9" creationId="{DC1B6FBA-8A0E-6AE0-4F4D-624D86320E43}"/>
          </ac:cxnSpMkLst>
        </pc:cxnChg>
        <pc:cxnChg chg="add mod">
          <ac:chgData name="强 李" userId="cd6c7ec7188785ae" providerId="LiveId" clId="{DBE95947-F199-46F1-A0CC-41543E93CE13}" dt="2024-05-25T11:52:12.333" v="641"/>
          <ac:cxnSpMkLst>
            <pc:docMk/>
            <pc:sldMk cId="54695671" sldId="531"/>
            <ac:cxnSpMk id="16" creationId="{82028ECF-40BD-DC5A-A108-667193A4CAC8}"/>
          </ac:cxnSpMkLst>
        </pc:cxnChg>
        <pc:cxnChg chg="add mod">
          <ac:chgData name="强 李" userId="cd6c7ec7188785ae" providerId="LiveId" clId="{DBE95947-F199-46F1-A0CC-41543E93CE13}" dt="2024-05-25T11:52:51.016" v="649" actId="14100"/>
          <ac:cxnSpMkLst>
            <pc:docMk/>
            <pc:sldMk cId="54695671" sldId="531"/>
            <ac:cxnSpMk id="17" creationId="{1A3595F0-53EF-FA29-29D0-9A23244CF6A4}"/>
          </ac:cxnSpMkLst>
        </pc:cxnChg>
        <pc:cxnChg chg="add mod">
          <ac:chgData name="强 李" userId="cd6c7ec7188785ae" providerId="LiveId" clId="{DBE95947-F199-46F1-A0CC-41543E93CE13}" dt="2024-05-25T11:52:46.511" v="648" actId="14100"/>
          <ac:cxnSpMkLst>
            <pc:docMk/>
            <pc:sldMk cId="54695671" sldId="531"/>
            <ac:cxnSpMk id="20" creationId="{01E2CE10-9C1F-2283-0A6E-22BDC89FE6AB}"/>
          </ac:cxnSpMkLst>
        </pc:cxnChg>
      </pc:sldChg>
      <pc:sldChg chg="addSp delSp modSp mod">
        <pc:chgData name="强 李" userId="cd6c7ec7188785ae" providerId="LiveId" clId="{DBE95947-F199-46F1-A0CC-41543E93CE13}" dt="2024-05-25T22:21:17.913" v="6591" actId="20577"/>
        <pc:sldMkLst>
          <pc:docMk/>
          <pc:sldMk cId="1242525785" sldId="543"/>
        </pc:sldMkLst>
        <pc:spChg chg="mod">
          <ac:chgData name="强 李" userId="cd6c7ec7188785ae" providerId="LiveId" clId="{DBE95947-F199-46F1-A0CC-41543E93CE13}" dt="2024-05-25T22:21:17.913" v="6591" actId="20577"/>
          <ac:spMkLst>
            <pc:docMk/>
            <pc:sldMk cId="1242525785" sldId="543"/>
            <ac:spMk id="2" creationId="{00000000-0000-0000-0000-000000000000}"/>
          </ac:spMkLst>
        </pc:spChg>
        <pc:spChg chg="add mod">
          <ac:chgData name="强 李" userId="cd6c7ec7188785ae" providerId="LiveId" clId="{DBE95947-F199-46F1-A0CC-41543E93CE13}" dt="2024-05-25T15:15:37.633" v="5709" actId="14100"/>
          <ac:spMkLst>
            <pc:docMk/>
            <pc:sldMk cId="1242525785" sldId="543"/>
            <ac:spMk id="3" creationId="{590834DC-85C6-6554-2AFE-509AEA0C23E9}"/>
          </ac:spMkLst>
        </pc:spChg>
        <pc:spChg chg="add del mod">
          <ac:chgData name="强 李" userId="cd6c7ec7188785ae" providerId="LiveId" clId="{DBE95947-F199-46F1-A0CC-41543E93CE13}" dt="2024-05-25T15:15:24.385" v="5678" actId="478"/>
          <ac:spMkLst>
            <pc:docMk/>
            <pc:sldMk cId="1242525785" sldId="543"/>
            <ac:spMk id="18" creationId="{00000000-0000-0000-0000-000000000000}"/>
          </ac:spMkLst>
        </pc:spChg>
      </pc:sldChg>
      <pc:sldChg chg="modSp">
        <pc:chgData name="强 李" userId="cd6c7ec7188785ae" providerId="LiveId" clId="{DBE95947-F199-46F1-A0CC-41543E93CE13}" dt="2024-05-25T22:20:35.811" v="6577"/>
        <pc:sldMkLst>
          <pc:docMk/>
          <pc:sldMk cId="419382719" sldId="552"/>
        </pc:sldMkLst>
        <pc:graphicFrameChg chg="mod">
          <ac:chgData name="强 李" userId="cd6c7ec7188785ae" providerId="LiveId" clId="{DBE95947-F199-46F1-A0CC-41543E93CE13}" dt="2024-05-25T22:20:35.811" v="6577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delSp modSp mod">
        <pc:chgData name="强 李" userId="cd6c7ec7188785ae" providerId="LiveId" clId="{DBE95947-F199-46F1-A0CC-41543E93CE13}" dt="2024-05-25T13:52:27.469" v="1435"/>
        <pc:sldMkLst>
          <pc:docMk/>
          <pc:sldMk cId="530530540" sldId="553"/>
        </pc:sldMkLst>
        <pc:spChg chg="mod">
          <ac:chgData name="强 李" userId="cd6c7ec7188785ae" providerId="LiveId" clId="{DBE95947-F199-46F1-A0CC-41543E93CE13}" dt="2024-05-25T13:52:27.469" v="143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BE95947-F199-46F1-A0CC-41543E93CE13}" dt="2024-05-25T12:16:32.490" v="725" actId="1038"/>
          <ac:spMkLst>
            <pc:docMk/>
            <pc:sldMk cId="530530540" sldId="553"/>
            <ac:spMk id="18" creationId="{00000000-0000-0000-0000-000000000000}"/>
          </ac:spMkLst>
        </pc:spChg>
        <pc:graphicFrameChg chg="del">
          <ac:chgData name="强 李" userId="cd6c7ec7188785ae" providerId="LiveId" clId="{DBE95947-F199-46F1-A0CC-41543E93CE13}" dt="2024-05-25T12:15:43.412" v="689" actId="478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delSp modSp mod">
        <pc:chgData name="强 李" userId="cd6c7ec7188785ae" providerId="LiveId" clId="{DBE95947-F199-46F1-A0CC-41543E93CE13}" dt="2024-05-25T22:22:01.144" v="6592" actId="14100"/>
        <pc:sldMkLst>
          <pc:docMk/>
          <pc:sldMk cId="3418790839" sldId="554"/>
        </pc:sldMkLst>
        <pc:spChg chg="mod">
          <ac:chgData name="强 李" userId="cd6c7ec7188785ae" providerId="LiveId" clId="{DBE95947-F199-46F1-A0CC-41543E93CE13}" dt="2024-05-25T11:36:49.173" v="107" actId="12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DBE95947-F199-46F1-A0CC-41543E93CE13}" dt="2024-05-25T11:36:01.218" v="101" actId="14100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DBE95947-F199-46F1-A0CC-41543E93CE13}" dt="2024-05-25T11:35:25.377" v="93" actId="14100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DBE95947-F199-46F1-A0CC-41543E93CE13}" dt="2024-05-25T11:36:27.068" v="104"/>
          <ac:spMkLst>
            <pc:docMk/>
            <pc:sldMk cId="3418790839" sldId="554"/>
            <ac:spMk id="16" creationId="{7DE16206-6F61-BEC3-0DA4-3625D631A8E6}"/>
          </ac:spMkLst>
        </pc:spChg>
        <pc:spChg chg="mod">
          <ac:chgData name="强 李" userId="cd6c7ec7188785ae" providerId="LiveId" clId="{DBE95947-F199-46F1-A0CC-41543E93CE13}" dt="2024-05-25T22:22:01.144" v="6592" actId="14100"/>
          <ac:spMkLst>
            <pc:docMk/>
            <pc:sldMk cId="3418790839" sldId="554"/>
            <ac:spMk id="18" creationId="{00000000-0000-0000-0000-000000000000}"/>
          </ac:spMkLst>
        </pc:spChg>
        <pc:grpChg chg="mod">
          <ac:chgData name="强 李" userId="cd6c7ec7188785ae" providerId="LiveId" clId="{DBE95947-F199-46F1-A0CC-41543E93CE13}" dt="2024-05-25T11:37:01.720" v="113" actId="1036"/>
          <ac:grpSpMkLst>
            <pc:docMk/>
            <pc:sldMk cId="3418790839" sldId="554"/>
            <ac:grpSpMk id="4" creationId="{67CFBFED-23BA-58E2-0492-595457A1DA5E}"/>
          </ac:grpSpMkLst>
        </pc:grpChg>
        <pc:grpChg chg="mod">
          <ac:chgData name="强 李" userId="cd6c7ec7188785ae" providerId="LiveId" clId="{DBE95947-F199-46F1-A0CC-41543E93CE13}" dt="2024-05-25T11:35:58.450" v="100" actId="14100"/>
          <ac:grpSpMkLst>
            <pc:docMk/>
            <pc:sldMk cId="3418790839" sldId="554"/>
            <ac:grpSpMk id="6" creationId="{56CD5BD2-A0CC-7D0E-3BD1-0613845A3BF3}"/>
          </ac:grpSpMkLst>
        </pc:grpChg>
        <pc:grpChg chg="del">
          <ac:chgData name="强 李" userId="cd6c7ec7188785ae" providerId="LiveId" clId="{DBE95947-F199-46F1-A0CC-41543E93CE13}" dt="2024-05-25T11:34:36.351" v="86" actId="478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DBE95947-F199-46F1-A0CC-41543E93CE13}" dt="2024-05-25T10:50:46.162" v="29" actId="20577"/>
        <pc:sldMkLst>
          <pc:docMk/>
          <pc:sldMk cId="1911491714" sldId="560"/>
        </pc:sldMkLst>
        <pc:spChg chg="mod">
          <ac:chgData name="强 李" userId="cd6c7ec7188785ae" providerId="LiveId" clId="{DBE95947-F199-46F1-A0CC-41543E93CE13}" dt="2024-05-25T10:50:33.464" v="2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BE95947-F199-46F1-A0CC-41543E93CE13}" dt="2024-05-25T10:50:46.162" v="29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159884778" sldId="574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3921434846" sldId="587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2648053192" sldId="588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534191096" sldId="589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4207264488" sldId="590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3491062220" sldId="591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4046377894" sldId="592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3468762565" sldId="593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340286292" sldId="594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1164883511" sldId="596"/>
        </pc:sldMkLst>
      </pc:sldChg>
      <pc:sldChg chg="addSp modSp new mod">
        <pc:chgData name="强 李" userId="cd6c7ec7188785ae" providerId="LiveId" clId="{DBE95947-F199-46F1-A0CC-41543E93CE13}" dt="2024-05-25T14:09:34.981" v="2347" actId="14100"/>
        <pc:sldMkLst>
          <pc:docMk/>
          <pc:sldMk cId="1085292941" sldId="597"/>
        </pc:sldMkLst>
        <pc:spChg chg="add mod">
          <ac:chgData name="强 李" userId="cd6c7ec7188785ae" providerId="LiveId" clId="{DBE95947-F199-46F1-A0CC-41543E93CE13}" dt="2024-05-25T11:37:28.248" v="117" actId="14100"/>
          <ac:spMkLst>
            <pc:docMk/>
            <pc:sldMk cId="1085292941" sldId="597"/>
            <ac:spMk id="2" creationId="{D6316618-9C79-2B4D-A8F9-BFB080D9F125}"/>
          </ac:spMkLst>
        </pc:spChg>
        <pc:spChg chg="add mod">
          <ac:chgData name="强 李" userId="cd6c7ec7188785ae" providerId="LiveId" clId="{DBE95947-F199-46F1-A0CC-41543E93CE13}" dt="2024-05-25T11:39:37.553" v="157" actId="14100"/>
          <ac:spMkLst>
            <pc:docMk/>
            <pc:sldMk cId="1085292941" sldId="597"/>
            <ac:spMk id="4" creationId="{99EBB65C-9081-4E23-3F16-B2F04FFCED10}"/>
          </ac:spMkLst>
        </pc:spChg>
        <pc:graphicFrameChg chg="add mod">
          <ac:chgData name="强 李" userId="cd6c7ec7188785ae" providerId="LiveId" clId="{DBE95947-F199-46F1-A0CC-41543E93CE13}" dt="2024-05-25T14:09:34.981" v="2347" actId="14100"/>
          <ac:graphicFrameMkLst>
            <pc:docMk/>
            <pc:sldMk cId="1085292941" sldId="597"/>
            <ac:graphicFrameMk id="3" creationId="{16E6E321-6A9C-6416-D9AB-E877DAC1D1E8}"/>
          </ac:graphicFrameMkLst>
        </pc:graphicFrameChg>
      </pc:sldChg>
      <pc:sldChg chg="addSp delSp modSp add mod">
        <pc:chgData name="强 李" userId="cd6c7ec7188785ae" providerId="LiveId" clId="{DBE95947-F199-46F1-A0CC-41543E93CE13}" dt="2024-05-25T22:01:37.625" v="6277" actId="14100"/>
        <pc:sldMkLst>
          <pc:docMk/>
          <pc:sldMk cId="267840289" sldId="598"/>
        </pc:sldMkLst>
        <pc:spChg chg="mod">
          <ac:chgData name="强 李" userId="cd6c7ec7188785ae" providerId="LiveId" clId="{DBE95947-F199-46F1-A0CC-41543E93CE13}" dt="2024-05-25T11:39:42.722" v="158" actId="14100"/>
          <ac:spMkLst>
            <pc:docMk/>
            <pc:sldMk cId="267840289" sldId="598"/>
            <ac:spMk id="4" creationId="{99EBB65C-9081-4E23-3F16-B2F04FFCED10}"/>
          </ac:spMkLst>
        </pc:spChg>
        <pc:spChg chg="add">
          <ac:chgData name="强 李" userId="cd6c7ec7188785ae" providerId="LiveId" clId="{DBE95947-F199-46F1-A0CC-41543E93CE13}" dt="2024-05-25T11:38:15.926" v="139"/>
          <ac:spMkLst>
            <pc:docMk/>
            <pc:sldMk cId="267840289" sldId="598"/>
            <ac:spMk id="5" creationId="{2842B5D4-A0B6-BA03-F873-2E6CEA05FA32}"/>
          </ac:spMkLst>
        </pc:spChg>
        <pc:graphicFrameChg chg="del">
          <ac:chgData name="强 李" userId="cd6c7ec7188785ae" providerId="LiveId" clId="{DBE95947-F199-46F1-A0CC-41543E93CE13}" dt="2024-05-25T11:38:15.375" v="138" actId="478"/>
          <ac:graphicFrameMkLst>
            <pc:docMk/>
            <pc:sldMk cId="267840289" sldId="598"/>
            <ac:graphicFrameMk id="3" creationId="{16E6E321-6A9C-6416-D9AB-E877DAC1D1E8}"/>
          </ac:graphicFrameMkLst>
        </pc:graphicFrameChg>
        <pc:graphicFrameChg chg="add mod">
          <ac:chgData name="强 李" userId="cd6c7ec7188785ae" providerId="LiveId" clId="{DBE95947-F199-46F1-A0CC-41543E93CE13}" dt="2024-05-25T22:01:37.625" v="6277" actId="14100"/>
          <ac:graphicFrameMkLst>
            <pc:docMk/>
            <pc:sldMk cId="267840289" sldId="598"/>
            <ac:graphicFrameMk id="6" creationId="{7AF6610A-589A-1AC4-30B2-6EB638DE32DD}"/>
          </ac:graphicFrameMkLst>
        </pc:graphicFrameChg>
      </pc:sldChg>
      <pc:sldChg chg="addSp delSp modSp add del mod">
        <pc:chgData name="强 李" userId="cd6c7ec7188785ae" providerId="LiveId" clId="{DBE95947-F199-46F1-A0CC-41543E93CE13}" dt="2024-05-25T14:23:36.329" v="2995" actId="47"/>
        <pc:sldMkLst>
          <pc:docMk/>
          <pc:sldMk cId="2917764030" sldId="599"/>
        </pc:sldMkLst>
        <pc:spChg chg="del">
          <ac:chgData name="强 李" userId="cd6c7ec7188785ae" providerId="LiveId" clId="{DBE95947-F199-46F1-A0CC-41543E93CE13}" dt="2024-05-25T13:32:47.914" v="736" actId="478"/>
          <ac:spMkLst>
            <pc:docMk/>
            <pc:sldMk cId="2917764030" sldId="599"/>
            <ac:spMk id="2" creationId="{00000000-0000-0000-0000-000000000000}"/>
          </ac:spMkLst>
        </pc:spChg>
        <pc:spChg chg="add mod">
          <ac:chgData name="强 李" userId="cd6c7ec7188785ae" providerId="LiveId" clId="{DBE95947-F199-46F1-A0CC-41543E93CE13}" dt="2024-05-25T14:22:52.338" v="2987" actId="404"/>
          <ac:spMkLst>
            <pc:docMk/>
            <pc:sldMk cId="2917764030" sldId="599"/>
            <ac:spMk id="4" creationId="{9562786F-954F-9AAA-DBEE-430049609F25}"/>
          </ac:spMkLst>
        </pc:spChg>
        <pc:spChg chg="add del mod">
          <ac:chgData name="强 李" userId="cd6c7ec7188785ae" providerId="LiveId" clId="{DBE95947-F199-46F1-A0CC-41543E93CE13}" dt="2024-05-25T13:37:08.195" v="754" actId="478"/>
          <ac:spMkLst>
            <pc:docMk/>
            <pc:sldMk cId="2917764030" sldId="599"/>
            <ac:spMk id="5" creationId="{6D756E38-44BB-893E-10F4-24648C1F9451}"/>
          </ac:spMkLst>
        </pc:spChg>
        <pc:spChg chg="del">
          <ac:chgData name="强 李" userId="cd6c7ec7188785ae" providerId="LiveId" clId="{DBE95947-F199-46F1-A0CC-41543E93CE13}" dt="2024-05-25T13:32:37.493" v="730" actId="478"/>
          <ac:spMkLst>
            <pc:docMk/>
            <pc:sldMk cId="2917764030" sldId="599"/>
            <ac:spMk id="6" creationId="{AA272FBC-B21D-C369-0141-9585E0210DD1}"/>
          </ac:spMkLst>
        </pc:spChg>
        <pc:spChg chg="del">
          <ac:chgData name="强 李" userId="cd6c7ec7188785ae" providerId="LiveId" clId="{DBE95947-F199-46F1-A0CC-41543E93CE13}" dt="2024-05-25T13:33:10.010" v="742" actId="478"/>
          <ac:spMkLst>
            <pc:docMk/>
            <pc:sldMk cId="2917764030" sldId="599"/>
            <ac:spMk id="12" creationId="{F5B65161-B8DD-0E62-660F-68A84433C538}"/>
          </ac:spMkLst>
        </pc:spChg>
        <pc:spChg chg="del">
          <ac:chgData name="强 李" userId="cd6c7ec7188785ae" providerId="LiveId" clId="{DBE95947-F199-46F1-A0CC-41543E93CE13}" dt="2024-05-25T13:32:42.337" v="732" actId="478"/>
          <ac:spMkLst>
            <pc:docMk/>
            <pc:sldMk cId="2917764030" sldId="599"/>
            <ac:spMk id="13" creationId="{F3D259C7-E716-C2A3-FA14-6EDBFE1D3037}"/>
          </ac:spMkLst>
        </pc:spChg>
        <pc:spChg chg="del">
          <ac:chgData name="强 李" userId="cd6c7ec7188785ae" providerId="LiveId" clId="{DBE95947-F199-46F1-A0CC-41543E93CE13}" dt="2024-05-25T13:32:40.434" v="731" actId="478"/>
          <ac:spMkLst>
            <pc:docMk/>
            <pc:sldMk cId="2917764030" sldId="599"/>
            <ac:spMk id="14" creationId="{F9C5FDEA-E4FC-A756-16FB-5611D7241633}"/>
          </ac:spMkLst>
        </pc:spChg>
        <pc:cxnChg chg="del">
          <ac:chgData name="强 李" userId="cd6c7ec7188785ae" providerId="LiveId" clId="{DBE95947-F199-46F1-A0CC-41543E93CE13}" dt="2024-05-25T13:33:28.739" v="745" actId="478"/>
          <ac:cxnSpMkLst>
            <pc:docMk/>
            <pc:sldMk cId="2917764030" sldId="599"/>
            <ac:cxnSpMk id="8" creationId="{A82D5C8F-64C1-A4EE-87A4-62170D321C35}"/>
          </ac:cxnSpMkLst>
        </pc:cxnChg>
        <pc:cxnChg chg="del">
          <ac:chgData name="强 李" userId="cd6c7ec7188785ae" providerId="LiveId" clId="{DBE95947-F199-46F1-A0CC-41543E93CE13}" dt="2024-05-25T13:34:23.696" v="749" actId="478"/>
          <ac:cxnSpMkLst>
            <pc:docMk/>
            <pc:sldMk cId="2917764030" sldId="599"/>
            <ac:cxnSpMk id="9" creationId="{DC1B6FBA-8A0E-6AE0-4F4D-624D86320E43}"/>
          </ac:cxnSpMkLst>
        </pc:cxnChg>
        <pc:cxnChg chg="del">
          <ac:chgData name="强 李" userId="cd6c7ec7188785ae" providerId="LiveId" clId="{DBE95947-F199-46F1-A0CC-41543E93CE13}" dt="2024-05-25T13:32:46.474" v="735" actId="478"/>
          <ac:cxnSpMkLst>
            <pc:docMk/>
            <pc:sldMk cId="2917764030" sldId="599"/>
            <ac:cxnSpMk id="16" creationId="{82028ECF-40BD-DC5A-A108-667193A4CAC8}"/>
          </ac:cxnSpMkLst>
        </pc:cxnChg>
        <pc:cxnChg chg="del">
          <ac:chgData name="强 李" userId="cd6c7ec7188785ae" providerId="LiveId" clId="{DBE95947-F199-46F1-A0CC-41543E93CE13}" dt="2024-05-25T13:32:44.124" v="733" actId="478"/>
          <ac:cxnSpMkLst>
            <pc:docMk/>
            <pc:sldMk cId="2917764030" sldId="599"/>
            <ac:cxnSpMk id="17" creationId="{1A3595F0-53EF-FA29-29D0-9A23244CF6A4}"/>
          </ac:cxnSpMkLst>
        </pc:cxnChg>
        <pc:cxnChg chg="del">
          <ac:chgData name="强 李" userId="cd6c7ec7188785ae" providerId="LiveId" clId="{DBE95947-F199-46F1-A0CC-41543E93CE13}" dt="2024-05-25T13:32:45.634" v="734" actId="478"/>
          <ac:cxnSpMkLst>
            <pc:docMk/>
            <pc:sldMk cId="2917764030" sldId="599"/>
            <ac:cxnSpMk id="20" creationId="{01E2CE10-9C1F-2283-0A6E-22BDC89FE6AB}"/>
          </ac:cxnSpMkLst>
        </pc:cxnChg>
      </pc:sldChg>
      <pc:sldChg chg="add del">
        <pc:chgData name="强 李" userId="cd6c7ec7188785ae" providerId="LiveId" clId="{DBE95947-F199-46F1-A0CC-41543E93CE13}" dt="2024-05-25T13:40:11.925" v="877" actId="47"/>
        <pc:sldMkLst>
          <pc:docMk/>
          <pc:sldMk cId="218019236" sldId="600"/>
        </pc:sldMkLst>
      </pc:sldChg>
      <pc:sldChg chg="addSp modSp add mod">
        <pc:chgData name="强 李" userId="cd6c7ec7188785ae" providerId="LiveId" clId="{DBE95947-F199-46F1-A0CC-41543E93CE13}" dt="2024-05-25T14:01:34.074" v="1676"/>
        <pc:sldMkLst>
          <pc:docMk/>
          <pc:sldMk cId="3532749890" sldId="600"/>
        </pc:sldMkLst>
        <pc:spChg chg="mod">
          <ac:chgData name="强 李" userId="cd6c7ec7188785ae" providerId="LiveId" clId="{DBE95947-F199-46F1-A0CC-41543E93CE13}" dt="2024-05-25T13:59:34.147" v="1660"/>
          <ac:spMkLst>
            <pc:docMk/>
            <pc:sldMk cId="3532749890" sldId="600"/>
            <ac:spMk id="2" creationId="{00000000-0000-0000-0000-000000000000}"/>
          </ac:spMkLst>
        </pc:spChg>
        <pc:spChg chg="add mod ord">
          <ac:chgData name="强 李" userId="cd6c7ec7188785ae" providerId="LiveId" clId="{DBE95947-F199-46F1-A0CC-41543E93CE13}" dt="2024-05-25T14:00:29.489" v="1665" actId="171"/>
          <ac:spMkLst>
            <pc:docMk/>
            <pc:sldMk cId="3532749890" sldId="600"/>
            <ac:spMk id="3" creationId="{29D15C89-660E-CE5E-CD54-29898EC389E2}"/>
          </ac:spMkLst>
        </pc:spChg>
        <pc:spChg chg="add mod ord">
          <ac:chgData name="强 李" userId="cd6c7ec7188785ae" providerId="LiveId" clId="{DBE95947-F199-46F1-A0CC-41543E93CE13}" dt="2024-05-25T14:00:58.074" v="1672" actId="171"/>
          <ac:spMkLst>
            <pc:docMk/>
            <pc:sldMk cId="3532749890" sldId="600"/>
            <ac:spMk id="4" creationId="{552C4C40-246C-2FCA-495B-37EEE4F83C2E}"/>
          </ac:spMkLst>
        </pc:spChg>
        <pc:cxnChg chg="add mod">
          <ac:chgData name="强 李" userId="cd6c7ec7188785ae" providerId="LiveId" clId="{DBE95947-F199-46F1-A0CC-41543E93CE13}" dt="2024-05-25T14:01:34.074" v="1676"/>
          <ac:cxnSpMkLst>
            <pc:docMk/>
            <pc:sldMk cId="3532749890" sldId="600"/>
            <ac:cxnSpMk id="6" creationId="{DFF5192B-1F09-C2ED-4C04-1C1D28491A8F}"/>
          </ac:cxnSpMkLst>
        </pc:cxnChg>
      </pc:sldChg>
      <pc:sldChg chg="addSp delSp modSp add mod">
        <pc:chgData name="强 李" userId="cd6c7ec7188785ae" providerId="LiveId" clId="{DBE95947-F199-46F1-A0CC-41543E93CE13}" dt="2024-05-25T14:10:23.983" v="2351" actId="167"/>
        <pc:sldMkLst>
          <pc:docMk/>
          <pc:sldMk cId="4252029166" sldId="601"/>
        </pc:sldMkLst>
        <pc:spChg chg="mod ord">
          <ac:chgData name="强 李" userId="cd6c7ec7188785ae" providerId="LiveId" clId="{DBE95947-F199-46F1-A0CC-41543E93CE13}" dt="2024-05-25T14:10:23.983" v="2351" actId="167"/>
          <ac:spMkLst>
            <pc:docMk/>
            <pc:sldMk cId="4252029166" sldId="601"/>
            <ac:spMk id="2" creationId="{00000000-0000-0000-0000-000000000000}"/>
          </ac:spMkLst>
        </pc:spChg>
        <pc:spChg chg="add del">
          <ac:chgData name="强 李" userId="cd6c7ec7188785ae" providerId="LiveId" clId="{DBE95947-F199-46F1-A0CC-41543E93CE13}" dt="2024-05-25T14:10:23.300" v="2350" actId="478"/>
          <ac:spMkLst>
            <pc:docMk/>
            <pc:sldMk cId="4252029166" sldId="601"/>
            <ac:spMk id="3" creationId="{29D15C89-660E-CE5E-CD54-29898EC389E2}"/>
          </ac:spMkLst>
        </pc:spChg>
        <pc:spChg chg="del">
          <ac:chgData name="强 李" userId="cd6c7ec7188785ae" providerId="LiveId" clId="{DBE95947-F199-46F1-A0CC-41543E93CE13}" dt="2024-05-25T14:03:10.929" v="1797" actId="478"/>
          <ac:spMkLst>
            <pc:docMk/>
            <pc:sldMk cId="4252029166" sldId="601"/>
            <ac:spMk id="4" creationId="{552C4C40-246C-2FCA-495B-37EEE4F83C2E}"/>
          </ac:spMkLst>
        </pc:spChg>
        <pc:cxnChg chg="del">
          <ac:chgData name="强 李" userId="cd6c7ec7188785ae" providerId="LiveId" clId="{DBE95947-F199-46F1-A0CC-41543E93CE13}" dt="2024-05-25T14:03:01.666" v="1795" actId="478"/>
          <ac:cxnSpMkLst>
            <pc:docMk/>
            <pc:sldMk cId="4252029166" sldId="601"/>
            <ac:cxnSpMk id="6" creationId="{DFF5192B-1F09-C2ED-4C04-1C1D28491A8F}"/>
          </ac:cxnSpMkLst>
        </pc:cxnChg>
      </pc:sldChg>
      <pc:sldChg chg="modSp add mod">
        <pc:chgData name="强 李" userId="cd6c7ec7188785ae" providerId="LiveId" clId="{DBE95947-F199-46F1-A0CC-41543E93CE13}" dt="2024-05-25T22:05:51.845" v="6290" actId="113"/>
        <pc:sldMkLst>
          <pc:docMk/>
          <pc:sldMk cId="2745293410" sldId="602"/>
        </pc:sldMkLst>
        <pc:spChg chg="mod ord">
          <ac:chgData name="强 李" userId="cd6c7ec7188785ae" providerId="LiveId" clId="{DBE95947-F199-46F1-A0CC-41543E93CE13}" dt="2024-05-25T22:05:51.845" v="6290" actId="113"/>
          <ac:spMkLst>
            <pc:docMk/>
            <pc:sldMk cId="2745293410" sldId="602"/>
            <ac:spMk id="2" creationId="{00000000-0000-0000-0000-000000000000}"/>
          </ac:spMkLst>
        </pc:spChg>
        <pc:spChg chg="mod ord">
          <ac:chgData name="强 李" userId="cd6c7ec7188785ae" providerId="LiveId" clId="{DBE95947-F199-46F1-A0CC-41543E93CE13}" dt="2024-05-25T14:10:44.774" v="2354" actId="167"/>
          <ac:spMkLst>
            <pc:docMk/>
            <pc:sldMk cId="2745293410" sldId="602"/>
            <ac:spMk id="3" creationId="{29D15C89-660E-CE5E-CD54-29898EC389E2}"/>
          </ac:spMkLst>
        </pc:spChg>
      </pc:sldChg>
      <pc:sldChg chg="modSp add mod">
        <pc:chgData name="强 李" userId="cd6c7ec7188785ae" providerId="LiveId" clId="{DBE95947-F199-46F1-A0CC-41543E93CE13}" dt="2024-05-25T22:06:05.026" v="6292" actId="20577"/>
        <pc:sldMkLst>
          <pc:docMk/>
          <pc:sldMk cId="2518390947" sldId="603"/>
        </pc:sldMkLst>
        <pc:spChg chg="mod">
          <ac:chgData name="强 李" userId="cd6c7ec7188785ae" providerId="LiveId" clId="{DBE95947-F199-46F1-A0CC-41543E93CE13}" dt="2024-05-25T22:06:05.026" v="6292" actId="20577"/>
          <ac:spMkLst>
            <pc:docMk/>
            <pc:sldMk cId="2518390947" sldId="603"/>
            <ac:spMk id="2" creationId="{00000000-0000-0000-0000-000000000000}"/>
          </ac:spMkLst>
        </pc:spChg>
      </pc:sldChg>
      <pc:sldChg chg="modSp add mod">
        <pc:chgData name="强 李" userId="cd6c7ec7188785ae" providerId="LiveId" clId="{DBE95947-F199-46F1-A0CC-41543E93CE13}" dt="2024-05-25T14:24:58.851" v="3111" actId="113"/>
        <pc:sldMkLst>
          <pc:docMk/>
          <pc:sldMk cId="2890221013" sldId="604"/>
        </pc:sldMkLst>
        <pc:spChg chg="mod">
          <ac:chgData name="强 李" userId="cd6c7ec7188785ae" providerId="LiveId" clId="{DBE95947-F199-46F1-A0CC-41543E93CE13}" dt="2024-05-25T14:24:58.851" v="3111" actId="113"/>
          <ac:spMkLst>
            <pc:docMk/>
            <pc:sldMk cId="2890221013" sldId="604"/>
            <ac:spMk id="2" creationId="{00000000-0000-0000-0000-000000000000}"/>
          </ac:spMkLst>
        </pc:spChg>
      </pc:sldChg>
      <pc:sldChg chg="modSp add mod">
        <pc:chgData name="强 李" userId="cd6c7ec7188785ae" providerId="LiveId" clId="{DBE95947-F199-46F1-A0CC-41543E93CE13}" dt="2024-05-25T14:33:00.508" v="3393" actId="6549"/>
        <pc:sldMkLst>
          <pc:docMk/>
          <pc:sldMk cId="827108727" sldId="605"/>
        </pc:sldMkLst>
        <pc:spChg chg="mod">
          <ac:chgData name="强 李" userId="cd6c7ec7188785ae" providerId="LiveId" clId="{DBE95947-F199-46F1-A0CC-41543E93CE13}" dt="2024-05-25T14:33:00.508" v="3393" actId="6549"/>
          <ac:spMkLst>
            <pc:docMk/>
            <pc:sldMk cId="827108727" sldId="605"/>
            <ac:spMk id="2" creationId="{00000000-0000-0000-0000-000000000000}"/>
          </ac:spMkLst>
        </pc:spChg>
      </pc:sldChg>
      <pc:sldChg chg="addSp modSp add mod">
        <pc:chgData name="强 李" userId="cd6c7ec7188785ae" providerId="LiveId" clId="{DBE95947-F199-46F1-A0CC-41543E93CE13}" dt="2024-05-25T22:09:43.928" v="6450"/>
        <pc:sldMkLst>
          <pc:docMk/>
          <pc:sldMk cId="1556551709" sldId="606"/>
        </pc:sldMkLst>
        <pc:spChg chg="mod ord">
          <ac:chgData name="强 李" userId="cd6c7ec7188785ae" providerId="LiveId" clId="{DBE95947-F199-46F1-A0CC-41543E93CE13}" dt="2024-05-25T22:09:43.928" v="6450"/>
          <ac:spMkLst>
            <pc:docMk/>
            <pc:sldMk cId="1556551709" sldId="606"/>
            <ac:spMk id="2" creationId="{00000000-0000-0000-0000-000000000000}"/>
          </ac:spMkLst>
        </pc:spChg>
        <pc:spChg chg="add mod">
          <ac:chgData name="强 李" userId="cd6c7ec7188785ae" providerId="LiveId" clId="{DBE95947-F199-46F1-A0CC-41543E93CE13}" dt="2024-05-25T14:33:32.178" v="3420" actId="1035"/>
          <ac:spMkLst>
            <pc:docMk/>
            <pc:sldMk cId="1556551709" sldId="606"/>
            <ac:spMk id="4" creationId="{D42A20F3-2BDF-EB9E-B0A4-478C7FE0E73F}"/>
          </ac:spMkLst>
        </pc:spChg>
        <pc:spChg chg="add mod">
          <ac:chgData name="强 李" userId="cd6c7ec7188785ae" providerId="LiveId" clId="{DBE95947-F199-46F1-A0CC-41543E93CE13}" dt="2024-05-25T14:33:38.901" v="3422" actId="1076"/>
          <ac:spMkLst>
            <pc:docMk/>
            <pc:sldMk cId="1556551709" sldId="606"/>
            <ac:spMk id="5" creationId="{F094819E-3EA8-4E92-A198-82F064254FF1}"/>
          </ac:spMkLst>
        </pc:spChg>
        <pc:cxnChg chg="add">
          <ac:chgData name="强 李" userId="cd6c7ec7188785ae" providerId="LiveId" clId="{DBE95947-F199-46F1-A0CC-41543E93CE13}" dt="2024-05-25T14:33:54.486" v="3424" actId="11529"/>
          <ac:cxnSpMkLst>
            <pc:docMk/>
            <pc:sldMk cId="1556551709" sldId="606"/>
            <ac:cxnSpMk id="7" creationId="{5DF3A08D-7F17-0F4A-BB6C-0E37ED76FF8E}"/>
          </ac:cxnSpMkLst>
        </pc:cxnChg>
        <pc:cxnChg chg="add">
          <ac:chgData name="强 李" userId="cd6c7ec7188785ae" providerId="LiveId" clId="{DBE95947-F199-46F1-A0CC-41543E93CE13}" dt="2024-05-25T14:34:06.109" v="3425" actId="11529"/>
          <ac:cxnSpMkLst>
            <pc:docMk/>
            <pc:sldMk cId="1556551709" sldId="606"/>
            <ac:cxnSpMk id="9" creationId="{78BCD3E8-62CE-0FF4-1724-49BF66BBF6FC}"/>
          </ac:cxnSpMkLst>
        </pc:cxnChg>
      </pc:sldChg>
      <pc:sldChg chg="delSp modSp add mod">
        <pc:chgData name="强 李" userId="cd6c7ec7188785ae" providerId="LiveId" clId="{DBE95947-F199-46F1-A0CC-41543E93CE13}" dt="2024-05-25T22:09:37.494" v="6447"/>
        <pc:sldMkLst>
          <pc:docMk/>
          <pc:sldMk cId="2349581962" sldId="607"/>
        </pc:sldMkLst>
        <pc:spChg chg="mod ord">
          <ac:chgData name="强 李" userId="cd6c7ec7188785ae" providerId="LiveId" clId="{DBE95947-F199-46F1-A0CC-41543E93CE13}" dt="2024-05-25T22:09:37.494" v="6447"/>
          <ac:spMkLst>
            <pc:docMk/>
            <pc:sldMk cId="2349581962" sldId="607"/>
            <ac:spMk id="2" creationId="{00000000-0000-0000-0000-000000000000}"/>
          </ac:spMkLst>
        </pc:spChg>
        <pc:spChg chg="del">
          <ac:chgData name="强 李" userId="cd6c7ec7188785ae" providerId="LiveId" clId="{DBE95947-F199-46F1-A0CC-41543E93CE13}" dt="2024-05-25T14:35:19.119" v="3454" actId="478"/>
          <ac:spMkLst>
            <pc:docMk/>
            <pc:sldMk cId="2349581962" sldId="607"/>
            <ac:spMk id="3" creationId="{29D15C89-660E-CE5E-CD54-29898EC389E2}"/>
          </ac:spMkLst>
        </pc:spChg>
        <pc:spChg chg="del">
          <ac:chgData name="强 李" userId="cd6c7ec7188785ae" providerId="LiveId" clId="{DBE95947-F199-46F1-A0CC-41543E93CE13}" dt="2024-05-25T14:35:19.705" v="3455" actId="478"/>
          <ac:spMkLst>
            <pc:docMk/>
            <pc:sldMk cId="2349581962" sldId="607"/>
            <ac:spMk id="4" creationId="{D42A20F3-2BDF-EB9E-B0A4-478C7FE0E73F}"/>
          </ac:spMkLst>
        </pc:spChg>
        <pc:spChg chg="del">
          <ac:chgData name="强 李" userId="cd6c7ec7188785ae" providerId="LiveId" clId="{DBE95947-F199-46F1-A0CC-41543E93CE13}" dt="2024-05-25T14:35:14.936" v="3451" actId="478"/>
          <ac:spMkLst>
            <pc:docMk/>
            <pc:sldMk cId="2349581962" sldId="607"/>
            <ac:spMk id="5" creationId="{F094819E-3EA8-4E92-A198-82F064254FF1}"/>
          </ac:spMkLst>
        </pc:spChg>
        <pc:cxnChg chg="del">
          <ac:chgData name="强 李" userId="cd6c7ec7188785ae" providerId="LiveId" clId="{DBE95947-F199-46F1-A0CC-41543E93CE13}" dt="2024-05-25T14:35:18.163" v="3453" actId="478"/>
          <ac:cxnSpMkLst>
            <pc:docMk/>
            <pc:sldMk cId="2349581962" sldId="607"/>
            <ac:cxnSpMk id="7" creationId="{5DF3A08D-7F17-0F4A-BB6C-0E37ED76FF8E}"/>
          </ac:cxnSpMkLst>
        </pc:cxnChg>
        <pc:cxnChg chg="del">
          <ac:chgData name="强 李" userId="cd6c7ec7188785ae" providerId="LiveId" clId="{DBE95947-F199-46F1-A0CC-41543E93CE13}" dt="2024-05-25T14:35:16.793" v="3452" actId="478"/>
          <ac:cxnSpMkLst>
            <pc:docMk/>
            <pc:sldMk cId="2349581962" sldId="607"/>
            <ac:cxnSpMk id="9" creationId="{78BCD3E8-62CE-0FF4-1724-49BF66BBF6FC}"/>
          </ac:cxnSpMkLst>
        </pc:cxnChg>
      </pc:sldChg>
      <pc:sldChg chg="modSp add mod">
        <pc:chgData name="强 李" userId="cd6c7ec7188785ae" providerId="LiveId" clId="{DBE95947-F199-46F1-A0CC-41543E93CE13}" dt="2024-05-25T14:43:28.561" v="4066"/>
        <pc:sldMkLst>
          <pc:docMk/>
          <pc:sldMk cId="303087663" sldId="608"/>
        </pc:sldMkLst>
        <pc:spChg chg="mod">
          <ac:chgData name="强 李" userId="cd6c7ec7188785ae" providerId="LiveId" clId="{DBE95947-F199-46F1-A0CC-41543E93CE13}" dt="2024-05-25T14:43:28.561" v="4066"/>
          <ac:spMkLst>
            <pc:docMk/>
            <pc:sldMk cId="303087663" sldId="608"/>
            <ac:spMk id="2" creationId="{00000000-0000-0000-0000-000000000000}"/>
          </ac:spMkLst>
        </pc:spChg>
      </pc:sldChg>
      <pc:sldChg chg="modSp add mod">
        <pc:chgData name="强 李" userId="cd6c7ec7188785ae" providerId="LiveId" clId="{DBE95947-F199-46F1-A0CC-41543E93CE13}" dt="2024-05-25T22:15:59.267" v="6454" actId="108"/>
        <pc:sldMkLst>
          <pc:docMk/>
          <pc:sldMk cId="2597204018" sldId="609"/>
        </pc:sldMkLst>
        <pc:spChg chg="mod">
          <ac:chgData name="强 李" userId="cd6c7ec7188785ae" providerId="LiveId" clId="{DBE95947-F199-46F1-A0CC-41543E93CE13}" dt="2024-05-25T22:15:59.267" v="6454" actId="108"/>
          <ac:spMkLst>
            <pc:docMk/>
            <pc:sldMk cId="2597204018" sldId="609"/>
            <ac:spMk id="2" creationId="{00000000-0000-0000-0000-000000000000}"/>
          </ac:spMkLst>
        </pc:spChg>
        <pc:spChg chg="mod">
          <ac:chgData name="强 李" userId="cd6c7ec7188785ae" providerId="LiveId" clId="{DBE95947-F199-46F1-A0CC-41543E93CE13}" dt="2024-05-25T14:44:10.709" v="4081" actId="14100"/>
          <ac:spMkLst>
            <pc:docMk/>
            <pc:sldMk cId="2597204018" sldId="609"/>
            <ac:spMk id="18" creationId="{00000000-0000-0000-0000-000000000000}"/>
          </ac:spMkLst>
        </pc:spChg>
      </pc:sldChg>
      <pc:sldChg chg="modSp add mod">
        <pc:chgData name="强 李" userId="cd6c7ec7188785ae" providerId="LiveId" clId="{DBE95947-F199-46F1-A0CC-41543E93CE13}" dt="2024-05-25T14:53:21.701" v="4446" actId="20577"/>
        <pc:sldMkLst>
          <pc:docMk/>
          <pc:sldMk cId="3052620705" sldId="610"/>
        </pc:sldMkLst>
        <pc:spChg chg="mod">
          <ac:chgData name="强 李" userId="cd6c7ec7188785ae" providerId="LiveId" clId="{DBE95947-F199-46F1-A0CC-41543E93CE13}" dt="2024-05-25T14:53:21.701" v="4446" actId="20577"/>
          <ac:spMkLst>
            <pc:docMk/>
            <pc:sldMk cId="3052620705" sldId="610"/>
            <ac:spMk id="2" creationId="{00000000-0000-0000-0000-000000000000}"/>
          </ac:spMkLst>
        </pc:spChg>
      </pc:sldChg>
      <pc:sldChg chg="add del">
        <pc:chgData name="强 李" userId="cd6c7ec7188785ae" providerId="LiveId" clId="{DBE95947-F199-46F1-A0CC-41543E93CE13}" dt="2024-05-25T22:17:06.783" v="6455" actId="47"/>
        <pc:sldMkLst>
          <pc:docMk/>
          <pc:sldMk cId="2249792854" sldId="611"/>
        </pc:sldMkLst>
      </pc:sldChg>
      <pc:sldChg chg="modSp add mod">
        <pc:chgData name="强 李" userId="cd6c7ec7188785ae" providerId="LiveId" clId="{DBE95947-F199-46F1-A0CC-41543E93CE13}" dt="2024-05-25T22:17:49.550" v="6457" actId="113"/>
        <pc:sldMkLst>
          <pc:docMk/>
          <pc:sldMk cId="4116270909" sldId="612"/>
        </pc:sldMkLst>
        <pc:spChg chg="mod">
          <ac:chgData name="强 李" userId="cd6c7ec7188785ae" providerId="LiveId" clId="{DBE95947-F199-46F1-A0CC-41543E93CE13}" dt="2024-05-25T22:17:49.550" v="6457" actId="113"/>
          <ac:spMkLst>
            <pc:docMk/>
            <pc:sldMk cId="4116270909" sldId="612"/>
            <ac:spMk id="2" creationId="{00000000-0000-0000-0000-000000000000}"/>
          </ac:spMkLst>
        </pc:spChg>
      </pc:sldChg>
      <pc:sldChg chg="modSp add mod">
        <pc:chgData name="强 李" userId="cd6c7ec7188785ae" providerId="LiveId" clId="{DBE95947-F199-46F1-A0CC-41543E93CE13}" dt="2024-05-25T22:18:01.055" v="6466"/>
        <pc:sldMkLst>
          <pc:docMk/>
          <pc:sldMk cId="3217662914" sldId="613"/>
        </pc:sldMkLst>
        <pc:spChg chg="mod">
          <ac:chgData name="强 李" userId="cd6c7ec7188785ae" providerId="LiveId" clId="{DBE95947-F199-46F1-A0CC-41543E93CE13}" dt="2024-05-25T22:18:01.055" v="6466"/>
          <ac:spMkLst>
            <pc:docMk/>
            <pc:sldMk cId="3217662914" sldId="613"/>
            <ac:spMk id="2" creationId="{00000000-0000-0000-0000-000000000000}"/>
          </ac:spMkLst>
        </pc:spChg>
      </pc:sldChg>
      <pc:sldChg chg="modSp add mod">
        <pc:chgData name="强 李" userId="cd6c7ec7188785ae" providerId="LiveId" clId="{DBE95947-F199-46F1-A0CC-41543E93CE13}" dt="2024-05-25T15:11:46.833" v="5355" actId="20577"/>
        <pc:sldMkLst>
          <pc:docMk/>
          <pc:sldMk cId="541045773" sldId="614"/>
        </pc:sldMkLst>
        <pc:spChg chg="mod">
          <ac:chgData name="强 李" userId="cd6c7ec7188785ae" providerId="LiveId" clId="{DBE95947-F199-46F1-A0CC-41543E93CE13}" dt="2024-05-25T15:11:46.833" v="5355" actId="20577"/>
          <ac:spMkLst>
            <pc:docMk/>
            <pc:sldMk cId="541045773" sldId="614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addSp modSp mod">
        <pc:chgData name="强 李" userId="cd6c7ec7188785ae" providerId="LiveId" clId="{3434C14B-4913-45F3-BF5C-E36635063320}" dt="2023-09-23T04:56:06.398" v="463" actId="6549"/>
        <pc:sldMkLst>
          <pc:docMk/>
          <pc:sldMk cId="54695671" sldId="531"/>
        </pc:sldMkLst>
        <pc:spChg chg="mod">
          <ac:chgData name="强 李" userId="cd6c7ec7188785ae" providerId="LiveId" clId="{3434C14B-4913-45F3-BF5C-E36635063320}" dt="2023-09-23T04:56:06.398" v="463" actId="6549"/>
          <ac:spMkLst>
            <pc:docMk/>
            <pc:sldMk cId="54695671" sldId="531"/>
            <ac:spMk id="2" creationId="{00000000-0000-0000-0000-000000000000}"/>
          </ac:spMkLst>
        </pc:spChg>
        <pc:graphicFrameChg chg="add mod">
          <ac:chgData name="强 李" userId="cd6c7ec7188785ae" providerId="LiveId" clId="{3434C14B-4913-45F3-BF5C-E36635063320}" dt="2023-09-23T04:39:05.773" v="259" actId="1076"/>
          <ac:graphicFrameMkLst>
            <pc:docMk/>
            <pc:sldMk cId="54695671" sldId="531"/>
            <ac:graphicFrameMk id="3" creationId="{D258E752-E0EC-27BA-897F-34E94F4BC4A8}"/>
          </ac:graphicFrameMkLst>
        </pc:graphicFrameChg>
      </pc:sldChg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  <pc:spChg chg="mod">
          <ac:chgData name="强 李" userId="cd6c7ec7188785ae" providerId="LiveId" clId="{3434C14B-4913-45F3-BF5C-E36635063320}" dt="2023-09-23T04:52:43.328" v="441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  <pc:spChg chg="mod">
          <ac:chgData name="强 李" userId="cd6c7ec7188785ae" providerId="LiveId" clId="{3434C14B-4913-45F3-BF5C-E36635063320}" dt="2023-09-23T04:45:23.447" v="322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  <pc:spChg chg="mod">
          <ac:chgData name="强 李" userId="cd6c7ec7188785ae" providerId="LiveId" clId="{3434C14B-4913-45F3-BF5C-E36635063320}" dt="2023-09-23T06:32:50.075" v="909"/>
          <ac:spMkLst>
            <pc:docMk/>
            <pc:sldMk cId="530530540" sldId="553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  <pc:spChg chg="mod">
          <ac:chgData name="强 李" userId="cd6c7ec7188785ae" providerId="LiveId" clId="{3434C14B-4913-45F3-BF5C-E36635063320}" dt="2023-09-23T03:56:03.363" v="187" actId="1076"/>
          <ac:spMkLst>
            <pc:docMk/>
            <pc:sldMk cId="3418790839" sldId="554"/>
            <ac:spMk id="2" creationId="{00000000-0000-0000-0000-000000000000}"/>
          </ac:spMkLst>
        </pc:spChg>
        <pc:spChg chg="add del mod">
          <ac:chgData name="强 李" userId="cd6c7ec7188785ae" providerId="LiveId" clId="{3434C14B-4913-45F3-BF5C-E36635063320}" dt="2023-09-23T03:55:52.445" v="184" actId="478"/>
          <ac:spMkLst>
            <pc:docMk/>
            <pc:sldMk cId="3418790839" sldId="554"/>
            <ac:spMk id="14" creationId="{F53D6637-E2BB-DFFB-F2A7-CBCCBA49687C}"/>
          </ac:spMkLst>
        </pc:spChg>
        <pc:spChg chg="add mod">
          <ac:chgData name="强 李" userId="cd6c7ec7188785ae" providerId="LiveId" clId="{3434C14B-4913-45F3-BF5C-E36635063320}" dt="2023-09-23T03:57:19.217" v="233" actId="1036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  <pc:spChg chg="mod">
          <ac:chgData name="强 李" userId="cd6c7ec7188785ae" providerId="LiveId" clId="{3434C14B-4913-45F3-BF5C-E36635063320}" dt="2023-09-23T05:05:12.370" v="571"/>
          <ac:spMkLst>
            <pc:docMk/>
            <pc:sldMk cId="377519088" sldId="563"/>
            <ac:spMk id="2" creationId="{00000000-0000-0000-0000-000000000000}"/>
          </ac:spMkLst>
        </pc:spChg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spChg chg="mod">
          <ac:chgData name="强 李" userId="cd6c7ec7188785ae" providerId="LiveId" clId="{3434C14B-4913-45F3-BF5C-E36635063320}" dt="2023-09-23T05:03:49.027" v="552" actId="948"/>
          <ac:spMkLst>
            <pc:docMk/>
            <pc:sldMk cId="159884778" sldId="574"/>
            <ac:spMk id="2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  <pc:spChg chg="mod">
          <ac:chgData name="强 李" userId="cd6c7ec7188785ae" providerId="LiveId" clId="{3434C14B-4913-45F3-BF5C-E36635063320}" dt="2023-09-23T06:35:24.952" v="983"/>
          <ac:spMkLst>
            <pc:docMk/>
            <pc:sldMk cId="3225081264" sldId="575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  <pc:spChg chg="mod">
          <ac:chgData name="强 李" userId="cd6c7ec7188785ae" providerId="LiveId" clId="{3434C14B-4913-45F3-BF5C-E36635063320}" dt="2023-09-23T06:36:01.585" v="987" actId="404"/>
          <ac:spMkLst>
            <pc:docMk/>
            <pc:sldMk cId="285165969" sldId="577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  <pc:spChg chg="mod">
          <ac:chgData name="强 李" userId="cd6c7ec7188785ae" providerId="LiveId" clId="{3434C14B-4913-45F3-BF5C-E36635063320}" dt="2023-09-23T05:09:44.251" v="645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  <pc:spChg chg="mod">
          <ac:chgData name="强 李" userId="cd6c7ec7188785ae" providerId="LiveId" clId="{3434C14B-4913-45F3-BF5C-E36635063320}" dt="2023-09-23T05:13:42.555" v="752" actId="404"/>
          <ac:spMkLst>
            <pc:docMk/>
            <pc:sldMk cId="3941516956" sldId="579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  <pc:spChg chg="mod">
          <ac:chgData name="强 李" userId="cd6c7ec7188785ae" providerId="LiveId" clId="{3434C14B-4913-45F3-BF5C-E36635063320}" dt="2023-09-23T06:36:33.383" v="988" actId="2711"/>
          <ac:spMkLst>
            <pc:docMk/>
            <pc:sldMk cId="599750978" sldId="58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  <pc:spChg chg="mod">
          <ac:chgData name="强 李" userId="cd6c7ec7188785ae" providerId="LiveId" clId="{3434C14B-4913-45F3-BF5C-E36635063320}" dt="2023-09-23T06:38:24.616" v="1044" actId="20577"/>
          <ac:spMkLst>
            <pc:docMk/>
            <pc:sldMk cId="3883622925" sldId="584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  <pc:spChg chg="mod">
          <ac:chgData name="强 李" userId="cd6c7ec7188785ae" providerId="LiveId" clId="{3434C14B-4913-45F3-BF5C-E36635063320}" dt="2023-09-23T06:39:32.905" v="1065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FFEA39D5-FEBB-46A9-A780-F38C6E97111A}"/>
    <pc:docChg chg="modSld">
      <pc:chgData name="强 李" userId="cd6c7ec7188785ae" providerId="LiveId" clId="{FFEA39D5-FEBB-46A9-A780-F38C6E97111A}" dt="2024-07-08T11:04:35.299" v="0" actId="20577"/>
      <pc:docMkLst>
        <pc:docMk/>
      </pc:docMkLst>
      <pc:sldChg chg="modSp mod">
        <pc:chgData name="强 李" userId="cd6c7ec7188785ae" providerId="LiveId" clId="{FFEA39D5-FEBB-46A9-A780-F38C6E97111A}" dt="2024-07-08T11:04:35.299" v="0" actId="20577"/>
        <pc:sldMkLst>
          <pc:docMk/>
          <pc:sldMk cId="4279683633" sldId="634"/>
        </pc:sldMkLst>
        <pc:spChg chg="mod">
          <ac:chgData name="强 李" userId="cd6c7ec7188785ae" providerId="LiveId" clId="{FFEA39D5-FEBB-46A9-A780-F38C6E97111A}" dt="2024-07-08T11:04:35.299" v="0" actId="20577"/>
          <ac:spMkLst>
            <pc:docMk/>
            <pc:sldMk cId="4279683633" sldId="634"/>
            <ac:spMk id="2" creationId="{00000000-0000-0000-0000-000000000000}"/>
          </ac:spMkLst>
        </pc:spChg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modSp mod">
        <pc:chgData name="强 李" userId="cd6c7ec7188785ae" providerId="LiveId" clId="{D8AF1FA3-A15C-4469-BA9D-AFFCB1926A56}" dt="2023-07-29T02:12:31.887" v="1377" actId="1035"/>
        <pc:sldMkLst>
          <pc:docMk/>
          <pc:sldMk cId="0" sldId="425"/>
        </pc:sldMkLst>
        <pc:spChg chg="mod">
          <ac:chgData name="强 李" userId="cd6c7ec7188785ae" providerId="LiveId" clId="{D8AF1FA3-A15C-4469-BA9D-AFFCB1926A56}" dt="2023-07-29T00:57:08.525" v="74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D8AF1FA3-A15C-4469-BA9D-AFFCB1926A56}" dt="2023-07-29T02:12:31.887" v="1377" actId="1035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D8AF1FA3-A15C-4469-BA9D-AFFCB1926A56}" dt="2023-07-29T01:10:09.786" v="288" actId="20577"/>
        <pc:sldMkLst>
          <pc:docMk/>
          <pc:sldMk cId="54695671" sldId="531"/>
        </pc:sldMkLst>
        <pc:spChg chg="mod">
          <ac:chgData name="强 李" userId="cd6c7ec7188785ae" providerId="LiveId" clId="{D8AF1FA3-A15C-4469-BA9D-AFFCB1926A56}" dt="2023-07-29T01:10:09.786" v="288" actId="20577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04:36.392" v="136"/>
          <ac:spMkLst>
            <pc:docMk/>
            <pc:sldMk cId="54695671" sldId="531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  <pc:spChg chg="mod">
          <ac:chgData name="强 李" userId="cd6c7ec7188785ae" providerId="LiveId" clId="{D8AF1FA3-A15C-4469-BA9D-AFFCB1926A56}" dt="2023-07-29T01:35:25.547" v="509"/>
          <ac:spMkLst>
            <pc:docMk/>
            <pc:sldMk cId="3813767857" sldId="538"/>
            <ac:spMk id="5" creationId="{00000000-0000-0000-0000-000000000000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8" creationId="{B374C94C-C872-3511-AC0D-EF2D20228CEF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0" creationId="{95EBD347-AA64-7E7D-C74C-CCE8BEC72C54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2" creationId="{D3E28507-476B-B402-EFD7-BD3D8747D1C7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4" creationId="{DF601F49-CE28-55CB-BA42-69838FC73280}"/>
          </ac:spMkLst>
        </pc:spChg>
        <pc:spChg chg="add del mod">
          <ac:chgData name="强 李" userId="cd6c7ec7188785ae" providerId="LiveId" clId="{D8AF1FA3-A15C-4469-BA9D-AFFCB1926A56}" dt="2023-07-29T01:33:39.171" v="492" actId="478"/>
          <ac:spMkLst>
            <pc:docMk/>
            <pc:sldMk cId="3813767857" sldId="538"/>
            <ac:spMk id="16" creationId="{DCC5009D-5795-3901-0BF3-FE700130DF41}"/>
          </ac:spMkLst>
        </pc:spChg>
        <pc:picChg chg="add mod">
          <ac:chgData name="强 李" userId="cd6c7ec7188785ae" providerId="LiveId" clId="{D8AF1FA3-A15C-4469-BA9D-AFFCB1926A56}" dt="2023-07-29T01:29:26.229" v="472" actId="1076"/>
          <ac:picMkLst>
            <pc:docMk/>
            <pc:sldMk cId="3813767857" sldId="538"/>
            <ac:picMk id="3" creationId="{9C1D11B1-F81B-5AD9-700F-83EB1E222057}"/>
          </ac:picMkLst>
        </pc:picChg>
        <pc:picChg chg="del">
          <ac:chgData name="强 李" userId="cd6c7ec7188785ae" providerId="LiveId" clId="{D8AF1FA3-A15C-4469-BA9D-AFFCB1926A56}" dt="2023-07-29T01:28:58.106" v="465" actId="478"/>
          <ac:picMkLst>
            <pc:docMk/>
            <pc:sldMk cId="3813767857" sldId="538"/>
            <ac:picMk id="6" creationId="{081A24BA-7881-FC8E-B899-CACD3C0C8414}"/>
          </ac:picMkLst>
        </pc:pic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modSp mod">
        <pc:chgData name="强 李" userId="cd6c7ec7188785ae" providerId="LiveId" clId="{D8AF1FA3-A15C-4469-BA9D-AFFCB1926A56}" dt="2023-07-29T10:06:55.351" v="3110" actId="113"/>
        <pc:sldMkLst>
          <pc:docMk/>
          <pc:sldMk cId="1242525785" sldId="543"/>
        </pc:sldMkLst>
        <pc:spChg chg="mod">
          <ac:chgData name="强 李" userId="cd6c7ec7188785ae" providerId="LiveId" clId="{D8AF1FA3-A15C-4469-BA9D-AFFCB1926A56}" dt="2023-07-29T10:06:55.351" v="3110" actId="113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  <pc:spChg chg="mod">
          <ac:chgData name="强 李" userId="cd6c7ec7188785ae" providerId="LiveId" clId="{D8AF1FA3-A15C-4469-BA9D-AFFCB1926A56}" dt="2023-07-29T02:50:13.827" v="2252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D8AF1FA3-A15C-4469-BA9D-AFFCB1926A56}" dt="2023-07-29T02:12:50.366" v="1403" actId="1035"/>
        <pc:sldMkLst>
          <pc:docMk/>
          <pc:sldMk cId="530530540" sldId="553"/>
        </pc:sldMkLst>
        <pc:spChg chg="mod">
          <ac:chgData name="强 李" userId="cd6c7ec7188785ae" providerId="LiveId" clId="{D8AF1FA3-A15C-4469-BA9D-AFFCB1926A56}" dt="2023-07-29T02:12:50.366" v="1403" actId="103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6:33.828" v="443"/>
          <ac:spMkLst>
            <pc:docMk/>
            <pc:sldMk cId="530530540" sldId="553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22:36:46.709" v="3114"/>
        <pc:sldMkLst>
          <pc:docMk/>
          <pc:sldMk cId="3418790839" sldId="554"/>
        </pc:sldMkLst>
        <pc:spChg chg="mod">
          <ac:chgData name="强 李" userId="cd6c7ec7188785ae" providerId="LiveId" clId="{D8AF1FA3-A15C-4469-BA9D-AFFCB1926A56}" dt="2023-07-29T00:53:41.234" v="31"/>
          <ac:spMkLst>
            <pc:docMk/>
            <pc:sldMk cId="3418790839" sldId="554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8" creationId="{18B966AB-7D3A-E7C3-B2B0-BBE50B313EC6}"/>
          </ac:spMkLst>
        </pc:spChg>
        <pc:spChg chg="add mod">
          <ac:chgData name="强 李" userId="cd6c7ec7188785ae" providerId="LiveId" clId="{D8AF1FA3-A15C-4469-BA9D-AFFCB1926A56}" dt="2023-07-29T00:54:49.184" v="46" actId="14100"/>
          <ac:spMkLst>
            <pc:docMk/>
            <pc:sldMk cId="3418790839" sldId="554"/>
            <ac:spMk id="9" creationId="{1F5B6856-AF8A-4085-2AF6-D259C7449B9E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0" creationId="{7BEE8677-CFAD-6942-832E-87D52B896121}"/>
          </ac:spMkLst>
        </pc:spChg>
        <pc:spChg chg="add mod">
          <ac:chgData name="强 李" userId="cd6c7ec7188785ae" providerId="LiveId" clId="{D8AF1FA3-A15C-4469-BA9D-AFFCB1926A56}" dt="2023-07-29T00:54:36.198" v="43" actId="2710"/>
          <ac:spMkLst>
            <pc:docMk/>
            <pc:sldMk cId="3418790839" sldId="554"/>
            <ac:spMk id="11" creationId="{3CAB36DD-1A23-5A1B-C9B0-3F43FAF7A79F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2" creationId="{90FC4EF0-0582-7DC7-F53E-9A1A4B9AFC50}"/>
          </ac:spMkLst>
        </pc:spChg>
        <pc:spChg chg="add mod">
          <ac:chgData name="强 李" userId="cd6c7ec7188785ae" providerId="LiveId" clId="{D8AF1FA3-A15C-4469-BA9D-AFFCB1926A56}" dt="2023-07-29T00:55:35.481" v="64" actId="20577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D8AF1FA3-A15C-4469-BA9D-AFFCB1926A56}" dt="2023-07-29T00:56:56.073" v="70" actId="20577"/>
          <ac:spMkLst>
            <pc:docMk/>
            <pc:sldMk cId="3418790839" sldId="554"/>
            <ac:spMk id="18" creationId="{00000000-0000-0000-0000-000000000000}"/>
          </ac:spMkLst>
        </pc:spChg>
        <pc:grpChg chg="add mod">
          <ac:chgData name="强 李" userId="cd6c7ec7188785ae" providerId="LiveId" clId="{D8AF1FA3-A15C-4469-BA9D-AFFCB1926A56}" dt="2023-07-29T00:56:32.760" v="67" actId="14100"/>
          <ac:grpSpMkLst>
            <pc:docMk/>
            <pc:sldMk cId="3418790839" sldId="554"/>
            <ac:grpSpMk id="4" creationId="{67CFBFED-23BA-58E2-0492-595457A1DA5E}"/>
          </ac:grpSpMkLst>
        </pc:grpChg>
        <pc:grpChg chg="add mod">
          <ac:chgData name="强 李" userId="cd6c7ec7188785ae" providerId="LiveId" clId="{D8AF1FA3-A15C-4469-BA9D-AFFCB1926A56}" dt="2023-07-29T00:54:58.923" v="48" actId="14100"/>
          <ac:grpSpMkLst>
            <pc:docMk/>
            <pc:sldMk cId="3418790839" sldId="554"/>
            <ac:grpSpMk id="6" creationId="{56CD5BD2-A0CC-7D0E-3BD1-0613845A3BF3}"/>
          </ac:grpSpMkLst>
        </pc:grpChg>
        <pc:grpChg chg="add mod">
          <ac:chgData name="强 李" userId="cd6c7ec7188785ae" providerId="LiveId" clId="{D8AF1FA3-A15C-4469-BA9D-AFFCB1926A56}" dt="2023-07-29T00:54:54.727" v="47" actId="14100"/>
          <ac:grpSpMkLst>
            <pc:docMk/>
            <pc:sldMk cId="3418790839" sldId="554"/>
            <ac:grpSpMk id="7" creationId="{4910B73A-3062-7867-777F-E107D91F1F13}"/>
          </ac:grpSpMkLst>
        </pc:grpChg>
        <pc:graphicFrameChg chg="del mod">
          <ac:chgData name="强 李" userId="cd6c7ec7188785ae" providerId="LiveId" clId="{D8AF1FA3-A15C-4469-BA9D-AFFCB1926A56}" dt="2023-07-29T00:54:01.338" v="34" actId="478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graphicFrameChg chg="add del modGraphic">
          <ac:chgData name="强 李" userId="cd6c7ec7188785ae" providerId="LiveId" clId="{D8AF1FA3-A15C-4469-BA9D-AFFCB1926A56}" dt="2023-07-29T00:56:18.978" v="66" actId="1032"/>
          <ac:graphicFrameMkLst>
            <pc:docMk/>
            <pc:sldMk cId="3418790839" sldId="554"/>
            <ac:graphicFrameMk id="14" creationId="{D73D44BE-33E5-44C3-0D81-88AA31CD5728}"/>
          </ac:graphicFrameMkLst>
        </pc:graphicFrameChg>
        <pc:cxnChg chg="mod">
          <ac:chgData name="强 李" userId="cd6c7ec7188785ae" providerId="LiveId" clId="{D8AF1FA3-A15C-4469-BA9D-AFFCB1926A56}" dt="2023-07-29T00:54:21.355" v="40" actId="1076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  <pc:spChg chg="mod">
          <ac:chgData name="强 李" userId="cd6c7ec7188785ae" providerId="LiveId" clId="{D8AF1FA3-A15C-4469-BA9D-AFFCB1926A56}" dt="2023-07-29T00:51:35.738" v="8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8AF1FA3-A15C-4469-BA9D-AFFCB1926A56}" dt="2023-07-29T00:51:12.974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  <pc:spChg chg="mod">
          <ac:chgData name="强 李" userId="cd6c7ec7188785ae" providerId="LiveId" clId="{D8AF1FA3-A15C-4469-BA9D-AFFCB1926A56}" dt="2023-07-29T01:16:11.494" v="430" actId="6549"/>
          <ac:spMkLst>
            <pc:docMk/>
            <pc:sldMk cId="3703745998" sldId="562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5:12.108" v="424"/>
          <ac:spMkLst>
            <pc:docMk/>
            <pc:sldMk cId="3703745998" sldId="562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  <pc:spChg chg="mod">
          <ac:chgData name="强 李" userId="cd6c7ec7188785ae" providerId="LiveId" clId="{D8AF1FA3-A15C-4469-BA9D-AFFCB1926A56}" dt="2023-07-29T02:12:58.949" v="1423" actId="1035"/>
          <ac:spMkLst>
            <pc:docMk/>
            <pc:sldMk cId="377519088" sldId="563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  <pc:spChg chg="mod">
          <ac:chgData name="强 李" userId="cd6c7ec7188785ae" providerId="LiveId" clId="{D8AF1FA3-A15C-4469-BA9D-AFFCB1926A56}" dt="2023-07-29T02:22:03.412" v="1680" actId="113"/>
          <ac:spMkLst>
            <pc:docMk/>
            <pc:sldMk cId="3801954157" sldId="564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  <pc:spChg chg="mod">
          <ac:chgData name="强 李" userId="cd6c7ec7188785ae" providerId="LiveId" clId="{D8AF1FA3-A15C-4469-BA9D-AFFCB1926A56}" dt="2023-07-29T02:37:30.538" v="1920" actId="207"/>
          <ac:spMkLst>
            <pc:docMk/>
            <pc:sldMk cId="2258895756" sldId="565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59:08.868" v="1083"/>
          <ac:spMkLst>
            <pc:docMk/>
            <pc:sldMk cId="2258895756" sldId="565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  <pc:spChg chg="mod">
          <ac:chgData name="强 李" userId="cd6c7ec7188785ae" providerId="LiveId" clId="{D8AF1FA3-A15C-4469-BA9D-AFFCB1926A56}" dt="2023-07-29T02:36:54.234" v="1916"/>
          <ac:spMkLst>
            <pc:docMk/>
            <pc:sldMk cId="2967047043" sldId="566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2:00:12.484" v="1106"/>
          <ac:spMkLst>
            <pc:docMk/>
            <pc:sldMk cId="2967047043" sldId="566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  <pc:spChg chg="mod">
          <ac:chgData name="强 李" userId="cd6c7ec7188785ae" providerId="LiveId" clId="{D8AF1FA3-A15C-4469-BA9D-AFFCB1926A56}" dt="2023-07-29T02:37:36.342" v="1921" actId="207"/>
          <ac:spMkLst>
            <pc:docMk/>
            <pc:sldMk cId="3236022374" sldId="567"/>
            <ac:spMk id="2" creationId="{00000000-0000-0000-0000-000000000000}"/>
          </ac:spMkLst>
        </pc:spChg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  <pc:spChg chg="mod ord">
          <ac:chgData name="强 李" userId="cd6c7ec7188785ae" providerId="LiveId" clId="{D8AF1FA3-A15C-4469-BA9D-AFFCB1926A56}" dt="2023-07-29T02:33:33.098" v="1851" actId="14100"/>
          <ac:spMkLst>
            <pc:docMk/>
            <pc:sldMk cId="281334666" sldId="568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5:07:29.040" v="3105"/>
          <ac:spMkLst>
            <pc:docMk/>
            <pc:sldMk cId="281334666" sldId="568"/>
            <ac:spMk id="4" creationId="{CC335C20-388B-F120-9503-2E05FBEE5326}"/>
          </ac:spMkLst>
        </pc:spChg>
        <pc:spChg chg="mod">
          <ac:chgData name="强 李" userId="cd6c7ec7188785ae" providerId="LiveId" clId="{D8AF1FA3-A15C-4469-BA9D-AFFCB1926A56}" dt="2023-07-29T05:07:35.510" v="3106" actId="6549"/>
          <ac:spMkLst>
            <pc:docMk/>
            <pc:sldMk cId="281334666" sldId="568"/>
            <ac:spMk id="18" creationId="{00000000-0000-0000-0000-000000000000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3" creationId="{0E3596DD-156A-473E-9BB3-C6A29F7574E9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5" creationId="{2C46C4D6-C474-4E92-B52E-944C1118F7B6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8" creationId="{A2679492-7988-4050-9056-542444452411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9" creationId="{B091B163-7D61-4891-ABCF-5C13D9C418D0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1" creationId="{2B97F24A-32CE-4C1C-A50D-3016B394DCFB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2" creationId="{CD8B4F24-440B-49E9-B85D-733523DC064B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4" creationId="{2EB492CD-616E-47F8-933B-5E2D952A0593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5" creationId="{59383CF9-23B5-4335-9B21-1791C4CF1C75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6" creationId="{0007FE00-9498-4706-B255-6437B0252C02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8" creationId="{743AA782-23D1-4521-8CAD-47662984AA08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9" creationId="{71877DBC-BB60-40F0-AC93-2ACDBAAE60CE}"/>
          </ac:spMkLst>
        </pc:spChg>
        <pc:picChg chg="add mod">
          <ac:chgData name="强 李" userId="cd6c7ec7188785ae" providerId="LiveId" clId="{D8AF1FA3-A15C-4469-BA9D-AFFCB1926A56}" dt="2023-07-29T02:32:47.914" v="1846" actId="26606"/>
          <ac:picMkLst>
            <pc:docMk/>
            <pc:sldMk cId="281334666" sldId="568"/>
            <ac:picMk id="3" creationId="{D4545395-AC25-66C9-5BB7-B74CB411FAF6}"/>
          </ac:picMkLst>
        </pc:picChg>
        <pc:cxnChg chg="add del">
          <ac:chgData name="强 李" userId="cd6c7ec7188785ae" providerId="LiveId" clId="{D8AF1FA3-A15C-4469-BA9D-AFFCB1926A56}" dt="2023-07-29T02:32:41.122" v="1839" actId="26606"/>
          <ac:cxnSpMkLst>
            <pc:docMk/>
            <pc:sldMk cId="281334666" sldId="568"/>
            <ac:cxnSpMk id="27" creationId="{C49DA8F6-BCC1-4447-B54C-57856834B94B}"/>
          </ac:cxnSpMkLst>
        </pc:cxnChg>
        <pc:cxnChg chg="add">
          <ac:chgData name="强 李" userId="cd6c7ec7188785ae" providerId="LiveId" clId="{D8AF1FA3-A15C-4469-BA9D-AFFCB1926A56}" dt="2023-07-29T02:32:47.914" v="1846" actId="26606"/>
          <ac:cxnSpMkLst>
            <pc:docMk/>
            <pc:sldMk cId="281334666" sldId="568"/>
            <ac:cxnSpMk id="41" creationId="{1503BFE4-729B-D9D0-C17B-501E6AF1127A}"/>
          </ac:cxnSpMkLst>
        </pc:cxnChg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  <pc:spChg chg="mod">
          <ac:chgData name="强 李" userId="cd6c7ec7188785ae" providerId="LiveId" clId="{D8AF1FA3-A15C-4469-BA9D-AFFCB1926A56}" dt="2023-07-29T02:44:40.569" v="2172"/>
          <ac:spMkLst>
            <pc:docMk/>
            <pc:sldMk cId="4016849052" sldId="569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  <pc:spChg chg="mod">
          <ac:chgData name="强 李" userId="cd6c7ec7188785ae" providerId="LiveId" clId="{D8AF1FA3-A15C-4469-BA9D-AFFCB1926A56}" dt="2023-07-29T05:01:38.704" v="2925"/>
          <ac:spMkLst>
            <pc:docMk/>
            <pc:sldMk cId="2942047470" sldId="570"/>
            <ac:spMk id="2" creationId="{00000000-0000-0000-0000-000000000000}"/>
          </ac:spMkLst>
        </pc:spChg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  <pc:spChg chg="mod">
          <ac:chgData name="强 李" userId="cd6c7ec7188785ae" providerId="LiveId" clId="{D8AF1FA3-A15C-4469-BA9D-AFFCB1926A56}" dt="2023-07-29T04:52:02.797" v="2654" actId="113"/>
          <ac:spMkLst>
            <pc:docMk/>
            <pc:sldMk cId="3443116219" sldId="57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  <pc:spChg chg="mod">
          <ac:chgData name="强 李" userId="cd6c7ec7188785ae" providerId="LiveId" clId="{59B04525-367E-458D-A292-D07252BFEF77}" dt="2023-05-13T21:10:18.066" v="6" actId="113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  <pc:sldChg chg="modSp mod">
        <pc:chgData name="强 李" userId="cd6c7ec7188785ae" providerId="LiveId" clId="{F21C8F05-9C28-4EFA-A0E5-88388D2AEF0C}" dt="2023-09-23T01:20:49.784" v="51" actId="20577"/>
        <pc:sldMkLst>
          <pc:docMk/>
          <pc:sldMk cId="3418790839" sldId="554"/>
        </pc:sldMkLst>
        <pc:spChg chg="mod">
          <ac:chgData name="强 李" userId="cd6c7ec7188785ae" providerId="LiveId" clId="{F21C8F05-9C28-4EFA-A0E5-88388D2AEF0C}" dt="2023-09-23T01:20:49.784" v="51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F21C8F05-9C28-4EFA-A0E5-88388D2AEF0C}" dt="2023-09-23T01:13:09.896" v="18" actId="20577"/>
          <ac:spMkLst>
            <pc:docMk/>
            <pc:sldMk cId="3418790839" sldId="554"/>
            <ac:spMk id="13" creationId="{7DAB6BBF-A107-5EDA-C988-F2FCC0FA4ADA}"/>
          </ac:spMkLst>
        </pc:spChg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modSp">
        <pc:chgData name="强 李" userId="cd6c7ec7188785ae" providerId="LiveId" clId="{87276778-7DB3-428F-B3B5-B40BFDCB90D5}" dt="2023-10-28T21:26:49.729" v="10"/>
        <pc:sldMkLst>
          <pc:docMk/>
          <pc:sldMk cId="0" sldId="425"/>
        </pc:sldMkLst>
        <pc:graphicFrameChg chg="mod">
          <ac:chgData name="强 李" userId="cd6c7ec7188785ae" providerId="LiveId" clId="{87276778-7DB3-428F-B3B5-B40BFDCB90D5}" dt="2023-10-28T21:26:49.729" v="10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87276778-7DB3-428F-B3B5-B40BFDCB90D5}" dt="2023-10-28T21:56:17.197" v="213" actId="207"/>
        <pc:sldMkLst>
          <pc:docMk/>
          <pc:sldMk cId="54695671" sldId="531"/>
        </pc:sldMkLst>
        <pc:spChg chg="mod">
          <ac:chgData name="强 李" userId="cd6c7ec7188785ae" providerId="LiveId" clId="{87276778-7DB3-428F-B3B5-B40BFDCB90D5}" dt="2023-10-28T21:56:17.197" v="213" actId="207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49:49.860" v="2175" actId="20577"/>
        <pc:sldMkLst>
          <pc:docMk/>
          <pc:sldMk cId="1242525785" sldId="543"/>
        </pc:sldMkLst>
        <pc:spChg chg="mod">
          <ac:chgData name="强 李" userId="cd6c7ec7188785ae" providerId="LiveId" clId="{87276778-7DB3-428F-B3B5-B40BFDCB90D5}" dt="2023-10-28T23:49:49.860" v="2175" actId="20577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26:17.910" v="1577"/>
        <pc:sldMkLst>
          <pc:docMk/>
          <pc:sldMk cId="419382719" sldId="552"/>
        </pc:sldMkLst>
        <pc:spChg chg="mod">
          <ac:chgData name="强 李" userId="cd6c7ec7188785ae" providerId="LiveId" clId="{87276778-7DB3-428F-B3B5-B40BFDCB90D5}" dt="2023-10-28T23:26:17.910" v="1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87276778-7DB3-428F-B3B5-B40BFDCB90D5}" dt="2023-10-28T22:19:50.507" v="502" actId="5793"/>
        <pc:sldMkLst>
          <pc:docMk/>
          <pc:sldMk cId="530530540" sldId="553"/>
        </pc:sldMkLst>
        <pc:spChg chg="mod">
          <ac:chgData name="强 李" userId="cd6c7ec7188785ae" providerId="LiveId" clId="{87276778-7DB3-428F-B3B5-B40BFDCB90D5}" dt="2023-10-28T22:19:50.507" v="502" actId="5793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1:53:18.628" v="209" actId="14100"/>
          <ac:spMkLst>
            <pc:docMk/>
            <pc:sldMk cId="530530540" sldId="553"/>
            <ac:spMk id="18" creationId="{00000000-0000-0000-0000-000000000000}"/>
          </ac:spMkLst>
        </pc:spChg>
        <pc:graphicFrameChg chg="add del mod">
          <ac:chgData name="强 李" userId="cd6c7ec7188785ae" providerId="LiveId" clId="{87276778-7DB3-428F-B3B5-B40BFDCB90D5}" dt="2023-10-28T21:57:04.800" v="220"/>
          <ac:graphicFrameMkLst>
            <pc:docMk/>
            <pc:sldMk cId="530530540" sldId="553"/>
            <ac:graphicFrameMk id="3" creationId="{0E4B74F7-695E-B1E3-3056-CDC37EEB1029}"/>
          </ac:graphicFrameMkLst>
        </pc:graphicFrameChg>
        <pc:graphicFrameChg chg="add mod modGraphic">
          <ac:chgData name="强 李" userId="cd6c7ec7188785ae" providerId="LiveId" clId="{87276778-7DB3-428F-B3B5-B40BFDCB90D5}" dt="2023-10-28T22:06:07.398" v="241" actId="14100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87276778-7DB3-428F-B3B5-B40BFDCB90D5}" dt="2023-10-28T22:50:12.094" v="1081"/>
        <pc:sldMkLst>
          <pc:docMk/>
          <pc:sldMk cId="3418790839" sldId="554"/>
        </pc:sldMkLst>
        <pc:spChg chg="mod">
          <ac:chgData name="强 李" userId="cd6c7ec7188785ae" providerId="LiveId" clId="{87276778-7DB3-428F-B3B5-B40BFDCB90D5}" dt="2023-10-28T22:50:12.094" v="1081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6:19.282" v="471" actId="108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87276778-7DB3-428F-B3B5-B40BFDCB90D5}" dt="2023-10-28T22:16:35.745" v="472" actId="108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87276778-7DB3-428F-B3B5-B40BFDCB90D5}" dt="2023-10-28T22:15:41.598" v="461" actId="403"/>
          <ac:spMkLst>
            <pc:docMk/>
            <pc:sldMk cId="3418790839" sldId="554"/>
            <ac:spMk id="13" creationId="{7DAB6BBF-A107-5EDA-C988-F2FCC0FA4ADA}"/>
          </ac:spMkLst>
        </pc:spChg>
      </pc:sldChg>
      <pc:sldChg chg="modSp mod">
        <pc:chgData name="强 李" userId="cd6c7ec7188785ae" providerId="LiveId" clId="{87276778-7DB3-428F-B3B5-B40BFDCB90D5}" dt="2023-10-28T21:25:43.378" v="5" actId="20577"/>
        <pc:sldMkLst>
          <pc:docMk/>
          <pc:sldMk cId="1911491714" sldId="560"/>
        </pc:sldMkLst>
        <pc:spChg chg="mod">
          <ac:chgData name="强 李" userId="cd6c7ec7188785ae" providerId="LiveId" clId="{87276778-7DB3-428F-B3B5-B40BFDCB90D5}" dt="2023-10-28T21:25:35.492" v="3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87276778-7DB3-428F-B3B5-B40BFDCB90D5}" dt="2023-10-28T21:25:43.378" v="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spChg chg="mod">
          <ac:chgData name="强 李" userId="cd6c7ec7188785ae" providerId="LiveId" clId="{87276778-7DB3-428F-B3B5-B40BFDCB90D5}" dt="2023-10-28T22:39:59.069" v="861" actId="108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7:36.410" v="483" actId="14100"/>
          <ac:spMkLst>
            <pc:docMk/>
            <pc:sldMk cId="159884778" sldId="574"/>
            <ac:spMk id="18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  <pc:spChg chg="mod">
          <ac:chgData name="强 李" userId="cd6c7ec7188785ae" providerId="LiveId" clId="{87276778-7DB3-428F-B3B5-B40BFDCB90D5}" dt="2023-10-28T22:24:17.755" v="582" actId="113"/>
          <ac:spMkLst>
            <pc:docMk/>
            <pc:sldMk cId="3921434846" sldId="587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  <pc:spChg chg="mod">
          <ac:chgData name="强 李" userId="cd6c7ec7188785ae" providerId="LiveId" clId="{87276778-7DB3-428F-B3B5-B40BFDCB90D5}" dt="2023-10-28T22:51:56.788" v="1093" actId="403"/>
          <ac:spMkLst>
            <pc:docMk/>
            <pc:sldMk cId="2648053192" sldId="588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  <pc:spChg chg="mod">
          <ac:chgData name="强 李" userId="cd6c7ec7188785ae" providerId="LiveId" clId="{87276778-7DB3-428F-B3B5-B40BFDCB90D5}" dt="2023-10-28T23:19:23.027" v="1317" actId="20577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50:23.509" v="1088"/>
          <ac:spMkLst>
            <pc:docMk/>
            <pc:sldMk cId="534191096" sldId="589"/>
            <ac:spMk id="18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  <pc:spChg chg="mod">
          <ac:chgData name="强 李" userId="cd6c7ec7188785ae" providerId="LiveId" clId="{87276778-7DB3-428F-B3B5-B40BFDCB90D5}" dt="2023-10-28T23:39:49.848" v="1938" actId="948"/>
          <ac:spMkLst>
            <pc:docMk/>
            <pc:sldMk cId="4207264488" sldId="590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  <pc:spChg chg="mod">
          <ac:chgData name="强 李" userId="cd6c7ec7188785ae" providerId="LiveId" clId="{87276778-7DB3-428F-B3B5-B40BFDCB90D5}" dt="2023-10-28T23:40:15.273" v="1940" actId="6549"/>
          <ac:spMkLst>
            <pc:docMk/>
            <pc:sldMk cId="3491062220" sldId="591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  <pc:spChg chg="mod">
          <ac:chgData name="强 李" userId="cd6c7ec7188785ae" providerId="LiveId" clId="{87276778-7DB3-428F-B3B5-B40BFDCB90D5}" dt="2023-10-28T23:46:15.313" v="2089"/>
          <ac:spMkLst>
            <pc:docMk/>
            <pc:sldMk cId="4046377894" sldId="59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E0EEEAD3-6AF6-4BF1-A7F2-844E1D56509A}"/>
    <pc:docChg chg="undo custSel modSld">
      <pc:chgData name="强 李" userId="cd6c7ec7188785ae" providerId="LiveId" clId="{E0EEEAD3-6AF6-4BF1-A7F2-844E1D56509A}" dt="2024-04-14T13:20:11.078" v="800" actId="404"/>
      <pc:docMkLst>
        <pc:docMk/>
      </pc:docMkLst>
      <pc:sldChg chg="modSp mod">
        <pc:chgData name="强 李" userId="cd6c7ec7188785ae" providerId="LiveId" clId="{E0EEEAD3-6AF6-4BF1-A7F2-844E1D56509A}" dt="2024-04-14T13:19:54.428" v="798" actId="6549"/>
        <pc:sldMkLst>
          <pc:docMk/>
          <pc:sldMk cId="0" sldId="425"/>
        </pc:sldMkLst>
        <pc:spChg chg="mod">
          <ac:chgData name="强 李" userId="cd6c7ec7188785ae" providerId="LiveId" clId="{E0EEEAD3-6AF6-4BF1-A7F2-844E1D56509A}" dt="2024-04-14T13:19:54.428" v="798" actId="6549"/>
          <ac:spMkLst>
            <pc:docMk/>
            <pc:sldMk cId="0" sldId="425"/>
            <ac:spMk id="3" creationId="{FF9BF7C3-9929-69BC-A1CA-30EBD45BF72F}"/>
          </ac:spMkLst>
        </pc:spChg>
      </pc:sldChg>
      <pc:sldChg chg="addSp delSp modSp mod">
        <pc:chgData name="强 李" userId="cd6c7ec7188785ae" providerId="LiveId" clId="{E0EEEAD3-6AF6-4BF1-A7F2-844E1D56509A}" dt="2024-04-14T13:00:13.377" v="132" actId="1076"/>
        <pc:sldMkLst>
          <pc:docMk/>
          <pc:sldMk cId="54695671" sldId="531"/>
        </pc:sldMkLst>
        <pc:spChg chg="mod">
          <ac:chgData name="强 李" userId="cd6c7ec7188785ae" providerId="LiveId" clId="{E0EEEAD3-6AF6-4BF1-A7F2-844E1D56509A}" dt="2024-04-14T13:00:00.237" v="131" actId="1076"/>
          <ac:spMkLst>
            <pc:docMk/>
            <pc:sldMk cId="54695671" sldId="531"/>
            <ac:spMk id="2" creationId="{00000000-0000-0000-0000-000000000000}"/>
          </ac:spMkLst>
        </pc:spChg>
        <pc:spChg chg="add del">
          <ac:chgData name="强 李" userId="cd6c7ec7188785ae" providerId="LiveId" clId="{E0EEEAD3-6AF6-4BF1-A7F2-844E1D56509A}" dt="2024-04-14T12:55:05.158" v="65" actId="11529"/>
          <ac:spMkLst>
            <pc:docMk/>
            <pc:sldMk cId="54695671" sldId="531"/>
            <ac:spMk id="3" creationId="{1A337C0A-A445-1866-948A-F39C4DA16C5D}"/>
          </ac:spMkLst>
        </pc:spChg>
        <pc:spChg chg="add del mod">
          <ac:chgData name="强 李" userId="cd6c7ec7188785ae" providerId="LiveId" clId="{E0EEEAD3-6AF6-4BF1-A7F2-844E1D56509A}" dt="2024-04-14T12:55:39.121" v="68"/>
          <ac:spMkLst>
            <pc:docMk/>
            <pc:sldMk cId="54695671" sldId="531"/>
            <ac:spMk id="4" creationId="{510B1A19-06BF-217E-38E9-311B0E5ED307}"/>
          </ac:spMkLst>
        </pc:spChg>
        <pc:spChg chg="add mod">
          <ac:chgData name="强 李" userId="cd6c7ec7188785ae" providerId="LiveId" clId="{E0EEEAD3-6AF6-4BF1-A7F2-844E1D56509A}" dt="2024-04-14T13:00:13.377" v="132" actId="1076"/>
          <ac:spMkLst>
            <pc:docMk/>
            <pc:sldMk cId="54695671" sldId="531"/>
            <ac:spMk id="5" creationId="{6D756E38-44BB-893E-10F4-24648C1F9451}"/>
          </ac:spMkLst>
        </pc:spChg>
        <pc:spChg chg="add mod">
          <ac:chgData name="强 李" userId="cd6c7ec7188785ae" providerId="LiveId" clId="{E0EEEAD3-6AF6-4BF1-A7F2-844E1D56509A}" dt="2024-04-14T12:58:46.530" v="119" actId="554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E0EEEAD3-6AF6-4BF1-A7F2-844E1D56509A}" dt="2024-04-14T12:59:57.383" v="130" actId="14100"/>
          <ac:spMkLst>
            <pc:docMk/>
            <pc:sldMk cId="54695671" sldId="531"/>
            <ac:spMk id="11" creationId="{8F585226-39A8-96AE-40A3-878704581BB6}"/>
          </ac:spMkLst>
        </pc:spChg>
        <pc:cxnChg chg="add mod">
          <ac:chgData name="强 李" userId="cd6c7ec7188785ae" providerId="LiveId" clId="{E0EEEAD3-6AF6-4BF1-A7F2-844E1D56509A}" dt="2024-04-14T12:59:16.426" v="123" actId="1076"/>
          <ac:cxnSpMkLst>
            <pc:docMk/>
            <pc:sldMk cId="54695671" sldId="531"/>
            <ac:cxnSpMk id="8" creationId="{A82D5C8F-64C1-A4EE-87A4-62170D321C35}"/>
          </ac:cxnSpMkLst>
        </pc:cxnChg>
        <pc:cxnChg chg="add del">
          <ac:chgData name="强 李" userId="cd6c7ec7188785ae" providerId="LiveId" clId="{E0EEEAD3-6AF6-4BF1-A7F2-844E1D56509A}" dt="2024-04-14T12:59:28.560" v="125" actId="478"/>
          <ac:cxnSpMkLst>
            <pc:docMk/>
            <pc:sldMk cId="54695671" sldId="531"/>
            <ac:cxnSpMk id="10" creationId="{637C445C-4435-49F7-E350-686BF18FC8C5}"/>
          </ac:cxnSpMkLst>
        </pc:cxnChg>
      </pc:sldChg>
      <pc:sldChg chg="modSp mod">
        <pc:chgData name="强 李" userId="cd6c7ec7188785ae" providerId="LiveId" clId="{E0EEEAD3-6AF6-4BF1-A7F2-844E1D56509A}" dt="2024-04-14T13:15:23.462" v="509" actId="113"/>
        <pc:sldMkLst>
          <pc:docMk/>
          <pc:sldMk cId="1242525785" sldId="543"/>
        </pc:sldMkLst>
        <pc:spChg chg="mod">
          <ac:chgData name="强 李" userId="cd6c7ec7188785ae" providerId="LiveId" clId="{E0EEEAD3-6AF6-4BF1-A7F2-844E1D56509A}" dt="2024-04-14T13:15:23.462" v="509" actId="113"/>
          <ac:spMkLst>
            <pc:docMk/>
            <pc:sldMk cId="1242525785" sldId="543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15:00.384" v="502" actId="207"/>
          <ac:spMkLst>
            <pc:docMk/>
            <pc:sldMk cId="1242525785" sldId="54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9:33.835" v="796" actId="14100"/>
        <pc:sldMkLst>
          <pc:docMk/>
          <pc:sldMk cId="419382719" sldId="552"/>
        </pc:sldMkLst>
        <pc:spChg chg="mod">
          <ac:chgData name="强 李" userId="cd6c7ec7188785ae" providerId="LiveId" clId="{E0EEEAD3-6AF6-4BF1-A7F2-844E1D56509A}" dt="2024-04-14T13:19:33.835" v="796" actId="14100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43.147" v="272" actId="1038"/>
        <pc:sldMkLst>
          <pc:docMk/>
          <pc:sldMk cId="530530540" sldId="553"/>
        </pc:sldMkLst>
        <pc:spChg chg="mod">
          <ac:chgData name="强 李" userId="cd6c7ec7188785ae" providerId="LiveId" clId="{E0EEEAD3-6AF6-4BF1-A7F2-844E1D56509A}" dt="2024-04-14T13:07:43.147" v="272" actId="1038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20:11.078" v="800" actId="404"/>
        <pc:sldMkLst>
          <pc:docMk/>
          <pc:sldMk cId="3418790839" sldId="554"/>
        </pc:sldMkLst>
        <pc:spChg chg="mod">
          <ac:chgData name="强 李" userId="cd6c7ec7188785ae" providerId="LiveId" clId="{E0EEEAD3-6AF6-4BF1-A7F2-844E1D56509A}" dt="2024-04-14T13:20:11.078" v="800" actId="404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2:50:50.700" v="25" actId="14100"/>
          <ac:spMkLst>
            <pc:docMk/>
            <pc:sldMk cId="3418790839" sldId="554"/>
            <ac:spMk id="8" creationId="{18B966AB-7D3A-E7C3-B2B0-BBE50B313EC6}"/>
          </ac:spMkLst>
        </pc:spChg>
        <pc:spChg chg="mod">
          <ac:chgData name="强 李" userId="cd6c7ec7188785ae" providerId="LiveId" clId="{E0EEEAD3-6AF6-4BF1-A7F2-844E1D56509A}" dt="2024-04-14T12:50:46.132" v="24" actId="14100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E0EEEAD3-6AF6-4BF1-A7F2-844E1D56509A}" dt="2024-04-14T12:50:56.193" v="27" actId="14100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E0EEEAD3-6AF6-4BF1-A7F2-844E1D56509A}" dt="2024-04-14T12:51:51.977" v="38" actId="14100"/>
          <ac:spMkLst>
            <pc:docMk/>
            <pc:sldMk cId="3418790839" sldId="554"/>
            <ac:spMk id="12" creationId="{90FC4EF0-0582-7DC7-F53E-9A1A4B9AFC50}"/>
          </ac:spMkLst>
        </pc:spChg>
        <pc:spChg chg="mod">
          <ac:chgData name="强 李" userId="cd6c7ec7188785ae" providerId="LiveId" clId="{E0EEEAD3-6AF6-4BF1-A7F2-844E1D56509A}" dt="2024-04-14T12:51:54.785" v="39" actId="14100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E0EEEAD3-6AF6-4BF1-A7F2-844E1D56509A}" dt="2024-04-14T12:53:36.064" v="63" actId="6549"/>
          <ac:spMkLst>
            <pc:docMk/>
            <pc:sldMk cId="3418790839" sldId="554"/>
            <ac:spMk id="16" creationId="{7DE16206-6F61-BEC3-0DA4-3625D631A8E6}"/>
          </ac:spMkLst>
        </pc:spChg>
        <pc:grpChg chg="mod">
          <ac:chgData name="强 李" userId="cd6c7ec7188785ae" providerId="LiveId" clId="{E0EEEAD3-6AF6-4BF1-A7F2-844E1D56509A}" dt="2024-04-14T12:50:59.172" v="28" actId="14100"/>
          <ac:grpSpMkLst>
            <pc:docMk/>
            <pc:sldMk cId="3418790839" sldId="554"/>
            <ac:grpSpMk id="6" creationId="{56CD5BD2-A0CC-7D0E-3BD1-0613845A3BF3}"/>
          </ac:grpSpMkLst>
        </pc:grpChg>
      </pc:sldChg>
      <pc:sldChg chg="modSp mod">
        <pc:chgData name="强 李" userId="cd6c7ec7188785ae" providerId="LiveId" clId="{E0EEEAD3-6AF6-4BF1-A7F2-844E1D56509A}" dt="2024-04-14T13:07:19.895" v="220" actId="1037"/>
        <pc:sldMkLst>
          <pc:docMk/>
          <pc:sldMk cId="159884778" sldId="574"/>
        </pc:sldMkLst>
        <pc:spChg chg="mod">
          <ac:chgData name="强 李" userId="cd6c7ec7188785ae" providerId="LiveId" clId="{E0EEEAD3-6AF6-4BF1-A7F2-844E1D56509A}" dt="2024-04-14T13:05:21.311" v="154" actId="20577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19.895" v="220" actId="1037"/>
          <ac:spMkLst>
            <pc:docMk/>
            <pc:sldMk cId="159884778" sldId="574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31.464" v="243" actId="1038"/>
        <pc:sldMkLst>
          <pc:docMk/>
          <pc:sldMk cId="3921434846" sldId="587"/>
        </pc:sldMkLst>
        <pc:spChg chg="mod">
          <ac:chgData name="强 李" userId="cd6c7ec7188785ae" providerId="LiveId" clId="{E0EEEAD3-6AF6-4BF1-A7F2-844E1D56509A}" dt="2024-04-14T13:03:52.498" v="149" actId="20578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31.464" v="243" actId="1038"/>
          <ac:spMkLst>
            <pc:docMk/>
            <pc:sldMk cId="3921434846" sldId="587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1:00.308" v="332" actId="403"/>
        <pc:sldMkLst>
          <pc:docMk/>
          <pc:sldMk cId="2648053192" sldId="588"/>
        </pc:sldMkLst>
        <pc:spChg chg="mod">
          <ac:chgData name="强 李" userId="cd6c7ec7188785ae" providerId="LiveId" clId="{E0EEEAD3-6AF6-4BF1-A7F2-844E1D56509A}" dt="2024-04-14T13:11:00.308" v="332" actId="403"/>
          <ac:spMkLst>
            <pc:docMk/>
            <pc:sldMk cId="2648053192" sldId="588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00.483" v="189" actId="1038"/>
          <ac:spMkLst>
            <pc:docMk/>
            <pc:sldMk cId="2648053192" sldId="588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8:30.120" v="276" actId="403"/>
        <pc:sldMkLst>
          <pc:docMk/>
          <pc:sldMk cId="534191096" sldId="589"/>
        </pc:sldMkLst>
        <pc:spChg chg="mod">
          <ac:chgData name="强 李" userId="cd6c7ec7188785ae" providerId="LiveId" clId="{E0EEEAD3-6AF6-4BF1-A7F2-844E1D56509A}" dt="2024-04-14T13:08:30.120" v="276" actId="403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6:47.978" v="172" actId="14100"/>
          <ac:spMkLst>
            <pc:docMk/>
            <pc:sldMk cId="534191096" sldId="589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0:52.862" v="330" actId="6549"/>
        <pc:sldMkLst>
          <pc:docMk/>
          <pc:sldMk cId="4207264488" sldId="590"/>
        </pc:sldMkLst>
        <pc:spChg chg="mod">
          <ac:chgData name="强 李" userId="cd6c7ec7188785ae" providerId="LiveId" clId="{E0EEEAD3-6AF6-4BF1-A7F2-844E1D56509A}" dt="2024-04-14T13:10:52.862" v="330" actId="6549"/>
          <ac:spMkLst>
            <pc:docMk/>
            <pc:sldMk cId="4207264488" sldId="590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08:52.458" v="278"/>
          <ac:spMkLst>
            <pc:docMk/>
            <pc:sldMk cId="4207264488" sldId="590"/>
            <ac:spMk id="3" creationId="{4A596321-B78F-A68F-F6CC-FFD464CE31FD}"/>
          </ac:spMkLst>
        </pc:spChg>
        <pc:spChg chg="del">
          <ac:chgData name="强 李" userId="cd6c7ec7188785ae" providerId="LiveId" clId="{E0EEEAD3-6AF6-4BF1-A7F2-844E1D56509A}" dt="2024-04-14T13:08:52.157" v="277" actId="478"/>
          <ac:spMkLst>
            <pc:docMk/>
            <pc:sldMk cId="4207264488" sldId="590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0:46.095" v="328" actId="403"/>
        <pc:sldMkLst>
          <pc:docMk/>
          <pc:sldMk cId="3491062220" sldId="591"/>
        </pc:sldMkLst>
        <pc:spChg chg="mod">
          <ac:chgData name="强 李" userId="cd6c7ec7188785ae" providerId="LiveId" clId="{E0EEEAD3-6AF6-4BF1-A7F2-844E1D56509A}" dt="2024-04-14T13:10:46.095" v="328" actId="403"/>
          <ac:spMkLst>
            <pc:docMk/>
            <pc:sldMk cId="3491062220" sldId="591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9:34.888" v="283"/>
          <ac:spMkLst>
            <pc:docMk/>
            <pc:sldMk cId="3491062220" sldId="59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1:39.229" v="337" actId="403"/>
        <pc:sldMkLst>
          <pc:docMk/>
          <pc:sldMk cId="4046377894" sldId="592"/>
        </pc:sldMkLst>
        <pc:spChg chg="mod">
          <ac:chgData name="强 李" userId="cd6c7ec7188785ae" providerId="LiveId" clId="{E0EEEAD3-6AF6-4BF1-A7F2-844E1D56509A}" dt="2024-04-14T13:11:39.229" v="337" actId="403"/>
          <ac:spMkLst>
            <pc:docMk/>
            <pc:sldMk cId="4046377894" sldId="592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11:19.078" v="333"/>
          <ac:spMkLst>
            <pc:docMk/>
            <pc:sldMk cId="4046377894" sldId="592"/>
            <ac:spMk id="3" creationId="{B1CB2B0B-1994-1C36-09C5-1EC64FC64C5A}"/>
          </ac:spMkLst>
        </pc:spChg>
        <pc:spChg chg="add mod">
          <ac:chgData name="强 李" userId="cd6c7ec7188785ae" providerId="LiveId" clId="{E0EEEAD3-6AF6-4BF1-A7F2-844E1D56509A}" dt="2024-04-14T13:11:22.559" v="335"/>
          <ac:spMkLst>
            <pc:docMk/>
            <pc:sldMk cId="4046377894" sldId="592"/>
            <ac:spMk id="4" creationId="{04F693BE-D3F5-9A06-FC54-A1D34A776B2D}"/>
          </ac:spMkLst>
        </pc:spChg>
        <pc:spChg chg="del">
          <ac:chgData name="强 李" userId="cd6c7ec7188785ae" providerId="LiveId" clId="{E0EEEAD3-6AF6-4BF1-A7F2-844E1D56509A}" dt="2024-04-14T13:11:22.279" v="334" actId="478"/>
          <ac:spMkLst>
            <pc:docMk/>
            <pc:sldMk cId="4046377894" sldId="59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C457158F-8947-49DB-927C-821EC5E27B7C}"/>
    <pc:docChg chg="undo custSel addSld delSld modSld sldOrd">
      <pc:chgData name="强 李" userId="cd6c7ec7188785ae" providerId="LiveId" clId="{C457158F-8947-49DB-927C-821EC5E27B7C}" dt="2024-06-15T23:00:06.684" v="5183"/>
      <pc:docMkLst>
        <pc:docMk/>
      </pc:docMkLst>
      <pc:sldChg chg="addSp modSp mod">
        <pc:chgData name="强 李" userId="cd6c7ec7188785ae" providerId="LiveId" clId="{C457158F-8947-49DB-927C-821EC5E27B7C}" dt="2024-06-15T11:06:34.663" v="58" actId="207"/>
        <pc:sldMkLst>
          <pc:docMk/>
          <pc:sldMk cId="0" sldId="425"/>
        </pc:sldMkLst>
        <pc:spChg chg="add mod ord">
          <ac:chgData name="强 李" userId="cd6c7ec7188785ae" providerId="LiveId" clId="{C457158F-8947-49DB-927C-821EC5E27B7C}" dt="2024-06-15T11:05:42.937" v="50" actId="171"/>
          <ac:spMkLst>
            <pc:docMk/>
            <pc:sldMk cId="0" sldId="425"/>
            <ac:spMk id="2" creationId="{D173B669-CA5F-8870-4498-E51734959F33}"/>
          </ac:spMkLst>
        </pc:spChg>
        <pc:spChg chg="mod ord">
          <ac:chgData name="强 李" userId="cd6c7ec7188785ae" providerId="LiveId" clId="{C457158F-8947-49DB-927C-821EC5E27B7C}" dt="2024-06-15T11:06:34.663" v="58" actId="207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C457158F-8947-49DB-927C-821EC5E27B7C}" dt="2024-06-15T11:01:59.441" v="17" actId="14100"/>
          <ac:spMkLst>
            <pc:docMk/>
            <pc:sldMk cId="0" sldId="425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C457158F-8947-49DB-927C-821EC5E27B7C}" dt="2024-06-15T11:21:09.328" v="519" actId="14100"/>
        <pc:sldMkLst>
          <pc:docMk/>
          <pc:sldMk cId="54695671" sldId="531"/>
        </pc:sldMkLst>
        <pc:spChg chg="mod">
          <ac:chgData name="强 李" userId="cd6c7ec7188785ae" providerId="LiveId" clId="{C457158F-8947-49DB-927C-821EC5E27B7C}" dt="2024-06-15T11:15:17.622" v="445" actId="6549"/>
          <ac:spMkLst>
            <pc:docMk/>
            <pc:sldMk cId="54695671" sldId="531"/>
            <ac:spMk id="2" creationId="{00000000-0000-0000-0000-000000000000}"/>
          </ac:spMkLst>
        </pc:spChg>
        <pc:spChg chg="add mod ord">
          <ac:chgData name="强 李" userId="cd6c7ec7188785ae" providerId="LiveId" clId="{C457158F-8947-49DB-927C-821EC5E27B7C}" dt="2024-06-15T11:15:34.159" v="448" actId="207"/>
          <ac:spMkLst>
            <pc:docMk/>
            <pc:sldMk cId="54695671" sldId="531"/>
            <ac:spMk id="3" creationId="{14BA243F-EB48-E131-8591-97D8C5B89260}"/>
          </ac:spMkLst>
        </pc:spChg>
        <pc:spChg chg="add del">
          <ac:chgData name="强 李" userId="cd6c7ec7188785ae" providerId="LiveId" clId="{C457158F-8947-49DB-927C-821EC5E27B7C}" dt="2024-06-15T11:15:51.812" v="450" actId="11529"/>
          <ac:spMkLst>
            <pc:docMk/>
            <pc:sldMk cId="54695671" sldId="531"/>
            <ac:spMk id="4" creationId="{F36C1F50-C3D2-60F5-995E-FA5B8F90B448}"/>
          </ac:spMkLst>
        </pc:spChg>
        <pc:spChg chg="del mod">
          <ac:chgData name="强 李" userId="cd6c7ec7188785ae" providerId="LiveId" clId="{C457158F-8947-49DB-927C-821EC5E27B7C}" dt="2024-06-15T11:12:46.331" v="286"/>
          <ac:spMkLst>
            <pc:docMk/>
            <pc:sldMk cId="54695671" sldId="531"/>
            <ac:spMk id="5" creationId="{6D756E38-44BB-893E-10F4-24648C1F9451}"/>
          </ac:spMkLst>
        </pc:spChg>
        <pc:spChg chg="del mod">
          <ac:chgData name="强 李" userId="cd6c7ec7188785ae" providerId="LiveId" clId="{C457158F-8947-49DB-927C-821EC5E27B7C}" dt="2024-06-15T11:14:06.309" v="393" actId="478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C457158F-8947-49DB-927C-821EC5E27B7C}" dt="2024-06-15T11:16:05.294" v="454" actId="207"/>
          <ac:spMkLst>
            <pc:docMk/>
            <pc:sldMk cId="54695671" sldId="531"/>
            <ac:spMk id="7" creationId="{B41CF08F-832E-DED9-44B2-04D064DF6E35}"/>
          </ac:spMkLst>
        </pc:spChg>
        <pc:spChg chg="add mod">
          <ac:chgData name="强 李" userId="cd6c7ec7188785ae" providerId="LiveId" clId="{C457158F-8947-49DB-927C-821EC5E27B7C}" dt="2024-06-15T11:19:12.399" v="481" actId="1076"/>
          <ac:spMkLst>
            <pc:docMk/>
            <pc:sldMk cId="54695671" sldId="531"/>
            <ac:spMk id="10" creationId="{F68ADE4B-9A94-7E26-E65D-4F42DA96397B}"/>
          </ac:spMkLst>
        </pc:spChg>
        <pc:spChg chg="mod">
          <ac:chgData name="强 李" userId="cd6c7ec7188785ae" providerId="LiveId" clId="{C457158F-8947-49DB-927C-821EC5E27B7C}" dt="2024-06-15T11:13:40.085" v="350" actId="403"/>
          <ac:spMkLst>
            <pc:docMk/>
            <pc:sldMk cId="54695671" sldId="531"/>
            <ac:spMk id="12" creationId="{F5B65161-B8DD-0E62-660F-68A84433C538}"/>
          </ac:spMkLst>
        </pc:spChg>
        <pc:spChg chg="mod">
          <ac:chgData name="强 李" userId="cd6c7ec7188785ae" providerId="LiveId" clId="{C457158F-8947-49DB-927C-821EC5E27B7C}" dt="2024-06-15T11:14:16.153" v="398" actId="14100"/>
          <ac:spMkLst>
            <pc:docMk/>
            <pc:sldMk cId="54695671" sldId="531"/>
            <ac:spMk id="13" creationId="{F3D259C7-E716-C2A3-FA14-6EDBFE1D3037}"/>
          </ac:spMkLst>
        </pc:spChg>
        <pc:spChg chg="mod">
          <ac:chgData name="强 李" userId="cd6c7ec7188785ae" providerId="LiveId" clId="{C457158F-8947-49DB-927C-821EC5E27B7C}" dt="2024-06-15T11:14:20.104" v="401" actId="403"/>
          <ac:spMkLst>
            <pc:docMk/>
            <pc:sldMk cId="54695671" sldId="531"/>
            <ac:spMk id="14" creationId="{F9C5FDEA-E4FC-A756-16FB-5611D7241633}"/>
          </ac:spMkLst>
        </pc:spChg>
        <pc:spChg chg="del">
          <ac:chgData name="强 李" userId="cd6c7ec7188785ae" providerId="LiveId" clId="{C457158F-8947-49DB-927C-821EC5E27B7C}" dt="2024-06-15T11:12:34.557" v="283" actId="478"/>
          <ac:spMkLst>
            <pc:docMk/>
            <pc:sldMk cId="54695671" sldId="531"/>
            <ac:spMk id="25" creationId="{CDE5F828-CD64-BE49-34B7-7CC29C273134}"/>
          </ac:spMkLst>
        </pc:spChg>
        <pc:spChg chg="add mod">
          <ac:chgData name="强 李" userId="cd6c7ec7188785ae" providerId="LiveId" clId="{C457158F-8947-49DB-927C-821EC5E27B7C}" dt="2024-06-15T11:21:09.328" v="519" actId="14100"/>
          <ac:spMkLst>
            <pc:docMk/>
            <pc:sldMk cId="54695671" sldId="531"/>
            <ac:spMk id="30" creationId="{86844285-1B38-67C5-89E1-CA2CE84D0D2A}"/>
          </ac:spMkLst>
        </pc:spChg>
        <pc:cxnChg chg="del">
          <ac:chgData name="强 李" userId="cd6c7ec7188785ae" providerId="LiveId" clId="{C457158F-8947-49DB-927C-821EC5E27B7C}" dt="2024-06-15T11:12:11.799" v="281" actId="478"/>
          <ac:cxnSpMkLst>
            <pc:docMk/>
            <pc:sldMk cId="54695671" sldId="531"/>
            <ac:cxnSpMk id="8" creationId="{A82D5C8F-64C1-A4EE-87A4-62170D321C35}"/>
          </ac:cxnSpMkLst>
        </pc:cxnChg>
        <pc:cxnChg chg="del">
          <ac:chgData name="强 李" userId="cd6c7ec7188785ae" providerId="LiveId" clId="{C457158F-8947-49DB-927C-821EC5E27B7C}" dt="2024-06-15T11:12:13.806" v="282" actId="478"/>
          <ac:cxnSpMkLst>
            <pc:docMk/>
            <pc:sldMk cId="54695671" sldId="531"/>
            <ac:cxnSpMk id="9" creationId="{DC1B6FBA-8A0E-6AE0-4F4D-624D86320E43}"/>
          </ac:cxnSpMkLst>
        </pc:cxnChg>
        <pc:cxnChg chg="add mod">
          <ac:chgData name="强 李" userId="cd6c7ec7188785ae" providerId="LiveId" clId="{C457158F-8947-49DB-927C-821EC5E27B7C}" dt="2024-06-15T11:19:27.967" v="485" actId="14100"/>
          <ac:cxnSpMkLst>
            <pc:docMk/>
            <pc:sldMk cId="54695671" sldId="531"/>
            <ac:cxnSpMk id="11" creationId="{25237E3E-C023-F636-670D-607AA8A12DBC}"/>
          </ac:cxnSpMkLst>
        </pc:cxnChg>
        <pc:cxnChg chg="mod">
          <ac:chgData name="强 李" userId="cd6c7ec7188785ae" providerId="LiveId" clId="{C457158F-8947-49DB-927C-821EC5E27B7C}" dt="2024-06-15T11:17:45.566" v="479" actId="14100"/>
          <ac:cxnSpMkLst>
            <pc:docMk/>
            <pc:sldMk cId="54695671" sldId="531"/>
            <ac:cxnSpMk id="20" creationId="{01E2CE10-9C1F-2283-0A6E-22BDC89FE6AB}"/>
          </ac:cxnSpMkLst>
        </pc:cxnChg>
        <pc:cxnChg chg="add mod">
          <ac:chgData name="强 李" userId="cd6c7ec7188785ae" providerId="LiveId" clId="{C457158F-8947-49DB-927C-821EC5E27B7C}" dt="2024-06-15T11:19:52.841" v="488" actId="208"/>
          <ac:cxnSpMkLst>
            <pc:docMk/>
            <pc:sldMk cId="54695671" sldId="531"/>
            <ac:cxnSpMk id="23" creationId="{7B2DEC09-91B3-2205-BA09-D79FD634A619}"/>
          </ac:cxnSpMkLst>
        </pc:cxnChg>
      </pc:sldChg>
      <pc:sldChg chg="modSp mod">
        <pc:chgData name="强 李" userId="cd6c7ec7188785ae" providerId="LiveId" clId="{C457158F-8947-49DB-927C-821EC5E27B7C}" dt="2024-06-15T23:00:06.684" v="5183"/>
        <pc:sldMkLst>
          <pc:docMk/>
          <pc:sldMk cId="1242525785" sldId="543"/>
        </pc:sldMkLst>
        <pc:spChg chg="mod">
          <ac:chgData name="强 李" userId="cd6c7ec7188785ae" providerId="LiveId" clId="{C457158F-8947-49DB-927C-821EC5E27B7C}" dt="2024-06-15T23:00:06.684" v="5183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C457158F-8947-49DB-927C-821EC5E27B7C}" dt="2024-06-15T14:03:15.142" v="2924"/>
        <pc:sldMkLst>
          <pc:docMk/>
          <pc:sldMk cId="419382719" sldId="552"/>
        </pc:sldMkLst>
        <pc:graphicFrameChg chg="mod modGraphic">
          <ac:chgData name="强 李" userId="cd6c7ec7188785ae" providerId="LiveId" clId="{C457158F-8947-49DB-927C-821EC5E27B7C}" dt="2024-06-15T14:03:15.142" v="2924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modSp mod">
        <pc:chgData name="强 李" userId="cd6c7ec7188785ae" providerId="LiveId" clId="{C457158F-8947-49DB-927C-821EC5E27B7C}" dt="2024-06-15T13:46:16.386" v="2021" actId="6549"/>
        <pc:sldMkLst>
          <pc:docMk/>
          <pc:sldMk cId="530530540" sldId="553"/>
        </pc:sldMkLst>
        <pc:spChg chg="mod">
          <ac:chgData name="强 李" userId="cd6c7ec7188785ae" providerId="LiveId" clId="{C457158F-8947-49DB-927C-821EC5E27B7C}" dt="2024-06-15T13:46:16.386" v="2021" actId="6549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C457158F-8947-49DB-927C-821EC5E27B7C}" dt="2024-06-15T11:21:46.879" v="530"/>
          <ac:spMkLst>
            <pc:docMk/>
            <pc:sldMk cId="530530540" sldId="553"/>
            <ac:spMk id="18" creationId="{00000000-0000-0000-0000-000000000000}"/>
          </ac:spMkLst>
        </pc:spChg>
      </pc:sldChg>
      <pc:sldChg chg="modSp add del mod">
        <pc:chgData name="强 李" userId="cd6c7ec7188785ae" providerId="LiveId" clId="{C457158F-8947-49DB-927C-821EC5E27B7C}" dt="2024-06-15T11:25:43.710" v="644" actId="1076"/>
        <pc:sldMkLst>
          <pc:docMk/>
          <pc:sldMk cId="3418790839" sldId="554"/>
        </pc:sldMkLst>
        <pc:spChg chg="mod">
          <ac:chgData name="强 李" userId="cd6c7ec7188785ae" providerId="LiveId" clId="{C457158F-8947-49DB-927C-821EC5E27B7C}" dt="2024-06-15T11:10:39.714" v="2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C457158F-8947-49DB-927C-821EC5E27B7C}" dt="2024-06-15T11:07:08.235" v="59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C457158F-8947-49DB-927C-821EC5E27B7C}" dt="2024-06-15T11:07:17.818" v="60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C457158F-8947-49DB-927C-821EC5E27B7C}" dt="2024-06-15T11:08:37.863" v="105" actId="20577"/>
          <ac:spMkLst>
            <pc:docMk/>
            <pc:sldMk cId="3418790839" sldId="554"/>
            <ac:spMk id="16" creationId="{7DE16206-6F61-BEC3-0DA4-3625D631A8E6}"/>
          </ac:spMkLst>
        </pc:spChg>
        <pc:grpChg chg="mod">
          <ac:chgData name="强 李" userId="cd6c7ec7188785ae" providerId="LiveId" clId="{C457158F-8947-49DB-927C-821EC5E27B7C}" dt="2024-06-15T11:08:25.246" v="95" actId="14100"/>
          <ac:grpSpMkLst>
            <pc:docMk/>
            <pc:sldMk cId="3418790839" sldId="554"/>
            <ac:grpSpMk id="6" creationId="{56CD5BD2-A0CC-7D0E-3BD1-0613845A3BF3}"/>
          </ac:grpSpMkLst>
        </pc:grpChg>
        <pc:cxnChg chg="mod">
          <ac:chgData name="强 李" userId="cd6c7ec7188785ae" providerId="LiveId" clId="{C457158F-8947-49DB-927C-821EC5E27B7C}" dt="2024-06-15T11:25:43.710" v="644" actId="1076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modSp mod">
        <pc:chgData name="强 李" userId="cd6c7ec7188785ae" providerId="LiveId" clId="{C457158F-8947-49DB-927C-821EC5E27B7C}" dt="2024-06-15T11:01:18.641" v="10" actId="20577"/>
        <pc:sldMkLst>
          <pc:docMk/>
          <pc:sldMk cId="1911491714" sldId="560"/>
        </pc:sldMkLst>
        <pc:spChg chg="mod">
          <ac:chgData name="强 李" userId="cd6c7ec7188785ae" providerId="LiveId" clId="{C457158F-8947-49DB-927C-821EC5E27B7C}" dt="2024-06-15T11:00:58.739" v="2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C457158F-8947-49DB-927C-821EC5E27B7C}" dt="2024-06-15T11:01:18.641" v="10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add del">
        <pc:chgData name="强 李" userId="cd6c7ec7188785ae" providerId="LiveId" clId="{C457158F-8947-49DB-927C-821EC5E27B7C}" dt="2024-06-15T11:11:15.687" v="280" actId="47"/>
        <pc:sldMkLst>
          <pc:docMk/>
          <pc:sldMk cId="1085292941" sldId="597"/>
        </pc:sldMkLst>
      </pc:sldChg>
      <pc:sldChg chg="add del">
        <pc:chgData name="强 李" userId="cd6c7ec7188785ae" providerId="LiveId" clId="{C457158F-8947-49DB-927C-821EC5E27B7C}" dt="2024-06-15T11:11:15.687" v="280" actId="47"/>
        <pc:sldMkLst>
          <pc:docMk/>
          <pc:sldMk cId="267840289" sldId="598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3532749890" sldId="600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4252029166" sldId="601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2745293410" sldId="602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2518390947" sldId="603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2890221013" sldId="604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827108727" sldId="605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1556551709" sldId="606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2349581962" sldId="607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303087663" sldId="608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2597204018" sldId="609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3052620705" sldId="610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4116270909" sldId="612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3217662914" sldId="613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541045773" sldId="614"/>
        </pc:sldMkLst>
      </pc:sldChg>
      <pc:sldChg chg="modSp add mod">
        <pc:chgData name="强 李" userId="cd6c7ec7188785ae" providerId="LiveId" clId="{C457158F-8947-49DB-927C-821EC5E27B7C}" dt="2024-06-15T13:25:53.322" v="826" actId="6549"/>
        <pc:sldMkLst>
          <pc:docMk/>
          <pc:sldMk cId="2229376115" sldId="615"/>
        </pc:sldMkLst>
        <pc:spChg chg="mod">
          <ac:chgData name="强 李" userId="cd6c7ec7188785ae" providerId="LiveId" clId="{C457158F-8947-49DB-927C-821EC5E27B7C}" dt="2024-06-15T13:25:53.322" v="826" actId="6549"/>
          <ac:spMkLst>
            <pc:docMk/>
            <pc:sldMk cId="2229376115" sldId="615"/>
            <ac:spMk id="2" creationId="{00000000-0000-0000-0000-000000000000}"/>
          </ac:spMkLst>
        </pc:spChg>
      </pc:sldChg>
      <pc:sldChg chg="modSp add mod ord">
        <pc:chgData name="强 李" userId="cd6c7ec7188785ae" providerId="LiveId" clId="{C457158F-8947-49DB-927C-821EC5E27B7C}" dt="2024-06-15T13:37:38.446" v="1321"/>
        <pc:sldMkLst>
          <pc:docMk/>
          <pc:sldMk cId="317140320" sldId="616"/>
        </pc:sldMkLst>
        <pc:spChg chg="mod">
          <ac:chgData name="强 李" userId="cd6c7ec7188785ae" providerId="LiveId" clId="{C457158F-8947-49DB-927C-821EC5E27B7C}" dt="2024-06-15T13:37:38.446" v="1321"/>
          <ac:spMkLst>
            <pc:docMk/>
            <pc:sldMk cId="317140320" sldId="616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3:34:46.028" v="1144" actId="1035"/>
        <pc:sldMkLst>
          <pc:docMk/>
          <pc:sldMk cId="4157066080" sldId="617"/>
        </pc:sldMkLst>
        <pc:spChg chg="mod">
          <ac:chgData name="强 李" userId="cd6c7ec7188785ae" providerId="LiveId" clId="{C457158F-8947-49DB-927C-821EC5E27B7C}" dt="2024-06-15T13:34:46.028" v="1144" actId="1035"/>
          <ac:spMkLst>
            <pc:docMk/>
            <pc:sldMk cId="4157066080" sldId="617"/>
            <ac:spMk id="2" creationId="{00000000-0000-0000-0000-000000000000}"/>
          </ac:spMkLst>
        </pc:spChg>
      </pc:sldChg>
      <pc:sldChg chg="modSp add mod ord">
        <pc:chgData name="强 李" userId="cd6c7ec7188785ae" providerId="LiveId" clId="{C457158F-8947-49DB-927C-821EC5E27B7C}" dt="2024-06-15T13:39:32.704" v="1470" actId="6549"/>
        <pc:sldMkLst>
          <pc:docMk/>
          <pc:sldMk cId="50101387" sldId="618"/>
        </pc:sldMkLst>
        <pc:spChg chg="mod">
          <ac:chgData name="强 李" userId="cd6c7ec7188785ae" providerId="LiveId" clId="{C457158F-8947-49DB-927C-821EC5E27B7C}" dt="2024-06-15T13:39:32.704" v="1470" actId="6549"/>
          <ac:spMkLst>
            <pc:docMk/>
            <pc:sldMk cId="50101387" sldId="618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3:40:26.219" v="1519" actId="20577"/>
        <pc:sldMkLst>
          <pc:docMk/>
          <pc:sldMk cId="868658499" sldId="619"/>
        </pc:sldMkLst>
        <pc:spChg chg="mod">
          <ac:chgData name="强 李" userId="cd6c7ec7188785ae" providerId="LiveId" clId="{C457158F-8947-49DB-927C-821EC5E27B7C}" dt="2024-06-15T13:40:26.219" v="1519" actId="20577"/>
          <ac:spMkLst>
            <pc:docMk/>
            <pc:sldMk cId="868658499" sldId="619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3:45:39.533" v="1997"/>
        <pc:sldMkLst>
          <pc:docMk/>
          <pc:sldMk cId="1199111817" sldId="620"/>
        </pc:sldMkLst>
        <pc:spChg chg="mod">
          <ac:chgData name="强 李" userId="cd6c7ec7188785ae" providerId="LiveId" clId="{C457158F-8947-49DB-927C-821EC5E27B7C}" dt="2024-06-15T13:45:39.533" v="1997"/>
          <ac:spMkLst>
            <pc:docMk/>
            <pc:sldMk cId="1199111817" sldId="620"/>
            <ac:spMk id="2" creationId="{00000000-0000-0000-0000-000000000000}"/>
          </ac:spMkLst>
        </pc:spChg>
        <pc:spChg chg="mod">
          <ac:chgData name="强 李" userId="cd6c7ec7188785ae" providerId="LiveId" clId="{C457158F-8947-49DB-927C-821EC5E27B7C}" dt="2024-06-15T13:40:55.045" v="1561"/>
          <ac:spMkLst>
            <pc:docMk/>
            <pc:sldMk cId="1199111817" sldId="620"/>
            <ac:spMk id="18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3:41:59.171" v="1657" actId="6549"/>
        <pc:sldMkLst>
          <pc:docMk/>
          <pc:sldMk cId="1674206809" sldId="621"/>
        </pc:sldMkLst>
        <pc:spChg chg="mod">
          <ac:chgData name="强 李" userId="cd6c7ec7188785ae" providerId="LiveId" clId="{C457158F-8947-49DB-927C-821EC5E27B7C}" dt="2024-06-15T13:41:59.171" v="1657" actId="6549"/>
          <ac:spMkLst>
            <pc:docMk/>
            <pc:sldMk cId="1674206809" sldId="621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3:53:28.325" v="2643" actId="6549"/>
        <pc:sldMkLst>
          <pc:docMk/>
          <pc:sldMk cId="151196573" sldId="622"/>
        </pc:sldMkLst>
        <pc:spChg chg="mod">
          <ac:chgData name="强 李" userId="cd6c7ec7188785ae" providerId="LiveId" clId="{C457158F-8947-49DB-927C-821EC5E27B7C}" dt="2024-06-15T13:53:28.325" v="2643" actId="6549"/>
          <ac:spMkLst>
            <pc:docMk/>
            <pc:sldMk cId="151196573" sldId="622"/>
            <ac:spMk id="18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3:53:31.963" v="2644" actId="6549"/>
        <pc:sldMkLst>
          <pc:docMk/>
          <pc:sldMk cId="1177823418" sldId="623"/>
        </pc:sldMkLst>
        <pc:spChg chg="mod">
          <ac:chgData name="强 李" userId="cd6c7ec7188785ae" providerId="LiveId" clId="{C457158F-8947-49DB-927C-821EC5E27B7C}" dt="2024-06-15T13:49:13.035" v="2390" actId="6549"/>
          <ac:spMkLst>
            <pc:docMk/>
            <pc:sldMk cId="1177823418" sldId="623"/>
            <ac:spMk id="2" creationId="{00000000-0000-0000-0000-000000000000}"/>
          </ac:spMkLst>
        </pc:spChg>
        <pc:spChg chg="mod">
          <ac:chgData name="强 李" userId="cd6c7ec7188785ae" providerId="LiveId" clId="{C457158F-8947-49DB-927C-821EC5E27B7C}" dt="2024-06-15T13:53:31.963" v="2644" actId="6549"/>
          <ac:spMkLst>
            <pc:docMk/>
            <pc:sldMk cId="1177823418" sldId="623"/>
            <ac:spMk id="18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3:53:35.181" v="2645" actId="6549"/>
        <pc:sldMkLst>
          <pc:docMk/>
          <pc:sldMk cId="1012318636" sldId="624"/>
        </pc:sldMkLst>
        <pc:spChg chg="mod">
          <ac:chgData name="强 李" userId="cd6c7ec7188785ae" providerId="LiveId" clId="{C457158F-8947-49DB-927C-821EC5E27B7C}" dt="2024-06-15T13:51:38.546" v="2601" actId="108"/>
          <ac:spMkLst>
            <pc:docMk/>
            <pc:sldMk cId="1012318636" sldId="624"/>
            <ac:spMk id="2" creationId="{00000000-0000-0000-0000-000000000000}"/>
          </ac:spMkLst>
        </pc:spChg>
        <pc:spChg chg="mod">
          <ac:chgData name="强 李" userId="cd6c7ec7188785ae" providerId="LiveId" clId="{C457158F-8947-49DB-927C-821EC5E27B7C}" dt="2024-06-15T13:53:35.181" v="2645" actId="6549"/>
          <ac:spMkLst>
            <pc:docMk/>
            <pc:sldMk cId="1012318636" sldId="624"/>
            <ac:spMk id="18" creationId="{00000000-0000-0000-0000-000000000000}"/>
          </ac:spMkLst>
        </pc:spChg>
      </pc:sldChg>
      <pc:sldChg chg="addSp modSp add mod modAnim">
        <pc:chgData name="强 李" userId="cd6c7ec7188785ae" providerId="LiveId" clId="{C457158F-8947-49DB-927C-821EC5E27B7C}" dt="2024-06-15T13:56:57.012" v="2713" actId="1035"/>
        <pc:sldMkLst>
          <pc:docMk/>
          <pc:sldMk cId="3418861399" sldId="625"/>
        </pc:sldMkLst>
        <pc:spChg chg="mod">
          <ac:chgData name="强 李" userId="cd6c7ec7188785ae" providerId="LiveId" clId="{C457158F-8947-49DB-927C-821EC5E27B7C}" dt="2024-06-15T13:54:25.325" v="2706" actId="113"/>
          <ac:spMkLst>
            <pc:docMk/>
            <pc:sldMk cId="3418861399" sldId="625"/>
            <ac:spMk id="2" creationId="{00000000-0000-0000-0000-000000000000}"/>
          </ac:spMkLst>
        </pc:spChg>
        <pc:spChg chg="mod">
          <ac:chgData name="强 李" userId="cd6c7ec7188785ae" providerId="LiveId" clId="{C457158F-8947-49DB-927C-821EC5E27B7C}" dt="2024-06-15T13:53:52.025" v="2669"/>
          <ac:spMkLst>
            <pc:docMk/>
            <pc:sldMk cId="3418861399" sldId="625"/>
            <ac:spMk id="18" creationId="{00000000-0000-0000-0000-000000000000}"/>
          </ac:spMkLst>
        </pc:spChg>
        <pc:picChg chg="add mod">
          <ac:chgData name="强 李" userId="cd6c7ec7188785ae" providerId="LiveId" clId="{C457158F-8947-49DB-927C-821EC5E27B7C}" dt="2024-06-15T13:56:57.012" v="2713" actId="1035"/>
          <ac:picMkLst>
            <pc:docMk/>
            <pc:sldMk cId="3418861399" sldId="625"/>
            <ac:picMk id="4" creationId="{18CDA002-84FD-3A03-8EF0-CE089E80FE2B}"/>
          </ac:picMkLst>
        </pc:picChg>
      </pc:sldChg>
      <pc:sldChg chg="modSp add mod">
        <pc:chgData name="强 李" userId="cd6c7ec7188785ae" providerId="LiveId" clId="{C457158F-8947-49DB-927C-821EC5E27B7C}" dt="2024-06-15T14:04:53.653" v="3085" actId="6549"/>
        <pc:sldMkLst>
          <pc:docMk/>
          <pc:sldMk cId="2613210105" sldId="626"/>
        </pc:sldMkLst>
        <pc:spChg chg="mod">
          <ac:chgData name="强 李" userId="cd6c7ec7188785ae" providerId="LiveId" clId="{C457158F-8947-49DB-927C-821EC5E27B7C}" dt="2024-06-15T14:04:53.653" v="3085" actId="6549"/>
          <ac:spMkLst>
            <pc:docMk/>
            <pc:sldMk cId="2613210105" sldId="626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4:10:00.523" v="3525"/>
        <pc:sldMkLst>
          <pc:docMk/>
          <pc:sldMk cId="1942764581" sldId="627"/>
        </pc:sldMkLst>
        <pc:spChg chg="mod">
          <ac:chgData name="强 李" userId="cd6c7ec7188785ae" providerId="LiveId" clId="{C457158F-8947-49DB-927C-821EC5E27B7C}" dt="2024-06-15T14:10:00.523" v="3525"/>
          <ac:spMkLst>
            <pc:docMk/>
            <pc:sldMk cId="1942764581" sldId="627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4:13:24.664" v="3760"/>
        <pc:sldMkLst>
          <pc:docMk/>
          <pc:sldMk cId="4222497600" sldId="628"/>
        </pc:sldMkLst>
        <pc:spChg chg="mod">
          <ac:chgData name="强 李" userId="cd6c7ec7188785ae" providerId="LiveId" clId="{C457158F-8947-49DB-927C-821EC5E27B7C}" dt="2024-06-15T14:13:24.664" v="3760"/>
          <ac:spMkLst>
            <pc:docMk/>
            <pc:sldMk cId="4222497600" sldId="628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4:15:14.575" v="3921" actId="5793"/>
        <pc:sldMkLst>
          <pc:docMk/>
          <pc:sldMk cId="1273002960" sldId="629"/>
        </pc:sldMkLst>
        <pc:spChg chg="mod">
          <ac:chgData name="强 李" userId="cd6c7ec7188785ae" providerId="LiveId" clId="{C457158F-8947-49DB-927C-821EC5E27B7C}" dt="2024-06-15T14:15:14.575" v="3921" actId="5793"/>
          <ac:spMkLst>
            <pc:docMk/>
            <pc:sldMk cId="1273002960" sldId="629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4:19:18.599" v="4058" actId="6549"/>
        <pc:sldMkLst>
          <pc:docMk/>
          <pc:sldMk cId="1313466569" sldId="630"/>
        </pc:sldMkLst>
        <pc:spChg chg="mod">
          <ac:chgData name="强 李" userId="cd6c7ec7188785ae" providerId="LiveId" clId="{C457158F-8947-49DB-927C-821EC5E27B7C}" dt="2024-06-15T14:19:18.599" v="4058" actId="6549"/>
          <ac:spMkLst>
            <pc:docMk/>
            <pc:sldMk cId="1313466569" sldId="630"/>
            <ac:spMk id="2" creationId="{00000000-0000-0000-0000-000000000000}"/>
          </ac:spMkLst>
        </pc:spChg>
      </pc:sldChg>
      <pc:sldChg chg="modSp add mod ord">
        <pc:chgData name="强 李" userId="cd6c7ec7188785ae" providerId="LiveId" clId="{C457158F-8947-49DB-927C-821EC5E27B7C}" dt="2024-06-15T14:25:31.839" v="4421"/>
        <pc:sldMkLst>
          <pc:docMk/>
          <pc:sldMk cId="1505335990" sldId="631"/>
        </pc:sldMkLst>
        <pc:spChg chg="mod">
          <ac:chgData name="强 李" userId="cd6c7ec7188785ae" providerId="LiveId" clId="{C457158F-8947-49DB-927C-821EC5E27B7C}" dt="2024-06-15T14:25:31.839" v="4421"/>
          <ac:spMkLst>
            <pc:docMk/>
            <pc:sldMk cId="1505335990" sldId="631"/>
            <ac:spMk id="2" creationId="{00000000-0000-0000-0000-000000000000}"/>
          </ac:spMkLst>
        </pc:spChg>
        <pc:spChg chg="mod">
          <ac:chgData name="强 李" userId="cd6c7ec7188785ae" providerId="LiveId" clId="{C457158F-8947-49DB-927C-821EC5E27B7C}" dt="2024-06-15T14:22:19.837" v="4214"/>
          <ac:spMkLst>
            <pc:docMk/>
            <pc:sldMk cId="1505335990" sldId="631"/>
            <ac:spMk id="18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4:21:34.214" v="4195"/>
        <pc:sldMkLst>
          <pc:docMk/>
          <pc:sldMk cId="3437739755" sldId="632"/>
        </pc:sldMkLst>
        <pc:spChg chg="mod">
          <ac:chgData name="强 李" userId="cd6c7ec7188785ae" providerId="LiveId" clId="{C457158F-8947-49DB-927C-821EC5E27B7C}" dt="2024-06-15T14:21:34.214" v="4195"/>
          <ac:spMkLst>
            <pc:docMk/>
            <pc:sldMk cId="3437739755" sldId="632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4:27:01.315" v="4523" actId="20577"/>
        <pc:sldMkLst>
          <pc:docMk/>
          <pc:sldMk cId="3692930935" sldId="633"/>
        </pc:sldMkLst>
        <pc:spChg chg="mod">
          <ac:chgData name="强 李" userId="cd6c7ec7188785ae" providerId="LiveId" clId="{C457158F-8947-49DB-927C-821EC5E27B7C}" dt="2024-06-15T14:27:01.315" v="4523" actId="20577"/>
          <ac:spMkLst>
            <pc:docMk/>
            <pc:sldMk cId="3692930935" sldId="633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4:28:40.213" v="4732" actId="6549"/>
        <pc:sldMkLst>
          <pc:docMk/>
          <pc:sldMk cId="4279683633" sldId="634"/>
        </pc:sldMkLst>
        <pc:spChg chg="mod">
          <ac:chgData name="强 李" userId="cd6c7ec7188785ae" providerId="LiveId" clId="{C457158F-8947-49DB-927C-821EC5E27B7C}" dt="2024-06-15T14:28:40.213" v="4732" actId="6549"/>
          <ac:spMkLst>
            <pc:docMk/>
            <pc:sldMk cId="4279683633" sldId="634"/>
            <ac:spMk id="2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76FC01-0F21-475B-85EA-274FB5949CEE}">
      <dgm:prSet custT="1"/>
      <dgm:spPr/>
      <dgm:t>
        <a:bodyPr/>
        <a:lstStyle/>
        <a:p>
          <a:r>
            <a:rPr lang="en-US" sz="3200" dirty="0"/>
            <a:t>1. 10</a:t>
          </a:r>
          <a:r>
            <a:rPr lang="en-US" altLang="zh-CN" sz="3200" dirty="0"/>
            <a:t>~12</a:t>
          </a:r>
          <a:r>
            <a:rPr lang="zh-CN" altLang="en-US" sz="3200" dirty="0"/>
            <a:t>节出了几类人的见证？</a:t>
          </a:r>
          <a:endParaRPr lang="en-US" sz="3200" dirty="0"/>
        </a:p>
      </dgm:t>
    </dgm:pt>
    <dgm:pt modelId="{D1D38E7F-16EA-4301-BBA5-CA2CF10E48D8}" type="parTrans" cxnId="{14BA01FB-BBCD-4D00-A6A0-9A70A9AB68B7}">
      <dgm:prSet/>
      <dgm:spPr/>
      <dgm:t>
        <a:bodyPr/>
        <a:lstStyle/>
        <a:p>
          <a:endParaRPr lang="en-US" sz="4000"/>
        </a:p>
      </dgm:t>
    </dgm:pt>
    <dgm:pt modelId="{CFDA8DFF-2E53-463E-9C51-FEB63EFB3957}" type="sibTrans" cxnId="{14BA01FB-BBCD-4D00-A6A0-9A70A9AB68B7}">
      <dgm:prSet/>
      <dgm:spPr/>
      <dgm:t>
        <a:bodyPr/>
        <a:lstStyle/>
        <a:p>
          <a:endParaRPr lang="en-US" sz="4000"/>
        </a:p>
      </dgm:t>
    </dgm:pt>
    <dgm:pt modelId="{F3B345D5-7D6A-40B4-A8B5-8D58FC184AC8}">
      <dgm:prSet custT="1"/>
      <dgm:spPr/>
      <dgm:t>
        <a:bodyPr/>
        <a:lstStyle/>
        <a:p>
          <a:r>
            <a:rPr lang="en-US" sz="3200" dirty="0"/>
            <a:t>2.</a:t>
          </a:r>
          <a:r>
            <a:rPr lang="zh-CN" altLang="en-US" sz="3200" dirty="0"/>
            <a:t>你当下</a:t>
          </a:r>
          <a:r>
            <a:rPr lang="zh-CN" sz="3200" dirty="0"/>
            <a:t>认为自己</a:t>
          </a:r>
          <a:r>
            <a:rPr lang="zh-CN" altLang="en-US" sz="3200" dirty="0"/>
            <a:t>顺服上需要长进地方？</a:t>
          </a:r>
          <a:endParaRPr lang="en-US" sz="3200" dirty="0"/>
        </a:p>
      </dgm:t>
    </dgm:pt>
    <dgm:pt modelId="{58A9D0BC-EA5B-426F-8EFC-89F5E2AD176F}" type="parTrans" cxnId="{D7C08A80-39D3-4F49-9183-E7D1A6CD5FDF}">
      <dgm:prSet/>
      <dgm:spPr/>
      <dgm:t>
        <a:bodyPr/>
        <a:lstStyle/>
        <a:p>
          <a:endParaRPr lang="en-US" sz="4000"/>
        </a:p>
      </dgm:t>
    </dgm:pt>
    <dgm:pt modelId="{31206C19-BCFB-4241-AFF4-D8120521141F}" type="sibTrans" cxnId="{D7C08A80-39D3-4F49-9183-E7D1A6CD5FDF}">
      <dgm:prSet/>
      <dgm:spPr/>
      <dgm:t>
        <a:bodyPr/>
        <a:lstStyle/>
        <a:p>
          <a:endParaRPr lang="en-US" sz="4000"/>
        </a:p>
      </dgm:t>
    </dgm:pt>
    <dgm:pt modelId="{74982DA8-69FD-4613-A503-8C299FE55366}">
      <dgm:prSet custT="1"/>
      <dgm:spPr/>
      <dgm:t>
        <a:bodyPr/>
        <a:lstStyle/>
        <a:p>
          <a:r>
            <a:rPr lang="en-US" sz="3200" dirty="0"/>
            <a:t>3. </a:t>
          </a:r>
          <a:r>
            <a:rPr lang="zh-CN" altLang="en-US" sz="3200" dirty="0"/>
            <a:t>你当下自己圣洁上需要操练长进的地方</a:t>
          </a:r>
          <a:r>
            <a:rPr lang="zh-CN" sz="3200" dirty="0"/>
            <a:t>？</a:t>
          </a:r>
          <a:endParaRPr lang="en-US" sz="3200" dirty="0"/>
        </a:p>
      </dgm:t>
    </dgm:pt>
    <dgm:pt modelId="{68F55F50-5FE8-465A-A335-8CE6EC9F4876}" type="parTrans" cxnId="{D1A5C339-A9A6-453D-875E-D104C5E21575}">
      <dgm:prSet/>
      <dgm:spPr/>
      <dgm:t>
        <a:bodyPr/>
        <a:lstStyle/>
        <a:p>
          <a:endParaRPr lang="en-US" sz="4000"/>
        </a:p>
      </dgm:t>
    </dgm:pt>
    <dgm:pt modelId="{B53015F6-A74B-43A1-9324-9EA86A44CBC3}" type="sibTrans" cxnId="{D1A5C339-A9A6-453D-875E-D104C5E21575}">
      <dgm:prSet/>
      <dgm:spPr/>
      <dgm:t>
        <a:bodyPr/>
        <a:lstStyle/>
        <a:p>
          <a:endParaRPr lang="en-US" sz="4000"/>
        </a:p>
      </dgm:t>
    </dgm:pt>
    <dgm:pt modelId="{1F12DA8F-2D73-42EB-96BB-B7F23E046792}" type="pres">
      <dgm:prSet presAssocID="{0FFEBC65-5800-49C2-ACE8-714124562FFC}" presName="linear" presStyleCnt="0">
        <dgm:presLayoutVars>
          <dgm:dir/>
          <dgm:animLvl val="lvl"/>
          <dgm:resizeHandles val="exact"/>
        </dgm:presLayoutVars>
      </dgm:prSet>
      <dgm:spPr/>
    </dgm:pt>
    <dgm:pt modelId="{AEC063B2-7783-4155-A879-3FB3B2D793DC}" type="pres">
      <dgm:prSet presAssocID="{C176FC01-0F21-475B-85EA-274FB5949CEE}" presName="parentLin" presStyleCnt="0"/>
      <dgm:spPr/>
    </dgm:pt>
    <dgm:pt modelId="{92496FFA-3E4F-4752-B5AE-E88700E86530}" type="pres">
      <dgm:prSet presAssocID="{C176FC01-0F21-475B-85EA-274FB5949CEE}" presName="parentLeftMargin" presStyleLbl="node1" presStyleIdx="0" presStyleCnt="3"/>
      <dgm:spPr/>
    </dgm:pt>
    <dgm:pt modelId="{D380AF95-F959-4D0A-B7E1-7422A5B1EAB9}" type="pres">
      <dgm:prSet presAssocID="{C176FC01-0F21-475B-85EA-274FB5949CEE}" presName="parentText" presStyleLbl="node1" presStyleIdx="0" presStyleCnt="3" custScaleX="142857">
        <dgm:presLayoutVars>
          <dgm:chMax val="0"/>
          <dgm:bulletEnabled val="1"/>
        </dgm:presLayoutVars>
      </dgm:prSet>
      <dgm:spPr/>
    </dgm:pt>
    <dgm:pt modelId="{BFF9330A-5949-4295-ACC2-9B2A12355909}" type="pres">
      <dgm:prSet presAssocID="{C176FC01-0F21-475B-85EA-274FB5949CEE}" presName="negativeSpace" presStyleCnt="0"/>
      <dgm:spPr/>
    </dgm:pt>
    <dgm:pt modelId="{848F4D12-C394-4ABC-9593-6F1DC924B5B9}" type="pres">
      <dgm:prSet presAssocID="{C176FC01-0F21-475B-85EA-274FB5949CEE}" presName="childText" presStyleLbl="conFgAcc1" presStyleIdx="0" presStyleCnt="3">
        <dgm:presLayoutVars>
          <dgm:bulletEnabled val="1"/>
        </dgm:presLayoutVars>
      </dgm:prSet>
      <dgm:spPr/>
    </dgm:pt>
    <dgm:pt modelId="{BCF3AA3D-C523-4447-8B75-EDE1FDCAE301}" type="pres">
      <dgm:prSet presAssocID="{CFDA8DFF-2E53-463E-9C51-FEB63EFB3957}" presName="spaceBetweenRectangles" presStyleCnt="0"/>
      <dgm:spPr/>
    </dgm:pt>
    <dgm:pt modelId="{D30C43A6-2353-447A-8CB9-C61F797183D6}" type="pres">
      <dgm:prSet presAssocID="{F3B345D5-7D6A-40B4-A8B5-8D58FC184AC8}" presName="parentLin" presStyleCnt="0"/>
      <dgm:spPr/>
    </dgm:pt>
    <dgm:pt modelId="{01724ED6-55E4-4FFC-A11D-6005B0F3F873}" type="pres">
      <dgm:prSet presAssocID="{F3B345D5-7D6A-40B4-A8B5-8D58FC184AC8}" presName="parentLeftMargin" presStyleLbl="node1" presStyleIdx="0" presStyleCnt="3"/>
      <dgm:spPr/>
    </dgm:pt>
    <dgm:pt modelId="{6C6E9518-0146-482C-87F7-ED6910F3F12A}" type="pres">
      <dgm:prSet presAssocID="{F3B345D5-7D6A-40B4-A8B5-8D58FC184AC8}" presName="parentText" presStyleLbl="node1" presStyleIdx="1" presStyleCnt="3" custScaleX="142857">
        <dgm:presLayoutVars>
          <dgm:chMax val="0"/>
          <dgm:bulletEnabled val="1"/>
        </dgm:presLayoutVars>
      </dgm:prSet>
      <dgm:spPr/>
    </dgm:pt>
    <dgm:pt modelId="{EDCC1AFF-4A1D-4243-AAB9-5F9E37DC5425}" type="pres">
      <dgm:prSet presAssocID="{F3B345D5-7D6A-40B4-A8B5-8D58FC184AC8}" presName="negativeSpace" presStyleCnt="0"/>
      <dgm:spPr/>
    </dgm:pt>
    <dgm:pt modelId="{7D08B866-75B8-438F-B5B3-827B52936C85}" type="pres">
      <dgm:prSet presAssocID="{F3B345D5-7D6A-40B4-A8B5-8D58FC184AC8}" presName="childText" presStyleLbl="conFgAcc1" presStyleIdx="1" presStyleCnt="3">
        <dgm:presLayoutVars>
          <dgm:bulletEnabled val="1"/>
        </dgm:presLayoutVars>
      </dgm:prSet>
      <dgm:spPr/>
    </dgm:pt>
    <dgm:pt modelId="{58E1F496-3E5E-40B9-A5FE-5DCE72A4A0EA}" type="pres">
      <dgm:prSet presAssocID="{31206C19-BCFB-4241-AFF4-D8120521141F}" presName="spaceBetweenRectangles" presStyleCnt="0"/>
      <dgm:spPr/>
    </dgm:pt>
    <dgm:pt modelId="{A82C0C93-3AC6-487C-AC31-CE906AAEFBA1}" type="pres">
      <dgm:prSet presAssocID="{74982DA8-69FD-4613-A503-8C299FE55366}" presName="parentLin" presStyleCnt="0"/>
      <dgm:spPr/>
    </dgm:pt>
    <dgm:pt modelId="{0FC55B0C-8B97-4275-8596-A379BFA6805B}" type="pres">
      <dgm:prSet presAssocID="{74982DA8-69FD-4613-A503-8C299FE55366}" presName="parentLeftMargin" presStyleLbl="node1" presStyleIdx="1" presStyleCnt="3"/>
      <dgm:spPr/>
    </dgm:pt>
    <dgm:pt modelId="{8EB4FA3E-C890-4823-B918-12AD6C8AC679}" type="pres">
      <dgm:prSet presAssocID="{74982DA8-69FD-4613-A503-8C299FE55366}" presName="parentText" presStyleLbl="node1" presStyleIdx="2" presStyleCnt="3" custScaleX="142857">
        <dgm:presLayoutVars>
          <dgm:chMax val="0"/>
          <dgm:bulletEnabled val="1"/>
        </dgm:presLayoutVars>
      </dgm:prSet>
      <dgm:spPr/>
    </dgm:pt>
    <dgm:pt modelId="{478C0771-F5EC-4737-A829-E18FDA524713}" type="pres">
      <dgm:prSet presAssocID="{74982DA8-69FD-4613-A503-8C299FE55366}" presName="negativeSpace" presStyleCnt="0"/>
      <dgm:spPr/>
    </dgm:pt>
    <dgm:pt modelId="{A6289FCF-E881-4296-BAC6-1269D379F35F}" type="pres">
      <dgm:prSet presAssocID="{74982DA8-69FD-4613-A503-8C299FE5536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1A5C339-A9A6-453D-875E-D104C5E21575}" srcId="{0FFEBC65-5800-49C2-ACE8-714124562FFC}" destId="{74982DA8-69FD-4613-A503-8C299FE55366}" srcOrd="2" destOrd="0" parTransId="{68F55F50-5FE8-465A-A335-8CE6EC9F4876}" sibTransId="{B53015F6-A74B-43A1-9324-9EA86A44CBC3}"/>
    <dgm:cxn modelId="{32B3BC4B-6EE7-4A51-A46D-8C4EED978952}" type="presOf" srcId="{F3B345D5-7D6A-40B4-A8B5-8D58FC184AC8}" destId="{6C6E9518-0146-482C-87F7-ED6910F3F12A}" srcOrd="1" destOrd="0" presId="urn:microsoft.com/office/officeart/2005/8/layout/list1"/>
    <dgm:cxn modelId="{B950487E-1EE2-4B68-B38F-57044BF6EB1A}" type="presOf" srcId="{0FFEBC65-5800-49C2-ACE8-714124562FFC}" destId="{1F12DA8F-2D73-42EB-96BB-B7F23E046792}" srcOrd="0" destOrd="0" presId="urn:microsoft.com/office/officeart/2005/8/layout/list1"/>
    <dgm:cxn modelId="{D7C08A80-39D3-4F49-9183-E7D1A6CD5FDF}" srcId="{0FFEBC65-5800-49C2-ACE8-714124562FFC}" destId="{F3B345D5-7D6A-40B4-A8B5-8D58FC184AC8}" srcOrd="1" destOrd="0" parTransId="{58A9D0BC-EA5B-426F-8EFC-89F5E2AD176F}" sibTransId="{31206C19-BCFB-4241-AFF4-D8120521141F}"/>
    <dgm:cxn modelId="{8D99CE84-D880-49AD-85A0-AA4A2DBDAB28}" type="presOf" srcId="{74982DA8-69FD-4613-A503-8C299FE55366}" destId="{8EB4FA3E-C890-4823-B918-12AD6C8AC679}" srcOrd="1" destOrd="0" presId="urn:microsoft.com/office/officeart/2005/8/layout/list1"/>
    <dgm:cxn modelId="{FE71D29A-6B81-48DF-8BA8-F4714BDBC5BA}" type="presOf" srcId="{C176FC01-0F21-475B-85EA-274FB5949CEE}" destId="{92496FFA-3E4F-4752-B5AE-E88700E86530}" srcOrd="0" destOrd="0" presId="urn:microsoft.com/office/officeart/2005/8/layout/list1"/>
    <dgm:cxn modelId="{E17C1EA1-9D49-446A-92C7-4682A6327E3C}" type="presOf" srcId="{F3B345D5-7D6A-40B4-A8B5-8D58FC184AC8}" destId="{01724ED6-55E4-4FFC-A11D-6005B0F3F873}" srcOrd="0" destOrd="0" presId="urn:microsoft.com/office/officeart/2005/8/layout/list1"/>
    <dgm:cxn modelId="{C74143CD-6612-4200-855F-008CD44AD518}" type="presOf" srcId="{74982DA8-69FD-4613-A503-8C299FE55366}" destId="{0FC55B0C-8B97-4275-8596-A379BFA6805B}" srcOrd="0" destOrd="0" presId="urn:microsoft.com/office/officeart/2005/8/layout/list1"/>
    <dgm:cxn modelId="{41D059F8-ED48-424C-860E-372EBD35D6F8}" type="presOf" srcId="{C176FC01-0F21-475B-85EA-274FB5949CEE}" destId="{D380AF95-F959-4D0A-B7E1-7422A5B1EAB9}" srcOrd="1" destOrd="0" presId="urn:microsoft.com/office/officeart/2005/8/layout/list1"/>
    <dgm:cxn modelId="{14BA01FB-BBCD-4D00-A6A0-9A70A9AB68B7}" srcId="{0FFEBC65-5800-49C2-ACE8-714124562FFC}" destId="{C176FC01-0F21-475B-85EA-274FB5949CEE}" srcOrd="0" destOrd="0" parTransId="{D1D38E7F-16EA-4301-BBA5-CA2CF10E48D8}" sibTransId="{CFDA8DFF-2E53-463E-9C51-FEB63EFB3957}"/>
    <dgm:cxn modelId="{6672B1CE-B335-4A97-9411-A2CC6665F435}" type="presParOf" srcId="{1F12DA8F-2D73-42EB-96BB-B7F23E046792}" destId="{AEC063B2-7783-4155-A879-3FB3B2D793DC}" srcOrd="0" destOrd="0" presId="urn:microsoft.com/office/officeart/2005/8/layout/list1"/>
    <dgm:cxn modelId="{A9EF1D7E-28D7-4C51-BF8B-02F4DD90D827}" type="presParOf" srcId="{AEC063B2-7783-4155-A879-3FB3B2D793DC}" destId="{92496FFA-3E4F-4752-B5AE-E88700E86530}" srcOrd="0" destOrd="0" presId="urn:microsoft.com/office/officeart/2005/8/layout/list1"/>
    <dgm:cxn modelId="{F115C0A8-674A-43CA-9CB3-E4D876691FFB}" type="presParOf" srcId="{AEC063B2-7783-4155-A879-3FB3B2D793DC}" destId="{D380AF95-F959-4D0A-B7E1-7422A5B1EAB9}" srcOrd="1" destOrd="0" presId="urn:microsoft.com/office/officeart/2005/8/layout/list1"/>
    <dgm:cxn modelId="{859F4A83-3344-4E37-8D96-16D55036EB25}" type="presParOf" srcId="{1F12DA8F-2D73-42EB-96BB-B7F23E046792}" destId="{BFF9330A-5949-4295-ACC2-9B2A12355909}" srcOrd="1" destOrd="0" presId="urn:microsoft.com/office/officeart/2005/8/layout/list1"/>
    <dgm:cxn modelId="{BBCD0A6F-6125-4DFF-AA19-1AAAF0D97954}" type="presParOf" srcId="{1F12DA8F-2D73-42EB-96BB-B7F23E046792}" destId="{848F4D12-C394-4ABC-9593-6F1DC924B5B9}" srcOrd="2" destOrd="0" presId="urn:microsoft.com/office/officeart/2005/8/layout/list1"/>
    <dgm:cxn modelId="{4B545FD9-6CA0-460B-81E0-35C8A5EBCA9D}" type="presParOf" srcId="{1F12DA8F-2D73-42EB-96BB-B7F23E046792}" destId="{BCF3AA3D-C523-4447-8B75-EDE1FDCAE301}" srcOrd="3" destOrd="0" presId="urn:microsoft.com/office/officeart/2005/8/layout/list1"/>
    <dgm:cxn modelId="{50F7BBF0-C1BE-4976-AD10-96149DCBFB39}" type="presParOf" srcId="{1F12DA8F-2D73-42EB-96BB-B7F23E046792}" destId="{D30C43A6-2353-447A-8CB9-C61F797183D6}" srcOrd="4" destOrd="0" presId="urn:microsoft.com/office/officeart/2005/8/layout/list1"/>
    <dgm:cxn modelId="{CFDA4C92-498C-4060-801E-D5742EBD8687}" type="presParOf" srcId="{D30C43A6-2353-447A-8CB9-C61F797183D6}" destId="{01724ED6-55E4-4FFC-A11D-6005B0F3F873}" srcOrd="0" destOrd="0" presId="urn:microsoft.com/office/officeart/2005/8/layout/list1"/>
    <dgm:cxn modelId="{BFC92E83-A838-45D3-866C-18E2866941AC}" type="presParOf" srcId="{D30C43A6-2353-447A-8CB9-C61F797183D6}" destId="{6C6E9518-0146-482C-87F7-ED6910F3F12A}" srcOrd="1" destOrd="0" presId="urn:microsoft.com/office/officeart/2005/8/layout/list1"/>
    <dgm:cxn modelId="{C6A3794E-2337-48BF-8D4B-0591ABC8A13E}" type="presParOf" srcId="{1F12DA8F-2D73-42EB-96BB-B7F23E046792}" destId="{EDCC1AFF-4A1D-4243-AAB9-5F9E37DC5425}" srcOrd="5" destOrd="0" presId="urn:microsoft.com/office/officeart/2005/8/layout/list1"/>
    <dgm:cxn modelId="{81946EA2-D8B9-4DEB-BBDD-93E8CE837DDC}" type="presParOf" srcId="{1F12DA8F-2D73-42EB-96BB-B7F23E046792}" destId="{7D08B866-75B8-438F-B5B3-827B52936C85}" srcOrd="6" destOrd="0" presId="urn:microsoft.com/office/officeart/2005/8/layout/list1"/>
    <dgm:cxn modelId="{C84843ED-DCC9-4948-9F41-DE5CEC872E02}" type="presParOf" srcId="{1F12DA8F-2D73-42EB-96BB-B7F23E046792}" destId="{58E1F496-3E5E-40B9-A5FE-5DCE72A4A0EA}" srcOrd="7" destOrd="0" presId="urn:microsoft.com/office/officeart/2005/8/layout/list1"/>
    <dgm:cxn modelId="{1159BDB1-882A-47B5-B208-978E9C14685D}" type="presParOf" srcId="{1F12DA8F-2D73-42EB-96BB-B7F23E046792}" destId="{A82C0C93-3AC6-487C-AC31-CE906AAEFBA1}" srcOrd="8" destOrd="0" presId="urn:microsoft.com/office/officeart/2005/8/layout/list1"/>
    <dgm:cxn modelId="{B429EF7F-93F0-4A2B-B177-6DCAE81A74B5}" type="presParOf" srcId="{A82C0C93-3AC6-487C-AC31-CE906AAEFBA1}" destId="{0FC55B0C-8B97-4275-8596-A379BFA6805B}" srcOrd="0" destOrd="0" presId="urn:microsoft.com/office/officeart/2005/8/layout/list1"/>
    <dgm:cxn modelId="{E626B523-FD5B-4E39-ABDA-83ACD1EA6F6D}" type="presParOf" srcId="{A82C0C93-3AC6-487C-AC31-CE906AAEFBA1}" destId="{8EB4FA3E-C890-4823-B918-12AD6C8AC679}" srcOrd="1" destOrd="0" presId="urn:microsoft.com/office/officeart/2005/8/layout/list1"/>
    <dgm:cxn modelId="{33908DDB-FC8F-4D4A-93D7-FA7FC4D21264}" type="presParOf" srcId="{1F12DA8F-2D73-42EB-96BB-B7F23E046792}" destId="{478C0771-F5EC-4737-A829-E18FDA524713}" srcOrd="9" destOrd="0" presId="urn:microsoft.com/office/officeart/2005/8/layout/list1"/>
    <dgm:cxn modelId="{21975FEA-E6B0-4630-9640-5FD796B5A960}" type="presParOf" srcId="{1F12DA8F-2D73-42EB-96BB-B7F23E046792}" destId="{A6289FCF-E881-4296-BAC6-1269D379F35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F4D12-C394-4ABC-9593-6F1DC924B5B9}">
      <dsp:nvSpPr>
        <dsp:cNvPr id="0" name=""/>
        <dsp:cNvSpPr/>
      </dsp:nvSpPr>
      <dsp:spPr>
        <a:xfrm>
          <a:off x="0" y="643710"/>
          <a:ext cx="6900512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0AF95-F959-4D0A-B7E1-7422A5B1EAB9}">
      <dsp:nvSpPr>
        <dsp:cNvPr id="0" name=""/>
        <dsp:cNvSpPr/>
      </dsp:nvSpPr>
      <dsp:spPr>
        <a:xfrm>
          <a:off x="328515" y="23790"/>
          <a:ext cx="6570305" cy="1239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1. 10</a:t>
          </a:r>
          <a:r>
            <a:rPr lang="en-US" altLang="zh-CN" sz="3200" kern="1200" dirty="0"/>
            <a:t>~12</a:t>
          </a:r>
          <a:r>
            <a:rPr lang="zh-CN" altLang="en-US" sz="3200" kern="1200" dirty="0"/>
            <a:t>节出了几类人的见证？</a:t>
          </a:r>
          <a:endParaRPr lang="en-US" sz="3200" kern="1200" dirty="0"/>
        </a:p>
      </dsp:txBody>
      <dsp:txXfrm>
        <a:off x="389039" y="84314"/>
        <a:ext cx="6449257" cy="1118792"/>
      </dsp:txXfrm>
    </dsp:sp>
    <dsp:sp modelId="{7D08B866-75B8-438F-B5B3-827B52936C85}">
      <dsp:nvSpPr>
        <dsp:cNvPr id="0" name=""/>
        <dsp:cNvSpPr/>
      </dsp:nvSpPr>
      <dsp:spPr>
        <a:xfrm>
          <a:off x="0" y="2548830"/>
          <a:ext cx="6900512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3844825"/>
              <a:satOff val="-20000"/>
              <a:lumOff val="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6E9518-0146-482C-87F7-ED6910F3F12A}">
      <dsp:nvSpPr>
        <dsp:cNvPr id="0" name=""/>
        <dsp:cNvSpPr/>
      </dsp:nvSpPr>
      <dsp:spPr>
        <a:xfrm>
          <a:off x="328515" y="1928910"/>
          <a:ext cx="6570305" cy="1239840"/>
        </a:xfrm>
        <a:prstGeom prst="roundRect">
          <a:avLst/>
        </a:prstGeom>
        <a:solidFill>
          <a:schemeClr val="accent2">
            <a:hueOff val="-3844825"/>
            <a:satOff val="-20000"/>
            <a:lumOff val="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2.</a:t>
          </a:r>
          <a:r>
            <a:rPr lang="zh-CN" altLang="en-US" sz="3200" kern="1200" dirty="0"/>
            <a:t>你当下</a:t>
          </a:r>
          <a:r>
            <a:rPr lang="zh-CN" sz="3200" kern="1200" dirty="0"/>
            <a:t>认为自己</a:t>
          </a:r>
          <a:r>
            <a:rPr lang="zh-CN" altLang="en-US" sz="3200" kern="1200" dirty="0"/>
            <a:t>顺服上需要长进地方？</a:t>
          </a:r>
          <a:endParaRPr lang="en-US" sz="3200" kern="1200" dirty="0"/>
        </a:p>
      </dsp:txBody>
      <dsp:txXfrm>
        <a:off x="389039" y="1989434"/>
        <a:ext cx="6449257" cy="1118792"/>
      </dsp:txXfrm>
    </dsp:sp>
    <dsp:sp modelId="{A6289FCF-E881-4296-BAC6-1269D379F35F}">
      <dsp:nvSpPr>
        <dsp:cNvPr id="0" name=""/>
        <dsp:cNvSpPr/>
      </dsp:nvSpPr>
      <dsp:spPr>
        <a:xfrm>
          <a:off x="0" y="4453950"/>
          <a:ext cx="6900512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689651"/>
              <a:satOff val="-40001"/>
              <a:lumOff val="1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B4FA3E-C890-4823-B918-12AD6C8AC679}">
      <dsp:nvSpPr>
        <dsp:cNvPr id="0" name=""/>
        <dsp:cNvSpPr/>
      </dsp:nvSpPr>
      <dsp:spPr>
        <a:xfrm>
          <a:off x="328515" y="3834030"/>
          <a:ext cx="6570305" cy="1239840"/>
        </a:xfrm>
        <a:prstGeom prst="roundRect">
          <a:avLst/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3. </a:t>
          </a:r>
          <a:r>
            <a:rPr lang="zh-CN" altLang="en-US" sz="3200" kern="1200" dirty="0"/>
            <a:t>你当下自己圣洁上需要操练长进的地方</a:t>
          </a:r>
          <a:r>
            <a:rPr lang="zh-CN" sz="3200" kern="1200" dirty="0"/>
            <a:t>？</a:t>
          </a:r>
          <a:endParaRPr lang="en-US" sz="3200" kern="1200" dirty="0"/>
        </a:p>
      </dsp:txBody>
      <dsp:txXfrm>
        <a:off x="389039" y="3894554"/>
        <a:ext cx="6449257" cy="11187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2024/7/8 Mon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984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061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196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075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616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121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190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6544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809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318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2396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4254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8754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1810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0977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2674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3481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7098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745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2024/7/8 Mon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2024/7/8 Mon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2024/7/8 Mon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2024/7/8 Mon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2024/7/8 Mon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2024/7/8 Mon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5098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经文：彼得前书一章</a:t>
            </a:r>
            <a:r>
              <a:rPr lang="en-US" altLang="zh-CN" sz="2400" b="1" dirty="0">
                <a:solidFill>
                  <a:srgbClr val="FFFFFF"/>
                </a:solidFill>
                <a:latin typeface="Arial"/>
                <a:ea typeface="苹方-简"/>
                <a:cs typeface="+mn-ea"/>
                <a:sym typeface="+mn-lt"/>
              </a:rPr>
              <a:t>10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~16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5715000" y="2052839"/>
            <a:ext cx="5834669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苹方-简"/>
                <a:cs typeface="+mn-ea"/>
                <a:sym typeface="+mn-lt"/>
              </a:rPr>
              <a:t>考察后的要求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80018" y="139761"/>
            <a:ext cx="5811982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经文：彼前一</a:t>
            </a:r>
            <a:r>
              <a:rPr lang="en-US" altLang="zh-CN" sz="4800" b="1" dirty="0"/>
              <a:t>10~16</a:t>
            </a:r>
            <a:endParaRPr lang="zh-CN" altLang="zh-CN" sz="4800" dirty="0"/>
          </a:p>
          <a:p>
            <a:pPr>
              <a:spcAft>
                <a:spcPts val="600"/>
              </a:spcAft>
            </a:pP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173B669-CA5F-8870-4498-E51734959F33}"/>
              </a:ext>
            </a:extLst>
          </p:cNvPr>
          <p:cNvSpPr/>
          <p:nvPr/>
        </p:nvSpPr>
        <p:spPr>
          <a:xfrm>
            <a:off x="2712028" y="1205345"/>
            <a:ext cx="457200" cy="498764"/>
          </a:xfrm>
          <a:prstGeom prst="rect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24509"/>
            <a:ext cx="12192000" cy="5629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200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200" dirty="0">
                <a:effectLst/>
                <a:ea typeface="苹方-简" panose="020B0300000000000000" pitchFamily="34" charset="-122"/>
              </a:rPr>
              <a:t>1:10】</a:t>
            </a:r>
            <a:r>
              <a:rPr lang="zh-CN" altLang="en-US" sz="2200" dirty="0">
                <a:effectLst/>
                <a:ea typeface="苹方-简" panose="020B0300000000000000" pitchFamily="34" charset="-122"/>
              </a:rPr>
              <a:t>论到这</a:t>
            </a:r>
            <a:r>
              <a:rPr lang="zh-CN" altLang="en-US" sz="2200" dirty="0">
                <a:solidFill>
                  <a:srgbClr val="7030A0"/>
                </a:solidFill>
                <a:effectLst/>
                <a:ea typeface="苹方-简" panose="020B0300000000000000" pitchFamily="34" charset="-122"/>
              </a:rPr>
              <a:t>救恩</a:t>
            </a:r>
            <a:r>
              <a:rPr lang="zh-CN" altLang="en-US" sz="2200" dirty="0">
                <a:effectLst/>
                <a:ea typeface="苹方-简" panose="020B0300000000000000" pitchFamily="34" charset="-122"/>
              </a:rPr>
              <a:t>，那预先说你们要得恩典的</a:t>
            </a:r>
            <a:r>
              <a:rPr lang="zh-CN" altLang="en-US" sz="22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众先知</a:t>
            </a:r>
            <a:r>
              <a:rPr lang="zh-CN" altLang="en-US" sz="2200" dirty="0">
                <a:effectLst/>
                <a:ea typeface="苹方-简" panose="020B0300000000000000" pitchFamily="34" charset="-122"/>
              </a:rPr>
              <a:t>早已</a:t>
            </a:r>
            <a:r>
              <a:rPr lang="zh-CN" altLang="en-US" sz="2200" b="1" dirty="0">
                <a:solidFill>
                  <a:srgbClr val="7030A0"/>
                </a:solidFill>
                <a:effectLst/>
                <a:ea typeface="苹方-简" panose="020B0300000000000000" pitchFamily="34" charset="-122"/>
              </a:rPr>
              <a:t>详细地寻求考察</a:t>
            </a:r>
            <a:r>
              <a:rPr lang="zh-CN" altLang="en-US" sz="2200" dirty="0">
                <a:effectLst/>
                <a:ea typeface="苹方-简" panose="020B0300000000000000" pitchFamily="34" charset="-122"/>
              </a:rPr>
              <a:t>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200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200" dirty="0">
                <a:effectLst/>
                <a:ea typeface="苹方-简" panose="020B0300000000000000" pitchFamily="34" charset="-122"/>
              </a:rPr>
              <a:t>1:11】</a:t>
            </a:r>
            <a:r>
              <a:rPr lang="zh-CN" altLang="en-US" sz="2200" dirty="0">
                <a:effectLst/>
                <a:ea typeface="苹方-简" panose="020B0300000000000000" pitchFamily="34" charset="-122"/>
              </a:rPr>
              <a:t>就是考察在他们心里</a:t>
            </a:r>
            <a:r>
              <a:rPr lang="zh-CN" altLang="en-US" sz="22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基督的灵</a:t>
            </a:r>
            <a:r>
              <a:rPr lang="zh-CN" altLang="en-US" sz="2200" dirty="0">
                <a:effectLst/>
                <a:ea typeface="苹方-简" panose="020B0300000000000000" pitchFamily="34" charset="-122"/>
              </a:rPr>
              <a:t>，预先证明基督受苦难，后来得荣耀，是指着什么时候，并怎样的时候。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200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200" dirty="0">
                <a:effectLst/>
                <a:ea typeface="苹方-简" panose="020B0300000000000000" pitchFamily="34" charset="-122"/>
              </a:rPr>
              <a:t>1:12】</a:t>
            </a:r>
            <a:r>
              <a:rPr lang="zh-CN" altLang="en-US" sz="2200" dirty="0">
                <a:effectLst/>
                <a:ea typeface="苹方-简" panose="020B0300000000000000" pitchFamily="34" charset="-122"/>
              </a:rPr>
              <a:t>他们得了启示，知道他们所传讲的一切事（“传讲”原文作“服侍”），不是为自己，乃是为你们。那靠着</a:t>
            </a:r>
            <a:r>
              <a:rPr lang="zh-CN" altLang="en-US" sz="22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从天上差来的圣灵</a:t>
            </a:r>
            <a:r>
              <a:rPr lang="zh-CN" altLang="en-US" sz="2200" dirty="0">
                <a:effectLst/>
                <a:ea typeface="苹方-简" panose="020B0300000000000000" pitchFamily="34" charset="-122"/>
              </a:rPr>
              <a:t>传福音给你们的人，现在将这些事报给你们，</a:t>
            </a:r>
            <a:r>
              <a:rPr lang="zh-CN" altLang="en-US" sz="22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天使</a:t>
            </a:r>
            <a:r>
              <a:rPr lang="zh-CN" altLang="en-US" sz="2200" dirty="0">
                <a:effectLst/>
                <a:ea typeface="苹方-简" panose="020B0300000000000000" pitchFamily="34" charset="-122"/>
              </a:rPr>
              <a:t>也愿意</a:t>
            </a:r>
            <a:r>
              <a:rPr lang="zh-CN" altLang="en-US" sz="2200" b="1" dirty="0">
                <a:solidFill>
                  <a:srgbClr val="7030A0"/>
                </a:solidFill>
                <a:effectLst/>
                <a:ea typeface="苹方-简" panose="020B0300000000000000" pitchFamily="34" charset="-122"/>
              </a:rPr>
              <a:t>详细察看这些事</a:t>
            </a:r>
            <a:r>
              <a:rPr lang="zh-CN" altLang="en-US" sz="2200" dirty="0">
                <a:effectLst/>
                <a:ea typeface="苹方-简" panose="020B0300000000000000" pitchFamily="34" charset="-122"/>
              </a:rPr>
              <a:t>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200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200" dirty="0">
                <a:effectLst/>
                <a:ea typeface="苹方-简" panose="020B0300000000000000" pitchFamily="34" charset="-122"/>
              </a:rPr>
              <a:t>1:13】</a:t>
            </a:r>
            <a:r>
              <a:rPr lang="zh-CN" altLang="en-US" sz="2200" dirty="0">
                <a:effectLst/>
                <a:ea typeface="苹方-简" panose="020B0300000000000000" pitchFamily="34" charset="-122"/>
              </a:rPr>
              <a:t>所以要</a:t>
            </a:r>
            <a:r>
              <a:rPr lang="zh-CN" altLang="en-US" sz="2200" b="1" dirty="0">
                <a:solidFill>
                  <a:schemeClr val="accent5">
                    <a:lumMod val="50000"/>
                  </a:schemeClr>
                </a:solidFill>
                <a:effectLst/>
                <a:ea typeface="苹方-简" panose="020B0300000000000000" pitchFamily="34" charset="-122"/>
              </a:rPr>
              <a:t>约束你们的心</a:t>
            </a:r>
            <a:r>
              <a:rPr lang="zh-CN" altLang="en-US" sz="2200" dirty="0">
                <a:effectLst/>
                <a:ea typeface="苹方-简" panose="020B0300000000000000" pitchFamily="34" charset="-122"/>
              </a:rPr>
              <a:t>（原文作“束上你们心中的腰”），谨慎自守，专心</a:t>
            </a:r>
            <a:r>
              <a:rPr lang="zh-CN" altLang="en-US" sz="2200" b="1" dirty="0">
                <a:solidFill>
                  <a:srgbClr val="C00000"/>
                </a:solidFill>
                <a:effectLst/>
                <a:ea typeface="苹方-简" panose="020B0300000000000000" pitchFamily="34" charset="-122"/>
              </a:rPr>
              <a:t>盼望</a:t>
            </a:r>
            <a:r>
              <a:rPr lang="zh-CN" altLang="en-US" sz="2200" dirty="0">
                <a:effectLst/>
                <a:ea typeface="苹方-简" panose="020B0300000000000000" pitchFamily="34" charset="-122"/>
              </a:rPr>
              <a:t>耶稣基督显现的时候所带来给你们的恩。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200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200" dirty="0">
                <a:effectLst/>
                <a:ea typeface="苹方-简" panose="020B0300000000000000" pitchFamily="34" charset="-122"/>
              </a:rPr>
              <a:t>1:14】</a:t>
            </a:r>
            <a:r>
              <a:rPr lang="zh-CN" altLang="en-US" sz="2200" dirty="0">
                <a:effectLst/>
                <a:ea typeface="苹方-简" panose="020B0300000000000000" pitchFamily="34" charset="-122"/>
              </a:rPr>
              <a:t>你们既作</a:t>
            </a:r>
            <a:r>
              <a:rPr lang="zh-CN" altLang="en-US" sz="2200" b="1" dirty="0">
                <a:solidFill>
                  <a:schemeClr val="tx2"/>
                </a:solidFill>
                <a:effectLst/>
                <a:ea typeface="苹方-简" panose="020B0300000000000000" pitchFamily="34" charset="-122"/>
              </a:rPr>
              <a:t>顺命</a:t>
            </a:r>
            <a:r>
              <a:rPr lang="zh-CN" altLang="en-US" sz="2200" dirty="0">
                <a:effectLst/>
                <a:ea typeface="苹方-简" panose="020B0300000000000000" pitchFamily="34" charset="-122"/>
              </a:rPr>
              <a:t>的儿女，就不要效法从前蒙昧无知的时候那放纵私欲的样子。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200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200" dirty="0">
                <a:effectLst/>
                <a:ea typeface="苹方-简" panose="020B0300000000000000" pitchFamily="34" charset="-122"/>
              </a:rPr>
              <a:t>1:15】</a:t>
            </a:r>
            <a:r>
              <a:rPr lang="zh-CN" altLang="en-US" sz="2200" dirty="0">
                <a:effectLst/>
                <a:ea typeface="苹方-简" panose="020B0300000000000000" pitchFamily="34" charset="-122"/>
              </a:rPr>
              <a:t>那召你们的既是圣洁，你们在一切所行的事上也要圣洁。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200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200" dirty="0">
                <a:effectLst/>
                <a:ea typeface="苹方-简" panose="020B0300000000000000" pitchFamily="34" charset="-122"/>
              </a:rPr>
              <a:t>1:16】</a:t>
            </a:r>
            <a:r>
              <a:rPr lang="zh-CN" altLang="en-US" sz="2200" dirty="0">
                <a:effectLst/>
                <a:ea typeface="苹方-简" panose="020B0300000000000000" pitchFamily="34" charset="-122"/>
              </a:rPr>
              <a:t>因为经上记着说：“</a:t>
            </a:r>
            <a:r>
              <a:rPr lang="zh-CN" altLang="en-US" sz="2200" b="1" dirty="0">
                <a:solidFill>
                  <a:schemeClr val="tx2"/>
                </a:solidFill>
                <a:effectLst/>
                <a:ea typeface="苹方-简" panose="020B0300000000000000" pitchFamily="34" charset="-122"/>
              </a:rPr>
              <a:t>你们要圣洁，因为我是圣洁的</a:t>
            </a:r>
            <a:r>
              <a:rPr lang="zh-CN" altLang="en-US" sz="2200" dirty="0">
                <a:effectLst/>
                <a:ea typeface="苹方-简" panose="020B0300000000000000" pitchFamily="34" charset="-122"/>
              </a:rPr>
              <a:t>。”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10370127" y="159213"/>
            <a:ext cx="18882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83128" y="1447251"/>
            <a:ext cx="4065490" cy="41831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第一段：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10~12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考察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先知</a:t>
            </a:r>
            <a:endParaRPr lang="en-US" altLang="zh-CN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圣灵</a:t>
            </a:r>
            <a:endParaRPr lang="en-US" altLang="zh-CN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传福音的人</a:t>
            </a:r>
            <a:endParaRPr lang="en-US" altLang="zh-CN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天使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第二段：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13~16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命令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基础（</a:t>
            </a: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13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节）</a:t>
            </a:r>
            <a:endParaRPr lang="en-US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具体命令</a:t>
            </a: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具体命令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具体命令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3639462" y="1331229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CFBFED-23BA-58E2-0492-595457A1DA5E}"/>
              </a:ext>
            </a:extLst>
          </p:cNvPr>
          <p:cNvGrpSpPr/>
          <p:nvPr/>
        </p:nvGrpSpPr>
        <p:grpSpPr>
          <a:xfrm>
            <a:off x="4214954" y="1228528"/>
            <a:ext cx="8043382" cy="2422211"/>
            <a:chOff x="-840331" y="460553"/>
            <a:chExt cx="13140705" cy="1192893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0FC4EF0-0582-7DC7-F53E-9A1A4B9AFC50}"/>
                </a:ext>
              </a:extLst>
            </p:cNvPr>
            <p:cNvSpPr/>
            <p:nvPr/>
          </p:nvSpPr>
          <p:spPr>
            <a:xfrm>
              <a:off x="-840331" y="460553"/>
              <a:ext cx="13032332" cy="1192893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7DAB6BBF-A107-5EDA-C988-F2FCC0FA4ADA}"/>
                </a:ext>
              </a:extLst>
            </p:cNvPr>
            <p:cNvSpPr txBox="1"/>
            <p:nvPr/>
          </p:nvSpPr>
          <p:spPr>
            <a:xfrm>
              <a:off x="-731958" y="514694"/>
              <a:ext cx="13032332" cy="107593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1:10】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论到这救恩，那预先说你们要得恩典的众先知早已详细地寻求考察，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1:11】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就是考察在他们心里基督的灵，预先证明基督受苦难，后来得荣耀，是指着什么时候，并怎样的时候。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1:12】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他们得了启示，知道他们所传讲的一切事（“传讲”原文作“服侍”），不是为自己，乃是为你们。那靠着从天上差来的圣灵传福音给你们的人，现在将这些事报给你们，天使也愿意详细察看这些事。</a:t>
              </a:r>
              <a:endParaRPr lang="en-US" altLang="zh-CN" sz="1600" dirty="0">
                <a:solidFill>
                  <a:schemeClr val="tx1"/>
                </a:solidFill>
                <a:effectLst/>
                <a:ea typeface="苹方-简" panose="020B0300000000000000" pitchFamily="3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D5BD2-A0CC-7D0E-3BD1-0613845A3BF3}"/>
              </a:ext>
            </a:extLst>
          </p:cNvPr>
          <p:cNvGrpSpPr/>
          <p:nvPr/>
        </p:nvGrpSpPr>
        <p:grpSpPr>
          <a:xfrm>
            <a:off x="4148617" y="3782291"/>
            <a:ext cx="8043383" cy="2617635"/>
            <a:chOff x="0" y="1509469"/>
            <a:chExt cx="12192001" cy="132666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BEE8677-CFAD-6942-832E-87D52B896121}"/>
                </a:ext>
              </a:extLst>
            </p:cNvPr>
            <p:cNvSpPr/>
            <p:nvPr/>
          </p:nvSpPr>
          <p:spPr>
            <a:xfrm>
              <a:off x="0" y="1509469"/>
              <a:ext cx="12192001" cy="1326662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矩形: 圆角 6">
              <a:extLst>
                <a:ext uri="{FF2B5EF4-FFF2-40B4-BE49-F238E27FC236}">
                  <a16:creationId xmlns:a16="http://schemas.microsoft.com/office/drawing/2014/main" id="{3CAB36DD-1A23-5A1B-C9B0-3F43FAF7A79F}"/>
                </a:ext>
              </a:extLst>
            </p:cNvPr>
            <p:cNvSpPr txBox="1"/>
            <p:nvPr/>
          </p:nvSpPr>
          <p:spPr>
            <a:xfrm>
              <a:off x="64762" y="1632588"/>
              <a:ext cx="12062476" cy="9844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1:13】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所以要约束你们的心（原文作“束上你们心中的腰”），谨慎自守，专心盼望耶稣基督显现的时候所带来给你们的恩。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1:14】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你们既作顺命的儿女，就不要效法从前蒙昧无知的时候那放纵私欲的样子。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1:15】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那召你们的既是圣洁，你们在一切所行的事上也要圣洁。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1:16】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因为经上记着说：“你们要圣洁，因为我是圣洁的。”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DE16206-6F61-BEC3-0DA4-3625D631A8E6}"/>
              </a:ext>
            </a:extLst>
          </p:cNvPr>
          <p:cNvSpPr txBox="1"/>
          <p:nvPr/>
        </p:nvSpPr>
        <p:spPr>
          <a:xfrm>
            <a:off x="0" y="6483054"/>
            <a:ext cx="12108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【</a:t>
            </a:r>
            <a:r>
              <a:rPr lang="zh-CN" altLang="en-US" sz="18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18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1:13 </a:t>
            </a:r>
            <a:r>
              <a:rPr lang="zh-CN" altLang="en-US" dirty="0"/>
              <a:t>】</a:t>
            </a:r>
            <a:r>
              <a:rPr lang="en-US" altLang="zh-CN" dirty="0"/>
              <a:t>……</a:t>
            </a:r>
            <a:r>
              <a:rPr lang="zh-CN" altLang="en-US" sz="18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专心盼望耶稣基督显现的时候所带来给你们的恩。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14BA243F-EB48-E131-8591-97D8C5B89260}"/>
              </a:ext>
            </a:extLst>
          </p:cNvPr>
          <p:cNvSpPr/>
          <p:nvPr/>
        </p:nvSpPr>
        <p:spPr>
          <a:xfrm>
            <a:off x="1122218" y="1444336"/>
            <a:ext cx="8551718" cy="3470564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solidFill>
                  <a:srgbClr val="FF0000"/>
                </a:solidFill>
              </a:rPr>
              <a:t>基督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C5FDEA-E4FC-A756-16FB-5611D7241633}"/>
              </a:ext>
            </a:extLst>
          </p:cNvPr>
          <p:cNvSpPr/>
          <p:nvPr/>
        </p:nvSpPr>
        <p:spPr>
          <a:xfrm>
            <a:off x="7845136" y="2815319"/>
            <a:ext cx="932466" cy="5418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表现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D259C7-E716-C2A3-FA14-6EDBFE1D3037}"/>
              </a:ext>
            </a:extLst>
          </p:cNvPr>
          <p:cNvSpPr/>
          <p:nvPr/>
        </p:nvSpPr>
        <p:spPr>
          <a:xfrm>
            <a:off x="6577445" y="2182091"/>
            <a:ext cx="1267691" cy="6332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应许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5B65161-B8DD-0E62-660F-68A84433C538}"/>
              </a:ext>
            </a:extLst>
          </p:cNvPr>
          <p:cNvSpPr/>
          <p:nvPr/>
        </p:nvSpPr>
        <p:spPr>
          <a:xfrm>
            <a:off x="2306782" y="3293918"/>
            <a:ext cx="1943098" cy="61305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600" dirty="0"/>
              <a:t>救恩</a:t>
            </a:r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9069696" y="116768"/>
            <a:ext cx="3129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整体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5332362" y="5265275"/>
            <a:ext cx="5201418" cy="7007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13-25</a:t>
            </a:r>
            <a:r>
              <a:rPr lang="zh-CN" altLang="en-US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节：盼望的生活</a:t>
            </a:r>
            <a:endParaRPr lang="en-US" altLang="zh-CN" sz="3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2028ECF-40BD-DC5A-A108-667193A4CAC8}"/>
              </a:ext>
            </a:extLst>
          </p:cNvPr>
          <p:cNvCxnSpPr/>
          <p:nvPr/>
        </p:nvCxnSpPr>
        <p:spPr>
          <a:xfrm>
            <a:off x="3657600" y="3948586"/>
            <a:ext cx="3896591" cy="1423514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A3595F0-53EF-FA29-29D0-9A23244CF6A4}"/>
              </a:ext>
            </a:extLst>
          </p:cNvPr>
          <p:cNvCxnSpPr>
            <a:cxnSpLocks/>
          </p:cNvCxnSpPr>
          <p:nvPr/>
        </p:nvCxnSpPr>
        <p:spPr>
          <a:xfrm>
            <a:off x="7280657" y="2809960"/>
            <a:ext cx="519872" cy="2407778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1E2CE10-9C1F-2283-0A6E-22BDC89FE6AB}"/>
              </a:ext>
            </a:extLst>
          </p:cNvPr>
          <p:cNvCxnSpPr>
            <a:cxnSpLocks/>
          </p:cNvCxnSpPr>
          <p:nvPr/>
        </p:nvCxnSpPr>
        <p:spPr>
          <a:xfrm flipH="1">
            <a:off x="8015046" y="3341987"/>
            <a:ext cx="293397" cy="185469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加号 6">
            <a:extLst>
              <a:ext uri="{FF2B5EF4-FFF2-40B4-BE49-F238E27FC236}">
                <a16:creationId xmlns:a16="http://schemas.microsoft.com/office/drawing/2014/main" id="{B41CF08F-832E-DED9-44B2-04D064DF6E35}"/>
              </a:ext>
            </a:extLst>
          </p:cNvPr>
          <p:cNvSpPr/>
          <p:nvPr/>
        </p:nvSpPr>
        <p:spPr>
          <a:xfrm>
            <a:off x="5023091" y="2202832"/>
            <a:ext cx="749971" cy="706582"/>
          </a:xfrm>
          <a:prstGeom prst="mathPlu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68ADE4B-9A94-7E26-E65D-4F42DA96397B}"/>
              </a:ext>
            </a:extLst>
          </p:cNvPr>
          <p:cNvSpPr/>
          <p:nvPr/>
        </p:nvSpPr>
        <p:spPr>
          <a:xfrm>
            <a:off x="2543947" y="2182091"/>
            <a:ext cx="1943098" cy="61305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600" dirty="0"/>
              <a:t>察验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5237E3E-C023-F636-670D-607AA8A12DBC}"/>
              </a:ext>
            </a:extLst>
          </p:cNvPr>
          <p:cNvCxnSpPr>
            <a:cxnSpLocks/>
          </p:cNvCxnSpPr>
          <p:nvPr/>
        </p:nvCxnSpPr>
        <p:spPr>
          <a:xfrm>
            <a:off x="3472245" y="2820555"/>
            <a:ext cx="0" cy="473363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B2DEC09-91B3-2205-BA09-D79FD634A619}"/>
              </a:ext>
            </a:extLst>
          </p:cNvPr>
          <p:cNvCxnSpPr>
            <a:cxnSpLocks/>
          </p:cNvCxnSpPr>
          <p:nvPr/>
        </p:nvCxnSpPr>
        <p:spPr>
          <a:xfrm flipH="1" flipV="1">
            <a:off x="5486400" y="3429000"/>
            <a:ext cx="2067791" cy="1767677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86844285-1B38-67C5-89E1-CA2CE84D0D2A}"/>
              </a:ext>
            </a:extLst>
          </p:cNvPr>
          <p:cNvSpPr txBox="1"/>
          <p:nvPr/>
        </p:nvSpPr>
        <p:spPr>
          <a:xfrm>
            <a:off x="3880223" y="884393"/>
            <a:ext cx="31292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1-12</a:t>
            </a:r>
            <a:r>
              <a:rPr lang="zh-CN" altLang="en-US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节：救恩</a:t>
            </a:r>
            <a:endParaRPr lang="zh-CN" altLang="en-US" sz="3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第一段：考察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4838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1:10】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论到这救恩，那预先说你们要得恩典的众先知早已详细地寻求考察，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1:11】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就是考察在他们心里基督的灵，预先证明基督受苦难，后来得荣耀，是指着什么时候，并怎样的时候。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1:12】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他们得了启示，知道他们所传讲的一切事（“传讲”原文作“服侍”），不是为自己，乃是为你们。那靠着从天上差来的圣灵传福音给你们的人，现在将这些事报给你们，天使也愿意详细察看这些事。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时间：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过去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这救恩：</a:t>
            </a:r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9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1:9】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并且得着你们信心的果效，就是灵魂的救恩。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承上启下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预先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创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3:15】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我又要叫你和女人彼此为仇；你的后裔和女人的后裔也彼此为仇。女人的后裔要伤你的头，你要伤他的脚跟。”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创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22:18】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并且地上万国都必因你的后裔得福，因为你听从了我的话。’”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0530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第一段：考察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6876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1:10】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论到这救恩，那预先说你们要得恩典的众先知早已详细地寻求考察，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1:11】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就是考察在他们心里基督的灵，预先证明基督受苦难，后来得荣耀，是指着什么时候，并怎样的时候。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1:12】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他们得了启示，知道他们所传讲的一切事（“传讲”原文作“服侍”），不是为自己，乃是为你们。那靠着从天上差来的圣灵传福音给你们的人，现在将这些事报给你们，天使也愿意详细察看这些事。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详细的寻求、详细的考察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双重修饰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殷勤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13:17】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我实在告诉你们：从前有许多先知和义人要看你们所看的，却没有看见；要听你们所听的，却没有听见。”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9376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第一段：考察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91134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1:10】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论到这救恩，那预先说你们要得恩典的众先知早已详细地寻求考察，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1:11】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就是考察在他们心里基督的灵，预先证明基督受苦难，后来得荣耀，是指着什么时候，并怎样的时候。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1:12】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他们得了启示，知道他们所传讲的一切事（“传讲”原文作“服侍”），不是为自己，乃是为你们。那靠着从天上差来的圣灵传福音给你们的人，现在将这些事报给你们，天使也愿意详细察看这些事。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基督的灵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圣灵（旧约的工作、新约的工作）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申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18:15】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耶和华你的　神要从你们弟兄中间给你兴起一位先知像我，你们要听从他。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预先证明基督受苦难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赛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53:6】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我们都如羊走迷，各人偏行己路，耶和华使我们众人的罪孽都归在他身上。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20:19】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又交给外邦人，将他戏弄、鞭打、钉在十字架上，第三日他要复活。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140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第一段：考察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045514"/>
            <a:ext cx="12192000" cy="59085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1:10】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论到这救恩，那预先说你们要得恩典的众先知早已详细地寻求考察，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1:11】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就是考察在他们心里基督的灵，预先证明基督受苦难，后来得荣耀，是指着什么时候，并怎样的时候。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1:12】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他们得了启示，知道他们所传讲的一切事（“传讲”原文作“服侍”），不是为自己，乃是为你们。那靠着从天上差来的圣灵传福音给你们的人，现在将这些事报给你们，天使也愿意详细察看这些事。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预先证明基督得荣耀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赛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45:23】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我指着自己起誓，我口所出的话是凭公义，并不返回。万膝必向我跪拜，万口必凭我起誓。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过程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基督将受苦难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基督将得荣耀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基督将行拯救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赛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61:1】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主耶和华的灵在我身上，因为耶和华用膏膏我，叫我传好信息给谦卑的人（或作“传福音给贫穷的人”），差遣我医好伤心的人，报告被掳的得释放，被囚的出监牢； 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赛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61:2】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报告耶和华的恩年，和我们　神报仇的日子，安慰一切悲哀的人；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7066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第一段：考察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57894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1:10】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论到这救恩，那预先说你们要得恩典的众先知早已详细地寻求考察，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1:11】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就是考察在他们心里基督的灵，预先证明基督受苦难，后来得荣耀，是指着什么时候，并怎样的时候。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1:12】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他们得了启示，知道他们所传讲的一切事（“传讲”原文作“服侍”），不是为自己，乃是为你们。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那靠着从天上差来的圣灵传福音给你们的人，现在将这些事报给你们，天使也愿意详细察看这些事。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启示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先知的工作传讲神的话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你们：当时的读者，也为我们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一切事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所有的可以传讲的事情，关乎救恩、基督的事情。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101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第一段：考察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7645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1:10】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论到这救恩，那预先说你们要得恩典的众先知早已详细地寻求考察，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1:11】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就是考察在他们心里基督的灵，预先证明基督受苦难，后来得荣耀，是指着什么时候，并怎样的时候。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1:12】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他们得了启示，知道他们所传讲的一切事（“传讲”原文作“服侍”），不是为自己，乃是为你们。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那靠着从天上差来的圣灵传福音给你们的人，现在将这些事报给你们，天使也愿意详细察看这些事。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举例：施洗约翰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可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1:2】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正如先知以赛亚书上记着说（有古卷无“以赛亚”三字）：“看哪，我要差遣我的使者在你前面，预备道路。 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可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1:3】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在旷野有人声喊着说：‘预备主的道，修直他的路。’”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约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1:29】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次日，约翰看见耶稣来到他那里，就说：“看哪，　神的羔羊，除去（或作“背负”）世人罪孽的。 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约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1:30】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这就是我曾说‘有一位在我以后来，反成了在我以前的，因他本来在我以前’。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11:2】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约翰在监里听见基督所作的事，就打发两个门徒去， 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11:3】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问他说：“那将要来的是你吗？还是我们等候别人呢？”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11:4】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耶稣回答说：“你们去，把所听见、所看见的事告诉约翰。 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11:5】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就是瞎子看见，瘸子行走，长大麻风的洁净，聋子听见，死人复活，穷人有福音传给他们。 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11:6】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凡不因我跌倒的就有福了。”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8658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第一段：考察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354481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1:10】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论到这救恩，那预先说你们要得恩典的众先知早已详细地寻求考察，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1:11】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就是考察在他们心里基督的灵，预先证明基督受苦难，后来得荣耀，是指着什么时候，并怎样的时候。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1:12】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他们得了启示，知道他们所传讲的一切事（“传讲”原文作“服侍”），不是为自己，乃是为你们。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那靠着从天上差来的圣灵传福音给你们的人，现在将这些事报给你们，天使也愿意详细察看这些事。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总结：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先知的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详细地寻求考察并证实主的救恩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4206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第二段：传福音的人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8162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1:10】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论到这救恩，那预先说你们要得恩典的众先知早已详细地寻求考察，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1:11】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就是考察在他们心里基督的灵，预先证明基督受苦难，后来得荣耀，是指着什么时候，并怎样的时候。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1:12】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他们得了启示，知道他们所传讲的一切事（“传讲”原文作“服侍”），不是为自己，乃是为你们。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那靠着从天上差来的圣灵传福音给你们的人，现在将这些事报给你们，天使也愿意详细察看这些事。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时间：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当下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三类：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圣灵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传福音的人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天使 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福音：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圣灵的工作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徒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2:38】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彼得说：“你们各人要悔改，奉耶稣基督的名受洗，叫你们的罪得赦，就必领受所赐的圣灵；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传福音的人（使徒、保罗、司提反、众圣徒等所有见证福音的人）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9111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第二段：传福音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8162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1:10】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论到这救恩，那预先说你们要得恩典的众先知早已详细地寻求考察，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1:11】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就是考察在他们心里基督的灵，预先证明基督受苦难，后来得荣耀，是指着什么时候，并怎样的时候。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1:12】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他们得了启示，知道他们所传讲的一切事（“传讲”原文作“服侍”），不是为自己，乃是为你们。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那靠着从天上差来的圣灵传福音给你们的人，现在将这些事报给你们，天使也愿意详细察看这些事。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时间：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当下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三类：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圣灵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传福音的人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天使 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福音：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圣灵的工作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徒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2:38】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彼得说：“你们各人要悔改，奉耶稣基督的名受洗，叫你们的罪得赦，就必领受所赐的圣灵；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传福音的人（使徒、保罗、司提反、众圣徒等所有见证福音的人）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196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第二段：传福音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7792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1:10】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论到这救恩，那预先说你们要得恩典的众先知早已详细地寻求考察，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1:11】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就是考察在他们心里基督的灵，预先证明基督受苦难，后来得荣耀，是指着什么时候，并怎样的时候。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1:12】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他们得了启示，知道他们所传讲的一切事（“传讲”原文作“服侍”），不是为自己，乃是为你们。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那靠着从天上差来的圣灵传福音给你们的人，现在将这些事报给你们，天使也愿意详细察看这些事。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天使的工作：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元帅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传递消息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宣告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毁灭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服侍耶稣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详细察看：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对救恩有强烈的热情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俯下身子来探究救恩的奇妙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他们与救恩无关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7823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第二段：传福音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2970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1:10】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论到这救恩，那预先说你们要得恩典的众先知早已详细地寻求考察，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1:11】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就是考察在他们心里基督的灵，预先证明基督受苦难，后来得荣耀，是指着什么时候，并怎样的时候。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1:12】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他们得了启示，知道他们所传讲的一切事（“传讲”原文作“服侍”），不是为自己，乃是为你们。那靠着从天上差来的圣灵传福音给你们的人，现在将这些事报给你们，天使也愿意详细察看这些事。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总结：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四类人证实救恩的真实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救恩历史性：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新旧约先知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救恩超越性：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圣灵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天使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2318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第二段：关系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198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1:13】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所以要约束你们的心（原文作“束上你们心中的腰”），谨慎自守，专心盼望耶稣基督显现的时候所带来给你们的恩。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1:14】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你们既作顺命的儿女，就不要效法从前蒙昧无知的时候那放纵私欲的样子。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1:15】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那召你们的既是圣洁，你们在一切所行的事上也要圣洁。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因为经上记着说：“你们要圣洁，因为我是圣洁的。”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关系：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13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节：预备和要求。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14~25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节：具体的行动。</a:t>
            </a: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三个“</a:t>
            </a: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即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CDA002-84FD-3A03-8EF0-CE089E80FE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458" y="1124781"/>
            <a:ext cx="12192000" cy="53842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18861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第一段：基础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53072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1:13】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所以要约束你们的心（原文作“束上你们心中的腰”），谨慎自守，专心盼望耶稣基督显现的时候所带来给你们的恩。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1:14】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你们既作顺命的儿女，就不要效法从前蒙昧无知的时候那放纵私欲的样子。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1:15】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那召你们的既是圣洁，你们在一切所行的事上也要圣洁。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因为经上记着说：“你们要圣洁，因为我是圣洁的。”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三个方面：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约束心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谨慎自守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专心盼望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3210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第一段：基础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279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1:13】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所以要约束你们的心（原文作“束上你们心中的腰”），谨慎自守，专心盼望耶稣基督显现的时候所带来给你们的恩。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1:14】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你们既作顺命的儿女，就不要效法从前蒙昧无知的时候那放纵私欲的样子。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1:15】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那召你们的既是圣洁，你们在一切所行的事上也要圣洁。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因为经上记着说：“你们要圣洁，因为我是圣洁的。”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专心盼望：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对将来的盼望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对比世人状态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如何有盼望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首先改变心（福音）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遵守神命令（福音）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盼望的内容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基督显现的恩（将来）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2764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第一段：基础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8603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1:13】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所以要约束你们的心（原文作“束上你们心中的腰”），谨慎自守，专心盼望耶稣基督显现的时候所带来给你们的恩。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1:14】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你们既作顺命的儿女，就不要效法从前蒙昧无知的时候那放纵私欲的样子。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1:15】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那召你们的既是圣洁，你们在一切所行的事上也要圣洁。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因为经上记着说：“你们要圣洁，因为我是圣洁的。”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专心盼望：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盼望的内容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基督显现的恩（将来）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不是地上事务（当前）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盼望的表现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遵主命令完成地上托付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25:21】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主人说：‘好，你这又良善又忠心的仆人，你在不多的事上有忠心，我要把许多事派你管理，可以进来享受你主人的快乐。’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天上基业、称赞等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2497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第一段：基础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8716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1:13】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所以要约束你们的心（原文作“束上你们心中的腰”），谨慎自守，专心盼望耶稣基督显现的时候所带来给你们的恩。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1:14】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你们既作顺命的儿女，就不要效法从前蒙昧无知的时候那放纵私欲的样子。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1:15】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那召你们的既是圣洁，你们在一切所行的事上也要圣洁。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因为经上记着说：“你们要圣洁，因为我是圣洁的。”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约束你们的心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开始做工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路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12:35】“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你们腰里要束上带，灯也要点着。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腰力量源头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【弗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6:14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】所以要站稳了，用真理当作带子束腰，用公义当作护心镜遮胸，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谦卑束腰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5:5】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你们年幼的，也要顺服年长的。就是你们众人也都要以谦卑束腰，彼此顺服，因为　神阻挡骄傲的人，赐恩给谦卑的人。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3002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第一段：基础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279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1:13】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所以要约束你们的心（原文作“束上你们心中的腰”），谨慎自守，专心盼望耶稣基督显现的时候所带来给你们的恩。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1:14】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你们既作顺命的儿女，就不要效法从前蒙昧无知的时候那放纵私欲的样子。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1:15】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那召你们的既是圣洁，你们在一切所行的事上也要圣洁。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因为经上记着说：“你们要圣洁，因为我是圣洁的。”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谨慎自守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原文：“不要喝醉了，醉酒”。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不放纵肉体享受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警醒、争战意识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16:16】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西门彼得回答说：“你是基督，是永生　神的儿子。”</a:t>
            </a: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16:22】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彼得就拉着他，劝他说：“主啊，万不可如此！这事必不临到你身上。” 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16:23】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耶稣转过来，对彼得说：“撒但，退我后边去吧！你是绊我脚的，因为你不体贴　神的意思，只体贴人的意思。”</a:t>
            </a:r>
          </a:p>
          <a:p>
            <a:pPr lvl="1">
              <a:lnSpc>
                <a:spcPct val="120000"/>
              </a:lnSpc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34665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第一段：基础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8603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1:13】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所以要约束你们的心（原文作“束上你们心中的腰”），谨慎自守，专心盼望耶稣基督显现的时候所带来给你们的恩。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1:14】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你们既作顺命的儿女，就不要效法从前蒙昧无知的时候那放纵私欲的样子。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1:15】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那召你们的既是圣洁，你们在一切所行的事上也要圣洁。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因为经上记着说：“你们要圣洁，因为我是圣洁的。”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如何面对环境：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约束心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谨慎自守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专心盼望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不一定是可见的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一定是基督救恩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来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12:2】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仰望为我们信心创始成终的耶稣（或作“仰望那将真道创始成终的耶稣”）。他因那摆在前面的喜乐，就轻看羞辱，忍受了十字架的苦难，便坐在　神宝座的右边。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7739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第二段：顺服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279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1:13】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所以要约束你们的心（原文作“束上你们心中的腰”），谨慎自守，专心盼望耶稣基督显现的时候所带来给你们的恩。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1:14】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你们既作顺命的儿女，就不要效法从前蒙昧无知的时候那放纵私欲的样子。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1:15】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那召你们的既是圣洁，你们在一切所行的事上也要圣洁。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因为经上记着说：“你们要圣洁，因为我是圣洁的。”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顺命的儿女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不在是自己的主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基督是我们的主，凡事顺服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2:18】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你们作仆人的，凡事要存敬畏的心顺服主人，不但顺服那善良温和的，就是那乖僻的也要顺服。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放纵私欲：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顺服的反面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自己做主人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《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》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一章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18~31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节则是保罗述说人的罪。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5335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第二段：顺服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8631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1:13】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所以要约束你们的心（原文作“束上你们心中的腰”），谨慎自守，专心盼望耶稣基督显现的时候所带来给你们的恩。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1:14】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你们既作顺命的儿女，就不要效法从前蒙昧无知的时候那放纵私欲的样子。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1:15】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那召你们的既是圣洁，你们在一切所行的事上也要圣洁。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因为经上记着说：“你们要圣洁，因为我是圣洁的。”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圣洁：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关系的恢复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5:48】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所以你们要完全，像你们的天父完全一样。”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旧约的要求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利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19:2】“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你晓谕以色列全会众说：你们要圣洁，因为我耶和华你们的　神是圣洁的。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属神子民理当圣洁。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29309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第二段：顺服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2096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1:13】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所以要约束你们的心（原文作“束上你们心中的腰”），谨慎自守，专心盼望耶稣基督显现的时候所带来给你们的恩。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1:14】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你们既作顺命的儿女，就不要效法从前蒙昧无知的时候那放纵私欲的样子。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1:15】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那召你们的既是圣洁，你们在一切所行的事上也要圣洁。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因为经上记着说：“你们要圣洁，因为我是圣洁的。”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总结：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在盼望中顺服上帝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在圣洁中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抵挡私欲 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警醒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&amp;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争战的意识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96836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809648" y="2307378"/>
            <a:ext cx="10382352" cy="22432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一：众先知、圣灵、天使及传福音见证福音。</a:t>
            </a:r>
            <a:endParaRPr lang="en-US" altLang="zh-CN" sz="32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二：我们应专心盼望基督再来的救恩及应许。</a:t>
            </a:r>
            <a:endParaRPr lang="en-US" altLang="zh-CN" sz="32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三：警醒且</a:t>
            </a:r>
            <a:r>
              <a:rPr lang="zh-CN" altLang="en-US" sz="32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争战，做顺命儿女，不断操练自己的圣洁。</a:t>
            </a:r>
            <a:endParaRPr lang="en-US" altLang="zh-CN" sz="32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0834DC-85C6-6554-2AFE-509AEA0C23E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0380518" y="113635"/>
            <a:ext cx="18114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总结：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25257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850974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3954</TotalTime>
  <Words>4619</Words>
  <Application>Microsoft Office PowerPoint</Application>
  <PresentationFormat>宽屏</PresentationFormat>
  <Paragraphs>311</Paragraphs>
  <Slides>27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等线</vt:lpstr>
      <vt:lpstr>方正屏显雅宋_GBK</vt:lpstr>
      <vt:lpstr>苹方-简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23</cp:revision>
  <dcterms:created xsi:type="dcterms:W3CDTF">2019-06-19T02:08:00Z</dcterms:created>
  <dcterms:modified xsi:type="dcterms:W3CDTF">2024-07-08T11:04:44Z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