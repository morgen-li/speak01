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8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9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0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2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5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6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7.xml" ContentType="application/vnd.openxmlformats-officedocument.presentationml.notesSlide+xml"/>
  <Override PartName="/ppt/comments/modernComment_289_7135031D.xml" ContentType="application/vnd.ms-powerpoint.comment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8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9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0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1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2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23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24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25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6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60" r:id="rId2"/>
    <p:sldId id="425" r:id="rId3"/>
    <p:sldId id="554" r:id="rId4"/>
    <p:sldId id="625" r:id="rId5"/>
    <p:sldId id="531" r:id="rId6"/>
    <p:sldId id="626" r:id="rId7"/>
    <p:sldId id="635" r:id="rId8"/>
    <p:sldId id="636" r:id="rId9"/>
    <p:sldId id="637" r:id="rId10"/>
    <p:sldId id="638" r:id="rId11"/>
    <p:sldId id="639" r:id="rId12"/>
    <p:sldId id="640" r:id="rId13"/>
    <p:sldId id="641" r:id="rId14"/>
    <p:sldId id="643" r:id="rId15"/>
    <p:sldId id="642" r:id="rId16"/>
    <p:sldId id="644" r:id="rId17"/>
    <p:sldId id="646" r:id="rId18"/>
    <p:sldId id="647" r:id="rId19"/>
    <p:sldId id="648" r:id="rId20"/>
    <p:sldId id="649" r:id="rId21"/>
    <p:sldId id="650" r:id="rId22"/>
    <p:sldId id="651" r:id="rId23"/>
    <p:sldId id="652" r:id="rId24"/>
    <p:sldId id="653" r:id="rId25"/>
    <p:sldId id="654" r:id="rId26"/>
    <p:sldId id="655" r:id="rId27"/>
    <p:sldId id="656" r:id="rId28"/>
    <p:sldId id="657" r:id="rId29"/>
    <p:sldId id="543" r:id="rId30"/>
    <p:sldId id="552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14CBC6-FC8B-48B5-998A-20B0C6C5E218}" v="743" dt="2024-07-20T21:05:37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961" autoAdjust="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9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BE95947-F199-46F1-A0CC-41543E93CE13}"/>
    <pc:docChg chg="undo custSel addSld delSld modSld">
      <pc:chgData name="强 李" userId="cd6c7ec7188785ae" providerId="LiveId" clId="{DBE95947-F199-46F1-A0CC-41543E93CE13}" dt="2024-05-25T22:22:01.144" v="6592" actId="14100"/>
      <pc:docMkLst>
        <pc:docMk/>
      </pc:docMkLst>
      <pc:sldChg chg="modSp mod">
        <pc:chgData name="强 李" userId="cd6c7ec7188785ae" providerId="LiveId" clId="{DBE95947-F199-46F1-A0CC-41543E93CE13}" dt="2024-05-25T14:31:31.151" v="3356" actId="207"/>
        <pc:sldMkLst>
          <pc:docMk/>
          <pc:sldMk cId="0" sldId="425"/>
        </pc:sldMkLst>
        <pc:spChg chg="mod">
          <ac:chgData name="强 李" userId="cd6c7ec7188785ae" providerId="LiveId" clId="{DBE95947-F199-46F1-A0CC-41543E93CE13}" dt="2024-05-25T14:31:31.151" v="3356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BE95947-F199-46F1-A0CC-41543E93CE13}" dt="2024-05-25T10:51:19.762" v="55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BE95947-F199-46F1-A0CC-41543E93CE13}" dt="2024-05-25T22:02:50.276" v="6278" actId="208"/>
        <pc:sldMkLst>
          <pc:docMk/>
          <pc:sldMk cId="54695671" sldId="531"/>
        </pc:sldMkLst>
        <pc:spChg chg="mod">
          <ac:chgData name="强 李" userId="cd6c7ec7188785ae" providerId="LiveId" clId="{DBE95947-F199-46F1-A0CC-41543E93CE13}" dt="2024-05-25T11:49:20.737" v="557" actId="1076"/>
          <ac:spMkLst>
            <pc:docMk/>
            <pc:sldMk cId="54695671" sldId="531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1:43:47.513" v="412" actId="478"/>
          <ac:spMkLst>
            <pc:docMk/>
            <pc:sldMk cId="54695671" sldId="531"/>
            <ac:spMk id="3" creationId="{B504861B-6EFA-BAFD-C2A3-DA811CA92353}"/>
          </ac:spMkLst>
        </pc:spChg>
        <pc:spChg chg="del">
          <ac:chgData name="强 李" userId="cd6c7ec7188785ae" providerId="LiveId" clId="{DBE95947-F199-46F1-A0CC-41543E93CE13}" dt="2024-05-25T11:43:49.880" v="413" actId="47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DBE95947-F199-46F1-A0CC-41543E93CE13}" dt="2024-05-25T11:49:34.588" v="559" actId="13822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BE95947-F199-46F1-A0CC-41543E93CE13}" dt="2024-05-25T11:50:53.463" v="630" actId="10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1:44:27.581" v="479" actId="478"/>
          <ac:spMkLst>
            <pc:docMk/>
            <pc:sldMk cId="54695671" sldId="531"/>
            <ac:spMk id="7" creationId="{F80DDDB8-F32B-B7A7-73DA-9790F3B5DCB3}"/>
          </ac:spMkLst>
        </pc:spChg>
        <pc:spChg chg="del">
          <ac:chgData name="强 李" userId="cd6c7ec7188785ae" providerId="LiveId" clId="{DBE95947-F199-46F1-A0CC-41543E93CE13}" dt="2024-05-25T11:44:51.737" v="483" actId="478"/>
          <ac:spMkLst>
            <pc:docMk/>
            <pc:sldMk cId="54695671" sldId="531"/>
            <ac:spMk id="11" creationId="{8F585226-39A8-96AE-40A3-878704581BB6}"/>
          </ac:spMkLst>
        </pc:spChg>
        <pc:spChg chg="add mod ord">
          <ac:chgData name="强 李" userId="cd6c7ec7188785ae" providerId="LiveId" clId="{DBE95947-F199-46F1-A0CC-41543E93CE13}" dt="2024-05-25T11:50:01.419" v="563" actId="167"/>
          <ac:spMkLst>
            <pc:docMk/>
            <pc:sldMk cId="54695671" sldId="531"/>
            <ac:spMk id="12" creationId="{F5B65161-B8DD-0E62-660F-68A84433C538}"/>
          </ac:spMkLst>
        </pc:spChg>
        <pc:spChg chg="add mod ord">
          <ac:chgData name="强 李" userId="cd6c7ec7188785ae" providerId="LiveId" clId="{DBE95947-F199-46F1-A0CC-41543E93CE13}" dt="2024-05-25T11:51:13.305" v="635" actId="167"/>
          <ac:spMkLst>
            <pc:docMk/>
            <pc:sldMk cId="54695671" sldId="531"/>
            <ac:spMk id="13" creationId="{F3D259C7-E716-C2A3-FA14-6EDBFE1D3037}"/>
          </ac:spMkLst>
        </pc:spChg>
        <pc:spChg chg="add mod ord">
          <ac:chgData name="强 李" userId="cd6c7ec7188785ae" providerId="LiveId" clId="{DBE95947-F199-46F1-A0CC-41543E93CE13}" dt="2024-05-25T11:51:39.631" v="638" actId="167"/>
          <ac:spMkLst>
            <pc:docMk/>
            <pc:sldMk cId="54695671" sldId="531"/>
            <ac:spMk id="14" creationId="{F9C5FDEA-E4FC-A756-16FB-5611D7241633}"/>
          </ac:spMkLst>
        </pc:spChg>
        <pc:spChg chg="mod">
          <ac:chgData name="强 李" userId="cd6c7ec7188785ae" providerId="LiveId" clId="{DBE95947-F199-46F1-A0CC-41543E93CE13}" dt="2024-05-25T11:53:11.074" v="682" actId="1037"/>
          <ac:spMkLst>
            <pc:docMk/>
            <pc:sldMk cId="54695671" sldId="531"/>
            <ac:spMk id="18" creationId="{00000000-0000-0000-0000-000000000000}"/>
          </ac:spMkLst>
        </pc:spChg>
        <pc:spChg chg="add mod">
          <ac:chgData name="强 李" userId="cd6c7ec7188785ae" providerId="LiveId" clId="{DBE95947-F199-46F1-A0CC-41543E93CE13}" dt="2024-05-25T22:02:50.276" v="6278" actId="208"/>
          <ac:spMkLst>
            <pc:docMk/>
            <pc:sldMk cId="54695671" sldId="531"/>
            <ac:spMk id="25" creationId="{CDE5F828-CD64-BE49-34B7-7CC29C273134}"/>
          </ac:spMkLst>
        </pc:spChg>
        <pc:cxnChg chg="mod">
          <ac:chgData name="强 李" userId="cd6c7ec7188785ae" providerId="LiveId" clId="{DBE95947-F199-46F1-A0CC-41543E93CE13}" dt="2024-05-25T12:15:18.119" v="685" actId="1076"/>
          <ac:cxnSpMkLst>
            <pc:docMk/>
            <pc:sldMk cId="54695671" sldId="531"/>
            <ac:cxnSpMk id="8" creationId="{A82D5C8F-64C1-A4EE-87A4-62170D321C35}"/>
          </ac:cxnSpMkLst>
        </pc:cxnChg>
        <pc:cxnChg chg="add mod">
          <ac:chgData name="强 李" userId="cd6c7ec7188785ae" providerId="LiveId" clId="{DBE95947-F199-46F1-A0CC-41543E93CE13}" dt="2024-05-25T14:23:27.347" v="2993" actId="1076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DBE95947-F199-46F1-A0CC-41543E93CE13}" dt="2024-05-25T11:52:12.333" v="641"/>
          <ac:cxnSpMkLst>
            <pc:docMk/>
            <pc:sldMk cId="54695671" sldId="531"/>
            <ac:cxnSpMk id="16" creationId="{82028ECF-40BD-DC5A-A108-667193A4CAC8}"/>
          </ac:cxnSpMkLst>
        </pc:cxnChg>
        <pc:cxnChg chg="add mod">
          <ac:chgData name="强 李" userId="cd6c7ec7188785ae" providerId="LiveId" clId="{DBE95947-F199-46F1-A0CC-41543E93CE13}" dt="2024-05-25T11:52:51.016" v="649" actId="14100"/>
          <ac:cxnSpMkLst>
            <pc:docMk/>
            <pc:sldMk cId="54695671" sldId="531"/>
            <ac:cxnSpMk id="17" creationId="{1A3595F0-53EF-FA29-29D0-9A23244CF6A4}"/>
          </ac:cxnSpMkLst>
        </pc:cxnChg>
        <pc:cxnChg chg="add mod">
          <ac:chgData name="强 李" userId="cd6c7ec7188785ae" providerId="LiveId" clId="{DBE95947-F199-46F1-A0CC-41543E93CE13}" dt="2024-05-25T11:52:46.511" v="648" actId="14100"/>
          <ac:cxnSpMkLst>
            <pc:docMk/>
            <pc:sldMk cId="54695671" sldId="531"/>
            <ac:cxnSpMk id="20" creationId="{01E2CE10-9C1F-2283-0A6E-22BDC89FE6AB}"/>
          </ac:cxnSpMkLst>
        </pc:cxnChg>
      </pc:sldChg>
      <pc:sldChg chg="addSp delSp modSp mod">
        <pc:chgData name="强 李" userId="cd6c7ec7188785ae" providerId="LiveId" clId="{DBE95947-F199-46F1-A0CC-41543E93CE13}" dt="2024-05-25T22:21:17.913" v="6591" actId="20577"/>
        <pc:sldMkLst>
          <pc:docMk/>
          <pc:sldMk cId="1242525785" sldId="543"/>
        </pc:sldMkLst>
        <pc:spChg chg="mod">
          <ac:chgData name="强 李" userId="cd6c7ec7188785ae" providerId="LiveId" clId="{DBE95947-F199-46F1-A0CC-41543E93CE13}" dt="2024-05-25T22:21:17.913" v="6591" actId="20577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5:15:37.633" v="5709" actId="14100"/>
          <ac:spMkLst>
            <pc:docMk/>
            <pc:sldMk cId="1242525785" sldId="543"/>
            <ac:spMk id="3" creationId="{590834DC-85C6-6554-2AFE-509AEA0C23E9}"/>
          </ac:spMkLst>
        </pc:spChg>
        <pc:spChg chg="add del mod">
          <ac:chgData name="强 李" userId="cd6c7ec7188785ae" providerId="LiveId" clId="{DBE95947-F199-46F1-A0CC-41543E93CE13}" dt="2024-05-25T15:15:24.385" v="5678" actId="478"/>
          <ac:spMkLst>
            <pc:docMk/>
            <pc:sldMk cId="1242525785" sldId="543"/>
            <ac:spMk id="18" creationId="{00000000-0000-0000-0000-000000000000}"/>
          </ac:spMkLst>
        </pc:spChg>
      </pc:sldChg>
      <pc:sldChg chg="modSp">
        <pc:chgData name="强 李" userId="cd6c7ec7188785ae" providerId="LiveId" clId="{DBE95947-F199-46F1-A0CC-41543E93CE13}" dt="2024-05-25T22:20:35.811" v="6577"/>
        <pc:sldMkLst>
          <pc:docMk/>
          <pc:sldMk cId="419382719" sldId="552"/>
        </pc:sldMkLst>
        <pc:graphicFrameChg chg="mod">
          <ac:chgData name="强 李" userId="cd6c7ec7188785ae" providerId="LiveId" clId="{DBE95947-F199-46F1-A0CC-41543E93CE13}" dt="2024-05-25T22:20:35.811" v="657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mod">
        <pc:chgData name="强 李" userId="cd6c7ec7188785ae" providerId="LiveId" clId="{DBE95947-F199-46F1-A0CC-41543E93CE13}" dt="2024-05-25T13:52:27.469" v="1435"/>
        <pc:sldMkLst>
          <pc:docMk/>
          <pc:sldMk cId="530530540" sldId="553"/>
        </pc:sldMkLst>
        <pc:spChg chg="mod">
          <ac:chgData name="强 李" userId="cd6c7ec7188785ae" providerId="LiveId" clId="{DBE95947-F199-46F1-A0CC-41543E93CE13}" dt="2024-05-25T13:52:27.469" v="14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2:16:32.490" v="725" actId="1038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BE95947-F199-46F1-A0CC-41543E93CE13}" dt="2024-05-25T12:15:43.412" v="689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delSp modSp mod">
        <pc:chgData name="强 李" userId="cd6c7ec7188785ae" providerId="LiveId" clId="{DBE95947-F199-46F1-A0CC-41543E93CE13}" dt="2024-05-25T22:22:01.144" v="6592" actId="14100"/>
        <pc:sldMkLst>
          <pc:docMk/>
          <pc:sldMk cId="3418790839" sldId="554"/>
        </pc:sldMkLst>
        <pc:spChg chg="mod">
          <ac:chgData name="强 李" userId="cd6c7ec7188785ae" providerId="LiveId" clId="{DBE95947-F199-46F1-A0CC-41543E93CE13}" dt="2024-05-25T11:36:49.173" v="107" actId="12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1:36:01.218" v="101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DBE95947-F199-46F1-A0CC-41543E93CE13}" dt="2024-05-25T11:35:25.377" v="93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BE95947-F199-46F1-A0CC-41543E93CE13}" dt="2024-05-25T11:36:27.068" v="104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DBE95947-F199-46F1-A0CC-41543E93CE13}" dt="2024-05-25T22:22:01.144" v="6592" actId="14100"/>
          <ac:spMkLst>
            <pc:docMk/>
            <pc:sldMk cId="3418790839" sldId="554"/>
            <ac:spMk id="18" creationId="{00000000-0000-0000-0000-000000000000}"/>
          </ac:spMkLst>
        </pc:spChg>
        <pc:grpChg chg="mod">
          <ac:chgData name="强 李" userId="cd6c7ec7188785ae" providerId="LiveId" clId="{DBE95947-F199-46F1-A0CC-41543E93CE13}" dt="2024-05-25T11:37:01.720" v="113" actId="1036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DBE95947-F199-46F1-A0CC-41543E93CE13}" dt="2024-05-25T11:35:58.450" v="100" actId="14100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DBE95947-F199-46F1-A0CC-41543E93CE13}" dt="2024-05-25T11:34:36.351" v="86" actId="478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DBE95947-F199-46F1-A0CC-41543E93CE13}" dt="2024-05-25T10:50:46.162" v="29" actId="20577"/>
        <pc:sldMkLst>
          <pc:docMk/>
          <pc:sldMk cId="1911491714" sldId="560"/>
        </pc:sldMkLst>
        <pc:spChg chg="mod">
          <ac:chgData name="强 李" userId="cd6c7ec7188785ae" providerId="LiveId" clId="{DBE95947-F199-46F1-A0CC-41543E93CE13}" dt="2024-05-25T10:50:33.464" v="2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BE95947-F199-46F1-A0CC-41543E93CE13}" dt="2024-05-25T10:50:46.162" v="29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59884778" sldId="57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921434846" sldId="587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2648053192" sldId="588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534191096" sldId="589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207264488" sldId="590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91062220" sldId="591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046377894" sldId="592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68762565" sldId="593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0286292" sldId="59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164883511" sldId="596"/>
        </pc:sldMkLst>
      </pc:sldChg>
      <pc:sldChg chg="addSp modSp new mod">
        <pc:chgData name="强 李" userId="cd6c7ec7188785ae" providerId="LiveId" clId="{DBE95947-F199-46F1-A0CC-41543E93CE13}" dt="2024-05-25T14:09:34.981" v="2347" actId="14100"/>
        <pc:sldMkLst>
          <pc:docMk/>
          <pc:sldMk cId="1085292941" sldId="597"/>
        </pc:sldMkLst>
        <pc:spChg chg="add mod">
          <ac:chgData name="强 李" userId="cd6c7ec7188785ae" providerId="LiveId" clId="{DBE95947-F199-46F1-A0CC-41543E93CE13}" dt="2024-05-25T11:37:28.248" v="117" actId="14100"/>
          <ac:spMkLst>
            <pc:docMk/>
            <pc:sldMk cId="1085292941" sldId="597"/>
            <ac:spMk id="2" creationId="{D6316618-9C79-2B4D-A8F9-BFB080D9F125}"/>
          </ac:spMkLst>
        </pc:spChg>
        <pc:spChg chg="add mod">
          <ac:chgData name="强 李" userId="cd6c7ec7188785ae" providerId="LiveId" clId="{DBE95947-F199-46F1-A0CC-41543E93CE13}" dt="2024-05-25T11:39:37.553" v="157" actId="14100"/>
          <ac:spMkLst>
            <pc:docMk/>
            <pc:sldMk cId="1085292941" sldId="597"/>
            <ac:spMk id="4" creationId="{99EBB65C-9081-4E23-3F16-B2F04FFCED10}"/>
          </ac:spMkLst>
        </pc:spChg>
        <pc:graphicFrameChg chg="add mod">
          <ac:chgData name="强 李" userId="cd6c7ec7188785ae" providerId="LiveId" clId="{DBE95947-F199-46F1-A0CC-41543E93CE13}" dt="2024-05-25T14:09:34.981" v="2347" actId="14100"/>
          <ac:graphicFrameMkLst>
            <pc:docMk/>
            <pc:sldMk cId="1085292941" sldId="597"/>
            <ac:graphicFrameMk id="3" creationId="{16E6E321-6A9C-6416-D9AB-E877DAC1D1E8}"/>
          </ac:graphicFrameMkLst>
        </pc:graphicFrameChg>
      </pc:sldChg>
      <pc:sldChg chg="addSp delSp modSp add mod">
        <pc:chgData name="强 李" userId="cd6c7ec7188785ae" providerId="LiveId" clId="{DBE95947-F199-46F1-A0CC-41543E93CE13}" dt="2024-05-25T22:01:37.625" v="6277" actId="14100"/>
        <pc:sldMkLst>
          <pc:docMk/>
          <pc:sldMk cId="267840289" sldId="598"/>
        </pc:sldMkLst>
        <pc:spChg chg="mod">
          <ac:chgData name="强 李" userId="cd6c7ec7188785ae" providerId="LiveId" clId="{DBE95947-F199-46F1-A0CC-41543E93CE13}" dt="2024-05-25T11:39:42.722" v="158" actId="14100"/>
          <ac:spMkLst>
            <pc:docMk/>
            <pc:sldMk cId="267840289" sldId="598"/>
            <ac:spMk id="4" creationId="{99EBB65C-9081-4E23-3F16-B2F04FFCED10}"/>
          </ac:spMkLst>
        </pc:spChg>
        <pc:spChg chg="add">
          <ac:chgData name="强 李" userId="cd6c7ec7188785ae" providerId="LiveId" clId="{DBE95947-F199-46F1-A0CC-41543E93CE13}" dt="2024-05-25T11:38:15.926" v="139"/>
          <ac:spMkLst>
            <pc:docMk/>
            <pc:sldMk cId="267840289" sldId="598"/>
            <ac:spMk id="5" creationId="{2842B5D4-A0B6-BA03-F873-2E6CEA05FA32}"/>
          </ac:spMkLst>
        </pc:spChg>
        <pc:graphicFrameChg chg="del">
          <ac:chgData name="强 李" userId="cd6c7ec7188785ae" providerId="LiveId" clId="{DBE95947-F199-46F1-A0CC-41543E93CE13}" dt="2024-05-25T11:38:15.375" v="138" actId="478"/>
          <ac:graphicFrameMkLst>
            <pc:docMk/>
            <pc:sldMk cId="267840289" sldId="598"/>
            <ac:graphicFrameMk id="3" creationId="{16E6E321-6A9C-6416-D9AB-E877DAC1D1E8}"/>
          </ac:graphicFrameMkLst>
        </pc:graphicFrameChg>
        <pc:graphicFrameChg chg="add mod">
          <ac:chgData name="强 李" userId="cd6c7ec7188785ae" providerId="LiveId" clId="{DBE95947-F199-46F1-A0CC-41543E93CE13}" dt="2024-05-25T22:01:37.625" v="6277" actId="14100"/>
          <ac:graphicFrameMkLst>
            <pc:docMk/>
            <pc:sldMk cId="267840289" sldId="598"/>
            <ac:graphicFrameMk id="6" creationId="{7AF6610A-589A-1AC4-30B2-6EB638DE32DD}"/>
          </ac:graphicFrameMkLst>
        </pc:graphicFrameChg>
      </pc:sldChg>
      <pc:sldChg chg="addSp delSp modSp add del mod">
        <pc:chgData name="强 李" userId="cd6c7ec7188785ae" providerId="LiveId" clId="{DBE95947-F199-46F1-A0CC-41543E93CE13}" dt="2024-05-25T14:23:36.329" v="2995" actId="47"/>
        <pc:sldMkLst>
          <pc:docMk/>
          <pc:sldMk cId="2917764030" sldId="599"/>
        </pc:sldMkLst>
        <pc:spChg chg="del">
          <ac:chgData name="强 李" userId="cd6c7ec7188785ae" providerId="LiveId" clId="{DBE95947-F199-46F1-A0CC-41543E93CE13}" dt="2024-05-25T13:32:47.914" v="736" actId="478"/>
          <ac:spMkLst>
            <pc:docMk/>
            <pc:sldMk cId="2917764030" sldId="599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22:52.338" v="2987" actId="404"/>
          <ac:spMkLst>
            <pc:docMk/>
            <pc:sldMk cId="2917764030" sldId="599"/>
            <ac:spMk id="4" creationId="{9562786F-954F-9AAA-DBEE-430049609F25}"/>
          </ac:spMkLst>
        </pc:spChg>
        <pc:spChg chg="add del mod">
          <ac:chgData name="强 李" userId="cd6c7ec7188785ae" providerId="LiveId" clId="{DBE95947-F199-46F1-A0CC-41543E93CE13}" dt="2024-05-25T13:37:08.195" v="754" actId="478"/>
          <ac:spMkLst>
            <pc:docMk/>
            <pc:sldMk cId="2917764030" sldId="599"/>
            <ac:spMk id="5" creationId="{6D756E38-44BB-893E-10F4-24648C1F9451}"/>
          </ac:spMkLst>
        </pc:spChg>
        <pc:spChg chg="del">
          <ac:chgData name="强 李" userId="cd6c7ec7188785ae" providerId="LiveId" clId="{DBE95947-F199-46F1-A0CC-41543E93CE13}" dt="2024-05-25T13:32:37.493" v="730" actId="478"/>
          <ac:spMkLst>
            <pc:docMk/>
            <pc:sldMk cId="2917764030" sldId="599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3:33:10.010" v="742" actId="478"/>
          <ac:spMkLst>
            <pc:docMk/>
            <pc:sldMk cId="2917764030" sldId="599"/>
            <ac:spMk id="12" creationId="{F5B65161-B8DD-0E62-660F-68A84433C538}"/>
          </ac:spMkLst>
        </pc:spChg>
        <pc:spChg chg="del">
          <ac:chgData name="强 李" userId="cd6c7ec7188785ae" providerId="LiveId" clId="{DBE95947-F199-46F1-A0CC-41543E93CE13}" dt="2024-05-25T13:32:42.337" v="732" actId="478"/>
          <ac:spMkLst>
            <pc:docMk/>
            <pc:sldMk cId="2917764030" sldId="599"/>
            <ac:spMk id="13" creationId="{F3D259C7-E716-C2A3-FA14-6EDBFE1D3037}"/>
          </ac:spMkLst>
        </pc:spChg>
        <pc:spChg chg="del">
          <ac:chgData name="强 李" userId="cd6c7ec7188785ae" providerId="LiveId" clId="{DBE95947-F199-46F1-A0CC-41543E93CE13}" dt="2024-05-25T13:32:40.434" v="731" actId="478"/>
          <ac:spMkLst>
            <pc:docMk/>
            <pc:sldMk cId="2917764030" sldId="599"/>
            <ac:spMk id="14" creationId="{F9C5FDEA-E4FC-A756-16FB-5611D7241633}"/>
          </ac:spMkLst>
        </pc:spChg>
        <pc:cxnChg chg="del">
          <ac:chgData name="强 李" userId="cd6c7ec7188785ae" providerId="LiveId" clId="{DBE95947-F199-46F1-A0CC-41543E93CE13}" dt="2024-05-25T13:33:28.739" v="745" actId="478"/>
          <ac:cxnSpMkLst>
            <pc:docMk/>
            <pc:sldMk cId="2917764030" sldId="599"/>
            <ac:cxnSpMk id="8" creationId="{A82D5C8F-64C1-A4EE-87A4-62170D321C35}"/>
          </ac:cxnSpMkLst>
        </pc:cxnChg>
        <pc:cxnChg chg="del">
          <ac:chgData name="强 李" userId="cd6c7ec7188785ae" providerId="LiveId" clId="{DBE95947-F199-46F1-A0CC-41543E93CE13}" dt="2024-05-25T13:34:23.696" v="749" actId="478"/>
          <ac:cxnSpMkLst>
            <pc:docMk/>
            <pc:sldMk cId="2917764030" sldId="599"/>
            <ac:cxnSpMk id="9" creationId="{DC1B6FBA-8A0E-6AE0-4F4D-624D86320E43}"/>
          </ac:cxnSpMkLst>
        </pc:cxnChg>
        <pc:cxnChg chg="del">
          <ac:chgData name="强 李" userId="cd6c7ec7188785ae" providerId="LiveId" clId="{DBE95947-F199-46F1-A0CC-41543E93CE13}" dt="2024-05-25T13:32:46.474" v="735" actId="478"/>
          <ac:cxnSpMkLst>
            <pc:docMk/>
            <pc:sldMk cId="2917764030" sldId="599"/>
            <ac:cxnSpMk id="16" creationId="{82028ECF-40BD-DC5A-A108-667193A4CAC8}"/>
          </ac:cxnSpMkLst>
        </pc:cxnChg>
        <pc:cxnChg chg="del">
          <ac:chgData name="强 李" userId="cd6c7ec7188785ae" providerId="LiveId" clId="{DBE95947-F199-46F1-A0CC-41543E93CE13}" dt="2024-05-25T13:32:44.124" v="733" actId="478"/>
          <ac:cxnSpMkLst>
            <pc:docMk/>
            <pc:sldMk cId="2917764030" sldId="599"/>
            <ac:cxnSpMk id="17" creationId="{1A3595F0-53EF-FA29-29D0-9A23244CF6A4}"/>
          </ac:cxnSpMkLst>
        </pc:cxnChg>
        <pc:cxnChg chg="del">
          <ac:chgData name="强 李" userId="cd6c7ec7188785ae" providerId="LiveId" clId="{DBE95947-F199-46F1-A0CC-41543E93CE13}" dt="2024-05-25T13:32:45.634" v="734" actId="478"/>
          <ac:cxnSpMkLst>
            <pc:docMk/>
            <pc:sldMk cId="2917764030" sldId="599"/>
            <ac:cxnSpMk id="20" creationId="{01E2CE10-9C1F-2283-0A6E-22BDC89FE6AB}"/>
          </ac:cxnSpMkLst>
        </pc:cxnChg>
      </pc:sldChg>
      <pc:sldChg chg="add del">
        <pc:chgData name="强 李" userId="cd6c7ec7188785ae" providerId="LiveId" clId="{DBE95947-F199-46F1-A0CC-41543E93CE13}" dt="2024-05-25T13:40:11.925" v="877" actId="47"/>
        <pc:sldMkLst>
          <pc:docMk/>
          <pc:sldMk cId="218019236" sldId="600"/>
        </pc:sldMkLst>
      </pc:sldChg>
      <pc:sldChg chg="addSp modSp add mod">
        <pc:chgData name="强 李" userId="cd6c7ec7188785ae" providerId="LiveId" clId="{DBE95947-F199-46F1-A0CC-41543E93CE13}" dt="2024-05-25T14:01:34.074" v="1676"/>
        <pc:sldMkLst>
          <pc:docMk/>
          <pc:sldMk cId="3532749890" sldId="600"/>
        </pc:sldMkLst>
        <pc:spChg chg="mod">
          <ac:chgData name="强 李" userId="cd6c7ec7188785ae" providerId="LiveId" clId="{DBE95947-F199-46F1-A0CC-41543E93CE13}" dt="2024-05-25T13:59:34.147" v="1660"/>
          <ac:spMkLst>
            <pc:docMk/>
            <pc:sldMk cId="3532749890" sldId="600"/>
            <ac:spMk id="2" creationId="{00000000-0000-0000-0000-000000000000}"/>
          </ac:spMkLst>
        </pc:spChg>
        <pc:spChg chg="add mod ord">
          <ac:chgData name="强 李" userId="cd6c7ec7188785ae" providerId="LiveId" clId="{DBE95947-F199-46F1-A0CC-41543E93CE13}" dt="2024-05-25T14:00:29.489" v="1665" actId="171"/>
          <ac:spMkLst>
            <pc:docMk/>
            <pc:sldMk cId="3532749890" sldId="600"/>
            <ac:spMk id="3" creationId="{29D15C89-660E-CE5E-CD54-29898EC389E2}"/>
          </ac:spMkLst>
        </pc:spChg>
        <pc:spChg chg="add mod ord">
          <ac:chgData name="强 李" userId="cd6c7ec7188785ae" providerId="LiveId" clId="{DBE95947-F199-46F1-A0CC-41543E93CE13}" dt="2024-05-25T14:00:58.074" v="1672" actId="171"/>
          <ac:spMkLst>
            <pc:docMk/>
            <pc:sldMk cId="3532749890" sldId="600"/>
            <ac:spMk id="4" creationId="{552C4C40-246C-2FCA-495B-37EEE4F83C2E}"/>
          </ac:spMkLst>
        </pc:spChg>
        <pc:cxnChg chg="add mod">
          <ac:chgData name="强 李" userId="cd6c7ec7188785ae" providerId="LiveId" clId="{DBE95947-F199-46F1-A0CC-41543E93CE13}" dt="2024-05-25T14:01:34.074" v="1676"/>
          <ac:cxnSpMkLst>
            <pc:docMk/>
            <pc:sldMk cId="3532749890" sldId="600"/>
            <ac:cxnSpMk id="6" creationId="{DFF5192B-1F09-C2ED-4C04-1C1D28491A8F}"/>
          </ac:cxnSpMkLst>
        </pc:cxnChg>
      </pc:sldChg>
      <pc:sldChg chg="addSp delSp modSp add mod">
        <pc:chgData name="强 李" userId="cd6c7ec7188785ae" providerId="LiveId" clId="{DBE95947-F199-46F1-A0CC-41543E93CE13}" dt="2024-05-25T14:10:23.983" v="2351" actId="167"/>
        <pc:sldMkLst>
          <pc:docMk/>
          <pc:sldMk cId="4252029166" sldId="601"/>
        </pc:sldMkLst>
        <pc:spChg chg="mod ord">
          <ac:chgData name="强 李" userId="cd6c7ec7188785ae" providerId="LiveId" clId="{DBE95947-F199-46F1-A0CC-41543E93CE13}" dt="2024-05-25T14:10:23.983" v="2351" actId="167"/>
          <ac:spMkLst>
            <pc:docMk/>
            <pc:sldMk cId="4252029166" sldId="601"/>
            <ac:spMk id="2" creationId="{00000000-0000-0000-0000-000000000000}"/>
          </ac:spMkLst>
        </pc:spChg>
        <pc:spChg chg="add del">
          <ac:chgData name="强 李" userId="cd6c7ec7188785ae" providerId="LiveId" clId="{DBE95947-F199-46F1-A0CC-41543E93CE13}" dt="2024-05-25T14:10:23.300" v="2350" actId="478"/>
          <ac:spMkLst>
            <pc:docMk/>
            <pc:sldMk cId="4252029166" sldId="601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03:10.929" v="1797" actId="478"/>
          <ac:spMkLst>
            <pc:docMk/>
            <pc:sldMk cId="4252029166" sldId="601"/>
            <ac:spMk id="4" creationId="{552C4C40-246C-2FCA-495B-37EEE4F83C2E}"/>
          </ac:spMkLst>
        </pc:spChg>
        <pc:cxnChg chg="del">
          <ac:chgData name="强 李" userId="cd6c7ec7188785ae" providerId="LiveId" clId="{DBE95947-F199-46F1-A0CC-41543E93CE13}" dt="2024-05-25T14:03:01.666" v="1795" actId="478"/>
          <ac:cxnSpMkLst>
            <pc:docMk/>
            <pc:sldMk cId="4252029166" sldId="601"/>
            <ac:cxnSpMk id="6" creationId="{DFF5192B-1F09-C2ED-4C04-1C1D28491A8F}"/>
          </ac:cxnSpMkLst>
        </pc:cxnChg>
      </pc:sldChg>
      <pc:sldChg chg="modSp add mod">
        <pc:chgData name="强 李" userId="cd6c7ec7188785ae" providerId="LiveId" clId="{DBE95947-F199-46F1-A0CC-41543E93CE13}" dt="2024-05-25T22:05:51.845" v="6290" actId="113"/>
        <pc:sldMkLst>
          <pc:docMk/>
          <pc:sldMk cId="2745293410" sldId="602"/>
        </pc:sldMkLst>
        <pc:spChg chg="mod ord">
          <ac:chgData name="强 李" userId="cd6c7ec7188785ae" providerId="LiveId" clId="{DBE95947-F199-46F1-A0CC-41543E93CE13}" dt="2024-05-25T22:05:51.845" v="6290" actId="113"/>
          <ac:spMkLst>
            <pc:docMk/>
            <pc:sldMk cId="2745293410" sldId="602"/>
            <ac:spMk id="2" creationId="{00000000-0000-0000-0000-000000000000}"/>
          </ac:spMkLst>
        </pc:spChg>
        <pc:spChg chg="mod ord">
          <ac:chgData name="强 李" userId="cd6c7ec7188785ae" providerId="LiveId" clId="{DBE95947-F199-46F1-A0CC-41543E93CE13}" dt="2024-05-25T14:10:44.774" v="2354" actId="167"/>
          <ac:spMkLst>
            <pc:docMk/>
            <pc:sldMk cId="2745293410" sldId="602"/>
            <ac:spMk id="3" creationId="{29D15C89-660E-CE5E-CD54-29898EC389E2}"/>
          </ac:spMkLst>
        </pc:spChg>
      </pc:sldChg>
      <pc:sldChg chg="modSp add mod">
        <pc:chgData name="强 李" userId="cd6c7ec7188785ae" providerId="LiveId" clId="{DBE95947-F199-46F1-A0CC-41543E93CE13}" dt="2024-05-25T22:06:05.026" v="6292" actId="20577"/>
        <pc:sldMkLst>
          <pc:docMk/>
          <pc:sldMk cId="2518390947" sldId="603"/>
        </pc:sldMkLst>
        <pc:spChg chg="mod">
          <ac:chgData name="强 李" userId="cd6c7ec7188785ae" providerId="LiveId" clId="{DBE95947-F199-46F1-A0CC-41543E93CE13}" dt="2024-05-25T22:06:05.026" v="6292" actId="20577"/>
          <ac:spMkLst>
            <pc:docMk/>
            <pc:sldMk cId="2518390947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24:58.851" v="3111" actId="113"/>
        <pc:sldMkLst>
          <pc:docMk/>
          <pc:sldMk cId="2890221013" sldId="604"/>
        </pc:sldMkLst>
        <pc:spChg chg="mod">
          <ac:chgData name="强 李" userId="cd6c7ec7188785ae" providerId="LiveId" clId="{DBE95947-F199-46F1-A0CC-41543E93CE13}" dt="2024-05-25T14:24:58.851" v="3111" actId="113"/>
          <ac:spMkLst>
            <pc:docMk/>
            <pc:sldMk cId="2890221013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33:00.508" v="3393" actId="6549"/>
        <pc:sldMkLst>
          <pc:docMk/>
          <pc:sldMk cId="827108727" sldId="605"/>
        </pc:sldMkLst>
        <pc:spChg chg="mod">
          <ac:chgData name="强 李" userId="cd6c7ec7188785ae" providerId="LiveId" clId="{DBE95947-F199-46F1-A0CC-41543E93CE13}" dt="2024-05-25T14:33:00.508" v="3393" actId="6549"/>
          <ac:spMkLst>
            <pc:docMk/>
            <pc:sldMk cId="827108727" sldId="605"/>
            <ac:spMk id="2" creationId="{00000000-0000-0000-0000-000000000000}"/>
          </ac:spMkLst>
        </pc:spChg>
      </pc:sldChg>
      <pc:sldChg chg="addSp modSp add mod">
        <pc:chgData name="强 李" userId="cd6c7ec7188785ae" providerId="LiveId" clId="{DBE95947-F199-46F1-A0CC-41543E93CE13}" dt="2024-05-25T22:09:43.928" v="6450"/>
        <pc:sldMkLst>
          <pc:docMk/>
          <pc:sldMk cId="1556551709" sldId="606"/>
        </pc:sldMkLst>
        <pc:spChg chg="mod ord">
          <ac:chgData name="强 李" userId="cd6c7ec7188785ae" providerId="LiveId" clId="{DBE95947-F199-46F1-A0CC-41543E93CE13}" dt="2024-05-25T22:09:43.928" v="6450"/>
          <ac:spMkLst>
            <pc:docMk/>
            <pc:sldMk cId="1556551709" sldId="606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33:32.178" v="3420" actId="1035"/>
          <ac:spMkLst>
            <pc:docMk/>
            <pc:sldMk cId="1556551709" sldId="606"/>
            <ac:spMk id="4" creationId="{D42A20F3-2BDF-EB9E-B0A4-478C7FE0E73F}"/>
          </ac:spMkLst>
        </pc:spChg>
        <pc:spChg chg="add mod">
          <ac:chgData name="强 李" userId="cd6c7ec7188785ae" providerId="LiveId" clId="{DBE95947-F199-46F1-A0CC-41543E93CE13}" dt="2024-05-25T14:33:38.901" v="3422" actId="1076"/>
          <ac:spMkLst>
            <pc:docMk/>
            <pc:sldMk cId="1556551709" sldId="606"/>
            <ac:spMk id="5" creationId="{F094819E-3EA8-4E92-A198-82F064254FF1}"/>
          </ac:spMkLst>
        </pc:spChg>
        <pc:cxnChg chg="add">
          <ac:chgData name="强 李" userId="cd6c7ec7188785ae" providerId="LiveId" clId="{DBE95947-F199-46F1-A0CC-41543E93CE13}" dt="2024-05-25T14:33:54.486" v="3424" actId="11529"/>
          <ac:cxnSpMkLst>
            <pc:docMk/>
            <pc:sldMk cId="1556551709" sldId="606"/>
            <ac:cxnSpMk id="7" creationId="{5DF3A08D-7F17-0F4A-BB6C-0E37ED76FF8E}"/>
          </ac:cxnSpMkLst>
        </pc:cxnChg>
        <pc:cxnChg chg="add">
          <ac:chgData name="强 李" userId="cd6c7ec7188785ae" providerId="LiveId" clId="{DBE95947-F199-46F1-A0CC-41543E93CE13}" dt="2024-05-25T14:34:06.109" v="3425" actId="11529"/>
          <ac:cxnSpMkLst>
            <pc:docMk/>
            <pc:sldMk cId="1556551709" sldId="606"/>
            <ac:cxnSpMk id="9" creationId="{78BCD3E8-62CE-0FF4-1724-49BF66BBF6FC}"/>
          </ac:cxnSpMkLst>
        </pc:cxnChg>
      </pc:sldChg>
      <pc:sldChg chg="delSp modSp add mod">
        <pc:chgData name="强 李" userId="cd6c7ec7188785ae" providerId="LiveId" clId="{DBE95947-F199-46F1-A0CC-41543E93CE13}" dt="2024-05-25T22:09:37.494" v="6447"/>
        <pc:sldMkLst>
          <pc:docMk/>
          <pc:sldMk cId="2349581962" sldId="607"/>
        </pc:sldMkLst>
        <pc:spChg chg="mod ord">
          <ac:chgData name="强 李" userId="cd6c7ec7188785ae" providerId="LiveId" clId="{DBE95947-F199-46F1-A0CC-41543E93CE13}" dt="2024-05-25T22:09:37.494" v="6447"/>
          <ac:spMkLst>
            <pc:docMk/>
            <pc:sldMk cId="2349581962" sldId="607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4:35:19.119" v="3454" actId="478"/>
          <ac:spMkLst>
            <pc:docMk/>
            <pc:sldMk cId="2349581962" sldId="607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35:19.705" v="3455" actId="478"/>
          <ac:spMkLst>
            <pc:docMk/>
            <pc:sldMk cId="2349581962" sldId="607"/>
            <ac:spMk id="4" creationId="{D42A20F3-2BDF-EB9E-B0A4-478C7FE0E73F}"/>
          </ac:spMkLst>
        </pc:spChg>
        <pc:spChg chg="del">
          <ac:chgData name="强 李" userId="cd6c7ec7188785ae" providerId="LiveId" clId="{DBE95947-F199-46F1-A0CC-41543E93CE13}" dt="2024-05-25T14:35:14.936" v="3451" actId="478"/>
          <ac:spMkLst>
            <pc:docMk/>
            <pc:sldMk cId="2349581962" sldId="607"/>
            <ac:spMk id="5" creationId="{F094819E-3EA8-4E92-A198-82F064254FF1}"/>
          </ac:spMkLst>
        </pc:spChg>
        <pc:cxnChg chg="del">
          <ac:chgData name="强 李" userId="cd6c7ec7188785ae" providerId="LiveId" clId="{DBE95947-F199-46F1-A0CC-41543E93CE13}" dt="2024-05-25T14:35:18.163" v="3453" actId="478"/>
          <ac:cxnSpMkLst>
            <pc:docMk/>
            <pc:sldMk cId="2349581962" sldId="607"/>
            <ac:cxnSpMk id="7" creationId="{5DF3A08D-7F17-0F4A-BB6C-0E37ED76FF8E}"/>
          </ac:cxnSpMkLst>
        </pc:cxnChg>
        <pc:cxnChg chg="del">
          <ac:chgData name="强 李" userId="cd6c7ec7188785ae" providerId="LiveId" clId="{DBE95947-F199-46F1-A0CC-41543E93CE13}" dt="2024-05-25T14:35:16.793" v="3452" actId="478"/>
          <ac:cxnSpMkLst>
            <pc:docMk/>
            <pc:sldMk cId="2349581962" sldId="607"/>
            <ac:cxnSpMk id="9" creationId="{78BCD3E8-62CE-0FF4-1724-49BF66BBF6FC}"/>
          </ac:cxnSpMkLst>
        </pc:cxnChg>
      </pc:sldChg>
      <pc:sldChg chg="modSp add mod">
        <pc:chgData name="强 李" userId="cd6c7ec7188785ae" providerId="LiveId" clId="{DBE95947-F199-46F1-A0CC-41543E93CE13}" dt="2024-05-25T14:43:28.561" v="4066"/>
        <pc:sldMkLst>
          <pc:docMk/>
          <pc:sldMk cId="303087663" sldId="608"/>
        </pc:sldMkLst>
        <pc:spChg chg="mod">
          <ac:chgData name="强 李" userId="cd6c7ec7188785ae" providerId="LiveId" clId="{DBE95947-F199-46F1-A0CC-41543E93CE13}" dt="2024-05-25T14:43:28.561" v="4066"/>
          <ac:spMkLst>
            <pc:docMk/>
            <pc:sldMk cId="303087663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5:59.267" v="6454" actId="108"/>
        <pc:sldMkLst>
          <pc:docMk/>
          <pc:sldMk cId="2597204018" sldId="609"/>
        </pc:sldMkLst>
        <pc:spChg chg="mod">
          <ac:chgData name="强 李" userId="cd6c7ec7188785ae" providerId="LiveId" clId="{DBE95947-F199-46F1-A0CC-41543E93CE13}" dt="2024-05-25T22:15:59.267" v="6454" actId="108"/>
          <ac:spMkLst>
            <pc:docMk/>
            <pc:sldMk cId="2597204018" sldId="609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4:44:10.709" v="4081" actId="14100"/>
          <ac:spMkLst>
            <pc:docMk/>
            <pc:sldMk cId="2597204018" sldId="609"/>
            <ac:spMk id="18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53:21.701" v="4446" actId="20577"/>
        <pc:sldMkLst>
          <pc:docMk/>
          <pc:sldMk cId="3052620705" sldId="610"/>
        </pc:sldMkLst>
        <pc:spChg chg="mod">
          <ac:chgData name="强 李" userId="cd6c7ec7188785ae" providerId="LiveId" clId="{DBE95947-F199-46F1-A0CC-41543E93CE13}" dt="2024-05-25T14:53:21.701" v="4446" actId="20577"/>
          <ac:spMkLst>
            <pc:docMk/>
            <pc:sldMk cId="3052620705" sldId="610"/>
            <ac:spMk id="2" creationId="{00000000-0000-0000-0000-000000000000}"/>
          </ac:spMkLst>
        </pc:spChg>
      </pc:sldChg>
      <pc:sldChg chg="add del">
        <pc:chgData name="强 李" userId="cd6c7ec7188785ae" providerId="LiveId" clId="{DBE95947-F199-46F1-A0CC-41543E93CE13}" dt="2024-05-25T22:17:06.783" v="6455" actId="47"/>
        <pc:sldMkLst>
          <pc:docMk/>
          <pc:sldMk cId="2249792854" sldId="611"/>
        </pc:sldMkLst>
      </pc:sldChg>
      <pc:sldChg chg="modSp add mod">
        <pc:chgData name="强 李" userId="cd6c7ec7188785ae" providerId="LiveId" clId="{DBE95947-F199-46F1-A0CC-41543E93CE13}" dt="2024-05-25T22:17:49.550" v="6457" actId="113"/>
        <pc:sldMkLst>
          <pc:docMk/>
          <pc:sldMk cId="4116270909" sldId="612"/>
        </pc:sldMkLst>
        <pc:spChg chg="mod">
          <ac:chgData name="强 李" userId="cd6c7ec7188785ae" providerId="LiveId" clId="{DBE95947-F199-46F1-A0CC-41543E93CE13}" dt="2024-05-25T22:17:49.550" v="6457" actId="113"/>
          <ac:spMkLst>
            <pc:docMk/>
            <pc:sldMk cId="4116270909" sldId="612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8:01.055" v="6466"/>
        <pc:sldMkLst>
          <pc:docMk/>
          <pc:sldMk cId="3217662914" sldId="613"/>
        </pc:sldMkLst>
        <pc:spChg chg="mod">
          <ac:chgData name="强 李" userId="cd6c7ec7188785ae" providerId="LiveId" clId="{DBE95947-F199-46F1-A0CC-41543E93CE13}" dt="2024-05-25T22:18:01.055" v="6466"/>
          <ac:spMkLst>
            <pc:docMk/>
            <pc:sldMk cId="3217662914" sldId="61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5:11:46.833" v="5355" actId="20577"/>
        <pc:sldMkLst>
          <pc:docMk/>
          <pc:sldMk cId="541045773" sldId="614"/>
        </pc:sldMkLst>
        <pc:spChg chg="mod">
          <ac:chgData name="强 李" userId="cd6c7ec7188785ae" providerId="LiveId" clId="{DBE95947-F199-46F1-A0CC-41543E93CE13}" dt="2024-05-25T15:11:46.833" v="5355" actId="20577"/>
          <ac:spMkLst>
            <pc:docMk/>
            <pc:sldMk cId="541045773" sldId="61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914CBC6-FC8B-48B5-998A-20B0C6C5E218}"/>
    <pc:docChg chg="undo custSel addSld delSld modSld sldOrd">
      <pc:chgData name="强 李" userId="cd6c7ec7188785ae" providerId="LiveId" clId="{D914CBC6-FC8B-48B5-998A-20B0C6C5E218}" dt="2024-07-20T21:05:37.167" v="2967"/>
      <pc:docMkLst>
        <pc:docMk/>
      </pc:docMkLst>
      <pc:sldChg chg="delSp modSp mod">
        <pc:chgData name="强 李" userId="cd6c7ec7188785ae" providerId="LiveId" clId="{D914CBC6-FC8B-48B5-998A-20B0C6C5E218}" dt="2024-07-20T13:59:58.128" v="2594" actId="20577"/>
        <pc:sldMkLst>
          <pc:docMk/>
          <pc:sldMk cId="0" sldId="425"/>
        </pc:sldMkLst>
        <pc:spChg chg="del">
          <ac:chgData name="强 李" userId="cd6c7ec7188785ae" providerId="LiveId" clId="{D914CBC6-FC8B-48B5-998A-20B0C6C5E218}" dt="2024-07-20T12:37:03.733" v="42" actId="478"/>
          <ac:spMkLst>
            <pc:docMk/>
            <pc:sldMk cId="0" sldId="425"/>
            <ac:spMk id="2" creationId="{D173B669-CA5F-8870-4498-E51734959F33}"/>
          </ac:spMkLst>
        </pc:spChg>
        <pc:spChg chg="mod ord">
          <ac:chgData name="强 李" userId="cd6c7ec7188785ae" providerId="LiveId" clId="{D914CBC6-FC8B-48B5-998A-20B0C6C5E218}" dt="2024-07-20T12:58:30.774" v="467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914CBC6-FC8B-48B5-998A-20B0C6C5E218}" dt="2024-07-20T13:59:58.128" v="2594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914CBC6-FC8B-48B5-998A-20B0C6C5E218}" dt="2024-07-20T12:59:13.999" v="470" actId="14100"/>
        <pc:sldMkLst>
          <pc:docMk/>
          <pc:sldMk cId="54695671" sldId="531"/>
        </pc:sldMkLst>
        <pc:spChg chg="mod">
          <ac:chgData name="强 李" userId="cd6c7ec7188785ae" providerId="LiveId" clId="{D914CBC6-FC8B-48B5-998A-20B0C6C5E218}" dt="2024-07-20T12:49:59.798" v="212" actId="113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D914CBC6-FC8B-48B5-998A-20B0C6C5E218}" dt="2024-07-20T12:49:24.239" v="206" actId="14100"/>
          <ac:spMkLst>
            <pc:docMk/>
            <pc:sldMk cId="54695671" sldId="531"/>
            <ac:spMk id="4" creationId="{DDA6978F-5B1B-2306-B512-CF18A4DBAFC7}"/>
          </ac:spMkLst>
        </pc:spChg>
        <pc:spChg chg="del mod">
          <ac:chgData name="强 李" userId="cd6c7ec7188785ae" providerId="LiveId" clId="{D914CBC6-FC8B-48B5-998A-20B0C6C5E218}" dt="2024-07-20T12:40:37.922" v="153" actId="478"/>
          <ac:spMkLst>
            <pc:docMk/>
            <pc:sldMk cId="54695671" sldId="531"/>
            <ac:spMk id="10" creationId="{F68ADE4B-9A94-7E26-E65D-4F42DA96397B}"/>
          </ac:spMkLst>
        </pc:spChg>
        <pc:spChg chg="mod">
          <ac:chgData name="强 李" userId="cd6c7ec7188785ae" providerId="LiveId" clId="{D914CBC6-FC8B-48B5-998A-20B0C6C5E218}" dt="2024-07-20T12:40:36.073" v="152"/>
          <ac:spMkLst>
            <pc:docMk/>
            <pc:sldMk cId="54695671" sldId="531"/>
            <ac:spMk id="12" creationId="{F5B65161-B8DD-0E62-660F-68A84433C538}"/>
          </ac:spMkLst>
        </pc:spChg>
        <pc:spChg chg="mod">
          <ac:chgData name="强 李" userId="cd6c7ec7188785ae" providerId="LiveId" clId="{D914CBC6-FC8B-48B5-998A-20B0C6C5E218}" dt="2024-07-20T12:40:20.063" v="141"/>
          <ac:spMkLst>
            <pc:docMk/>
            <pc:sldMk cId="54695671" sldId="531"/>
            <ac:spMk id="13" creationId="{F3D259C7-E716-C2A3-FA14-6EDBFE1D3037}"/>
          </ac:spMkLst>
        </pc:spChg>
        <pc:spChg chg="mod">
          <ac:chgData name="强 李" userId="cd6c7ec7188785ae" providerId="LiveId" clId="{D914CBC6-FC8B-48B5-998A-20B0C6C5E218}" dt="2024-07-20T12:40:25.626" v="151"/>
          <ac:spMkLst>
            <pc:docMk/>
            <pc:sldMk cId="54695671" sldId="531"/>
            <ac:spMk id="14" creationId="{F9C5FDEA-E4FC-A756-16FB-5611D7241633}"/>
          </ac:spMkLst>
        </pc:spChg>
        <pc:spChg chg="del mod">
          <ac:chgData name="强 李" userId="cd6c7ec7188785ae" providerId="LiveId" clId="{D914CBC6-FC8B-48B5-998A-20B0C6C5E218}" dt="2024-07-20T12:49:18.122" v="204"/>
          <ac:spMkLst>
            <pc:docMk/>
            <pc:sldMk cId="54695671" sldId="531"/>
            <ac:spMk id="18" creationId="{00000000-0000-0000-0000-000000000000}"/>
          </ac:spMkLst>
        </pc:spChg>
        <pc:spChg chg="mod">
          <ac:chgData name="强 李" userId="cd6c7ec7188785ae" providerId="LiveId" clId="{D914CBC6-FC8B-48B5-998A-20B0C6C5E218}" dt="2024-07-20T12:49:56.398" v="211" actId="1076"/>
          <ac:spMkLst>
            <pc:docMk/>
            <pc:sldMk cId="54695671" sldId="531"/>
            <ac:spMk id="30" creationId="{86844285-1B38-67C5-89E1-CA2CE84D0D2A}"/>
          </ac:spMkLst>
        </pc:spChg>
        <pc:cxnChg chg="del">
          <ac:chgData name="强 李" userId="cd6c7ec7188785ae" providerId="LiveId" clId="{D914CBC6-FC8B-48B5-998A-20B0C6C5E218}" dt="2024-07-20T12:40:40.104" v="154" actId="478"/>
          <ac:cxnSpMkLst>
            <pc:docMk/>
            <pc:sldMk cId="54695671" sldId="531"/>
            <ac:cxnSpMk id="11" creationId="{25237E3E-C023-F636-670D-607AA8A12DBC}"/>
          </ac:cxnSpMkLst>
        </pc:cxnChg>
        <pc:cxnChg chg="mod">
          <ac:chgData name="强 李" userId="cd6c7ec7188785ae" providerId="LiveId" clId="{D914CBC6-FC8B-48B5-998A-20B0C6C5E218}" dt="2024-07-20T12:59:13.999" v="470" actId="14100"/>
          <ac:cxnSpMkLst>
            <pc:docMk/>
            <pc:sldMk cId="54695671" sldId="531"/>
            <ac:cxnSpMk id="23" creationId="{7B2DEC09-91B3-2205-BA09-D79FD634A619}"/>
          </ac:cxnSpMkLst>
        </pc:cxnChg>
      </pc:sldChg>
      <pc:sldChg chg="modSp mod">
        <pc:chgData name="强 李" userId="cd6c7ec7188785ae" providerId="LiveId" clId="{D914CBC6-FC8B-48B5-998A-20B0C6C5E218}" dt="2024-07-20T21:05:37.167" v="2967"/>
        <pc:sldMkLst>
          <pc:docMk/>
          <pc:sldMk cId="1242525785" sldId="543"/>
        </pc:sldMkLst>
        <pc:spChg chg="mod">
          <ac:chgData name="强 李" userId="cd6c7ec7188785ae" providerId="LiveId" clId="{D914CBC6-FC8B-48B5-998A-20B0C6C5E218}" dt="2024-07-20T21:05:37.167" v="2967"/>
          <ac:spMkLst>
            <pc:docMk/>
            <pc:sldMk cId="1242525785" sldId="543"/>
            <ac:spMk id="2" creationId="{00000000-0000-0000-0000-000000000000}"/>
          </ac:spMkLst>
        </pc:spChg>
      </pc:sldChg>
      <pc:sldChg chg="modSp">
        <pc:chgData name="强 李" userId="cd6c7ec7188785ae" providerId="LiveId" clId="{D914CBC6-FC8B-48B5-998A-20B0C6C5E218}" dt="2024-07-20T21:05:24.094" v="2957"/>
        <pc:sldMkLst>
          <pc:docMk/>
          <pc:sldMk cId="419382719" sldId="552"/>
        </pc:sldMkLst>
        <pc:graphicFrameChg chg="mod">
          <ac:chgData name="强 李" userId="cd6c7ec7188785ae" providerId="LiveId" clId="{D914CBC6-FC8B-48B5-998A-20B0C6C5E218}" dt="2024-07-20T21:05:24.094" v="295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addSp delSp modSp del mod">
        <pc:chgData name="强 李" userId="cd6c7ec7188785ae" providerId="LiveId" clId="{D914CBC6-FC8B-48B5-998A-20B0C6C5E218}" dt="2024-07-20T12:53:13.489" v="253" actId="47"/>
        <pc:sldMkLst>
          <pc:docMk/>
          <pc:sldMk cId="530530540" sldId="553"/>
        </pc:sldMkLst>
        <pc:spChg chg="mod ord">
          <ac:chgData name="强 李" userId="cd6c7ec7188785ae" providerId="LiveId" clId="{D914CBC6-FC8B-48B5-998A-20B0C6C5E218}" dt="2024-07-20T12:51:48.857" v="251" actId="113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D914CBC6-FC8B-48B5-998A-20B0C6C5E218}" dt="2024-07-20T12:51:03.845" v="246" actId="6549"/>
          <ac:spMkLst>
            <pc:docMk/>
            <pc:sldMk cId="530530540" sldId="553"/>
            <ac:spMk id="3" creationId="{1016CAA5-765F-DDC4-B479-B16AAC28EF3E}"/>
          </ac:spMkLst>
        </pc:spChg>
        <pc:spChg chg="del mod">
          <ac:chgData name="强 李" userId="cd6c7ec7188785ae" providerId="LiveId" clId="{D914CBC6-FC8B-48B5-998A-20B0C6C5E218}" dt="2024-07-20T12:51:15.379" v="248" actId="478"/>
          <ac:spMkLst>
            <pc:docMk/>
            <pc:sldMk cId="530530540" sldId="553"/>
            <ac:spMk id="18" creationId="{00000000-0000-0000-0000-000000000000}"/>
          </ac:spMkLst>
        </pc:spChg>
      </pc:sldChg>
      <pc:sldChg chg="delSp modSp mod">
        <pc:chgData name="强 李" userId="cd6c7ec7188785ae" providerId="LiveId" clId="{D914CBC6-FC8B-48B5-998A-20B0C6C5E218}" dt="2024-07-20T20:48:56.991" v="2663" actId="6549"/>
        <pc:sldMkLst>
          <pc:docMk/>
          <pc:sldMk cId="3418790839" sldId="554"/>
        </pc:sldMkLst>
        <pc:spChg chg="mod">
          <ac:chgData name="强 李" userId="cd6c7ec7188785ae" providerId="LiveId" clId="{D914CBC6-FC8B-48B5-998A-20B0C6C5E218}" dt="2024-07-20T20:48:56.991" v="2663" actId="6549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2:38:55.175" v="79" actId="2711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D914CBC6-FC8B-48B5-998A-20B0C6C5E218}" dt="2024-07-20T12:39:05.672" v="80" actId="2711"/>
          <ac:spMkLst>
            <pc:docMk/>
            <pc:sldMk cId="3418790839" sldId="554"/>
            <ac:spMk id="11" creationId="{3CAB36DD-1A23-5A1B-C9B0-3F43FAF7A79F}"/>
          </ac:spMkLst>
        </pc:spChg>
        <pc:spChg chg="del topLvl">
          <ac:chgData name="强 李" userId="cd6c7ec7188785ae" providerId="LiveId" clId="{D914CBC6-FC8B-48B5-998A-20B0C6C5E218}" dt="2024-07-20T12:37:47.748" v="49" actId="478"/>
          <ac:spMkLst>
            <pc:docMk/>
            <pc:sldMk cId="3418790839" sldId="554"/>
            <ac:spMk id="12" creationId="{90FC4EF0-0582-7DC7-F53E-9A1A4B9AFC50}"/>
          </ac:spMkLst>
        </pc:spChg>
        <pc:spChg chg="del topLvl">
          <ac:chgData name="强 李" userId="cd6c7ec7188785ae" providerId="LiveId" clId="{D914CBC6-FC8B-48B5-998A-20B0C6C5E218}" dt="2024-07-20T12:37:45.822" v="48" actId="47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914CBC6-FC8B-48B5-998A-20B0C6C5E218}" dt="2024-07-20T12:39:19.092" v="82" actId="2711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D914CBC6-FC8B-48B5-998A-20B0C6C5E218}" dt="2024-07-20T12:49:08.008" v="200" actId="1035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D914CBC6-FC8B-48B5-998A-20B0C6C5E218}" dt="2024-07-20T12:37:45.822" v="48" actId="478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D914CBC6-FC8B-48B5-998A-20B0C6C5E218}" dt="2024-07-20T12:37:58.072" v="51" actId="1076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D914CBC6-FC8B-48B5-998A-20B0C6C5E218}" dt="2024-07-20T12:36:38.544" v="39" actId="1076"/>
        <pc:sldMkLst>
          <pc:docMk/>
          <pc:sldMk cId="1911491714" sldId="560"/>
        </pc:sldMkLst>
        <pc:spChg chg="mod">
          <ac:chgData name="强 李" userId="cd6c7ec7188785ae" providerId="LiveId" clId="{D914CBC6-FC8B-48B5-998A-20B0C6C5E218}" dt="2024-07-20T12:36:30.785" v="38" actId="404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914CBC6-FC8B-48B5-998A-20B0C6C5E218}" dt="2024-07-20T12:36:38.544" v="39" actId="1076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2229376115" sldId="615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317140320" sldId="616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4157066080" sldId="617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50101387" sldId="618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868658499" sldId="619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199111817" sldId="620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674206809" sldId="621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51196573" sldId="622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177823418" sldId="623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012318636" sldId="624"/>
        </pc:sldMkLst>
      </pc:sldChg>
      <pc:sldChg chg="addSp delSp modSp add mod ord">
        <pc:chgData name="强 李" userId="cd6c7ec7188785ae" providerId="LiveId" clId="{D914CBC6-FC8B-48B5-998A-20B0C6C5E218}" dt="2024-07-20T20:49:35.419" v="2665"/>
        <pc:sldMkLst>
          <pc:docMk/>
          <pc:sldMk cId="2697148866" sldId="625"/>
        </pc:sldMkLst>
        <pc:spChg chg="add mod">
          <ac:chgData name="强 李" userId="cd6c7ec7188785ae" providerId="LiveId" clId="{D914CBC6-FC8B-48B5-998A-20B0C6C5E218}" dt="2024-07-20T12:50:36.513" v="228" actId="6549"/>
          <ac:spMkLst>
            <pc:docMk/>
            <pc:sldMk cId="2697148866" sldId="625"/>
            <ac:spMk id="3" creationId="{53DA95F1-194F-52B3-F29E-0D0F4F175D78}"/>
          </ac:spMkLst>
        </pc:spChg>
        <pc:spChg chg="del mod">
          <ac:chgData name="强 李" userId="cd6c7ec7188785ae" providerId="LiveId" clId="{D914CBC6-FC8B-48B5-998A-20B0C6C5E218}" dt="2024-07-20T12:50:40.084" v="229" actId="478"/>
          <ac:spMkLst>
            <pc:docMk/>
            <pc:sldMk cId="2697148866" sldId="625"/>
            <ac:spMk id="18" creationId="{00000000-0000-0000-0000-000000000000}"/>
          </ac:spMkLst>
        </pc:spChg>
      </pc:sldChg>
      <pc:sldChg chg="addSp delSp modSp del mod setBg delAnim">
        <pc:chgData name="强 李" userId="cd6c7ec7188785ae" providerId="LiveId" clId="{D914CBC6-FC8B-48B5-998A-20B0C6C5E218}" dt="2024-07-20T12:48:36.035" v="176" actId="2696"/>
        <pc:sldMkLst>
          <pc:docMk/>
          <pc:sldMk cId="3418861399" sldId="625"/>
        </pc:sldMkLst>
        <pc:spChg chg="mod ord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18" creationId="{00000000-0000-0000-0000-000000000000}"/>
          </ac:spMkLst>
        </pc:spChg>
        <pc:spChg chg="add del">
          <ac:chgData name="强 李" userId="cd6c7ec7188785ae" providerId="LiveId" clId="{D914CBC6-FC8B-48B5-998A-20B0C6C5E218}" dt="2024-07-20T12:45:22.238" v="162" actId="26606"/>
          <ac:spMkLst>
            <pc:docMk/>
            <pc:sldMk cId="3418861399" sldId="625"/>
            <ac:spMk id="23" creationId="{2B97F24A-32CE-4C1C-A50D-3016B394DCFB}"/>
          </ac:spMkLst>
        </pc:spChg>
        <pc:spChg chg="add del">
          <ac:chgData name="强 李" userId="cd6c7ec7188785ae" providerId="LiveId" clId="{D914CBC6-FC8B-48B5-998A-20B0C6C5E218}" dt="2024-07-20T12:45:22.238" v="162" actId="26606"/>
          <ac:spMkLst>
            <pc:docMk/>
            <pc:sldMk cId="3418861399" sldId="625"/>
            <ac:spMk id="25" creationId="{CD8B4F24-440B-49E9-B85D-733523DC064B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7" creationId="{2C1BBA94-3F40-40AA-8BB9-E69E25E537C1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8" creationId="{7FEAE179-C525-48F3-AD47-0E9E2B6F2E2E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9" creationId="{FE43805F-24A6-46A4-B19B-54F28347355C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30" creationId="{95C8260E-968F-44E8-A823-ABB431311926}"/>
          </ac:spMkLst>
        </pc:spChg>
        <pc:picChg chg="del">
          <ac:chgData name="强 李" userId="cd6c7ec7188785ae" providerId="LiveId" clId="{D914CBC6-FC8B-48B5-998A-20B0C6C5E218}" dt="2024-07-20T12:45:15.610" v="159" actId="478"/>
          <ac:picMkLst>
            <pc:docMk/>
            <pc:sldMk cId="3418861399" sldId="625"/>
            <ac:picMk id="4" creationId="{18CDA002-84FD-3A03-8EF0-CE089E80FE2B}"/>
          </ac:picMkLst>
        </pc:picChg>
        <pc:picChg chg="add del mod">
          <ac:chgData name="强 李" userId="cd6c7ec7188785ae" providerId="LiveId" clId="{D914CBC6-FC8B-48B5-998A-20B0C6C5E218}" dt="2024-07-20T12:46:52.956" v="166" actId="478"/>
          <ac:picMkLst>
            <pc:docMk/>
            <pc:sldMk cId="3418861399" sldId="625"/>
            <ac:picMk id="5" creationId="{C4BCB61A-4C64-C8C1-AFD6-33D59810B2F8}"/>
          </ac:picMkLst>
        </pc:picChg>
        <pc:picChg chg="add mod modCrop">
          <ac:chgData name="强 李" userId="cd6c7ec7188785ae" providerId="LiveId" clId="{D914CBC6-FC8B-48B5-998A-20B0C6C5E218}" dt="2024-07-20T12:47:47.106" v="172" actId="732"/>
          <ac:picMkLst>
            <pc:docMk/>
            <pc:sldMk cId="3418861399" sldId="625"/>
            <ac:picMk id="7" creationId="{061BAD77-2937-BD50-C289-84738D4E3D66}"/>
          </ac:picMkLst>
        </pc:picChg>
      </pc:sldChg>
      <pc:sldChg chg="modSp mod">
        <pc:chgData name="强 李" userId="cd6c7ec7188785ae" providerId="LiveId" clId="{D914CBC6-FC8B-48B5-998A-20B0C6C5E218}" dt="2024-07-20T12:57:35.815" v="462"/>
        <pc:sldMkLst>
          <pc:docMk/>
          <pc:sldMk cId="2613210105" sldId="626"/>
        </pc:sldMkLst>
        <pc:spChg chg="mod">
          <ac:chgData name="强 李" userId="cd6c7ec7188785ae" providerId="LiveId" clId="{D914CBC6-FC8B-48B5-998A-20B0C6C5E218}" dt="2024-07-20T12:57:35.815" v="462"/>
          <ac:spMkLst>
            <pc:docMk/>
            <pc:sldMk cId="2613210105" sldId="626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2:48:15.336" v="175" actId="14100"/>
          <ac:spMkLst>
            <pc:docMk/>
            <pc:sldMk cId="2613210105" sldId="626"/>
            <ac:spMk id="18" creationId="{00000000-0000-0000-0000-000000000000}"/>
          </ac:spMkLst>
        </pc:spChg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942764581" sldId="627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4222497600" sldId="628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273002960" sldId="629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313466569" sldId="630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505335990" sldId="631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3437739755" sldId="632"/>
        </pc:sldMkLst>
      </pc:sldChg>
      <pc:sldChg chg="del">
        <pc:chgData name="强 李" userId="cd6c7ec7188785ae" providerId="LiveId" clId="{D914CBC6-FC8B-48B5-998A-20B0C6C5E218}" dt="2024-07-20T13:30:56.709" v="1251" actId="47"/>
        <pc:sldMkLst>
          <pc:docMk/>
          <pc:sldMk cId="3692930935" sldId="633"/>
        </pc:sldMkLst>
      </pc:sldChg>
      <pc:sldChg chg="del">
        <pc:chgData name="强 李" userId="cd6c7ec7188785ae" providerId="LiveId" clId="{D914CBC6-FC8B-48B5-998A-20B0C6C5E218}" dt="2024-07-20T13:48:54.171" v="1837" actId="47"/>
        <pc:sldMkLst>
          <pc:docMk/>
          <pc:sldMk cId="4279683633" sldId="634"/>
        </pc:sldMkLst>
      </pc:sldChg>
      <pc:sldChg chg="modSp add mod">
        <pc:chgData name="强 李" userId="cd6c7ec7188785ae" providerId="LiveId" clId="{D914CBC6-FC8B-48B5-998A-20B0C6C5E218}" dt="2024-07-20T13:01:40.018" v="522" actId="20577"/>
        <pc:sldMkLst>
          <pc:docMk/>
          <pc:sldMk cId="1909143095" sldId="635"/>
        </pc:sldMkLst>
        <pc:spChg chg="mod">
          <ac:chgData name="强 李" userId="cd6c7ec7188785ae" providerId="LiveId" clId="{D914CBC6-FC8B-48B5-998A-20B0C6C5E218}" dt="2024-07-20T13:01:40.018" v="522" actId="20577"/>
          <ac:spMkLst>
            <pc:docMk/>
            <pc:sldMk cId="1909143095" sldId="63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1:43.110" v="2722"/>
        <pc:sldMkLst>
          <pc:docMk/>
          <pc:sldMk cId="531393176" sldId="636"/>
        </pc:sldMkLst>
        <pc:spChg chg="mod">
          <ac:chgData name="强 李" userId="cd6c7ec7188785ae" providerId="LiveId" clId="{D914CBC6-FC8B-48B5-998A-20B0C6C5E218}" dt="2024-07-20T20:51:43.110" v="2722"/>
          <ac:spMkLst>
            <pc:docMk/>
            <pc:sldMk cId="531393176" sldId="63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2:34.129" v="2731" actId="20577"/>
        <pc:sldMkLst>
          <pc:docMk/>
          <pc:sldMk cId="242303866" sldId="637"/>
        </pc:sldMkLst>
        <pc:spChg chg="mod">
          <ac:chgData name="强 李" userId="cd6c7ec7188785ae" providerId="LiveId" clId="{D914CBC6-FC8B-48B5-998A-20B0C6C5E218}" dt="2024-07-20T20:52:34.129" v="2731" actId="20577"/>
          <ac:spMkLst>
            <pc:docMk/>
            <pc:sldMk cId="242303866" sldId="637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3:16.417" v="2747" actId="20577"/>
        <pc:sldMkLst>
          <pc:docMk/>
          <pc:sldMk cId="1712541529" sldId="638"/>
        </pc:sldMkLst>
        <pc:spChg chg="mod">
          <ac:chgData name="强 李" userId="cd6c7ec7188785ae" providerId="LiveId" clId="{D914CBC6-FC8B-48B5-998A-20B0C6C5E218}" dt="2024-07-20T20:53:16.417" v="2747" actId="20577"/>
          <ac:spMkLst>
            <pc:docMk/>
            <pc:sldMk cId="1712541529" sldId="638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3:06:39.905" v="635"/>
          <ac:spMkLst>
            <pc:docMk/>
            <pc:sldMk cId="1712541529" sldId="638"/>
            <ac:spMk id="18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09:33.057" v="721" actId="207"/>
        <pc:sldMkLst>
          <pc:docMk/>
          <pc:sldMk cId="1337028432" sldId="639"/>
        </pc:sldMkLst>
        <pc:spChg chg="mod">
          <ac:chgData name="强 李" userId="cd6c7ec7188785ae" providerId="LiveId" clId="{D914CBC6-FC8B-48B5-998A-20B0C6C5E218}" dt="2024-07-20T13:09:33.057" v="721" actId="207"/>
          <ac:spMkLst>
            <pc:docMk/>
            <pc:sldMk cId="1337028432" sldId="639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4:05.364" v="2751" actId="108"/>
        <pc:sldMkLst>
          <pc:docMk/>
          <pc:sldMk cId="3947739368" sldId="640"/>
        </pc:sldMkLst>
        <pc:spChg chg="mod">
          <ac:chgData name="强 李" userId="cd6c7ec7188785ae" providerId="LiveId" clId="{D914CBC6-FC8B-48B5-998A-20B0C6C5E218}" dt="2024-07-20T20:54:05.364" v="2751" actId="108"/>
          <ac:spMkLst>
            <pc:docMk/>
            <pc:sldMk cId="3947739368" sldId="640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4:10.915" v="2752" actId="108"/>
        <pc:sldMkLst>
          <pc:docMk/>
          <pc:sldMk cId="3645995520" sldId="641"/>
        </pc:sldMkLst>
        <pc:spChg chg="mod">
          <ac:chgData name="强 李" userId="cd6c7ec7188785ae" providerId="LiveId" clId="{D914CBC6-FC8B-48B5-998A-20B0C6C5E218}" dt="2024-07-20T20:54:10.915" v="2752" actId="108"/>
          <ac:spMkLst>
            <pc:docMk/>
            <pc:sldMk cId="3645995520" sldId="641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23:29.894" v="1085" actId="12"/>
        <pc:sldMkLst>
          <pc:docMk/>
          <pc:sldMk cId="1202434833" sldId="642"/>
        </pc:sldMkLst>
        <pc:spChg chg="mod">
          <ac:chgData name="强 李" userId="cd6c7ec7188785ae" providerId="LiveId" clId="{D914CBC6-FC8B-48B5-998A-20B0C6C5E218}" dt="2024-07-20T13:23:29.894" v="1085" actId="12"/>
          <ac:spMkLst>
            <pc:docMk/>
            <pc:sldMk cId="1202434833" sldId="642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3:16:47.559" v="793" actId="6549"/>
          <ac:spMkLst>
            <pc:docMk/>
            <pc:sldMk cId="1202434833" sldId="642"/>
            <ac:spMk id="18" creationId="{00000000-0000-0000-0000-000000000000}"/>
          </ac:spMkLst>
        </pc:spChg>
      </pc:sldChg>
      <pc:sldChg chg="modSp add mod ord">
        <pc:chgData name="强 李" userId="cd6c7ec7188785ae" providerId="LiveId" clId="{D914CBC6-FC8B-48B5-998A-20B0C6C5E218}" dt="2024-07-20T13:18:34.095" v="817" actId="403"/>
        <pc:sldMkLst>
          <pc:docMk/>
          <pc:sldMk cId="3955845005" sldId="643"/>
        </pc:sldMkLst>
        <pc:spChg chg="mod">
          <ac:chgData name="强 李" userId="cd6c7ec7188785ae" providerId="LiveId" clId="{D914CBC6-FC8B-48B5-998A-20B0C6C5E218}" dt="2024-07-20T13:18:34.095" v="817" actId="403"/>
          <ac:spMkLst>
            <pc:docMk/>
            <pc:sldMk cId="3955845005" sldId="643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05.856" v="1275"/>
        <pc:sldMkLst>
          <pc:docMk/>
          <pc:sldMk cId="1307942440" sldId="644"/>
        </pc:sldMkLst>
        <pc:spChg chg="mod">
          <ac:chgData name="强 李" userId="cd6c7ec7188785ae" providerId="LiveId" clId="{D914CBC6-FC8B-48B5-998A-20B0C6C5E218}" dt="2024-07-20T13:33:05.856" v="1275"/>
          <ac:spMkLst>
            <pc:docMk/>
            <pc:sldMk cId="1307942440" sldId="644"/>
            <ac:spMk id="2" creationId="{00000000-0000-0000-0000-000000000000}"/>
          </ac:spMkLst>
        </pc:spChg>
      </pc:sldChg>
      <pc:sldChg chg="modSp add del mod">
        <pc:chgData name="强 李" userId="cd6c7ec7188785ae" providerId="LiveId" clId="{D914CBC6-FC8B-48B5-998A-20B0C6C5E218}" dt="2024-07-20T20:55:21.502" v="2754" actId="47"/>
        <pc:sldMkLst>
          <pc:docMk/>
          <pc:sldMk cId="2047498696" sldId="645"/>
        </pc:sldMkLst>
        <pc:spChg chg="mod">
          <ac:chgData name="强 李" userId="cd6c7ec7188785ae" providerId="LiveId" clId="{D914CBC6-FC8B-48B5-998A-20B0C6C5E218}" dt="2024-07-20T13:33:21.137" v="1296" actId="20577"/>
          <ac:spMkLst>
            <pc:docMk/>
            <pc:sldMk cId="2047498696" sldId="64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5:13.174" v="2753" actId="207"/>
        <pc:sldMkLst>
          <pc:docMk/>
          <pc:sldMk cId="2550023609" sldId="646"/>
        </pc:sldMkLst>
        <pc:spChg chg="mod">
          <ac:chgData name="强 李" userId="cd6c7ec7188785ae" providerId="LiveId" clId="{D914CBC6-FC8B-48B5-998A-20B0C6C5E218}" dt="2024-07-20T20:55:13.174" v="2753" actId="207"/>
          <ac:spMkLst>
            <pc:docMk/>
            <pc:sldMk cId="2550023609" sldId="64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32.212" v="1298"/>
        <pc:sldMkLst>
          <pc:docMk/>
          <pc:sldMk cId="2324709277" sldId="647"/>
        </pc:sldMkLst>
        <pc:spChg chg="mod">
          <ac:chgData name="强 李" userId="cd6c7ec7188785ae" providerId="LiveId" clId="{D914CBC6-FC8B-48B5-998A-20B0C6C5E218}" dt="2024-07-20T13:33:32.212" v="1298"/>
          <ac:spMkLst>
            <pc:docMk/>
            <pc:sldMk cId="2324709277" sldId="647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54.897" v="1301" actId="6549"/>
        <pc:sldMkLst>
          <pc:docMk/>
          <pc:sldMk cId="1551212500" sldId="648"/>
        </pc:sldMkLst>
        <pc:spChg chg="mod">
          <ac:chgData name="强 李" userId="cd6c7ec7188785ae" providerId="LiveId" clId="{D914CBC6-FC8B-48B5-998A-20B0C6C5E218}" dt="2024-07-20T13:33:54.897" v="1301" actId="6549"/>
          <ac:spMkLst>
            <pc:docMk/>
            <pc:sldMk cId="1551212500" sldId="648"/>
            <ac:spMk id="2" creationId="{00000000-0000-0000-0000-000000000000}"/>
          </ac:spMkLst>
        </pc:spChg>
      </pc:sldChg>
      <pc:sldChg chg="modSp add mod addCm">
        <pc:chgData name="强 李" userId="cd6c7ec7188785ae" providerId="LiveId" clId="{D914CBC6-FC8B-48B5-998A-20B0C6C5E218}" dt="2024-07-20T13:37:21.622" v="1379"/>
        <pc:sldMkLst>
          <pc:docMk/>
          <pc:sldMk cId="1899299613" sldId="649"/>
        </pc:sldMkLst>
        <pc:spChg chg="mod">
          <ac:chgData name="强 李" userId="cd6c7ec7188785ae" providerId="LiveId" clId="{D914CBC6-FC8B-48B5-998A-20B0C6C5E218}" dt="2024-07-20T13:37:21.622" v="1379"/>
          <ac:spMkLst>
            <pc:docMk/>
            <pc:sldMk cId="1899299613" sldId="649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强 李" userId="cd6c7ec7188785ae" providerId="LiveId" clId="{D914CBC6-FC8B-48B5-998A-20B0C6C5E218}" dt="2024-07-20T13:36:15.645" v="1325"/>
              <pc2:cmMkLst xmlns:pc2="http://schemas.microsoft.com/office/powerpoint/2019/9/main/command">
                <pc:docMk/>
                <pc:sldMk cId="1899299613" sldId="649"/>
                <pc2:cmMk id="{2D2E03C8-46B8-423D-8D5B-BD90903371B1}"/>
              </pc2:cmMkLst>
            </pc226:cmChg>
          </p:ext>
        </pc:extLst>
      </pc:sldChg>
      <pc:sldChg chg="modSp add mod">
        <pc:chgData name="强 李" userId="cd6c7ec7188785ae" providerId="LiveId" clId="{D914CBC6-FC8B-48B5-998A-20B0C6C5E218}" dt="2024-07-20T13:42:26.268" v="1523"/>
        <pc:sldMkLst>
          <pc:docMk/>
          <pc:sldMk cId="983716215" sldId="650"/>
        </pc:sldMkLst>
        <pc:spChg chg="mod">
          <ac:chgData name="强 李" userId="cd6c7ec7188785ae" providerId="LiveId" clId="{D914CBC6-FC8B-48B5-998A-20B0C6C5E218}" dt="2024-07-20T13:42:26.268" v="1523"/>
          <ac:spMkLst>
            <pc:docMk/>
            <pc:sldMk cId="983716215" sldId="650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36.907" v="1528" actId="108"/>
        <pc:sldMkLst>
          <pc:docMk/>
          <pc:sldMk cId="1511207025" sldId="651"/>
        </pc:sldMkLst>
        <pc:spChg chg="mod">
          <ac:chgData name="强 李" userId="cd6c7ec7188785ae" providerId="LiveId" clId="{D914CBC6-FC8B-48B5-998A-20B0C6C5E218}" dt="2024-07-20T13:42:36.907" v="1528" actId="108"/>
          <ac:spMkLst>
            <pc:docMk/>
            <pc:sldMk cId="1511207025" sldId="651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42.042" v="1531" actId="20577"/>
        <pc:sldMkLst>
          <pc:docMk/>
          <pc:sldMk cId="3128197079" sldId="652"/>
        </pc:sldMkLst>
        <pc:spChg chg="mod">
          <ac:chgData name="强 李" userId="cd6c7ec7188785ae" providerId="LiveId" clId="{D914CBC6-FC8B-48B5-998A-20B0C6C5E218}" dt="2024-07-20T13:42:42.042" v="1531" actId="20577"/>
          <ac:spMkLst>
            <pc:docMk/>
            <pc:sldMk cId="3128197079" sldId="652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44.810" v="1534" actId="20577"/>
        <pc:sldMkLst>
          <pc:docMk/>
          <pc:sldMk cId="1942892616" sldId="653"/>
        </pc:sldMkLst>
        <pc:spChg chg="mod">
          <ac:chgData name="强 李" userId="cd6c7ec7188785ae" providerId="LiveId" clId="{D914CBC6-FC8B-48B5-998A-20B0C6C5E218}" dt="2024-07-20T13:42:44.810" v="1534" actId="20577"/>
          <ac:spMkLst>
            <pc:docMk/>
            <pc:sldMk cId="1942892616" sldId="653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7:48.880" v="1770" actId="207"/>
        <pc:sldMkLst>
          <pc:docMk/>
          <pc:sldMk cId="3960277130" sldId="654"/>
        </pc:sldMkLst>
        <pc:spChg chg="mod">
          <ac:chgData name="强 李" userId="cd6c7ec7188785ae" providerId="LiveId" clId="{D914CBC6-FC8B-48B5-998A-20B0C6C5E218}" dt="2024-07-20T13:47:48.880" v="1770" actId="207"/>
          <ac:spMkLst>
            <pc:docMk/>
            <pc:sldMk cId="3960277130" sldId="654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8:17.916" v="1808" actId="6549"/>
        <pc:sldMkLst>
          <pc:docMk/>
          <pc:sldMk cId="382249333" sldId="655"/>
        </pc:sldMkLst>
        <pc:spChg chg="mod">
          <ac:chgData name="强 李" userId="cd6c7ec7188785ae" providerId="LiveId" clId="{D914CBC6-FC8B-48B5-998A-20B0C6C5E218}" dt="2024-07-20T13:48:17.916" v="1808" actId="6549"/>
          <ac:spMkLst>
            <pc:docMk/>
            <pc:sldMk cId="382249333" sldId="65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8:32.296" v="2775" actId="6549"/>
        <pc:sldMkLst>
          <pc:docMk/>
          <pc:sldMk cId="2442580437" sldId="656"/>
        </pc:sldMkLst>
        <pc:spChg chg="mod">
          <ac:chgData name="强 李" userId="cd6c7ec7188785ae" providerId="LiveId" clId="{D914CBC6-FC8B-48B5-998A-20B0C6C5E218}" dt="2024-07-20T20:58:32.296" v="2775" actId="6549"/>
          <ac:spMkLst>
            <pc:docMk/>
            <pc:sldMk cId="2442580437" sldId="65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1:03:08.017" v="2894" actId="6549"/>
        <pc:sldMkLst>
          <pc:docMk/>
          <pc:sldMk cId="496851554" sldId="657"/>
        </pc:sldMkLst>
        <pc:spChg chg="mod">
          <ac:chgData name="强 李" userId="cd6c7ec7188785ae" providerId="LiveId" clId="{D914CBC6-FC8B-48B5-998A-20B0C6C5E218}" dt="2024-07-20T21:03:08.017" v="2894" actId="6549"/>
          <ac:spMkLst>
            <pc:docMk/>
            <pc:sldMk cId="496851554" sldId="657"/>
            <ac:spMk id="2" creationId="{00000000-0000-0000-0000-000000000000}"/>
          </ac:spMkLst>
        </pc:spChg>
      </pc:sldChg>
      <pc:sldChg chg="modSp add del mod">
        <pc:chgData name="强 李" userId="cd6c7ec7188785ae" providerId="LiveId" clId="{D914CBC6-FC8B-48B5-998A-20B0C6C5E218}" dt="2024-07-20T13:48:58.441" v="1838" actId="47"/>
        <pc:sldMkLst>
          <pc:docMk/>
          <pc:sldMk cId="1226913102" sldId="657"/>
        </pc:sldMkLst>
        <pc:spChg chg="mod">
          <ac:chgData name="强 李" userId="cd6c7ec7188785ae" providerId="LiveId" clId="{D914CBC6-FC8B-48B5-998A-20B0C6C5E218}" dt="2024-07-20T13:48:45.148" v="1836"/>
          <ac:spMkLst>
            <pc:docMk/>
            <pc:sldMk cId="1226913102" sldId="657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FFEA39D5-FEBB-46A9-A780-F38C6E97111A}"/>
    <pc:docChg chg="modSld">
      <pc:chgData name="强 李" userId="cd6c7ec7188785ae" providerId="LiveId" clId="{FFEA39D5-FEBB-46A9-A780-F38C6E97111A}" dt="2024-07-08T11:04:35.299" v="0" actId="20577"/>
      <pc:docMkLst>
        <pc:docMk/>
      </pc:docMkLst>
      <pc:sldChg chg="modSp mod">
        <pc:chgData name="强 李" userId="cd6c7ec7188785ae" providerId="LiveId" clId="{FFEA39D5-FEBB-46A9-A780-F38C6E97111A}" dt="2024-07-08T11:04:35.299" v="0" actId="20577"/>
        <pc:sldMkLst>
          <pc:docMk/>
          <pc:sldMk cId="4279683633" sldId="634"/>
        </pc:sldMkLst>
        <pc:spChg chg="mod">
          <ac:chgData name="强 李" userId="cd6c7ec7188785ae" providerId="LiveId" clId="{FFEA39D5-FEBB-46A9-A780-F38C6E97111A}" dt="2024-07-08T11:04:35.299" v="0" actId="20577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457158F-8947-49DB-927C-821EC5E27B7C}"/>
    <pc:docChg chg="undo custSel addSld delSld modSld sldOrd">
      <pc:chgData name="强 李" userId="cd6c7ec7188785ae" providerId="LiveId" clId="{C457158F-8947-49DB-927C-821EC5E27B7C}" dt="2024-06-15T23:00:06.684" v="5183"/>
      <pc:docMkLst>
        <pc:docMk/>
      </pc:docMkLst>
      <pc:sldChg chg="addSp modSp mod">
        <pc:chgData name="强 李" userId="cd6c7ec7188785ae" providerId="LiveId" clId="{C457158F-8947-49DB-927C-821EC5E27B7C}" dt="2024-06-15T11:06:34.663" v="58" actId="207"/>
        <pc:sldMkLst>
          <pc:docMk/>
          <pc:sldMk cId="0" sldId="425"/>
        </pc:sldMkLst>
        <pc:spChg chg="add mod ord">
          <ac:chgData name="强 李" userId="cd6c7ec7188785ae" providerId="LiveId" clId="{C457158F-8947-49DB-927C-821EC5E27B7C}" dt="2024-06-15T11:05:42.937" v="50" actId="171"/>
          <ac:spMkLst>
            <pc:docMk/>
            <pc:sldMk cId="0" sldId="425"/>
            <ac:spMk id="2" creationId="{D173B669-CA5F-8870-4498-E51734959F33}"/>
          </ac:spMkLst>
        </pc:spChg>
        <pc:spChg chg="mod ord">
          <ac:chgData name="强 李" userId="cd6c7ec7188785ae" providerId="LiveId" clId="{C457158F-8947-49DB-927C-821EC5E27B7C}" dt="2024-06-15T11:06:34.663" v="58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C457158F-8947-49DB-927C-821EC5E27B7C}" dt="2024-06-15T11:01:59.441" v="17" actId="14100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C457158F-8947-49DB-927C-821EC5E27B7C}" dt="2024-06-15T11:21:09.328" v="519" actId="14100"/>
        <pc:sldMkLst>
          <pc:docMk/>
          <pc:sldMk cId="54695671" sldId="531"/>
        </pc:sldMkLst>
        <pc:spChg chg="mod">
          <ac:chgData name="强 李" userId="cd6c7ec7188785ae" providerId="LiveId" clId="{C457158F-8947-49DB-927C-821EC5E27B7C}" dt="2024-06-15T11:15:17.622" v="445" actId="6549"/>
          <ac:spMkLst>
            <pc:docMk/>
            <pc:sldMk cId="54695671" sldId="531"/>
            <ac:spMk id="2" creationId="{00000000-0000-0000-0000-000000000000}"/>
          </ac:spMkLst>
        </pc:spChg>
        <pc:spChg chg="add mod ord">
          <ac:chgData name="强 李" userId="cd6c7ec7188785ae" providerId="LiveId" clId="{C457158F-8947-49DB-927C-821EC5E27B7C}" dt="2024-06-15T11:15:34.159" v="448" actId="207"/>
          <ac:spMkLst>
            <pc:docMk/>
            <pc:sldMk cId="54695671" sldId="531"/>
            <ac:spMk id="3" creationId="{14BA243F-EB48-E131-8591-97D8C5B89260}"/>
          </ac:spMkLst>
        </pc:spChg>
        <pc:spChg chg="add del">
          <ac:chgData name="强 李" userId="cd6c7ec7188785ae" providerId="LiveId" clId="{C457158F-8947-49DB-927C-821EC5E27B7C}" dt="2024-06-15T11:15:51.812" v="450" actId="11529"/>
          <ac:spMkLst>
            <pc:docMk/>
            <pc:sldMk cId="54695671" sldId="531"/>
            <ac:spMk id="4" creationId="{F36C1F50-C3D2-60F5-995E-FA5B8F90B448}"/>
          </ac:spMkLst>
        </pc:spChg>
        <pc:spChg chg="del mod">
          <ac:chgData name="强 李" userId="cd6c7ec7188785ae" providerId="LiveId" clId="{C457158F-8947-49DB-927C-821EC5E27B7C}" dt="2024-06-15T11:12:46.331" v="286"/>
          <ac:spMkLst>
            <pc:docMk/>
            <pc:sldMk cId="54695671" sldId="531"/>
            <ac:spMk id="5" creationId="{6D756E38-44BB-893E-10F4-24648C1F9451}"/>
          </ac:spMkLst>
        </pc:spChg>
        <pc:spChg chg="del mod">
          <ac:chgData name="强 李" userId="cd6c7ec7188785ae" providerId="LiveId" clId="{C457158F-8947-49DB-927C-821EC5E27B7C}" dt="2024-06-15T11:14:06.309" v="393" actId="478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57158F-8947-49DB-927C-821EC5E27B7C}" dt="2024-06-15T11:16:05.294" v="454" actId="207"/>
          <ac:spMkLst>
            <pc:docMk/>
            <pc:sldMk cId="54695671" sldId="531"/>
            <ac:spMk id="7" creationId="{B41CF08F-832E-DED9-44B2-04D064DF6E35}"/>
          </ac:spMkLst>
        </pc:spChg>
        <pc:spChg chg="add mod">
          <ac:chgData name="强 李" userId="cd6c7ec7188785ae" providerId="LiveId" clId="{C457158F-8947-49DB-927C-821EC5E27B7C}" dt="2024-06-15T11:19:12.399" v="481" actId="1076"/>
          <ac:spMkLst>
            <pc:docMk/>
            <pc:sldMk cId="54695671" sldId="531"/>
            <ac:spMk id="10" creationId="{F68ADE4B-9A94-7E26-E65D-4F42DA96397B}"/>
          </ac:spMkLst>
        </pc:spChg>
        <pc:spChg chg="mod">
          <ac:chgData name="强 李" userId="cd6c7ec7188785ae" providerId="LiveId" clId="{C457158F-8947-49DB-927C-821EC5E27B7C}" dt="2024-06-15T11:13:40.085" v="350" actId="403"/>
          <ac:spMkLst>
            <pc:docMk/>
            <pc:sldMk cId="54695671" sldId="531"/>
            <ac:spMk id="12" creationId="{F5B65161-B8DD-0E62-660F-68A84433C538}"/>
          </ac:spMkLst>
        </pc:spChg>
        <pc:spChg chg="mod">
          <ac:chgData name="强 李" userId="cd6c7ec7188785ae" providerId="LiveId" clId="{C457158F-8947-49DB-927C-821EC5E27B7C}" dt="2024-06-15T11:14:16.153" v="398" actId="14100"/>
          <ac:spMkLst>
            <pc:docMk/>
            <pc:sldMk cId="54695671" sldId="531"/>
            <ac:spMk id="13" creationId="{F3D259C7-E716-C2A3-FA14-6EDBFE1D3037}"/>
          </ac:spMkLst>
        </pc:spChg>
        <pc:spChg chg="mod">
          <ac:chgData name="强 李" userId="cd6c7ec7188785ae" providerId="LiveId" clId="{C457158F-8947-49DB-927C-821EC5E27B7C}" dt="2024-06-15T11:14:20.104" v="401" actId="403"/>
          <ac:spMkLst>
            <pc:docMk/>
            <pc:sldMk cId="54695671" sldId="531"/>
            <ac:spMk id="14" creationId="{F9C5FDEA-E4FC-A756-16FB-5611D7241633}"/>
          </ac:spMkLst>
        </pc:spChg>
        <pc:spChg chg="del">
          <ac:chgData name="强 李" userId="cd6c7ec7188785ae" providerId="LiveId" clId="{C457158F-8947-49DB-927C-821EC5E27B7C}" dt="2024-06-15T11:12:34.557" v="283" actId="478"/>
          <ac:spMkLst>
            <pc:docMk/>
            <pc:sldMk cId="54695671" sldId="531"/>
            <ac:spMk id="25" creationId="{CDE5F828-CD64-BE49-34B7-7CC29C273134}"/>
          </ac:spMkLst>
        </pc:spChg>
        <pc:spChg chg="add mod">
          <ac:chgData name="强 李" userId="cd6c7ec7188785ae" providerId="LiveId" clId="{C457158F-8947-49DB-927C-821EC5E27B7C}" dt="2024-06-15T11:21:09.328" v="519" actId="14100"/>
          <ac:spMkLst>
            <pc:docMk/>
            <pc:sldMk cId="54695671" sldId="531"/>
            <ac:spMk id="30" creationId="{86844285-1B38-67C5-89E1-CA2CE84D0D2A}"/>
          </ac:spMkLst>
        </pc:spChg>
        <pc:cxnChg chg="del">
          <ac:chgData name="强 李" userId="cd6c7ec7188785ae" providerId="LiveId" clId="{C457158F-8947-49DB-927C-821EC5E27B7C}" dt="2024-06-15T11:12:11.799" v="281" actId="478"/>
          <ac:cxnSpMkLst>
            <pc:docMk/>
            <pc:sldMk cId="54695671" sldId="531"/>
            <ac:cxnSpMk id="8" creationId="{A82D5C8F-64C1-A4EE-87A4-62170D321C35}"/>
          </ac:cxnSpMkLst>
        </pc:cxnChg>
        <pc:cxnChg chg="del">
          <ac:chgData name="强 李" userId="cd6c7ec7188785ae" providerId="LiveId" clId="{C457158F-8947-49DB-927C-821EC5E27B7C}" dt="2024-06-15T11:12:13.806" v="282" actId="478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C457158F-8947-49DB-927C-821EC5E27B7C}" dt="2024-06-15T11:19:27.967" v="485" actId="14100"/>
          <ac:cxnSpMkLst>
            <pc:docMk/>
            <pc:sldMk cId="54695671" sldId="531"/>
            <ac:cxnSpMk id="11" creationId="{25237E3E-C023-F636-670D-607AA8A12DBC}"/>
          </ac:cxnSpMkLst>
        </pc:cxnChg>
        <pc:cxnChg chg="mod">
          <ac:chgData name="强 李" userId="cd6c7ec7188785ae" providerId="LiveId" clId="{C457158F-8947-49DB-927C-821EC5E27B7C}" dt="2024-06-15T11:17:45.566" v="479" actId="14100"/>
          <ac:cxnSpMkLst>
            <pc:docMk/>
            <pc:sldMk cId="54695671" sldId="531"/>
            <ac:cxnSpMk id="20" creationId="{01E2CE10-9C1F-2283-0A6E-22BDC89FE6AB}"/>
          </ac:cxnSpMkLst>
        </pc:cxnChg>
        <pc:cxnChg chg="add mod">
          <ac:chgData name="强 李" userId="cd6c7ec7188785ae" providerId="LiveId" clId="{C457158F-8947-49DB-927C-821EC5E27B7C}" dt="2024-06-15T11:19:52.841" v="488" actId="208"/>
          <ac:cxnSpMkLst>
            <pc:docMk/>
            <pc:sldMk cId="54695671" sldId="531"/>
            <ac:cxnSpMk id="23" creationId="{7B2DEC09-91B3-2205-BA09-D79FD634A619}"/>
          </ac:cxnSpMkLst>
        </pc:cxnChg>
      </pc:sldChg>
      <pc:sldChg chg="modSp mod">
        <pc:chgData name="强 李" userId="cd6c7ec7188785ae" providerId="LiveId" clId="{C457158F-8947-49DB-927C-821EC5E27B7C}" dt="2024-06-15T23:00:06.684" v="5183"/>
        <pc:sldMkLst>
          <pc:docMk/>
          <pc:sldMk cId="1242525785" sldId="543"/>
        </pc:sldMkLst>
        <pc:spChg chg="mod">
          <ac:chgData name="强 李" userId="cd6c7ec7188785ae" providerId="LiveId" clId="{C457158F-8947-49DB-927C-821EC5E27B7C}" dt="2024-06-15T23:00:06.684" v="5183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457158F-8947-49DB-927C-821EC5E27B7C}" dt="2024-06-15T14:03:15.142" v="2924"/>
        <pc:sldMkLst>
          <pc:docMk/>
          <pc:sldMk cId="419382719" sldId="552"/>
        </pc:sldMkLst>
        <pc:graphicFrameChg chg="mod modGraphic">
          <ac:chgData name="强 李" userId="cd6c7ec7188785ae" providerId="LiveId" clId="{C457158F-8947-49DB-927C-821EC5E27B7C}" dt="2024-06-15T14:03:15.142" v="2924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C457158F-8947-49DB-927C-821EC5E27B7C}" dt="2024-06-15T13:46:16.386" v="2021" actId="6549"/>
        <pc:sldMkLst>
          <pc:docMk/>
          <pc:sldMk cId="530530540" sldId="553"/>
        </pc:sldMkLst>
        <pc:spChg chg="mod">
          <ac:chgData name="强 李" userId="cd6c7ec7188785ae" providerId="LiveId" clId="{C457158F-8947-49DB-927C-821EC5E27B7C}" dt="2024-06-15T13:46:16.386" v="2021" actId="654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1:21:46.879" v="530"/>
          <ac:spMkLst>
            <pc:docMk/>
            <pc:sldMk cId="530530540" sldId="553"/>
            <ac:spMk id="18" creationId="{00000000-0000-0000-0000-000000000000}"/>
          </ac:spMkLst>
        </pc:spChg>
      </pc:sldChg>
      <pc:sldChg chg="modSp add del mod">
        <pc:chgData name="强 李" userId="cd6c7ec7188785ae" providerId="LiveId" clId="{C457158F-8947-49DB-927C-821EC5E27B7C}" dt="2024-06-15T11:25:43.710" v="644" actId="1076"/>
        <pc:sldMkLst>
          <pc:docMk/>
          <pc:sldMk cId="3418790839" sldId="554"/>
        </pc:sldMkLst>
        <pc:spChg chg="mod">
          <ac:chgData name="强 李" userId="cd6c7ec7188785ae" providerId="LiveId" clId="{C457158F-8947-49DB-927C-821EC5E27B7C}" dt="2024-06-15T11:10:39.714" v="2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1:07:08.235" v="59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C457158F-8947-49DB-927C-821EC5E27B7C}" dt="2024-06-15T11:07:17.818" v="6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C457158F-8947-49DB-927C-821EC5E27B7C}" dt="2024-06-15T11:08:37.863" v="105" actId="20577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C457158F-8947-49DB-927C-821EC5E27B7C}" dt="2024-06-15T11:08:25.246" v="95" actId="14100"/>
          <ac:grpSpMkLst>
            <pc:docMk/>
            <pc:sldMk cId="3418790839" sldId="554"/>
            <ac:grpSpMk id="6" creationId="{56CD5BD2-A0CC-7D0E-3BD1-0613845A3BF3}"/>
          </ac:grpSpMkLst>
        </pc:grpChg>
        <pc:cxnChg chg="mod">
          <ac:chgData name="强 李" userId="cd6c7ec7188785ae" providerId="LiveId" clId="{C457158F-8947-49DB-927C-821EC5E27B7C}" dt="2024-06-15T11:25:43.710" v="644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C457158F-8947-49DB-927C-821EC5E27B7C}" dt="2024-06-15T11:01:18.641" v="10" actId="20577"/>
        <pc:sldMkLst>
          <pc:docMk/>
          <pc:sldMk cId="1911491714" sldId="560"/>
        </pc:sldMkLst>
        <pc:spChg chg="mod">
          <ac:chgData name="强 李" userId="cd6c7ec7188785ae" providerId="LiveId" clId="{C457158F-8947-49DB-927C-821EC5E27B7C}" dt="2024-06-15T11:00:58.739" v="2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C457158F-8947-49DB-927C-821EC5E27B7C}" dt="2024-06-15T11:01:18.641" v="1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1085292941" sldId="597"/>
        </pc:sldMkLst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267840289" sldId="59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532749890" sldId="60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252029166" sldId="601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745293410" sldId="60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18390947" sldId="60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890221013" sldId="604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827108727" sldId="605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1556551709" sldId="606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349581962" sldId="607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3087663" sldId="60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97204018" sldId="609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52620705" sldId="61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116270909" sldId="61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217662914" sldId="61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541045773" sldId="614"/>
        </pc:sldMkLst>
      </pc:sldChg>
      <pc:sldChg chg="modSp add mod">
        <pc:chgData name="强 李" userId="cd6c7ec7188785ae" providerId="LiveId" clId="{C457158F-8947-49DB-927C-821EC5E27B7C}" dt="2024-06-15T13:25:53.322" v="826" actId="6549"/>
        <pc:sldMkLst>
          <pc:docMk/>
          <pc:sldMk cId="2229376115" sldId="615"/>
        </pc:sldMkLst>
        <pc:spChg chg="mod">
          <ac:chgData name="强 李" userId="cd6c7ec7188785ae" providerId="LiveId" clId="{C457158F-8947-49DB-927C-821EC5E27B7C}" dt="2024-06-15T13:25:53.322" v="826" actId="6549"/>
          <ac:spMkLst>
            <pc:docMk/>
            <pc:sldMk cId="2229376115" sldId="615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7:38.446" v="1321"/>
        <pc:sldMkLst>
          <pc:docMk/>
          <pc:sldMk cId="317140320" sldId="616"/>
        </pc:sldMkLst>
        <pc:spChg chg="mod">
          <ac:chgData name="强 李" userId="cd6c7ec7188785ae" providerId="LiveId" clId="{C457158F-8947-49DB-927C-821EC5E27B7C}" dt="2024-06-15T13:37:38.446" v="1321"/>
          <ac:spMkLst>
            <pc:docMk/>
            <pc:sldMk cId="317140320" sldId="61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34:46.028" v="1144" actId="1035"/>
        <pc:sldMkLst>
          <pc:docMk/>
          <pc:sldMk cId="4157066080" sldId="617"/>
        </pc:sldMkLst>
        <pc:spChg chg="mod">
          <ac:chgData name="强 李" userId="cd6c7ec7188785ae" providerId="LiveId" clId="{C457158F-8947-49DB-927C-821EC5E27B7C}" dt="2024-06-15T13:34:46.028" v="1144" actId="1035"/>
          <ac:spMkLst>
            <pc:docMk/>
            <pc:sldMk cId="4157066080" sldId="617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9:32.704" v="1470" actId="6549"/>
        <pc:sldMkLst>
          <pc:docMk/>
          <pc:sldMk cId="50101387" sldId="618"/>
        </pc:sldMkLst>
        <pc:spChg chg="mod">
          <ac:chgData name="强 李" userId="cd6c7ec7188785ae" providerId="LiveId" clId="{C457158F-8947-49DB-927C-821EC5E27B7C}" dt="2024-06-15T13:39:32.704" v="1470" actId="6549"/>
          <ac:spMkLst>
            <pc:docMk/>
            <pc:sldMk cId="50101387" sldId="61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0:26.219" v="1519" actId="20577"/>
        <pc:sldMkLst>
          <pc:docMk/>
          <pc:sldMk cId="868658499" sldId="619"/>
        </pc:sldMkLst>
        <pc:spChg chg="mod">
          <ac:chgData name="强 李" userId="cd6c7ec7188785ae" providerId="LiveId" clId="{C457158F-8947-49DB-927C-821EC5E27B7C}" dt="2024-06-15T13:40:26.219" v="1519" actId="20577"/>
          <ac:spMkLst>
            <pc:docMk/>
            <pc:sldMk cId="868658499" sldId="61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5:39.533" v="1997"/>
        <pc:sldMkLst>
          <pc:docMk/>
          <pc:sldMk cId="1199111817" sldId="620"/>
        </pc:sldMkLst>
        <pc:spChg chg="mod">
          <ac:chgData name="强 李" userId="cd6c7ec7188785ae" providerId="LiveId" clId="{C457158F-8947-49DB-927C-821EC5E27B7C}" dt="2024-06-15T13:45:39.533" v="1997"/>
          <ac:spMkLst>
            <pc:docMk/>
            <pc:sldMk cId="1199111817" sldId="620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40:55.045" v="1561"/>
          <ac:spMkLst>
            <pc:docMk/>
            <pc:sldMk cId="1199111817" sldId="620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1:59.171" v="1657" actId="6549"/>
        <pc:sldMkLst>
          <pc:docMk/>
          <pc:sldMk cId="1674206809" sldId="621"/>
        </pc:sldMkLst>
        <pc:spChg chg="mod">
          <ac:chgData name="强 李" userId="cd6c7ec7188785ae" providerId="LiveId" clId="{C457158F-8947-49DB-927C-821EC5E27B7C}" dt="2024-06-15T13:41:59.171" v="1657" actId="6549"/>
          <ac:spMkLst>
            <pc:docMk/>
            <pc:sldMk cId="1674206809" sldId="621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28.325" v="2643" actId="6549"/>
        <pc:sldMkLst>
          <pc:docMk/>
          <pc:sldMk cId="151196573" sldId="622"/>
        </pc:sldMkLst>
        <pc:spChg chg="mod">
          <ac:chgData name="强 李" userId="cd6c7ec7188785ae" providerId="LiveId" clId="{C457158F-8947-49DB-927C-821EC5E27B7C}" dt="2024-06-15T13:53:28.325" v="2643" actId="6549"/>
          <ac:spMkLst>
            <pc:docMk/>
            <pc:sldMk cId="151196573" sldId="622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1.963" v="2644" actId="6549"/>
        <pc:sldMkLst>
          <pc:docMk/>
          <pc:sldMk cId="1177823418" sldId="623"/>
        </pc:sldMkLst>
        <pc:spChg chg="mod">
          <ac:chgData name="强 李" userId="cd6c7ec7188785ae" providerId="LiveId" clId="{C457158F-8947-49DB-927C-821EC5E27B7C}" dt="2024-06-15T13:49:13.035" v="2390" actId="6549"/>
          <ac:spMkLst>
            <pc:docMk/>
            <pc:sldMk cId="1177823418" sldId="623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1.963" v="2644" actId="6549"/>
          <ac:spMkLst>
            <pc:docMk/>
            <pc:sldMk cId="1177823418" sldId="623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5.181" v="2645" actId="6549"/>
        <pc:sldMkLst>
          <pc:docMk/>
          <pc:sldMk cId="1012318636" sldId="624"/>
        </pc:sldMkLst>
        <pc:spChg chg="mod">
          <ac:chgData name="强 李" userId="cd6c7ec7188785ae" providerId="LiveId" clId="{C457158F-8947-49DB-927C-821EC5E27B7C}" dt="2024-06-15T13:51:38.546" v="2601" actId="108"/>
          <ac:spMkLst>
            <pc:docMk/>
            <pc:sldMk cId="1012318636" sldId="624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5.181" v="2645" actId="6549"/>
          <ac:spMkLst>
            <pc:docMk/>
            <pc:sldMk cId="1012318636" sldId="624"/>
            <ac:spMk id="18" creationId="{00000000-0000-0000-0000-000000000000}"/>
          </ac:spMkLst>
        </pc:spChg>
      </pc:sldChg>
      <pc:sldChg chg="addSp modSp add mod modAnim">
        <pc:chgData name="强 李" userId="cd6c7ec7188785ae" providerId="LiveId" clId="{C457158F-8947-49DB-927C-821EC5E27B7C}" dt="2024-06-15T13:56:57.012" v="2713" actId="1035"/>
        <pc:sldMkLst>
          <pc:docMk/>
          <pc:sldMk cId="3418861399" sldId="625"/>
        </pc:sldMkLst>
        <pc:spChg chg="mod">
          <ac:chgData name="强 李" userId="cd6c7ec7188785ae" providerId="LiveId" clId="{C457158F-8947-49DB-927C-821EC5E27B7C}" dt="2024-06-15T13:54:25.325" v="2706" actId="113"/>
          <ac:spMkLst>
            <pc:docMk/>
            <pc:sldMk cId="3418861399" sldId="625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52.025" v="2669"/>
          <ac:spMkLst>
            <pc:docMk/>
            <pc:sldMk cId="3418861399" sldId="625"/>
            <ac:spMk id="18" creationId="{00000000-0000-0000-0000-000000000000}"/>
          </ac:spMkLst>
        </pc:spChg>
        <pc:picChg chg="add mod">
          <ac:chgData name="强 李" userId="cd6c7ec7188785ae" providerId="LiveId" clId="{C457158F-8947-49DB-927C-821EC5E27B7C}" dt="2024-06-15T13:56:57.012" v="2713" actId="1035"/>
          <ac:picMkLst>
            <pc:docMk/>
            <pc:sldMk cId="3418861399" sldId="625"/>
            <ac:picMk id="4" creationId="{18CDA002-84FD-3A03-8EF0-CE089E80FE2B}"/>
          </ac:picMkLst>
        </pc:picChg>
      </pc:sldChg>
      <pc:sldChg chg="modSp add mod">
        <pc:chgData name="强 李" userId="cd6c7ec7188785ae" providerId="LiveId" clId="{C457158F-8947-49DB-927C-821EC5E27B7C}" dt="2024-06-15T14:04:53.653" v="3085" actId="6549"/>
        <pc:sldMkLst>
          <pc:docMk/>
          <pc:sldMk cId="2613210105" sldId="626"/>
        </pc:sldMkLst>
        <pc:spChg chg="mod">
          <ac:chgData name="强 李" userId="cd6c7ec7188785ae" providerId="LiveId" clId="{C457158F-8947-49DB-927C-821EC5E27B7C}" dt="2024-06-15T14:04:53.653" v="3085" actId="6549"/>
          <ac:spMkLst>
            <pc:docMk/>
            <pc:sldMk cId="2613210105" sldId="62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0:00.523" v="3525"/>
        <pc:sldMkLst>
          <pc:docMk/>
          <pc:sldMk cId="1942764581" sldId="627"/>
        </pc:sldMkLst>
        <pc:spChg chg="mod">
          <ac:chgData name="强 李" userId="cd6c7ec7188785ae" providerId="LiveId" clId="{C457158F-8947-49DB-927C-821EC5E27B7C}" dt="2024-06-15T14:10:00.523" v="3525"/>
          <ac:spMkLst>
            <pc:docMk/>
            <pc:sldMk cId="1942764581" sldId="627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3:24.664" v="3760"/>
        <pc:sldMkLst>
          <pc:docMk/>
          <pc:sldMk cId="4222497600" sldId="628"/>
        </pc:sldMkLst>
        <pc:spChg chg="mod">
          <ac:chgData name="强 李" userId="cd6c7ec7188785ae" providerId="LiveId" clId="{C457158F-8947-49DB-927C-821EC5E27B7C}" dt="2024-06-15T14:13:24.664" v="3760"/>
          <ac:spMkLst>
            <pc:docMk/>
            <pc:sldMk cId="4222497600" sldId="62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5:14.575" v="3921" actId="5793"/>
        <pc:sldMkLst>
          <pc:docMk/>
          <pc:sldMk cId="1273002960" sldId="629"/>
        </pc:sldMkLst>
        <pc:spChg chg="mod">
          <ac:chgData name="强 李" userId="cd6c7ec7188785ae" providerId="LiveId" clId="{C457158F-8947-49DB-927C-821EC5E27B7C}" dt="2024-06-15T14:15:14.575" v="3921" actId="5793"/>
          <ac:spMkLst>
            <pc:docMk/>
            <pc:sldMk cId="1273002960" sldId="62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9:18.599" v="4058" actId="6549"/>
        <pc:sldMkLst>
          <pc:docMk/>
          <pc:sldMk cId="1313466569" sldId="630"/>
        </pc:sldMkLst>
        <pc:spChg chg="mod">
          <ac:chgData name="强 李" userId="cd6c7ec7188785ae" providerId="LiveId" clId="{C457158F-8947-49DB-927C-821EC5E27B7C}" dt="2024-06-15T14:19:18.599" v="4058" actId="6549"/>
          <ac:spMkLst>
            <pc:docMk/>
            <pc:sldMk cId="1313466569" sldId="630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4:25:31.839" v="4421"/>
        <pc:sldMkLst>
          <pc:docMk/>
          <pc:sldMk cId="1505335990" sldId="631"/>
        </pc:sldMkLst>
        <pc:spChg chg="mod">
          <ac:chgData name="强 李" userId="cd6c7ec7188785ae" providerId="LiveId" clId="{C457158F-8947-49DB-927C-821EC5E27B7C}" dt="2024-06-15T14:25:31.839" v="4421"/>
          <ac:spMkLst>
            <pc:docMk/>
            <pc:sldMk cId="1505335990" sldId="631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4:22:19.837" v="4214"/>
          <ac:spMkLst>
            <pc:docMk/>
            <pc:sldMk cId="1505335990" sldId="631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1:34.214" v="4195"/>
        <pc:sldMkLst>
          <pc:docMk/>
          <pc:sldMk cId="3437739755" sldId="632"/>
        </pc:sldMkLst>
        <pc:spChg chg="mod">
          <ac:chgData name="强 李" userId="cd6c7ec7188785ae" providerId="LiveId" clId="{C457158F-8947-49DB-927C-821EC5E27B7C}" dt="2024-06-15T14:21:34.214" v="4195"/>
          <ac:spMkLst>
            <pc:docMk/>
            <pc:sldMk cId="3437739755" sldId="632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7:01.315" v="4523" actId="20577"/>
        <pc:sldMkLst>
          <pc:docMk/>
          <pc:sldMk cId="3692930935" sldId="633"/>
        </pc:sldMkLst>
        <pc:spChg chg="mod">
          <ac:chgData name="强 李" userId="cd6c7ec7188785ae" providerId="LiveId" clId="{C457158F-8947-49DB-927C-821EC5E27B7C}" dt="2024-06-15T14:27:01.315" v="4523" actId="20577"/>
          <ac:spMkLst>
            <pc:docMk/>
            <pc:sldMk cId="3692930935" sldId="633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8:40.213" v="4732" actId="6549"/>
        <pc:sldMkLst>
          <pc:docMk/>
          <pc:sldMk cId="4279683633" sldId="634"/>
        </pc:sldMkLst>
        <pc:spChg chg="mod">
          <ac:chgData name="强 李" userId="cd6c7ec7188785ae" providerId="LiveId" clId="{C457158F-8947-49DB-927C-821EC5E27B7C}" dt="2024-06-15T14:28:40.213" v="4732" actId="6549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comments/modernComment_289_713503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2E03C8-46B8-423D-8D5B-BD90903371B1}" authorId="{29671AAC-EE65-C2E9-8FB4-81033EEFC221}" created="2024-07-20T13:36:15.6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99299613" sldId="649"/>
      <ac:spMk id="2" creationId="{00000000-0000-0000-0000-000000000000}"/>
    </ac:deMkLst>
    <p188:txBody>
      <a:bodyPr/>
      <a:lstStyle/>
      <a:p>
        <a:r>
          <a:rPr lang="zh-CN" altLang="en-US"/>
          <a:t>【彼前1:7】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3200" dirty="0"/>
            <a:t>1. </a:t>
          </a:r>
          <a:r>
            <a:rPr lang="zh-CN" altLang="en-US" sz="3200" dirty="0"/>
            <a:t>为什么我们要竭力保守圣洁？</a:t>
          </a:r>
          <a:endParaRPr lang="en-US" sz="32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40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40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3200" dirty="0"/>
            <a:t>2. </a:t>
          </a:r>
          <a:r>
            <a:rPr lang="zh-CN" altLang="en-US" sz="3200" dirty="0"/>
            <a:t>耶稣基督在圣洁方面为我们做了什么？</a:t>
          </a:r>
          <a:endParaRPr lang="en-US" sz="32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40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40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3200" dirty="0"/>
            <a:t>3. </a:t>
          </a:r>
          <a:r>
            <a:rPr lang="zh-CN" altLang="en-US" sz="3200" dirty="0"/>
            <a:t>你为了保守圣洁有什么计划或改变</a:t>
          </a:r>
          <a:r>
            <a:rPr lang="zh-CN" sz="3200" dirty="0"/>
            <a:t>？</a:t>
          </a:r>
          <a:endParaRPr lang="en-US" sz="32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40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40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3"/>
      <dgm:spPr/>
    </dgm:pt>
    <dgm:pt modelId="{6C6E9518-0146-482C-87F7-ED6910F3F12A}" type="pres">
      <dgm:prSet presAssocID="{F3B345D5-7D6A-40B4-A8B5-8D58FC184AC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3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3"/>
      <dgm:spPr/>
    </dgm:pt>
    <dgm:pt modelId="{8EB4FA3E-C890-4823-B918-12AD6C8AC679}" type="pres">
      <dgm:prSet presAssocID="{74982DA8-69FD-4613-A503-8C299FE55366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64371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23790"/>
          <a:ext cx="6570305" cy="123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1. </a:t>
          </a:r>
          <a:r>
            <a:rPr lang="zh-CN" altLang="en-US" sz="3200" kern="1200" dirty="0"/>
            <a:t>为什么我们要竭力保守圣洁？</a:t>
          </a:r>
          <a:endParaRPr lang="en-US" sz="3200" kern="1200" dirty="0"/>
        </a:p>
      </dsp:txBody>
      <dsp:txXfrm>
        <a:off x="389039" y="84314"/>
        <a:ext cx="6449257" cy="1118792"/>
      </dsp:txXfrm>
    </dsp:sp>
    <dsp:sp modelId="{7D08B866-75B8-438F-B5B3-827B52936C85}">
      <dsp:nvSpPr>
        <dsp:cNvPr id="0" name=""/>
        <dsp:cNvSpPr/>
      </dsp:nvSpPr>
      <dsp:spPr>
        <a:xfrm>
          <a:off x="0" y="254883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928910"/>
          <a:ext cx="6570305" cy="123984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2. </a:t>
          </a:r>
          <a:r>
            <a:rPr lang="zh-CN" altLang="en-US" sz="3200" kern="1200" dirty="0"/>
            <a:t>耶稣基督在圣洁方面为我们做了什么？</a:t>
          </a:r>
          <a:endParaRPr lang="en-US" sz="3200" kern="1200" dirty="0"/>
        </a:p>
      </dsp:txBody>
      <dsp:txXfrm>
        <a:off x="389039" y="1989434"/>
        <a:ext cx="6449257" cy="1118792"/>
      </dsp:txXfrm>
    </dsp:sp>
    <dsp:sp modelId="{A6289FCF-E881-4296-BAC6-1269D379F35F}">
      <dsp:nvSpPr>
        <dsp:cNvPr id="0" name=""/>
        <dsp:cNvSpPr/>
      </dsp:nvSpPr>
      <dsp:spPr>
        <a:xfrm>
          <a:off x="0" y="445395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3834030"/>
          <a:ext cx="6570305" cy="123984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3. </a:t>
          </a:r>
          <a:r>
            <a:rPr lang="zh-CN" altLang="en-US" sz="3200" kern="1200" dirty="0"/>
            <a:t>你为了保守圣洁有什么计划或改变</a:t>
          </a:r>
          <a:r>
            <a:rPr lang="zh-CN" sz="3200" kern="1200" dirty="0"/>
            <a:t>？</a:t>
          </a:r>
          <a:endParaRPr lang="en-US" sz="3200" kern="1200" dirty="0"/>
        </a:p>
      </dsp:txBody>
      <dsp:txXfrm>
        <a:off x="389039" y="3894554"/>
        <a:ext cx="6449257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B841C55-B7D8-3AC5-355E-5382BB13AB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71388D-4194-B19B-9234-B8EC2D4841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F9BD5-5587-4562-82D2-C1162B4B5999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973308-B624-404F-0682-0BA7430A0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2BEAA5-1B8F-9FCF-52BE-3E84B70016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146CE-8D04-42EF-A697-E194704A2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383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98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4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1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34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95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633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713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710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724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966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6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14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7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55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21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445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969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143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16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77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7970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501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3619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976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0431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2024/7/21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microsoft.com/office/2018/10/relationships/comments" Target="../comments/modernComment_289_7135031D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621900" y="4296327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经文：彼得前书一章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13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~16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715000" y="2052839"/>
            <a:ext cx="5834669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要圣洁</a:t>
            </a:r>
            <a:endParaRPr kumimoji="0" lang="en-US" altLang="zh-CN" sz="8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390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1:13】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所以要</a:t>
            </a: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effectLst/>
                <a:ea typeface="苹方-简" panose="020B0300000000000000" pitchFamily="34" charset="-122"/>
              </a:rPr>
              <a:t>约束你们的心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（原文作“束上你们心中的腰”），谨慎自守，专心</a:t>
            </a:r>
            <a:r>
              <a:rPr lang="zh-CN" altLang="en-US" sz="28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盼望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耶稣基督显现的时候所带来给你们的恩。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1:14】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你们既作</a:t>
            </a:r>
            <a:r>
              <a:rPr lang="zh-CN" altLang="en-US" sz="2800" b="1" dirty="0">
                <a:solidFill>
                  <a:schemeClr val="tx2"/>
                </a:solidFill>
                <a:effectLst/>
                <a:ea typeface="苹方-简" panose="020B0300000000000000" pitchFamily="34" charset="-122"/>
              </a:rPr>
              <a:t>顺命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ea typeface="苹方-简" panose="020B0300000000000000" pitchFamily="34" charset="-122"/>
              </a:rPr>
              <a:t>儿女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，就不要效法从前</a:t>
            </a:r>
            <a:r>
              <a:rPr lang="zh-CN" altLang="en-US" sz="28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蒙昧无知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的时候那</a:t>
            </a:r>
            <a:r>
              <a:rPr lang="zh-CN" altLang="en-US" sz="2800" b="1" dirty="0">
                <a:solidFill>
                  <a:srgbClr val="C00000"/>
                </a:solidFill>
                <a:effectLst/>
                <a:ea typeface="苹方-简" panose="020B0300000000000000" pitchFamily="34" charset="-122"/>
              </a:rPr>
              <a:t>放纵私欲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的样子。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1:15】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那召你们的既是圣洁，你们在一切所行的事上也要圣洁。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1:16】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因为经上记着说：“</a:t>
            </a:r>
            <a:r>
              <a:rPr lang="zh-CN" altLang="en-US" sz="2800" b="1" dirty="0">
                <a:solidFill>
                  <a:schemeClr val="tx2"/>
                </a:solidFill>
                <a:effectLst/>
                <a:ea typeface="苹方-简" panose="020B0300000000000000" pitchFamily="34" charset="-122"/>
              </a:rPr>
              <a:t>你们要圣洁，因为我是圣洁的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。”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80018" y="139761"/>
            <a:ext cx="5811982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/>
              <a:t>13~16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9400" y="172133"/>
            <a:ext cx="1888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948722"/>
            <a:ext cx="4065490" cy="2079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第一段：</a:t>
            </a:r>
            <a:r>
              <a:rPr lang="en-US" altLang="zh-CN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节，基础</a:t>
            </a:r>
            <a:endParaRPr lang="en-US" altLang="zh-CN" sz="2400" kern="1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第二段</a:t>
            </a:r>
            <a:r>
              <a:rPr lang="zh-CN" altLang="en-US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第一节</a:t>
            </a:r>
            <a:r>
              <a:rPr lang="zh-CN" altLang="zh-CN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kern="1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en-US" altLang="zh-CN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14~16</a:t>
            </a:r>
            <a:r>
              <a:rPr lang="zh-CN" altLang="zh-CN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400" kern="1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要圣洁</a:t>
            </a:r>
            <a:endParaRPr lang="zh-CN" altLang="zh-CN" sz="2400" kern="1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3639462" y="1331229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3913227" y="1383168"/>
            <a:ext cx="8043383" cy="4706928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 dirty="0">
                <a:latin typeface="方正特雅宋_GBK" panose="02000000000000000000" pitchFamily="2" charset="-122"/>
                <a:ea typeface="方正特雅宋_GBK" panose="02000000000000000000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632588"/>
              <a:ext cx="12062476" cy="9844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1:13】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所以要约束你们的心（原文作“束上你们心中的腰”），谨慎自守，专心盼望耶稣基督显现的时候所带来给你们的恩。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1:14】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你们既作顺命的儿女，就不要效法从前蒙昧无知的时候那放纵私欲的样子。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1:15】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那召你们的既是圣洁，你们在一切所行的事上也要圣洁。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1:16】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因为经上记着说：“你们要圣洁，因为我是圣洁的。”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483054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1:16 </a:t>
            </a:r>
            <a:r>
              <a:rPr lang="zh-CN" altLang="en-US" dirty="0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】</a:t>
            </a:r>
            <a:r>
              <a:rPr lang="en-US" altLang="zh-CN" dirty="0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……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你们要圣洁，因为我是圣洁的 。</a:t>
            </a:r>
            <a:endParaRPr lang="zh-CN" altLang="en-US" dirty="0">
              <a:latin typeface="方正特雅宋_GBK" panose="02000000000000000000" pitchFamily="2" charset="-122"/>
              <a:ea typeface="方正特雅宋_GBK" panose="020000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4198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13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节：预备和要求。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14~25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节：具体的行动。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三个“</a:t>
            </a:r>
            <a:r>
              <a:rPr lang="zh-CN" altLang="en-US" b="1">
                <a:solidFill>
                  <a:srgbClr val="000000"/>
                </a:solidFill>
                <a:cs typeface="+mn-ea"/>
                <a:sym typeface="+mn-lt"/>
              </a:rPr>
              <a:t>即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1BAD77-2937-BD50-C289-84738D4E3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18251"/>
            <a:ext cx="12192000" cy="515389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DA95F1-194F-52B3-F29E-0D0F4F175D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29400" y="172133"/>
            <a:ext cx="3282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关系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7148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4BA243F-EB48-E131-8591-97D8C5B89260}"/>
              </a:ext>
            </a:extLst>
          </p:cNvPr>
          <p:cNvSpPr/>
          <p:nvPr/>
        </p:nvSpPr>
        <p:spPr>
          <a:xfrm>
            <a:off x="1122218" y="1444336"/>
            <a:ext cx="8551718" cy="347056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0000"/>
                </a:solidFill>
              </a:rPr>
              <a:t>基督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C5FDEA-E4FC-A756-16FB-5611D7241633}"/>
              </a:ext>
            </a:extLst>
          </p:cNvPr>
          <p:cNvSpPr/>
          <p:nvPr/>
        </p:nvSpPr>
        <p:spPr>
          <a:xfrm>
            <a:off x="7845136" y="2815319"/>
            <a:ext cx="932466" cy="5418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相爱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259C7-E716-C2A3-FA14-6EDBFE1D3037}"/>
              </a:ext>
            </a:extLst>
          </p:cNvPr>
          <p:cNvSpPr/>
          <p:nvPr/>
        </p:nvSpPr>
        <p:spPr>
          <a:xfrm>
            <a:off x="6577445" y="2182091"/>
            <a:ext cx="1267691" cy="6332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敬畏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B65161-B8DD-0E62-660F-68A84433C538}"/>
              </a:ext>
            </a:extLst>
          </p:cNvPr>
          <p:cNvSpPr/>
          <p:nvPr/>
        </p:nvSpPr>
        <p:spPr>
          <a:xfrm>
            <a:off x="2306782" y="3293918"/>
            <a:ext cx="1943098" cy="6130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圣洁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332362" y="5265275"/>
            <a:ext cx="5201418" cy="700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23-25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节：福音就是这道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2028ECF-40BD-DC5A-A108-667193A4CAC8}"/>
              </a:ext>
            </a:extLst>
          </p:cNvPr>
          <p:cNvCxnSpPr/>
          <p:nvPr/>
        </p:nvCxnSpPr>
        <p:spPr>
          <a:xfrm>
            <a:off x="3657600" y="3948586"/>
            <a:ext cx="3896591" cy="142351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A3595F0-53EF-FA29-29D0-9A23244CF6A4}"/>
              </a:ext>
            </a:extLst>
          </p:cNvPr>
          <p:cNvCxnSpPr>
            <a:cxnSpLocks/>
          </p:cNvCxnSpPr>
          <p:nvPr/>
        </p:nvCxnSpPr>
        <p:spPr>
          <a:xfrm>
            <a:off x="7280657" y="2809960"/>
            <a:ext cx="519872" cy="24077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E2CE10-9C1F-2283-0A6E-22BDC89FE6AB}"/>
              </a:ext>
            </a:extLst>
          </p:cNvPr>
          <p:cNvCxnSpPr>
            <a:cxnSpLocks/>
          </p:cNvCxnSpPr>
          <p:nvPr/>
        </p:nvCxnSpPr>
        <p:spPr>
          <a:xfrm flipH="1">
            <a:off x="8015046" y="3341987"/>
            <a:ext cx="293397" cy="185469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加号 6">
            <a:extLst>
              <a:ext uri="{FF2B5EF4-FFF2-40B4-BE49-F238E27FC236}">
                <a16:creationId xmlns:a16="http://schemas.microsoft.com/office/drawing/2014/main" id="{B41CF08F-832E-DED9-44B2-04D064DF6E35}"/>
              </a:ext>
            </a:extLst>
          </p:cNvPr>
          <p:cNvSpPr/>
          <p:nvPr/>
        </p:nvSpPr>
        <p:spPr>
          <a:xfrm>
            <a:off x="5023091" y="2202832"/>
            <a:ext cx="749971" cy="706582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B2DEC09-91B3-2205-BA09-D79FD634A619}"/>
              </a:ext>
            </a:extLst>
          </p:cNvPr>
          <p:cNvCxnSpPr>
            <a:cxnSpLocks/>
          </p:cNvCxnSpPr>
          <p:nvPr/>
        </p:nvCxnSpPr>
        <p:spPr>
          <a:xfrm flipH="1" flipV="1">
            <a:off x="8999145" y="4128380"/>
            <a:ext cx="950613" cy="1285284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6844285-1B38-67C5-89E1-CA2CE84D0D2A}"/>
              </a:ext>
            </a:extLst>
          </p:cNvPr>
          <p:cNvSpPr txBox="1"/>
          <p:nvPr/>
        </p:nvSpPr>
        <p:spPr>
          <a:xfrm>
            <a:off x="3768911" y="936051"/>
            <a:ext cx="3673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14-22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节：命令</a:t>
            </a:r>
            <a:endParaRPr lang="zh-CN" altLang="en-US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A6978F-5B1B-2306-B512-CF18A4DBAF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29400" y="172133"/>
            <a:ext cx="3282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80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约束你们的心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（原文作“束上你们心中的腰”），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谨慎自守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专心盼望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三个现实的要求：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约束你们的心（要束腰）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谨慎自守（不要喝醉酒）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专心盼望（将来与现在）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21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458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约束你们的心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（原文作“束上你们心中的腰”），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谨慎自守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专心盼望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专心盼望：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专心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聚焦、看重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基督的再来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基督的奖赏和恩典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9143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45827"/>
            <a:ext cx="12192000" cy="6049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约束你们的心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（原文作“束上你们心中的腰”），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谨慎自守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专心盼望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谨慎自守：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清醒的认识（思想）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自我的控制（行动）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节制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守住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10:30】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哥尼流说：“前四天这个时候，我在家中守着申初的祷告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39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第一段：基础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72986"/>
            <a:ext cx="12192000" cy="5864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约束你们的心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（原文作“束上你们心中的腰”），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谨慎自守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专心盼望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约束你们的心：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开始做工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12:35】“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你们腰里要束上带，灯也要点着。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力量源头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6:14】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所以要站稳了，用真理当作带子束腰，用公义当作护心镜遮胸，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谦卑束腰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5:5】……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就是你们众人也都要以谦卑束腰，彼此顺服，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endParaRPr lang="zh-CN" altLang="en-US" sz="32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0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0622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顺命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儿女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，就不要效法从前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蒙昧无知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的时候那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放纵私欲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状态：从前 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现在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现在：顺命的儿女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从前：蒙昧无知、放纵私欲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254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086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顺命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儿女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，就不要效法从前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蒙昧无知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的时候那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放纵私欲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从前：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蒙昧无知、放纵私欲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那时，你们在其中行事为人，随从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今世的风俗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，顺服空中掌权者的首领，就是现今在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悖逆之子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心中运行的邪灵。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702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327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顺命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儿女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，就不要效法从前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蒙昧无知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的时候那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放纵私欲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现在：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顺命的儿女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8:31】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耶稣对信他的犹太人说：“你们若常常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遵守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我的道，就真是我的门徒。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14:15】“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你们若爱我，就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必遵守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我的命令。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73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958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顺命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儿女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，就不要效法从前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蒙昧无知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的时候那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放纵私欲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从前 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现在：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sz="5400" dirty="0">
                <a:solidFill>
                  <a:srgbClr val="000000"/>
                </a:solidFill>
                <a:cs typeface="+mn-ea"/>
                <a:sym typeface="+mn-lt"/>
              </a:rPr>
              <a:t>				</a:t>
            </a:r>
            <a:r>
              <a:rPr lang="zh-CN" altLang="en-US" sz="5400" b="1" dirty="0">
                <a:solidFill>
                  <a:srgbClr val="000000"/>
                </a:solidFill>
                <a:cs typeface="+mn-ea"/>
                <a:sym typeface="+mn-lt"/>
              </a:rPr>
              <a:t>顺服 </a:t>
            </a:r>
            <a:r>
              <a:rPr lang="en-US" altLang="zh-CN" sz="5400" b="1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5400" b="1" dirty="0">
                <a:solidFill>
                  <a:srgbClr val="000000"/>
                </a:solidFill>
                <a:cs typeface="+mn-ea"/>
                <a:sym typeface="+mn-lt"/>
              </a:rPr>
              <a:t>悖逆</a:t>
            </a:r>
            <a:endParaRPr lang="en-US" altLang="zh-CN" sz="5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995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顺服 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悖逆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471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28:1】“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你若</a:t>
            </a:r>
            <a:r>
              <a:rPr lang="zh-CN" altLang="en-US" sz="2800" b="1" dirty="0">
                <a:solidFill>
                  <a:srgbClr val="C00000"/>
                </a:solidFill>
                <a:cs typeface="+mn-ea"/>
                <a:sym typeface="+mn-lt"/>
              </a:rPr>
              <a:t>留意听从耶和华你　神的话，谨守遵行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他的一切诫命，就是我今日所吩咐你的，他必使你超乎天下万民之上。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28:2】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你若听从耶和华你　神的话，这以下的福必追随你，临到你身上：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28:3】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你在城里必蒙福，在田间也必蒙福；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28:4】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你身所生的、地所产的、牲畜所下的，以及牛犊、羊羔，都必蒙福；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28:5】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你的筐子和你的抟面盆都必蒙福。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28:6】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你出也蒙福，入也蒙福。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45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顺服 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悖逆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6561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28:15】“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你若</a:t>
            </a:r>
            <a:r>
              <a:rPr lang="zh-CN" altLang="en-US" sz="2800" dirty="0">
                <a:solidFill>
                  <a:srgbClr val="C00000"/>
                </a:solidFill>
                <a:cs typeface="+mn-ea"/>
                <a:sym typeface="+mn-lt"/>
              </a:rPr>
              <a:t>不听从耶和华你　神的话，不谨守遵行他的一切诫命律例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，就是我今日所吩咐你的，这以下的咒诅都必追随你，临到你身上：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28:16】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你在城里必受咒诅，在田间也必受咒诅；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28:17】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你的筐子和你的抟面盆都必受咒诅；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28:18】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你身所生的、地所产的，以及牛犊、羊羔都必受咒诅。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28:19】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你出也受咒诅，入也受咒诅。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申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28:23】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你头上的天要变为铜，脚下的地要变为铁。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基督已经为我们背负了咒诅。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但是神的儿女会被父神管教。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2434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9565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圣洁的源头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父神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忌邪的神，单单敬拜做属神的子民。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道德行为要分别出来做属神的子民。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942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893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进入圣洁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耶稣基督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关系的恢复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5:48】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所以你们要完全，像你们的</a:t>
            </a:r>
            <a:r>
              <a:rPr lang="zh-CN" altLang="en-US" sz="2400" dirty="0">
                <a:solidFill>
                  <a:srgbClr val="C00000"/>
                </a:solidFill>
                <a:cs typeface="+mn-ea"/>
                <a:sym typeface="+mn-lt"/>
              </a:rPr>
              <a:t>天父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完全一样。”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0023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625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进入圣洁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耶稣基督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19:30】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耶稣尝了那醋，就说：“成了！”便低下头，将灵魂交付　神了。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10:12】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但基督献了一次永远的赎罪祭，就在　神的右边坐下了，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4709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625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进入圣洁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耶稣基督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14:6】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耶稣说：“我就是道路、真理、生命；若不藉着我，没有人能到父那里去。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21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0711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“信心既被试验”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试验（内在、外在）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1:7】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叫你们的信心既被试验，就比那被火试验仍然能坏的金子更显宝贵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92996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625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活出圣洁：基础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活祭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12:1】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所以弟兄们，我以　神的慈悲劝你们，将身体献上，当作活祭，是圣洁的，是　神所喜悦的，你们如此侍奉，乃是理所当然的。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3716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625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活出圣洁：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属灵方面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20:3】“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除了我以外，你不可有别的神。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尊主为主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207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792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活出圣洁：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与世界分别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惟有你们是被拣选的族类，是有君尊的祭司，是圣洁的国度，是属　神的子民，要叫你们宣扬那召你们出黑暗、入奇妙光明者的美德。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197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449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</a:t>
            </a:r>
            <a:r>
              <a:rPr lang="en-US" altLang="zh-CN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4】</a:t>
            </a: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活出圣洁：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最大的诫命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10:26】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耶稣对他说：“律法上写的是什么？你念的是怎样呢？”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10:27】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他回答说：“你要尽心、尽性、尽力、尽意爱主你的　神；又要爱邻舍如同自己。”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2892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572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，因为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我是圣洁的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顺服权柄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13:1】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在上有权柄的，人人当顺服他；因为没有权柄不是出于神的，凡掌权的都是神所命的。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遵守可见的规章制度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妻子顺服丈夫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5:22】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你们作妻子的，当顺服自己的丈夫，如同顺服主。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因为丈夫是妻子的头，如同基督是教会的头，他又是教会全体的救主。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0277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36861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，因为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我是圣洁的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抵挡世俗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做事荣神益人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抵挡罪的侵袭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49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36861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要圣洁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，因为我是圣洁的。”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传扬福音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传扬耶稣基督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行动见证基督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2580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第二段：圣洁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1092"/>
            <a:ext cx="12192000" cy="299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但要凡事察验，善美的要持守，</a:t>
            </a:r>
            <a:r>
              <a:rPr lang="zh-CN" altLang="en-US" sz="2400" baseline="26000" dirty="0">
                <a:solidFill>
                  <a:srgbClr val="C00000"/>
                </a:solidFill>
                <a:cs typeface="+mn-ea"/>
                <a:sym typeface="+mn-lt"/>
              </a:rPr>
              <a:t>（</a:t>
            </a:r>
            <a:r>
              <a:rPr lang="zh-CN" altLang="en-US" sz="2400" b="0" i="0" u="none" strike="noStrike" baseline="26000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谨慎自守</a:t>
            </a:r>
            <a:r>
              <a:rPr lang="zh-CN" altLang="en-US" sz="2400" baseline="26000" dirty="0">
                <a:solidFill>
                  <a:srgbClr val="C00000"/>
                </a:solidFill>
                <a:cs typeface="+mn-ea"/>
                <a:sym typeface="+mn-lt"/>
              </a:rPr>
              <a:t>）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各样的恶事要禁戒不作。</a:t>
            </a:r>
            <a:r>
              <a:rPr lang="zh-CN" altLang="en-US" sz="2400" baseline="26000" dirty="0">
                <a:solidFill>
                  <a:srgbClr val="C00000"/>
                </a:solidFill>
                <a:cs typeface="+mn-ea"/>
                <a:sym typeface="+mn-lt"/>
              </a:rPr>
              <a:t>（要圣洁）</a:t>
            </a: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5:23】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愿赐平安的　神亲自使你们全然成圣。又愿你们的灵与魂与身子得蒙保守</a:t>
            </a:r>
            <a:r>
              <a:rPr lang="zh-CN" altLang="en-US" sz="2400" baseline="26000" dirty="0">
                <a:solidFill>
                  <a:srgbClr val="C00000"/>
                </a:solidFill>
                <a:cs typeface="+mn-ea"/>
                <a:sym typeface="+mn-lt"/>
              </a:rPr>
              <a:t>（思想与行为）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，在我们主耶稣基督降临的时候，完全无可指摘</a:t>
            </a:r>
            <a:r>
              <a:rPr lang="zh-CN" altLang="en-US" sz="2400" baseline="26000" dirty="0">
                <a:solidFill>
                  <a:srgbClr val="C00000"/>
                </a:solidFill>
                <a:cs typeface="+mn-ea"/>
                <a:sym typeface="+mn-lt"/>
              </a:rPr>
              <a:t>（得奖赏）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851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809648" y="2307378"/>
            <a:ext cx="10382352" cy="22432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一：从前与现在</a:t>
            </a:r>
            <a:r>
              <a:rPr lang="zh-CN" altLang="en-US" sz="32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的区别之一：</a:t>
            </a: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顺服。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二：圣洁的源头是父神，基督为我们成就的救恩。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三：应用：以主为主，与世界分别，最大的诫命。</a:t>
            </a:r>
            <a:endParaRPr lang="en-US" altLang="zh-CN" sz="32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0834DC-85C6-6554-2AFE-509AEA0C23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380518" y="113635"/>
            <a:ext cx="1811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39573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4050</TotalTime>
  <Words>2926</Words>
  <Application>Microsoft Office PowerPoint</Application>
  <PresentationFormat>宽屏</PresentationFormat>
  <Paragraphs>256</Paragraphs>
  <Slides>30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等线</vt:lpstr>
      <vt:lpstr>方正屏显雅宋_GBK</vt:lpstr>
      <vt:lpstr>方正特雅宋_GBK</vt:lpstr>
      <vt:lpstr>苹方-简</vt:lpstr>
      <vt:lpstr>微软雅黑</vt:lpstr>
      <vt:lpstr>Arial</vt:lpstr>
      <vt:lpstr>Calibri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2024-07-20T21:05:37Z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