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4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5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6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7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8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9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0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1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2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4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5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6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7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18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9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560" r:id="rId2"/>
    <p:sldId id="639" r:id="rId3"/>
    <p:sldId id="425" r:id="rId4"/>
    <p:sldId id="554" r:id="rId5"/>
    <p:sldId id="625" r:id="rId6"/>
    <p:sldId id="531" r:id="rId7"/>
    <p:sldId id="626" r:id="rId8"/>
    <p:sldId id="627" r:id="rId9"/>
    <p:sldId id="628" r:id="rId10"/>
    <p:sldId id="629" r:id="rId11"/>
    <p:sldId id="631" r:id="rId12"/>
    <p:sldId id="640" r:id="rId13"/>
    <p:sldId id="630" r:id="rId14"/>
    <p:sldId id="641" r:id="rId15"/>
    <p:sldId id="632" r:id="rId16"/>
    <p:sldId id="633" r:id="rId17"/>
    <p:sldId id="634" r:id="rId18"/>
    <p:sldId id="635" r:id="rId19"/>
    <p:sldId id="636" r:id="rId20"/>
    <p:sldId id="637" r:id="rId21"/>
    <p:sldId id="638" r:id="rId22"/>
    <p:sldId id="543" r:id="rId23"/>
    <p:sldId id="552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909"/>
    <a:srgbClr val="F1F1F1"/>
    <a:srgbClr val="1A3A76"/>
    <a:srgbClr val="633D06"/>
    <a:srgbClr val="FCFEFE"/>
    <a:srgbClr val="FFFFFF"/>
    <a:srgbClr val="00205D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6FD36-BF01-4398-B9F7-C213D43E7CE2}" v="778" dt="2024-08-18T06:42:07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093"/>
        <p:guide pos="3856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DBE95947-F199-46F1-A0CC-41543E93CE13}"/>
    <pc:docChg chg="undo custSel addSld delSld modSld">
      <pc:chgData name="强 李" userId="cd6c7ec7188785ae" providerId="LiveId" clId="{DBE95947-F199-46F1-A0CC-41543E93CE13}" dt="2024-05-25T22:22:01.144" v="6592" actId="14100"/>
      <pc:docMkLst>
        <pc:docMk/>
      </pc:docMkLst>
      <pc:sldChg chg="modSp mod">
        <pc:chgData name="强 李" userId="cd6c7ec7188785ae" providerId="LiveId" clId="{DBE95947-F199-46F1-A0CC-41543E93CE13}" dt="2024-05-25T14:31:31.151" v="3356" actId="207"/>
        <pc:sldMkLst>
          <pc:docMk/>
          <pc:sldMk cId="0" sldId="425"/>
        </pc:sldMkLst>
        <pc:spChg chg="mod">
          <ac:chgData name="强 李" userId="cd6c7ec7188785ae" providerId="LiveId" clId="{DBE95947-F199-46F1-A0CC-41543E93CE13}" dt="2024-05-25T14:31:31.151" v="3356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BE95947-F199-46F1-A0CC-41543E93CE13}" dt="2024-05-25T10:51:19.762" v="55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DBE95947-F199-46F1-A0CC-41543E93CE13}" dt="2024-05-25T22:02:50.276" v="6278" actId="208"/>
        <pc:sldMkLst>
          <pc:docMk/>
          <pc:sldMk cId="54695671" sldId="531"/>
        </pc:sldMkLst>
        <pc:spChg chg="mod">
          <ac:chgData name="强 李" userId="cd6c7ec7188785ae" providerId="LiveId" clId="{DBE95947-F199-46F1-A0CC-41543E93CE13}" dt="2024-05-25T11:49:20.737" v="557" actId="1076"/>
          <ac:spMkLst>
            <pc:docMk/>
            <pc:sldMk cId="54695671" sldId="531"/>
            <ac:spMk id="2" creationId="{00000000-0000-0000-0000-000000000000}"/>
          </ac:spMkLst>
        </pc:spChg>
        <pc:spChg chg="del">
          <ac:chgData name="强 李" userId="cd6c7ec7188785ae" providerId="LiveId" clId="{DBE95947-F199-46F1-A0CC-41543E93CE13}" dt="2024-05-25T11:43:47.513" v="412" actId="478"/>
          <ac:spMkLst>
            <pc:docMk/>
            <pc:sldMk cId="54695671" sldId="531"/>
            <ac:spMk id="3" creationId="{B504861B-6EFA-BAFD-C2A3-DA811CA92353}"/>
          </ac:spMkLst>
        </pc:spChg>
        <pc:spChg chg="del">
          <ac:chgData name="强 李" userId="cd6c7ec7188785ae" providerId="LiveId" clId="{DBE95947-F199-46F1-A0CC-41543E93CE13}" dt="2024-05-25T11:43:49.880" v="413" actId="47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DBE95947-F199-46F1-A0CC-41543E93CE13}" dt="2024-05-25T11:49:34.588" v="559" actId="13822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DBE95947-F199-46F1-A0CC-41543E93CE13}" dt="2024-05-25T11:50:53.463" v="630" actId="108"/>
          <ac:spMkLst>
            <pc:docMk/>
            <pc:sldMk cId="54695671" sldId="531"/>
            <ac:spMk id="6" creationId="{AA272FBC-B21D-C369-0141-9585E0210DD1}"/>
          </ac:spMkLst>
        </pc:spChg>
        <pc:spChg chg="del">
          <ac:chgData name="强 李" userId="cd6c7ec7188785ae" providerId="LiveId" clId="{DBE95947-F199-46F1-A0CC-41543E93CE13}" dt="2024-05-25T11:44:27.581" v="479" actId="478"/>
          <ac:spMkLst>
            <pc:docMk/>
            <pc:sldMk cId="54695671" sldId="531"/>
            <ac:spMk id="7" creationId="{F80DDDB8-F32B-B7A7-73DA-9790F3B5DCB3}"/>
          </ac:spMkLst>
        </pc:spChg>
        <pc:spChg chg="del">
          <ac:chgData name="强 李" userId="cd6c7ec7188785ae" providerId="LiveId" clId="{DBE95947-F199-46F1-A0CC-41543E93CE13}" dt="2024-05-25T11:44:51.737" v="483" actId="478"/>
          <ac:spMkLst>
            <pc:docMk/>
            <pc:sldMk cId="54695671" sldId="531"/>
            <ac:spMk id="11" creationId="{8F585226-39A8-96AE-40A3-878704581BB6}"/>
          </ac:spMkLst>
        </pc:spChg>
        <pc:spChg chg="add mod ord">
          <ac:chgData name="强 李" userId="cd6c7ec7188785ae" providerId="LiveId" clId="{DBE95947-F199-46F1-A0CC-41543E93CE13}" dt="2024-05-25T11:50:01.419" v="563" actId="167"/>
          <ac:spMkLst>
            <pc:docMk/>
            <pc:sldMk cId="54695671" sldId="531"/>
            <ac:spMk id="12" creationId="{F5B65161-B8DD-0E62-660F-68A84433C538}"/>
          </ac:spMkLst>
        </pc:spChg>
        <pc:spChg chg="add mod ord">
          <ac:chgData name="强 李" userId="cd6c7ec7188785ae" providerId="LiveId" clId="{DBE95947-F199-46F1-A0CC-41543E93CE13}" dt="2024-05-25T11:51:13.305" v="635" actId="167"/>
          <ac:spMkLst>
            <pc:docMk/>
            <pc:sldMk cId="54695671" sldId="531"/>
            <ac:spMk id="13" creationId="{F3D259C7-E716-C2A3-FA14-6EDBFE1D3037}"/>
          </ac:spMkLst>
        </pc:spChg>
        <pc:spChg chg="add mod ord">
          <ac:chgData name="强 李" userId="cd6c7ec7188785ae" providerId="LiveId" clId="{DBE95947-F199-46F1-A0CC-41543E93CE13}" dt="2024-05-25T11:51:39.631" v="638" actId="167"/>
          <ac:spMkLst>
            <pc:docMk/>
            <pc:sldMk cId="54695671" sldId="531"/>
            <ac:spMk id="14" creationId="{F9C5FDEA-E4FC-A756-16FB-5611D7241633}"/>
          </ac:spMkLst>
        </pc:spChg>
        <pc:spChg chg="mod">
          <ac:chgData name="强 李" userId="cd6c7ec7188785ae" providerId="LiveId" clId="{DBE95947-F199-46F1-A0CC-41543E93CE13}" dt="2024-05-25T11:53:11.074" v="682" actId="1037"/>
          <ac:spMkLst>
            <pc:docMk/>
            <pc:sldMk cId="54695671" sldId="531"/>
            <ac:spMk id="18" creationId="{00000000-0000-0000-0000-000000000000}"/>
          </ac:spMkLst>
        </pc:spChg>
        <pc:spChg chg="add mod">
          <ac:chgData name="强 李" userId="cd6c7ec7188785ae" providerId="LiveId" clId="{DBE95947-F199-46F1-A0CC-41543E93CE13}" dt="2024-05-25T22:02:50.276" v="6278" actId="208"/>
          <ac:spMkLst>
            <pc:docMk/>
            <pc:sldMk cId="54695671" sldId="531"/>
            <ac:spMk id="25" creationId="{CDE5F828-CD64-BE49-34B7-7CC29C273134}"/>
          </ac:spMkLst>
        </pc:spChg>
        <pc:cxnChg chg="mod">
          <ac:chgData name="强 李" userId="cd6c7ec7188785ae" providerId="LiveId" clId="{DBE95947-F199-46F1-A0CC-41543E93CE13}" dt="2024-05-25T12:15:18.119" v="685" actId="1076"/>
          <ac:cxnSpMkLst>
            <pc:docMk/>
            <pc:sldMk cId="54695671" sldId="531"/>
            <ac:cxnSpMk id="8" creationId="{A82D5C8F-64C1-A4EE-87A4-62170D321C35}"/>
          </ac:cxnSpMkLst>
        </pc:cxnChg>
        <pc:cxnChg chg="add mod">
          <ac:chgData name="强 李" userId="cd6c7ec7188785ae" providerId="LiveId" clId="{DBE95947-F199-46F1-A0CC-41543E93CE13}" dt="2024-05-25T14:23:27.347" v="2993" actId="1076"/>
          <ac:cxnSpMkLst>
            <pc:docMk/>
            <pc:sldMk cId="54695671" sldId="531"/>
            <ac:cxnSpMk id="9" creationId="{DC1B6FBA-8A0E-6AE0-4F4D-624D86320E43}"/>
          </ac:cxnSpMkLst>
        </pc:cxnChg>
        <pc:cxnChg chg="add mod">
          <ac:chgData name="强 李" userId="cd6c7ec7188785ae" providerId="LiveId" clId="{DBE95947-F199-46F1-A0CC-41543E93CE13}" dt="2024-05-25T11:52:12.333" v="641"/>
          <ac:cxnSpMkLst>
            <pc:docMk/>
            <pc:sldMk cId="54695671" sldId="531"/>
            <ac:cxnSpMk id="16" creationId="{82028ECF-40BD-DC5A-A108-667193A4CAC8}"/>
          </ac:cxnSpMkLst>
        </pc:cxnChg>
        <pc:cxnChg chg="add mod">
          <ac:chgData name="强 李" userId="cd6c7ec7188785ae" providerId="LiveId" clId="{DBE95947-F199-46F1-A0CC-41543E93CE13}" dt="2024-05-25T11:52:51.016" v="649" actId="14100"/>
          <ac:cxnSpMkLst>
            <pc:docMk/>
            <pc:sldMk cId="54695671" sldId="531"/>
            <ac:cxnSpMk id="17" creationId="{1A3595F0-53EF-FA29-29D0-9A23244CF6A4}"/>
          </ac:cxnSpMkLst>
        </pc:cxnChg>
        <pc:cxnChg chg="add mod">
          <ac:chgData name="强 李" userId="cd6c7ec7188785ae" providerId="LiveId" clId="{DBE95947-F199-46F1-A0CC-41543E93CE13}" dt="2024-05-25T11:52:46.511" v="648" actId="14100"/>
          <ac:cxnSpMkLst>
            <pc:docMk/>
            <pc:sldMk cId="54695671" sldId="531"/>
            <ac:cxnSpMk id="20" creationId="{01E2CE10-9C1F-2283-0A6E-22BDC89FE6AB}"/>
          </ac:cxnSpMkLst>
        </pc:cxnChg>
      </pc:sldChg>
      <pc:sldChg chg="addSp delSp modSp mod">
        <pc:chgData name="强 李" userId="cd6c7ec7188785ae" providerId="LiveId" clId="{DBE95947-F199-46F1-A0CC-41543E93CE13}" dt="2024-05-25T22:21:17.913" v="6591" actId="20577"/>
        <pc:sldMkLst>
          <pc:docMk/>
          <pc:sldMk cId="1242525785" sldId="543"/>
        </pc:sldMkLst>
        <pc:spChg chg="mod">
          <ac:chgData name="强 李" userId="cd6c7ec7188785ae" providerId="LiveId" clId="{DBE95947-F199-46F1-A0CC-41543E93CE13}" dt="2024-05-25T22:21:17.913" v="6591" actId="20577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5:15:37.633" v="5709" actId="14100"/>
          <ac:spMkLst>
            <pc:docMk/>
            <pc:sldMk cId="1242525785" sldId="543"/>
            <ac:spMk id="3" creationId="{590834DC-85C6-6554-2AFE-509AEA0C23E9}"/>
          </ac:spMkLst>
        </pc:spChg>
        <pc:spChg chg="add del mod">
          <ac:chgData name="强 李" userId="cd6c7ec7188785ae" providerId="LiveId" clId="{DBE95947-F199-46F1-A0CC-41543E93CE13}" dt="2024-05-25T15:15:24.385" v="5678" actId="478"/>
          <ac:spMkLst>
            <pc:docMk/>
            <pc:sldMk cId="1242525785" sldId="543"/>
            <ac:spMk id="18" creationId="{00000000-0000-0000-0000-000000000000}"/>
          </ac:spMkLst>
        </pc:spChg>
      </pc:sldChg>
      <pc:sldChg chg="modSp">
        <pc:chgData name="强 李" userId="cd6c7ec7188785ae" providerId="LiveId" clId="{DBE95947-F199-46F1-A0CC-41543E93CE13}" dt="2024-05-25T22:20:35.811" v="6577"/>
        <pc:sldMkLst>
          <pc:docMk/>
          <pc:sldMk cId="419382719" sldId="552"/>
        </pc:sldMkLst>
        <pc:graphicFrameChg chg="mod">
          <ac:chgData name="强 李" userId="cd6c7ec7188785ae" providerId="LiveId" clId="{DBE95947-F199-46F1-A0CC-41543E93CE13}" dt="2024-05-25T22:20:35.811" v="657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Sp modSp mod">
        <pc:chgData name="强 李" userId="cd6c7ec7188785ae" providerId="LiveId" clId="{DBE95947-F199-46F1-A0CC-41543E93CE13}" dt="2024-05-25T13:52:27.469" v="1435"/>
        <pc:sldMkLst>
          <pc:docMk/>
          <pc:sldMk cId="530530540" sldId="553"/>
        </pc:sldMkLst>
        <pc:spChg chg="mod">
          <ac:chgData name="强 李" userId="cd6c7ec7188785ae" providerId="LiveId" clId="{DBE95947-F199-46F1-A0CC-41543E93CE13}" dt="2024-05-25T13:52:27.469" v="14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2:16:32.490" v="725" actId="1038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DBE95947-F199-46F1-A0CC-41543E93CE13}" dt="2024-05-25T12:15:43.412" v="689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delSp modSp mod">
        <pc:chgData name="强 李" userId="cd6c7ec7188785ae" providerId="LiveId" clId="{DBE95947-F199-46F1-A0CC-41543E93CE13}" dt="2024-05-25T22:22:01.144" v="6592" actId="14100"/>
        <pc:sldMkLst>
          <pc:docMk/>
          <pc:sldMk cId="3418790839" sldId="554"/>
        </pc:sldMkLst>
        <pc:spChg chg="mod">
          <ac:chgData name="强 李" userId="cd6c7ec7188785ae" providerId="LiveId" clId="{DBE95947-F199-46F1-A0CC-41543E93CE13}" dt="2024-05-25T11:36:49.173" v="107" actId="12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1:36:01.218" v="101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DBE95947-F199-46F1-A0CC-41543E93CE13}" dt="2024-05-25T11:35:25.377" v="93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BE95947-F199-46F1-A0CC-41543E93CE13}" dt="2024-05-25T11:36:27.068" v="104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DBE95947-F199-46F1-A0CC-41543E93CE13}" dt="2024-05-25T22:22:01.144" v="6592" actId="14100"/>
          <ac:spMkLst>
            <pc:docMk/>
            <pc:sldMk cId="3418790839" sldId="554"/>
            <ac:spMk id="18" creationId="{00000000-0000-0000-0000-000000000000}"/>
          </ac:spMkLst>
        </pc:spChg>
        <pc:grpChg chg="mod">
          <ac:chgData name="强 李" userId="cd6c7ec7188785ae" providerId="LiveId" clId="{DBE95947-F199-46F1-A0CC-41543E93CE13}" dt="2024-05-25T11:37:01.720" v="113" actId="1036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DBE95947-F199-46F1-A0CC-41543E93CE13}" dt="2024-05-25T11:35:58.450" v="100" actId="14100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DBE95947-F199-46F1-A0CC-41543E93CE13}" dt="2024-05-25T11:34:36.351" v="86" actId="478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DBE95947-F199-46F1-A0CC-41543E93CE13}" dt="2024-05-25T10:50:46.162" v="29" actId="20577"/>
        <pc:sldMkLst>
          <pc:docMk/>
          <pc:sldMk cId="1911491714" sldId="560"/>
        </pc:sldMkLst>
        <pc:spChg chg="mod">
          <ac:chgData name="强 李" userId="cd6c7ec7188785ae" providerId="LiveId" clId="{DBE95947-F199-46F1-A0CC-41543E93CE13}" dt="2024-05-25T10:50:33.464" v="2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BE95947-F199-46F1-A0CC-41543E93CE13}" dt="2024-05-25T10:50:46.162" v="29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159884778" sldId="574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921434846" sldId="587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2648053192" sldId="588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534191096" sldId="589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4207264488" sldId="590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91062220" sldId="591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4046377894" sldId="592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68762565" sldId="593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340286292" sldId="594"/>
        </pc:sldMkLst>
      </pc:sldChg>
      <pc:sldChg chg="del">
        <pc:chgData name="强 李" userId="cd6c7ec7188785ae" providerId="LiveId" clId="{DBE95947-F199-46F1-A0CC-41543E93CE13}" dt="2024-05-25T14:11:25.573" v="2355" actId="47"/>
        <pc:sldMkLst>
          <pc:docMk/>
          <pc:sldMk cId="1164883511" sldId="596"/>
        </pc:sldMkLst>
      </pc:sldChg>
      <pc:sldChg chg="addSp modSp new mod">
        <pc:chgData name="强 李" userId="cd6c7ec7188785ae" providerId="LiveId" clId="{DBE95947-F199-46F1-A0CC-41543E93CE13}" dt="2024-05-25T14:09:34.981" v="2347" actId="14100"/>
        <pc:sldMkLst>
          <pc:docMk/>
          <pc:sldMk cId="1085292941" sldId="597"/>
        </pc:sldMkLst>
        <pc:spChg chg="add mod">
          <ac:chgData name="强 李" userId="cd6c7ec7188785ae" providerId="LiveId" clId="{DBE95947-F199-46F1-A0CC-41543E93CE13}" dt="2024-05-25T11:37:28.248" v="117" actId="14100"/>
          <ac:spMkLst>
            <pc:docMk/>
            <pc:sldMk cId="1085292941" sldId="597"/>
            <ac:spMk id="2" creationId="{D6316618-9C79-2B4D-A8F9-BFB080D9F125}"/>
          </ac:spMkLst>
        </pc:spChg>
        <pc:spChg chg="add mod">
          <ac:chgData name="强 李" userId="cd6c7ec7188785ae" providerId="LiveId" clId="{DBE95947-F199-46F1-A0CC-41543E93CE13}" dt="2024-05-25T11:39:37.553" v="157" actId="14100"/>
          <ac:spMkLst>
            <pc:docMk/>
            <pc:sldMk cId="1085292941" sldId="597"/>
            <ac:spMk id="4" creationId="{99EBB65C-9081-4E23-3F16-B2F04FFCED10}"/>
          </ac:spMkLst>
        </pc:spChg>
        <pc:graphicFrameChg chg="add mod">
          <ac:chgData name="强 李" userId="cd6c7ec7188785ae" providerId="LiveId" clId="{DBE95947-F199-46F1-A0CC-41543E93CE13}" dt="2024-05-25T14:09:34.981" v="2347" actId="14100"/>
          <ac:graphicFrameMkLst>
            <pc:docMk/>
            <pc:sldMk cId="1085292941" sldId="597"/>
            <ac:graphicFrameMk id="3" creationId="{16E6E321-6A9C-6416-D9AB-E877DAC1D1E8}"/>
          </ac:graphicFrameMkLst>
        </pc:graphicFrameChg>
      </pc:sldChg>
      <pc:sldChg chg="addSp delSp modSp add mod">
        <pc:chgData name="强 李" userId="cd6c7ec7188785ae" providerId="LiveId" clId="{DBE95947-F199-46F1-A0CC-41543E93CE13}" dt="2024-05-25T22:01:37.625" v="6277" actId="14100"/>
        <pc:sldMkLst>
          <pc:docMk/>
          <pc:sldMk cId="267840289" sldId="598"/>
        </pc:sldMkLst>
        <pc:spChg chg="mod">
          <ac:chgData name="强 李" userId="cd6c7ec7188785ae" providerId="LiveId" clId="{DBE95947-F199-46F1-A0CC-41543E93CE13}" dt="2024-05-25T11:39:42.722" v="158" actId="14100"/>
          <ac:spMkLst>
            <pc:docMk/>
            <pc:sldMk cId="267840289" sldId="598"/>
            <ac:spMk id="4" creationId="{99EBB65C-9081-4E23-3F16-B2F04FFCED10}"/>
          </ac:spMkLst>
        </pc:spChg>
        <pc:spChg chg="add">
          <ac:chgData name="强 李" userId="cd6c7ec7188785ae" providerId="LiveId" clId="{DBE95947-F199-46F1-A0CC-41543E93CE13}" dt="2024-05-25T11:38:15.926" v="139"/>
          <ac:spMkLst>
            <pc:docMk/>
            <pc:sldMk cId="267840289" sldId="598"/>
            <ac:spMk id="5" creationId="{2842B5D4-A0B6-BA03-F873-2E6CEA05FA32}"/>
          </ac:spMkLst>
        </pc:spChg>
        <pc:graphicFrameChg chg="del">
          <ac:chgData name="强 李" userId="cd6c7ec7188785ae" providerId="LiveId" clId="{DBE95947-F199-46F1-A0CC-41543E93CE13}" dt="2024-05-25T11:38:15.375" v="138" actId="478"/>
          <ac:graphicFrameMkLst>
            <pc:docMk/>
            <pc:sldMk cId="267840289" sldId="598"/>
            <ac:graphicFrameMk id="3" creationId="{16E6E321-6A9C-6416-D9AB-E877DAC1D1E8}"/>
          </ac:graphicFrameMkLst>
        </pc:graphicFrameChg>
        <pc:graphicFrameChg chg="add mod">
          <ac:chgData name="强 李" userId="cd6c7ec7188785ae" providerId="LiveId" clId="{DBE95947-F199-46F1-A0CC-41543E93CE13}" dt="2024-05-25T22:01:37.625" v="6277" actId="14100"/>
          <ac:graphicFrameMkLst>
            <pc:docMk/>
            <pc:sldMk cId="267840289" sldId="598"/>
            <ac:graphicFrameMk id="6" creationId="{7AF6610A-589A-1AC4-30B2-6EB638DE32DD}"/>
          </ac:graphicFrameMkLst>
        </pc:graphicFrameChg>
      </pc:sldChg>
      <pc:sldChg chg="addSp delSp modSp add del mod">
        <pc:chgData name="强 李" userId="cd6c7ec7188785ae" providerId="LiveId" clId="{DBE95947-F199-46F1-A0CC-41543E93CE13}" dt="2024-05-25T14:23:36.329" v="2995" actId="47"/>
        <pc:sldMkLst>
          <pc:docMk/>
          <pc:sldMk cId="2917764030" sldId="599"/>
        </pc:sldMkLst>
        <pc:spChg chg="del">
          <ac:chgData name="强 李" userId="cd6c7ec7188785ae" providerId="LiveId" clId="{DBE95947-F199-46F1-A0CC-41543E93CE13}" dt="2024-05-25T13:32:47.914" v="736" actId="478"/>
          <ac:spMkLst>
            <pc:docMk/>
            <pc:sldMk cId="2917764030" sldId="599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4:22:52.338" v="2987" actId="404"/>
          <ac:spMkLst>
            <pc:docMk/>
            <pc:sldMk cId="2917764030" sldId="599"/>
            <ac:spMk id="4" creationId="{9562786F-954F-9AAA-DBEE-430049609F25}"/>
          </ac:spMkLst>
        </pc:spChg>
        <pc:spChg chg="add del mod">
          <ac:chgData name="强 李" userId="cd6c7ec7188785ae" providerId="LiveId" clId="{DBE95947-F199-46F1-A0CC-41543E93CE13}" dt="2024-05-25T13:37:08.195" v="754" actId="478"/>
          <ac:spMkLst>
            <pc:docMk/>
            <pc:sldMk cId="2917764030" sldId="599"/>
            <ac:spMk id="5" creationId="{6D756E38-44BB-893E-10F4-24648C1F9451}"/>
          </ac:spMkLst>
        </pc:spChg>
        <pc:spChg chg="del">
          <ac:chgData name="强 李" userId="cd6c7ec7188785ae" providerId="LiveId" clId="{DBE95947-F199-46F1-A0CC-41543E93CE13}" dt="2024-05-25T13:32:37.493" v="730" actId="478"/>
          <ac:spMkLst>
            <pc:docMk/>
            <pc:sldMk cId="2917764030" sldId="599"/>
            <ac:spMk id="6" creationId="{AA272FBC-B21D-C369-0141-9585E0210DD1}"/>
          </ac:spMkLst>
        </pc:spChg>
        <pc:spChg chg="del">
          <ac:chgData name="强 李" userId="cd6c7ec7188785ae" providerId="LiveId" clId="{DBE95947-F199-46F1-A0CC-41543E93CE13}" dt="2024-05-25T13:33:10.010" v="742" actId="478"/>
          <ac:spMkLst>
            <pc:docMk/>
            <pc:sldMk cId="2917764030" sldId="599"/>
            <ac:spMk id="12" creationId="{F5B65161-B8DD-0E62-660F-68A84433C538}"/>
          </ac:spMkLst>
        </pc:spChg>
        <pc:spChg chg="del">
          <ac:chgData name="强 李" userId="cd6c7ec7188785ae" providerId="LiveId" clId="{DBE95947-F199-46F1-A0CC-41543E93CE13}" dt="2024-05-25T13:32:42.337" v="732" actId="478"/>
          <ac:spMkLst>
            <pc:docMk/>
            <pc:sldMk cId="2917764030" sldId="599"/>
            <ac:spMk id="13" creationId="{F3D259C7-E716-C2A3-FA14-6EDBFE1D3037}"/>
          </ac:spMkLst>
        </pc:spChg>
        <pc:spChg chg="del">
          <ac:chgData name="强 李" userId="cd6c7ec7188785ae" providerId="LiveId" clId="{DBE95947-F199-46F1-A0CC-41543E93CE13}" dt="2024-05-25T13:32:40.434" v="731" actId="478"/>
          <ac:spMkLst>
            <pc:docMk/>
            <pc:sldMk cId="2917764030" sldId="599"/>
            <ac:spMk id="14" creationId="{F9C5FDEA-E4FC-A756-16FB-5611D7241633}"/>
          </ac:spMkLst>
        </pc:spChg>
        <pc:cxnChg chg="del">
          <ac:chgData name="强 李" userId="cd6c7ec7188785ae" providerId="LiveId" clId="{DBE95947-F199-46F1-A0CC-41543E93CE13}" dt="2024-05-25T13:33:28.739" v="745" actId="478"/>
          <ac:cxnSpMkLst>
            <pc:docMk/>
            <pc:sldMk cId="2917764030" sldId="599"/>
            <ac:cxnSpMk id="8" creationId="{A82D5C8F-64C1-A4EE-87A4-62170D321C35}"/>
          </ac:cxnSpMkLst>
        </pc:cxnChg>
        <pc:cxnChg chg="del">
          <ac:chgData name="强 李" userId="cd6c7ec7188785ae" providerId="LiveId" clId="{DBE95947-F199-46F1-A0CC-41543E93CE13}" dt="2024-05-25T13:34:23.696" v="749" actId="478"/>
          <ac:cxnSpMkLst>
            <pc:docMk/>
            <pc:sldMk cId="2917764030" sldId="599"/>
            <ac:cxnSpMk id="9" creationId="{DC1B6FBA-8A0E-6AE0-4F4D-624D86320E43}"/>
          </ac:cxnSpMkLst>
        </pc:cxnChg>
        <pc:cxnChg chg="del">
          <ac:chgData name="强 李" userId="cd6c7ec7188785ae" providerId="LiveId" clId="{DBE95947-F199-46F1-A0CC-41543E93CE13}" dt="2024-05-25T13:32:46.474" v="735" actId="478"/>
          <ac:cxnSpMkLst>
            <pc:docMk/>
            <pc:sldMk cId="2917764030" sldId="599"/>
            <ac:cxnSpMk id="16" creationId="{82028ECF-40BD-DC5A-A108-667193A4CAC8}"/>
          </ac:cxnSpMkLst>
        </pc:cxnChg>
        <pc:cxnChg chg="del">
          <ac:chgData name="强 李" userId="cd6c7ec7188785ae" providerId="LiveId" clId="{DBE95947-F199-46F1-A0CC-41543E93CE13}" dt="2024-05-25T13:32:44.124" v="733" actId="478"/>
          <ac:cxnSpMkLst>
            <pc:docMk/>
            <pc:sldMk cId="2917764030" sldId="599"/>
            <ac:cxnSpMk id="17" creationId="{1A3595F0-53EF-FA29-29D0-9A23244CF6A4}"/>
          </ac:cxnSpMkLst>
        </pc:cxnChg>
        <pc:cxnChg chg="del">
          <ac:chgData name="强 李" userId="cd6c7ec7188785ae" providerId="LiveId" clId="{DBE95947-F199-46F1-A0CC-41543E93CE13}" dt="2024-05-25T13:32:45.634" v="734" actId="478"/>
          <ac:cxnSpMkLst>
            <pc:docMk/>
            <pc:sldMk cId="2917764030" sldId="599"/>
            <ac:cxnSpMk id="20" creationId="{01E2CE10-9C1F-2283-0A6E-22BDC89FE6AB}"/>
          </ac:cxnSpMkLst>
        </pc:cxnChg>
      </pc:sldChg>
      <pc:sldChg chg="add del">
        <pc:chgData name="强 李" userId="cd6c7ec7188785ae" providerId="LiveId" clId="{DBE95947-F199-46F1-A0CC-41543E93CE13}" dt="2024-05-25T13:40:11.925" v="877" actId="47"/>
        <pc:sldMkLst>
          <pc:docMk/>
          <pc:sldMk cId="218019236" sldId="600"/>
        </pc:sldMkLst>
      </pc:sldChg>
      <pc:sldChg chg="addSp modSp add mod">
        <pc:chgData name="强 李" userId="cd6c7ec7188785ae" providerId="LiveId" clId="{DBE95947-F199-46F1-A0CC-41543E93CE13}" dt="2024-05-25T14:01:34.074" v="1676"/>
        <pc:sldMkLst>
          <pc:docMk/>
          <pc:sldMk cId="3532749890" sldId="600"/>
        </pc:sldMkLst>
        <pc:spChg chg="mod">
          <ac:chgData name="强 李" userId="cd6c7ec7188785ae" providerId="LiveId" clId="{DBE95947-F199-46F1-A0CC-41543E93CE13}" dt="2024-05-25T13:59:34.147" v="1660"/>
          <ac:spMkLst>
            <pc:docMk/>
            <pc:sldMk cId="3532749890" sldId="600"/>
            <ac:spMk id="2" creationId="{00000000-0000-0000-0000-000000000000}"/>
          </ac:spMkLst>
        </pc:spChg>
        <pc:spChg chg="add mod ord">
          <ac:chgData name="强 李" userId="cd6c7ec7188785ae" providerId="LiveId" clId="{DBE95947-F199-46F1-A0CC-41543E93CE13}" dt="2024-05-25T14:00:29.489" v="1665" actId="171"/>
          <ac:spMkLst>
            <pc:docMk/>
            <pc:sldMk cId="3532749890" sldId="600"/>
            <ac:spMk id="3" creationId="{29D15C89-660E-CE5E-CD54-29898EC389E2}"/>
          </ac:spMkLst>
        </pc:spChg>
        <pc:spChg chg="add mod ord">
          <ac:chgData name="强 李" userId="cd6c7ec7188785ae" providerId="LiveId" clId="{DBE95947-F199-46F1-A0CC-41543E93CE13}" dt="2024-05-25T14:00:58.074" v="1672" actId="171"/>
          <ac:spMkLst>
            <pc:docMk/>
            <pc:sldMk cId="3532749890" sldId="600"/>
            <ac:spMk id="4" creationId="{552C4C40-246C-2FCA-495B-37EEE4F83C2E}"/>
          </ac:spMkLst>
        </pc:spChg>
        <pc:cxnChg chg="add mod">
          <ac:chgData name="强 李" userId="cd6c7ec7188785ae" providerId="LiveId" clId="{DBE95947-F199-46F1-A0CC-41543E93CE13}" dt="2024-05-25T14:01:34.074" v="1676"/>
          <ac:cxnSpMkLst>
            <pc:docMk/>
            <pc:sldMk cId="3532749890" sldId="600"/>
            <ac:cxnSpMk id="6" creationId="{DFF5192B-1F09-C2ED-4C04-1C1D28491A8F}"/>
          </ac:cxnSpMkLst>
        </pc:cxnChg>
      </pc:sldChg>
      <pc:sldChg chg="addSp delSp modSp add mod">
        <pc:chgData name="强 李" userId="cd6c7ec7188785ae" providerId="LiveId" clId="{DBE95947-F199-46F1-A0CC-41543E93CE13}" dt="2024-05-25T14:10:23.983" v="2351" actId="167"/>
        <pc:sldMkLst>
          <pc:docMk/>
          <pc:sldMk cId="4252029166" sldId="601"/>
        </pc:sldMkLst>
        <pc:spChg chg="mod ord">
          <ac:chgData name="强 李" userId="cd6c7ec7188785ae" providerId="LiveId" clId="{DBE95947-F199-46F1-A0CC-41543E93CE13}" dt="2024-05-25T14:10:23.983" v="2351" actId="167"/>
          <ac:spMkLst>
            <pc:docMk/>
            <pc:sldMk cId="4252029166" sldId="601"/>
            <ac:spMk id="2" creationId="{00000000-0000-0000-0000-000000000000}"/>
          </ac:spMkLst>
        </pc:spChg>
        <pc:spChg chg="add del">
          <ac:chgData name="强 李" userId="cd6c7ec7188785ae" providerId="LiveId" clId="{DBE95947-F199-46F1-A0CC-41543E93CE13}" dt="2024-05-25T14:10:23.300" v="2350" actId="478"/>
          <ac:spMkLst>
            <pc:docMk/>
            <pc:sldMk cId="4252029166" sldId="601"/>
            <ac:spMk id="3" creationId="{29D15C89-660E-CE5E-CD54-29898EC389E2}"/>
          </ac:spMkLst>
        </pc:spChg>
        <pc:spChg chg="del">
          <ac:chgData name="强 李" userId="cd6c7ec7188785ae" providerId="LiveId" clId="{DBE95947-F199-46F1-A0CC-41543E93CE13}" dt="2024-05-25T14:03:10.929" v="1797" actId="478"/>
          <ac:spMkLst>
            <pc:docMk/>
            <pc:sldMk cId="4252029166" sldId="601"/>
            <ac:spMk id="4" creationId="{552C4C40-246C-2FCA-495B-37EEE4F83C2E}"/>
          </ac:spMkLst>
        </pc:spChg>
        <pc:cxnChg chg="del">
          <ac:chgData name="强 李" userId="cd6c7ec7188785ae" providerId="LiveId" clId="{DBE95947-F199-46F1-A0CC-41543E93CE13}" dt="2024-05-25T14:03:01.666" v="1795" actId="478"/>
          <ac:cxnSpMkLst>
            <pc:docMk/>
            <pc:sldMk cId="4252029166" sldId="601"/>
            <ac:cxnSpMk id="6" creationId="{DFF5192B-1F09-C2ED-4C04-1C1D28491A8F}"/>
          </ac:cxnSpMkLst>
        </pc:cxnChg>
      </pc:sldChg>
      <pc:sldChg chg="modSp add mod">
        <pc:chgData name="强 李" userId="cd6c7ec7188785ae" providerId="LiveId" clId="{DBE95947-F199-46F1-A0CC-41543E93CE13}" dt="2024-05-25T22:05:51.845" v="6290" actId="113"/>
        <pc:sldMkLst>
          <pc:docMk/>
          <pc:sldMk cId="2745293410" sldId="602"/>
        </pc:sldMkLst>
        <pc:spChg chg="mod ord">
          <ac:chgData name="强 李" userId="cd6c7ec7188785ae" providerId="LiveId" clId="{DBE95947-F199-46F1-A0CC-41543E93CE13}" dt="2024-05-25T22:05:51.845" v="6290" actId="113"/>
          <ac:spMkLst>
            <pc:docMk/>
            <pc:sldMk cId="2745293410" sldId="602"/>
            <ac:spMk id="2" creationId="{00000000-0000-0000-0000-000000000000}"/>
          </ac:spMkLst>
        </pc:spChg>
        <pc:spChg chg="mod ord">
          <ac:chgData name="强 李" userId="cd6c7ec7188785ae" providerId="LiveId" clId="{DBE95947-F199-46F1-A0CC-41543E93CE13}" dt="2024-05-25T14:10:44.774" v="2354" actId="167"/>
          <ac:spMkLst>
            <pc:docMk/>
            <pc:sldMk cId="2745293410" sldId="602"/>
            <ac:spMk id="3" creationId="{29D15C89-660E-CE5E-CD54-29898EC389E2}"/>
          </ac:spMkLst>
        </pc:spChg>
      </pc:sldChg>
      <pc:sldChg chg="modSp add mod">
        <pc:chgData name="强 李" userId="cd6c7ec7188785ae" providerId="LiveId" clId="{DBE95947-F199-46F1-A0CC-41543E93CE13}" dt="2024-05-25T22:06:05.026" v="6292" actId="20577"/>
        <pc:sldMkLst>
          <pc:docMk/>
          <pc:sldMk cId="2518390947" sldId="603"/>
        </pc:sldMkLst>
        <pc:spChg chg="mod">
          <ac:chgData name="强 李" userId="cd6c7ec7188785ae" providerId="LiveId" clId="{DBE95947-F199-46F1-A0CC-41543E93CE13}" dt="2024-05-25T22:06:05.026" v="6292" actId="20577"/>
          <ac:spMkLst>
            <pc:docMk/>
            <pc:sldMk cId="2518390947" sldId="603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24:58.851" v="3111" actId="113"/>
        <pc:sldMkLst>
          <pc:docMk/>
          <pc:sldMk cId="2890221013" sldId="604"/>
        </pc:sldMkLst>
        <pc:spChg chg="mod">
          <ac:chgData name="强 李" userId="cd6c7ec7188785ae" providerId="LiveId" clId="{DBE95947-F199-46F1-A0CC-41543E93CE13}" dt="2024-05-25T14:24:58.851" v="3111" actId="113"/>
          <ac:spMkLst>
            <pc:docMk/>
            <pc:sldMk cId="2890221013" sldId="604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33:00.508" v="3393" actId="6549"/>
        <pc:sldMkLst>
          <pc:docMk/>
          <pc:sldMk cId="827108727" sldId="605"/>
        </pc:sldMkLst>
        <pc:spChg chg="mod">
          <ac:chgData name="强 李" userId="cd6c7ec7188785ae" providerId="LiveId" clId="{DBE95947-F199-46F1-A0CC-41543E93CE13}" dt="2024-05-25T14:33:00.508" v="3393" actId="6549"/>
          <ac:spMkLst>
            <pc:docMk/>
            <pc:sldMk cId="827108727" sldId="605"/>
            <ac:spMk id="2" creationId="{00000000-0000-0000-0000-000000000000}"/>
          </ac:spMkLst>
        </pc:spChg>
      </pc:sldChg>
      <pc:sldChg chg="addSp modSp add mod">
        <pc:chgData name="强 李" userId="cd6c7ec7188785ae" providerId="LiveId" clId="{DBE95947-F199-46F1-A0CC-41543E93CE13}" dt="2024-05-25T22:09:43.928" v="6450"/>
        <pc:sldMkLst>
          <pc:docMk/>
          <pc:sldMk cId="1556551709" sldId="606"/>
        </pc:sldMkLst>
        <pc:spChg chg="mod ord">
          <ac:chgData name="强 李" userId="cd6c7ec7188785ae" providerId="LiveId" clId="{DBE95947-F199-46F1-A0CC-41543E93CE13}" dt="2024-05-25T22:09:43.928" v="6450"/>
          <ac:spMkLst>
            <pc:docMk/>
            <pc:sldMk cId="1556551709" sldId="606"/>
            <ac:spMk id="2" creationId="{00000000-0000-0000-0000-000000000000}"/>
          </ac:spMkLst>
        </pc:spChg>
        <pc:spChg chg="add mod">
          <ac:chgData name="强 李" userId="cd6c7ec7188785ae" providerId="LiveId" clId="{DBE95947-F199-46F1-A0CC-41543E93CE13}" dt="2024-05-25T14:33:32.178" v="3420" actId="1035"/>
          <ac:spMkLst>
            <pc:docMk/>
            <pc:sldMk cId="1556551709" sldId="606"/>
            <ac:spMk id="4" creationId="{D42A20F3-2BDF-EB9E-B0A4-478C7FE0E73F}"/>
          </ac:spMkLst>
        </pc:spChg>
        <pc:spChg chg="add mod">
          <ac:chgData name="强 李" userId="cd6c7ec7188785ae" providerId="LiveId" clId="{DBE95947-F199-46F1-A0CC-41543E93CE13}" dt="2024-05-25T14:33:38.901" v="3422" actId="1076"/>
          <ac:spMkLst>
            <pc:docMk/>
            <pc:sldMk cId="1556551709" sldId="606"/>
            <ac:spMk id="5" creationId="{F094819E-3EA8-4E92-A198-82F064254FF1}"/>
          </ac:spMkLst>
        </pc:spChg>
        <pc:cxnChg chg="add">
          <ac:chgData name="强 李" userId="cd6c7ec7188785ae" providerId="LiveId" clId="{DBE95947-F199-46F1-A0CC-41543E93CE13}" dt="2024-05-25T14:33:54.486" v="3424" actId="11529"/>
          <ac:cxnSpMkLst>
            <pc:docMk/>
            <pc:sldMk cId="1556551709" sldId="606"/>
            <ac:cxnSpMk id="7" creationId="{5DF3A08D-7F17-0F4A-BB6C-0E37ED76FF8E}"/>
          </ac:cxnSpMkLst>
        </pc:cxnChg>
        <pc:cxnChg chg="add">
          <ac:chgData name="强 李" userId="cd6c7ec7188785ae" providerId="LiveId" clId="{DBE95947-F199-46F1-A0CC-41543E93CE13}" dt="2024-05-25T14:34:06.109" v="3425" actId="11529"/>
          <ac:cxnSpMkLst>
            <pc:docMk/>
            <pc:sldMk cId="1556551709" sldId="606"/>
            <ac:cxnSpMk id="9" creationId="{78BCD3E8-62CE-0FF4-1724-49BF66BBF6FC}"/>
          </ac:cxnSpMkLst>
        </pc:cxnChg>
      </pc:sldChg>
      <pc:sldChg chg="delSp modSp add mod">
        <pc:chgData name="强 李" userId="cd6c7ec7188785ae" providerId="LiveId" clId="{DBE95947-F199-46F1-A0CC-41543E93CE13}" dt="2024-05-25T22:09:37.494" v="6447"/>
        <pc:sldMkLst>
          <pc:docMk/>
          <pc:sldMk cId="2349581962" sldId="607"/>
        </pc:sldMkLst>
        <pc:spChg chg="mod ord">
          <ac:chgData name="强 李" userId="cd6c7ec7188785ae" providerId="LiveId" clId="{DBE95947-F199-46F1-A0CC-41543E93CE13}" dt="2024-05-25T22:09:37.494" v="6447"/>
          <ac:spMkLst>
            <pc:docMk/>
            <pc:sldMk cId="2349581962" sldId="607"/>
            <ac:spMk id="2" creationId="{00000000-0000-0000-0000-000000000000}"/>
          </ac:spMkLst>
        </pc:spChg>
        <pc:spChg chg="del">
          <ac:chgData name="强 李" userId="cd6c7ec7188785ae" providerId="LiveId" clId="{DBE95947-F199-46F1-A0CC-41543E93CE13}" dt="2024-05-25T14:35:19.119" v="3454" actId="478"/>
          <ac:spMkLst>
            <pc:docMk/>
            <pc:sldMk cId="2349581962" sldId="607"/>
            <ac:spMk id="3" creationId="{29D15C89-660E-CE5E-CD54-29898EC389E2}"/>
          </ac:spMkLst>
        </pc:spChg>
        <pc:spChg chg="del">
          <ac:chgData name="强 李" userId="cd6c7ec7188785ae" providerId="LiveId" clId="{DBE95947-F199-46F1-A0CC-41543E93CE13}" dt="2024-05-25T14:35:19.705" v="3455" actId="478"/>
          <ac:spMkLst>
            <pc:docMk/>
            <pc:sldMk cId="2349581962" sldId="607"/>
            <ac:spMk id="4" creationId="{D42A20F3-2BDF-EB9E-B0A4-478C7FE0E73F}"/>
          </ac:spMkLst>
        </pc:spChg>
        <pc:spChg chg="del">
          <ac:chgData name="强 李" userId="cd6c7ec7188785ae" providerId="LiveId" clId="{DBE95947-F199-46F1-A0CC-41543E93CE13}" dt="2024-05-25T14:35:14.936" v="3451" actId="478"/>
          <ac:spMkLst>
            <pc:docMk/>
            <pc:sldMk cId="2349581962" sldId="607"/>
            <ac:spMk id="5" creationId="{F094819E-3EA8-4E92-A198-82F064254FF1}"/>
          </ac:spMkLst>
        </pc:spChg>
        <pc:cxnChg chg="del">
          <ac:chgData name="强 李" userId="cd6c7ec7188785ae" providerId="LiveId" clId="{DBE95947-F199-46F1-A0CC-41543E93CE13}" dt="2024-05-25T14:35:18.163" v="3453" actId="478"/>
          <ac:cxnSpMkLst>
            <pc:docMk/>
            <pc:sldMk cId="2349581962" sldId="607"/>
            <ac:cxnSpMk id="7" creationId="{5DF3A08D-7F17-0F4A-BB6C-0E37ED76FF8E}"/>
          </ac:cxnSpMkLst>
        </pc:cxnChg>
        <pc:cxnChg chg="del">
          <ac:chgData name="强 李" userId="cd6c7ec7188785ae" providerId="LiveId" clId="{DBE95947-F199-46F1-A0CC-41543E93CE13}" dt="2024-05-25T14:35:16.793" v="3452" actId="478"/>
          <ac:cxnSpMkLst>
            <pc:docMk/>
            <pc:sldMk cId="2349581962" sldId="607"/>
            <ac:cxnSpMk id="9" creationId="{78BCD3E8-62CE-0FF4-1724-49BF66BBF6FC}"/>
          </ac:cxnSpMkLst>
        </pc:cxnChg>
      </pc:sldChg>
      <pc:sldChg chg="modSp add mod">
        <pc:chgData name="强 李" userId="cd6c7ec7188785ae" providerId="LiveId" clId="{DBE95947-F199-46F1-A0CC-41543E93CE13}" dt="2024-05-25T14:43:28.561" v="4066"/>
        <pc:sldMkLst>
          <pc:docMk/>
          <pc:sldMk cId="303087663" sldId="608"/>
        </pc:sldMkLst>
        <pc:spChg chg="mod">
          <ac:chgData name="强 李" userId="cd6c7ec7188785ae" providerId="LiveId" clId="{DBE95947-F199-46F1-A0CC-41543E93CE13}" dt="2024-05-25T14:43:28.561" v="4066"/>
          <ac:spMkLst>
            <pc:docMk/>
            <pc:sldMk cId="303087663" sldId="608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22:15:59.267" v="6454" actId="108"/>
        <pc:sldMkLst>
          <pc:docMk/>
          <pc:sldMk cId="2597204018" sldId="609"/>
        </pc:sldMkLst>
        <pc:spChg chg="mod">
          <ac:chgData name="强 李" userId="cd6c7ec7188785ae" providerId="LiveId" clId="{DBE95947-F199-46F1-A0CC-41543E93CE13}" dt="2024-05-25T22:15:59.267" v="6454" actId="108"/>
          <ac:spMkLst>
            <pc:docMk/>
            <pc:sldMk cId="2597204018" sldId="609"/>
            <ac:spMk id="2" creationId="{00000000-0000-0000-0000-000000000000}"/>
          </ac:spMkLst>
        </pc:spChg>
        <pc:spChg chg="mod">
          <ac:chgData name="强 李" userId="cd6c7ec7188785ae" providerId="LiveId" clId="{DBE95947-F199-46F1-A0CC-41543E93CE13}" dt="2024-05-25T14:44:10.709" v="4081" actId="14100"/>
          <ac:spMkLst>
            <pc:docMk/>
            <pc:sldMk cId="2597204018" sldId="609"/>
            <ac:spMk id="18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4:53:21.701" v="4446" actId="20577"/>
        <pc:sldMkLst>
          <pc:docMk/>
          <pc:sldMk cId="3052620705" sldId="610"/>
        </pc:sldMkLst>
        <pc:spChg chg="mod">
          <ac:chgData name="强 李" userId="cd6c7ec7188785ae" providerId="LiveId" clId="{DBE95947-F199-46F1-A0CC-41543E93CE13}" dt="2024-05-25T14:53:21.701" v="4446" actId="20577"/>
          <ac:spMkLst>
            <pc:docMk/>
            <pc:sldMk cId="3052620705" sldId="610"/>
            <ac:spMk id="2" creationId="{00000000-0000-0000-0000-000000000000}"/>
          </ac:spMkLst>
        </pc:spChg>
      </pc:sldChg>
      <pc:sldChg chg="add del">
        <pc:chgData name="强 李" userId="cd6c7ec7188785ae" providerId="LiveId" clId="{DBE95947-F199-46F1-A0CC-41543E93CE13}" dt="2024-05-25T22:17:06.783" v="6455" actId="47"/>
        <pc:sldMkLst>
          <pc:docMk/>
          <pc:sldMk cId="2249792854" sldId="611"/>
        </pc:sldMkLst>
      </pc:sldChg>
      <pc:sldChg chg="modSp add mod">
        <pc:chgData name="强 李" userId="cd6c7ec7188785ae" providerId="LiveId" clId="{DBE95947-F199-46F1-A0CC-41543E93CE13}" dt="2024-05-25T22:17:49.550" v="6457" actId="113"/>
        <pc:sldMkLst>
          <pc:docMk/>
          <pc:sldMk cId="4116270909" sldId="612"/>
        </pc:sldMkLst>
        <pc:spChg chg="mod">
          <ac:chgData name="强 李" userId="cd6c7ec7188785ae" providerId="LiveId" clId="{DBE95947-F199-46F1-A0CC-41543E93CE13}" dt="2024-05-25T22:17:49.550" v="6457" actId="113"/>
          <ac:spMkLst>
            <pc:docMk/>
            <pc:sldMk cId="4116270909" sldId="612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22:18:01.055" v="6466"/>
        <pc:sldMkLst>
          <pc:docMk/>
          <pc:sldMk cId="3217662914" sldId="613"/>
        </pc:sldMkLst>
        <pc:spChg chg="mod">
          <ac:chgData name="强 李" userId="cd6c7ec7188785ae" providerId="LiveId" clId="{DBE95947-F199-46F1-A0CC-41543E93CE13}" dt="2024-05-25T22:18:01.055" v="6466"/>
          <ac:spMkLst>
            <pc:docMk/>
            <pc:sldMk cId="3217662914" sldId="613"/>
            <ac:spMk id="2" creationId="{00000000-0000-0000-0000-000000000000}"/>
          </ac:spMkLst>
        </pc:spChg>
      </pc:sldChg>
      <pc:sldChg chg="modSp add mod">
        <pc:chgData name="强 李" userId="cd6c7ec7188785ae" providerId="LiveId" clId="{DBE95947-F199-46F1-A0CC-41543E93CE13}" dt="2024-05-25T15:11:46.833" v="5355" actId="20577"/>
        <pc:sldMkLst>
          <pc:docMk/>
          <pc:sldMk cId="541045773" sldId="614"/>
        </pc:sldMkLst>
        <pc:spChg chg="mod">
          <ac:chgData name="强 李" userId="cd6c7ec7188785ae" providerId="LiveId" clId="{DBE95947-F199-46F1-A0CC-41543E93CE13}" dt="2024-05-25T15:11:46.833" v="5355" actId="20577"/>
          <ac:spMkLst>
            <pc:docMk/>
            <pc:sldMk cId="541045773" sldId="614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914CBC6-FC8B-48B5-998A-20B0C6C5E218}"/>
    <pc:docChg chg="undo custSel addSld delSld modSld sldOrd">
      <pc:chgData name="强 李" userId="cd6c7ec7188785ae" providerId="LiveId" clId="{D914CBC6-FC8B-48B5-998A-20B0C6C5E218}" dt="2024-07-20T21:05:37.167" v="2967"/>
      <pc:docMkLst>
        <pc:docMk/>
      </pc:docMkLst>
      <pc:sldChg chg="addSp delSp modSp mod">
        <pc:chgData name="强 李" userId="cd6c7ec7188785ae" providerId="LiveId" clId="{D914CBC6-FC8B-48B5-998A-20B0C6C5E218}" dt="2024-07-20T12:59:13.999" v="470" actId="14100"/>
        <pc:sldMkLst>
          <pc:docMk/>
          <pc:sldMk cId="54695671" sldId="531"/>
        </pc:sldMkLst>
        <pc:spChg chg="mod">
          <ac:chgData name="强 李" userId="cd6c7ec7188785ae" providerId="LiveId" clId="{D914CBC6-FC8B-48B5-998A-20B0C6C5E218}" dt="2024-07-20T12:49:59.798" v="212" actId="113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D914CBC6-FC8B-48B5-998A-20B0C6C5E218}" dt="2024-07-20T12:49:24.239" v="206" actId="14100"/>
          <ac:spMkLst>
            <pc:docMk/>
            <pc:sldMk cId="54695671" sldId="531"/>
            <ac:spMk id="4" creationId="{DDA6978F-5B1B-2306-B512-CF18A4DBAFC7}"/>
          </ac:spMkLst>
        </pc:spChg>
        <pc:spChg chg="del mod">
          <ac:chgData name="强 李" userId="cd6c7ec7188785ae" providerId="LiveId" clId="{D914CBC6-FC8B-48B5-998A-20B0C6C5E218}" dt="2024-07-20T12:40:37.922" v="153" actId="478"/>
          <ac:spMkLst>
            <pc:docMk/>
            <pc:sldMk cId="54695671" sldId="531"/>
            <ac:spMk id="10" creationId="{F68ADE4B-9A94-7E26-E65D-4F42DA96397B}"/>
          </ac:spMkLst>
        </pc:spChg>
        <pc:spChg chg="mod">
          <ac:chgData name="强 李" userId="cd6c7ec7188785ae" providerId="LiveId" clId="{D914CBC6-FC8B-48B5-998A-20B0C6C5E218}" dt="2024-07-20T12:40:36.073" v="152"/>
          <ac:spMkLst>
            <pc:docMk/>
            <pc:sldMk cId="54695671" sldId="531"/>
            <ac:spMk id="12" creationId="{F5B65161-B8DD-0E62-660F-68A84433C538}"/>
          </ac:spMkLst>
        </pc:spChg>
        <pc:spChg chg="mod">
          <ac:chgData name="强 李" userId="cd6c7ec7188785ae" providerId="LiveId" clId="{D914CBC6-FC8B-48B5-998A-20B0C6C5E218}" dt="2024-07-20T12:40:20.063" v="141"/>
          <ac:spMkLst>
            <pc:docMk/>
            <pc:sldMk cId="54695671" sldId="531"/>
            <ac:spMk id="13" creationId="{F3D259C7-E716-C2A3-FA14-6EDBFE1D3037}"/>
          </ac:spMkLst>
        </pc:spChg>
        <pc:spChg chg="mod">
          <ac:chgData name="强 李" userId="cd6c7ec7188785ae" providerId="LiveId" clId="{D914CBC6-FC8B-48B5-998A-20B0C6C5E218}" dt="2024-07-20T12:40:25.626" v="151"/>
          <ac:spMkLst>
            <pc:docMk/>
            <pc:sldMk cId="54695671" sldId="531"/>
            <ac:spMk id="14" creationId="{F9C5FDEA-E4FC-A756-16FB-5611D7241633}"/>
          </ac:spMkLst>
        </pc:spChg>
        <pc:spChg chg="del mod">
          <ac:chgData name="强 李" userId="cd6c7ec7188785ae" providerId="LiveId" clId="{D914CBC6-FC8B-48B5-998A-20B0C6C5E218}" dt="2024-07-20T12:49:18.122" v="204"/>
          <ac:spMkLst>
            <pc:docMk/>
            <pc:sldMk cId="54695671" sldId="531"/>
            <ac:spMk id="18" creationId="{00000000-0000-0000-0000-000000000000}"/>
          </ac:spMkLst>
        </pc:spChg>
        <pc:spChg chg="mod">
          <ac:chgData name="强 李" userId="cd6c7ec7188785ae" providerId="LiveId" clId="{D914CBC6-FC8B-48B5-998A-20B0C6C5E218}" dt="2024-07-20T12:49:56.398" v="211" actId="1076"/>
          <ac:spMkLst>
            <pc:docMk/>
            <pc:sldMk cId="54695671" sldId="531"/>
            <ac:spMk id="30" creationId="{86844285-1B38-67C5-89E1-CA2CE84D0D2A}"/>
          </ac:spMkLst>
        </pc:spChg>
        <pc:cxnChg chg="del">
          <ac:chgData name="强 李" userId="cd6c7ec7188785ae" providerId="LiveId" clId="{D914CBC6-FC8B-48B5-998A-20B0C6C5E218}" dt="2024-07-20T12:40:40.104" v="154" actId="478"/>
          <ac:cxnSpMkLst>
            <pc:docMk/>
            <pc:sldMk cId="54695671" sldId="531"/>
            <ac:cxnSpMk id="11" creationId="{25237E3E-C023-F636-670D-607AA8A12DBC}"/>
          </ac:cxnSpMkLst>
        </pc:cxnChg>
        <pc:cxnChg chg="mod">
          <ac:chgData name="强 李" userId="cd6c7ec7188785ae" providerId="LiveId" clId="{D914CBC6-FC8B-48B5-998A-20B0C6C5E218}" dt="2024-07-20T12:59:13.999" v="470" actId="14100"/>
          <ac:cxnSpMkLst>
            <pc:docMk/>
            <pc:sldMk cId="54695671" sldId="531"/>
            <ac:cxnSpMk id="23" creationId="{7B2DEC09-91B3-2205-BA09-D79FD634A619}"/>
          </ac:cxnSpMkLst>
        </pc:cxnChg>
      </pc:sldChg>
      <pc:sldChg chg="addSp delSp modSp del mod">
        <pc:chgData name="强 李" userId="cd6c7ec7188785ae" providerId="LiveId" clId="{D914CBC6-FC8B-48B5-998A-20B0C6C5E218}" dt="2024-07-20T12:53:13.489" v="253" actId="47"/>
        <pc:sldMkLst>
          <pc:docMk/>
          <pc:sldMk cId="530530540" sldId="553"/>
        </pc:sldMkLst>
        <pc:spChg chg="mod ord">
          <ac:chgData name="强 李" userId="cd6c7ec7188785ae" providerId="LiveId" clId="{D914CBC6-FC8B-48B5-998A-20B0C6C5E218}" dt="2024-07-20T12:51:48.857" v="251" actId="113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D914CBC6-FC8B-48B5-998A-20B0C6C5E218}" dt="2024-07-20T12:51:03.845" v="246" actId="6549"/>
          <ac:spMkLst>
            <pc:docMk/>
            <pc:sldMk cId="530530540" sldId="553"/>
            <ac:spMk id="3" creationId="{1016CAA5-765F-DDC4-B479-B16AAC28EF3E}"/>
          </ac:spMkLst>
        </pc:spChg>
        <pc:spChg chg="del mod">
          <ac:chgData name="强 李" userId="cd6c7ec7188785ae" providerId="LiveId" clId="{D914CBC6-FC8B-48B5-998A-20B0C6C5E218}" dt="2024-07-20T12:51:15.379" v="248" actId="47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D914CBC6-FC8B-48B5-998A-20B0C6C5E218}" dt="2024-07-20T12:36:38.544" v="39" actId="1076"/>
        <pc:sldMkLst>
          <pc:docMk/>
          <pc:sldMk cId="1911491714" sldId="560"/>
        </pc:sldMkLst>
        <pc:spChg chg="mod">
          <ac:chgData name="强 李" userId="cd6c7ec7188785ae" providerId="LiveId" clId="{D914CBC6-FC8B-48B5-998A-20B0C6C5E218}" dt="2024-07-20T12:36:30.785" v="38" actId="404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914CBC6-FC8B-48B5-998A-20B0C6C5E218}" dt="2024-07-20T12:36:38.544" v="39" actId="1076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2229376115" sldId="615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317140320" sldId="616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4157066080" sldId="617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50101387" sldId="618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868658499" sldId="619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199111817" sldId="620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674206809" sldId="621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51196573" sldId="622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177823418" sldId="623"/>
        </pc:sldMkLst>
      </pc:sldChg>
      <pc:sldChg chg="del">
        <pc:chgData name="强 李" userId="cd6c7ec7188785ae" providerId="LiveId" clId="{D914CBC6-FC8B-48B5-998A-20B0C6C5E218}" dt="2024-07-20T12:53:00.980" v="252" actId="47"/>
        <pc:sldMkLst>
          <pc:docMk/>
          <pc:sldMk cId="1012318636" sldId="624"/>
        </pc:sldMkLst>
      </pc:sldChg>
      <pc:sldChg chg="addSp delSp modSp add mod ord">
        <pc:chgData name="强 李" userId="cd6c7ec7188785ae" providerId="LiveId" clId="{D914CBC6-FC8B-48B5-998A-20B0C6C5E218}" dt="2024-07-20T20:49:35.419" v="2665"/>
        <pc:sldMkLst>
          <pc:docMk/>
          <pc:sldMk cId="2697148866" sldId="625"/>
        </pc:sldMkLst>
        <pc:spChg chg="add mod">
          <ac:chgData name="强 李" userId="cd6c7ec7188785ae" providerId="LiveId" clId="{D914CBC6-FC8B-48B5-998A-20B0C6C5E218}" dt="2024-07-20T12:50:36.513" v="228" actId="6549"/>
          <ac:spMkLst>
            <pc:docMk/>
            <pc:sldMk cId="2697148866" sldId="625"/>
            <ac:spMk id="3" creationId="{53DA95F1-194F-52B3-F29E-0D0F4F175D78}"/>
          </ac:spMkLst>
        </pc:spChg>
        <pc:spChg chg="del mod">
          <ac:chgData name="强 李" userId="cd6c7ec7188785ae" providerId="LiveId" clId="{D914CBC6-FC8B-48B5-998A-20B0C6C5E218}" dt="2024-07-20T12:50:40.084" v="229" actId="478"/>
          <ac:spMkLst>
            <pc:docMk/>
            <pc:sldMk cId="2697148866" sldId="625"/>
            <ac:spMk id="18" creationId="{00000000-0000-0000-0000-000000000000}"/>
          </ac:spMkLst>
        </pc:spChg>
      </pc:sldChg>
      <pc:sldChg chg="addSp delSp modSp del mod setBg delAnim">
        <pc:chgData name="强 李" userId="cd6c7ec7188785ae" providerId="LiveId" clId="{D914CBC6-FC8B-48B5-998A-20B0C6C5E218}" dt="2024-07-20T12:48:36.035" v="176" actId="2696"/>
        <pc:sldMkLst>
          <pc:docMk/>
          <pc:sldMk cId="3418861399" sldId="625"/>
        </pc:sldMkLst>
        <pc:spChg chg="mod ord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2" creationId="{00000000-0000-0000-0000-000000000000}"/>
          </ac:spMkLst>
        </pc:spChg>
        <pc:spChg chg="mod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18" creationId="{00000000-0000-0000-0000-000000000000}"/>
          </ac:spMkLst>
        </pc:spChg>
        <pc:spChg chg="add del">
          <ac:chgData name="强 李" userId="cd6c7ec7188785ae" providerId="LiveId" clId="{D914CBC6-FC8B-48B5-998A-20B0C6C5E218}" dt="2024-07-20T12:45:22.238" v="162" actId="26606"/>
          <ac:spMkLst>
            <pc:docMk/>
            <pc:sldMk cId="3418861399" sldId="625"/>
            <ac:spMk id="23" creationId="{2B97F24A-32CE-4C1C-A50D-3016B394DCFB}"/>
          </ac:spMkLst>
        </pc:spChg>
        <pc:spChg chg="add del">
          <ac:chgData name="强 李" userId="cd6c7ec7188785ae" providerId="LiveId" clId="{D914CBC6-FC8B-48B5-998A-20B0C6C5E218}" dt="2024-07-20T12:45:22.238" v="162" actId="26606"/>
          <ac:spMkLst>
            <pc:docMk/>
            <pc:sldMk cId="3418861399" sldId="625"/>
            <ac:spMk id="25" creationId="{CD8B4F24-440B-49E9-B85D-733523DC064B}"/>
          </ac:spMkLst>
        </pc:spChg>
        <pc:spChg chg="add del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27" creationId="{2C1BBA94-3F40-40AA-8BB9-E69E25E537C1}"/>
          </ac:spMkLst>
        </pc:spChg>
        <pc:spChg chg="add del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28" creationId="{7FEAE179-C525-48F3-AD47-0E9E2B6F2E2E}"/>
          </ac:spMkLst>
        </pc:spChg>
        <pc:spChg chg="add del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29" creationId="{FE43805F-24A6-46A4-B19B-54F28347355C}"/>
          </ac:spMkLst>
        </pc:spChg>
        <pc:spChg chg="add del">
          <ac:chgData name="强 李" userId="cd6c7ec7188785ae" providerId="LiveId" clId="{D914CBC6-FC8B-48B5-998A-20B0C6C5E218}" dt="2024-07-20T12:45:23.484" v="164" actId="26606"/>
          <ac:spMkLst>
            <pc:docMk/>
            <pc:sldMk cId="3418861399" sldId="625"/>
            <ac:spMk id="30" creationId="{95C8260E-968F-44E8-A823-ABB431311926}"/>
          </ac:spMkLst>
        </pc:spChg>
        <pc:picChg chg="del">
          <ac:chgData name="强 李" userId="cd6c7ec7188785ae" providerId="LiveId" clId="{D914CBC6-FC8B-48B5-998A-20B0C6C5E218}" dt="2024-07-20T12:45:15.610" v="159" actId="478"/>
          <ac:picMkLst>
            <pc:docMk/>
            <pc:sldMk cId="3418861399" sldId="625"/>
            <ac:picMk id="4" creationId="{18CDA002-84FD-3A03-8EF0-CE089E80FE2B}"/>
          </ac:picMkLst>
        </pc:picChg>
        <pc:picChg chg="add del mod">
          <ac:chgData name="强 李" userId="cd6c7ec7188785ae" providerId="LiveId" clId="{D914CBC6-FC8B-48B5-998A-20B0C6C5E218}" dt="2024-07-20T12:46:52.956" v="166" actId="478"/>
          <ac:picMkLst>
            <pc:docMk/>
            <pc:sldMk cId="3418861399" sldId="625"/>
            <ac:picMk id="5" creationId="{C4BCB61A-4C64-C8C1-AFD6-33D59810B2F8}"/>
          </ac:picMkLst>
        </pc:picChg>
        <pc:picChg chg="add mod modCrop">
          <ac:chgData name="强 李" userId="cd6c7ec7188785ae" providerId="LiveId" clId="{D914CBC6-FC8B-48B5-998A-20B0C6C5E218}" dt="2024-07-20T12:47:47.106" v="172" actId="732"/>
          <ac:picMkLst>
            <pc:docMk/>
            <pc:sldMk cId="3418861399" sldId="625"/>
            <ac:picMk id="7" creationId="{061BAD77-2937-BD50-C289-84738D4E3D66}"/>
          </ac:picMkLst>
        </pc:picChg>
      </pc:sldChg>
      <pc:sldChg chg="modSp mod">
        <pc:chgData name="强 李" userId="cd6c7ec7188785ae" providerId="LiveId" clId="{D914CBC6-FC8B-48B5-998A-20B0C6C5E218}" dt="2024-07-20T12:57:35.815" v="462"/>
        <pc:sldMkLst>
          <pc:docMk/>
          <pc:sldMk cId="2613210105" sldId="626"/>
        </pc:sldMkLst>
        <pc:spChg chg="mod">
          <ac:chgData name="强 李" userId="cd6c7ec7188785ae" providerId="LiveId" clId="{D914CBC6-FC8B-48B5-998A-20B0C6C5E218}" dt="2024-07-20T12:57:35.815" v="462"/>
          <ac:spMkLst>
            <pc:docMk/>
            <pc:sldMk cId="2613210105" sldId="626"/>
            <ac:spMk id="2" creationId="{00000000-0000-0000-0000-000000000000}"/>
          </ac:spMkLst>
        </pc:spChg>
        <pc:spChg chg="mod">
          <ac:chgData name="强 李" userId="cd6c7ec7188785ae" providerId="LiveId" clId="{D914CBC6-FC8B-48B5-998A-20B0C6C5E218}" dt="2024-07-20T12:48:15.336" v="175" actId="14100"/>
          <ac:spMkLst>
            <pc:docMk/>
            <pc:sldMk cId="2613210105" sldId="626"/>
            <ac:spMk id="18" creationId="{00000000-0000-0000-0000-000000000000}"/>
          </ac:spMkLst>
        </pc:spChg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1942764581" sldId="627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4222497600" sldId="628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1273002960" sldId="629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1313466569" sldId="630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1505335990" sldId="631"/>
        </pc:sldMkLst>
      </pc:sldChg>
      <pc:sldChg chg="del">
        <pc:chgData name="强 李" userId="cd6c7ec7188785ae" providerId="LiveId" clId="{D914CBC6-FC8B-48B5-998A-20B0C6C5E218}" dt="2024-07-20T13:10:38.154" v="723" actId="47"/>
        <pc:sldMkLst>
          <pc:docMk/>
          <pc:sldMk cId="3437739755" sldId="632"/>
        </pc:sldMkLst>
      </pc:sldChg>
      <pc:sldChg chg="del">
        <pc:chgData name="强 李" userId="cd6c7ec7188785ae" providerId="LiveId" clId="{D914CBC6-FC8B-48B5-998A-20B0C6C5E218}" dt="2024-07-20T13:30:56.709" v="1251" actId="47"/>
        <pc:sldMkLst>
          <pc:docMk/>
          <pc:sldMk cId="3692930935" sldId="633"/>
        </pc:sldMkLst>
      </pc:sldChg>
      <pc:sldChg chg="del">
        <pc:chgData name="强 李" userId="cd6c7ec7188785ae" providerId="LiveId" clId="{D914CBC6-FC8B-48B5-998A-20B0C6C5E218}" dt="2024-07-20T13:48:54.171" v="1837" actId="47"/>
        <pc:sldMkLst>
          <pc:docMk/>
          <pc:sldMk cId="4279683633" sldId="634"/>
        </pc:sldMkLst>
      </pc:sldChg>
      <pc:sldChg chg="modSp add mod">
        <pc:chgData name="强 李" userId="cd6c7ec7188785ae" providerId="LiveId" clId="{D914CBC6-FC8B-48B5-998A-20B0C6C5E218}" dt="2024-07-20T13:01:40.018" v="522" actId="20577"/>
        <pc:sldMkLst>
          <pc:docMk/>
          <pc:sldMk cId="1909143095" sldId="635"/>
        </pc:sldMkLst>
        <pc:spChg chg="mod">
          <ac:chgData name="强 李" userId="cd6c7ec7188785ae" providerId="LiveId" clId="{D914CBC6-FC8B-48B5-998A-20B0C6C5E218}" dt="2024-07-20T13:01:40.018" v="522" actId="20577"/>
          <ac:spMkLst>
            <pc:docMk/>
            <pc:sldMk cId="1909143095" sldId="635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1:43.110" v="2722"/>
        <pc:sldMkLst>
          <pc:docMk/>
          <pc:sldMk cId="531393176" sldId="636"/>
        </pc:sldMkLst>
        <pc:spChg chg="mod">
          <ac:chgData name="强 李" userId="cd6c7ec7188785ae" providerId="LiveId" clId="{D914CBC6-FC8B-48B5-998A-20B0C6C5E218}" dt="2024-07-20T20:51:43.110" v="2722"/>
          <ac:spMkLst>
            <pc:docMk/>
            <pc:sldMk cId="531393176" sldId="636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2:34.129" v="2731" actId="20577"/>
        <pc:sldMkLst>
          <pc:docMk/>
          <pc:sldMk cId="242303866" sldId="637"/>
        </pc:sldMkLst>
        <pc:spChg chg="mod">
          <ac:chgData name="强 李" userId="cd6c7ec7188785ae" providerId="LiveId" clId="{D914CBC6-FC8B-48B5-998A-20B0C6C5E218}" dt="2024-07-20T20:52:34.129" v="2731" actId="20577"/>
          <ac:spMkLst>
            <pc:docMk/>
            <pc:sldMk cId="242303866" sldId="637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3:16.417" v="2747" actId="20577"/>
        <pc:sldMkLst>
          <pc:docMk/>
          <pc:sldMk cId="1712541529" sldId="638"/>
        </pc:sldMkLst>
        <pc:spChg chg="mod">
          <ac:chgData name="强 李" userId="cd6c7ec7188785ae" providerId="LiveId" clId="{D914CBC6-FC8B-48B5-998A-20B0C6C5E218}" dt="2024-07-20T20:53:16.417" v="2747" actId="20577"/>
          <ac:spMkLst>
            <pc:docMk/>
            <pc:sldMk cId="1712541529" sldId="638"/>
            <ac:spMk id="2" creationId="{00000000-0000-0000-0000-000000000000}"/>
          </ac:spMkLst>
        </pc:spChg>
        <pc:spChg chg="mod">
          <ac:chgData name="强 李" userId="cd6c7ec7188785ae" providerId="LiveId" clId="{D914CBC6-FC8B-48B5-998A-20B0C6C5E218}" dt="2024-07-20T13:06:39.905" v="635"/>
          <ac:spMkLst>
            <pc:docMk/>
            <pc:sldMk cId="1712541529" sldId="638"/>
            <ac:spMk id="18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09:33.057" v="721" actId="207"/>
        <pc:sldMkLst>
          <pc:docMk/>
          <pc:sldMk cId="1337028432" sldId="639"/>
        </pc:sldMkLst>
        <pc:spChg chg="mod">
          <ac:chgData name="强 李" userId="cd6c7ec7188785ae" providerId="LiveId" clId="{D914CBC6-FC8B-48B5-998A-20B0C6C5E218}" dt="2024-07-20T13:09:33.057" v="721" actId="207"/>
          <ac:spMkLst>
            <pc:docMk/>
            <pc:sldMk cId="1337028432" sldId="639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4:05.364" v="2751" actId="108"/>
        <pc:sldMkLst>
          <pc:docMk/>
          <pc:sldMk cId="3947739368" sldId="640"/>
        </pc:sldMkLst>
        <pc:spChg chg="mod">
          <ac:chgData name="强 李" userId="cd6c7ec7188785ae" providerId="LiveId" clId="{D914CBC6-FC8B-48B5-998A-20B0C6C5E218}" dt="2024-07-20T20:54:05.364" v="2751" actId="108"/>
          <ac:spMkLst>
            <pc:docMk/>
            <pc:sldMk cId="3947739368" sldId="640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4:10.915" v="2752" actId="108"/>
        <pc:sldMkLst>
          <pc:docMk/>
          <pc:sldMk cId="3645995520" sldId="641"/>
        </pc:sldMkLst>
        <pc:spChg chg="mod">
          <ac:chgData name="强 李" userId="cd6c7ec7188785ae" providerId="LiveId" clId="{D914CBC6-FC8B-48B5-998A-20B0C6C5E218}" dt="2024-07-20T20:54:10.915" v="2752" actId="108"/>
          <ac:spMkLst>
            <pc:docMk/>
            <pc:sldMk cId="3645995520" sldId="641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23:29.894" v="1085" actId="12"/>
        <pc:sldMkLst>
          <pc:docMk/>
          <pc:sldMk cId="1202434833" sldId="642"/>
        </pc:sldMkLst>
        <pc:spChg chg="mod">
          <ac:chgData name="强 李" userId="cd6c7ec7188785ae" providerId="LiveId" clId="{D914CBC6-FC8B-48B5-998A-20B0C6C5E218}" dt="2024-07-20T13:23:29.894" v="1085" actId="12"/>
          <ac:spMkLst>
            <pc:docMk/>
            <pc:sldMk cId="1202434833" sldId="642"/>
            <ac:spMk id="2" creationId="{00000000-0000-0000-0000-000000000000}"/>
          </ac:spMkLst>
        </pc:spChg>
        <pc:spChg chg="mod">
          <ac:chgData name="强 李" userId="cd6c7ec7188785ae" providerId="LiveId" clId="{D914CBC6-FC8B-48B5-998A-20B0C6C5E218}" dt="2024-07-20T13:16:47.559" v="793" actId="6549"/>
          <ac:spMkLst>
            <pc:docMk/>
            <pc:sldMk cId="1202434833" sldId="642"/>
            <ac:spMk id="18" creationId="{00000000-0000-0000-0000-000000000000}"/>
          </ac:spMkLst>
        </pc:spChg>
      </pc:sldChg>
      <pc:sldChg chg="modSp add mod ord">
        <pc:chgData name="强 李" userId="cd6c7ec7188785ae" providerId="LiveId" clId="{D914CBC6-FC8B-48B5-998A-20B0C6C5E218}" dt="2024-07-20T13:18:34.095" v="817" actId="403"/>
        <pc:sldMkLst>
          <pc:docMk/>
          <pc:sldMk cId="3955845005" sldId="643"/>
        </pc:sldMkLst>
        <pc:spChg chg="mod">
          <ac:chgData name="强 李" userId="cd6c7ec7188785ae" providerId="LiveId" clId="{D914CBC6-FC8B-48B5-998A-20B0C6C5E218}" dt="2024-07-20T13:18:34.095" v="817" actId="403"/>
          <ac:spMkLst>
            <pc:docMk/>
            <pc:sldMk cId="3955845005" sldId="643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33:05.856" v="1275"/>
        <pc:sldMkLst>
          <pc:docMk/>
          <pc:sldMk cId="1307942440" sldId="644"/>
        </pc:sldMkLst>
        <pc:spChg chg="mod">
          <ac:chgData name="强 李" userId="cd6c7ec7188785ae" providerId="LiveId" clId="{D914CBC6-FC8B-48B5-998A-20B0C6C5E218}" dt="2024-07-20T13:33:05.856" v="1275"/>
          <ac:spMkLst>
            <pc:docMk/>
            <pc:sldMk cId="1307942440" sldId="644"/>
            <ac:spMk id="2" creationId="{00000000-0000-0000-0000-000000000000}"/>
          </ac:spMkLst>
        </pc:spChg>
      </pc:sldChg>
      <pc:sldChg chg="modSp add del mod">
        <pc:chgData name="强 李" userId="cd6c7ec7188785ae" providerId="LiveId" clId="{D914CBC6-FC8B-48B5-998A-20B0C6C5E218}" dt="2024-07-20T20:55:21.502" v="2754" actId="47"/>
        <pc:sldMkLst>
          <pc:docMk/>
          <pc:sldMk cId="2047498696" sldId="645"/>
        </pc:sldMkLst>
        <pc:spChg chg="mod">
          <ac:chgData name="强 李" userId="cd6c7ec7188785ae" providerId="LiveId" clId="{D914CBC6-FC8B-48B5-998A-20B0C6C5E218}" dt="2024-07-20T13:33:21.137" v="1296" actId="20577"/>
          <ac:spMkLst>
            <pc:docMk/>
            <pc:sldMk cId="2047498696" sldId="645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5:13.174" v="2753" actId="207"/>
        <pc:sldMkLst>
          <pc:docMk/>
          <pc:sldMk cId="2550023609" sldId="646"/>
        </pc:sldMkLst>
        <pc:spChg chg="mod">
          <ac:chgData name="强 李" userId="cd6c7ec7188785ae" providerId="LiveId" clId="{D914CBC6-FC8B-48B5-998A-20B0C6C5E218}" dt="2024-07-20T20:55:13.174" v="2753" actId="207"/>
          <ac:spMkLst>
            <pc:docMk/>
            <pc:sldMk cId="2550023609" sldId="646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33:32.212" v="1298"/>
        <pc:sldMkLst>
          <pc:docMk/>
          <pc:sldMk cId="2324709277" sldId="647"/>
        </pc:sldMkLst>
        <pc:spChg chg="mod">
          <ac:chgData name="强 李" userId="cd6c7ec7188785ae" providerId="LiveId" clId="{D914CBC6-FC8B-48B5-998A-20B0C6C5E218}" dt="2024-07-20T13:33:32.212" v="1298"/>
          <ac:spMkLst>
            <pc:docMk/>
            <pc:sldMk cId="2324709277" sldId="647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33:54.897" v="1301" actId="6549"/>
        <pc:sldMkLst>
          <pc:docMk/>
          <pc:sldMk cId="1551212500" sldId="648"/>
        </pc:sldMkLst>
        <pc:spChg chg="mod">
          <ac:chgData name="强 李" userId="cd6c7ec7188785ae" providerId="LiveId" clId="{D914CBC6-FC8B-48B5-998A-20B0C6C5E218}" dt="2024-07-20T13:33:54.897" v="1301" actId="6549"/>
          <ac:spMkLst>
            <pc:docMk/>
            <pc:sldMk cId="1551212500" sldId="648"/>
            <ac:spMk id="2" creationId="{00000000-0000-0000-0000-000000000000}"/>
          </ac:spMkLst>
        </pc:spChg>
      </pc:sldChg>
      <pc:sldChg chg="modSp add mod addCm">
        <pc:chgData name="强 李" userId="cd6c7ec7188785ae" providerId="LiveId" clId="{D914CBC6-FC8B-48B5-998A-20B0C6C5E218}" dt="2024-07-20T13:37:21.622" v="1379"/>
        <pc:sldMkLst>
          <pc:docMk/>
          <pc:sldMk cId="1899299613" sldId="649"/>
        </pc:sldMkLst>
        <pc:spChg chg="mod">
          <ac:chgData name="强 李" userId="cd6c7ec7188785ae" providerId="LiveId" clId="{D914CBC6-FC8B-48B5-998A-20B0C6C5E218}" dt="2024-07-20T13:37:21.622" v="1379"/>
          <ac:spMkLst>
            <pc:docMk/>
            <pc:sldMk cId="1899299613" sldId="649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强 李" userId="cd6c7ec7188785ae" providerId="LiveId" clId="{D914CBC6-FC8B-48B5-998A-20B0C6C5E218}" dt="2024-07-20T13:36:15.645" v="1325"/>
              <pc2:cmMkLst xmlns:pc2="http://schemas.microsoft.com/office/powerpoint/2019/9/main/command">
                <pc:docMk/>
                <pc:sldMk cId="1899299613" sldId="649"/>
                <pc2:cmMk id="{2D2E03C8-46B8-423D-8D5B-BD90903371B1}"/>
              </pc2:cmMkLst>
            </pc226:cmChg>
          </p:ext>
        </pc:extLst>
      </pc:sldChg>
      <pc:sldChg chg="modSp add mod">
        <pc:chgData name="强 李" userId="cd6c7ec7188785ae" providerId="LiveId" clId="{D914CBC6-FC8B-48B5-998A-20B0C6C5E218}" dt="2024-07-20T13:42:26.268" v="1523"/>
        <pc:sldMkLst>
          <pc:docMk/>
          <pc:sldMk cId="983716215" sldId="650"/>
        </pc:sldMkLst>
        <pc:spChg chg="mod">
          <ac:chgData name="强 李" userId="cd6c7ec7188785ae" providerId="LiveId" clId="{D914CBC6-FC8B-48B5-998A-20B0C6C5E218}" dt="2024-07-20T13:42:26.268" v="1523"/>
          <ac:spMkLst>
            <pc:docMk/>
            <pc:sldMk cId="983716215" sldId="650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2:36.907" v="1528" actId="108"/>
        <pc:sldMkLst>
          <pc:docMk/>
          <pc:sldMk cId="1511207025" sldId="651"/>
        </pc:sldMkLst>
        <pc:spChg chg="mod">
          <ac:chgData name="强 李" userId="cd6c7ec7188785ae" providerId="LiveId" clId="{D914CBC6-FC8B-48B5-998A-20B0C6C5E218}" dt="2024-07-20T13:42:36.907" v="1528" actId="108"/>
          <ac:spMkLst>
            <pc:docMk/>
            <pc:sldMk cId="1511207025" sldId="651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2:42.042" v="1531" actId="20577"/>
        <pc:sldMkLst>
          <pc:docMk/>
          <pc:sldMk cId="3128197079" sldId="652"/>
        </pc:sldMkLst>
        <pc:spChg chg="mod">
          <ac:chgData name="强 李" userId="cd6c7ec7188785ae" providerId="LiveId" clId="{D914CBC6-FC8B-48B5-998A-20B0C6C5E218}" dt="2024-07-20T13:42:42.042" v="1531" actId="20577"/>
          <ac:spMkLst>
            <pc:docMk/>
            <pc:sldMk cId="3128197079" sldId="652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2:44.810" v="1534" actId="20577"/>
        <pc:sldMkLst>
          <pc:docMk/>
          <pc:sldMk cId="1942892616" sldId="653"/>
        </pc:sldMkLst>
        <pc:spChg chg="mod">
          <ac:chgData name="强 李" userId="cd6c7ec7188785ae" providerId="LiveId" clId="{D914CBC6-FC8B-48B5-998A-20B0C6C5E218}" dt="2024-07-20T13:42:44.810" v="1534" actId="20577"/>
          <ac:spMkLst>
            <pc:docMk/>
            <pc:sldMk cId="1942892616" sldId="653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7:48.880" v="1770" actId="207"/>
        <pc:sldMkLst>
          <pc:docMk/>
          <pc:sldMk cId="3960277130" sldId="654"/>
        </pc:sldMkLst>
        <pc:spChg chg="mod">
          <ac:chgData name="强 李" userId="cd6c7ec7188785ae" providerId="LiveId" clId="{D914CBC6-FC8B-48B5-998A-20B0C6C5E218}" dt="2024-07-20T13:47:48.880" v="1770" actId="207"/>
          <ac:spMkLst>
            <pc:docMk/>
            <pc:sldMk cId="3960277130" sldId="654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13:48:17.916" v="1808" actId="6549"/>
        <pc:sldMkLst>
          <pc:docMk/>
          <pc:sldMk cId="382249333" sldId="655"/>
        </pc:sldMkLst>
        <pc:spChg chg="mod">
          <ac:chgData name="强 李" userId="cd6c7ec7188785ae" providerId="LiveId" clId="{D914CBC6-FC8B-48B5-998A-20B0C6C5E218}" dt="2024-07-20T13:48:17.916" v="1808" actId="6549"/>
          <ac:spMkLst>
            <pc:docMk/>
            <pc:sldMk cId="382249333" sldId="655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0:58:32.296" v="2775" actId="6549"/>
        <pc:sldMkLst>
          <pc:docMk/>
          <pc:sldMk cId="2442580437" sldId="656"/>
        </pc:sldMkLst>
        <pc:spChg chg="mod">
          <ac:chgData name="强 李" userId="cd6c7ec7188785ae" providerId="LiveId" clId="{D914CBC6-FC8B-48B5-998A-20B0C6C5E218}" dt="2024-07-20T20:58:32.296" v="2775" actId="6549"/>
          <ac:spMkLst>
            <pc:docMk/>
            <pc:sldMk cId="2442580437" sldId="656"/>
            <ac:spMk id="2" creationId="{00000000-0000-0000-0000-000000000000}"/>
          </ac:spMkLst>
        </pc:spChg>
      </pc:sldChg>
      <pc:sldChg chg="modSp add mod">
        <pc:chgData name="强 李" userId="cd6c7ec7188785ae" providerId="LiveId" clId="{D914CBC6-FC8B-48B5-998A-20B0C6C5E218}" dt="2024-07-20T21:03:08.017" v="2894" actId="6549"/>
        <pc:sldMkLst>
          <pc:docMk/>
          <pc:sldMk cId="496851554" sldId="657"/>
        </pc:sldMkLst>
        <pc:spChg chg="mod">
          <ac:chgData name="强 李" userId="cd6c7ec7188785ae" providerId="LiveId" clId="{D914CBC6-FC8B-48B5-998A-20B0C6C5E218}" dt="2024-07-20T21:03:08.017" v="2894" actId="6549"/>
          <ac:spMkLst>
            <pc:docMk/>
            <pc:sldMk cId="496851554" sldId="657"/>
            <ac:spMk id="2" creationId="{00000000-0000-0000-0000-000000000000}"/>
          </ac:spMkLst>
        </pc:spChg>
      </pc:sldChg>
      <pc:sldChg chg="modSp add del mod">
        <pc:chgData name="强 李" userId="cd6c7ec7188785ae" providerId="LiveId" clId="{D914CBC6-FC8B-48B5-998A-20B0C6C5E218}" dt="2024-07-20T13:48:58.441" v="1838" actId="47"/>
        <pc:sldMkLst>
          <pc:docMk/>
          <pc:sldMk cId="1226913102" sldId="657"/>
        </pc:sldMkLst>
        <pc:spChg chg="mod">
          <ac:chgData name="强 李" userId="cd6c7ec7188785ae" providerId="LiveId" clId="{D914CBC6-FC8B-48B5-998A-20B0C6C5E218}" dt="2024-07-20T13:48:45.148" v="1836"/>
          <ac:spMkLst>
            <pc:docMk/>
            <pc:sldMk cId="1226913102" sldId="657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EE16FD36-BF01-4398-B9F7-C213D43E7CE2}"/>
    <pc:docChg chg="undo custSel addSld delSld modSld sldOrd">
      <pc:chgData name="强 李" userId="cd6c7ec7188785ae" providerId="LiveId" clId="{EE16FD36-BF01-4398-B9F7-C213D43E7CE2}" dt="2024-08-18T06:42:07.309" v="3595"/>
      <pc:docMkLst>
        <pc:docMk/>
      </pc:docMkLst>
      <pc:sldChg chg="addSp delSp modSp mod">
        <pc:chgData name="强 李" userId="cd6c7ec7188785ae" providerId="LiveId" clId="{EE16FD36-BF01-4398-B9F7-C213D43E7CE2}" dt="2024-08-17T22:08:41.010" v="2460" actId="207"/>
        <pc:sldMkLst>
          <pc:docMk/>
          <pc:sldMk cId="0" sldId="425"/>
        </pc:sldMkLst>
        <pc:spChg chg="mod">
          <ac:chgData name="强 李" userId="cd6c7ec7188785ae" providerId="LiveId" clId="{EE16FD36-BF01-4398-B9F7-C213D43E7CE2}" dt="2024-08-17T22:08:41.010" v="2460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EE16FD36-BF01-4398-B9F7-C213D43E7CE2}" dt="2024-08-17T13:35:07.384" v="30" actId="20577"/>
          <ac:spMkLst>
            <pc:docMk/>
            <pc:sldMk cId="0" sldId="425"/>
            <ac:spMk id="18" creationId="{00000000-0000-0000-0000-000000000000}"/>
          </ac:spMkLst>
        </pc:spChg>
        <pc:picChg chg="add del mod modCrop">
          <ac:chgData name="强 李" userId="cd6c7ec7188785ae" providerId="LiveId" clId="{EE16FD36-BF01-4398-B9F7-C213D43E7CE2}" dt="2024-08-17T13:33:49.222" v="18" actId="21"/>
          <ac:picMkLst>
            <pc:docMk/>
            <pc:sldMk cId="0" sldId="425"/>
            <ac:picMk id="4" creationId="{B9C4A07E-6BCE-7C49-BC3F-3FBB64F50169}"/>
          </ac:picMkLst>
        </pc:picChg>
      </pc:sldChg>
      <pc:sldChg chg="modSp mod">
        <pc:chgData name="强 李" userId="cd6c7ec7188785ae" providerId="LiveId" clId="{EE16FD36-BF01-4398-B9F7-C213D43E7CE2}" dt="2024-08-17T23:26:30.386" v="3289"/>
        <pc:sldMkLst>
          <pc:docMk/>
          <pc:sldMk cId="1242525785" sldId="543"/>
        </pc:sldMkLst>
        <pc:spChg chg="mod">
          <ac:chgData name="强 李" userId="cd6c7ec7188785ae" providerId="LiveId" clId="{EE16FD36-BF01-4398-B9F7-C213D43E7CE2}" dt="2024-08-17T23:26:30.386" v="3289"/>
          <ac:spMkLst>
            <pc:docMk/>
            <pc:sldMk cId="1242525785" sldId="543"/>
            <ac:spMk id="2" creationId="{00000000-0000-0000-0000-000000000000}"/>
          </ac:spMkLst>
        </pc:spChg>
      </pc:sldChg>
      <pc:sldChg chg="modSp">
        <pc:chgData name="强 李" userId="cd6c7ec7188785ae" providerId="LiveId" clId="{EE16FD36-BF01-4398-B9F7-C213D43E7CE2}" dt="2024-08-17T14:26:57.227" v="2218"/>
        <pc:sldMkLst>
          <pc:docMk/>
          <pc:sldMk cId="419382719" sldId="552"/>
        </pc:sldMkLst>
        <pc:graphicFrameChg chg="mod">
          <ac:chgData name="强 李" userId="cd6c7ec7188785ae" providerId="LiveId" clId="{EE16FD36-BF01-4398-B9F7-C213D43E7CE2}" dt="2024-08-17T14:26:57.227" v="2218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EE16FD36-BF01-4398-B9F7-C213D43E7CE2}" dt="2024-08-17T13:43:14.467" v="210" actId="20577"/>
        <pc:sldMkLst>
          <pc:docMk/>
          <pc:sldMk cId="3418790839" sldId="554"/>
        </pc:sldMkLst>
        <pc:spChg chg="mod">
          <ac:chgData name="强 李" userId="cd6c7ec7188785ae" providerId="LiveId" clId="{EE16FD36-BF01-4398-B9F7-C213D43E7CE2}" dt="2024-08-17T13:42:59.017" v="208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E16FD36-BF01-4398-B9F7-C213D43E7CE2}" dt="2024-08-17T13:43:14.467" v="210" actId="20577"/>
          <ac:spMkLst>
            <pc:docMk/>
            <pc:sldMk cId="3418790839" sldId="554"/>
            <ac:spMk id="16" creationId="{7DE16206-6F61-BEC3-0DA4-3625D631A8E6}"/>
          </ac:spMkLst>
        </pc:spChg>
      </pc:sldChg>
      <pc:sldChg chg="addSp delSp modSp mod">
        <pc:chgData name="强 李" userId="cd6c7ec7188785ae" providerId="LiveId" clId="{EE16FD36-BF01-4398-B9F7-C213D43E7CE2}" dt="2024-08-17T21:47:27.113" v="2316" actId="1035"/>
        <pc:sldMkLst>
          <pc:docMk/>
          <pc:sldMk cId="1911491714" sldId="560"/>
        </pc:sldMkLst>
        <pc:spChg chg="mod">
          <ac:chgData name="强 李" userId="cd6c7ec7188785ae" providerId="LiveId" clId="{EE16FD36-BF01-4398-B9F7-C213D43E7CE2}" dt="2024-08-17T21:47:27.113" v="2316" actId="1035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EE16FD36-BF01-4398-B9F7-C213D43E7CE2}" dt="2024-08-17T21:47:21.692" v="2294" actId="1036"/>
          <ac:spMkLst>
            <pc:docMk/>
            <pc:sldMk cId="1911491714" sldId="560"/>
            <ac:spMk id="5" creationId="{00000000-0000-0000-0000-000000000000}"/>
          </ac:spMkLst>
        </pc:spChg>
        <pc:picChg chg="add del mod">
          <ac:chgData name="强 李" userId="cd6c7ec7188785ae" providerId="LiveId" clId="{EE16FD36-BF01-4398-B9F7-C213D43E7CE2}" dt="2024-08-17T13:33:07.664" v="9" actId="22"/>
          <ac:picMkLst>
            <pc:docMk/>
            <pc:sldMk cId="1911491714" sldId="560"/>
            <ac:picMk id="3" creationId="{5A98203A-6D02-8565-F859-F23BCDC039A4}"/>
          </ac:picMkLst>
        </pc:picChg>
        <pc:picChg chg="add mod">
          <ac:chgData name="强 李" userId="cd6c7ec7188785ae" providerId="LiveId" clId="{EE16FD36-BF01-4398-B9F7-C213D43E7CE2}" dt="2024-08-17T21:46:32.383" v="2274" actId="1076"/>
          <ac:picMkLst>
            <pc:docMk/>
            <pc:sldMk cId="1911491714" sldId="560"/>
            <ac:picMk id="6" creationId="{B9C4A07E-6BCE-7C49-BC3F-3FBB64F50169}"/>
          </ac:picMkLst>
        </pc:picChg>
      </pc:sldChg>
      <pc:sldChg chg="modSp mod">
        <pc:chgData name="强 李" userId="cd6c7ec7188785ae" providerId="LiveId" clId="{EE16FD36-BF01-4398-B9F7-C213D43E7CE2}" dt="2024-08-17T22:33:28.717" v="2470"/>
        <pc:sldMkLst>
          <pc:docMk/>
          <pc:sldMk cId="2697148866" sldId="625"/>
        </pc:sldMkLst>
        <pc:spChg chg="mod">
          <ac:chgData name="强 李" userId="cd6c7ec7188785ae" providerId="LiveId" clId="{EE16FD36-BF01-4398-B9F7-C213D43E7CE2}" dt="2024-08-17T22:33:28.717" v="2470"/>
          <ac:spMkLst>
            <pc:docMk/>
            <pc:sldMk cId="2697148866" sldId="625"/>
            <ac:spMk id="3" creationId="{53DA95F1-194F-52B3-F29E-0D0F4F175D78}"/>
          </ac:spMkLst>
        </pc:spChg>
        <pc:picChg chg="mod modCrop">
          <ac:chgData name="强 李" userId="cd6c7ec7188785ae" providerId="LiveId" clId="{EE16FD36-BF01-4398-B9F7-C213D43E7CE2}" dt="2024-08-17T13:45:27.777" v="212" actId="732"/>
          <ac:picMkLst>
            <pc:docMk/>
            <pc:sldMk cId="2697148866" sldId="625"/>
            <ac:picMk id="7" creationId="{061BAD77-2937-BD50-C289-84738D4E3D66}"/>
          </ac:picMkLst>
        </pc:picChg>
      </pc:sldChg>
      <pc:sldChg chg="modSp mod">
        <pc:chgData name="强 李" userId="cd6c7ec7188785ae" providerId="LiveId" clId="{EE16FD36-BF01-4398-B9F7-C213D43E7CE2}" dt="2024-08-17T13:56:47.263" v="293"/>
        <pc:sldMkLst>
          <pc:docMk/>
          <pc:sldMk cId="2613210105" sldId="626"/>
        </pc:sldMkLst>
        <pc:spChg chg="mod">
          <ac:chgData name="强 李" userId="cd6c7ec7188785ae" providerId="LiveId" clId="{EE16FD36-BF01-4398-B9F7-C213D43E7CE2}" dt="2024-08-17T13:56:47.263" v="293"/>
          <ac:spMkLst>
            <pc:docMk/>
            <pc:sldMk cId="2613210105" sldId="626"/>
            <ac:spMk id="2" creationId="{00000000-0000-0000-0000-000000000000}"/>
          </ac:spMkLst>
        </pc:spChg>
        <pc:spChg chg="mod">
          <ac:chgData name="强 李" userId="cd6c7ec7188785ae" providerId="LiveId" clId="{EE16FD36-BF01-4398-B9F7-C213D43E7CE2}" dt="2024-08-17T13:46:41.935" v="213" actId="6549"/>
          <ac:spMkLst>
            <pc:docMk/>
            <pc:sldMk cId="2613210105" sldId="626"/>
            <ac:spMk id="18" creationId="{00000000-0000-0000-0000-000000000000}"/>
          </ac:spMkLst>
        </pc:spChg>
      </pc:sldChg>
      <pc:sldChg chg="modSp add mod ord">
        <pc:chgData name="强 李" userId="cd6c7ec7188785ae" providerId="LiveId" clId="{EE16FD36-BF01-4398-B9F7-C213D43E7CE2}" dt="2024-08-17T14:04:01.871" v="652" actId="113"/>
        <pc:sldMkLst>
          <pc:docMk/>
          <pc:sldMk cId="3419901607" sldId="627"/>
        </pc:sldMkLst>
        <pc:spChg chg="mod">
          <ac:chgData name="强 李" userId="cd6c7ec7188785ae" providerId="LiveId" clId="{EE16FD36-BF01-4398-B9F7-C213D43E7CE2}" dt="2024-08-17T14:04:01.871" v="652" actId="113"/>
          <ac:spMkLst>
            <pc:docMk/>
            <pc:sldMk cId="3419901607" sldId="627"/>
            <ac:spMk id="2" creationId="{00000000-0000-0000-0000-000000000000}"/>
          </ac:spMkLst>
        </pc:spChg>
      </pc:sldChg>
      <pc:sldChg chg="modSp add mod ord">
        <pc:chgData name="强 李" userId="cd6c7ec7188785ae" providerId="LiveId" clId="{EE16FD36-BF01-4398-B9F7-C213D43E7CE2}" dt="2024-08-17T13:59:41.975" v="369" actId="15"/>
        <pc:sldMkLst>
          <pc:docMk/>
          <pc:sldMk cId="3913902369" sldId="628"/>
        </pc:sldMkLst>
        <pc:spChg chg="mod">
          <ac:chgData name="强 李" userId="cd6c7ec7188785ae" providerId="LiveId" clId="{EE16FD36-BF01-4398-B9F7-C213D43E7CE2}" dt="2024-08-17T13:59:41.975" v="369" actId="15"/>
          <ac:spMkLst>
            <pc:docMk/>
            <pc:sldMk cId="3913902369" sldId="628"/>
            <ac:spMk id="2" creationId="{00000000-0000-0000-0000-000000000000}"/>
          </ac:spMkLst>
        </pc:spChg>
      </pc:sldChg>
      <pc:sldChg chg="modSp add mod">
        <pc:chgData name="强 李" userId="cd6c7ec7188785ae" providerId="LiveId" clId="{EE16FD36-BF01-4398-B9F7-C213D43E7CE2}" dt="2024-08-17T14:02:31.185" v="615" actId="6549"/>
        <pc:sldMkLst>
          <pc:docMk/>
          <pc:sldMk cId="2214594692" sldId="629"/>
        </pc:sldMkLst>
        <pc:spChg chg="mod">
          <ac:chgData name="强 李" userId="cd6c7ec7188785ae" providerId="LiveId" clId="{EE16FD36-BF01-4398-B9F7-C213D43E7CE2}" dt="2024-08-17T14:02:31.185" v="615" actId="6549"/>
          <ac:spMkLst>
            <pc:docMk/>
            <pc:sldMk cId="2214594692" sldId="629"/>
            <ac:spMk id="2" creationId="{00000000-0000-0000-0000-000000000000}"/>
          </ac:spMkLst>
        </pc:spChg>
      </pc:sldChg>
      <pc:sldChg chg="modSp add mod ord">
        <pc:chgData name="强 李" userId="cd6c7ec7188785ae" providerId="LiveId" clId="{EE16FD36-BF01-4398-B9F7-C213D43E7CE2}" dt="2024-08-17T23:08:57.631" v="2851" actId="20578"/>
        <pc:sldMkLst>
          <pc:docMk/>
          <pc:sldMk cId="2182648938" sldId="630"/>
        </pc:sldMkLst>
        <pc:spChg chg="mod">
          <ac:chgData name="强 李" userId="cd6c7ec7188785ae" providerId="LiveId" clId="{EE16FD36-BF01-4398-B9F7-C213D43E7CE2}" dt="2024-08-17T23:08:57.631" v="2851" actId="20578"/>
          <ac:spMkLst>
            <pc:docMk/>
            <pc:sldMk cId="2182648938" sldId="630"/>
            <ac:spMk id="2" creationId="{00000000-0000-0000-0000-000000000000}"/>
          </ac:spMkLst>
        </pc:spChg>
        <pc:spChg chg="mod">
          <ac:chgData name="强 李" userId="cd6c7ec7188785ae" providerId="LiveId" clId="{EE16FD36-BF01-4398-B9F7-C213D43E7CE2}" dt="2024-08-17T23:07:17.586" v="2850"/>
          <ac:spMkLst>
            <pc:docMk/>
            <pc:sldMk cId="2182648938" sldId="630"/>
            <ac:spMk id="18" creationId="{00000000-0000-0000-0000-000000000000}"/>
          </ac:spMkLst>
        </pc:spChg>
      </pc:sldChg>
      <pc:sldChg chg="modSp add mod">
        <pc:chgData name="强 李" userId="cd6c7ec7188785ae" providerId="LiveId" clId="{EE16FD36-BF01-4398-B9F7-C213D43E7CE2}" dt="2024-08-17T14:10:12.351" v="887" actId="20577"/>
        <pc:sldMkLst>
          <pc:docMk/>
          <pc:sldMk cId="2408493987" sldId="631"/>
        </pc:sldMkLst>
        <pc:spChg chg="mod">
          <ac:chgData name="强 李" userId="cd6c7ec7188785ae" providerId="LiveId" clId="{EE16FD36-BF01-4398-B9F7-C213D43E7CE2}" dt="2024-08-17T14:10:12.351" v="887" actId="20577"/>
          <ac:spMkLst>
            <pc:docMk/>
            <pc:sldMk cId="2408493987" sldId="631"/>
            <ac:spMk id="2" creationId="{00000000-0000-0000-0000-000000000000}"/>
          </ac:spMkLst>
        </pc:spChg>
      </pc:sldChg>
      <pc:sldChg chg="modSp add mod">
        <pc:chgData name="强 李" userId="cd6c7ec7188785ae" providerId="LiveId" clId="{EE16FD36-BF01-4398-B9F7-C213D43E7CE2}" dt="2024-08-17T23:17:54.014" v="3205" actId="6549"/>
        <pc:sldMkLst>
          <pc:docMk/>
          <pc:sldMk cId="2227352915" sldId="632"/>
        </pc:sldMkLst>
        <pc:spChg chg="mod">
          <ac:chgData name="强 李" userId="cd6c7ec7188785ae" providerId="LiveId" clId="{EE16FD36-BF01-4398-B9F7-C213D43E7CE2}" dt="2024-08-17T23:17:54.014" v="3205" actId="6549"/>
          <ac:spMkLst>
            <pc:docMk/>
            <pc:sldMk cId="2227352915" sldId="632"/>
            <ac:spMk id="2" creationId="{00000000-0000-0000-0000-000000000000}"/>
          </ac:spMkLst>
        </pc:spChg>
        <pc:spChg chg="mod">
          <ac:chgData name="强 李" userId="cd6c7ec7188785ae" providerId="LiveId" clId="{EE16FD36-BF01-4398-B9F7-C213D43E7CE2}" dt="2024-08-17T14:10:41.989" v="889" actId="6549"/>
          <ac:spMkLst>
            <pc:docMk/>
            <pc:sldMk cId="2227352915" sldId="632"/>
            <ac:spMk id="18" creationId="{00000000-0000-0000-0000-000000000000}"/>
          </ac:spMkLst>
        </pc:spChg>
      </pc:sldChg>
      <pc:sldChg chg="modSp add mod">
        <pc:chgData name="强 李" userId="cd6c7ec7188785ae" providerId="LiveId" clId="{EE16FD36-BF01-4398-B9F7-C213D43E7CE2}" dt="2024-08-18T06:42:07.309" v="3595"/>
        <pc:sldMkLst>
          <pc:docMk/>
          <pc:sldMk cId="1727613620" sldId="633"/>
        </pc:sldMkLst>
        <pc:spChg chg="mod">
          <ac:chgData name="强 李" userId="cd6c7ec7188785ae" providerId="LiveId" clId="{EE16FD36-BF01-4398-B9F7-C213D43E7CE2}" dt="2024-08-18T06:42:07.309" v="3595"/>
          <ac:spMkLst>
            <pc:docMk/>
            <pc:sldMk cId="1727613620" sldId="633"/>
            <ac:spMk id="2" creationId="{00000000-0000-0000-0000-000000000000}"/>
          </ac:spMkLst>
        </pc:spChg>
        <pc:spChg chg="mod">
          <ac:chgData name="强 李" userId="cd6c7ec7188785ae" providerId="LiveId" clId="{EE16FD36-BF01-4398-B9F7-C213D43E7CE2}" dt="2024-08-17T14:13:34.997" v="1120"/>
          <ac:spMkLst>
            <pc:docMk/>
            <pc:sldMk cId="1727613620" sldId="633"/>
            <ac:spMk id="18" creationId="{00000000-0000-0000-0000-000000000000}"/>
          </ac:spMkLst>
        </pc:spChg>
      </pc:sldChg>
      <pc:sldChg chg="modSp add mod">
        <pc:chgData name="强 李" userId="cd6c7ec7188785ae" providerId="LiveId" clId="{EE16FD36-BF01-4398-B9F7-C213D43E7CE2}" dt="2024-08-18T06:41:39.589" v="3576"/>
        <pc:sldMkLst>
          <pc:docMk/>
          <pc:sldMk cId="2102989704" sldId="634"/>
        </pc:sldMkLst>
        <pc:spChg chg="mod">
          <ac:chgData name="强 李" userId="cd6c7ec7188785ae" providerId="LiveId" clId="{EE16FD36-BF01-4398-B9F7-C213D43E7CE2}" dt="2024-08-18T06:41:39.589" v="3576"/>
          <ac:spMkLst>
            <pc:docMk/>
            <pc:sldMk cId="2102989704" sldId="634"/>
            <ac:spMk id="2" creationId="{00000000-0000-0000-0000-000000000000}"/>
          </ac:spMkLst>
        </pc:spChg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1909143095" sldId="635"/>
        </pc:sldMkLst>
      </pc:sldChg>
      <pc:sldChg chg="modSp add mod">
        <pc:chgData name="强 李" userId="cd6c7ec7188785ae" providerId="LiveId" clId="{EE16FD36-BF01-4398-B9F7-C213D43E7CE2}" dt="2024-08-18T06:39:00.653" v="3312" actId="404"/>
        <pc:sldMkLst>
          <pc:docMk/>
          <pc:sldMk cId="2933880881" sldId="635"/>
        </pc:sldMkLst>
        <pc:spChg chg="mod">
          <ac:chgData name="强 李" userId="cd6c7ec7188785ae" providerId="LiveId" clId="{EE16FD36-BF01-4398-B9F7-C213D43E7CE2}" dt="2024-08-18T06:39:00.653" v="3312" actId="404"/>
          <ac:spMkLst>
            <pc:docMk/>
            <pc:sldMk cId="2933880881" sldId="635"/>
            <ac:spMk id="2" creationId="{00000000-0000-0000-0000-000000000000}"/>
          </ac:spMkLst>
        </pc:spChg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531393176" sldId="636"/>
        </pc:sldMkLst>
      </pc:sldChg>
      <pc:sldChg chg="modSp add mod">
        <pc:chgData name="强 李" userId="cd6c7ec7188785ae" providerId="LiveId" clId="{EE16FD36-BF01-4398-B9F7-C213D43E7CE2}" dt="2024-08-17T23:25:34.253" v="3254"/>
        <pc:sldMkLst>
          <pc:docMk/>
          <pc:sldMk cId="4248307860" sldId="636"/>
        </pc:sldMkLst>
        <pc:spChg chg="mod">
          <ac:chgData name="强 李" userId="cd6c7ec7188785ae" providerId="LiveId" clId="{EE16FD36-BF01-4398-B9F7-C213D43E7CE2}" dt="2024-08-17T23:25:34.253" v="3254"/>
          <ac:spMkLst>
            <pc:docMk/>
            <pc:sldMk cId="4248307860" sldId="636"/>
            <ac:spMk id="2" creationId="{00000000-0000-0000-0000-000000000000}"/>
          </ac:spMkLst>
        </pc:spChg>
        <pc:spChg chg="mod">
          <ac:chgData name="强 李" userId="cd6c7ec7188785ae" providerId="LiveId" clId="{EE16FD36-BF01-4398-B9F7-C213D43E7CE2}" dt="2024-08-17T14:19:20.668" v="1280"/>
          <ac:spMkLst>
            <pc:docMk/>
            <pc:sldMk cId="4248307860" sldId="636"/>
            <ac:spMk id="18" creationId="{00000000-0000-0000-0000-000000000000}"/>
          </ac:spMkLst>
        </pc:spChg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242303866" sldId="637"/>
        </pc:sldMkLst>
      </pc:sldChg>
      <pc:sldChg chg="modSp add mod">
        <pc:chgData name="强 李" userId="cd6c7ec7188785ae" providerId="LiveId" clId="{EE16FD36-BF01-4398-B9F7-C213D43E7CE2}" dt="2024-08-17T14:21:10.353" v="1328" actId="1035"/>
        <pc:sldMkLst>
          <pc:docMk/>
          <pc:sldMk cId="1771562822" sldId="637"/>
        </pc:sldMkLst>
        <pc:spChg chg="mod">
          <ac:chgData name="强 李" userId="cd6c7ec7188785ae" providerId="LiveId" clId="{EE16FD36-BF01-4398-B9F7-C213D43E7CE2}" dt="2024-08-17T14:21:10.353" v="1328" actId="1035"/>
          <ac:spMkLst>
            <pc:docMk/>
            <pc:sldMk cId="1771562822" sldId="637"/>
            <ac:spMk id="2" creationId="{00000000-0000-0000-0000-000000000000}"/>
          </ac:spMkLst>
        </pc:spChg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1712541529" sldId="638"/>
        </pc:sldMkLst>
      </pc:sldChg>
      <pc:sldChg chg="modSp add mod">
        <pc:chgData name="强 李" userId="cd6c7ec7188785ae" providerId="LiveId" clId="{EE16FD36-BF01-4398-B9F7-C213D43E7CE2}" dt="2024-08-17T14:21:47.197" v="1415" actId="6549"/>
        <pc:sldMkLst>
          <pc:docMk/>
          <pc:sldMk cId="1933594534" sldId="638"/>
        </pc:sldMkLst>
        <pc:spChg chg="mod">
          <ac:chgData name="强 李" userId="cd6c7ec7188785ae" providerId="LiveId" clId="{EE16FD36-BF01-4398-B9F7-C213D43E7CE2}" dt="2024-08-17T14:21:47.197" v="1415" actId="6549"/>
          <ac:spMkLst>
            <pc:docMk/>
            <pc:sldMk cId="1933594534" sldId="638"/>
            <ac:spMk id="2" creationId="{00000000-0000-0000-0000-000000000000}"/>
          </ac:spMkLst>
        </pc:spChg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1337028432" sldId="639"/>
        </pc:sldMkLst>
      </pc:sldChg>
      <pc:sldChg chg="addSp delSp modSp add mod ord setBg">
        <pc:chgData name="强 李" userId="cd6c7ec7188785ae" providerId="LiveId" clId="{EE16FD36-BF01-4398-B9F7-C213D43E7CE2}" dt="2024-08-18T06:30:04.194" v="3293" actId="1076"/>
        <pc:sldMkLst>
          <pc:docMk/>
          <pc:sldMk cId="1853550539" sldId="639"/>
        </pc:sldMkLst>
        <pc:spChg chg="del">
          <ac:chgData name="强 李" userId="cd6c7ec7188785ae" providerId="LiveId" clId="{EE16FD36-BF01-4398-B9F7-C213D43E7CE2}" dt="2024-08-17T21:59:15.844" v="2322" actId="478"/>
          <ac:spMkLst>
            <pc:docMk/>
            <pc:sldMk cId="1853550539" sldId="639"/>
            <ac:spMk id="2" creationId="{00000000-0000-0000-0000-000000000000}"/>
          </ac:spMkLst>
        </pc:spChg>
        <pc:spChg chg="del mod ord">
          <ac:chgData name="强 李" userId="cd6c7ec7188785ae" providerId="LiveId" clId="{EE16FD36-BF01-4398-B9F7-C213D43E7CE2}" dt="2024-08-17T22:06:55.815" v="2454" actId="478"/>
          <ac:spMkLst>
            <pc:docMk/>
            <pc:sldMk cId="1853550539" sldId="639"/>
            <ac:spMk id="3" creationId="{53DA95F1-194F-52B3-F29E-0D0F4F175D78}"/>
          </ac:spMkLst>
        </pc:spChg>
        <pc:spChg chg="add ord">
          <ac:chgData name="强 李" userId="cd6c7ec7188785ae" providerId="LiveId" clId="{EE16FD36-BF01-4398-B9F7-C213D43E7CE2}" dt="2024-08-17T22:05:47.602" v="2438" actId="26606"/>
          <ac:spMkLst>
            <pc:docMk/>
            <pc:sldMk cId="1853550539" sldId="639"/>
            <ac:spMk id="4" creationId="{E7069FEE-29B4-E307-9AB5-12195DCB3CC7}"/>
          </ac:spMkLst>
        </pc:spChg>
        <pc:spChg chg="add del mod">
          <ac:chgData name="强 李" userId="cd6c7ec7188785ae" providerId="LiveId" clId="{EE16FD36-BF01-4398-B9F7-C213D43E7CE2}" dt="2024-08-17T22:00:17.447" v="2324" actId="478"/>
          <ac:spMkLst>
            <pc:docMk/>
            <pc:sldMk cId="1853550539" sldId="639"/>
            <ac:spMk id="5" creationId="{48EC7B1C-8ED7-78DF-F164-E9C276AD5433}"/>
          </ac:spMkLst>
        </pc:spChg>
        <pc:spChg chg="add del">
          <ac:chgData name="强 李" userId="cd6c7ec7188785ae" providerId="LiveId" clId="{EE16FD36-BF01-4398-B9F7-C213D43E7CE2}" dt="2024-08-17T22:05:40.246" v="2432" actId="26606"/>
          <ac:spMkLst>
            <pc:docMk/>
            <pc:sldMk cId="1853550539" sldId="639"/>
            <ac:spMk id="15" creationId="{A8CCCB6D-5162-4AAE-A5E3-3AC55410DBCE}"/>
          </ac:spMkLst>
        </pc:spChg>
        <pc:spChg chg="add del">
          <ac:chgData name="强 李" userId="cd6c7ec7188785ae" providerId="LiveId" clId="{EE16FD36-BF01-4398-B9F7-C213D43E7CE2}" dt="2024-08-17T22:05:40.246" v="2432" actId="26606"/>
          <ac:spMkLst>
            <pc:docMk/>
            <pc:sldMk cId="1853550539" sldId="639"/>
            <ac:spMk id="17" creationId="{0BCD8C04-CC7B-40EF-82EB-E9821F79BB86}"/>
          </ac:spMkLst>
        </pc:spChg>
        <pc:spChg chg="add del">
          <ac:chgData name="强 李" userId="cd6c7ec7188785ae" providerId="LiveId" clId="{EE16FD36-BF01-4398-B9F7-C213D43E7CE2}" dt="2024-08-17T22:05:42.119" v="2434" actId="26606"/>
          <ac:spMkLst>
            <pc:docMk/>
            <pc:sldMk cId="1853550539" sldId="639"/>
            <ac:spMk id="19" creationId="{FA69AAE0-49D5-4C8B-8BA2-55898C00E05E}"/>
          </ac:spMkLst>
        </pc:spChg>
        <pc:spChg chg="add del">
          <ac:chgData name="强 李" userId="cd6c7ec7188785ae" providerId="LiveId" clId="{EE16FD36-BF01-4398-B9F7-C213D43E7CE2}" dt="2024-08-17T22:05:44.889" v="2436" actId="26606"/>
          <ac:spMkLst>
            <pc:docMk/>
            <pc:sldMk cId="1853550539" sldId="639"/>
            <ac:spMk id="21" creationId="{27BDFED6-6E33-4606-AFE2-886ADB1C018E}"/>
          </ac:spMkLst>
        </pc:spChg>
        <pc:spChg chg="add del">
          <ac:chgData name="强 李" userId="cd6c7ec7188785ae" providerId="LiveId" clId="{EE16FD36-BF01-4398-B9F7-C213D43E7CE2}" dt="2024-08-17T22:05:44.889" v="2436" actId="26606"/>
          <ac:spMkLst>
            <pc:docMk/>
            <pc:sldMk cId="1853550539" sldId="639"/>
            <ac:spMk id="22" creationId="{890DEF05-784E-4B61-89E4-04C4ECF4E5A0}"/>
          </ac:spMkLst>
        </pc:spChg>
        <pc:spChg chg="add del">
          <ac:chgData name="强 李" userId="cd6c7ec7188785ae" providerId="LiveId" clId="{EE16FD36-BF01-4398-B9F7-C213D43E7CE2}" dt="2024-08-17T22:05:47.602" v="2438" actId="26606"/>
          <ac:spMkLst>
            <pc:docMk/>
            <pc:sldMk cId="1853550539" sldId="639"/>
            <ac:spMk id="25" creationId="{FFCDD23B-75C8-427B-BD08-53C8156CD7CD}"/>
          </ac:spMkLst>
        </pc:spChg>
        <pc:spChg chg="add del">
          <ac:chgData name="强 李" userId="cd6c7ec7188785ae" providerId="LiveId" clId="{EE16FD36-BF01-4398-B9F7-C213D43E7CE2}" dt="2024-08-17T22:05:47.602" v="2438" actId="26606"/>
          <ac:spMkLst>
            <pc:docMk/>
            <pc:sldMk cId="1853550539" sldId="639"/>
            <ac:spMk id="26" creationId="{AFFC87AC-C919-4FE5-BAC3-39509E001152}"/>
          </ac:spMkLst>
        </pc:spChg>
        <pc:spChg chg="add del">
          <ac:chgData name="强 李" userId="cd6c7ec7188785ae" providerId="LiveId" clId="{EE16FD36-BF01-4398-B9F7-C213D43E7CE2}" dt="2024-08-17T22:05:47.602" v="2438" actId="26606"/>
          <ac:spMkLst>
            <pc:docMk/>
            <pc:sldMk cId="1853550539" sldId="639"/>
            <ac:spMk id="27" creationId="{AB5E08C4-8CDD-4623-A5B8-E998C6DEE3B7}"/>
          </ac:spMkLst>
        </pc:spChg>
        <pc:spChg chg="add del">
          <ac:chgData name="强 李" userId="cd6c7ec7188785ae" providerId="LiveId" clId="{EE16FD36-BF01-4398-B9F7-C213D43E7CE2}" dt="2024-08-17T22:05:47.602" v="2438" actId="26606"/>
          <ac:spMkLst>
            <pc:docMk/>
            <pc:sldMk cId="1853550539" sldId="639"/>
            <ac:spMk id="28" creationId="{15F33878-D502-4FFA-8ACE-F2AECDB2A23F}"/>
          </ac:spMkLst>
        </pc:spChg>
        <pc:spChg chg="add del">
          <ac:chgData name="强 李" userId="cd6c7ec7188785ae" providerId="LiveId" clId="{EE16FD36-BF01-4398-B9F7-C213D43E7CE2}" dt="2024-08-17T22:06:18.638" v="2448" actId="26606"/>
          <ac:spMkLst>
            <pc:docMk/>
            <pc:sldMk cId="1853550539" sldId="639"/>
            <ac:spMk id="30" creationId="{0A597D97-203B-498B-95D3-E90DC961039F}"/>
          </ac:spMkLst>
        </pc:spChg>
        <pc:spChg chg="add del">
          <ac:chgData name="强 李" userId="cd6c7ec7188785ae" providerId="LiveId" clId="{EE16FD36-BF01-4398-B9F7-C213D43E7CE2}" dt="2024-08-17T22:06:18.638" v="2448" actId="26606"/>
          <ac:spMkLst>
            <pc:docMk/>
            <pc:sldMk cId="1853550539" sldId="639"/>
            <ac:spMk id="31" creationId="{6A6EF10E-DF41-4BD3-8EB4-6F646531DC26}"/>
          </ac:spMkLst>
        </pc:spChg>
        <pc:spChg chg="add del">
          <ac:chgData name="强 李" userId="cd6c7ec7188785ae" providerId="LiveId" clId="{EE16FD36-BF01-4398-B9F7-C213D43E7CE2}" dt="2024-08-17T22:05:57.928" v="2441" actId="26606"/>
          <ac:spMkLst>
            <pc:docMk/>
            <pc:sldMk cId="1853550539" sldId="639"/>
            <ac:spMk id="36" creationId="{4D4677D2-D5AC-4CF9-9EED-2B89D0A1C212}"/>
          </ac:spMkLst>
        </pc:spChg>
        <pc:spChg chg="add del">
          <ac:chgData name="强 李" userId="cd6c7ec7188785ae" providerId="LiveId" clId="{EE16FD36-BF01-4398-B9F7-C213D43E7CE2}" dt="2024-08-17T22:05:57.928" v="2441" actId="26606"/>
          <ac:spMkLst>
            <pc:docMk/>
            <pc:sldMk cId="1853550539" sldId="639"/>
            <ac:spMk id="38" creationId="{AF695F69-7001-421E-98A8-E74156934A51}"/>
          </ac:spMkLst>
        </pc:spChg>
        <pc:spChg chg="add del">
          <ac:chgData name="强 李" userId="cd6c7ec7188785ae" providerId="LiveId" clId="{EE16FD36-BF01-4398-B9F7-C213D43E7CE2}" dt="2024-08-17T22:05:58.977" v="2443" actId="26606"/>
          <ac:spMkLst>
            <pc:docMk/>
            <pc:sldMk cId="1853550539" sldId="639"/>
            <ac:spMk id="40" creationId="{2B545582-41B5-BA53-7E60-B01EAC1E93D3}"/>
          </ac:spMkLst>
        </pc:spChg>
        <pc:spChg chg="add del">
          <ac:chgData name="强 李" userId="cd6c7ec7188785ae" providerId="LiveId" clId="{EE16FD36-BF01-4398-B9F7-C213D43E7CE2}" dt="2024-08-17T22:06:17.104" v="2447" actId="26606"/>
          <ac:spMkLst>
            <pc:docMk/>
            <pc:sldMk cId="1853550539" sldId="639"/>
            <ac:spMk id="42" creationId="{6CF143E5-57C3-46A3-91A2-EDAA7A8E6A75}"/>
          </ac:spMkLst>
        </pc:spChg>
        <pc:spChg chg="add del">
          <ac:chgData name="强 李" userId="cd6c7ec7188785ae" providerId="LiveId" clId="{EE16FD36-BF01-4398-B9F7-C213D43E7CE2}" dt="2024-08-17T22:06:17.104" v="2447" actId="26606"/>
          <ac:spMkLst>
            <pc:docMk/>
            <pc:sldMk cId="1853550539" sldId="639"/>
            <ac:spMk id="43" creationId="{2DA60C47-9F76-46D7-9D57-E0C7BA42B81A}"/>
          </ac:spMkLst>
        </pc:spChg>
        <pc:spChg chg="add del">
          <ac:chgData name="强 李" userId="cd6c7ec7188785ae" providerId="LiveId" clId="{EE16FD36-BF01-4398-B9F7-C213D43E7CE2}" dt="2024-08-17T22:06:17.104" v="2447" actId="26606"/>
          <ac:spMkLst>
            <pc:docMk/>
            <pc:sldMk cId="1853550539" sldId="639"/>
            <ac:spMk id="44" creationId="{99413ED5-9ED4-4772-BCE4-2BCAE6B12E35}"/>
          </ac:spMkLst>
        </pc:spChg>
        <pc:spChg chg="add del">
          <ac:chgData name="强 李" userId="cd6c7ec7188785ae" providerId="LiveId" clId="{EE16FD36-BF01-4398-B9F7-C213D43E7CE2}" dt="2024-08-17T22:06:17.104" v="2447" actId="26606"/>
          <ac:spMkLst>
            <pc:docMk/>
            <pc:sldMk cId="1853550539" sldId="639"/>
            <ac:spMk id="45" creationId="{04357C93-F0CB-4A1C-8F77-4E9063789819}"/>
          </ac:spMkLst>
        </pc:spChg>
        <pc:picChg chg="del">
          <ac:chgData name="强 李" userId="cd6c7ec7188785ae" providerId="LiveId" clId="{EE16FD36-BF01-4398-B9F7-C213D43E7CE2}" dt="2024-08-17T21:58:49.737" v="2320" actId="478"/>
          <ac:picMkLst>
            <pc:docMk/>
            <pc:sldMk cId="1853550539" sldId="639"/>
            <ac:picMk id="7" creationId="{061BAD77-2937-BD50-C289-84738D4E3D66}"/>
          </ac:picMkLst>
        </pc:picChg>
        <pc:picChg chg="add mod ord">
          <ac:chgData name="强 李" userId="cd6c7ec7188785ae" providerId="LiveId" clId="{EE16FD36-BF01-4398-B9F7-C213D43E7CE2}" dt="2024-08-18T06:30:04.194" v="3293" actId="1076"/>
          <ac:picMkLst>
            <pc:docMk/>
            <pc:sldMk cId="1853550539" sldId="639"/>
            <ac:picMk id="8" creationId="{99AE3068-A325-420D-3C16-9F1949858DED}"/>
          </ac:picMkLst>
        </pc:picChg>
        <pc:picChg chg="add mod ord">
          <ac:chgData name="强 李" userId="cd6c7ec7188785ae" providerId="LiveId" clId="{EE16FD36-BF01-4398-B9F7-C213D43E7CE2}" dt="2024-08-18T06:29:57.402" v="3291" actId="1076"/>
          <ac:picMkLst>
            <pc:docMk/>
            <pc:sldMk cId="1853550539" sldId="639"/>
            <ac:picMk id="10" creationId="{67804C67-F095-C38E-C13E-F325ADE60A92}"/>
          </ac:picMkLst>
        </pc:picChg>
        <pc:cxnChg chg="add del">
          <ac:chgData name="强 李" userId="cd6c7ec7188785ae" providerId="LiveId" clId="{EE16FD36-BF01-4398-B9F7-C213D43E7CE2}" dt="2024-08-17T22:05:44.889" v="2436" actId="26606"/>
          <ac:cxnSpMkLst>
            <pc:docMk/>
            <pc:sldMk cId="1853550539" sldId="639"/>
            <ac:cxnSpMk id="23" creationId="{C41BAEC7-F7B0-4224-8B18-8F74B7D87F0B}"/>
          </ac:cxnSpMkLst>
        </pc:cxnChg>
        <pc:cxnChg chg="add del">
          <ac:chgData name="强 李" userId="cd6c7ec7188785ae" providerId="LiveId" clId="{EE16FD36-BF01-4398-B9F7-C213D43E7CE2}" dt="2024-08-17T22:05:58.977" v="2443" actId="26606"/>
          <ac:cxnSpMkLst>
            <pc:docMk/>
            <pc:sldMk cId="1853550539" sldId="639"/>
            <ac:cxnSpMk id="41" creationId="{192712F8-36FA-35DF-0CE8-4098D93322A3}"/>
          </ac:cxnSpMkLst>
        </pc:cxnChg>
      </pc:sldChg>
      <pc:sldChg chg="add del">
        <pc:chgData name="强 李" userId="cd6c7ec7188785ae" providerId="LiveId" clId="{EE16FD36-BF01-4398-B9F7-C213D43E7CE2}" dt="2024-08-17T14:22:50.623" v="1488" actId="47"/>
        <pc:sldMkLst>
          <pc:docMk/>
          <pc:sldMk cId="3513047924" sldId="639"/>
        </pc:sldMkLst>
      </pc:sldChg>
      <pc:sldChg chg="modSp add mod">
        <pc:chgData name="强 李" userId="cd6c7ec7188785ae" providerId="LiveId" clId="{EE16FD36-BF01-4398-B9F7-C213D43E7CE2}" dt="2024-08-18T06:33:48.578" v="3303"/>
        <pc:sldMkLst>
          <pc:docMk/>
          <pc:sldMk cId="889502872" sldId="640"/>
        </pc:sldMkLst>
        <pc:spChg chg="mod">
          <ac:chgData name="强 李" userId="cd6c7ec7188785ae" providerId="LiveId" clId="{EE16FD36-BF01-4398-B9F7-C213D43E7CE2}" dt="2024-08-18T06:33:48.578" v="3303"/>
          <ac:spMkLst>
            <pc:docMk/>
            <pc:sldMk cId="889502872" sldId="640"/>
            <ac:spMk id="2" creationId="{00000000-0000-0000-0000-000000000000}"/>
          </ac:spMkLst>
        </pc:spChg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3947739368" sldId="640"/>
        </pc:sldMkLst>
      </pc:sldChg>
      <pc:sldChg chg="addSp modSp add mod">
        <pc:chgData name="强 李" userId="cd6c7ec7188785ae" providerId="LiveId" clId="{EE16FD36-BF01-4398-B9F7-C213D43E7CE2}" dt="2024-08-17T23:20:59.239" v="3228" actId="14100"/>
        <pc:sldMkLst>
          <pc:docMk/>
          <pc:sldMk cId="2323449073" sldId="641"/>
        </pc:sldMkLst>
        <pc:spChg chg="mod ord">
          <ac:chgData name="强 李" userId="cd6c7ec7188785ae" providerId="LiveId" clId="{EE16FD36-BF01-4398-B9F7-C213D43E7CE2}" dt="2024-08-17T23:20:02.428" v="3220" actId="171"/>
          <ac:spMkLst>
            <pc:docMk/>
            <pc:sldMk cId="2323449073" sldId="641"/>
            <ac:spMk id="2" creationId="{00000000-0000-0000-0000-000000000000}"/>
          </ac:spMkLst>
        </pc:spChg>
        <pc:spChg chg="add mod ord">
          <ac:chgData name="强 李" userId="cd6c7ec7188785ae" providerId="LiveId" clId="{EE16FD36-BF01-4398-B9F7-C213D43E7CE2}" dt="2024-08-17T23:20:25.728" v="3223" actId="14100"/>
          <ac:spMkLst>
            <pc:docMk/>
            <pc:sldMk cId="2323449073" sldId="641"/>
            <ac:spMk id="5" creationId="{E6ADE0D1-B999-AABB-6859-5180C09575D6}"/>
          </ac:spMkLst>
        </pc:spChg>
        <pc:spChg chg="add mod ord">
          <ac:chgData name="强 李" userId="cd6c7ec7188785ae" providerId="LiveId" clId="{EE16FD36-BF01-4398-B9F7-C213D43E7CE2}" dt="2024-08-17T23:20:43.976" v="3226" actId="14100"/>
          <ac:spMkLst>
            <pc:docMk/>
            <pc:sldMk cId="2323449073" sldId="641"/>
            <ac:spMk id="6" creationId="{0884C509-4E0E-E21A-E990-90568CB4866A}"/>
          </ac:spMkLst>
        </pc:spChg>
        <pc:spChg chg="mod">
          <ac:chgData name="强 李" userId="cd6c7ec7188785ae" providerId="LiveId" clId="{EE16FD36-BF01-4398-B9F7-C213D43E7CE2}" dt="2024-08-17T23:09:50.684" v="2879"/>
          <ac:spMkLst>
            <pc:docMk/>
            <pc:sldMk cId="2323449073" sldId="641"/>
            <ac:spMk id="18" creationId="{00000000-0000-0000-0000-000000000000}"/>
          </ac:spMkLst>
        </pc:spChg>
        <pc:cxnChg chg="add mod">
          <ac:chgData name="强 李" userId="cd6c7ec7188785ae" providerId="LiveId" clId="{EE16FD36-BF01-4398-B9F7-C213D43E7CE2}" dt="2024-08-17T23:20:59.239" v="3228" actId="14100"/>
          <ac:cxnSpMkLst>
            <pc:docMk/>
            <pc:sldMk cId="2323449073" sldId="641"/>
            <ac:cxnSpMk id="4" creationId="{F6C13F90-A4BA-9B15-C2E3-1A1B9B8F7DDE}"/>
          </ac:cxnSpMkLst>
        </pc:cxnChg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3645995520" sldId="641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1202434833" sldId="642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3955845005" sldId="643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1307942440" sldId="644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2550023609" sldId="646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2324709277" sldId="647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1551212500" sldId="648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1899299613" sldId="649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983716215" sldId="650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1511207025" sldId="651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3128197079" sldId="652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1942892616" sldId="653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3960277130" sldId="654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382249333" sldId="655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2442580437" sldId="656"/>
        </pc:sldMkLst>
      </pc:sldChg>
      <pc:sldChg chg="del">
        <pc:chgData name="强 李" userId="cd6c7ec7188785ae" providerId="LiveId" clId="{EE16FD36-BF01-4398-B9F7-C213D43E7CE2}" dt="2024-08-17T13:57:09.616" v="294" actId="47"/>
        <pc:sldMkLst>
          <pc:docMk/>
          <pc:sldMk cId="496851554" sldId="657"/>
        </pc:sldMkLst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FEA39D5-FEBB-46A9-A780-F38C6E97111A}"/>
    <pc:docChg chg="modSld">
      <pc:chgData name="强 李" userId="cd6c7ec7188785ae" providerId="LiveId" clId="{FFEA39D5-FEBB-46A9-A780-F38C6E97111A}" dt="2024-07-08T11:04:35.299" v="0" actId="20577"/>
      <pc:docMkLst>
        <pc:docMk/>
      </pc:docMkLst>
      <pc:sldChg chg="modSp mod">
        <pc:chgData name="强 李" userId="cd6c7ec7188785ae" providerId="LiveId" clId="{FFEA39D5-FEBB-46A9-A780-F38C6E97111A}" dt="2024-07-08T11:04:35.299" v="0" actId="20577"/>
        <pc:sldMkLst>
          <pc:docMk/>
          <pc:sldMk cId="4279683633" sldId="634"/>
        </pc:sldMkLst>
        <pc:spChg chg="mod">
          <ac:chgData name="强 李" userId="cd6c7ec7188785ae" providerId="LiveId" clId="{FFEA39D5-FEBB-46A9-A780-F38C6E97111A}" dt="2024-07-08T11:04:35.299" v="0" actId="20577"/>
          <ac:spMkLst>
            <pc:docMk/>
            <pc:sldMk cId="4279683633" sldId="634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457158F-8947-49DB-927C-821EC5E27B7C}"/>
    <pc:docChg chg="undo custSel addSld delSld modSld sldOrd">
      <pc:chgData name="强 李" userId="cd6c7ec7188785ae" providerId="LiveId" clId="{C457158F-8947-49DB-927C-821EC5E27B7C}" dt="2024-06-15T23:00:06.684" v="5183"/>
      <pc:docMkLst>
        <pc:docMk/>
      </pc:docMkLst>
      <pc:sldChg chg="modSp mod">
        <pc:chgData name="强 李" userId="cd6c7ec7188785ae" providerId="LiveId" clId="{C457158F-8947-49DB-927C-821EC5E27B7C}" dt="2024-06-15T11:01:18.641" v="10" actId="20577"/>
        <pc:sldMkLst>
          <pc:docMk/>
          <pc:sldMk cId="1911491714" sldId="560"/>
        </pc:sldMkLst>
        <pc:spChg chg="mod">
          <ac:chgData name="强 李" userId="cd6c7ec7188785ae" providerId="LiveId" clId="{C457158F-8947-49DB-927C-821EC5E27B7C}" dt="2024-06-15T11:00:58.739" v="2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C457158F-8947-49DB-927C-821EC5E27B7C}" dt="2024-06-15T11:01:18.641" v="10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add del">
        <pc:chgData name="强 李" userId="cd6c7ec7188785ae" providerId="LiveId" clId="{C457158F-8947-49DB-927C-821EC5E27B7C}" dt="2024-06-15T11:11:15.687" v="280" actId="47"/>
        <pc:sldMkLst>
          <pc:docMk/>
          <pc:sldMk cId="1085292941" sldId="597"/>
        </pc:sldMkLst>
      </pc:sldChg>
      <pc:sldChg chg="add del">
        <pc:chgData name="强 李" userId="cd6c7ec7188785ae" providerId="LiveId" clId="{C457158F-8947-49DB-927C-821EC5E27B7C}" dt="2024-06-15T11:11:15.687" v="280" actId="47"/>
        <pc:sldMkLst>
          <pc:docMk/>
          <pc:sldMk cId="267840289" sldId="598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532749890" sldId="600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4252029166" sldId="601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745293410" sldId="602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518390947" sldId="603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890221013" sldId="604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827108727" sldId="605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1556551709" sldId="606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349581962" sldId="607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03087663" sldId="608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2597204018" sldId="609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052620705" sldId="610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4116270909" sldId="612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3217662914" sldId="613"/>
        </pc:sldMkLst>
      </pc:sldChg>
      <pc:sldChg chg="del">
        <pc:chgData name="强 李" userId="cd6c7ec7188785ae" providerId="LiveId" clId="{C457158F-8947-49DB-927C-821EC5E27B7C}" dt="2024-06-15T11:25:26.531" v="643" actId="47"/>
        <pc:sldMkLst>
          <pc:docMk/>
          <pc:sldMk cId="541045773" sldId="614"/>
        </pc:sldMkLst>
      </pc:sldChg>
      <pc:sldChg chg="modSp add mod">
        <pc:chgData name="强 李" userId="cd6c7ec7188785ae" providerId="LiveId" clId="{C457158F-8947-49DB-927C-821EC5E27B7C}" dt="2024-06-15T13:25:53.322" v="826" actId="6549"/>
        <pc:sldMkLst>
          <pc:docMk/>
          <pc:sldMk cId="2229376115" sldId="615"/>
        </pc:sldMkLst>
        <pc:spChg chg="mod">
          <ac:chgData name="强 李" userId="cd6c7ec7188785ae" providerId="LiveId" clId="{C457158F-8947-49DB-927C-821EC5E27B7C}" dt="2024-06-15T13:25:53.322" v="826" actId="6549"/>
          <ac:spMkLst>
            <pc:docMk/>
            <pc:sldMk cId="2229376115" sldId="615"/>
            <ac:spMk id="2" creationId="{00000000-0000-0000-0000-000000000000}"/>
          </ac:spMkLst>
        </pc:spChg>
      </pc:sldChg>
      <pc:sldChg chg="modSp add mod ord">
        <pc:chgData name="强 李" userId="cd6c7ec7188785ae" providerId="LiveId" clId="{C457158F-8947-49DB-927C-821EC5E27B7C}" dt="2024-06-15T13:37:38.446" v="1321"/>
        <pc:sldMkLst>
          <pc:docMk/>
          <pc:sldMk cId="317140320" sldId="616"/>
        </pc:sldMkLst>
        <pc:spChg chg="mod">
          <ac:chgData name="强 李" userId="cd6c7ec7188785ae" providerId="LiveId" clId="{C457158F-8947-49DB-927C-821EC5E27B7C}" dt="2024-06-15T13:37:38.446" v="1321"/>
          <ac:spMkLst>
            <pc:docMk/>
            <pc:sldMk cId="317140320" sldId="616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34:46.028" v="1144" actId="1035"/>
        <pc:sldMkLst>
          <pc:docMk/>
          <pc:sldMk cId="4157066080" sldId="617"/>
        </pc:sldMkLst>
        <pc:spChg chg="mod">
          <ac:chgData name="强 李" userId="cd6c7ec7188785ae" providerId="LiveId" clId="{C457158F-8947-49DB-927C-821EC5E27B7C}" dt="2024-06-15T13:34:46.028" v="1144" actId="1035"/>
          <ac:spMkLst>
            <pc:docMk/>
            <pc:sldMk cId="4157066080" sldId="617"/>
            <ac:spMk id="2" creationId="{00000000-0000-0000-0000-000000000000}"/>
          </ac:spMkLst>
        </pc:spChg>
      </pc:sldChg>
      <pc:sldChg chg="modSp add mod ord">
        <pc:chgData name="强 李" userId="cd6c7ec7188785ae" providerId="LiveId" clId="{C457158F-8947-49DB-927C-821EC5E27B7C}" dt="2024-06-15T13:39:32.704" v="1470" actId="6549"/>
        <pc:sldMkLst>
          <pc:docMk/>
          <pc:sldMk cId="50101387" sldId="618"/>
        </pc:sldMkLst>
        <pc:spChg chg="mod">
          <ac:chgData name="强 李" userId="cd6c7ec7188785ae" providerId="LiveId" clId="{C457158F-8947-49DB-927C-821EC5E27B7C}" dt="2024-06-15T13:39:32.704" v="1470" actId="6549"/>
          <ac:spMkLst>
            <pc:docMk/>
            <pc:sldMk cId="50101387" sldId="618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40:26.219" v="1519" actId="20577"/>
        <pc:sldMkLst>
          <pc:docMk/>
          <pc:sldMk cId="868658499" sldId="619"/>
        </pc:sldMkLst>
        <pc:spChg chg="mod">
          <ac:chgData name="强 李" userId="cd6c7ec7188785ae" providerId="LiveId" clId="{C457158F-8947-49DB-927C-821EC5E27B7C}" dt="2024-06-15T13:40:26.219" v="1519" actId="20577"/>
          <ac:spMkLst>
            <pc:docMk/>
            <pc:sldMk cId="868658499" sldId="619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45:39.533" v="1997"/>
        <pc:sldMkLst>
          <pc:docMk/>
          <pc:sldMk cId="1199111817" sldId="620"/>
        </pc:sldMkLst>
        <pc:spChg chg="mod">
          <ac:chgData name="强 李" userId="cd6c7ec7188785ae" providerId="LiveId" clId="{C457158F-8947-49DB-927C-821EC5E27B7C}" dt="2024-06-15T13:45:39.533" v="1997"/>
          <ac:spMkLst>
            <pc:docMk/>
            <pc:sldMk cId="1199111817" sldId="620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40:55.045" v="1561"/>
          <ac:spMkLst>
            <pc:docMk/>
            <pc:sldMk cId="1199111817" sldId="620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41:59.171" v="1657" actId="6549"/>
        <pc:sldMkLst>
          <pc:docMk/>
          <pc:sldMk cId="1674206809" sldId="621"/>
        </pc:sldMkLst>
        <pc:spChg chg="mod">
          <ac:chgData name="强 李" userId="cd6c7ec7188785ae" providerId="LiveId" clId="{C457158F-8947-49DB-927C-821EC5E27B7C}" dt="2024-06-15T13:41:59.171" v="1657" actId="6549"/>
          <ac:spMkLst>
            <pc:docMk/>
            <pc:sldMk cId="1674206809" sldId="621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53:28.325" v="2643" actId="6549"/>
        <pc:sldMkLst>
          <pc:docMk/>
          <pc:sldMk cId="151196573" sldId="622"/>
        </pc:sldMkLst>
        <pc:spChg chg="mod">
          <ac:chgData name="强 李" userId="cd6c7ec7188785ae" providerId="LiveId" clId="{C457158F-8947-49DB-927C-821EC5E27B7C}" dt="2024-06-15T13:53:28.325" v="2643" actId="6549"/>
          <ac:spMkLst>
            <pc:docMk/>
            <pc:sldMk cId="151196573" sldId="622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53:31.963" v="2644" actId="6549"/>
        <pc:sldMkLst>
          <pc:docMk/>
          <pc:sldMk cId="1177823418" sldId="623"/>
        </pc:sldMkLst>
        <pc:spChg chg="mod">
          <ac:chgData name="强 李" userId="cd6c7ec7188785ae" providerId="LiveId" clId="{C457158F-8947-49DB-927C-821EC5E27B7C}" dt="2024-06-15T13:49:13.035" v="2390" actId="6549"/>
          <ac:spMkLst>
            <pc:docMk/>
            <pc:sldMk cId="1177823418" sldId="623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53:31.963" v="2644" actId="6549"/>
          <ac:spMkLst>
            <pc:docMk/>
            <pc:sldMk cId="1177823418" sldId="623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3:53:35.181" v="2645" actId="6549"/>
        <pc:sldMkLst>
          <pc:docMk/>
          <pc:sldMk cId="1012318636" sldId="624"/>
        </pc:sldMkLst>
        <pc:spChg chg="mod">
          <ac:chgData name="强 李" userId="cd6c7ec7188785ae" providerId="LiveId" clId="{C457158F-8947-49DB-927C-821EC5E27B7C}" dt="2024-06-15T13:51:38.546" v="2601" actId="108"/>
          <ac:spMkLst>
            <pc:docMk/>
            <pc:sldMk cId="1012318636" sldId="624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53:35.181" v="2645" actId="6549"/>
          <ac:spMkLst>
            <pc:docMk/>
            <pc:sldMk cId="1012318636" sldId="624"/>
            <ac:spMk id="18" creationId="{00000000-0000-0000-0000-000000000000}"/>
          </ac:spMkLst>
        </pc:spChg>
      </pc:sldChg>
      <pc:sldChg chg="addSp modSp add mod modAnim">
        <pc:chgData name="强 李" userId="cd6c7ec7188785ae" providerId="LiveId" clId="{C457158F-8947-49DB-927C-821EC5E27B7C}" dt="2024-06-15T13:56:57.012" v="2713" actId="1035"/>
        <pc:sldMkLst>
          <pc:docMk/>
          <pc:sldMk cId="3418861399" sldId="625"/>
        </pc:sldMkLst>
        <pc:spChg chg="mod">
          <ac:chgData name="强 李" userId="cd6c7ec7188785ae" providerId="LiveId" clId="{C457158F-8947-49DB-927C-821EC5E27B7C}" dt="2024-06-15T13:54:25.325" v="2706" actId="113"/>
          <ac:spMkLst>
            <pc:docMk/>
            <pc:sldMk cId="3418861399" sldId="625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3:53:52.025" v="2669"/>
          <ac:spMkLst>
            <pc:docMk/>
            <pc:sldMk cId="3418861399" sldId="625"/>
            <ac:spMk id="18" creationId="{00000000-0000-0000-0000-000000000000}"/>
          </ac:spMkLst>
        </pc:spChg>
        <pc:picChg chg="add mod">
          <ac:chgData name="强 李" userId="cd6c7ec7188785ae" providerId="LiveId" clId="{C457158F-8947-49DB-927C-821EC5E27B7C}" dt="2024-06-15T13:56:57.012" v="2713" actId="1035"/>
          <ac:picMkLst>
            <pc:docMk/>
            <pc:sldMk cId="3418861399" sldId="625"/>
            <ac:picMk id="4" creationId="{18CDA002-84FD-3A03-8EF0-CE089E80FE2B}"/>
          </ac:picMkLst>
        </pc:picChg>
      </pc:sldChg>
      <pc:sldChg chg="modSp add mod">
        <pc:chgData name="强 李" userId="cd6c7ec7188785ae" providerId="LiveId" clId="{C457158F-8947-49DB-927C-821EC5E27B7C}" dt="2024-06-15T14:04:53.653" v="3085" actId="6549"/>
        <pc:sldMkLst>
          <pc:docMk/>
          <pc:sldMk cId="2613210105" sldId="626"/>
        </pc:sldMkLst>
        <pc:spChg chg="mod">
          <ac:chgData name="强 李" userId="cd6c7ec7188785ae" providerId="LiveId" clId="{C457158F-8947-49DB-927C-821EC5E27B7C}" dt="2024-06-15T14:04:53.653" v="3085" actId="6549"/>
          <ac:spMkLst>
            <pc:docMk/>
            <pc:sldMk cId="2613210105" sldId="626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0:00.523" v="3525"/>
        <pc:sldMkLst>
          <pc:docMk/>
          <pc:sldMk cId="1942764581" sldId="627"/>
        </pc:sldMkLst>
        <pc:spChg chg="mod">
          <ac:chgData name="强 李" userId="cd6c7ec7188785ae" providerId="LiveId" clId="{C457158F-8947-49DB-927C-821EC5E27B7C}" dt="2024-06-15T14:10:00.523" v="3525"/>
          <ac:spMkLst>
            <pc:docMk/>
            <pc:sldMk cId="1942764581" sldId="627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3:24.664" v="3760"/>
        <pc:sldMkLst>
          <pc:docMk/>
          <pc:sldMk cId="4222497600" sldId="628"/>
        </pc:sldMkLst>
        <pc:spChg chg="mod">
          <ac:chgData name="强 李" userId="cd6c7ec7188785ae" providerId="LiveId" clId="{C457158F-8947-49DB-927C-821EC5E27B7C}" dt="2024-06-15T14:13:24.664" v="3760"/>
          <ac:spMkLst>
            <pc:docMk/>
            <pc:sldMk cId="4222497600" sldId="628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5:14.575" v="3921" actId="5793"/>
        <pc:sldMkLst>
          <pc:docMk/>
          <pc:sldMk cId="1273002960" sldId="629"/>
        </pc:sldMkLst>
        <pc:spChg chg="mod">
          <ac:chgData name="强 李" userId="cd6c7ec7188785ae" providerId="LiveId" clId="{C457158F-8947-49DB-927C-821EC5E27B7C}" dt="2024-06-15T14:15:14.575" v="3921" actId="5793"/>
          <ac:spMkLst>
            <pc:docMk/>
            <pc:sldMk cId="1273002960" sldId="629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19:18.599" v="4058" actId="6549"/>
        <pc:sldMkLst>
          <pc:docMk/>
          <pc:sldMk cId="1313466569" sldId="630"/>
        </pc:sldMkLst>
        <pc:spChg chg="mod">
          <ac:chgData name="强 李" userId="cd6c7ec7188785ae" providerId="LiveId" clId="{C457158F-8947-49DB-927C-821EC5E27B7C}" dt="2024-06-15T14:19:18.599" v="4058" actId="6549"/>
          <ac:spMkLst>
            <pc:docMk/>
            <pc:sldMk cId="1313466569" sldId="630"/>
            <ac:spMk id="2" creationId="{00000000-0000-0000-0000-000000000000}"/>
          </ac:spMkLst>
        </pc:spChg>
      </pc:sldChg>
      <pc:sldChg chg="modSp add mod ord">
        <pc:chgData name="强 李" userId="cd6c7ec7188785ae" providerId="LiveId" clId="{C457158F-8947-49DB-927C-821EC5E27B7C}" dt="2024-06-15T14:25:31.839" v="4421"/>
        <pc:sldMkLst>
          <pc:docMk/>
          <pc:sldMk cId="1505335990" sldId="631"/>
        </pc:sldMkLst>
        <pc:spChg chg="mod">
          <ac:chgData name="强 李" userId="cd6c7ec7188785ae" providerId="LiveId" clId="{C457158F-8947-49DB-927C-821EC5E27B7C}" dt="2024-06-15T14:25:31.839" v="4421"/>
          <ac:spMkLst>
            <pc:docMk/>
            <pc:sldMk cId="1505335990" sldId="631"/>
            <ac:spMk id="2" creationId="{00000000-0000-0000-0000-000000000000}"/>
          </ac:spMkLst>
        </pc:spChg>
        <pc:spChg chg="mod">
          <ac:chgData name="强 李" userId="cd6c7ec7188785ae" providerId="LiveId" clId="{C457158F-8947-49DB-927C-821EC5E27B7C}" dt="2024-06-15T14:22:19.837" v="4214"/>
          <ac:spMkLst>
            <pc:docMk/>
            <pc:sldMk cId="1505335990" sldId="631"/>
            <ac:spMk id="18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21:34.214" v="4195"/>
        <pc:sldMkLst>
          <pc:docMk/>
          <pc:sldMk cId="3437739755" sldId="632"/>
        </pc:sldMkLst>
        <pc:spChg chg="mod">
          <ac:chgData name="强 李" userId="cd6c7ec7188785ae" providerId="LiveId" clId="{C457158F-8947-49DB-927C-821EC5E27B7C}" dt="2024-06-15T14:21:34.214" v="4195"/>
          <ac:spMkLst>
            <pc:docMk/>
            <pc:sldMk cId="3437739755" sldId="632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27:01.315" v="4523" actId="20577"/>
        <pc:sldMkLst>
          <pc:docMk/>
          <pc:sldMk cId="3692930935" sldId="633"/>
        </pc:sldMkLst>
        <pc:spChg chg="mod">
          <ac:chgData name="强 李" userId="cd6c7ec7188785ae" providerId="LiveId" clId="{C457158F-8947-49DB-927C-821EC5E27B7C}" dt="2024-06-15T14:27:01.315" v="4523" actId="20577"/>
          <ac:spMkLst>
            <pc:docMk/>
            <pc:sldMk cId="3692930935" sldId="633"/>
            <ac:spMk id="2" creationId="{00000000-0000-0000-0000-000000000000}"/>
          </ac:spMkLst>
        </pc:spChg>
      </pc:sldChg>
      <pc:sldChg chg="modSp add mod">
        <pc:chgData name="强 李" userId="cd6c7ec7188785ae" providerId="LiveId" clId="{C457158F-8947-49DB-927C-821EC5E27B7C}" dt="2024-06-15T14:28:40.213" v="4732" actId="6549"/>
        <pc:sldMkLst>
          <pc:docMk/>
          <pc:sldMk cId="4279683633" sldId="634"/>
        </pc:sldMkLst>
        <pc:spChg chg="mod">
          <ac:chgData name="强 李" userId="cd6c7ec7188785ae" providerId="LiveId" clId="{C457158F-8947-49DB-927C-821EC5E27B7C}" dt="2024-06-15T14:28:40.213" v="4732" actId="6549"/>
          <ac:spMkLst>
            <pc:docMk/>
            <pc:sldMk cId="4279683633" sldId="634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3200"/>
            <a:t>1. </a:t>
          </a:r>
          <a:r>
            <a:rPr lang="zh-CN" altLang="en-US" sz="3200"/>
            <a:t>经文说我们如何过在世的日子？</a:t>
          </a:r>
          <a:endParaRPr lang="en-US" sz="320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40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40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3200"/>
            <a:t>2. </a:t>
          </a:r>
          <a:r>
            <a:rPr lang="zh-CN" altLang="en-US" sz="3200"/>
            <a:t>基督徒在世应该是什么心态过生活？</a:t>
          </a:r>
          <a:endParaRPr lang="en-US" sz="320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40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40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3200"/>
            <a:t>3. </a:t>
          </a:r>
          <a:r>
            <a:rPr lang="zh-CN" altLang="en-US" sz="3200"/>
            <a:t>敬畏神三个方面是什么？你计划哪个方面要提高，怎么提高</a:t>
          </a:r>
          <a:r>
            <a:rPr lang="zh-CN" sz="3200"/>
            <a:t>？</a:t>
          </a:r>
          <a:endParaRPr lang="en-US" sz="320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40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40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3"/>
      <dgm:spPr/>
    </dgm:pt>
    <dgm:pt modelId="{D380AF95-F959-4D0A-B7E1-7422A5B1EAB9}" type="pres">
      <dgm:prSet presAssocID="{C176FC01-0F21-475B-85EA-274FB5949CEE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3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3"/>
      <dgm:spPr/>
    </dgm:pt>
    <dgm:pt modelId="{6C6E9518-0146-482C-87F7-ED6910F3F12A}" type="pres">
      <dgm:prSet presAssocID="{F3B345D5-7D6A-40B4-A8B5-8D58FC184AC8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3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3"/>
      <dgm:spPr/>
    </dgm:pt>
    <dgm:pt modelId="{8EB4FA3E-C890-4823-B918-12AD6C8AC679}" type="pres">
      <dgm:prSet presAssocID="{74982DA8-69FD-4613-A503-8C299FE55366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64371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23790"/>
          <a:ext cx="6570305" cy="1239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1. </a:t>
          </a:r>
          <a:r>
            <a:rPr lang="zh-CN" altLang="en-US" sz="3200" kern="1200"/>
            <a:t>经文说我们如何过在世的日子？</a:t>
          </a:r>
          <a:endParaRPr lang="en-US" sz="3200" kern="1200"/>
        </a:p>
      </dsp:txBody>
      <dsp:txXfrm>
        <a:off x="389039" y="84314"/>
        <a:ext cx="6449257" cy="1118792"/>
      </dsp:txXfrm>
    </dsp:sp>
    <dsp:sp modelId="{7D08B866-75B8-438F-B5B3-827B52936C85}">
      <dsp:nvSpPr>
        <dsp:cNvPr id="0" name=""/>
        <dsp:cNvSpPr/>
      </dsp:nvSpPr>
      <dsp:spPr>
        <a:xfrm>
          <a:off x="0" y="254883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928910"/>
          <a:ext cx="6570305" cy="123984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2. </a:t>
          </a:r>
          <a:r>
            <a:rPr lang="zh-CN" altLang="en-US" sz="3200" kern="1200"/>
            <a:t>基督徒在世应该是什么心态过生活？</a:t>
          </a:r>
          <a:endParaRPr lang="en-US" sz="3200" kern="1200"/>
        </a:p>
      </dsp:txBody>
      <dsp:txXfrm>
        <a:off x="389039" y="1989434"/>
        <a:ext cx="6449257" cy="1118792"/>
      </dsp:txXfrm>
    </dsp:sp>
    <dsp:sp modelId="{A6289FCF-E881-4296-BAC6-1269D379F35F}">
      <dsp:nvSpPr>
        <dsp:cNvPr id="0" name=""/>
        <dsp:cNvSpPr/>
      </dsp:nvSpPr>
      <dsp:spPr>
        <a:xfrm>
          <a:off x="0" y="4453950"/>
          <a:ext cx="6900512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3834030"/>
          <a:ext cx="6570305" cy="123984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3. </a:t>
          </a:r>
          <a:r>
            <a:rPr lang="zh-CN" altLang="en-US" sz="3200" kern="1200"/>
            <a:t>敬畏神三个方面是什么？你计划哪个方面要提高，怎么提高</a:t>
          </a:r>
          <a:r>
            <a:rPr lang="zh-CN" sz="3200" kern="1200"/>
            <a:t>？</a:t>
          </a:r>
          <a:endParaRPr lang="en-US" sz="3200" kern="1200"/>
        </a:p>
      </dsp:txBody>
      <dsp:txXfrm>
        <a:off x="389039" y="3894554"/>
        <a:ext cx="6449257" cy="1118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B841C55-B7D8-3AC5-355E-5382BB13AB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71388D-4194-B19B-9234-B8EC2D4841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F9BD5-5587-4562-82D2-C1162B4B5999}" type="datetimeFigureOut">
              <a:rPr lang="zh-CN" altLang="en-US" smtClean="0"/>
              <a:t>2024/8/18 Sun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973308-B624-404F-0682-0BA7430A0D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2BEAA5-1B8F-9FCF-52BE-3E84B70016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146CE-8D04-42EF-A697-E194704A2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3832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2024/8/18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144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984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47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318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372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102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353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728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59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785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303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663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109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5470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142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021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098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252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2024/8/18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2024/8/18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2024/8/18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621900" y="5050159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经文：彼得前书一章</a:t>
            </a:r>
            <a:r>
              <a:rPr lang="en-US" altLang="zh-CN" sz="2400" b="1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17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~21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715000" y="2740752"/>
            <a:ext cx="5834669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存敬畏的心</a:t>
            </a:r>
            <a:endParaRPr kumimoji="0" lang="en-US" altLang="zh-CN" sz="8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度在世寄居的日子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C4A07E-6BCE-7C49-BC3F-3FBB64F501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656" t="1594" r="11360"/>
          <a:stretch/>
        </p:blipFill>
        <p:spPr>
          <a:xfrm>
            <a:off x="6799700" y="0"/>
            <a:ext cx="3343275" cy="24554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以巴冲突：卫星图片显示加沙地带空袭前后对比- BBC News 中文">
            <a:extLst>
              <a:ext uri="{FF2B5EF4-FFF2-40B4-BE49-F238E27FC236}">
                <a16:creationId xmlns:a16="http://schemas.microsoft.com/office/drawing/2014/main" id="{E7069FEE-29B4-E307-9AB5-12195DCB3C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AE3068-A325-420D-3C16-9F1949858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22" y="2327863"/>
            <a:ext cx="3408178" cy="40234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7804C67-F095-C38E-C13E-F325ADE60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4162" y="1536530"/>
            <a:ext cx="6129083" cy="32502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355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84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800">
                <a:effectLst/>
                <a:ea typeface="苹方-简" panose="020B0300000000000000" pitchFamily="34" charset="-122"/>
              </a:rPr>
              <a:t>1:17】</a:t>
            </a:r>
            <a:r>
              <a:rPr lang="zh-CN" altLang="en-US" sz="2800">
                <a:ea typeface="苹方-简" panose="020B0300000000000000" pitchFamily="34" charset="-122"/>
              </a:rPr>
              <a:t>你们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既称那不偏待人、按各人行为审判人的主为</a:t>
            </a:r>
            <a:r>
              <a:rPr lang="zh-CN" altLang="en-US" sz="2800" b="1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父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，就</a:t>
            </a:r>
            <a:r>
              <a:rPr lang="zh-CN" altLang="en-US" sz="2800" b="1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当存敬畏的心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，度你们在世</a:t>
            </a:r>
            <a:r>
              <a:rPr lang="zh-CN" altLang="en-US" sz="2800" b="1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寄居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的日子，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800">
                <a:effectLst/>
                <a:ea typeface="苹方-简" panose="020B0300000000000000" pitchFamily="34" charset="-122"/>
              </a:rPr>
              <a:t>1:18】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知道你们</a:t>
            </a:r>
            <a:r>
              <a:rPr lang="zh-CN" altLang="en-US" sz="2800" b="1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得赎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、脱去你们祖宗所传流虚妄的行为，不是凭着能坏的金银等物，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800">
                <a:effectLst/>
                <a:ea typeface="苹方-简" panose="020B0300000000000000" pitchFamily="34" charset="-122"/>
              </a:rPr>
              <a:t>1:19】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乃是凭着基督的</a:t>
            </a:r>
            <a:r>
              <a:rPr lang="zh-CN" altLang="en-US" sz="2800" b="1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宝血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，如同无瑕疵、无玷污的羔羊之血。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800">
                <a:effectLst/>
                <a:ea typeface="苹方-简" panose="020B0300000000000000" pitchFamily="34" charset="-122"/>
              </a:rPr>
              <a:t>1:20】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基督在创世以前是</a:t>
            </a:r>
            <a:r>
              <a:rPr lang="zh-CN" altLang="en-US" sz="2800" b="1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预先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被　神知道的，却在这末世才为你们</a:t>
            </a:r>
            <a:r>
              <a:rPr lang="zh-CN" altLang="en-US" sz="2800" b="1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显现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800">
                <a:effectLst/>
                <a:ea typeface="苹方-简" panose="020B0300000000000000" pitchFamily="34" charset="-122"/>
              </a:rPr>
              <a:t>1:21】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你们也</a:t>
            </a:r>
            <a:r>
              <a:rPr lang="zh-CN" altLang="en-US" sz="2800" b="1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因着他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，</a:t>
            </a:r>
            <a:r>
              <a:rPr lang="zh-CN" altLang="en-US" sz="2800" b="1">
                <a:solidFill>
                  <a:srgbClr val="00B0F0"/>
                </a:solidFill>
                <a:effectLst/>
                <a:ea typeface="苹方-简" panose="020B0300000000000000" pitchFamily="34" charset="-122"/>
              </a:rPr>
              <a:t>信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那叫他从死里复活，又给他荣耀的　</a:t>
            </a:r>
            <a:r>
              <a:rPr lang="zh-CN" altLang="en-US" sz="2800" b="1">
                <a:solidFill>
                  <a:srgbClr val="00B0F0"/>
                </a:solidFill>
                <a:effectLst/>
                <a:ea typeface="苹方-简" panose="020B0300000000000000" pitchFamily="34" charset="-122"/>
              </a:rPr>
              <a:t>神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，叫你们的</a:t>
            </a:r>
            <a:r>
              <a:rPr lang="zh-CN" altLang="en-US" sz="2800" b="1">
                <a:solidFill>
                  <a:srgbClr val="00B0F0"/>
                </a:solidFill>
                <a:effectLst/>
                <a:ea typeface="苹方-简" panose="020B0300000000000000" pitchFamily="34" charset="-122"/>
              </a:rPr>
              <a:t>信心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和</a:t>
            </a:r>
            <a:r>
              <a:rPr lang="zh-CN" altLang="en-US" sz="2800" b="1">
                <a:solidFill>
                  <a:srgbClr val="00B0F0"/>
                </a:solidFill>
                <a:effectLst/>
                <a:ea typeface="苹方-简" panose="020B0300000000000000" pitchFamily="34" charset="-122"/>
              </a:rPr>
              <a:t>盼望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都在于　</a:t>
            </a:r>
            <a:r>
              <a:rPr lang="zh-CN" altLang="en-US" sz="2800" b="1">
                <a:solidFill>
                  <a:srgbClr val="00B0F0"/>
                </a:solidFill>
                <a:effectLst/>
                <a:ea typeface="苹方-简" panose="020B0300000000000000" pitchFamily="34" charset="-122"/>
              </a:rPr>
              <a:t>神</a:t>
            </a:r>
            <a:r>
              <a:rPr lang="zh-CN" altLang="en-US" sz="2800">
                <a:effectLst/>
                <a:ea typeface="苹方-简" panose="020B0300000000000000" pitchFamily="34" charset="-122"/>
              </a:rPr>
              <a:t>。</a:t>
            </a: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80018" y="139761"/>
            <a:ext cx="58119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经文：彼前一</a:t>
            </a:r>
            <a:r>
              <a:rPr lang="en-US" altLang="zh-CN" sz="4800" b="1"/>
              <a:t>17~21</a:t>
            </a:r>
            <a:endParaRPr lang="zh-CN" altLang="zh-CN" sz="48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9400" y="172133"/>
            <a:ext cx="1888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2948722"/>
            <a:ext cx="4065490" cy="2079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第一段：</a:t>
            </a:r>
            <a:r>
              <a:rPr lang="en-US" altLang="zh-CN" sz="2400" kern="10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17~19</a:t>
            </a:r>
            <a:r>
              <a:rPr lang="zh-CN" altLang="en-US" sz="2400" kern="10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</a:t>
            </a:r>
            <a:endParaRPr lang="en-US" altLang="zh-CN" sz="2400" kern="10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如何过寄居的生活？</a:t>
            </a:r>
            <a:endParaRPr lang="en-US" altLang="zh-CN" sz="2400" kern="10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第二段：</a:t>
            </a:r>
            <a:r>
              <a:rPr lang="en-US" altLang="zh-CN" sz="2400" kern="10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20~21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基督带给我们什么？</a:t>
            </a:r>
            <a:endParaRPr lang="zh-CN" altLang="zh-CN" sz="2400" kern="10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3639462" y="1331229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3913227" y="1383168"/>
            <a:ext cx="8043383" cy="4706928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>
                <a:latin typeface="方正特雅宋_GBK" panose="02000000000000000000" pitchFamily="2" charset="-122"/>
                <a:ea typeface="方正特雅宋_GBK" panose="02000000000000000000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632588"/>
              <a:ext cx="12062476" cy="9844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1:17】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你们既称那不偏待人、按各人行为审判人的主为父，就当存敬畏的心，度你们在世寄居的日子，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1:18】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知道你们得赎、脱去你们祖宗所传流虚妄的行为，不是凭着能坏的金银等物，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1:19】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乃是凭着基督的宝血，如同无瑕疵、无玷污的羔羊之血。</a:t>
              </a:r>
              <a:endParaRPr lang="en-US" altLang="zh-CN" sz="160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1:20】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基督在创世以前是预先被　神知道的，却在这末世才为你们显现。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1:21】</a:t>
              </a:r>
              <a:r>
                <a:rPr lang="zh-CN" altLang="en-US" sz="160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你们也因着他，信那叫他从死里复活，又给他荣耀的　神，叫你们的信心和盼望都在于　神。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483054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方正特雅宋_GBK" panose="02000000000000000000" pitchFamily="2" charset="-122"/>
                <a:ea typeface="方正特雅宋_GBK" panose="02000000000000000000" pitchFamily="2" charset="-122"/>
              </a:rPr>
              <a:t>【</a:t>
            </a:r>
            <a:r>
              <a:rPr lang="zh-CN" altLang="en-US" sz="1800">
                <a:solidFill>
                  <a:schemeClr val="tx1"/>
                </a:solidFill>
                <a:effectLst/>
                <a:latin typeface="方正特雅宋_GBK" panose="02000000000000000000" pitchFamily="2" charset="-122"/>
                <a:ea typeface="方正特雅宋_GBK" panose="02000000000000000000" pitchFamily="2" charset="-122"/>
              </a:rPr>
              <a:t>彼前</a:t>
            </a:r>
            <a:r>
              <a:rPr lang="en-US" altLang="zh-CN" sz="1800">
                <a:solidFill>
                  <a:schemeClr val="tx1"/>
                </a:solidFill>
                <a:effectLst/>
                <a:latin typeface="方正特雅宋_GBK" panose="02000000000000000000" pitchFamily="2" charset="-122"/>
                <a:ea typeface="方正特雅宋_GBK" panose="02000000000000000000" pitchFamily="2" charset="-122"/>
              </a:rPr>
              <a:t>1:17 </a:t>
            </a:r>
            <a:r>
              <a:rPr lang="zh-CN" altLang="en-US">
                <a:latin typeface="方正特雅宋_GBK" panose="02000000000000000000" pitchFamily="2" charset="-122"/>
                <a:ea typeface="方正特雅宋_GBK" panose="02000000000000000000" pitchFamily="2" charset="-122"/>
              </a:rPr>
              <a:t>】</a:t>
            </a:r>
            <a:r>
              <a:rPr lang="en-US" altLang="zh-CN">
                <a:latin typeface="方正特雅宋_GBK" panose="02000000000000000000" pitchFamily="2" charset="-122"/>
                <a:ea typeface="方正特雅宋_GBK" panose="02000000000000000000" pitchFamily="2" charset="-122"/>
              </a:rPr>
              <a:t>……</a:t>
            </a:r>
            <a:r>
              <a:rPr lang="zh-CN" altLang="en-US" sz="1800">
                <a:solidFill>
                  <a:schemeClr val="tx1"/>
                </a:solidFill>
                <a:effectLst/>
                <a:latin typeface="方正特雅宋_GBK" panose="02000000000000000000" pitchFamily="2" charset="-122"/>
                <a:ea typeface="方正特雅宋_GBK" panose="02000000000000000000" pitchFamily="2" charset="-122"/>
              </a:rPr>
              <a:t>当存敬畏的心，度你们在世寄居的日子</a:t>
            </a:r>
            <a:endParaRPr lang="zh-CN" altLang="en-US">
              <a:latin typeface="方正特雅宋_GBK" panose="02000000000000000000" pitchFamily="2" charset="-122"/>
              <a:ea typeface="方正特雅宋_GBK" panose="02000000000000000000" pitchFamily="2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FEED5D2-0BAE-A1B3-C118-6D77F3326086}"/>
              </a:ext>
            </a:extLst>
          </p:cNvPr>
          <p:cNvCxnSpPr/>
          <p:nvPr/>
        </p:nvCxnSpPr>
        <p:spPr>
          <a:xfrm>
            <a:off x="4174067" y="3962400"/>
            <a:ext cx="6019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4198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1:13】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所以要约束你们的心（原文作“束上你们心中的腰”），谨慎自守，专心盼望耶稣基督显现的时候所带来给你们的恩。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1:14】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你们既作顺命的儿女，就不要效法从前蒙昧无知的时候那放纵私欲的样子。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1:15】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那召你们的既是圣洁，你们在一切所行的事上也要圣洁。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1:16】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因为经上记着说：“你们要圣洁，因为我是圣洁的。”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13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节：预备和要求。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14~25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节：具体的行动。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三个“</a:t>
            </a:r>
            <a:r>
              <a:rPr lang="zh-CN" altLang="en-US" b="1">
                <a:solidFill>
                  <a:srgbClr val="000000"/>
                </a:solidFill>
                <a:cs typeface="+mn-ea"/>
                <a:sym typeface="+mn-lt"/>
              </a:rPr>
              <a:t>即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”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1BAD77-2937-BD50-C289-84738D4E3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18251"/>
            <a:ext cx="12192000" cy="515389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3DA95F1-194F-52B3-F29E-0D0F4F175D7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029400" y="172133"/>
            <a:ext cx="3282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命令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7148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14BA243F-EB48-E131-8591-97D8C5B89260}"/>
              </a:ext>
            </a:extLst>
          </p:cNvPr>
          <p:cNvSpPr/>
          <p:nvPr/>
        </p:nvSpPr>
        <p:spPr>
          <a:xfrm>
            <a:off x="1122218" y="1444336"/>
            <a:ext cx="8551718" cy="347056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solidFill>
                  <a:srgbClr val="FF0000"/>
                </a:solidFill>
              </a:rPr>
              <a:t>基督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C5FDEA-E4FC-A756-16FB-5611D7241633}"/>
              </a:ext>
            </a:extLst>
          </p:cNvPr>
          <p:cNvSpPr/>
          <p:nvPr/>
        </p:nvSpPr>
        <p:spPr>
          <a:xfrm>
            <a:off x="7845136" y="2815319"/>
            <a:ext cx="932466" cy="5418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相爱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D259C7-E716-C2A3-FA14-6EDBFE1D3037}"/>
              </a:ext>
            </a:extLst>
          </p:cNvPr>
          <p:cNvSpPr/>
          <p:nvPr/>
        </p:nvSpPr>
        <p:spPr>
          <a:xfrm>
            <a:off x="6577445" y="2182091"/>
            <a:ext cx="1267691" cy="6332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敬畏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B65161-B8DD-0E62-660F-68A84433C538}"/>
              </a:ext>
            </a:extLst>
          </p:cNvPr>
          <p:cNvSpPr/>
          <p:nvPr/>
        </p:nvSpPr>
        <p:spPr>
          <a:xfrm>
            <a:off x="2306782" y="3293918"/>
            <a:ext cx="1943098" cy="61305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600"/>
              <a:t>圣洁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332362" y="5265275"/>
            <a:ext cx="5201418" cy="700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23-25</a:t>
            </a:r>
            <a:r>
              <a:rPr lang="zh-CN" altLang="en-US" sz="3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节：福音就是这道</a:t>
            </a:r>
            <a:endParaRPr lang="en-US" altLang="zh-CN" sz="3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2028ECF-40BD-DC5A-A108-667193A4CAC8}"/>
              </a:ext>
            </a:extLst>
          </p:cNvPr>
          <p:cNvCxnSpPr/>
          <p:nvPr/>
        </p:nvCxnSpPr>
        <p:spPr>
          <a:xfrm>
            <a:off x="3657600" y="3948586"/>
            <a:ext cx="3896591" cy="142351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A3595F0-53EF-FA29-29D0-9A23244CF6A4}"/>
              </a:ext>
            </a:extLst>
          </p:cNvPr>
          <p:cNvCxnSpPr>
            <a:cxnSpLocks/>
          </p:cNvCxnSpPr>
          <p:nvPr/>
        </p:nvCxnSpPr>
        <p:spPr>
          <a:xfrm>
            <a:off x="7280657" y="2809960"/>
            <a:ext cx="519872" cy="240777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1E2CE10-9C1F-2283-0A6E-22BDC89FE6AB}"/>
              </a:ext>
            </a:extLst>
          </p:cNvPr>
          <p:cNvCxnSpPr>
            <a:cxnSpLocks/>
          </p:cNvCxnSpPr>
          <p:nvPr/>
        </p:nvCxnSpPr>
        <p:spPr>
          <a:xfrm flipH="1">
            <a:off x="8015046" y="3341987"/>
            <a:ext cx="293397" cy="185469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加号 6">
            <a:extLst>
              <a:ext uri="{FF2B5EF4-FFF2-40B4-BE49-F238E27FC236}">
                <a16:creationId xmlns:a16="http://schemas.microsoft.com/office/drawing/2014/main" id="{B41CF08F-832E-DED9-44B2-04D064DF6E35}"/>
              </a:ext>
            </a:extLst>
          </p:cNvPr>
          <p:cNvSpPr/>
          <p:nvPr/>
        </p:nvSpPr>
        <p:spPr>
          <a:xfrm>
            <a:off x="5023091" y="2202832"/>
            <a:ext cx="749971" cy="706582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B2DEC09-91B3-2205-BA09-D79FD634A619}"/>
              </a:ext>
            </a:extLst>
          </p:cNvPr>
          <p:cNvCxnSpPr>
            <a:cxnSpLocks/>
          </p:cNvCxnSpPr>
          <p:nvPr/>
        </p:nvCxnSpPr>
        <p:spPr>
          <a:xfrm flipH="1" flipV="1">
            <a:off x="8999145" y="4128380"/>
            <a:ext cx="950613" cy="1285284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6844285-1B38-67C5-89E1-CA2CE84D0D2A}"/>
              </a:ext>
            </a:extLst>
          </p:cNvPr>
          <p:cNvSpPr txBox="1"/>
          <p:nvPr/>
        </p:nvSpPr>
        <p:spPr>
          <a:xfrm>
            <a:off x="3768911" y="936051"/>
            <a:ext cx="3673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14-22</a:t>
            </a:r>
            <a:r>
              <a:rPr lang="zh-CN" altLang="en-US" sz="3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节：命令</a:t>
            </a:r>
            <a:endParaRPr lang="zh-CN" altLang="en-US" sz="32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A6978F-5B1B-2306-B512-CF18A4DBAF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029400" y="172133"/>
            <a:ext cx="32827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495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1:17】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你们既称那不偏待人、按各人行为审判人的主为父，就当存敬畏的心，度你们在世寄居的日子，</a:t>
            </a:r>
            <a:endParaRPr kumimoji="0" lang="en-US" altLang="zh-CN" sz="3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对应</a:t>
            </a:r>
            <a:r>
              <a:rPr lang="en-US" altLang="zh-CN" sz="3600">
                <a:solidFill>
                  <a:srgbClr val="000000"/>
                </a:solidFill>
                <a:cs typeface="+mn-ea"/>
                <a:sym typeface="+mn-lt"/>
              </a:rPr>
              <a:t>《</a:t>
            </a: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利</a:t>
            </a:r>
            <a:r>
              <a:rPr lang="en-US" altLang="zh-CN" sz="3600">
                <a:solidFill>
                  <a:srgbClr val="000000"/>
                </a:solidFill>
                <a:cs typeface="+mn-ea"/>
                <a:sym typeface="+mn-lt"/>
              </a:rPr>
              <a:t>》19</a:t>
            </a: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章顺序：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利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19:2】“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你晓谕以色列全会众说：你们要圣洁，因为我耶和华你们的　神是圣洁的。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利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19:3】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你们各人都当孝敬父母，也要守我的安息日。我是耶和华你们的　神。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321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495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1:17】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你们既称那不偏待人、按各人行为审判人的主为父，就当存敬畏的心，度你们在世寄居的日子，</a:t>
            </a:r>
            <a:endParaRPr kumimoji="0" lang="en-US" altLang="zh-CN" sz="3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父：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不偏待人。</a:t>
            </a:r>
            <a:endParaRPr lang="en-US" altLang="zh-CN" sz="280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公义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按各人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行为</a:t>
            </a: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审判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280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外在表现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9901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0665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1:17】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你们既称那不偏待人、按各人行为审判人的主为父，就当存敬畏的心，度你们在世寄居的日子，</a:t>
            </a:r>
            <a:endParaRPr kumimoji="0" lang="en-US" altLang="zh-CN" sz="3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父：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按各人行为审判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2800">
              <a:solidFill>
                <a:srgbClr val="000000"/>
              </a:solidFill>
              <a:cs typeface="+mn-ea"/>
              <a:sym typeface="+mn-lt"/>
            </a:endParaRPr>
          </a:p>
          <a:p>
            <a:pPr marL="1200150" lvl="2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【罗</a:t>
            </a:r>
            <a:r>
              <a:rPr lang="en-US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14:12</a:t>
            </a: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】这样看来，我们各人必要将自己的事在　神面前说明。</a:t>
            </a:r>
          </a:p>
          <a:p>
            <a:pPr marL="1200150" lvl="2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【林前</a:t>
            </a:r>
            <a:r>
              <a:rPr lang="en-US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3:14</a:t>
            </a: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】人在那根基上所建造的工程若存得住，他就要得赏赐；</a:t>
            </a:r>
          </a:p>
          <a:p>
            <a:pPr marL="1200150" lvl="2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【林前</a:t>
            </a:r>
            <a:r>
              <a:rPr lang="en-US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3:15</a:t>
            </a: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】人的工程若被烧了，他就要受亏损，自己却要得救。虽然得救，乃像从火里经过的一样。</a:t>
            </a:r>
          </a:p>
          <a:p>
            <a:pPr marL="1200150" lvl="2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【林后</a:t>
            </a:r>
            <a:r>
              <a:rPr lang="en-US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5:10</a:t>
            </a: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】因为我们众人必要在基督台前显露出来，叫各人按着本身所行的，或善或恶受报。</a:t>
            </a:r>
          </a:p>
          <a:p>
            <a:pPr marL="1200150" lvl="2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【来</a:t>
            </a:r>
            <a:r>
              <a:rPr lang="en-US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12:10</a:t>
            </a: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】生身的父都是暂随己意管教我们，惟有万灵的父管教我们，是要我们得益处，使我们在他的圣洁上有份。</a:t>
            </a:r>
          </a:p>
          <a:p>
            <a:pPr marL="1200150" lvl="2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【来</a:t>
            </a:r>
            <a:r>
              <a:rPr lang="en-US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12:11</a:t>
            </a:r>
            <a:r>
              <a:rPr lang="zh-CN" altLang="zh-CN" sz="1400" kern="100">
                <a:solidFill>
                  <a:srgbClr val="404040"/>
                </a:solidFill>
                <a:effectLst/>
                <a:latin typeface="+mn-ea"/>
                <a:cs typeface="Times New Roman" panose="02020603050405020304" pitchFamily="18" charset="0"/>
              </a:rPr>
              <a:t>】凡管教的事，当时不觉得快乐，反觉得愁苦，后来却为那经练过的人结出平安的果子，就是义。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390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636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1:17】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你们既称那不偏待人、按各人行为审判人的主为父，就当存敬畏的心，度你们在世寄居的日子，</a:t>
            </a:r>
            <a:endParaRPr kumimoji="0" lang="en-US" altLang="zh-CN" sz="3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父：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按各人行为审判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280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>
                <a:solidFill>
                  <a:srgbClr val="000000"/>
                </a:solidFill>
                <a:cs typeface="+mn-ea"/>
              </a:rPr>
              <a:t>末日的审判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今世的管教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神直接的管教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借着教会管教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借着权柄管教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4594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166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425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1:17】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你们既称那不偏待人、按各人行为审判人的主为父，就当存敬畏的心，度你们在世寄居的日子，</a:t>
            </a:r>
            <a:endParaRPr kumimoji="0" lang="en-US" altLang="zh-CN" sz="3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父：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慈爱的神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【诗</a:t>
            </a:r>
            <a:r>
              <a:rPr lang="en-US" altLang="zh-CN" sz="200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103:8</a:t>
            </a:r>
            <a:r>
              <a:rPr lang="zh-CN" altLang="zh-CN" sz="200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】耶和华有怜悯，有恩典，不轻易发怒，且有丰盛的慈爱。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忌邪的神 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申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4:24】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因为耶和华你的　神乃是烈火，是忌邪的　神。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加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6:7】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不要自欺，　神是轻慢不得的。人种的是什么，收的也是什么。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8493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第一段：何为敬畏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8998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36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敬畏的心</a:t>
            </a: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挪亚：听神的话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来</a:t>
            </a:r>
            <a:r>
              <a:rPr kumimoji="0" lang="en-US" altLang="zh-CN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11:7】</a:t>
            </a:r>
            <a:r>
              <a:rPr kumimoji="0" lang="zh-CN" altLang="en-US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挪亚因着信，既蒙　神指示他未见的事，动了敬畏的心，预备了一只方舟，使他全家得救。因此就定了那世代的罪，自己也承受了那从信而来的义。</a:t>
            </a:r>
            <a:endParaRPr kumimoji="0" lang="en-US" altLang="zh-CN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约伯：追求圣洁</a:t>
            </a:r>
            <a:r>
              <a:rPr lang="zh-CN" altLang="en-US" sz="280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，远离恶事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伯</a:t>
            </a:r>
            <a:r>
              <a:rPr lang="en-US" altLang="zh-CN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1:1】</a:t>
            </a:r>
            <a:r>
              <a:rPr lang="zh-CN" altLang="en-US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乌斯地有一个人，名叫约伯；那人完全正直，敬畏　神，远离恶事。</a:t>
            </a:r>
            <a:endParaRPr lang="en-US" altLang="zh-CN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亚伯拉罕：完全奉献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创</a:t>
            </a:r>
            <a:r>
              <a:rPr lang="en-US" altLang="zh-CN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22:12】</a:t>
            </a:r>
            <a:r>
              <a:rPr lang="zh-CN" altLang="en-US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天使说：“你不可在这童子身上下手，一点不可害他。现在我知道你是敬畏　神的了，因为你没有将你的儿子，就是你独生的儿子，留下不给我。”</a:t>
            </a:r>
            <a:endParaRPr lang="en-US" altLang="zh-CN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9502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第一段：敬畏应用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461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尼希米：体恤他人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尼</a:t>
            </a:r>
            <a:r>
              <a:rPr kumimoji="0" lang="en-US" altLang="zh-CN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5:15】</a:t>
            </a:r>
            <a:r>
              <a:rPr kumimoji="0" lang="zh-CN" altLang="en-US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在我以前的省长，加重百姓的担子，每日索要粮食和酒，并银子四十舍客勒，就是他们的仆人也辖制百姓；但我因敬畏　神，不这样行。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传扬福音、真理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诗</a:t>
            </a:r>
            <a:r>
              <a:rPr lang="en-US" altLang="zh-CN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60:4】</a:t>
            </a:r>
            <a:r>
              <a:rPr lang="zh-CN" altLang="en-US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你把旌旗赐给敬畏你的人，可以为真理扬起来。</a:t>
            </a:r>
            <a:endParaRPr lang="en-US" altLang="zh-CN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000000"/>
                </a:solidFill>
                <a:ea typeface="苹方-简" panose="020B0300000000000000" pitchFamily="34" charset="-122"/>
              </a:rPr>
              <a:t>顺服</a:t>
            </a:r>
            <a:endParaRPr lang="en-US" altLang="zh-CN" sz="2800">
              <a:solidFill>
                <a:srgbClr val="000000"/>
              </a:solidFill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ea typeface="苹方-简" panose="020B0300000000000000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ea typeface="苹方-简" panose="020B0300000000000000" pitchFamily="34" charset="-122"/>
              </a:rPr>
              <a:t>弗</a:t>
            </a:r>
            <a:r>
              <a:rPr lang="en-US" altLang="zh-CN">
                <a:solidFill>
                  <a:srgbClr val="000000"/>
                </a:solidFill>
                <a:ea typeface="苹方-简" panose="020B0300000000000000" pitchFamily="34" charset="-122"/>
              </a:rPr>
              <a:t>5:21】</a:t>
            </a:r>
            <a:r>
              <a:rPr lang="zh-CN" altLang="en-US">
                <a:solidFill>
                  <a:srgbClr val="000000"/>
                </a:solidFill>
                <a:ea typeface="苹方-简" panose="020B0300000000000000" pitchFamily="34" charset="-122"/>
              </a:rPr>
              <a:t>又当存敬畏基督的心，彼此顺服。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ea typeface="苹方-简" panose="020B0300000000000000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ea typeface="苹方-简" panose="020B0300000000000000" pitchFamily="34" charset="-122"/>
              </a:rPr>
              <a:t>彼前</a:t>
            </a:r>
            <a:r>
              <a:rPr lang="en-US" altLang="zh-CN">
                <a:solidFill>
                  <a:srgbClr val="000000"/>
                </a:solidFill>
                <a:ea typeface="苹方-简" panose="020B0300000000000000" pitchFamily="34" charset="-122"/>
              </a:rPr>
              <a:t>2:18】</a:t>
            </a:r>
            <a:r>
              <a:rPr lang="zh-CN" altLang="en-US">
                <a:solidFill>
                  <a:srgbClr val="000000"/>
                </a:solidFill>
                <a:ea typeface="苹方-简" panose="020B0300000000000000" pitchFamily="34" charset="-122"/>
              </a:rPr>
              <a:t>你们作仆人的，凡事要存敬畏的心顺服主人，不但顺服那善良温和的，就是那乖僻的也要顺服。</a:t>
            </a:r>
            <a:endParaRPr lang="en-US" altLang="zh-CN">
              <a:solidFill>
                <a:srgbClr val="000000"/>
              </a:solidFill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外显、可见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徒</a:t>
            </a:r>
            <a:r>
              <a:rPr lang="en-US" altLang="zh-CN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10:22】</a:t>
            </a:r>
            <a:r>
              <a:rPr lang="zh-CN" altLang="en-US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他们说：“百夫长哥尼流是个义人，敬畏　神，为犹太通国所</a:t>
            </a:r>
            <a:r>
              <a:rPr lang="zh-CN" altLang="en-US" b="1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称赞</a:t>
            </a:r>
            <a:r>
              <a:rPr lang="zh-CN" altLang="en-US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。他蒙一位圣天使指示，叫他请你到他家里去，听你的话。”</a:t>
            </a:r>
            <a:endParaRPr lang="en-US" altLang="zh-CN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2648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3153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36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度你们在世寄居的日子：</a:t>
            </a:r>
            <a:endParaRPr kumimoji="0" lang="en-US" altLang="zh-CN" sz="36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客旅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不再看重这世界，禁戒肉体的私欲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来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11:13】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这些人都是存着信心死的，并没有得着所应许的，却从远处望见，且欢喜迎接，又承认自己在世上是客旅，是寄居的。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2:11】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亲爱的弟兄啊，你们是客旅，是寄居的。我劝你们要禁戒肉体的私欲，这私欲是与灵魂争战的。</a:t>
            </a:r>
            <a:endParaRPr kumimoji="0" lang="en-US" altLang="zh-CN" sz="20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归荣耀给神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en-US" altLang="zh-CN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2:12】</a:t>
            </a:r>
            <a:r>
              <a:rPr kumimoji="0" lang="zh-CN" altLang="en-US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你们在外邦人中，应当品行端正，叫那些毁谤你们是作恶的，因看见你们的好行为，便在鉴察的日子（“鉴察”或作“眷顾”）归荣耀给　神。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ADE0D1-B999-AABB-6859-5180C09575D6}"/>
              </a:ext>
            </a:extLst>
          </p:cNvPr>
          <p:cNvSpPr/>
          <p:nvPr/>
        </p:nvSpPr>
        <p:spPr>
          <a:xfrm>
            <a:off x="4580467" y="4047067"/>
            <a:ext cx="2607733" cy="36406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84C509-4E0E-E21A-E990-90568CB4866A}"/>
              </a:ext>
            </a:extLst>
          </p:cNvPr>
          <p:cNvSpPr/>
          <p:nvPr/>
        </p:nvSpPr>
        <p:spPr>
          <a:xfrm>
            <a:off x="4978400" y="5621867"/>
            <a:ext cx="958847" cy="29633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第一段：寄居日子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6C13F90-A4BA-9B15-C2E3-1A1B9B8F7DDE}"/>
              </a:ext>
            </a:extLst>
          </p:cNvPr>
          <p:cNvCxnSpPr>
            <a:cxnSpLocks/>
          </p:cNvCxnSpPr>
          <p:nvPr/>
        </p:nvCxnSpPr>
        <p:spPr>
          <a:xfrm>
            <a:off x="5444067" y="4411133"/>
            <a:ext cx="0" cy="1210734"/>
          </a:xfrm>
          <a:prstGeom prst="straightConnector1">
            <a:avLst/>
          </a:prstGeom>
          <a:ln>
            <a:solidFill>
              <a:srgbClr val="C909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23449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7391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一、敬畏惧怕神，远离罪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二、愿意遵神的真理而行，不随今世的风俗。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三、在工作中、家中或者朋友中，背起自己的十字架来跟随主。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完全舍己和奉献自己为神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四、常常思想天堂与地狱，今世与永恒。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000000"/>
                </a:solidFill>
                <a:latin typeface="Arial"/>
                <a:ea typeface="苹方-简" panose="020B0300000000000000" pitchFamily="34" charset="-122"/>
                <a:sym typeface="+mn-lt"/>
              </a:rPr>
              <a:t>五、思想如何“</a:t>
            </a:r>
            <a:r>
              <a:rPr lang="zh-CN" altLang="en-US" sz="280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归荣耀给父神”？</a:t>
            </a:r>
            <a:endParaRPr lang="en-US" altLang="zh-CN" sz="2800">
              <a:solidFill>
                <a:srgbClr val="000000"/>
              </a:solidFill>
              <a:latin typeface="Arial"/>
              <a:ea typeface="苹方-简" panose="020B0300000000000000" pitchFamily="34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352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559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1:18】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知道你们得赎、脱去你们祖宗所传流虚妄的行为，不是凭着能坏的金银等物，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1:19】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乃是凭着基督的宝血，如同无瑕疵、无玷污的羔羊之血。</a:t>
            </a:r>
          </a:p>
          <a:p>
            <a:pPr>
              <a:lnSpc>
                <a:spcPct val="150000"/>
              </a:lnSpc>
            </a:pP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已经得赎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代赎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羊羔的牺牲意味代替（无辜者代替有罪者），羊羔代为舍命。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2400">
                <a:solidFill>
                  <a:srgbClr val="000000"/>
                </a:solidFill>
                <a:cs typeface="+mn-ea"/>
                <a:sym typeface="+mn-lt"/>
              </a:rPr>
              <a:t>5:7】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你们既是无酵的面，应当把旧酵除净，好使你们成为新团；因为我们逾越节的羔羊基督，已经被杀献祭了。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7613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286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1:18】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知道你们得赎、脱去你们祖宗所传流虚妄的行为，不是凭着能坏的金银等物，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1:19】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乃是凭着基督的宝血，如同无瑕疵、无玷污的羔羊之血。</a:t>
            </a:r>
          </a:p>
          <a:p>
            <a:pPr>
              <a:lnSpc>
                <a:spcPct val="150000"/>
              </a:lnSpc>
            </a:pP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宝血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  <a:cs typeface="+mn-ea"/>
                <a:sym typeface="+mn-lt"/>
              </a:rPr>
              <a:t>唯有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凭借基督的宝血，我们才得赎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真实的历史事件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基督是无罪的神的儿子为我们流血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2989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94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1:18】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知道你们得赎、脱去你们祖宗所传流虚妄的行为，不是凭着能坏的金银等物，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1:19】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乃是凭着基督的宝血，如同无瑕疵、无玷污的羔羊之血。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祖宗所传流虚妄的行为、金银等物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宗教传统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>
                <a:solidFill>
                  <a:srgbClr val="000000"/>
                </a:solidFill>
                <a:cs typeface="+mn-ea"/>
              </a:rPr>
              <a:t>【徒</a:t>
            </a:r>
            <a:r>
              <a:rPr lang="en-US" altLang="zh-CN" sz="2000">
                <a:solidFill>
                  <a:srgbClr val="000000"/>
                </a:solidFill>
                <a:cs typeface="+mn-ea"/>
              </a:rPr>
              <a:t>14:15</a:t>
            </a:r>
            <a:r>
              <a:rPr lang="zh-CN" altLang="zh-CN" sz="2000">
                <a:solidFill>
                  <a:srgbClr val="000000"/>
                </a:solidFill>
                <a:cs typeface="+mn-ea"/>
              </a:rPr>
              <a:t>】“诸君，为什么作这事呢？我们也是人，性情和你们一样。我们传福音给你们，是叫你们离弃这些虚妄，归向那创造天、地、海和其中万物的永生　神。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救赎世人灵魂脱离罪恶的捆绑，金钱办不到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赛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52:3】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耶和华如此说：“你们是无价被卖的，也必无银被赎。”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3880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293600" cy="527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1:20】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基督在创世以前是预先被　神知道的，却在这末世才为你们显现。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1:21】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你们也因着他，信那叫他从死里复活，又给他荣耀的　神，叫你们的信心和盼望都在于　神。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三部分：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神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你们即我们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8307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898112"/>
            <a:ext cx="12293600" cy="61178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1:20】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基督在创世以前是预先被　神知道的，却在这末世才为你们显现。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1:21】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你们也因着他，信那叫他从死里复活，又给他荣耀的　神，叫你们的信心和盼望都在于　神。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预先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末世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为你们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显现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死里复活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给他荣耀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1562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5489" y="131742"/>
            <a:ext cx="5479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898112"/>
            <a:ext cx="12293600" cy="50098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1:20】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基督在创世以前是预先被　神知道的，却在这末世才为你们显现。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>
                <a:solidFill>
                  <a:srgbClr val="000000"/>
                </a:solidFill>
                <a:cs typeface="+mn-ea"/>
                <a:sym typeface="+mn-lt"/>
              </a:rPr>
              <a:t>1:21】</a:t>
            </a:r>
            <a:r>
              <a:rPr lang="zh-CN" altLang="en-US" sz="2800">
                <a:solidFill>
                  <a:srgbClr val="000000"/>
                </a:solidFill>
                <a:cs typeface="+mn-ea"/>
                <a:sym typeface="+mn-lt"/>
              </a:rPr>
              <a:t>你们也因着他，信那叫他从死里复活，又给他荣耀的　神，叫你们的信心和盼望都在于　神。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>
                <a:solidFill>
                  <a:srgbClr val="000000"/>
                </a:solidFill>
                <a:cs typeface="+mn-ea"/>
                <a:sym typeface="+mn-lt"/>
              </a:rPr>
              <a:t>我们</a:t>
            </a:r>
            <a:endParaRPr lang="en-US" altLang="zh-CN" sz="3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因着他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信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信心和盼望都在于神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3594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295400" y="2307378"/>
            <a:ext cx="10896600" cy="27809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400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一、相信神的审判，敬畏神，过寄居生活。</a:t>
            </a:r>
            <a:endParaRPr lang="en-US" altLang="zh-CN" sz="400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400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二、唯独因着基督，我们得以认识神，信心盼望都从神来。</a:t>
            </a:r>
            <a:endParaRPr lang="en-US" altLang="zh-CN" sz="400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0834DC-85C6-6554-2AFE-509AEA0C23E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380518" y="113635"/>
            <a:ext cx="1811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0864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2298</Words>
  <Application>Microsoft Office PowerPoint</Application>
  <PresentationFormat>宽屏</PresentationFormat>
  <Paragraphs>187</Paragraphs>
  <Slides>23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等线</vt:lpstr>
      <vt:lpstr>方正屏显雅宋_GBK</vt:lpstr>
      <vt:lpstr>方正特雅宋_GBK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1</cp:revision>
  <dcterms:created xsi:type="dcterms:W3CDTF">2019-06-19T02:08:00Z</dcterms:created>
  <dcterms:modified xsi:type="dcterms:W3CDTF">2024-08-18T08:15:34Z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