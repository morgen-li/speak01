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2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3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4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5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6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7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8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9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560" r:id="rId2"/>
    <p:sldId id="554" r:id="rId3"/>
    <p:sldId id="425" r:id="rId4"/>
    <p:sldId id="598" r:id="rId5"/>
    <p:sldId id="531" r:id="rId6"/>
    <p:sldId id="553" r:id="rId7"/>
    <p:sldId id="587" r:id="rId8"/>
    <p:sldId id="594" r:id="rId9"/>
    <p:sldId id="574" r:id="rId10"/>
    <p:sldId id="599" r:id="rId11"/>
    <p:sldId id="588" r:id="rId12"/>
    <p:sldId id="593" r:id="rId13"/>
    <p:sldId id="589" r:id="rId14"/>
    <p:sldId id="590" r:id="rId15"/>
    <p:sldId id="591" r:id="rId16"/>
    <p:sldId id="592" r:id="rId17"/>
    <p:sldId id="601" r:id="rId18"/>
    <p:sldId id="55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9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788608-16AE-484E-BA0E-693D8C33E910}" v="223" dt="2024-08-24T03:18:46.952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961" autoAdjust="0"/>
  </p:normalViewPr>
  <p:slideViewPr>
    <p:cSldViewPr snapToGrid="0">
      <p:cViewPr>
        <p:scale>
          <a:sx n="100" d="100"/>
          <a:sy n="100" d="100"/>
        </p:scale>
        <p:origin x="876" y="-30"/>
      </p:cViewPr>
      <p:guideLst>
        <p:guide orient="horz" pos="3249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1F788608-16AE-484E-BA0E-693D8C33E910}"/>
    <pc:docChg chg="undo custSel addSld delSld modSld sldOrd">
      <pc:chgData name="强 李" userId="cd6c7ec7188785ae" providerId="LiveId" clId="{1F788608-16AE-484E-BA0E-693D8C33E910}" dt="2024-08-24T03:18:54.421" v="1559" actId="1035"/>
      <pc:docMkLst>
        <pc:docMk/>
      </pc:docMkLst>
      <pc:sldChg chg="modSp mod">
        <pc:chgData name="强 李" userId="cd6c7ec7188785ae" providerId="LiveId" clId="{1F788608-16AE-484E-BA0E-693D8C33E910}" dt="2024-08-24T02:44:12.507" v="879" actId="403"/>
        <pc:sldMkLst>
          <pc:docMk/>
          <pc:sldMk cId="0" sldId="425"/>
        </pc:sldMkLst>
        <pc:spChg chg="mod">
          <ac:chgData name="强 李" userId="cd6c7ec7188785ae" providerId="LiveId" clId="{1F788608-16AE-484E-BA0E-693D8C33E910}" dt="2024-08-24T02:44:12.507" v="879" actId="403"/>
          <ac:spMkLst>
            <pc:docMk/>
            <pc:sldMk cId="0" sldId="425"/>
            <ac:spMk id="3" creationId="{FF9BF7C3-9929-69BC-A1CA-30EBD45BF72F}"/>
          </ac:spMkLst>
        </pc:spChg>
      </pc:sldChg>
      <pc:sldChg chg="modSp mod">
        <pc:chgData name="强 李" userId="cd6c7ec7188785ae" providerId="LiveId" clId="{1F788608-16AE-484E-BA0E-693D8C33E910}" dt="2024-08-24T00:52:30.863" v="856"/>
        <pc:sldMkLst>
          <pc:docMk/>
          <pc:sldMk cId="54695671" sldId="531"/>
        </pc:sldMkLst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3" creationId="{B504861B-6EFA-BAFD-C2A3-DA811CA92353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1F788608-16AE-484E-BA0E-693D8C33E910}" dt="2024-08-24T00:52:30.863" v="856"/>
          <ac:spMkLst>
            <pc:docMk/>
            <pc:sldMk cId="54695671" sldId="531"/>
            <ac:spMk id="6" creationId="{AA272FBC-B21D-C369-0141-9585E0210DD1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7" creationId="{F80DDDB8-F32B-B7A7-73DA-9790F3B5DCB3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11" creationId="{8F585226-39A8-96AE-40A3-878704581BB6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242525785" sldId="543"/>
        </pc:sldMkLst>
        <pc:spChg chg="add del mod">
          <ac:chgData name="强 李" userId="cd6c7ec7188785ae" providerId="LiveId" clId="{1F788608-16AE-484E-BA0E-693D8C33E910}" dt="2024-08-24T03:13:19.605" v="1412" actId="478"/>
          <ac:spMkLst>
            <pc:docMk/>
            <pc:sldMk cId="1242525785" sldId="543"/>
            <ac:spMk id="2" creationId="{00000000-0000-0000-0000-000000000000}"/>
          </ac:spMkLst>
        </pc:spChg>
        <pc:spChg chg="add mod">
          <ac:chgData name="强 李" userId="cd6c7ec7188785ae" providerId="LiveId" clId="{1F788608-16AE-484E-BA0E-693D8C33E910}" dt="2024-08-24T03:15:55.546" v="1470"/>
          <ac:spMkLst>
            <pc:docMk/>
            <pc:sldMk cId="1242525785" sldId="543"/>
            <ac:spMk id="4" creationId="{9744BC9E-F0B2-AD37-F3BD-19B461A4AF13}"/>
          </ac:spMkLst>
        </pc:spChg>
        <pc:spChg chg="del mod">
          <ac:chgData name="强 李" userId="cd6c7ec7188785ae" providerId="LiveId" clId="{1F788608-16AE-484E-BA0E-693D8C33E910}" dt="2024-08-24T03:13:48.477" v="1416" actId="478"/>
          <ac:spMkLst>
            <pc:docMk/>
            <pc:sldMk cId="1242525785" sldId="543"/>
            <ac:spMk id="18" creationId="{00000000-0000-0000-0000-000000000000}"/>
          </ac:spMkLst>
        </pc:spChg>
        <pc:spChg chg="add del">
          <ac:chgData name="强 李" userId="cd6c7ec7188785ae" providerId="LiveId" clId="{1F788608-16AE-484E-BA0E-693D8C33E910}" dt="2024-08-24T03:11:28.859" v="1397" actId="26606"/>
          <ac:spMkLst>
            <pc:docMk/>
            <pc:sldMk cId="1242525785" sldId="543"/>
            <ac:spMk id="21" creationId="{1D63C574-BFD2-41A1-A567-B0C3CC7FDD4F}"/>
          </ac:spMkLst>
        </pc:spChg>
        <pc:spChg chg="add del">
          <ac:chgData name="强 李" userId="cd6c7ec7188785ae" providerId="LiveId" clId="{1F788608-16AE-484E-BA0E-693D8C33E910}" dt="2024-08-24T03:11:28.859" v="1397" actId="26606"/>
          <ac:spMkLst>
            <pc:docMk/>
            <pc:sldMk cId="1242525785" sldId="543"/>
            <ac:spMk id="23" creationId="{E2A46BAB-8C31-42B2-90E8-B26DD3E81D37}"/>
          </ac:spMkLst>
        </pc:spChg>
        <pc:spChg chg="add del">
          <ac:chgData name="强 李" userId="cd6c7ec7188785ae" providerId="LiveId" clId="{1F788608-16AE-484E-BA0E-693D8C33E910}" dt="2024-08-24T03:09:18.316" v="1363" actId="26606"/>
          <ac:spMkLst>
            <pc:docMk/>
            <pc:sldMk cId="1242525785" sldId="543"/>
            <ac:spMk id="24" creationId="{1D63C574-BFD2-41A1-A567-B0C3CC7FDD4F}"/>
          </ac:spMkLst>
        </pc:spChg>
        <pc:spChg chg="add del">
          <ac:chgData name="强 李" userId="cd6c7ec7188785ae" providerId="LiveId" clId="{1F788608-16AE-484E-BA0E-693D8C33E910}" dt="2024-08-24T03:09:40.800" v="1373" actId="26606"/>
          <ac:spMkLst>
            <pc:docMk/>
            <pc:sldMk cId="1242525785" sldId="543"/>
            <ac:spMk id="25" creationId="{EDDBB197-D710-4A4F-A9CA-FD2177498BE8}"/>
          </ac:spMkLst>
        </pc:spChg>
        <pc:spChg chg="add del">
          <ac:chgData name="强 李" userId="cd6c7ec7188785ae" providerId="LiveId" clId="{1F788608-16AE-484E-BA0E-693D8C33E910}" dt="2024-08-24T03:09:18.316" v="1363" actId="26606"/>
          <ac:spMkLst>
            <pc:docMk/>
            <pc:sldMk cId="1242525785" sldId="543"/>
            <ac:spMk id="26" creationId="{E2A46BAB-8C31-42B2-90E8-B26DD3E81D37}"/>
          </ac:spMkLst>
        </pc:spChg>
        <pc:spChg chg="add del">
          <ac:chgData name="强 李" userId="cd6c7ec7188785ae" providerId="LiveId" clId="{1F788608-16AE-484E-BA0E-693D8C33E910}" dt="2024-08-24T03:09:40.800" v="1373" actId="26606"/>
          <ac:spMkLst>
            <pc:docMk/>
            <pc:sldMk cId="1242525785" sldId="543"/>
            <ac:spMk id="27" creationId="{975D1CFA-2CDB-4B64-BD9F-85744E8DA12F}"/>
          </ac:spMkLst>
        </pc:spChg>
        <pc:spChg chg="add del">
          <ac:chgData name="强 李" userId="cd6c7ec7188785ae" providerId="LiveId" clId="{1F788608-16AE-484E-BA0E-693D8C33E910}" dt="2024-08-24T03:09:22.790" v="1365" actId="26606"/>
          <ac:spMkLst>
            <pc:docMk/>
            <pc:sldMk cId="1242525785" sldId="543"/>
            <ac:spMk id="41" creationId="{AE2B703B-46F9-481A-A605-82E2A828C4FA}"/>
          </ac:spMkLst>
        </pc:spChg>
        <pc:spChg chg="add del">
          <ac:chgData name="强 李" userId="cd6c7ec7188785ae" providerId="LiveId" clId="{1F788608-16AE-484E-BA0E-693D8C33E910}" dt="2024-08-24T03:09:22.790" v="1365" actId="26606"/>
          <ac:spMkLst>
            <pc:docMk/>
            <pc:sldMk cId="1242525785" sldId="543"/>
            <ac:spMk id="42" creationId="{F13BE4D7-0C3D-4906-B230-A1C5B4665CCF}"/>
          </ac:spMkLst>
        </pc:spChg>
        <pc:spChg chg="add del">
          <ac:chgData name="强 李" userId="cd6c7ec7188785ae" providerId="LiveId" clId="{1F788608-16AE-484E-BA0E-693D8C33E910}" dt="2024-08-24T03:09:32.601" v="1367" actId="26606"/>
          <ac:spMkLst>
            <pc:docMk/>
            <pc:sldMk cId="1242525785" sldId="543"/>
            <ac:spMk id="45" creationId="{3A7E003E-EE76-4207-A774-A645C37F1D27}"/>
          </ac:spMkLst>
        </pc:spChg>
        <pc:spChg chg="add del">
          <ac:chgData name="强 李" userId="cd6c7ec7188785ae" providerId="LiveId" clId="{1F788608-16AE-484E-BA0E-693D8C33E910}" dt="2024-08-24T03:09:32.601" v="1367" actId="26606"/>
          <ac:spMkLst>
            <pc:docMk/>
            <pc:sldMk cId="1242525785" sldId="543"/>
            <ac:spMk id="46" creationId="{FBD77573-9EF2-4C35-8285-A1CF6FBB0EA5}"/>
          </ac:spMkLst>
        </pc:spChg>
        <pc:spChg chg="add del">
          <ac:chgData name="强 李" userId="cd6c7ec7188785ae" providerId="LiveId" clId="{1F788608-16AE-484E-BA0E-693D8C33E910}" dt="2024-08-24T03:09:33.968" v="1369" actId="26606"/>
          <ac:spMkLst>
            <pc:docMk/>
            <pc:sldMk cId="1242525785" sldId="543"/>
            <ac:spMk id="49" creationId="{2659FDB4-FCBE-4A89-B46D-43D4FA54464D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2" creationId="{7517A47C-B2E5-4B79-8061-D74B1311AF6E}"/>
          </ac:spMkLst>
        </pc:spChg>
        <pc:spChg chg="add del">
          <ac:chgData name="强 李" userId="cd6c7ec7188785ae" providerId="LiveId" clId="{1F788608-16AE-484E-BA0E-693D8C33E910}" dt="2024-08-24T03:09:37.014" v="1371" actId="26606"/>
          <ac:spMkLst>
            <pc:docMk/>
            <pc:sldMk cId="1242525785" sldId="543"/>
            <ac:spMk id="53" creationId="{2E442304-DDBD-4F7B-8017-36BCC863FB40}"/>
          </ac:spMkLst>
        </pc:spChg>
        <pc:spChg chg="add del">
          <ac:chgData name="强 李" userId="cd6c7ec7188785ae" providerId="LiveId" clId="{1F788608-16AE-484E-BA0E-693D8C33E910}" dt="2024-08-24T03:09:37.014" v="1371" actId="26606"/>
          <ac:spMkLst>
            <pc:docMk/>
            <pc:sldMk cId="1242525785" sldId="543"/>
            <ac:spMk id="54" creationId="{5E107275-3853-46FD-A241-DE4355A42675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6" creationId="{C505E780-2083-4CB5-A42A-5E0E2908ECC3}"/>
          </ac:spMkLst>
        </pc:spChg>
        <pc:spChg chg="add del">
          <ac:chgData name="强 李" userId="cd6c7ec7188785ae" providerId="LiveId" clId="{1F788608-16AE-484E-BA0E-693D8C33E910}" dt="2024-08-24T03:09:40.800" v="1373" actId="26606"/>
          <ac:spMkLst>
            <pc:docMk/>
            <pc:sldMk cId="1242525785" sldId="543"/>
            <ac:spMk id="57" creationId="{00000000-0000-0000-0000-000000000000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8" creationId="{D2C0AE1C-0118-41AE-8A10-7CDCBF10E96F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9" creationId="{463EEC44-1BA3-44ED-81FC-A644B04B2A44}"/>
          </ac:spMkLst>
        </pc:spChg>
        <pc:spChg chg="add del">
          <ac:chgData name="强 李" userId="cd6c7ec7188785ae" providerId="LiveId" clId="{1F788608-16AE-484E-BA0E-693D8C33E910}" dt="2024-08-24T03:12:25.241" v="1400" actId="26606"/>
          <ac:spMkLst>
            <pc:docMk/>
            <pc:sldMk cId="1242525785" sldId="543"/>
            <ac:spMk id="63" creationId="{C7CCC60B-4D42-4FE4-BCB2-A713F52D08DA}"/>
          </ac:spMkLst>
        </pc:spChg>
        <pc:spChg chg="add del">
          <ac:chgData name="强 李" userId="cd6c7ec7188785ae" providerId="LiveId" clId="{1F788608-16AE-484E-BA0E-693D8C33E910}" dt="2024-08-24T03:11:00.593" v="1395" actId="26606"/>
          <ac:spMkLst>
            <pc:docMk/>
            <pc:sldMk cId="1242525785" sldId="543"/>
            <ac:spMk id="64" creationId="{3A7E003E-EE76-4207-A774-A645C37F1D27}"/>
          </ac:spMkLst>
        </pc:spChg>
        <pc:spChg chg="add del">
          <ac:chgData name="强 李" userId="cd6c7ec7188785ae" providerId="LiveId" clId="{1F788608-16AE-484E-BA0E-693D8C33E910}" dt="2024-08-24T03:11:00.593" v="1395" actId="26606"/>
          <ac:spMkLst>
            <pc:docMk/>
            <pc:sldMk cId="1242525785" sldId="543"/>
            <ac:spMk id="65" creationId="{FBD77573-9EF2-4C35-8285-A1CF6FBB0EA5}"/>
          </ac:spMkLst>
        </pc:spChg>
        <pc:spChg chg="add del">
          <ac:chgData name="强 李" userId="cd6c7ec7188785ae" providerId="LiveId" clId="{1F788608-16AE-484E-BA0E-693D8C33E910}" dt="2024-08-24T03:12:48.533" v="1402" actId="26606"/>
          <ac:spMkLst>
            <pc:docMk/>
            <pc:sldMk cId="1242525785" sldId="543"/>
            <ac:spMk id="67" creationId="{B5416EBC-B41E-4F8A-BE9F-07301B682CBD}"/>
          </ac:spMkLst>
        </pc:spChg>
        <pc:spChg chg="add del">
          <ac:chgData name="强 李" userId="cd6c7ec7188785ae" providerId="LiveId" clId="{1F788608-16AE-484E-BA0E-693D8C33E910}" dt="2024-08-24T03:10:53.218" v="1389" actId="26606"/>
          <ac:spMkLst>
            <pc:docMk/>
            <pc:sldMk cId="1242525785" sldId="543"/>
            <ac:spMk id="69" creationId="{7AADB56C-BA56-4D1E-A42A-A07A474446EC}"/>
          </ac:spMkLst>
        </pc:spChg>
        <pc:spChg chg="add del">
          <ac:chgData name="强 李" userId="cd6c7ec7188785ae" providerId="LiveId" clId="{1F788608-16AE-484E-BA0E-693D8C33E910}" dt="2024-08-24T03:12:48.533" v="1402" actId="26606"/>
          <ac:spMkLst>
            <pc:docMk/>
            <pc:sldMk cId="1242525785" sldId="543"/>
            <ac:spMk id="71" creationId="{AFF79527-C7F1-4E06-8126-A8E8C5FEBFCA}"/>
          </ac:spMkLst>
        </pc:spChg>
        <pc:spChg chg="add del">
          <ac:chgData name="强 李" userId="cd6c7ec7188785ae" providerId="LiveId" clId="{1F788608-16AE-484E-BA0E-693D8C33E910}" dt="2024-08-24T03:10:35.651" v="1383" actId="26606"/>
          <ac:spMkLst>
            <pc:docMk/>
            <pc:sldMk cId="1242525785" sldId="543"/>
            <ac:spMk id="72" creationId="{D1D34770-47A8-402C-AF23-2B653F2D88C1}"/>
          </ac:spMkLst>
        </pc:spChg>
        <pc:spChg chg="add del">
          <ac:chgData name="强 李" userId="cd6c7ec7188785ae" providerId="LiveId" clId="{1F788608-16AE-484E-BA0E-693D8C33E910}" dt="2024-08-24T03:10:56.674" v="1391" actId="26606"/>
          <ac:spMkLst>
            <pc:docMk/>
            <pc:sldMk cId="1242525785" sldId="543"/>
            <ac:spMk id="73" creationId="{59E6688D-1DED-48EA-8368-FCD09C0B764D}"/>
          </ac:spMkLst>
        </pc:spChg>
        <pc:spChg chg="add del">
          <ac:chgData name="强 李" userId="cd6c7ec7188785ae" providerId="LiveId" clId="{1F788608-16AE-484E-BA0E-693D8C33E910}" dt="2024-08-24T03:10:38.512" v="1385" actId="26606"/>
          <ac:spMkLst>
            <pc:docMk/>
            <pc:sldMk cId="1242525785" sldId="543"/>
            <ac:spMk id="74" creationId="{835EF3DD-7D43-4A27-8967-A92FD8CC9365}"/>
          </ac:spMkLst>
        </pc:spChg>
        <pc:spChg chg="add del">
          <ac:chgData name="强 李" userId="cd6c7ec7188785ae" providerId="LiveId" clId="{1F788608-16AE-484E-BA0E-693D8C33E910}" dt="2024-08-24T03:10:38.512" v="1385" actId="26606"/>
          <ac:spMkLst>
            <pc:docMk/>
            <pc:sldMk cId="1242525785" sldId="543"/>
            <ac:spMk id="75" creationId="{7025EFD5-738C-41B9-87FE-0C00E211BD8B}"/>
          </ac:spMkLst>
        </pc:spChg>
        <pc:spChg chg="add del">
          <ac:chgData name="强 李" userId="cd6c7ec7188785ae" providerId="LiveId" clId="{1F788608-16AE-484E-BA0E-693D8C33E910}" dt="2024-08-24T03:10:42.484" v="1387" actId="26606"/>
          <ac:spMkLst>
            <pc:docMk/>
            <pc:sldMk cId="1242525785" sldId="543"/>
            <ac:spMk id="78" creationId="{DB304A14-32D0-4873-B914-423ED7B8DAFD}"/>
          </ac:spMkLst>
        </pc:spChg>
        <pc:spChg chg="add del">
          <ac:chgData name="强 李" userId="cd6c7ec7188785ae" providerId="LiveId" clId="{1F788608-16AE-484E-BA0E-693D8C33E910}" dt="2024-08-24T03:10:42.484" v="1387" actId="26606"/>
          <ac:spMkLst>
            <pc:docMk/>
            <pc:sldMk cId="1242525785" sldId="543"/>
            <ac:spMk id="80" creationId="{1D460C86-854F-4FB3-ABC2-E823D8FEB9DB}"/>
          </ac:spMkLst>
        </pc:spChg>
        <pc:spChg chg="add del">
          <ac:chgData name="强 李" userId="cd6c7ec7188785ae" providerId="LiveId" clId="{1F788608-16AE-484E-BA0E-693D8C33E910}" dt="2024-08-24T03:10:42.484" v="1387" actId="26606"/>
          <ac:spMkLst>
            <pc:docMk/>
            <pc:sldMk cId="1242525785" sldId="543"/>
            <ac:spMk id="81" creationId="{BB48116A-278A-4CC5-89D3-9DE8E8FF1245}"/>
          </ac:spMkLst>
        </pc:spChg>
        <pc:spChg chg="add del">
          <ac:chgData name="强 李" userId="cd6c7ec7188785ae" providerId="LiveId" clId="{1F788608-16AE-484E-BA0E-693D8C33E910}" dt="2024-08-24T03:12:48.533" v="1402" actId="26606"/>
          <ac:spMkLst>
            <pc:docMk/>
            <pc:sldMk cId="1242525785" sldId="543"/>
            <ac:spMk id="83" creationId="{55986208-8A53-4E92-9197-6B57BCCB2F37}"/>
          </ac:spMkLst>
        </pc:spChg>
        <pc:spChg chg="add del">
          <ac:chgData name="强 李" userId="cd6c7ec7188785ae" providerId="LiveId" clId="{1F788608-16AE-484E-BA0E-693D8C33E910}" dt="2024-08-24T03:12:51.443" v="1404" actId="26606"/>
          <ac:spMkLst>
            <pc:docMk/>
            <pc:sldMk cId="1242525785" sldId="543"/>
            <ac:spMk id="85" creationId="{DB304A14-32D0-4873-B914-423ED7B8DAFD}"/>
          </ac:spMkLst>
        </pc:spChg>
        <pc:spChg chg="add del">
          <ac:chgData name="强 李" userId="cd6c7ec7188785ae" providerId="LiveId" clId="{1F788608-16AE-484E-BA0E-693D8C33E910}" dt="2024-08-24T03:12:51.443" v="1404" actId="26606"/>
          <ac:spMkLst>
            <pc:docMk/>
            <pc:sldMk cId="1242525785" sldId="543"/>
            <ac:spMk id="87" creationId="{1D460C86-854F-4FB3-ABC2-E823D8FEB9DB}"/>
          </ac:spMkLst>
        </pc:spChg>
        <pc:spChg chg="add del">
          <ac:chgData name="强 李" userId="cd6c7ec7188785ae" providerId="LiveId" clId="{1F788608-16AE-484E-BA0E-693D8C33E910}" dt="2024-08-24T03:12:51.443" v="1404" actId="26606"/>
          <ac:spMkLst>
            <pc:docMk/>
            <pc:sldMk cId="1242525785" sldId="543"/>
            <ac:spMk id="88" creationId="{BB48116A-278A-4CC5-89D3-9DE8E8FF1245}"/>
          </ac:spMkLst>
        </pc:spChg>
        <pc:spChg chg="add del">
          <ac:chgData name="强 李" userId="cd6c7ec7188785ae" providerId="LiveId" clId="{1F788608-16AE-484E-BA0E-693D8C33E910}" dt="2024-08-24T03:12:57.914" v="1406" actId="26606"/>
          <ac:spMkLst>
            <pc:docMk/>
            <pc:sldMk cId="1242525785" sldId="543"/>
            <ac:spMk id="90" creationId="{590F0732-1310-424D-AA1D-6CB7D4862AF5}"/>
          </ac:spMkLst>
        </pc:spChg>
        <pc:spChg chg="add del">
          <ac:chgData name="强 李" userId="cd6c7ec7188785ae" providerId="LiveId" clId="{1F788608-16AE-484E-BA0E-693D8C33E910}" dt="2024-08-24T03:12:57.914" v="1406" actId="26606"/>
          <ac:spMkLst>
            <pc:docMk/>
            <pc:sldMk cId="1242525785" sldId="543"/>
            <ac:spMk id="91" creationId="{6C735625-AF2A-411F-ACEB-29A708A94EA6}"/>
          </ac:spMkLst>
        </pc:spChg>
        <pc:spChg chg="add del">
          <ac:chgData name="强 李" userId="cd6c7ec7188785ae" providerId="LiveId" clId="{1F788608-16AE-484E-BA0E-693D8C33E910}" dt="2024-08-24T03:13:03.773" v="1408" actId="26606"/>
          <ac:spMkLst>
            <pc:docMk/>
            <pc:sldMk cId="1242525785" sldId="543"/>
            <ac:spMk id="93" creationId="{AE5A632B-B15A-489E-8337-BC0F40DBC21F}"/>
          </ac:spMkLst>
        </pc:spChg>
        <pc:spChg chg="add del">
          <ac:chgData name="强 李" userId="cd6c7ec7188785ae" providerId="LiveId" clId="{1F788608-16AE-484E-BA0E-693D8C33E910}" dt="2024-08-24T03:13:03.773" v="1408" actId="26606"/>
          <ac:spMkLst>
            <pc:docMk/>
            <pc:sldMk cId="1242525785" sldId="543"/>
            <ac:spMk id="94" creationId="{6E895C8D-1379-40B8-8B1B-B6F5AEAF0A6C}"/>
          </ac:spMkLst>
        </pc:spChg>
        <pc:spChg chg="add del">
          <ac:chgData name="强 李" userId="cd6c7ec7188785ae" providerId="LiveId" clId="{1F788608-16AE-484E-BA0E-693D8C33E910}" dt="2024-08-24T03:13:03.773" v="1408" actId="26606"/>
          <ac:spMkLst>
            <pc:docMk/>
            <pc:sldMk cId="1242525785" sldId="543"/>
            <ac:spMk id="95" creationId="{651547D7-AD18-407B-A5F4-F8225B5DCFCC}"/>
          </ac:spMkLst>
        </pc:spChg>
        <pc:grpChg chg="add del">
          <ac:chgData name="强 李" userId="cd6c7ec7188785ae" providerId="LiveId" clId="{1F788608-16AE-484E-BA0E-693D8C33E910}" dt="2024-08-24T03:09:18.316" v="1363" actId="26606"/>
          <ac:grpSpMkLst>
            <pc:docMk/>
            <pc:sldMk cId="1242525785" sldId="543"/>
            <ac:grpSpMk id="28" creationId="{B3F7A3C7-0737-4E57-B30E-8EEFE638B401}"/>
          </ac:grpSpMkLst>
        </pc:grpChg>
        <pc:grpChg chg="add del">
          <ac:chgData name="强 李" userId="cd6c7ec7188785ae" providerId="LiveId" clId="{1F788608-16AE-484E-BA0E-693D8C33E910}" dt="2024-08-24T03:09:40.800" v="1373" actId="26606"/>
          <ac:grpSpMkLst>
            <pc:docMk/>
            <pc:sldMk cId="1242525785" sldId="543"/>
            <ac:grpSpMk id="29" creationId="{25EE5136-01F1-466C-962D-BA9B4C6757AA}"/>
          </ac:grpSpMkLst>
        </pc:grpChg>
        <pc:grpChg chg="add del">
          <ac:chgData name="强 李" userId="cd6c7ec7188785ae" providerId="LiveId" clId="{1F788608-16AE-484E-BA0E-693D8C33E910}" dt="2024-08-24T03:11:28.859" v="1397" actId="26606"/>
          <ac:grpSpMkLst>
            <pc:docMk/>
            <pc:sldMk cId="1242525785" sldId="543"/>
            <ac:grpSpMk id="31" creationId="{B3F7A3C7-0737-4E57-B30E-8EEFE638B401}"/>
          </ac:grpSpMkLst>
        </pc:grpChg>
        <pc:grpChg chg="add del">
          <ac:chgData name="强 李" userId="cd6c7ec7188785ae" providerId="LiveId" clId="{1F788608-16AE-484E-BA0E-693D8C33E910}" dt="2024-08-24T03:09:18.316" v="1363" actId="26606"/>
          <ac:grpSpMkLst>
            <pc:docMk/>
            <pc:sldMk cId="1242525785" sldId="543"/>
            <ac:grpSpMk id="32" creationId="{43F5E015-E085-4624-B431-B42414448684}"/>
          </ac:grpSpMkLst>
        </pc:grpChg>
        <pc:grpChg chg="add del">
          <ac:chgData name="强 李" userId="cd6c7ec7188785ae" providerId="LiveId" clId="{1F788608-16AE-484E-BA0E-693D8C33E910}" dt="2024-08-24T03:11:28.859" v="1397" actId="26606"/>
          <ac:grpSpMkLst>
            <pc:docMk/>
            <pc:sldMk cId="1242525785" sldId="543"/>
            <ac:grpSpMk id="44" creationId="{43F5E015-E085-4624-B431-B42414448684}"/>
          </ac:grpSpMkLst>
        </pc:grpChg>
        <pc:grpChg chg="add del">
          <ac:chgData name="强 李" userId="cd6c7ec7188785ae" providerId="LiveId" clId="{1F788608-16AE-484E-BA0E-693D8C33E910}" dt="2024-08-24T03:10:56.674" v="1391" actId="26606"/>
          <ac:grpSpMkLst>
            <pc:docMk/>
            <pc:sldMk cId="1242525785" sldId="543"/>
            <ac:grpSpMk id="82" creationId="{16BD38F4-5888-4B5B-836C-A316C5223270}"/>
          </ac:grpSpMkLst>
        </pc:grpChg>
        <pc:graphicFrameChg chg="add mod modGraphic">
          <ac:chgData name="强 李" userId="cd6c7ec7188785ae" providerId="LiveId" clId="{1F788608-16AE-484E-BA0E-693D8C33E910}" dt="2024-08-24T03:15:57.159" v="1477" actId="1076"/>
          <ac:graphicFrameMkLst>
            <pc:docMk/>
            <pc:sldMk cId="1242525785" sldId="543"/>
            <ac:graphicFrameMk id="3" creationId="{FBB59DDB-DEE3-D1A2-0F52-6A3E2F20A33E}"/>
          </ac:graphicFrameMkLst>
        </pc:graphicFrameChg>
        <pc:graphicFrameChg chg="add del">
          <ac:chgData name="强 李" userId="cd6c7ec7188785ae" providerId="LiveId" clId="{1F788608-16AE-484E-BA0E-693D8C33E910}" dt="2024-08-24T03:09:18.316" v="1363" actId="26606"/>
          <ac:graphicFrameMkLst>
            <pc:docMk/>
            <pc:sldMk cId="1242525785" sldId="543"/>
            <ac:graphicFrameMk id="20" creationId="{2A1B1BAD-45B8-A0EA-B430-3B82623A8759}"/>
          </ac:graphicFrameMkLst>
        </pc:graphicFrameChg>
        <pc:graphicFrameChg chg="add del">
          <ac:chgData name="强 李" userId="cd6c7ec7188785ae" providerId="LiveId" clId="{1F788608-16AE-484E-BA0E-693D8C33E910}" dt="2024-08-24T03:09:22.790" v="1365" actId="26606"/>
          <ac:graphicFrameMkLst>
            <pc:docMk/>
            <pc:sldMk cId="1242525785" sldId="543"/>
            <ac:graphicFrameMk id="43" creationId="{34D802D4-8054-A8A6-2DAF-466223B82652}"/>
          </ac:graphicFrameMkLst>
        </pc:graphicFrameChg>
        <pc:graphicFrameChg chg="add del">
          <ac:chgData name="强 李" userId="cd6c7ec7188785ae" providerId="LiveId" clId="{1F788608-16AE-484E-BA0E-693D8C33E910}" dt="2024-08-24T03:09:32.601" v="1367" actId="26606"/>
          <ac:graphicFrameMkLst>
            <pc:docMk/>
            <pc:sldMk cId="1242525785" sldId="543"/>
            <ac:graphicFrameMk id="47" creationId="{42B0B213-B12F-23DE-07EB-27937D180E08}"/>
          </ac:graphicFrameMkLst>
        </pc:graphicFrameChg>
        <pc:graphicFrameChg chg="add del">
          <ac:chgData name="强 李" userId="cd6c7ec7188785ae" providerId="LiveId" clId="{1F788608-16AE-484E-BA0E-693D8C33E910}" dt="2024-08-24T03:11:28.859" v="1397" actId="26606"/>
          <ac:graphicFrameMkLst>
            <pc:docMk/>
            <pc:sldMk cId="1242525785" sldId="543"/>
            <ac:graphicFrameMk id="48" creationId="{955A83CE-82F9-4FA2-5567-106F9D79EEC8}"/>
          </ac:graphicFrameMkLst>
        </pc:graphicFrameChg>
        <pc:graphicFrameChg chg="add del">
          <ac:chgData name="强 李" userId="cd6c7ec7188785ae" providerId="LiveId" clId="{1F788608-16AE-484E-BA0E-693D8C33E910}" dt="2024-08-24T03:09:33.968" v="1369" actId="26606"/>
          <ac:graphicFrameMkLst>
            <pc:docMk/>
            <pc:sldMk cId="1242525785" sldId="543"/>
            <ac:graphicFrameMk id="51" creationId="{CA4C2C80-BCC4-62A3-26DE-55543D4CF541}"/>
          </ac:graphicFrameMkLst>
        </pc:graphicFrameChg>
        <pc:graphicFrameChg chg="add del">
          <ac:chgData name="强 李" userId="cd6c7ec7188785ae" providerId="LiveId" clId="{1F788608-16AE-484E-BA0E-693D8C33E910}" dt="2024-08-24T03:09:37.014" v="1371" actId="26606"/>
          <ac:graphicFrameMkLst>
            <pc:docMk/>
            <pc:sldMk cId="1242525785" sldId="543"/>
            <ac:graphicFrameMk id="55" creationId="{6B6BBB9F-05AD-0E35-3563-F1D423A45B15}"/>
          </ac:graphicFrameMkLst>
        </pc:graphicFrameChg>
        <pc:graphicFrameChg chg="add del">
          <ac:chgData name="强 李" userId="cd6c7ec7188785ae" providerId="LiveId" clId="{1F788608-16AE-484E-BA0E-693D8C33E910}" dt="2024-08-24T03:09:42.743" v="1375" actId="26606"/>
          <ac:graphicFrameMkLst>
            <pc:docMk/>
            <pc:sldMk cId="1242525785" sldId="543"/>
            <ac:graphicFrameMk id="60" creationId="{53C2FF10-0D8D-A406-D8BD-068AA479EB41}"/>
          </ac:graphicFrameMkLst>
        </pc:graphicFrameChg>
        <pc:graphicFrameChg chg="add del mod modGraphic">
          <ac:chgData name="强 李" userId="cd6c7ec7188785ae" providerId="LiveId" clId="{1F788608-16AE-484E-BA0E-693D8C33E910}" dt="2024-08-24T03:13:05.052" v="1409" actId="26606"/>
          <ac:graphicFrameMkLst>
            <pc:docMk/>
            <pc:sldMk cId="1242525785" sldId="543"/>
            <ac:graphicFrameMk id="61" creationId="{CE444872-B963-636C-6B44-772EB40CCEA0}"/>
          </ac:graphicFrameMkLst>
        </pc:graphicFrameChg>
        <pc:graphicFrameChg chg="add del">
          <ac:chgData name="强 李" userId="cd6c7ec7188785ae" providerId="LiveId" clId="{1F788608-16AE-484E-BA0E-693D8C33E910}" dt="2024-08-24T03:09:46.172" v="1377" actId="26606"/>
          <ac:graphicFrameMkLst>
            <pc:docMk/>
            <pc:sldMk cId="1242525785" sldId="543"/>
            <ac:graphicFrameMk id="62" creationId="{53B6355C-8CEF-095A-93ED-BC3B0E8BF6F2}"/>
          </ac:graphicFrameMkLst>
        </pc:graphicFrameChg>
        <pc:graphicFrameChg chg="add del mod modGraphic">
          <ac:chgData name="强 李" userId="cd6c7ec7188785ae" providerId="LiveId" clId="{1F788608-16AE-484E-BA0E-693D8C33E910}" dt="2024-08-24T03:11:00.593" v="1395" actId="26606"/>
          <ac:graphicFrameMkLst>
            <pc:docMk/>
            <pc:sldMk cId="1242525785" sldId="543"/>
            <ac:graphicFrameMk id="66" creationId="{42B0B213-B12F-23DE-07EB-27937D180E08}"/>
          </ac:graphicFrameMkLst>
        </pc:graphicFrameChg>
        <pc:picChg chg="add del">
          <ac:chgData name="强 李" userId="cd6c7ec7188785ae" providerId="LiveId" clId="{1F788608-16AE-484E-BA0E-693D8C33E910}" dt="2024-08-24T03:09:40.800" v="1373" actId="26606"/>
          <ac:picMkLst>
            <pc:docMk/>
            <pc:sldMk cId="1242525785" sldId="543"/>
            <ac:picMk id="22" creationId="{FEE09F44-F9AA-A063-E627-65424AAADF11}"/>
          </ac:picMkLst>
        </pc:picChg>
        <pc:picChg chg="add del">
          <ac:chgData name="强 李" userId="cd6c7ec7188785ae" providerId="LiveId" clId="{1F788608-16AE-484E-BA0E-693D8C33E910}" dt="2024-08-24T03:10:35.651" v="1383" actId="26606"/>
          <ac:picMkLst>
            <pc:docMk/>
            <pc:sldMk cId="1242525785" sldId="543"/>
            <ac:picMk id="68" creationId="{000FCCA7-0488-9968-4A2B-0047F8254F02}"/>
          </ac:picMkLst>
        </pc:picChg>
        <pc:picChg chg="add del">
          <ac:chgData name="强 李" userId="cd6c7ec7188785ae" providerId="LiveId" clId="{1F788608-16AE-484E-BA0E-693D8C33E910}" dt="2024-08-24T03:10:53.218" v="1389" actId="26606"/>
          <ac:picMkLst>
            <pc:docMk/>
            <pc:sldMk cId="1242525785" sldId="543"/>
            <ac:picMk id="70" creationId="{51912864-9BA9-75DB-0713-7D834FA7B0AF}"/>
          </ac:picMkLst>
        </pc:picChg>
        <pc:picChg chg="add del">
          <ac:chgData name="强 李" userId="cd6c7ec7188785ae" providerId="LiveId" clId="{1F788608-16AE-484E-BA0E-693D8C33E910}" dt="2024-08-24T03:10:38.512" v="1385" actId="26606"/>
          <ac:picMkLst>
            <pc:docMk/>
            <pc:sldMk cId="1242525785" sldId="543"/>
            <ac:picMk id="76" creationId="{39BE5F5A-1109-2216-CB58-CFC82530BB1D}"/>
          </ac:picMkLst>
        </pc:picChg>
        <pc:picChg chg="add del">
          <ac:chgData name="强 李" userId="cd6c7ec7188785ae" providerId="LiveId" clId="{1F788608-16AE-484E-BA0E-693D8C33E910}" dt="2024-08-24T03:10:56.674" v="1391" actId="26606"/>
          <ac:picMkLst>
            <pc:docMk/>
            <pc:sldMk cId="1242525785" sldId="543"/>
            <ac:picMk id="77" creationId="{4028A757-201C-782F-1634-74308AC2C281}"/>
          </ac:picMkLst>
        </pc:picChg>
        <pc:picChg chg="add del">
          <ac:chgData name="强 李" userId="cd6c7ec7188785ae" providerId="LiveId" clId="{1F788608-16AE-484E-BA0E-693D8C33E910}" dt="2024-08-24T03:10:42.484" v="1387" actId="26606"/>
          <ac:picMkLst>
            <pc:docMk/>
            <pc:sldMk cId="1242525785" sldId="543"/>
            <ac:picMk id="79" creationId="{78225370-FEEE-7B6A-2155-D85AC10A75C1}"/>
          </ac:picMkLst>
        </pc:picChg>
        <pc:picChg chg="add del">
          <ac:chgData name="强 李" userId="cd6c7ec7188785ae" providerId="LiveId" clId="{1F788608-16AE-484E-BA0E-693D8C33E910}" dt="2024-08-24T03:12:51.443" v="1404" actId="26606"/>
          <ac:picMkLst>
            <pc:docMk/>
            <pc:sldMk cId="1242525785" sldId="543"/>
            <ac:picMk id="86" creationId="{7DCC1181-0B7D-7A76-3C71-0D7FD8A6835C}"/>
          </ac:picMkLst>
        </pc:picChg>
        <pc:cxnChg chg="add del">
          <ac:chgData name="强 李" userId="cd6c7ec7188785ae" providerId="LiveId" clId="{1F788608-16AE-484E-BA0E-693D8C33E910}" dt="2024-08-24T03:09:33.968" v="1369" actId="26606"/>
          <ac:cxnSpMkLst>
            <pc:docMk/>
            <pc:sldMk cId="1242525785" sldId="543"/>
            <ac:cxnSpMk id="50" creationId="{C8F51B3F-8331-4E4A-AE96-D47B1006EEAD}"/>
          </ac:cxnSpMkLst>
        </pc:cxnChg>
      </pc:sldChg>
      <pc:sldChg chg="modSp mod">
        <pc:chgData name="强 李" userId="cd6c7ec7188785ae" providerId="LiveId" clId="{1F788608-16AE-484E-BA0E-693D8C33E910}" dt="2024-08-23T11:33:52.931" v="318"/>
        <pc:sldMkLst>
          <pc:docMk/>
          <pc:sldMk cId="419382719" sldId="552"/>
        </pc:sldMkLst>
        <pc:spChg chg="mod">
          <ac:chgData name="强 李" userId="cd6c7ec7188785ae" providerId="LiveId" clId="{1F788608-16AE-484E-BA0E-693D8C33E910}" dt="2024-08-23T11:33:52.931" v="318"/>
          <ac:spMkLst>
            <pc:docMk/>
            <pc:sldMk cId="419382719" sldId="552"/>
            <ac:spMk id="18" creationId="{00000000-0000-0000-0000-000000000000}"/>
          </ac:spMkLst>
        </pc:spChg>
      </pc:sldChg>
      <pc:sldChg chg="addSp delSp modSp mod setBg">
        <pc:chgData name="强 李" userId="cd6c7ec7188785ae" providerId="LiveId" clId="{1F788608-16AE-484E-BA0E-693D8C33E910}" dt="2024-08-24T02:54:21.908" v="965" actId="14100"/>
        <pc:sldMkLst>
          <pc:docMk/>
          <pc:sldMk cId="530530540" sldId="553"/>
        </pc:sldMkLst>
        <pc:spChg chg="mod">
          <ac:chgData name="强 李" userId="cd6c7ec7188785ae" providerId="LiveId" clId="{1F788608-16AE-484E-BA0E-693D8C33E910}" dt="2024-08-24T02:51:05.540" v="938"/>
          <ac:spMkLst>
            <pc:docMk/>
            <pc:sldMk cId="530530540" sldId="553"/>
            <ac:spMk id="2" creationId="{00000000-0000-0000-0000-000000000000}"/>
          </ac:spMkLst>
        </pc:spChg>
        <pc:spChg chg="add mod">
          <ac:chgData name="强 李" userId="cd6c7ec7188785ae" providerId="LiveId" clId="{1F788608-16AE-484E-BA0E-693D8C33E910}" dt="2024-08-24T02:48:39.860" v="894" actId="1076"/>
          <ac:spMkLst>
            <pc:docMk/>
            <pc:sldMk cId="530530540" sldId="553"/>
            <ac:spMk id="6" creationId="{8D684FDC-0FF7-89F2-9187-5F0E9ED8CA01}"/>
          </ac:spMkLst>
        </pc:spChg>
        <pc:spChg chg="add mod">
          <ac:chgData name="强 李" userId="cd6c7ec7188785ae" providerId="LiveId" clId="{1F788608-16AE-484E-BA0E-693D8C33E910}" dt="2024-08-24T02:52:58.962" v="954" actId="1076"/>
          <ac:spMkLst>
            <pc:docMk/>
            <pc:sldMk cId="530530540" sldId="553"/>
            <ac:spMk id="8" creationId="{45389BD0-E388-0097-466C-F26299510F99}"/>
          </ac:spMkLst>
        </pc:spChg>
        <pc:spChg chg="add mod">
          <ac:chgData name="强 李" userId="cd6c7ec7188785ae" providerId="LiveId" clId="{1F788608-16AE-484E-BA0E-693D8C33E910}" dt="2024-08-24T02:53:56.302" v="963" actId="1038"/>
          <ac:spMkLst>
            <pc:docMk/>
            <pc:sldMk cId="530530540" sldId="553"/>
            <ac:spMk id="9" creationId="{90D08CFA-8FF2-B85A-F2F5-2DA8F5683277}"/>
          </ac:spMkLst>
        </pc:spChg>
        <pc:spChg chg="mod">
          <ac:chgData name="强 李" userId="cd6c7ec7188785ae" providerId="LiveId" clId="{1F788608-16AE-484E-BA0E-693D8C33E910}" dt="2024-08-23T11:49:33.655" v="765" actId="1076"/>
          <ac:spMkLst>
            <pc:docMk/>
            <pc:sldMk cId="530530540" sldId="553"/>
            <ac:spMk id="18" creationId="{00000000-0000-0000-0000-000000000000}"/>
          </ac:spMkLst>
        </pc:spChg>
        <pc:spChg chg="add del">
          <ac:chgData name="强 李" userId="cd6c7ec7188785ae" providerId="LiveId" clId="{1F788608-16AE-484E-BA0E-693D8C33E910}" dt="2024-08-23T11:46:43.755" v="710" actId="26606"/>
          <ac:spMkLst>
            <pc:docMk/>
            <pc:sldMk cId="530530540" sldId="553"/>
            <ac:spMk id="20" creationId="{5C8908E2-EE49-44D2-9428-A28D2312A8D5}"/>
          </ac:spMkLst>
        </pc:spChg>
        <pc:spChg chg="add del">
          <ac:chgData name="强 李" userId="cd6c7ec7188785ae" providerId="LiveId" clId="{1F788608-16AE-484E-BA0E-693D8C33E910}" dt="2024-08-23T11:46:43.755" v="710" actId="26606"/>
          <ac:spMkLst>
            <pc:docMk/>
            <pc:sldMk cId="530530540" sldId="553"/>
            <ac:spMk id="24" creationId="{8B88B599-C539-4F18-A32A-40207EC6E21A}"/>
          </ac:spMkLst>
        </pc:spChg>
        <pc:spChg chg="add del">
          <ac:chgData name="强 李" userId="cd6c7ec7188785ae" providerId="LiveId" clId="{1F788608-16AE-484E-BA0E-693D8C33E910}" dt="2024-08-23T11:46:43.755" v="710" actId="26606"/>
          <ac:spMkLst>
            <pc:docMk/>
            <pc:sldMk cId="530530540" sldId="553"/>
            <ac:spMk id="31" creationId="{ED888B23-07FA-482A-96DF-47E31AF1A603}"/>
          </ac:spMkLst>
        </pc:spChg>
        <pc:spChg chg="add del">
          <ac:chgData name="强 李" userId="cd6c7ec7188785ae" providerId="LiveId" clId="{1F788608-16AE-484E-BA0E-693D8C33E910}" dt="2024-08-23T11:46:45.938" v="713" actId="26606"/>
          <ac:spMkLst>
            <pc:docMk/>
            <pc:sldMk cId="530530540" sldId="553"/>
            <ac:spMk id="33" creationId="{2B97F24A-32CE-4C1C-A50D-3016B394DCFB}"/>
          </ac:spMkLst>
        </pc:spChg>
        <pc:spChg chg="add del">
          <ac:chgData name="强 李" userId="cd6c7ec7188785ae" providerId="LiveId" clId="{1F788608-16AE-484E-BA0E-693D8C33E910}" dt="2024-08-23T11:46:45.938" v="713" actId="26606"/>
          <ac:spMkLst>
            <pc:docMk/>
            <pc:sldMk cId="530530540" sldId="553"/>
            <ac:spMk id="34" creationId="{CD8B4F24-440B-49E9-B85D-733523DC064B}"/>
          </ac:spMkLst>
        </pc:spChg>
        <pc:spChg chg="add del">
          <ac:chgData name="强 李" userId="cd6c7ec7188785ae" providerId="LiveId" clId="{1F788608-16AE-484E-BA0E-693D8C33E910}" dt="2024-08-23T11:47:52.944" v="735" actId="26606"/>
          <ac:spMkLst>
            <pc:docMk/>
            <pc:sldMk cId="530530540" sldId="553"/>
            <ac:spMk id="36" creationId="{2EB492CD-616E-47F8-933B-5E2D952A0593}"/>
          </ac:spMkLst>
        </pc:spChg>
        <pc:spChg chg="add del">
          <ac:chgData name="强 李" userId="cd6c7ec7188785ae" providerId="LiveId" clId="{1F788608-16AE-484E-BA0E-693D8C33E910}" dt="2024-08-23T11:47:52.944" v="735" actId="26606"/>
          <ac:spMkLst>
            <pc:docMk/>
            <pc:sldMk cId="530530540" sldId="553"/>
            <ac:spMk id="37" creationId="{59383CF9-23B5-4335-9B21-1791C4CF1C75}"/>
          </ac:spMkLst>
        </pc:spChg>
        <pc:spChg chg="add del">
          <ac:chgData name="强 李" userId="cd6c7ec7188785ae" providerId="LiveId" clId="{1F788608-16AE-484E-BA0E-693D8C33E910}" dt="2024-08-23T11:47:52.944" v="735" actId="26606"/>
          <ac:spMkLst>
            <pc:docMk/>
            <pc:sldMk cId="530530540" sldId="553"/>
            <ac:spMk id="38" creationId="{0007FE00-9498-4706-B255-6437B0252C02}"/>
          </ac:spMkLst>
        </pc:spChg>
        <pc:spChg chg="add del">
          <ac:chgData name="强 李" userId="cd6c7ec7188785ae" providerId="LiveId" clId="{1F788608-16AE-484E-BA0E-693D8C33E910}" dt="2024-08-23T11:47:51.875" v="733" actId="26606"/>
          <ac:spMkLst>
            <pc:docMk/>
            <pc:sldMk cId="530530540" sldId="553"/>
            <ac:spMk id="68" creationId="{0007FE00-9498-4706-B255-6437B0252C02}"/>
          </ac:spMkLst>
        </pc:spChg>
        <pc:spChg chg="add del">
          <ac:chgData name="强 李" userId="cd6c7ec7188785ae" providerId="LiveId" clId="{1F788608-16AE-484E-BA0E-693D8C33E910}" dt="2024-08-23T11:47:51.875" v="733" actId="26606"/>
          <ac:spMkLst>
            <pc:docMk/>
            <pc:sldMk cId="530530540" sldId="553"/>
            <ac:spMk id="69" creationId="{2EB492CD-616E-47F8-933B-5E2D952A0593}"/>
          </ac:spMkLst>
        </pc:spChg>
        <pc:spChg chg="add del">
          <ac:chgData name="强 李" userId="cd6c7ec7188785ae" providerId="LiveId" clId="{1F788608-16AE-484E-BA0E-693D8C33E910}" dt="2024-08-23T11:47:51.875" v="733" actId="26606"/>
          <ac:spMkLst>
            <pc:docMk/>
            <pc:sldMk cId="530530540" sldId="553"/>
            <ac:spMk id="70" creationId="{59383CF9-23B5-4335-9B21-1791C4CF1C75}"/>
          </ac:spMkLst>
        </pc:spChg>
        <pc:grpChg chg="add del">
          <ac:chgData name="强 李" userId="cd6c7ec7188785ae" providerId="LiveId" clId="{1F788608-16AE-484E-BA0E-693D8C33E910}" dt="2024-08-23T11:46:43.755" v="710" actId="26606"/>
          <ac:grpSpMkLst>
            <pc:docMk/>
            <pc:sldMk cId="530530540" sldId="553"/>
            <ac:grpSpMk id="21" creationId="{B29018A0-5DE6-4CC9-AB25-675616AF7225}"/>
          </ac:grpSpMkLst>
        </pc:grpChg>
        <pc:grpChg chg="add del">
          <ac:chgData name="强 李" userId="cd6c7ec7188785ae" providerId="LiveId" clId="{1F788608-16AE-484E-BA0E-693D8C33E910}" dt="2024-08-23T11:47:00.530" v="716" actId="26606"/>
          <ac:grpSpMkLst>
            <pc:docMk/>
            <pc:sldMk cId="530530540" sldId="553"/>
            <ac:grpSpMk id="43" creationId="{1FD67D68-9B83-C338-8342-3348D8F22347}"/>
          </ac:grpSpMkLst>
        </pc:grpChg>
        <pc:grpChg chg="add del">
          <ac:chgData name="强 李" userId="cd6c7ec7188785ae" providerId="LiveId" clId="{1F788608-16AE-484E-BA0E-693D8C33E910}" dt="2024-08-23T11:47:02.266" v="718" actId="26606"/>
          <ac:grpSpMkLst>
            <pc:docMk/>
            <pc:sldMk cId="530530540" sldId="553"/>
            <ac:grpSpMk id="47" creationId="{1FD67D68-9B83-C338-8342-3348D8F22347}"/>
          </ac:grpSpMkLst>
        </pc:grpChg>
        <pc:grpChg chg="add del">
          <ac:chgData name="强 李" userId="cd6c7ec7188785ae" providerId="LiveId" clId="{1F788608-16AE-484E-BA0E-693D8C33E910}" dt="2024-08-23T11:47:11.451" v="722" actId="26606"/>
          <ac:grpSpMkLst>
            <pc:docMk/>
            <pc:sldMk cId="530530540" sldId="553"/>
            <ac:grpSpMk id="53" creationId="{6258F736-B256-8039-9DC6-F4E49A5C5AD5}"/>
          </ac:grpSpMkLst>
        </pc:grpChg>
        <pc:grpChg chg="add del">
          <ac:chgData name="强 李" userId="cd6c7ec7188785ae" providerId="LiveId" clId="{1F788608-16AE-484E-BA0E-693D8C33E910}" dt="2024-08-23T11:47:14.259" v="726" actId="26606"/>
          <ac:grpSpMkLst>
            <pc:docMk/>
            <pc:sldMk cId="530530540" sldId="553"/>
            <ac:grpSpMk id="57" creationId="{1FD67D68-9B83-C338-8342-3348D8F22347}"/>
          </ac:grpSpMkLst>
        </pc:grpChg>
        <pc:graphicFrameChg chg="add mod modGraphic">
          <ac:chgData name="强 李" userId="cd6c7ec7188785ae" providerId="LiveId" clId="{1F788608-16AE-484E-BA0E-693D8C33E910}" dt="2024-08-24T02:50:15.336" v="902" actId="12385"/>
          <ac:graphicFrameMkLst>
            <pc:docMk/>
            <pc:sldMk cId="530530540" sldId="553"/>
            <ac:graphicFrameMk id="3" creationId="{92FE9AF6-DC4E-CA6E-D418-D12FF887DACD}"/>
          </ac:graphicFrameMkLst>
        </pc:graphicFrameChg>
        <pc:graphicFrameChg chg="add del mod modGraphic">
          <ac:chgData name="强 李" userId="cd6c7ec7188785ae" providerId="LiveId" clId="{1F788608-16AE-484E-BA0E-693D8C33E910}" dt="2024-08-23T11:48:04.368" v="740" actId="478"/>
          <ac:graphicFrameMkLst>
            <pc:docMk/>
            <pc:sldMk cId="530530540" sldId="553"/>
            <ac:graphicFrameMk id="4" creationId="{782B3DCD-7954-89EF-6738-2619741EB758}"/>
          </ac:graphicFrameMkLst>
        </pc:graphicFrameChg>
        <pc:cxnChg chg="add mod">
          <ac:chgData name="强 李" userId="cd6c7ec7188785ae" providerId="LiveId" clId="{1F788608-16AE-484E-BA0E-693D8C33E910}" dt="2024-08-24T02:54:21.908" v="965" actId="14100"/>
          <ac:cxnSpMkLst>
            <pc:docMk/>
            <pc:sldMk cId="530530540" sldId="553"/>
            <ac:cxnSpMk id="11" creationId="{F08425F2-0B6C-B005-DB21-CFAD782922F2}"/>
          </ac:cxnSpMkLst>
        </pc:cxnChg>
        <pc:cxnChg chg="add">
          <ac:chgData name="强 李" userId="cd6c7ec7188785ae" providerId="LiveId" clId="{1F788608-16AE-484E-BA0E-693D8C33E910}" dt="2024-08-23T11:49:28.115" v="764" actId="26606"/>
          <ac:cxnSpMkLst>
            <pc:docMk/>
            <pc:sldMk cId="530530540" sldId="553"/>
            <ac:cxnSpMk id="22" creationId="{1503BFE4-729B-D9D0-C17B-501E6AF1127A}"/>
          </ac:cxnSpMkLst>
        </pc:cxnChg>
        <pc:cxnChg chg="add del">
          <ac:chgData name="强 李" userId="cd6c7ec7188785ae" providerId="LiveId" clId="{1F788608-16AE-484E-BA0E-693D8C33E910}" dt="2024-08-23T11:47:08.106" v="720" actId="26606"/>
          <ac:cxnSpMkLst>
            <pc:docMk/>
            <pc:sldMk cId="530530540" sldId="553"/>
            <ac:cxnSpMk id="51" creationId="{FC23E3B9-5ABF-58B3-E2B0-E9A5DAA90037}"/>
          </ac:cxnSpMkLst>
        </pc:cxnChg>
        <pc:cxnChg chg="add del">
          <ac:chgData name="强 李" userId="cd6c7ec7188785ae" providerId="LiveId" clId="{1F788608-16AE-484E-BA0E-693D8C33E910}" dt="2024-08-23T11:47:12.610" v="724" actId="26606"/>
          <ac:cxnSpMkLst>
            <pc:docMk/>
            <pc:sldMk cId="530530540" sldId="553"/>
            <ac:cxnSpMk id="55" creationId="{FC23E3B9-5ABF-58B3-E2B0-E9A5DAA90037}"/>
          </ac:cxnSpMkLst>
        </pc:cxnChg>
        <pc:cxnChg chg="add del">
          <ac:chgData name="强 李" userId="cd6c7ec7188785ae" providerId="LiveId" clId="{1F788608-16AE-484E-BA0E-693D8C33E910}" dt="2024-08-23T11:47:52.410" v="734" actId="26606"/>
          <ac:cxnSpMkLst>
            <pc:docMk/>
            <pc:sldMk cId="530530540" sldId="553"/>
            <ac:cxnSpMk id="59" creationId="{1503BFE4-729B-D9D0-C17B-501E6AF1127A}"/>
          </ac:cxnSpMkLst>
        </pc:cxnChg>
        <pc:cxnChg chg="add del">
          <ac:chgData name="强 李" userId="cd6c7ec7188785ae" providerId="LiveId" clId="{1F788608-16AE-484E-BA0E-693D8C33E910}" dt="2024-08-23T11:47:44.134" v="729" actId="26606"/>
          <ac:cxnSpMkLst>
            <pc:docMk/>
            <pc:sldMk cId="530530540" sldId="553"/>
            <ac:cxnSpMk id="64" creationId="{1503BFE4-729B-D9D0-C17B-501E6AF1127A}"/>
          </ac:cxnSpMkLst>
        </pc:cxnChg>
        <pc:cxnChg chg="add del">
          <ac:chgData name="强 李" userId="cd6c7ec7188785ae" providerId="LiveId" clId="{1F788608-16AE-484E-BA0E-693D8C33E910}" dt="2024-08-23T11:47:45.746" v="731" actId="26606"/>
          <ac:cxnSpMkLst>
            <pc:docMk/>
            <pc:sldMk cId="530530540" sldId="553"/>
            <ac:cxnSpMk id="66" creationId="{FC23E3B9-5ABF-58B3-E2B0-E9A5DAA90037}"/>
          </ac:cxnSpMkLst>
        </pc:cxnChg>
      </pc:sldChg>
      <pc:sldChg chg="addSp delSp modSp mod ord">
        <pc:chgData name="强 李" userId="cd6c7ec7188785ae" providerId="LiveId" clId="{1F788608-16AE-484E-BA0E-693D8C33E910}" dt="2024-08-24T02:43:55.075" v="876"/>
        <pc:sldMkLst>
          <pc:docMk/>
          <pc:sldMk cId="3418790839" sldId="554"/>
        </pc:sldMkLst>
        <pc:spChg chg="del mod">
          <ac:chgData name="强 李" userId="cd6c7ec7188785ae" providerId="LiveId" clId="{1F788608-16AE-484E-BA0E-693D8C33E910}" dt="2024-08-23T11:31:33.206" v="304" actId="478"/>
          <ac:spMkLst>
            <pc:docMk/>
            <pc:sldMk cId="3418790839" sldId="554"/>
            <ac:spMk id="2" creationId="{00000000-0000-0000-0000-000000000000}"/>
          </ac:spMkLst>
        </pc:spChg>
        <pc:spChg chg="del">
          <ac:chgData name="强 李" userId="cd6c7ec7188785ae" providerId="LiveId" clId="{1F788608-16AE-484E-BA0E-693D8C33E910}" dt="2024-08-23T11:32:03.242" v="312" actId="478"/>
          <ac:spMkLst>
            <pc:docMk/>
            <pc:sldMk cId="3418790839" sldId="554"/>
            <ac:spMk id="16" creationId="{7DE16206-6F61-BEC3-0DA4-3625D631A8E6}"/>
          </ac:spMkLst>
        </pc:spChg>
        <pc:spChg chg="mod">
          <ac:chgData name="强 李" userId="cd6c7ec7188785ae" providerId="LiveId" clId="{1F788608-16AE-484E-BA0E-693D8C33E910}" dt="2024-08-23T11:32:00.956" v="311" actId="14100"/>
          <ac:spMkLst>
            <pc:docMk/>
            <pc:sldMk cId="3418790839" sldId="554"/>
            <ac:spMk id="18" creationId="{00000000-0000-0000-0000-000000000000}"/>
          </ac:spMkLst>
        </pc:spChg>
        <pc:grpChg chg="del">
          <ac:chgData name="强 李" userId="cd6c7ec7188785ae" providerId="LiveId" clId="{1F788608-16AE-484E-BA0E-693D8C33E910}" dt="2024-08-23T11:31:25.855" v="303" actId="478"/>
          <ac:grpSpMkLst>
            <pc:docMk/>
            <pc:sldMk cId="3418790839" sldId="554"/>
            <ac:grpSpMk id="4" creationId="{67CFBFED-23BA-58E2-0492-595457A1DA5E}"/>
          </ac:grpSpMkLst>
        </pc:grpChg>
        <pc:grpChg chg="del">
          <ac:chgData name="强 李" userId="cd6c7ec7188785ae" providerId="LiveId" clId="{1F788608-16AE-484E-BA0E-693D8C33E910}" dt="2024-08-23T11:31:39.655" v="306" actId="478"/>
          <ac:grpSpMkLst>
            <pc:docMk/>
            <pc:sldMk cId="3418790839" sldId="554"/>
            <ac:grpSpMk id="6" creationId="{56CD5BD2-A0CC-7D0E-3BD1-0613845A3BF3}"/>
          </ac:grpSpMkLst>
        </pc:grpChg>
        <pc:grpChg chg="del">
          <ac:chgData name="强 李" userId="cd6c7ec7188785ae" providerId="LiveId" clId="{1F788608-16AE-484E-BA0E-693D8C33E910}" dt="2024-08-23T11:31:40.574" v="307" actId="478"/>
          <ac:grpSpMkLst>
            <pc:docMk/>
            <pc:sldMk cId="3418790839" sldId="554"/>
            <ac:grpSpMk id="7" creationId="{4910B73A-3062-7867-777F-E107D91F1F13}"/>
          </ac:grpSpMkLst>
        </pc:grpChg>
        <pc:graphicFrameChg chg="add mod modGraphic">
          <ac:chgData name="强 李" userId="cd6c7ec7188785ae" providerId="LiveId" clId="{1F788608-16AE-484E-BA0E-693D8C33E910}" dt="2024-08-24T02:43:55.075" v="876"/>
          <ac:graphicFrameMkLst>
            <pc:docMk/>
            <pc:sldMk cId="3418790839" sldId="554"/>
            <ac:graphicFrameMk id="3" creationId="{7EB314CC-7FA2-2824-BC32-28291A20FBE2}"/>
          </ac:graphicFrameMkLst>
        </pc:graphicFrameChg>
        <pc:cxnChg chg="del mod">
          <ac:chgData name="强 李" userId="cd6c7ec7188785ae" providerId="LiveId" clId="{1F788608-16AE-484E-BA0E-693D8C33E910}" dt="2024-08-23T11:31:41.915" v="308" actId="478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modSp mod">
        <pc:chgData name="强 李" userId="cd6c7ec7188785ae" providerId="LiveId" clId="{1F788608-16AE-484E-BA0E-693D8C33E910}" dt="2024-08-22T09:14:03.896" v="0" actId="6549"/>
        <pc:sldMkLst>
          <pc:docMk/>
          <pc:sldMk cId="1911491714" sldId="560"/>
        </pc:sldMkLst>
        <pc:spChg chg="mod">
          <ac:chgData name="强 李" userId="cd6c7ec7188785ae" providerId="LiveId" clId="{1F788608-16AE-484E-BA0E-693D8C33E910}" dt="2024-08-22T09:14:03.896" v="0" actId="6549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1F788608-16AE-484E-BA0E-693D8C33E910}" dt="2024-08-24T02:59:04.488" v="1103" actId="6549"/>
        <pc:sldMkLst>
          <pc:docMk/>
          <pc:sldMk cId="159884778" sldId="574"/>
        </pc:sldMkLst>
        <pc:spChg chg="mod">
          <ac:chgData name="强 李" userId="cd6c7ec7188785ae" providerId="LiveId" clId="{1F788608-16AE-484E-BA0E-693D8C33E910}" dt="2024-08-24T02:59:04.488" v="1103" actId="6549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mod">
        <pc:chgData name="强 李" userId="cd6c7ec7188785ae" providerId="LiveId" clId="{1F788608-16AE-484E-BA0E-693D8C33E910}" dt="2024-08-24T03:01:59.493" v="1191" actId="1036"/>
        <pc:sldMkLst>
          <pc:docMk/>
          <pc:sldMk cId="3921434846" sldId="587"/>
        </pc:sldMkLst>
        <pc:spChg chg="mod">
          <ac:chgData name="强 李" userId="cd6c7ec7188785ae" providerId="LiveId" clId="{1F788608-16AE-484E-BA0E-693D8C33E910}" dt="2024-08-24T02:56:14.606" v="992" actId="1036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2:56:20.267" v="1006" actId="1035"/>
          <ac:spMkLst>
            <pc:docMk/>
            <pc:sldMk cId="3921434846" sldId="587"/>
            <ac:spMk id="3" creationId="{003D761B-E889-B91D-BD41-4C84CF49A89F}"/>
          </ac:spMkLst>
        </pc:spChg>
        <pc:spChg chg="mod">
          <ac:chgData name="强 李" userId="cd6c7ec7188785ae" providerId="LiveId" clId="{1F788608-16AE-484E-BA0E-693D8C33E910}" dt="2024-08-24T03:01:59.493" v="1191" actId="1036"/>
          <ac:spMkLst>
            <pc:docMk/>
            <pc:sldMk cId="3921434846" sldId="587"/>
            <ac:spMk id="4" creationId="{37DDADB6-FEDE-F371-AEA9-C5A37A96DB50}"/>
          </ac:spMkLst>
        </pc:spChg>
        <pc:spChg chg="mod">
          <ac:chgData name="强 李" userId="cd6c7ec7188785ae" providerId="LiveId" clId="{1F788608-16AE-484E-BA0E-693D8C33E910}" dt="2024-08-24T02:56:34.016" v="1042" actId="1035"/>
          <ac:spMkLst>
            <pc:docMk/>
            <pc:sldMk cId="3921434846" sldId="587"/>
            <ac:spMk id="5" creationId="{EA83E63F-1A84-4C77-F88A-67457B349D94}"/>
          </ac:spMkLst>
        </pc:spChg>
        <pc:spChg chg="del">
          <ac:chgData name="强 李" userId="cd6c7ec7188785ae" providerId="LiveId" clId="{1F788608-16AE-484E-BA0E-693D8C33E910}" dt="2024-08-24T02:55:07.630" v="966" actId="478"/>
          <ac:spMkLst>
            <pc:docMk/>
            <pc:sldMk cId="3921434846" sldId="587"/>
            <ac:spMk id="7" creationId="{A3AF7693-1B01-A7BF-B591-CA40ADA64FCF}"/>
          </ac:spMkLst>
        </pc:spChg>
        <pc:spChg chg="mod">
          <ac:chgData name="强 李" userId="cd6c7ec7188785ae" providerId="LiveId" clId="{1F788608-16AE-484E-BA0E-693D8C33E910}" dt="2024-08-24T02:56:30.188" v="1033" actId="1035"/>
          <ac:spMkLst>
            <pc:docMk/>
            <pc:sldMk cId="3921434846" sldId="587"/>
            <ac:spMk id="8" creationId="{16D8AC54-27F5-A2FE-FDAD-C66FFAE80155}"/>
          </ac:spMkLst>
        </pc:spChg>
      </pc:sldChg>
      <pc:sldChg chg="delSp modSp mod">
        <pc:chgData name="强 李" userId="cd6c7ec7188785ae" providerId="LiveId" clId="{1F788608-16AE-484E-BA0E-693D8C33E910}" dt="2024-08-23T11:44:40.504" v="696" actId="20577"/>
        <pc:sldMkLst>
          <pc:docMk/>
          <pc:sldMk cId="534191096" sldId="589"/>
        </pc:sldMkLst>
        <pc:spChg chg="mod">
          <ac:chgData name="强 李" userId="cd6c7ec7188785ae" providerId="LiveId" clId="{1F788608-16AE-484E-BA0E-693D8C33E910}" dt="2024-08-23T11:44:40.504" v="696" actId="20577"/>
          <ac:spMkLst>
            <pc:docMk/>
            <pc:sldMk cId="534191096" sldId="589"/>
            <ac:spMk id="2" creationId="{00000000-0000-0000-0000-000000000000}"/>
          </ac:spMkLst>
        </pc:spChg>
        <pc:spChg chg="del">
          <ac:chgData name="强 李" userId="cd6c7ec7188785ae" providerId="LiveId" clId="{1F788608-16AE-484E-BA0E-693D8C33E910}" dt="2024-08-23T11:42:36.228" v="448" actId="478"/>
          <ac:spMkLst>
            <pc:docMk/>
            <pc:sldMk cId="534191096" sldId="589"/>
            <ac:spMk id="3" creationId="{1AB8738D-A1FE-4D54-0F21-BB9DBE4AC2AD}"/>
          </ac:spMkLst>
        </pc:spChg>
        <pc:spChg chg="del">
          <ac:chgData name="强 李" userId="cd6c7ec7188785ae" providerId="LiveId" clId="{1F788608-16AE-484E-BA0E-693D8C33E910}" dt="2024-08-23T11:42:33.255" v="444" actId="478"/>
          <ac:spMkLst>
            <pc:docMk/>
            <pc:sldMk cId="534191096" sldId="589"/>
            <ac:spMk id="4" creationId="{EAC312E4-EEF7-BC10-CF40-D9DFE5074984}"/>
          </ac:spMkLst>
        </pc:spChg>
        <pc:spChg chg="del">
          <ac:chgData name="强 李" userId="cd6c7ec7188785ae" providerId="LiveId" clId="{1F788608-16AE-484E-BA0E-693D8C33E910}" dt="2024-08-23T11:42:35.621" v="447" actId="478"/>
          <ac:spMkLst>
            <pc:docMk/>
            <pc:sldMk cId="534191096" sldId="589"/>
            <ac:spMk id="5" creationId="{713DDF87-D3EF-705D-B73A-8E85BB5DCB86}"/>
          </ac:spMkLst>
        </pc:spChg>
        <pc:spChg chg="del">
          <ac:chgData name="强 李" userId="cd6c7ec7188785ae" providerId="LiveId" clId="{1F788608-16AE-484E-BA0E-693D8C33E910}" dt="2024-08-23T11:42:34.895" v="446" actId="478"/>
          <ac:spMkLst>
            <pc:docMk/>
            <pc:sldMk cId="534191096" sldId="589"/>
            <ac:spMk id="6" creationId="{1583CA6D-E2C8-47E3-C865-AB9466112C52}"/>
          </ac:spMkLst>
        </pc:spChg>
        <pc:spChg chg="del">
          <ac:chgData name="强 李" userId="cd6c7ec7188785ae" providerId="LiveId" clId="{1F788608-16AE-484E-BA0E-693D8C33E910}" dt="2024-08-23T11:42:34.285" v="445" actId="478"/>
          <ac:spMkLst>
            <pc:docMk/>
            <pc:sldMk cId="534191096" sldId="589"/>
            <ac:spMk id="7" creationId="{B2718F15-7977-70BB-162C-9682D1DBB0BD}"/>
          </ac:spMkLst>
        </pc:spChg>
      </pc:sldChg>
      <pc:sldChg chg="modSp mod">
        <pc:chgData name="强 李" userId="cd6c7ec7188785ae" providerId="LiveId" clId="{1F788608-16AE-484E-BA0E-693D8C33E910}" dt="2024-08-24T03:05:09.231" v="1246" actId="20577"/>
        <pc:sldMkLst>
          <pc:docMk/>
          <pc:sldMk cId="4207264488" sldId="590"/>
        </pc:sldMkLst>
        <pc:spChg chg="mod">
          <ac:chgData name="强 李" userId="cd6c7ec7188785ae" providerId="LiveId" clId="{1F788608-16AE-484E-BA0E-693D8C33E910}" dt="2024-08-24T03:05:09.231" v="1246" actId="20577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1F788608-16AE-484E-BA0E-693D8C33E910}" dt="2024-08-24T03:06:46.135" v="1249" actId="113"/>
        <pc:sldMkLst>
          <pc:docMk/>
          <pc:sldMk cId="3491062220" sldId="591"/>
        </pc:sldMkLst>
        <pc:spChg chg="mod">
          <ac:chgData name="强 李" userId="cd6c7ec7188785ae" providerId="LiveId" clId="{1F788608-16AE-484E-BA0E-693D8C33E910}" dt="2024-08-24T03:06:46.135" v="1249" actId="11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1F788608-16AE-484E-BA0E-693D8C33E910}" dt="2024-08-23T11:38:40.102" v="386" actId="20577"/>
        <pc:sldMkLst>
          <pc:docMk/>
          <pc:sldMk cId="4046377894" sldId="592"/>
        </pc:sldMkLst>
        <pc:spChg chg="mod">
          <ac:chgData name="强 李" userId="cd6c7ec7188785ae" providerId="LiveId" clId="{1F788608-16AE-484E-BA0E-693D8C33E910}" dt="2024-08-23T11:38:40.102" v="386" actId="20577"/>
          <ac:spMkLst>
            <pc:docMk/>
            <pc:sldMk cId="4046377894" sldId="592"/>
            <ac:spMk id="2" creationId="{00000000-0000-0000-0000-000000000000}"/>
          </ac:spMkLst>
        </pc:spChg>
      </pc:sldChg>
      <pc:sldChg chg="del">
        <pc:chgData name="强 李" userId="cd6c7ec7188785ae" providerId="LiveId" clId="{1F788608-16AE-484E-BA0E-693D8C33E910}" dt="2024-08-24T03:07:12.869" v="1250" actId="47"/>
        <pc:sldMkLst>
          <pc:docMk/>
          <pc:sldMk cId="1164883511" sldId="596"/>
        </pc:sldMkLst>
      </pc:sldChg>
      <pc:sldChg chg="addSp delSp modSp add del mod ord setBg modClrScheme chgLayout">
        <pc:chgData name="强 李" userId="cd6c7ec7188785ae" providerId="LiveId" clId="{1F788608-16AE-484E-BA0E-693D8C33E910}" dt="2024-08-23T11:32:05.568" v="313" actId="47"/>
        <pc:sldMkLst>
          <pc:docMk/>
          <pc:sldMk cId="245500765" sldId="597"/>
        </pc:sldMkLst>
        <pc:spChg chg="add del mod">
          <ac:chgData name="强 李" userId="cd6c7ec7188785ae" providerId="LiveId" clId="{1F788608-16AE-484E-BA0E-693D8C33E910}" dt="2024-08-23T10:44:13.154" v="207" actId="26606"/>
          <ac:spMkLst>
            <pc:docMk/>
            <pc:sldMk cId="245500765" sldId="597"/>
            <ac:spMk id="3" creationId="{FF9BF7C3-9929-69BC-A1CA-30EBD45BF72F}"/>
          </ac:spMkLst>
        </pc:spChg>
        <pc:spChg chg="mod">
          <ac:chgData name="强 李" userId="cd6c7ec7188785ae" providerId="LiveId" clId="{1F788608-16AE-484E-BA0E-693D8C33E910}" dt="2024-08-23T10:44:13.154" v="207" actId="26606"/>
          <ac:spMkLst>
            <pc:docMk/>
            <pc:sldMk cId="245500765" sldId="597"/>
            <ac:spMk id="18" creationId="{00000000-0000-0000-0000-000000000000}"/>
          </ac:spMkLst>
        </pc:spChg>
        <pc:graphicFrameChg chg="add del">
          <ac:chgData name="强 李" userId="cd6c7ec7188785ae" providerId="LiveId" clId="{1F788608-16AE-484E-BA0E-693D8C33E910}" dt="2024-08-23T10:44:13.138" v="206" actId="26606"/>
          <ac:graphicFrameMkLst>
            <pc:docMk/>
            <pc:sldMk cId="245500765" sldId="597"/>
            <ac:graphicFrameMk id="20" creationId="{90DF2DD1-0DF1-DEFE-EC3D-9E6F38B41F0D}"/>
          </ac:graphicFrameMkLst>
        </pc:graphicFrameChg>
        <pc:graphicFrameChg chg="add mod">
          <ac:chgData name="强 李" userId="cd6c7ec7188785ae" providerId="LiveId" clId="{1F788608-16AE-484E-BA0E-693D8C33E910}" dt="2024-08-23T11:27:52.918" v="251"/>
          <ac:graphicFrameMkLst>
            <pc:docMk/>
            <pc:sldMk cId="245500765" sldId="597"/>
            <ac:graphicFrameMk id="22" creationId="{9B09CA8F-84BF-FB29-2D15-27930842A84B}"/>
          </ac:graphicFrameMkLst>
        </pc:graphicFrameChg>
      </pc:sldChg>
      <pc:sldChg chg="modSp add mod">
        <pc:chgData name="强 李" userId="cd6c7ec7188785ae" providerId="LiveId" clId="{1F788608-16AE-484E-BA0E-693D8C33E910}" dt="2024-08-24T02:46:11.460" v="884" actId="108"/>
        <pc:sldMkLst>
          <pc:docMk/>
          <pc:sldMk cId="3965997736" sldId="598"/>
        </pc:sldMkLst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8" creationId="{18B966AB-7D3A-E7C3-B2B0-BBE50B313EC6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9" creationId="{1F5B6856-AF8A-4085-2AF6-D259C7449B9E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0" creationId="{7BEE8677-CFAD-6942-832E-87D52B896121}"/>
          </ac:spMkLst>
        </pc:spChg>
        <pc:spChg chg="mod">
          <ac:chgData name="强 李" userId="cd6c7ec7188785ae" providerId="LiveId" clId="{1F788608-16AE-484E-BA0E-693D8C33E910}" dt="2024-08-24T02:46:11.460" v="884" actId="108"/>
          <ac:spMkLst>
            <pc:docMk/>
            <pc:sldMk cId="3965997736" sldId="598"/>
            <ac:spMk id="11" creationId="{3CAB36DD-1A23-5A1B-C9B0-3F43FAF7A79F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2" creationId="{90FC4EF0-0582-7DC7-F53E-9A1A4B9AFC50}"/>
          </ac:spMkLst>
        </pc:spChg>
        <pc:spChg chg="mod">
          <ac:chgData name="强 李" userId="cd6c7ec7188785ae" providerId="LiveId" clId="{1F788608-16AE-484E-BA0E-693D8C33E910}" dt="2024-08-24T02:45:59.211" v="883" actId="108"/>
          <ac:spMkLst>
            <pc:docMk/>
            <pc:sldMk cId="3965997736" sldId="598"/>
            <ac:spMk id="13" creationId="{7DAB6BBF-A107-5EDA-C988-F2FCC0FA4ADA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6" creationId="{7DE16206-6F61-BEC3-0DA4-3625D631A8E6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8" creationId="{00000000-0000-0000-0000-000000000000}"/>
          </ac:spMkLst>
        </pc:spChg>
      </pc:sldChg>
      <pc:sldChg chg="addSp delSp modSp add mod">
        <pc:chgData name="强 李" userId="cd6c7ec7188785ae" providerId="LiveId" clId="{1F788608-16AE-484E-BA0E-693D8C33E910}" dt="2024-08-24T03:03:27.979" v="1244"/>
        <pc:sldMkLst>
          <pc:docMk/>
          <pc:sldMk cId="4003489816" sldId="599"/>
        </pc:sldMkLst>
        <pc:spChg chg="mod">
          <ac:chgData name="强 李" userId="cd6c7ec7188785ae" providerId="LiveId" clId="{1F788608-16AE-484E-BA0E-693D8C33E910}" dt="2024-08-24T03:03:27.979" v="1244"/>
          <ac:spMkLst>
            <pc:docMk/>
            <pc:sldMk cId="4003489816" sldId="599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3" creationId="{1AB8738D-A1FE-4D54-0F21-BB9DBE4AC2AD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4" creationId="{EAC312E4-EEF7-BC10-CF40-D9DFE5074984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5" creationId="{713DDF87-D3EF-705D-B73A-8E85BB5DCB86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6" creationId="{1583CA6D-E2C8-47E3-C865-AB9466112C52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7" creationId="{B2718F15-7977-70BB-162C-9682D1DBB0BD}"/>
          </ac:spMkLst>
        </pc:spChg>
        <pc:spChg chg="add mod">
          <ac:chgData name="强 李" userId="cd6c7ec7188785ae" providerId="LiveId" clId="{1F788608-16AE-484E-BA0E-693D8C33E910}" dt="2024-08-23T11:52:56.811" v="828"/>
          <ac:spMkLst>
            <pc:docMk/>
            <pc:sldMk cId="4003489816" sldId="599"/>
            <ac:spMk id="8" creationId="{5DDE919E-77A8-9BCA-6BF5-389C08FDA91D}"/>
          </ac:spMkLst>
        </pc:spChg>
        <pc:spChg chg="del">
          <ac:chgData name="强 李" userId="cd6c7ec7188785ae" providerId="LiveId" clId="{1F788608-16AE-484E-BA0E-693D8C33E910}" dt="2024-08-23T11:52:56.477" v="827" actId="478"/>
          <ac:spMkLst>
            <pc:docMk/>
            <pc:sldMk cId="4003489816" sldId="599"/>
            <ac:spMk id="18" creationId="{00000000-0000-0000-0000-000000000000}"/>
          </ac:spMkLst>
        </pc:spChg>
        <pc:grpChg chg="add mod">
          <ac:chgData name="强 李" userId="cd6c7ec7188785ae" providerId="LiveId" clId="{1F788608-16AE-484E-BA0E-693D8C33E910}" dt="2024-08-24T03:03:11.101" v="1237" actId="164"/>
          <ac:grpSpMkLst>
            <pc:docMk/>
            <pc:sldMk cId="4003489816" sldId="599"/>
            <ac:grpSpMk id="9" creationId="{53045446-0679-C760-647C-004E6EEE9EBF}"/>
          </ac:grpSpMkLst>
        </pc:grpChg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048211412" sldId="600"/>
        </pc:sldMkLst>
        <pc:spChg chg="del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18" creationId="{00000000-0000-0000-0000-000000000000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4" creationId="{7517A47C-B2E5-4B79-8061-D74B1311AF6E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6" creationId="{C505E780-2083-4CB5-A42A-5E0E2908ECC3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8" creationId="{D2C0AE1C-0118-41AE-8A10-7CDCBF10E96F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30" creationId="{463EEC44-1BA3-44ED-81FC-A644B04B2A44}"/>
          </ac:spMkLst>
        </pc:spChg>
        <pc:graphicFrameChg chg="add">
          <ac:chgData name="强 李" userId="cd6c7ec7188785ae" providerId="LiveId" clId="{1F788608-16AE-484E-BA0E-693D8C33E910}" dt="2024-08-24T03:13:13.446" v="1411" actId="26606"/>
          <ac:graphicFrameMkLst>
            <pc:docMk/>
            <pc:sldMk cId="1048211412" sldId="600"/>
            <ac:graphicFrameMk id="20" creationId="{221E2FA2-21A7-9A95-E0D8-63102CBE5389}"/>
          </ac:graphicFrameMkLst>
        </pc:graphicFrameChg>
      </pc:sldChg>
      <pc:sldChg chg="modSp add mod">
        <pc:chgData name="强 李" userId="cd6c7ec7188785ae" providerId="LiveId" clId="{1F788608-16AE-484E-BA0E-693D8C33E910}" dt="2024-08-24T03:18:54.421" v="1559" actId="1035"/>
        <pc:sldMkLst>
          <pc:docMk/>
          <pc:sldMk cId="125507599" sldId="601"/>
        </pc:sldMkLst>
        <pc:spChg chg="mod">
          <ac:chgData name="强 李" userId="cd6c7ec7188785ae" providerId="LiveId" clId="{1F788608-16AE-484E-BA0E-693D8C33E910}" dt="2024-08-24T03:18:18.576" v="1552" actId="6549"/>
          <ac:spMkLst>
            <pc:docMk/>
            <pc:sldMk cId="125507599" sldId="601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3:18:54.421" v="1559" actId="1035"/>
          <ac:spMkLst>
            <pc:docMk/>
            <pc:sldMk cId="125507599" sldId="60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addSp modSp mod">
        <pc:chgData name="强 李" userId="cd6c7ec7188785ae" providerId="LiveId" clId="{3434C14B-4913-45F3-BF5C-E36635063320}" dt="2023-09-23T04:56:06.398" v="463" actId="6549"/>
        <pc:sldMkLst>
          <pc:docMk/>
          <pc:sldMk cId="54695671" sldId="531"/>
        </pc:sldMkLst>
        <pc:spChg chg="mod">
          <ac:chgData name="强 李" userId="cd6c7ec7188785ae" providerId="LiveId" clId="{3434C14B-4913-45F3-BF5C-E36635063320}" dt="2023-09-23T04:56:06.398" v="463" actId="6549"/>
          <ac:spMkLst>
            <pc:docMk/>
            <pc:sldMk cId="54695671" sldId="531"/>
            <ac:spMk id="2" creationId="{00000000-0000-0000-0000-000000000000}"/>
          </ac:spMkLst>
        </pc:spChg>
        <pc:graphicFrameChg chg="add mod">
          <ac:chgData name="强 李" userId="cd6c7ec7188785ae" providerId="LiveId" clId="{3434C14B-4913-45F3-BF5C-E36635063320}" dt="2023-09-23T04:39:05.773" v="259" actId="1076"/>
          <ac:graphicFrameMkLst>
            <pc:docMk/>
            <pc:sldMk cId="54695671" sldId="531"/>
            <ac:graphicFrameMk id="3" creationId="{D258E752-E0EC-27BA-897F-34E94F4BC4A8}"/>
          </ac:graphicFrameMkLst>
        </pc:graphicFrameChg>
      </pc:sldChg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C0D944F3-8C60-42D3-8287-9054FF582414}"/>
    <pc:docChg chg="undo custSel modSld">
      <pc:chgData name="强 李" userId="cd6c7ec7188785ae" providerId="LiveId" clId="{C0D944F3-8C60-42D3-8287-9054FF582414}" dt="2024-06-29T22:23:03.727" v="215" actId="1076"/>
      <pc:docMkLst>
        <pc:docMk/>
      </pc:docMkLst>
      <pc:sldChg chg="modSp mod">
        <pc:chgData name="强 李" userId="cd6c7ec7188785ae" providerId="LiveId" clId="{C0D944F3-8C60-42D3-8287-9054FF582414}" dt="2024-06-29T22:22:39.800" v="214" actId="20577"/>
        <pc:sldMkLst>
          <pc:docMk/>
          <pc:sldMk cId="1242525785" sldId="543"/>
        </pc:sldMkLst>
        <pc:spChg chg="mod">
          <ac:chgData name="强 李" userId="cd6c7ec7188785ae" providerId="LiveId" clId="{C0D944F3-8C60-42D3-8287-9054FF582414}" dt="2024-06-29T22:22:39.800" v="214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addSp delSp modSp mod setBg">
        <pc:chgData name="强 李" userId="cd6c7ec7188785ae" providerId="LiveId" clId="{C0D944F3-8C60-42D3-8287-9054FF582414}" dt="2024-06-29T21:50:53.370" v="60" actId="20577"/>
        <pc:sldMkLst>
          <pc:docMk/>
          <pc:sldMk cId="530530540" sldId="553"/>
        </pc:sldMkLst>
        <pc:spChg chg="mod">
          <ac:chgData name="强 李" userId="cd6c7ec7188785ae" providerId="LiveId" clId="{C0D944F3-8C60-42D3-8287-9054FF582414}" dt="2024-06-29T21:50:53.370" v="60" actId="20577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C0D944F3-8C60-42D3-8287-9054FF582414}" dt="2024-06-29T12:32:42.312" v="2" actId="26606"/>
          <ac:spMkLst>
            <pc:docMk/>
            <pc:sldMk cId="530530540" sldId="553"/>
            <ac:spMk id="18" creationId="{00000000-0000-0000-0000-000000000000}"/>
          </ac:spMkLst>
        </pc:spChg>
        <pc:spChg chg="add del">
          <ac:chgData name="强 李" userId="cd6c7ec7188785ae" providerId="LiveId" clId="{C0D944F3-8C60-42D3-8287-9054FF582414}" dt="2024-06-29T12:32:42.312" v="2" actId="26606"/>
          <ac:spMkLst>
            <pc:docMk/>
            <pc:sldMk cId="530530540" sldId="553"/>
            <ac:spMk id="23" creationId="{2550BE34-C2B8-49B8-8519-67A8CAD51AE9}"/>
          </ac:spMkLst>
        </pc:spChg>
        <pc:spChg chg="add del">
          <ac:chgData name="强 李" userId="cd6c7ec7188785ae" providerId="LiveId" clId="{C0D944F3-8C60-42D3-8287-9054FF582414}" dt="2024-06-29T12:32:42.312" v="2" actId="26606"/>
          <ac:spMkLst>
            <pc:docMk/>
            <pc:sldMk cId="530530540" sldId="553"/>
            <ac:spMk id="25" creationId="{A7457DD9-5A45-400A-AB4B-4B4EDECA25F1}"/>
          </ac:spMkLst>
        </pc:spChg>
        <pc:spChg chg="add del">
          <ac:chgData name="强 李" userId="cd6c7ec7188785ae" providerId="LiveId" clId="{C0D944F3-8C60-42D3-8287-9054FF582414}" dt="2024-06-29T12:32:42.312" v="2" actId="26606"/>
          <ac:spMkLst>
            <pc:docMk/>
            <pc:sldMk cId="530530540" sldId="553"/>
            <ac:spMk id="27" creationId="{441CF7D6-A660-431A-B0BB-140A0D5556B6}"/>
          </ac:spMkLst>
        </pc:spChg>
        <pc:spChg chg="add del">
          <ac:chgData name="强 李" userId="cd6c7ec7188785ae" providerId="LiveId" clId="{C0D944F3-8C60-42D3-8287-9054FF582414}" dt="2024-06-29T12:32:42.312" v="2" actId="26606"/>
          <ac:spMkLst>
            <pc:docMk/>
            <pc:sldMk cId="530530540" sldId="553"/>
            <ac:spMk id="29" creationId="{0570A85B-3810-4F95-97B0-CBF4CCDB381C}"/>
          </ac:spMkLst>
        </pc:spChg>
        <pc:graphicFrameChg chg="mod modGraphic">
          <ac:chgData name="强 李" userId="cd6c7ec7188785ae" providerId="LiveId" clId="{C0D944F3-8C60-42D3-8287-9054FF582414}" dt="2024-06-29T12:32:42.312" v="2" actId="26606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C0D944F3-8C60-42D3-8287-9054FF582414}" dt="2024-06-29T21:49:05.622" v="49" actId="20577"/>
        <pc:sldMkLst>
          <pc:docMk/>
          <pc:sldMk cId="3418790839" sldId="554"/>
        </pc:sldMkLst>
        <pc:spChg chg="mod">
          <ac:chgData name="强 李" userId="cd6c7ec7188785ae" providerId="LiveId" clId="{C0D944F3-8C60-42D3-8287-9054FF582414}" dt="2024-06-29T21:49:05.622" v="49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C0D944F3-8C60-42D3-8287-9054FF582414}" dt="2024-06-29T21:48:36.695" v="23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C0D944F3-8C60-42D3-8287-9054FF582414}" dt="2024-06-29T22:14:33.277" v="111"/>
        <pc:sldMkLst>
          <pc:docMk/>
          <pc:sldMk cId="4207264488" sldId="590"/>
        </pc:sldMkLst>
        <pc:spChg chg="mod">
          <ac:chgData name="强 李" userId="cd6c7ec7188785ae" providerId="LiveId" clId="{C0D944F3-8C60-42D3-8287-9054FF582414}" dt="2024-06-29T22:14:33.277" v="111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C0D944F3-8C60-42D3-8287-9054FF582414}" dt="2024-06-29T22:15:20.741" v="123"/>
        <pc:sldMkLst>
          <pc:docMk/>
          <pc:sldMk cId="3491062220" sldId="591"/>
        </pc:sldMkLst>
        <pc:spChg chg="mod">
          <ac:chgData name="强 李" userId="cd6c7ec7188785ae" providerId="LiveId" clId="{C0D944F3-8C60-42D3-8287-9054FF582414}" dt="2024-06-29T22:15:20.741" v="12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C0D944F3-8C60-42D3-8287-9054FF582414}" dt="2024-06-29T22:23:03.727" v="215" actId="1076"/>
        <pc:sldMkLst>
          <pc:docMk/>
          <pc:sldMk cId="1164883511" sldId="596"/>
        </pc:sldMkLst>
        <pc:picChg chg="mod">
          <ac:chgData name="强 李" userId="cd6c7ec7188785ae" providerId="LiveId" clId="{C0D944F3-8C60-42D3-8287-9054FF582414}" dt="2024-06-29T22:23:03.727" v="215" actId="1076"/>
          <ac:picMkLst>
            <pc:docMk/>
            <pc:sldMk cId="1164883511" sldId="596"/>
            <ac:picMk id="5" creationId="{2ADD046A-1E76-1E25-D210-434E5BDA978C}"/>
          </ac:picMkLst>
        </pc:picChg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9:54.428" v="798" actId="6549"/>
        <pc:sldMkLst>
          <pc:docMk/>
          <pc:sldMk cId="0" sldId="425"/>
        </pc:sldMkLst>
        <pc:spChg chg="mod">
          <ac:chgData name="强 李" userId="cd6c7ec7188785ae" providerId="LiveId" clId="{E0EEEAD3-6AF6-4BF1-A7F2-844E1D56509A}" dt="2024-04-14T13:19:54.428" v="798" actId="6549"/>
          <ac:spMkLst>
            <pc:docMk/>
            <pc:sldMk cId="0" sldId="425"/>
            <ac:spMk id="3" creationId="{FF9BF7C3-9929-69BC-A1CA-30EBD45BF72F}"/>
          </ac:spMkLst>
        </pc:spChg>
      </pc:sldChg>
      <pc:sldChg chg="addSp delSp modSp mod">
        <pc:chgData name="强 李" userId="cd6c7ec7188785ae" providerId="LiveId" clId="{E0EEEAD3-6AF6-4BF1-A7F2-844E1D56509A}" dt="2024-04-14T13:00:13.377" v="132" actId="1076"/>
        <pc:sldMkLst>
          <pc:docMk/>
          <pc:sldMk cId="54695671" sldId="531"/>
        </pc:sldMkLst>
        <pc:spChg chg="mod">
          <ac:chgData name="强 李" userId="cd6c7ec7188785ae" providerId="LiveId" clId="{E0EEEAD3-6AF6-4BF1-A7F2-844E1D56509A}" dt="2024-04-14T13:00:00.237" v="131" actId="1076"/>
          <ac:spMkLst>
            <pc:docMk/>
            <pc:sldMk cId="54695671" sldId="531"/>
            <ac:spMk id="2" creationId="{00000000-0000-0000-0000-000000000000}"/>
          </ac:spMkLst>
        </pc:spChg>
        <pc:spChg chg="add del">
          <ac:chgData name="强 李" userId="cd6c7ec7188785ae" providerId="LiveId" clId="{E0EEEAD3-6AF6-4BF1-A7F2-844E1D56509A}" dt="2024-04-14T12:55:05.158" v="65" actId="11529"/>
          <ac:spMkLst>
            <pc:docMk/>
            <pc:sldMk cId="54695671" sldId="531"/>
            <ac:spMk id="3" creationId="{1A337C0A-A445-1866-948A-F39C4DA16C5D}"/>
          </ac:spMkLst>
        </pc:spChg>
        <pc:spChg chg="add del mod">
          <ac:chgData name="强 李" userId="cd6c7ec7188785ae" providerId="LiveId" clId="{E0EEEAD3-6AF6-4BF1-A7F2-844E1D56509A}" dt="2024-04-14T12:55:39.121" v="68"/>
          <ac:spMkLst>
            <pc:docMk/>
            <pc:sldMk cId="54695671" sldId="531"/>
            <ac:spMk id="4" creationId="{510B1A19-06BF-217E-38E9-311B0E5ED307}"/>
          </ac:spMkLst>
        </pc:spChg>
        <pc:spChg chg="add mod">
          <ac:chgData name="强 李" userId="cd6c7ec7188785ae" providerId="LiveId" clId="{E0EEEAD3-6AF6-4BF1-A7F2-844E1D56509A}" dt="2024-04-14T13:00:13.377" v="132" actId="1076"/>
          <ac:spMkLst>
            <pc:docMk/>
            <pc:sldMk cId="54695671" sldId="531"/>
            <ac:spMk id="5" creationId="{6D756E38-44BB-893E-10F4-24648C1F9451}"/>
          </ac:spMkLst>
        </pc:spChg>
        <pc:spChg chg="add mod">
          <ac:chgData name="强 李" userId="cd6c7ec7188785ae" providerId="LiveId" clId="{E0EEEAD3-6AF6-4BF1-A7F2-844E1D56509A}" dt="2024-04-14T12:58:46.530" v="119" actId="554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E0EEEAD3-6AF6-4BF1-A7F2-844E1D56509A}" dt="2024-04-14T12:59:57.383" v="130" actId="14100"/>
          <ac:spMkLst>
            <pc:docMk/>
            <pc:sldMk cId="54695671" sldId="531"/>
            <ac:spMk id="11" creationId="{8F585226-39A8-96AE-40A3-878704581BB6}"/>
          </ac:spMkLst>
        </pc:spChg>
        <pc:cxnChg chg="add mod">
          <ac:chgData name="强 李" userId="cd6c7ec7188785ae" providerId="LiveId" clId="{E0EEEAD3-6AF6-4BF1-A7F2-844E1D56509A}" dt="2024-04-14T12:59:16.426" v="123" actId="1076"/>
          <ac:cxnSpMkLst>
            <pc:docMk/>
            <pc:sldMk cId="54695671" sldId="531"/>
            <ac:cxnSpMk id="8" creationId="{A82D5C8F-64C1-A4EE-87A4-62170D321C35}"/>
          </ac:cxnSpMkLst>
        </pc:cxnChg>
        <pc:cxnChg chg="add del">
          <ac:chgData name="强 李" userId="cd6c7ec7188785ae" providerId="LiveId" clId="{E0EEEAD3-6AF6-4BF1-A7F2-844E1D56509A}" dt="2024-04-14T12:59:28.560" v="125" actId="478"/>
          <ac:cxnSpMkLst>
            <pc:docMk/>
            <pc:sldMk cId="54695671" sldId="531"/>
            <ac:cxnSpMk id="10" creationId="{637C445C-4435-49F7-E350-686BF18FC8C5}"/>
          </ac:cxnSpMkLst>
        </pc:cxnChg>
      </pc:sldChg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  <pc:spChg chg="mod">
          <ac:chgData name="强 李" userId="cd6c7ec7188785ae" providerId="LiveId" clId="{E0EEEAD3-6AF6-4BF1-A7F2-844E1D56509A}" dt="2024-04-14T13:15:23.462" v="509" actId="113"/>
          <ac:spMkLst>
            <pc:docMk/>
            <pc:sldMk cId="1242525785" sldId="543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15:00.384" v="502" actId="207"/>
          <ac:spMkLst>
            <pc:docMk/>
            <pc:sldMk cId="1242525785" sldId="54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9:33.835" v="796" actId="14100"/>
        <pc:sldMkLst>
          <pc:docMk/>
          <pc:sldMk cId="419382719" sldId="552"/>
        </pc:sldMkLst>
        <pc:spChg chg="mod">
          <ac:chgData name="强 李" userId="cd6c7ec7188785ae" providerId="LiveId" clId="{E0EEEAD3-6AF6-4BF1-A7F2-844E1D56509A}" dt="2024-04-14T13:19:33.835" v="796" actId="14100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  <pc:spChg chg="mod">
          <ac:chgData name="强 李" userId="cd6c7ec7188785ae" providerId="LiveId" clId="{E0EEEAD3-6AF6-4BF1-A7F2-844E1D56509A}" dt="2024-04-14T13:07:43.147" v="272" actId="1038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20:11.078" v="800" actId="404"/>
        <pc:sldMkLst>
          <pc:docMk/>
          <pc:sldMk cId="3418790839" sldId="554"/>
        </pc:sldMkLst>
        <pc:spChg chg="mod">
          <ac:chgData name="强 李" userId="cd6c7ec7188785ae" providerId="LiveId" clId="{E0EEEAD3-6AF6-4BF1-A7F2-844E1D56509A}" dt="2024-04-14T13:20:11.078" v="800" actId="404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2:50:50.700" v="25" actId="14100"/>
          <ac:spMkLst>
            <pc:docMk/>
            <pc:sldMk cId="3418790839" sldId="554"/>
            <ac:spMk id="8" creationId="{18B966AB-7D3A-E7C3-B2B0-BBE50B313EC6}"/>
          </ac:spMkLst>
        </pc:spChg>
        <pc:spChg chg="mod">
          <ac:chgData name="强 李" userId="cd6c7ec7188785ae" providerId="LiveId" clId="{E0EEEAD3-6AF6-4BF1-A7F2-844E1D56509A}" dt="2024-04-14T12:50:46.132" v="24" actId="14100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E0EEEAD3-6AF6-4BF1-A7F2-844E1D56509A}" dt="2024-04-14T12:50:56.193" v="27" actId="14100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E0EEEAD3-6AF6-4BF1-A7F2-844E1D56509A}" dt="2024-04-14T12:51:51.977" v="38" actId="14100"/>
          <ac:spMkLst>
            <pc:docMk/>
            <pc:sldMk cId="3418790839" sldId="554"/>
            <ac:spMk id="12" creationId="{90FC4EF0-0582-7DC7-F53E-9A1A4B9AFC50}"/>
          </ac:spMkLst>
        </pc:spChg>
        <pc:spChg chg="mod">
          <ac:chgData name="强 李" userId="cd6c7ec7188785ae" providerId="LiveId" clId="{E0EEEAD3-6AF6-4BF1-A7F2-844E1D56509A}" dt="2024-04-14T12:51:54.785" v="39" actId="14100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E0EEEAD3-6AF6-4BF1-A7F2-844E1D56509A}" dt="2024-04-14T12:53:36.064" v="63" actId="6549"/>
          <ac:spMkLst>
            <pc:docMk/>
            <pc:sldMk cId="3418790839" sldId="554"/>
            <ac:spMk id="16" creationId="{7DE16206-6F61-BEC3-0DA4-3625D631A8E6}"/>
          </ac:spMkLst>
        </pc:spChg>
        <pc:grpChg chg="mod">
          <ac:chgData name="强 李" userId="cd6c7ec7188785ae" providerId="LiveId" clId="{E0EEEAD3-6AF6-4BF1-A7F2-844E1D56509A}" dt="2024-04-14T12:50:59.172" v="28" actId="14100"/>
          <ac:grpSpMkLst>
            <pc:docMk/>
            <pc:sldMk cId="3418790839" sldId="554"/>
            <ac:grpSpMk id="6" creationId="{56CD5BD2-A0CC-7D0E-3BD1-0613845A3BF3}"/>
          </ac:grpSpMkLst>
        </pc:grpChg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  <pc:spChg chg="mod">
          <ac:chgData name="强 李" userId="cd6c7ec7188785ae" providerId="LiveId" clId="{E0EEEAD3-6AF6-4BF1-A7F2-844E1D56509A}" dt="2024-04-14T13:05:21.311" v="154" actId="20577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19.895" v="220" actId="1037"/>
          <ac:spMkLst>
            <pc:docMk/>
            <pc:sldMk cId="159884778" sldId="574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  <pc:spChg chg="mod">
          <ac:chgData name="强 李" userId="cd6c7ec7188785ae" providerId="LiveId" clId="{E0EEEAD3-6AF6-4BF1-A7F2-844E1D56509A}" dt="2024-04-14T13:03:52.498" v="149" actId="20578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31.464" v="243" actId="1038"/>
          <ac:spMkLst>
            <pc:docMk/>
            <pc:sldMk cId="3921434846" sldId="587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  <pc:spChg chg="mod">
          <ac:chgData name="强 李" userId="cd6c7ec7188785ae" providerId="LiveId" clId="{E0EEEAD3-6AF6-4BF1-A7F2-844E1D56509A}" dt="2024-04-14T13:11:00.308" v="332" actId="403"/>
          <ac:spMkLst>
            <pc:docMk/>
            <pc:sldMk cId="2648053192" sldId="588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00.483" v="189" actId="1038"/>
          <ac:spMkLst>
            <pc:docMk/>
            <pc:sldMk cId="2648053192" sldId="588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  <pc:spChg chg="mod">
          <ac:chgData name="强 李" userId="cd6c7ec7188785ae" providerId="LiveId" clId="{E0EEEAD3-6AF6-4BF1-A7F2-844E1D56509A}" dt="2024-04-14T13:08:30.120" v="276" actId="403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6:47.978" v="172" actId="14100"/>
          <ac:spMkLst>
            <pc:docMk/>
            <pc:sldMk cId="534191096" sldId="589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  <pc:spChg chg="mod">
          <ac:chgData name="强 李" userId="cd6c7ec7188785ae" providerId="LiveId" clId="{E0EEEAD3-6AF6-4BF1-A7F2-844E1D56509A}" dt="2024-04-14T13:10:52.862" v="330" actId="6549"/>
          <ac:spMkLst>
            <pc:docMk/>
            <pc:sldMk cId="4207264488" sldId="590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08:52.458" v="278"/>
          <ac:spMkLst>
            <pc:docMk/>
            <pc:sldMk cId="4207264488" sldId="590"/>
            <ac:spMk id="3" creationId="{4A596321-B78F-A68F-F6CC-FFD464CE31FD}"/>
          </ac:spMkLst>
        </pc:spChg>
        <pc:spChg chg="del">
          <ac:chgData name="强 李" userId="cd6c7ec7188785ae" providerId="LiveId" clId="{E0EEEAD3-6AF6-4BF1-A7F2-844E1D56509A}" dt="2024-04-14T13:08:52.157" v="277" actId="478"/>
          <ac:spMkLst>
            <pc:docMk/>
            <pc:sldMk cId="4207264488" sldId="590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  <pc:spChg chg="mod">
          <ac:chgData name="强 李" userId="cd6c7ec7188785ae" providerId="LiveId" clId="{E0EEEAD3-6AF6-4BF1-A7F2-844E1D56509A}" dt="2024-04-14T13:10:46.095" v="328" actId="403"/>
          <ac:spMkLst>
            <pc:docMk/>
            <pc:sldMk cId="3491062220" sldId="591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9:34.888" v="283"/>
          <ac:spMkLst>
            <pc:docMk/>
            <pc:sldMk cId="3491062220" sldId="59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  <pc:spChg chg="mod">
          <ac:chgData name="强 李" userId="cd6c7ec7188785ae" providerId="LiveId" clId="{E0EEEAD3-6AF6-4BF1-A7F2-844E1D56509A}" dt="2024-04-14T13:11:39.229" v="337" actId="403"/>
          <ac:spMkLst>
            <pc:docMk/>
            <pc:sldMk cId="4046377894" sldId="592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11:19.078" v="333"/>
          <ac:spMkLst>
            <pc:docMk/>
            <pc:sldMk cId="4046377894" sldId="592"/>
            <ac:spMk id="3" creationId="{B1CB2B0B-1994-1C36-09C5-1EC64FC64C5A}"/>
          </ac:spMkLst>
        </pc:spChg>
        <pc:spChg chg="add mod">
          <ac:chgData name="强 李" userId="cd6c7ec7188785ae" providerId="LiveId" clId="{E0EEEAD3-6AF6-4BF1-A7F2-844E1D56509A}" dt="2024-04-14T13:11:22.559" v="335"/>
          <ac:spMkLst>
            <pc:docMk/>
            <pc:sldMk cId="4046377894" sldId="592"/>
            <ac:spMk id="4" creationId="{04F693BE-D3F5-9A06-FC54-A1D34A776B2D}"/>
          </ac:spMkLst>
        </pc:spChg>
        <pc:spChg chg="del">
          <ac:chgData name="强 李" userId="cd6c7ec7188785ae" providerId="LiveId" clId="{E0EEEAD3-6AF6-4BF1-A7F2-844E1D56509A}" dt="2024-04-14T13:11:22.279" v="334" actId="478"/>
          <ac:spMkLst>
            <pc:docMk/>
            <pc:sldMk cId="4046377894" sldId="59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D8AF1FA3-A15C-4469-BA9D-AFFCB1926A56}" dt="2023-07-29T02:12:50.366" v="1403" actId="1035"/>
        <pc:sldMkLst>
          <pc:docMk/>
          <pc:sldMk cId="530530540" sldId="553"/>
        </pc:sldMkLst>
        <pc:spChg chg="mod">
          <ac:chgData name="强 李" userId="cd6c7ec7188785ae" providerId="LiveId" clId="{D8AF1FA3-A15C-4469-BA9D-AFFCB1926A56}" dt="2023-07-29T02:12:50.366" v="1403" actId="10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6:33.828" v="443"/>
          <ac:spMkLst>
            <pc:docMk/>
            <pc:sldMk cId="530530540" sldId="553"/>
            <ac:spMk id="18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 mod">
        <pc:chgData name="强 李" userId="cd6c7ec7188785ae" providerId="LiveId" clId="{87276778-7DB3-428F-B3B5-B40BFDCB90D5}" dt="2023-10-28T23:26:17.910" v="1577"/>
        <pc:sldMkLst>
          <pc:docMk/>
          <pc:sldMk cId="419382719" sldId="552"/>
        </pc:sldMkLst>
        <pc:spChg chg="mod">
          <ac:chgData name="强 李" userId="cd6c7ec7188785ae" providerId="LiveId" clId="{87276778-7DB3-428F-B3B5-B40BFDCB90D5}" dt="2023-10-28T23:26:17.910" v="1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  <pc:spChg chg="mod">
          <ac:chgData name="强 李" userId="cd6c7ec7188785ae" providerId="LiveId" clId="{87276778-7DB3-428F-B3B5-B40BFDCB90D5}" dt="2023-10-28T21:25:35.492" v="3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87276778-7DB3-428F-B3B5-B40BFDCB90D5}" dt="2023-10-28T21:25:43.378" v="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spChg chg="mod">
          <ac:chgData name="强 李" userId="cd6c7ec7188785ae" providerId="LiveId" clId="{87276778-7DB3-428F-B3B5-B40BFDCB90D5}" dt="2023-10-28T22:39:59.069" v="861" actId="108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7:36.410" v="483" actId="14100"/>
          <ac:spMkLst>
            <pc:docMk/>
            <pc:sldMk cId="159884778" sldId="574"/>
            <ac:spMk id="1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  <pc:spChg chg="mod">
          <ac:chgData name="强 李" userId="cd6c7ec7188785ae" providerId="LiveId" clId="{87276778-7DB3-428F-B3B5-B40BFDCB90D5}" dt="2023-10-28T22:24:17.755" v="582" actId="113"/>
          <ac:spMkLst>
            <pc:docMk/>
            <pc:sldMk cId="3921434846" sldId="587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  <pc:spChg chg="mod">
          <ac:chgData name="强 李" userId="cd6c7ec7188785ae" providerId="LiveId" clId="{87276778-7DB3-428F-B3B5-B40BFDCB90D5}" dt="2023-10-28T22:51:56.788" v="1093" actId="403"/>
          <ac:spMkLst>
            <pc:docMk/>
            <pc:sldMk cId="2648053192" sldId="588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  <pc:spChg chg="mod">
          <ac:chgData name="强 李" userId="cd6c7ec7188785ae" providerId="LiveId" clId="{87276778-7DB3-428F-B3B5-B40BFDCB90D5}" dt="2023-10-28T23:19:23.027" v="1317" actId="20577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50:23.509" v="1088"/>
          <ac:spMkLst>
            <pc:docMk/>
            <pc:sldMk cId="534191096" sldId="589"/>
            <ac:spMk id="18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  <pc:spChg chg="mod">
          <ac:chgData name="强 李" userId="cd6c7ec7188785ae" providerId="LiveId" clId="{87276778-7DB3-428F-B3B5-B40BFDCB90D5}" dt="2023-10-28T23:39:49.848" v="1938" actId="948"/>
          <ac:spMkLst>
            <pc:docMk/>
            <pc:sldMk cId="4207264488" sldId="590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  <pc:spChg chg="mod">
          <ac:chgData name="强 李" userId="cd6c7ec7188785ae" providerId="LiveId" clId="{87276778-7DB3-428F-B3B5-B40BFDCB90D5}" dt="2023-10-28T23:40:15.273" v="1940" actId="6549"/>
          <ac:spMkLst>
            <pc:docMk/>
            <pc:sldMk cId="3491062220" sldId="591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  <pc:spChg chg="mod">
          <ac:chgData name="强 李" userId="cd6c7ec7188785ae" providerId="LiveId" clId="{87276778-7DB3-428F-B3B5-B40BFDCB90D5}" dt="2023-10-28T23:46:15.313" v="2089"/>
          <ac:spMkLst>
            <pc:docMk/>
            <pc:sldMk cId="4046377894" sldId="592"/>
            <ac:spMk id="2" creationId="{00000000-0000-0000-0000-000000000000}"/>
          </ac:spMkLst>
        </pc:sp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  <pc:spChg chg="mod">
          <ac:chgData name="李 强" userId="cd6c7ec7188785ae" providerId="Windows Live" clId="Web-{E46B53FF-9A88-47C2-AE39-26A84E1195D8}" dt="2023-03-11T20:57:46.997" v="2" actId="20577"/>
          <ac:spMkLst>
            <pc:docMk/>
            <pc:sldMk cId="0" sldId="425"/>
            <ac:spMk id="18" creationId="{00000000-0000-0000-0000-000000000000}"/>
          </ac:spMkLst>
        </pc:spChg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C4BB4458-5026-43D6-8C8F-02924DFE1BAF}"/>
    <pc:docChg chg="undo custSel addSld delSld modSld">
      <pc:chgData name="强 李" userId="cd6c7ec7188785ae" providerId="LiveId" clId="{C4BB4458-5026-43D6-8C8F-02924DFE1BAF}" dt="2024-05-18T14:17:39.797" v="1781" actId="6549"/>
      <pc:docMkLst>
        <pc:docMk/>
      </pc:docMkLst>
      <pc:sldChg chg="addSp delSp modSp mod">
        <pc:chgData name="强 李" userId="cd6c7ec7188785ae" providerId="LiveId" clId="{C4BB4458-5026-43D6-8C8F-02924DFE1BAF}" dt="2024-05-18T03:11:11.939" v="64" actId="13926"/>
        <pc:sldMkLst>
          <pc:docMk/>
          <pc:sldMk cId="0" sldId="425"/>
        </pc:sldMkLst>
        <pc:spChg chg="add del mod ord">
          <ac:chgData name="强 李" userId="cd6c7ec7188785ae" providerId="LiveId" clId="{C4BB4458-5026-43D6-8C8F-02924DFE1BAF}" dt="2024-05-18T03:09:33.807" v="50" actId="11529"/>
          <ac:spMkLst>
            <pc:docMk/>
            <pc:sldMk cId="0" sldId="425"/>
            <ac:spMk id="2" creationId="{16FE6A48-C840-A242-D5A1-FA5D70CA1A15}"/>
          </ac:spMkLst>
        </pc:spChg>
        <pc:spChg chg="mod">
          <ac:chgData name="强 李" userId="cd6c7ec7188785ae" providerId="LiveId" clId="{C4BB4458-5026-43D6-8C8F-02924DFE1BAF}" dt="2024-05-18T03:11:11.939" v="64" actId="13926"/>
          <ac:spMkLst>
            <pc:docMk/>
            <pc:sldMk cId="0" sldId="425"/>
            <ac:spMk id="3" creationId="{FF9BF7C3-9929-69BC-A1CA-30EBD45BF72F}"/>
          </ac:spMkLst>
        </pc:spChg>
        <pc:spChg chg="add del mod">
          <ac:chgData name="强 李" userId="cd6c7ec7188785ae" providerId="LiveId" clId="{C4BB4458-5026-43D6-8C8F-02924DFE1BAF}" dt="2024-05-18T03:10:25.547" v="59" actId="478"/>
          <ac:spMkLst>
            <pc:docMk/>
            <pc:sldMk cId="0" sldId="425"/>
            <ac:spMk id="6" creationId="{45B47BA0-D9C6-6525-99A0-E8B33459CE51}"/>
          </ac:spMkLst>
        </pc:spChg>
        <pc:cxnChg chg="add del">
          <ac:chgData name="强 李" userId="cd6c7ec7188785ae" providerId="LiveId" clId="{C4BB4458-5026-43D6-8C8F-02924DFE1BAF}" dt="2024-05-18T03:10:02.278" v="52" actId="11529"/>
          <ac:cxnSpMkLst>
            <pc:docMk/>
            <pc:sldMk cId="0" sldId="425"/>
            <ac:cxnSpMk id="5" creationId="{BF3A31AA-A401-7904-93EA-D474FE1D4618}"/>
          </ac:cxnSpMkLst>
        </pc:cxnChg>
      </pc:sldChg>
      <pc:sldChg chg="addSp modSp mod">
        <pc:chgData name="强 李" userId="cd6c7ec7188785ae" providerId="LiveId" clId="{C4BB4458-5026-43D6-8C8F-02924DFE1BAF}" dt="2024-05-18T13:46:35.739" v="1306" actId="1037"/>
        <pc:sldMkLst>
          <pc:docMk/>
          <pc:sldMk cId="54695671" sldId="531"/>
        </pc:sldMkLst>
        <pc:spChg chg="mod">
          <ac:chgData name="强 李" userId="cd6c7ec7188785ae" providerId="LiveId" clId="{C4BB4458-5026-43D6-8C8F-02924DFE1BAF}" dt="2024-05-18T13:44:16.194" v="1289" actId="14100"/>
          <ac:spMkLst>
            <pc:docMk/>
            <pc:sldMk cId="54695671" sldId="531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7T23:17:53.121" v="15"/>
          <ac:spMkLst>
            <pc:docMk/>
            <pc:sldMk cId="54695671" sldId="531"/>
            <ac:spMk id="3" creationId="{B504861B-6EFA-BAFD-C2A3-DA811CA92353}"/>
          </ac:spMkLst>
        </pc:spChg>
        <pc:spChg chg="add mod">
          <ac:chgData name="强 李" userId="cd6c7ec7188785ae" providerId="LiveId" clId="{C4BB4458-5026-43D6-8C8F-02924DFE1BAF}" dt="2024-05-17T23:18:07.335" v="2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C4BB4458-5026-43D6-8C8F-02924DFE1BAF}" dt="2024-05-18T03:58:19.517" v="65" actId="2711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C4BB4458-5026-43D6-8C8F-02924DFE1BAF}" dt="2024-05-18T03:58:24.056" v="66" actId="2711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C4BB4458-5026-43D6-8C8F-02924DFE1BAF}" dt="2024-05-17T23:18:23.340" v="42" actId="1076"/>
          <ac:spMkLst>
            <pc:docMk/>
            <pc:sldMk cId="54695671" sldId="531"/>
            <ac:spMk id="7" creationId="{F80DDDB8-F32B-B7A7-73DA-9790F3B5DCB3}"/>
          </ac:spMkLst>
        </pc:spChg>
        <pc:spChg chg="mod">
          <ac:chgData name="强 李" userId="cd6c7ec7188785ae" providerId="LiveId" clId="{C4BB4458-5026-43D6-8C8F-02924DFE1BAF}" dt="2024-05-18T13:46:26.199" v="1290" actId="14100"/>
          <ac:spMkLst>
            <pc:docMk/>
            <pc:sldMk cId="54695671" sldId="531"/>
            <ac:spMk id="11" creationId="{8F585226-39A8-96AE-40A3-878704581BB6}"/>
          </ac:spMkLst>
        </pc:spChg>
        <pc:cxnChg chg="mod">
          <ac:chgData name="强 李" userId="cd6c7ec7188785ae" providerId="LiveId" clId="{C4BB4458-5026-43D6-8C8F-02924DFE1BAF}" dt="2024-05-18T13:46:35.739" v="1306" actId="1037"/>
          <ac:cxnSpMkLst>
            <pc:docMk/>
            <pc:sldMk cId="54695671" sldId="531"/>
            <ac:cxnSpMk id="8" creationId="{A82D5C8F-64C1-A4EE-87A4-62170D321C35}"/>
          </ac:cxnSpMkLst>
        </pc:cxnChg>
      </pc:sldChg>
      <pc:sldChg chg="modSp mod">
        <pc:chgData name="强 李" userId="cd6c7ec7188785ae" providerId="LiveId" clId="{C4BB4458-5026-43D6-8C8F-02924DFE1BAF}" dt="2024-05-18T05:39:51.284" v="1181"/>
        <pc:sldMkLst>
          <pc:docMk/>
          <pc:sldMk cId="1242525785" sldId="543"/>
        </pc:sldMkLst>
        <pc:spChg chg="mod">
          <ac:chgData name="强 李" userId="cd6c7ec7188785ae" providerId="LiveId" clId="{C4BB4458-5026-43D6-8C8F-02924DFE1BAF}" dt="2024-05-18T05:39:51.284" v="1181"/>
          <ac:spMkLst>
            <pc:docMk/>
            <pc:sldMk cId="1242525785" sldId="543"/>
            <ac:spMk id="2" creationId="{00000000-0000-0000-0000-000000000000}"/>
          </ac:spMkLst>
        </pc:spChg>
      </pc:sldChg>
      <pc:sldChg chg="addSp delSp modSp mod setBg">
        <pc:chgData name="强 李" userId="cd6c7ec7188785ae" providerId="LiveId" clId="{C4BB4458-5026-43D6-8C8F-02924DFE1BAF}" dt="2024-05-18T05:53:37.086" v="1249"/>
        <pc:sldMkLst>
          <pc:docMk/>
          <pc:sldMk cId="419382719" sldId="552"/>
        </pc:sldMkLst>
        <pc:spChg chg="add del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18" creationId="{00000000-0000-0000-0000-000000000000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4" creationId="{CB49665F-0298-4449-8D2D-209989CB9EE3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6" creationId="{A71EEC14-174A-46FA-B046-474750457130}"/>
          </ac:spMkLst>
        </pc:spChg>
        <pc:spChg chg="add del">
          <ac:chgData name="强 李" userId="cd6c7ec7188785ae" providerId="LiveId" clId="{C4BB4458-5026-43D6-8C8F-02924DFE1BAF}" dt="2024-05-18T05:52:44.584" v="1237" actId="26606"/>
          <ac:spMkLst>
            <pc:docMk/>
            <pc:sldMk cId="419382719" sldId="552"/>
            <ac:spMk id="41" creationId="{2659FDB4-FCBE-4A89-B46D-43D4FA54464D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5" creationId="{2E442304-DDBD-4F7B-8017-36BCC863FB40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6" creationId="{5E107275-3853-46FD-A241-DE4355A42675}"/>
          </ac:spMkLst>
        </pc:s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28" creationId="{EEB6CB95-E653-4C6C-AE51-62FD848E8D5B}"/>
          </ac:grpSpMkLst>
        </pc:gr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32" creationId="{43F5E015-E085-4624-B431-B42414448684}"/>
          </ac:grpSpMkLst>
        </pc:grpChg>
        <pc:graphicFrameChg chg="add del">
          <ac:chgData name="强 李" userId="cd6c7ec7188785ae" providerId="LiveId" clId="{C4BB4458-5026-43D6-8C8F-02924DFE1BAF}" dt="2024-05-18T05:52:41.236" v="1235" actId="26606"/>
          <ac:graphicFrameMkLst>
            <pc:docMk/>
            <pc:sldMk cId="419382719" sldId="552"/>
            <ac:graphicFrameMk id="20" creationId="{4323BF3C-B2A4-A173-AEA9-BB94E5E503C5}"/>
          </ac:graphicFrameMkLst>
        </pc:graphicFrameChg>
        <pc:graphicFrameChg chg="add del">
          <ac:chgData name="强 李" userId="cd6c7ec7188785ae" providerId="LiveId" clId="{C4BB4458-5026-43D6-8C8F-02924DFE1BAF}" dt="2024-05-18T05:52:44.584" v="1237" actId="26606"/>
          <ac:graphicFrameMkLst>
            <pc:docMk/>
            <pc:sldMk cId="419382719" sldId="552"/>
            <ac:graphicFrameMk id="43" creationId="{699F94FD-C55E-4713-5FAB-1A97B009C0D6}"/>
          </ac:graphicFrameMkLst>
        </pc:graphicFrameChg>
        <pc:graphicFrameChg chg="add mod modGraphic">
          <ac:chgData name="强 李" userId="cd6c7ec7188785ae" providerId="LiveId" clId="{C4BB4458-5026-43D6-8C8F-02924DFE1BAF}" dt="2024-05-18T05:53:37.086" v="1249"/>
          <ac:graphicFrameMkLst>
            <pc:docMk/>
            <pc:sldMk cId="419382719" sldId="552"/>
            <ac:graphicFrameMk id="47" creationId="{C4743AA0-529F-EA4A-5AAF-9A09C2CB0EAC}"/>
          </ac:graphicFrameMkLst>
        </pc:graphicFrameChg>
        <pc:cxnChg chg="add del">
          <ac:chgData name="强 李" userId="cd6c7ec7188785ae" providerId="LiveId" clId="{C4BB4458-5026-43D6-8C8F-02924DFE1BAF}" dt="2024-05-18T05:52:44.584" v="1237" actId="26606"/>
          <ac:cxnSpMkLst>
            <pc:docMk/>
            <pc:sldMk cId="419382719" sldId="552"/>
            <ac:cxnSpMk id="42" creationId="{C8F51B3F-8331-4E4A-AE96-D47B1006EEAD}"/>
          </ac:cxnSpMkLst>
        </pc:cxnChg>
      </pc:sldChg>
      <pc:sldChg chg="modSp mod">
        <pc:chgData name="强 李" userId="cd6c7ec7188785ae" providerId="LiveId" clId="{C4BB4458-5026-43D6-8C8F-02924DFE1BAF}" dt="2024-05-18T13:47:20.799" v="1308" actId="6549"/>
        <pc:sldMkLst>
          <pc:docMk/>
          <pc:sldMk cId="530530540" sldId="553"/>
        </pc:sldMkLst>
        <pc:spChg chg="mod">
          <ac:chgData name="强 李" userId="cd6c7ec7188785ae" providerId="LiveId" clId="{C4BB4458-5026-43D6-8C8F-02924DFE1BAF}" dt="2024-05-18T04:01:17.522" v="82"/>
          <ac:spMkLst>
            <pc:docMk/>
            <pc:sldMk cId="530530540" sldId="553"/>
            <ac:spMk id="2" creationId="{00000000-0000-0000-0000-000000000000}"/>
          </ac:spMkLst>
        </pc:spChg>
        <pc:graphicFrameChg chg="mod modGraphic">
          <ac:chgData name="强 李" userId="cd6c7ec7188785ae" providerId="LiveId" clId="{C4BB4458-5026-43D6-8C8F-02924DFE1BAF}" dt="2024-05-18T13:47:20.799" v="1308" actId="6549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C4BB4458-5026-43D6-8C8F-02924DFE1BAF}" dt="2024-05-18T05:40:48.111" v="1200" actId="121"/>
        <pc:sldMkLst>
          <pc:docMk/>
          <pc:sldMk cId="1911491714" sldId="560"/>
        </pc:sldMkLst>
        <pc:spChg chg="mod">
          <ac:chgData name="强 李" userId="cd6c7ec7188785ae" providerId="LiveId" clId="{C4BB4458-5026-43D6-8C8F-02924DFE1BAF}" dt="2024-05-18T05:40:48.111" v="1200" actId="121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11:18.361" v="688" actId="20577"/>
        <pc:sldMkLst>
          <pc:docMk/>
          <pc:sldMk cId="159884778" sldId="574"/>
        </pc:sldMkLst>
        <pc:spChg chg="mod">
          <ac:chgData name="强 李" userId="cd6c7ec7188785ae" providerId="LiveId" clId="{C4BB4458-5026-43D6-8C8F-02924DFE1BAF}" dt="2024-05-18T05:11:18.361" v="688" actId="20577"/>
          <ac:spMkLst>
            <pc:docMk/>
            <pc:sldMk cId="159884778" sldId="574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C4BB4458-5026-43D6-8C8F-02924DFE1BAF}" dt="2024-05-18T14:15:43.178" v="1600"/>
        <pc:sldMkLst>
          <pc:docMk/>
          <pc:sldMk cId="3921434846" sldId="587"/>
        </pc:sldMkLst>
        <pc:spChg chg="mod">
          <ac:chgData name="强 李" userId="cd6c7ec7188785ae" providerId="LiveId" clId="{C4BB4458-5026-43D6-8C8F-02924DFE1BAF}" dt="2024-05-18T14:15:43.178" v="1600"/>
          <ac:spMkLst>
            <pc:docMk/>
            <pc:sldMk cId="3921434846" sldId="587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02:17.956" v="501" actId="1038"/>
          <ac:spMkLst>
            <pc:docMk/>
            <pc:sldMk cId="3921434846" sldId="587"/>
            <ac:spMk id="3" creationId="{003D761B-E889-B91D-BD41-4C84CF49A89F}"/>
          </ac:spMkLst>
        </pc:spChg>
        <pc:spChg chg="add mod">
          <ac:chgData name="强 李" userId="cd6c7ec7188785ae" providerId="LiveId" clId="{C4BB4458-5026-43D6-8C8F-02924DFE1BAF}" dt="2024-05-18T05:03:05.550" v="530" actId="1076"/>
          <ac:spMkLst>
            <pc:docMk/>
            <pc:sldMk cId="3921434846" sldId="587"/>
            <ac:spMk id="4" creationId="{37DDADB6-FEDE-F371-AEA9-C5A37A96DB50}"/>
          </ac:spMkLst>
        </pc:spChg>
        <pc:spChg chg="add mod">
          <ac:chgData name="强 李" userId="cd6c7ec7188785ae" providerId="LiveId" clId="{C4BB4458-5026-43D6-8C8F-02924DFE1BAF}" dt="2024-05-18T14:13:16.409" v="1392" actId="1037"/>
          <ac:spMkLst>
            <pc:docMk/>
            <pc:sldMk cId="3921434846" sldId="587"/>
            <ac:spMk id="5" creationId="{EA83E63F-1A84-4C77-F88A-67457B349D94}"/>
          </ac:spMkLst>
        </pc:spChg>
        <pc:spChg chg="add mod">
          <ac:chgData name="强 李" userId="cd6c7ec7188785ae" providerId="LiveId" clId="{C4BB4458-5026-43D6-8C8F-02924DFE1BAF}" dt="2024-05-18T05:02:51.301" v="515" actId="1076"/>
          <ac:spMkLst>
            <pc:docMk/>
            <pc:sldMk cId="3921434846" sldId="587"/>
            <ac:spMk id="7" creationId="{A3AF7693-1B01-A7BF-B591-CA40ADA64FCF}"/>
          </ac:spMkLst>
        </pc:spChg>
        <pc:spChg chg="add mod">
          <ac:chgData name="强 李" userId="cd6c7ec7188785ae" providerId="LiveId" clId="{C4BB4458-5026-43D6-8C8F-02924DFE1BAF}" dt="2024-05-18T05:03:45.310" v="565" actId="1037"/>
          <ac:spMkLst>
            <pc:docMk/>
            <pc:sldMk cId="3921434846" sldId="587"/>
            <ac:spMk id="8" creationId="{16D8AC54-27F5-A2FE-FDAD-C66FFAE80155}"/>
          </ac:spMkLst>
        </pc:spChg>
        <pc:picChg chg="add del mod">
          <ac:chgData name="强 李" userId="cd6c7ec7188785ae" providerId="LiveId" clId="{C4BB4458-5026-43D6-8C8F-02924DFE1BAF}" dt="2024-05-18T05:05:37.660" v="585" actId="478"/>
          <ac:picMkLst>
            <pc:docMk/>
            <pc:sldMk cId="3921434846" sldId="587"/>
            <ac:picMk id="6" creationId="{3563A147-73CE-0E77-4EB7-6F12D9EAA0A5}"/>
          </ac:picMkLst>
        </pc:picChg>
        <pc:picChg chg="add mod">
          <ac:chgData name="强 李" userId="cd6c7ec7188785ae" providerId="LiveId" clId="{C4BB4458-5026-43D6-8C8F-02924DFE1BAF}" dt="2024-05-18T05:16:46.154" v="764" actId="14100"/>
          <ac:picMkLst>
            <pc:docMk/>
            <pc:sldMk cId="3921434846" sldId="587"/>
            <ac:picMk id="10" creationId="{02F96101-F061-483B-59C8-DAE652A14EFE}"/>
          </ac:picMkLst>
        </pc:picChg>
      </pc:sldChg>
      <pc:sldChg chg="addSp modSp mod">
        <pc:chgData name="强 李" userId="cd6c7ec7188785ae" providerId="LiveId" clId="{C4BB4458-5026-43D6-8C8F-02924DFE1BAF}" dt="2024-05-18T05:25:30.847" v="889"/>
        <pc:sldMkLst>
          <pc:docMk/>
          <pc:sldMk cId="2648053192" sldId="588"/>
        </pc:sldMkLst>
        <pc:spChg chg="mod">
          <ac:chgData name="强 李" userId="cd6c7ec7188785ae" providerId="LiveId" clId="{C4BB4458-5026-43D6-8C8F-02924DFE1BAF}" dt="2024-05-18T05:25:30.847" v="889"/>
          <ac:spMkLst>
            <pc:docMk/>
            <pc:sldMk cId="2648053192" sldId="588"/>
            <ac:spMk id="2" creationId="{00000000-0000-0000-0000-000000000000}"/>
          </ac:spMkLst>
        </pc:spChg>
        <pc:spChg chg="add mod ord">
          <ac:chgData name="强 李" userId="cd6c7ec7188785ae" providerId="LiveId" clId="{C4BB4458-5026-43D6-8C8F-02924DFE1BAF}" dt="2024-05-18T05:15:15.219" v="748" actId="171"/>
          <ac:spMkLst>
            <pc:docMk/>
            <pc:sldMk cId="2648053192" sldId="588"/>
            <ac:spMk id="3" creationId="{2F44D04F-DD6A-1675-150F-0D830C44AF9C}"/>
          </ac:spMkLst>
        </pc:spChg>
        <pc:spChg chg="add mod">
          <ac:chgData name="强 李" userId="cd6c7ec7188785ae" providerId="LiveId" clId="{C4BB4458-5026-43D6-8C8F-02924DFE1BAF}" dt="2024-05-18T05:22:35.894" v="799" actId="1038"/>
          <ac:spMkLst>
            <pc:docMk/>
            <pc:sldMk cId="2648053192" sldId="588"/>
            <ac:spMk id="4" creationId="{6727A4CA-1768-94A4-5B86-43070B44DF2C}"/>
          </ac:spMkLst>
        </pc:spChg>
        <pc:spChg chg="add mod">
          <ac:chgData name="强 李" userId="cd6c7ec7188785ae" providerId="LiveId" clId="{C4BB4458-5026-43D6-8C8F-02924DFE1BAF}" dt="2024-05-18T05:22:44.750" v="808" actId="1076"/>
          <ac:spMkLst>
            <pc:docMk/>
            <pc:sldMk cId="2648053192" sldId="588"/>
            <ac:spMk id="5" creationId="{8B7F548D-0B51-9956-B283-BDB03CA5C763}"/>
          </ac:spMkLst>
        </pc:spChg>
      </pc:sldChg>
      <pc:sldChg chg="addSp modSp mod modNotesTx">
        <pc:chgData name="强 李" userId="cd6c7ec7188785ae" providerId="LiveId" clId="{C4BB4458-5026-43D6-8C8F-02924DFE1BAF}" dt="2024-05-18T05:33:38.994" v="1079"/>
        <pc:sldMkLst>
          <pc:docMk/>
          <pc:sldMk cId="534191096" sldId="589"/>
        </pc:sldMkLst>
        <pc:spChg chg="mod">
          <ac:chgData name="强 李" userId="cd6c7ec7188785ae" providerId="LiveId" clId="{C4BB4458-5026-43D6-8C8F-02924DFE1BAF}" dt="2024-05-18T05:33:38.994" v="1079"/>
          <ac:spMkLst>
            <pc:docMk/>
            <pc:sldMk cId="534191096" sldId="589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31:28.548" v="1009" actId="1038"/>
          <ac:spMkLst>
            <pc:docMk/>
            <pc:sldMk cId="534191096" sldId="589"/>
            <ac:spMk id="3" creationId="{1AB8738D-A1FE-4D54-0F21-BB9DBE4AC2AD}"/>
          </ac:spMkLst>
        </pc:spChg>
        <pc:spChg chg="add mod">
          <ac:chgData name="强 李" userId="cd6c7ec7188785ae" providerId="LiveId" clId="{C4BB4458-5026-43D6-8C8F-02924DFE1BAF}" dt="2024-05-18T05:31:38.807" v="1016" actId="1076"/>
          <ac:spMkLst>
            <pc:docMk/>
            <pc:sldMk cId="534191096" sldId="589"/>
            <ac:spMk id="4" creationId="{EAC312E4-EEF7-BC10-CF40-D9DFE5074984}"/>
          </ac:spMkLst>
        </pc:spChg>
        <pc:spChg chg="add mod">
          <ac:chgData name="强 李" userId="cd6c7ec7188785ae" providerId="LiveId" clId="{C4BB4458-5026-43D6-8C8F-02924DFE1BAF}" dt="2024-05-18T05:32:21.841" v="1025" actId="1076"/>
          <ac:spMkLst>
            <pc:docMk/>
            <pc:sldMk cId="534191096" sldId="589"/>
            <ac:spMk id="5" creationId="{713DDF87-D3EF-705D-B73A-8E85BB5DCB86}"/>
          </ac:spMkLst>
        </pc:spChg>
        <pc:spChg chg="add mod">
          <ac:chgData name="强 李" userId="cd6c7ec7188785ae" providerId="LiveId" clId="{C4BB4458-5026-43D6-8C8F-02924DFE1BAF}" dt="2024-05-18T05:32:35.401" v="1047" actId="1076"/>
          <ac:spMkLst>
            <pc:docMk/>
            <pc:sldMk cId="534191096" sldId="589"/>
            <ac:spMk id="6" creationId="{1583CA6D-E2C8-47E3-C865-AB9466112C52}"/>
          </ac:spMkLst>
        </pc:spChg>
        <pc:spChg chg="add mod">
          <ac:chgData name="强 李" userId="cd6c7ec7188785ae" providerId="LiveId" clId="{C4BB4458-5026-43D6-8C8F-02924DFE1BAF}" dt="2024-05-18T05:32:46.396" v="1061" actId="1076"/>
          <ac:spMkLst>
            <pc:docMk/>
            <pc:sldMk cId="534191096" sldId="589"/>
            <ac:spMk id="7" creationId="{B2718F15-7977-70BB-162C-9682D1DBB0BD}"/>
          </ac:spMkLst>
        </pc:spChg>
      </pc:sldChg>
      <pc:sldChg chg="modSp mod">
        <pc:chgData name="强 李" userId="cd6c7ec7188785ae" providerId="LiveId" clId="{C4BB4458-5026-43D6-8C8F-02924DFE1BAF}" dt="2024-05-18T05:34:49.979" v="1089" actId="6549"/>
        <pc:sldMkLst>
          <pc:docMk/>
          <pc:sldMk cId="4207264488" sldId="590"/>
        </pc:sldMkLst>
        <pc:spChg chg="mod">
          <ac:chgData name="强 李" userId="cd6c7ec7188785ae" providerId="LiveId" clId="{C4BB4458-5026-43D6-8C8F-02924DFE1BAF}" dt="2024-05-18T05:34:49.979" v="1089" actId="6549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7:46.107" v="1143"/>
        <pc:sldMkLst>
          <pc:docMk/>
          <pc:sldMk cId="3491062220" sldId="591"/>
        </pc:sldMkLst>
        <pc:spChg chg="mod">
          <ac:chgData name="强 李" userId="cd6c7ec7188785ae" providerId="LiveId" clId="{C4BB4458-5026-43D6-8C8F-02924DFE1BAF}" dt="2024-05-18T05:37:46.107" v="114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8:25.684" v="1153"/>
        <pc:sldMkLst>
          <pc:docMk/>
          <pc:sldMk cId="4046377894" sldId="592"/>
        </pc:sldMkLst>
        <pc:spChg chg="mod">
          <ac:chgData name="强 李" userId="cd6c7ec7188785ae" providerId="LiveId" clId="{C4BB4458-5026-43D6-8C8F-02924DFE1BAF}" dt="2024-05-18T05:38:25.684" v="1153"/>
          <ac:spMkLst>
            <pc:docMk/>
            <pc:sldMk cId="4046377894" sldId="592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05:12:18.317" v="689" actId="6549"/>
        <pc:sldMkLst>
          <pc:docMk/>
          <pc:sldMk cId="3468762565" sldId="593"/>
        </pc:sldMkLst>
        <pc:spChg chg="mod">
          <ac:chgData name="强 李" userId="cd6c7ec7188785ae" providerId="LiveId" clId="{C4BB4458-5026-43D6-8C8F-02924DFE1BAF}" dt="2024-05-18T05:12:18.317" v="689" actId="6549"/>
          <ac:spMkLst>
            <pc:docMk/>
            <pc:sldMk cId="3468762565" sldId="593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14:17:39.797" v="1781" actId="6549"/>
        <pc:sldMkLst>
          <pc:docMk/>
          <pc:sldMk cId="340286292" sldId="594"/>
        </pc:sldMkLst>
        <pc:spChg chg="mod">
          <ac:chgData name="强 李" userId="cd6c7ec7188785ae" providerId="LiveId" clId="{C4BB4458-5026-43D6-8C8F-02924DFE1BAF}" dt="2024-05-18T14:17:39.797" v="1781" actId="6549"/>
          <ac:spMkLst>
            <pc:docMk/>
            <pc:sldMk cId="340286292" sldId="594"/>
            <ac:spMk id="2" creationId="{00000000-0000-0000-0000-000000000000}"/>
          </ac:spMkLst>
        </pc:spChg>
      </pc:sldChg>
      <pc:sldChg chg="add del">
        <pc:chgData name="强 李" userId="cd6c7ec7188785ae" providerId="LiveId" clId="{C4BB4458-5026-43D6-8C8F-02924DFE1BAF}" dt="2024-05-18T05:50:53.623" v="1203" actId="47"/>
        <pc:sldMkLst>
          <pc:docMk/>
          <pc:sldMk cId="2907531891" sldId="595"/>
        </pc:sldMkLst>
      </pc:sldChg>
      <pc:sldChg chg="addSp delSp modSp add mod setBg">
        <pc:chgData name="强 李" userId="cd6c7ec7188785ae" providerId="LiveId" clId="{C4BB4458-5026-43D6-8C8F-02924DFE1BAF}" dt="2024-05-18T05:51:56.279" v="1233" actId="1076"/>
        <pc:sldMkLst>
          <pc:docMk/>
          <pc:sldMk cId="1164883511" sldId="596"/>
        </pc:sldMkLst>
        <pc:spChg chg="mod ord">
          <ac:chgData name="强 李" userId="cd6c7ec7188785ae" providerId="LiveId" clId="{C4BB4458-5026-43D6-8C8F-02924DFE1BAF}" dt="2024-05-18T05:51:50.698" v="1232" actId="27636"/>
          <ac:spMkLst>
            <pc:docMk/>
            <pc:sldMk cId="1164883511" sldId="596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1:56.279" v="1233" actId="1076"/>
          <ac:spMkLst>
            <pc:docMk/>
            <pc:sldMk cId="1164883511" sldId="596"/>
            <ac:spMk id="4" creationId="{04F693BE-D3F5-9A06-FC54-A1D34A776B2D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0" creationId="{F0A604E4-7307-451C-93BE-F1F7E1BF3BF8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2" creationId="{F7F3A0AA-35E5-4085-942B-737839030604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4" creationId="{402F5C38-C747-4173-ABBF-656E39E82130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6" creationId="{E37EECFC-A684-4391-AE85-4CDAF5565F61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8" creationId="{A8384FB5-9ADC-4DDC-881B-597D56F5B15D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9" creationId="{1199E1B1-A8C0-4FE8-A5A8-1CB41D69F857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0" creationId="{84A8DE83-DE75-4B41-9DB4-A7EC0B0DEC0B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1" creationId="{A7009A0A-BEF5-4EAC-AF15-E4F9F002E239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5" creationId="{23D09407-53BC-485E-B4CE-BC5E4FC4B25B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6" creationId="{921DB988-49FC-4608-B0A2-E2F3A4019041}"/>
          </ac:spMkLst>
        </pc:spChg>
        <pc:spChg chg="add">
          <ac:chgData name="强 李" userId="cd6c7ec7188785ae" providerId="LiveId" clId="{C4BB4458-5026-43D6-8C8F-02924DFE1BAF}" dt="2024-05-18T05:51:18.475" v="1213" actId="26606"/>
          <ac:spMkLst>
            <pc:docMk/>
            <pc:sldMk cId="1164883511" sldId="596"/>
            <ac:spMk id="33" creationId="{5E395AE0-8789-FAD6-A987-32E65C185100}"/>
          </ac:spMkLst>
        </pc:s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27" creationId="{E9B930FD-8671-4C4C-ADCF-73AC1D0CD417}"/>
          </ac:grpSpMkLst>
        </pc:gr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30" creationId="{383C2651-AE0C-4AE4-8725-E2F9414FE219}"/>
          </ac:grpSpMkLst>
        </pc:grpChg>
        <pc:picChg chg="add mod">
          <ac:chgData name="强 李" userId="cd6c7ec7188785ae" providerId="LiveId" clId="{C4BB4458-5026-43D6-8C8F-02924DFE1BAF}" dt="2024-05-18T05:51:29.715" v="1214" actId="14100"/>
          <ac:picMkLst>
            <pc:docMk/>
            <pc:sldMk cId="1164883511" sldId="596"/>
            <ac:picMk id="5" creationId="{2ADD046A-1E76-1E25-D210-434E5BDA978C}"/>
          </ac:picMkLst>
        </pc:picChg>
        <pc:cxnChg chg="add">
          <ac:chgData name="强 李" userId="cd6c7ec7188785ae" providerId="LiveId" clId="{C4BB4458-5026-43D6-8C8F-02924DFE1BAF}" dt="2024-05-18T05:51:18.475" v="1213" actId="26606"/>
          <ac:cxnSpMkLst>
            <pc:docMk/>
            <pc:sldMk cId="1164883511" sldId="596"/>
            <ac:cxnSpMk id="34" creationId="{7667AA61-5C27-F30F-D229-06CBE5709F33}"/>
          </ac:cxnSpMkLst>
        </pc:cxn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  <pc:spChg chg="mod">
          <ac:chgData name="强 李" userId="cd6c7ec7188785ae" providerId="LiveId" clId="{59B04525-367E-458D-A292-D07252BFEF77}" dt="2023-05-13T21:10:18.066" v="6" actId="113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 custT="1"/>
      <dgm:spPr/>
      <dgm:t>
        <a:bodyPr/>
        <a:lstStyle/>
        <a:p>
          <a:r>
            <a:rPr 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能为基督做见证的依靠是什么？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 custT="1"/>
      <dgm:spPr/>
      <dgm:t>
        <a:bodyPr/>
        <a:lstStyle/>
        <a:p>
          <a:r>
            <a:rPr 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单位时间</a:t>
          </a:r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内外在的改变是什么</a:t>
          </a:r>
          <a:r>
            <a:rPr 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0" presStyleCnt="2" custScaleX="100000"/>
      <dgm:spPr/>
    </dgm:pt>
    <dgm:pt modelId="{1C53FEA1-DA41-431B-B646-5BCD6C1FEA1B}" type="pres">
      <dgm:prSet presAssocID="{B4562A41-EFF0-4AC1-89E7-BE8FF560234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0" presStyleCnt="2">
        <dgm:presLayoutVars>
          <dgm:chMax val="0"/>
          <dgm:chPref val="0"/>
        </dgm:presLayoutVars>
      </dgm:prSet>
      <dgm:spPr/>
    </dgm:pt>
    <dgm:pt modelId="{95D23694-0CA9-4984-96AB-F0BBE7EA174D}" type="pres">
      <dgm:prSet presAssocID="{67CE562A-D820-4453-AAFE-210D66D2CD39}" presName="sibTrans" presStyleCnt="0"/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1" presStyleCnt="2"/>
      <dgm:spPr/>
    </dgm:pt>
    <dgm:pt modelId="{0069E9D1-00C8-4A7D-A7E5-FF47AC853351}" type="pres">
      <dgm:prSet presAssocID="{9560837B-6C5D-4140-8FB8-A3D015EE0CE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20F3C1E-77E7-404F-B6B9-845D8A9A6BAC}" type="presOf" srcId="{9560837B-6C5D-4140-8FB8-A3D015EE0CE3}" destId="{DF44F7BB-85CD-467D-8D84-6D4163CCECA7}" srcOrd="0" destOrd="0" presId="urn:microsoft.com/office/officeart/2018/2/layout/IconVerticalSolidList"/>
    <dgm:cxn modelId="{77B06D2C-076A-4AED-8973-C19FC8E68400}" type="presOf" srcId="{B4562A41-EFF0-4AC1-89E7-BE8FF560234B}" destId="{18A96B3A-EB32-454E-B01A-02C2A2A6D1F8}" srcOrd="0" destOrd="0" presId="urn:microsoft.com/office/officeart/2018/2/layout/IconVerticalSolidList"/>
    <dgm:cxn modelId="{CFBD0E7D-43C2-4C2D-8998-F5E96A64DECC}" srcId="{6C8FDC3B-6E93-441B-AE75-0AB5019C4468}" destId="{B4562A41-EFF0-4AC1-89E7-BE8FF560234B}" srcOrd="0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C8532AE3-B1F0-41AF-B6A7-4F510230B6AB}" srcId="{6C8FDC3B-6E93-441B-AE75-0AB5019C4468}" destId="{9560837B-6C5D-4140-8FB8-A3D015EE0CE3}" srcOrd="1" destOrd="0" parTransId="{23396744-A72A-4748-8321-A140457BB116}" sibTransId="{0F9BA7B3-9CBC-4650-BA6D-125C111485DF}"/>
    <dgm:cxn modelId="{11CCD309-22BA-4045-B6C1-BCFC0734FBC9}" type="presParOf" srcId="{51FB5E3B-C39E-4BBD-A265-2C104DFE0B10}" destId="{1880E83A-9BD8-420E-B078-45BC06C3AEA2}" srcOrd="0" destOrd="0" presId="urn:microsoft.com/office/officeart/2018/2/layout/IconVerticalSolidList"/>
    <dgm:cxn modelId="{CB183EBA-F5D0-4920-8ED7-ACC35564AABB}" type="presParOf" srcId="{1880E83A-9BD8-420E-B078-45BC06C3AEA2}" destId="{34E1AEC9-CBF3-44C5-B2CE-901E44470EE1}" srcOrd="0" destOrd="0" presId="urn:microsoft.com/office/officeart/2018/2/layout/IconVerticalSolidList"/>
    <dgm:cxn modelId="{B6DCFEC8-E6F9-4978-B75F-D3901E07EB18}" type="presParOf" srcId="{1880E83A-9BD8-420E-B078-45BC06C3AEA2}" destId="{1C53FEA1-DA41-431B-B646-5BCD6C1FEA1B}" srcOrd="1" destOrd="0" presId="urn:microsoft.com/office/officeart/2018/2/layout/IconVerticalSolidList"/>
    <dgm:cxn modelId="{64497695-77A5-4F8D-B9A7-11063B62B34E}" type="presParOf" srcId="{1880E83A-9BD8-420E-B078-45BC06C3AEA2}" destId="{1A6690A5-513A-4F9F-8A62-45D9624591FB}" srcOrd="2" destOrd="0" presId="urn:microsoft.com/office/officeart/2018/2/layout/IconVerticalSolidList"/>
    <dgm:cxn modelId="{151FFF8F-6393-45C2-A71F-4971B3E952AC}" type="presParOf" srcId="{1880E83A-9BD8-420E-B078-45BC06C3AEA2}" destId="{18A96B3A-EB32-454E-B01A-02C2A2A6D1F8}" srcOrd="3" destOrd="0" presId="urn:microsoft.com/office/officeart/2018/2/layout/IconVerticalSolidList"/>
    <dgm:cxn modelId="{4E5D8AFF-9C72-48EE-AC36-98DCBA99BB2B}" type="presParOf" srcId="{51FB5E3B-C39E-4BBD-A265-2C104DFE0B10}" destId="{95D23694-0CA9-4984-96AB-F0BBE7EA174D}" srcOrd="1" destOrd="0" presId="urn:microsoft.com/office/officeart/2018/2/layout/IconVerticalSolidList"/>
    <dgm:cxn modelId="{672DDEB9-7736-4A57-AA64-06D5EFE7A5A4}" type="presParOf" srcId="{51FB5E3B-C39E-4BBD-A265-2C104DFE0B10}" destId="{FE28A877-1997-43E9-BE50-32CA8445AE8B}" srcOrd="2" destOrd="0" presId="urn:microsoft.com/office/officeart/2018/2/layout/IconVerticalSolidList"/>
    <dgm:cxn modelId="{FB09B094-DE6D-4D5C-8C89-6A65315F4CB2}" type="presParOf" srcId="{FE28A877-1997-43E9-BE50-32CA8445AE8B}" destId="{E64D890F-767D-4E95-A66B-4DC9AE9169B2}" srcOrd="0" destOrd="0" presId="urn:microsoft.com/office/officeart/2018/2/layout/IconVerticalSolidList"/>
    <dgm:cxn modelId="{374DA5C0-7CB9-41D5-8FA5-C87D27D00FFF}" type="presParOf" srcId="{FE28A877-1997-43E9-BE50-32CA8445AE8B}" destId="{0069E9D1-00C8-4A7D-A7E5-FF47AC853351}" srcOrd="1" destOrd="0" presId="urn:microsoft.com/office/officeart/2018/2/layout/IconVerticalSolidList"/>
    <dgm:cxn modelId="{96AB172E-136B-485A-9671-1338419ADC18}" type="presParOf" srcId="{FE28A877-1997-43E9-BE50-32CA8445AE8B}" destId="{89A76834-4A4E-4278-915E-2FFF6CB92353}" srcOrd="2" destOrd="0" presId="urn:microsoft.com/office/officeart/2018/2/layout/IconVerticalSolidList"/>
    <dgm:cxn modelId="{5D395CB3-354C-42E8-A8B7-D2F11A264262}" type="presParOf" srcId="{FE28A877-1997-43E9-BE50-32CA8445AE8B}" destId="{DF44F7BB-85CD-467D-8D84-6D4163CCEC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76FC01-0F21-475B-85EA-274FB5949CEE}">
      <dgm:prSet custT="1"/>
      <dgm:spPr/>
      <dgm:t>
        <a:bodyPr/>
        <a:lstStyle/>
        <a:p>
          <a:r>
            <a:rPr lang="en-US" sz="2800" dirty="0"/>
            <a:t>1. </a:t>
          </a:r>
          <a:r>
            <a:rPr lang="zh-CN" sz="2800" dirty="0"/>
            <a:t>保罗看万事的几个阶段？</a:t>
          </a:r>
          <a:endParaRPr lang="en-US" sz="2800" dirty="0"/>
        </a:p>
      </dgm:t>
    </dgm:pt>
    <dgm:pt modelId="{D1D38E7F-16EA-4301-BBA5-CA2CF10E48D8}" type="parTrans" cxnId="{14BA01FB-BBCD-4D00-A6A0-9A70A9AB68B7}">
      <dgm:prSet/>
      <dgm:spPr/>
      <dgm:t>
        <a:bodyPr/>
        <a:lstStyle/>
        <a:p>
          <a:endParaRPr lang="en-US" sz="3600"/>
        </a:p>
      </dgm:t>
    </dgm:pt>
    <dgm:pt modelId="{CFDA8DFF-2E53-463E-9C51-FEB63EFB3957}" type="sibTrans" cxnId="{14BA01FB-BBCD-4D00-A6A0-9A70A9AB68B7}">
      <dgm:prSet/>
      <dgm:spPr/>
      <dgm:t>
        <a:bodyPr/>
        <a:lstStyle/>
        <a:p>
          <a:endParaRPr lang="en-US" sz="3600"/>
        </a:p>
      </dgm:t>
    </dgm:pt>
    <dgm:pt modelId="{F3B345D5-7D6A-40B4-A8B5-8D58FC184AC8}">
      <dgm:prSet custT="1"/>
      <dgm:spPr/>
      <dgm:t>
        <a:bodyPr/>
        <a:lstStyle/>
        <a:p>
          <a:r>
            <a:rPr lang="en-US" sz="2800" dirty="0"/>
            <a:t>2.</a:t>
          </a:r>
          <a:r>
            <a:rPr lang="zh-CN" sz="2800" dirty="0"/>
            <a:t>个人认为自己与神关系什么状态？</a:t>
          </a:r>
          <a:endParaRPr lang="en-US" sz="2800" dirty="0"/>
        </a:p>
      </dgm:t>
    </dgm:pt>
    <dgm:pt modelId="{58A9D0BC-EA5B-426F-8EFC-89F5E2AD176F}" type="parTrans" cxnId="{D7C08A80-39D3-4F49-9183-E7D1A6CD5FDF}">
      <dgm:prSet/>
      <dgm:spPr/>
      <dgm:t>
        <a:bodyPr/>
        <a:lstStyle/>
        <a:p>
          <a:endParaRPr lang="en-US" sz="3600"/>
        </a:p>
      </dgm:t>
    </dgm:pt>
    <dgm:pt modelId="{31206C19-BCFB-4241-AFF4-D8120521141F}" type="sibTrans" cxnId="{D7C08A80-39D3-4F49-9183-E7D1A6CD5FDF}">
      <dgm:prSet/>
      <dgm:spPr/>
      <dgm:t>
        <a:bodyPr/>
        <a:lstStyle/>
        <a:p>
          <a:endParaRPr lang="en-US" sz="3600"/>
        </a:p>
      </dgm:t>
    </dgm:pt>
    <dgm:pt modelId="{74982DA8-69FD-4613-A503-8C299FE55366}">
      <dgm:prSet custT="1"/>
      <dgm:spPr/>
      <dgm:t>
        <a:bodyPr/>
        <a:lstStyle/>
        <a:p>
          <a:r>
            <a:rPr lang="en-US" sz="2800" dirty="0"/>
            <a:t>3. </a:t>
          </a:r>
          <a:r>
            <a:rPr lang="zh-CN" sz="2800" dirty="0"/>
            <a:t>个人是如何看待万事？</a:t>
          </a:r>
          <a:endParaRPr lang="en-US" sz="2800" dirty="0"/>
        </a:p>
      </dgm:t>
    </dgm:pt>
    <dgm:pt modelId="{68F55F50-5FE8-465A-A335-8CE6EC9F4876}" type="parTrans" cxnId="{D1A5C339-A9A6-453D-875E-D104C5E21575}">
      <dgm:prSet/>
      <dgm:spPr/>
      <dgm:t>
        <a:bodyPr/>
        <a:lstStyle/>
        <a:p>
          <a:endParaRPr lang="en-US" sz="3600"/>
        </a:p>
      </dgm:t>
    </dgm:pt>
    <dgm:pt modelId="{B53015F6-A74B-43A1-9324-9EA86A44CBC3}" type="sibTrans" cxnId="{D1A5C339-A9A6-453D-875E-D104C5E21575}">
      <dgm:prSet/>
      <dgm:spPr/>
      <dgm:t>
        <a:bodyPr/>
        <a:lstStyle/>
        <a:p>
          <a:endParaRPr lang="en-US" sz="3600"/>
        </a:p>
      </dgm:t>
    </dgm:pt>
    <dgm:pt modelId="{E66591BB-8B69-4DD2-8336-CFF27369AF6D}">
      <dgm:prSet custT="1"/>
      <dgm:spPr/>
      <dgm:t>
        <a:bodyPr/>
        <a:lstStyle/>
        <a:p>
          <a:r>
            <a:rPr lang="en-US" sz="2800" dirty="0"/>
            <a:t>4.</a:t>
          </a:r>
          <a:r>
            <a:rPr lang="zh-CN" sz="2800" dirty="0"/>
            <a:t>（</a:t>
          </a:r>
          <a:r>
            <a:rPr lang="zh-CN" altLang="en-US" sz="2800" dirty="0"/>
            <a:t>选答题</a:t>
          </a:r>
          <a:r>
            <a:rPr lang="en-US" altLang="zh-CN" sz="2800" dirty="0"/>
            <a:t>&amp;</a:t>
          </a:r>
          <a:r>
            <a:rPr lang="zh-CN" altLang="en-US" sz="2800" dirty="0"/>
            <a:t>开放型</a:t>
          </a:r>
          <a:r>
            <a:rPr lang="zh-CN" sz="2800" dirty="0"/>
            <a:t>）你认识神之后为信仰改变了什么？</a:t>
          </a:r>
          <a:endParaRPr lang="en-US" sz="2800" dirty="0"/>
        </a:p>
      </dgm:t>
    </dgm:pt>
    <dgm:pt modelId="{CB08CDC9-D36D-4045-A16B-64FB689ACFE5}" type="parTrans" cxnId="{70DEF5F0-6DA9-427B-924B-10ED415AE591}">
      <dgm:prSet/>
      <dgm:spPr/>
      <dgm:t>
        <a:bodyPr/>
        <a:lstStyle/>
        <a:p>
          <a:endParaRPr lang="en-US" sz="3600"/>
        </a:p>
      </dgm:t>
    </dgm:pt>
    <dgm:pt modelId="{EA6F5F02-B7D9-46E3-84D4-E452BBE22DB5}" type="sibTrans" cxnId="{70DEF5F0-6DA9-427B-924B-10ED415AE591}">
      <dgm:prSet/>
      <dgm:spPr/>
      <dgm:t>
        <a:bodyPr/>
        <a:lstStyle/>
        <a:p>
          <a:endParaRPr lang="en-US" sz="3600"/>
        </a:p>
      </dgm:t>
    </dgm:pt>
    <dgm:pt modelId="{1F12DA8F-2D73-42EB-96BB-B7F23E046792}" type="pres">
      <dgm:prSet presAssocID="{0FFEBC65-5800-49C2-ACE8-714124562FFC}" presName="linear" presStyleCnt="0">
        <dgm:presLayoutVars>
          <dgm:dir/>
          <dgm:animLvl val="lvl"/>
          <dgm:resizeHandles val="exact"/>
        </dgm:presLayoutVars>
      </dgm:prSet>
      <dgm:spPr/>
    </dgm:pt>
    <dgm:pt modelId="{AEC063B2-7783-4155-A879-3FB3B2D793DC}" type="pres">
      <dgm:prSet presAssocID="{C176FC01-0F21-475B-85EA-274FB5949CEE}" presName="parentLin" presStyleCnt="0"/>
      <dgm:spPr/>
    </dgm:pt>
    <dgm:pt modelId="{92496FFA-3E4F-4752-B5AE-E88700E86530}" type="pres">
      <dgm:prSet presAssocID="{C176FC01-0F21-475B-85EA-274FB5949CEE}" presName="parentLeftMargin" presStyleLbl="node1" presStyleIdx="0" presStyleCnt="4"/>
      <dgm:spPr/>
    </dgm:pt>
    <dgm:pt modelId="{D380AF95-F959-4D0A-B7E1-7422A5B1EAB9}" type="pres">
      <dgm:prSet presAssocID="{C176FC01-0F21-475B-85EA-274FB5949CEE}" presName="parentText" presStyleLbl="node1" presStyleIdx="0" presStyleCnt="4" custScaleX="142857">
        <dgm:presLayoutVars>
          <dgm:chMax val="0"/>
          <dgm:bulletEnabled val="1"/>
        </dgm:presLayoutVars>
      </dgm:prSet>
      <dgm:spPr/>
    </dgm:pt>
    <dgm:pt modelId="{BFF9330A-5949-4295-ACC2-9B2A12355909}" type="pres">
      <dgm:prSet presAssocID="{C176FC01-0F21-475B-85EA-274FB5949CEE}" presName="negativeSpace" presStyleCnt="0"/>
      <dgm:spPr/>
    </dgm:pt>
    <dgm:pt modelId="{848F4D12-C394-4ABC-9593-6F1DC924B5B9}" type="pres">
      <dgm:prSet presAssocID="{C176FC01-0F21-475B-85EA-274FB5949CEE}" presName="childText" presStyleLbl="conFgAcc1" presStyleIdx="0" presStyleCnt="4">
        <dgm:presLayoutVars>
          <dgm:bulletEnabled val="1"/>
        </dgm:presLayoutVars>
      </dgm:prSet>
      <dgm:spPr/>
    </dgm:pt>
    <dgm:pt modelId="{BCF3AA3D-C523-4447-8B75-EDE1FDCAE301}" type="pres">
      <dgm:prSet presAssocID="{CFDA8DFF-2E53-463E-9C51-FEB63EFB3957}" presName="spaceBetweenRectangles" presStyleCnt="0"/>
      <dgm:spPr/>
    </dgm:pt>
    <dgm:pt modelId="{D30C43A6-2353-447A-8CB9-C61F797183D6}" type="pres">
      <dgm:prSet presAssocID="{F3B345D5-7D6A-40B4-A8B5-8D58FC184AC8}" presName="parentLin" presStyleCnt="0"/>
      <dgm:spPr/>
    </dgm:pt>
    <dgm:pt modelId="{01724ED6-55E4-4FFC-A11D-6005B0F3F873}" type="pres">
      <dgm:prSet presAssocID="{F3B345D5-7D6A-40B4-A8B5-8D58FC184AC8}" presName="parentLeftMargin" presStyleLbl="node1" presStyleIdx="0" presStyleCnt="4"/>
      <dgm:spPr/>
    </dgm:pt>
    <dgm:pt modelId="{6C6E9518-0146-482C-87F7-ED6910F3F12A}" type="pres">
      <dgm:prSet presAssocID="{F3B345D5-7D6A-40B4-A8B5-8D58FC184AC8}" presName="parentText" presStyleLbl="node1" presStyleIdx="1" presStyleCnt="4" custScaleX="142857">
        <dgm:presLayoutVars>
          <dgm:chMax val="0"/>
          <dgm:bulletEnabled val="1"/>
        </dgm:presLayoutVars>
      </dgm:prSet>
      <dgm:spPr/>
    </dgm:pt>
    <dgm:pt modelId="{EDCC1AFF-4A1D-4243-AAB9-5F9E37DC5425}" type="pres">
      <dgm:prSet presAssocID="{F3B345D5-7D6A-40B4-A8B5-8D58FC184AC8}" presName="negativeSpace" presStyleCnt="0"/>
      <dgm:spPr/>
    </dgm:pt>
    <dgm:pt modelId="{7D08B866-75B8-438F-B5B3-827B52936C85}" type="pres">
      <dgm:prSet presAssocID="{F3B345D5-7D6A-40B4-A8B5-8D58FC184AC8}" presName="childText" presStyleLbl="conFgAcc1" presStyleIdx="1" presStyleCnt="4">
        <dgm:presLayoutVars>
          <dgm:bulletEnabled val="1"/>
        </dgm:presLayoutVars>
      </dgm:prSet>
      <dgm:spPr/>
    </dgm:pt>
    <dgm:pt modelId="{58E1F496-3E5E-40B9-A5FE-5DCE72A4A0EA}" type="pres">
      <dgm:prSet presAssocID="{31206C19-BCFB-4241-AFF4-D8120521141F}" presName="spaceBetweenRectangles" presStyleCnt="0"/>
      <dgm:spPr/>
    </dgm:pt>
    <dgm:pt modelId="{A82C0C93-3AC6-487C-AC31-CE906AAEFBA1}" type="pres">
      <dgm:prSet presAssocID="{74982DA8-69FD-4613-A503-8C299FE55366}" presName="parentLin" presStyleCnt="0"/>
      <dgm:spPr/>
    </dgm:pt>
    <dgm:pt modelId="{0FC55B0C-8B97-4275-8596-A379BFA6805B}" type="pres">
      <dgm:prSet presAssocID="{74982DA8-69FD-4613-A503-8C299FE55366}" presName="parentLeftMargin" presStyleLbl="node1" presStyleIdx="1" presStyleCnt="4"/>
      <dgm:spPr/>
    </dgm:pt>
    <dgm:pt modelId="{8EB4FA3E-C890-4823-B918-12AD6C8AC679}" type="pres">
      <dgm:prSet presAssocID="{74982DA8-69FD-4613-A503-8C299FE55366}" presName="parentText" presStyleLbl="node1" presStyleIdx="2" presStyleCnt="4" custScaleX="142857">
        <dgm:presLayoutVars>
          <dgm:chMax val="0"/>
          <dgm:bulletEnabled val="1"/>
        </dgm:presLayoutVars>
      </dgm:prSet>
      <dgm:spPr/>
    </dgm:pt>
    <dgm:pt modelId="{478C0771-F5EC-4737-A829-E18FDA524713}" type="pres">
      <dgm:prSet presAssocID="{74982DA8-69FD-4613-A503-8C299FE55366}" presName="negativeSpace" presStyleCnt="0"/>
      <dgm:spPr/>
    </dgm:pt>
    <dgm:pt modelId="{A6289FCF-E881-4296-BAC6-1269D379F35F}" type="pres">
      <dgm:prSet presAssocID="{74982DA8-69FD-4613-A503-8C299FE55366}" presName="childText" presStyleLbl="conFgAcc1" presStyleIdx="2" presStyleCnt="4">
        <dgm:presLayoutVars>
          <dgm:bulletEnabled val="1"/>
        </dgm:presLayoutVars>
      </dgm:prSet>
      <dgm:spPr/>
    </dgm:pt>
    <dgm:pt modelId="{7A117FAA-E006-43E3-B54E-EDBA52498A0A}" type="pres">
      <dgm:prSet presAssocID="{B53015F6-A74B-43A1-9324-9EA86A44CBC3}" presName="spaceBetweenRectangles" presStyleCnt="0"/>
      <dgm:spPr/>
    </dgm:pt>
    <dgm:pt modelId="{682A9A75-AC21-42A5-AB73-8158723AB930}" type="pres">
      <dgm:prSet presAssocID="{E66591BB-8B69-4DD2-8336-CFF27369AF6D}" presName="parentLin" presStyleCnt="0"/>
      <dgm:spPr/>
    </dgm:pt>
    <dgm:pt modelId="{C4B3156D-8266-4170-8703-E1E2F6F50A7C}" type="pres">
      <dgm:prSet presAssocID="{E66591BB-8B69-4DD2-8336-CFF27369AF6D}" presName="parentLeftMargin" presStyleLbl="node1" presStyleIdx="2" presStyleCnt="4"/>
      <dgm:spPr/>
    </dgm:pt>
    <dgm:pt modelId="{F8C950F0-0665-4134-9061-99063EA58481}" type="pres">
      <dgm:prSet presAssocID="{E66591BB-8B69-4DD2-8336-CFF27369AF6D}" presName="parentText" presStyleLbl="node1" presStyleIdx="3" presStyleCnt="4" custScaleX="142857" custScaleY="135165">
        <dgm:presLayoutVars>
          <dgm:chMax val="0"/>
          <dgm:bulletEnabled val="1"/>
        </dgm:presLayoutVars>
      </dgm:prSet>
      <dgm:spPr/>
    </dgm:pt>
    <dgm:pt modelId="{79EAFE63-8573-4C09-95C3-30B7F3A1A204}" type="pres">
      <dgm:prSet presAssocID="{E66591BB-8B69-4DD2-8336-CFF27369AF6D}" presName="negativeSpace" presStyleCnt="0"/>
      <dgm:spPr/>
    </dgm:pt>
    <dgm:pt modelId="{FC9BEFEA-8D9E-4010-82C0-FDA1AD6902A5}" type="pres">
      <dgm:prSet presAssocID="{E66591BB-8B69-4DD2-8336-CFF27369AF6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058F138-9FA2-4795-B54A-24C7FD3FFCAB}" type="presOf" srcId="{E66591BB-8B69-4DD2-8336-CFF27369AF6D}" destId="{F8C950F0-0665-4134-9061-99063EA58481}" srcOrd="1" destOrd="0" presId="urn:microsoft.com/office/officeart/2005/8/layout/list1"/>
    <dgm:cxn modelId="{D1A5C339-A9A6-453D-875E-D104C5E21575}" srcId="{0FFEBC65-5800-49C2-ACE8-714124562FFC}" destId="{74982DA8-69FD-4613-A503-8C299FE55366}" srcOrd="2" destOrd="0" parTransId="{68F55F50-5FE8-465A-A335-8CE6EC9F4876}" sibTransId="{B53015F6-A74B-43A1-9324-9EA86A44CBC3}"/>
    <dgm:cxn modelId="{32B3BC4B-6EE7-4A51-A46D-8C4EED978952}" type="presOf" srcId="{F3B345D5-7D6A-40B4-A8B5-8D58FC184AC8}" destId="{6C6E9518-0146-482C-87F7-ED6910F3F12A}" srcOrd="1" destOrd="0" presId="urn:microsoft.com/office/officeart/2005/8/layout/list1"/>
    <dgm:cxn modelId="{1FB45976-AA48-4665-B403-621CBBA43D3C}" type="presOf" srcId="{E66591BB-8B69-4DD2-8336-CFF27369AF6D}" destId="{C4B3156D-8266-4170-8703-E1E2F6F50A7C}" srcOrd="0" destOrd="0" presId="urn:microsoft.com/office/officeart/2005/8/layout/list1"/>
    <dgm:cxn modelId="{B950487E-1EE2-4B68-B38F-57044BF6EB1A}" type="presOf" srcId="{0FFEBC65-5800-49C2-ACE8-714124562FFC}" destId="{1F12DA8F-2D73-42EB-96BB-B7F23E046792}" srcOrd="0" destOrd="0" presId="urn:microsoft.com/office/officeart/2005/8/layout/list1"/>
    <dgm:cxn modelId="{D7C08A80-39D3-4F49-9183-E7D1A6CD5FDF}" srcId="{0FFEBC65-5800-49C2-ACE8-714124562FFC}" destId="{F3B345D5-7D6A-40B4-A8B5-8D58FC184AC8}" srcOrd="1" destOrd="0" parTransId="{58A9D0BC-EA5B-426F-8EFC-89F5E2AD176F}" sibTransId="{31206C19-BCFB-4241-AFF4-D8120521141F}"/>
    <dgm:cxn modelId="{8D99CE84-D880-49AD-85A0-AA4A2DBDAB28}" type="presOf" srcId="{74982DA8-69FD-4613-A503-8C299FE55366}" destId="{8EB4FA3E-C890-4823-B918-12AD6C8AC679}" srcOrd="1" destOrd="0" presId="urn:microsoft.com/office/officeart/2005/8/layout/list1"/>
    <dgm:cxn modelId="{FE71D29A-6B81-48DF-8BA8-F4714BDBC5BA}" type="presOf" srcId="{C176FC01-0F21-475B-85EA-274FB5949CEE}" destId="{92496FFA-3E4F-4752-B5AE-E88700E86530}" srcOrd="0" destOrd="0" presId="urn:microsoft.com/office/officeart/2005/8/layout/list1"/>
    <dgm:cxn modelId="{E17C1EA1-9D49-446A-92C7-4682A6327E3C}" type="presOf" srcId="{F3B345D5-7D6A-40B4-A8B5-8D58FC184AC8}" destId="{01724ED6-55E4-4FFC-A11D-6005B0F3F873}" srcOrd="0" destOrd="0" presId="urn:microsoft.com/office/officeart/2005/8/layout/list1"/>
    <dgm:cxn modelId="{C74143CD-6612-4200-855F-008CD44AD518}" type="presOf" srcId="{74982DA8-69FD-4613-A503-8C299FE55366}" destId="{0FC55B0C-8B97-4275-8596-A379BFA6805B}" srcOrd="0" destOrd="0" presId="urn:microsoft.com/office/officeart/2005/8/layout/list1"/>
    <dgm:cxn modelId="{70DEF5F0-6DA9-427B-924B-10ED415AE591}" srcId="{0FFEBC65-5800-49C2-ACE8-714124562FFC}" destId="{E66591BB-8B69-4DD2-8336-CFF27369AF6D}" srcOrd="3" destOrd="0" parTransId="{CB08CDC9-D36D-4045-A16B-64FB689ACFE5}" sibTransId="{EA6F5F02-B7D9-46E3-84D4-E452BBE22DB5}"/>
    <dgm:cxn modelId="{41D059F8-ED48-424C-860E-372EBD35D6F8}" type="presOf" srcId="{C176FC01-0F21-475B-85EA-274FB5949CEE}" destId="{D380AF95-F959-4D0A-B7E1-7422A5B1EAB9}" srcOrd="1" destOrd="0" presId="urn:microsoft.com/office/officeart/2005/8/layout/list1"/>
    <dgm:cxn modelId="{14BA01FB-BBCD-4D00-A6A0-9A70A9AB68B7}" srcId="{0FFEBC65-5800-49C2-ACE8-714124562FFC}" destId="{C176FC01-0F21-475B-85EA-274FB5949CEE}" srcOrd="0" destOrd="0" parTransId="{D1D38E7F-16EA-4301-BBA5-CA2CF10E48D8}" sibTransId="{CFDA8DFF-2E53-463E-9C51-FEB63EFB3957}"/>
    <dgm:cxn modelId="{6672B1CE-B335-4A97-9411-A2CC6665F435}" type="presParOf" srcId="{1F12DA8F-2D73-42EB-96BB-B7F23E046792}" destId="{AEC063B2-7783-4155-A879-3FB3B2D793DC}" srcOrd="0" destOrd="0" presId="urn:microsoft.com/office/officeart/2005/8/layout/list1"/>
    <dgm:cxn modelId="{A9EF1D7E-28D7-4C51-BF8B-02F4DD90D827}" type="presParOf" srcId="{AEC063B2-7783-4155-A879-3FB3B2D793DC}" destId="{92496FFA-3E4F-4752-B5AE-E88700E86530}" srcOrd="0" destOrd="0" presId="urn:microsoft.com/office/officeart/2005/8/layout/list1"/>
    <dgm:cxn modelId="{F115C0A8-674A-43CA-9CB3-E4D876691FFB}" type="presParOf" srcId="{AEC063B2-7783-4155-A879-3FB3B2D793DC}" destId="{D380AF95-F959-4D0A-B7E1-7422A5B1EAB9}" srcOrd="1" destOrd="0" presId="urn:microsoft.com/office/officeart/2005/8/layout/list1"/>
    <dgm:cxn modelId="{859F4A83-3344-4E37-8D96-16D55036EB25}" type="presParOf" srcId="{1F12DA8F-2D73-42EB-96BB-B7F23E046792}" destId="{BFF9330A-5949-4295-ACC2-9B2A12355909}" srcOrd="1" destOrd="0" presId="urn:microsoft.com/office/officeart/2005/8/layout/list1"/>
    <dgm:cxn modelId="{BBCD0A6F-6125-4DFF-AA19-1AAAF0D97954}" type="presParOf" srcId="{1F12DA8F-2D73-42EB-96BB-B7F23E046792}" destId="{848F4D12-C394-4ABC-9593-6F1DC924B5B9}" srcOrd="2" destOrd="0" presId="urn:microsoft.com/office/officeart/2005/8/layout/list1"/>
    <dgm:cxn modelId="{4B545FD9-6CA0-460B-81E0-35C8A5EBCA9D}" type="presParOf" srcId="{1F12DA8F-2D73-42EB-96BB-B7F23E046792}" destId="{BCF3AA3D-C523-4447-8B75-EDE1FDCAE301}" srcOrd="3" destOrd="0" presId="urn:microsoft.com/office/officeart/2005/8/layout/list1"/>
    <dgm:cxn modelId="{50F7BBF0-C1BE-4976-AD10-96149DCBFB39}" type="presParOf" srcId="{1F12DA8F-2D73-42EB-96BB-B7F23E046792}" destId="{D30C43A6-2353-447A-8CB9-C61F797183D6}" srcOrd="4" destOrd="0" presId="urn:microsoft.com/office/officeart/2005/8/layout/list1"/>
    <dgm:cxn modelId="{CFDA4C92-498C-4060-801E-D5742EBD8687}" type="presParOf" srcId="{D30C43A6-2353-447A-8CB9-C61F797183D6}" destId="{01724ED6-55E4-4FFC-A11D-6005B0F3F873}" srcOrd="0" destOrd="0" presId="urn:microsoft.com/office/officeart/2005/8/layout/list1"/>
    <dgm:cxn modelId="{BFC92E83-A838-45D3-866C-18E2866941AC}" type="presParOf" srcId="{D30C43A6-2353-447A-8CB9-C61F797183D6}" destId="{6C6E9518-0146-482C-87F7-ED6910F3F12A}" srcOrd="1" destOrd="0" presId="urn:microsoft.com/office/officeart/2005/8/layout/list1"/>
    <dgm:cxn modelId="{C6A3794E-2337-48BF-8D4B-0591ABC8A13E}" type="presParOf" srcId="{1F12DA8F-2D73-42EB-96BB-B7F23E046792}" destId="{EDCC1AFF-4A1D-4243-AAB9-5F9E37DC5425}" srcOrd="5" destOrd="0" presId="urn:microsoft.com/office/officeart/2005/8/layout/list1"/>
    <dgm:cxn modelId="{81946EA2-D8B9-4DEB-BBDD-93E8CE837DDC}" type="presParOf" srcId="{1F12DA8F-2D73-42EB-96BB-B7F23E046792}" destId="{7D08B866-75B8-438F-B5B3-827B52936C85}" srcOrd="6" destOrd="0" presId="urn:microsoft.com/office/officeart/2005/8/layout/list1"/>
    <dgm:cxn modelId="{C84843ED-DCC9-4948-9F41-DE5CEC872E02}" type="presParOf" srcId="{1F12DA8F-2D73-42EB-96BB-B7F23E046792}" destId="{58E1F496-3E5E-40B9-A5FE-5DCE72A4A0EA}" srcOrd="7" destOrd="0" presId="urn:microsoft.com/office/officeart/2005/8/layout/list1"/>
    <dgm:cxn modelId="{1159BDB1-882A-47B5-B208-978E9C14685D}" type="presParOf" srcId="{1F12DA8F-2D73-42EB-96BB-B7F23E046792}" destId="{A82C0C93-3AC6-487C-AC31-CE906AAEFBA1}" srcOrd="8" destOrd="0" presId="urn:microsoft.com/office/officeart/2005/8/layout/list1"/>
    <dgm:cxn modelId="{B429EF7F-93F0-4A2B-B177-6DCAE81A74B5}" type="presParOf" srcId="{A82C0C93-3AC6-487C-AC31-CE906AAEFBA1}" destId="{0FC55B0C-8B97-4275-8596-A379BFA6805B}" srcOrd="0" destOrd="0" presId="urn:microsoft.com/office/officeart/2005/8/layout/list1"/>
    <dgm:cxn modelId="{E626B523-FD5B-4E39-ABDA-83ACD1EA6F6D}" type="presParOf" srcId="{A82C0C93-3AC6-487C-AC31-CE906AAEFBA1}" destId="{8EB4FA3E-C890-4823-B918-12AD6C8AC679}" srcOrd="1" destOrd="0" presId="urn:microsoft.com/office/officeart/2005/8/layout/list1"/>
    <dgm:cxn modelId="{33908DDB-FC8F-4D4A-93D7-FA7FC4D21264}" type="presParOf" srcId="{1F12DA8F-2D73-42EB-96BB-B7F23E046792}" destId="{478C0771-F5EC-4737-A829-E18FDA524713}" srcOrd="9" destOrd="0" presId="urn:microsoft.com/office/officeart/2005/8/layout/list1"/>
    <dgm:cxn modelId="{21975FEA-E6B0-4630-9640-5FD796B5A960}" type="presParOf" srcId="{1F12DA8F-2D73-42EB-96BB-B7F23E046792}" destId="{A6289FCF-E881-4296-BAC6-1269D379F35F}" srcOrd="10" destOrd="0" presId="urn:microsoft.com/office/officeart/2005/8/layout/list1"/>
    <dgm:cxn modelId="{6FA69A10-FCCD-4466-BE3B-5374714A21F8}" type="presParOf" srcId="{1F12DA8F-2D73-42EB-96BB-B7F23E046792}" destId="{7A117FAA-E006-43E3-B54E-EDBA52498A0A}" srcOrd="11" destOrd="0" presId="urn:microsoft.com/office/officeart/2005/8/layout/list1"/>
    <dgm:cxn modelId="{4B63FB33-6D22-445A-8A78-36BDD4A964BD}" type="presParOf" srcId="{1F12DA8F-2D73-42EB-96BB-B7F23E046792}" destId="{682A9A75-AC21-42A5-AB73-8158723AB930}" srcOrd="12" destOrd="0" presId="urn:microsoft.com/office/officeart/2005/8/layout/list1"/>
    <dgm:cxn modelId="{0BED3EE1-F4D9-414D-B297-4934BB7C4034}" type="presParOf" srcId="{682A9A75-AC21-42A5-AB73-8158723AB930}" destId="{C4B3156D-8266-4170-8703-E1E2F6F50A7C}" srcOrd="0" destOrd="0" presId="urn:microsoft.com/office/officeart/2005/8/layout/list1"/>
    <dgm:cxn modelId="{B61E6A65-6969-4540-B40C-E53DC26358CD}" type="presParOf" srcId="{682A9A75-AC21-42A5-AB73-8158723AB930}" destId="{F8C950F0-0665-4134-9061-99063EA58481}" srcOrd="1" destOrd="0" presId="urn:microsoft.com/office/officeart/2005/8/layout/list1"/>
    <dgm:cxn modelId="{BE838A54-1FF6-4FEE-9825-BA9E681045BA}" type="presParOf" srcId="{1F12DA8F-2D73-42EB-96BB-B7F23E046792}" destId="{79EAFE63-8573-4C09-95C3-30B7F3A1A204}" srcOrd="13" destOrd="0" presId="urn:microsoft.com/office/officeart/2005/8/layout/list1"/>
    <dgm:cxn modelId="{C9E6270D-8FCD-48E7-96A8-D00368BC609B}" type="presParOf" srcId="{1F12DA8F-2D73-42EB-96BB-B7F23E046792}" destId="{FC9BEFEA-8D9E-4010-82C0-FDA1AD6902A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1AEC9-CBF3-44C5-B2CE-901E44470EE1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能为基督做见证的依靠是什么？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E64D890F-767D-4E95-A66B-4DC9AE9169B2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单位时间</a:t>
          </a: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内外在的改变是什么</a:t>
          </a:r>
          <a:r>
            <a:rPr lang="zh-CN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F4D12-C394-4ABC-9593-6F1DC924B5B9}">
      <dsp:nvSpPr>
        <dsp:cNvPr id="0" name=""/>
        <dsp:cNvSpPr/>
      </dsp:nvSpPr>
      <dsp:spPr>
        <a:xfrm>
          <a:off x="0" y="49301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0AF95-F959-4D0A-B7E1-7422A5B1EAB9}">
      <dsp:nvSpPr>
        <dsp:cNvPr id="0" name=""/>
        <dsp:cNvSpPr/>
      </dsp:nvSpPr>
      <dsp:spPr>
        <a:xfrm>
          <a:off x="328515" y="64970"/>
          <a:ext cx="6570305" cy="8560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1. </a:t>
          </a:r>
          <a:r>
            <a:rPr lang="zh-CN" sz="2800" kern="1200" dirty="0"/>
            <a:t>保罗看万事的几个阶段？</a:t>
          </a:r>
          <a:endParaRPr lang="en-US" sz="2800" kern="1200" dirty="0"/>
        </a:p>
      </dsp:txBody>
      <dsp:txXfrm>
        <a:off x="370305" y="106760"/>
        <a:ext cx="6486725" cy="772500"/>
      </dsp:txXfrm>
    </dsp:sp>
    <dsp:sp modelId="{7D08B866-75B8-438F-B5B3-827B52936C85}">
      <dsp:nvSpPr>
        <dsp:cNvPr id="0" name=""/>
        <dsp:cNvSpPr/>
      </dsp:nvSpPr>
      <dsp:spPr>
        <a:xfrm>
          <a:off x="0" y="180845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563217"/>
              <a:satOff val="-13334"/>
              <a:lumOff val="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6E9518-0146-482C-87F7-ED6910F3F12A}">
      <dsp:nvSpPr>
        <dsp:cNvPr id="0" name=""/>
        <dsp:cNvSpPr/>
      </dsp:nvSpPr>
      <dsp:spPr>
        <a:xfrm>
          <a:off x="328515" y="1380410"/>
          <a:ext cx="6570305" cy="856080"/>
        </a:xfrm>
        <a:prstGeom prst="roundRect">
          <a:avLst/>
        </a:prstGeom>
        <a:solidFill>
          <a:schemeClr val="accent2">
            <a:hueOff val="-2563217"/>
            <a:satOff val="-13334"/>
            <a:lumOff val="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2.</a:t>
          </a:r>
          <a:r>
            <a:rPr lang="zh-CN" sz="2800" kern="1200" dirty="0"/>
            <a:t>个人认为自己与神关系什么状态？</a:t>
          </a:r>
          <a:endParaRPr lang="en-US" sz="2800" kern="1200" dirty="0"/>
        </a:p>
      </dsp:txBody>
      <dsp:txXfrm>
        <a:off x="370305" y="1422200"/>
        <a:ext cx="6486725" cy="772500"/>
      </dsp:txXfrm>
    </dsp:sp>
    <dsp:sp modelId="{A6289FCF-E881-4296-BAC6-1269D379F35F}">
      <dsp:nvSpPr>
        <dsp:cNvPr id="0" name=""/>
        <dsp:cNvSpPr/>
      </dsp:nvSpPr>
      <dsp:spPr>
        <a:xfrm>
          <a:off x="0" y="312389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5126434"/>
              <a:satOff val="-26667"/>
              <a:lumOff val="9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B4FA3E-C890-4823-B918-12AD6C8AC679}">
      <dsp:nvSpPr>
        <dsp:cNvPr id="0" name=""/>
        <dsp:cNvSpPr/>
      </dsp:nvSpPr>
      <dsp:spPr>
        <a:xfrm>
          <a:off x="328515" y="2695850"/>
          <a:ext cx="6570305" cy="856080"/>
        </a:xfrm>
        <a:prstGeom prst="roundRect">
          <a:avLst/>
        </a:prstGeom>
        <a:solidFill>
          <a:schemeClr val="accent2">
            <a:hueOff val="-5126434"/>
            <a:satOff val="-26667"/>
            <a:lumOff val="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3. </a:t>
          </a:r>
          <a:r>
            <a:rPr lang="zh-CN" sz="2800" kern="1200" dirty="0"/>
            <a:t>个人是如何看待万事？</a:t>
          </a:r>
          <a:endParaRPr lang="en-US" sz="2800" kern="1200" dirty="0"/>
        </a:p>
      </dsp:txBody>
      <dsp:txXfrm>
        <a:off x="370305" y="2737640"/>
        <a:ext cx="6486725" cy="772500"/>
      </dsp:txXfrm>
    </dsp:sp>
    <dsp:sp modelId="{FC9BEFEA-8D9E-4010-82C0-FDA1AD6902A5}">
      <dsp:nvSpPr>
        <dsp:cNvPr id="0" name=""/>
        <dsp:cNvSpPr/>
      </dsp:nvSpPr>
      <dsp:spPr>
        <a:xfrm>
          <a:off x="0" y="474037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C950F0-0665-4134-9061-99063EA58481}">
      <dsp:nvSpPr>
        <dsp:cNvPr id="0" name=""/>
        <dsp:cNvSpPr/>
      </dsp:nvSpPr>
      <dsp:spPr>
        <a:xfrm>
          <a:off x="328515" y="4011290"/>
          <a:ext cx="6570305" cy="1157120"/>
        </a:xfrm>
        <a:prstGeom prst="roundRect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4.</a:t>
          </a:r>
          <a:r>
            <a:rPr lang="zh-CN" sz="2800" kern="1200" dirty="0"/>
            <a:t>（</a:t>
          </a:r>
          <a:r>
            <a:rPr lang="zh-CN" altLang="en-US" sz="2800" kern="1200" dirty="0"/>
            <a:t>选答题</a:t>
          </a:r>
          <a:r>
            <a:rPr lang="en-US" altLang="zh-CN" sz="2800" kern="1200" dirty="0"/>
            <a:t>&amp;</a:t>
          </a:r>
          <a:r>
            <a:rPr lang="zh-CN" altLang="en-US" sz="2800" kern="1200" dirty="0"/>
            <a:t>开放型</a:t>
          </a:r>
          <a:r>
            <a:rPr lang="zh-CN" sz="2800" kern="1200" dirty="0"/>
            <a:t>）你认识神之后为信仰改变了什么？</a:t>
          </a:r>
          <a:endParaRPr lang="en-US" sz="2800" kern="1200" dirty="0"/>
        </a:p>
      </dsp:txBody>
      <dsp:txXfrm>
        <a:off x="385001" y="4067776"/>
        <a:ext cx="6457333" cy="10441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2024/8/22 Thu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76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246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392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536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628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817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745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2024/8/22 Thu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2024/8/22 Thu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2024/8/22 Thu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2024/8/22 Thu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2024/8/22 Thu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2024/8/22 Thu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1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6.emf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509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经文：腓立比书三章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7~11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7046752" y="2052839"/>
            <a:ext cx="4502917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以基督为至宝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8176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</a:t>
            </a:r>
            <a:r>
              <a:rPr lang="zh-CN" altLang="en-US" sz="4800" b="1" dirty="0"/>
              <a:t>三</a:t>
            </a:r>
            <a:r>
              <a:rPr lang="en-US" altLang="zh-CN" sz="4800" b="1" dirty="0"/>
              <a:t>7~11</a:t>
            </a:r>
            <a:endParaRPr lang="zh-CN" altLang="zh-CN" sz="4800" dirty="0"/>
          </a:p>
        </p:txBody>
      </p:sp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0892629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</a:t>
            </a:r>
            <a:r>
              <a:rPr lang="zh-CN" altLang="en-US" sz="4800" b="1" dirty="0"/>
              <a:t>三</a:t>
            </a:r>
            <a:r>
              <a:rPr lang="en-US" altLang="zh-CN" sz="4800" b="1" dirty="0"/>
              <a:t>7~11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24509"/>
            <a:ext cx="12192000" cy="5294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【腓3:7】只是我先前以为与我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有益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的，我现在因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3200" b="1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都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当作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有损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【腓3:8】不但如此，我也将万事当作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有损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的，因我以认识我主</a:t>
            </a:r>
            <a:r>
              <a:rPr lang="yo-NG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耶稣为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至宝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。我为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已经丢弃万事，看作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粪土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，为要得着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【腓3:9】并且得以在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里面，不是有自己因律法而得的义，乃是有信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的义，就是因信　神而来的义，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【腓3:10】使我认识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，晓得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复活的大能，并且晓得和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一同受苦，效法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的死，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【腓3:11】或者我也得以从死里复活。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128" y="2486342"/>
            <a:ext cx="4065490" cy="22826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一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:7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，什么是真正的益处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二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:9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，如何有基督的义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三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:10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11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，认识基督得什么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057177" y="1311965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214954" y="1166183"/>
            <a:ext cx="8043382" cy="1391244"/>
            <a:chOff x="-840331" y="460553"/>
            <a:chExt cx="13140705" cy="1192893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-840331" y="460553"/>
              <a:ext cx="13032332" cy="1192893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-731958" y="710322"/>
              <a:ext cx="13032332" cy="8803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【腓3:7】只是我先前以为与我有益的，我现在因</a:t>
              </a:r>
              <a:r>
                <a:rPr lang="zh-CN" altLang="zh-CN" b="1" dirty="0">
                  <a:solidFill>
                    <a:srgbClr val="7030A0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都当作有损的。</a:t>
              </a:r>
              <a:endParaRPr lang="en-US" altLang="zh-CN" sz="16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【腓3:8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上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】不但如此，我也将万事当作有损的，因我以认识我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主</a:t>
              </a:r>
              <a:r>
                <a:rPr lang="yo-NG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耶稣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为至宝。</a:t>
              </a:r>
              <a:endParaRPr lang="en-US" altLang="zh-CN" sz="16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【腓3:8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下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】我为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已经丢弃万事，看作粪土，为要得着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，</a:t>
              </a:r>
              <a:endParaRPr lang="en-US" altLang="zh-CN" sz="16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4214954" y="2820697"/>
            <a:ext cx="7977048" cy="1026684"/>
            <a:chOff x="0" y="1509469"/>
            <a:chExt cx="12192001" cy="1326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09469"/>
              <a:ext cx="12192001" cy="1326662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2" y="1896261"/>
              <a:ext cx="12062476" cy="5996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【腓3:9】并且得以在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里面，不是有自己因律法而得的义，乃是有信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的义，就是因信　</a:t>
              </a:r>
              <a:r>
                <a:rPr lang="zh-CN" altLang="zh-CN" sz="1600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神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而来的义，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910B73A-3062-7867-777F-E107D91F1F13}"/>
              </a:ext>
            </a:extLst>
          </p:cNvPr>
          <p:cNvGrpSpPr/>
          <p:nvPr/>
        </p:nvGrpSpPr>
        <p:grpSpPr>
          <a:xfrm>
            <a:off x="4214954" y="4119672"/>
            <a:ext cx="7977048" cy="1693501"/>
            <a:chOff x="-840332" y="3300581"/>
            <a:chExt cx="13032334" cy="126719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8B966AB-7D3A-E7C3-B2B0-BBE50B313EC6}"/>
                </a:ext>
              </a:extLst>
            </p:cNvPr>
            <p:cNvSpPr/>
            <p:nvPr/>
          </p:nvSpPr>
          <p:spPr>
            <a:xfrm>
              <a:off x="-840332" y="3380895"/>
              <a:ext cx="13032334" cy="11868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F5B6856-AF8A-4085-2AF6-D259C7449B9E}"/>
                </a:ext>
              </a:extLst>
            </p:cNvPr>
            <p:cNvSpPr txBox="1"/>
            <p:nvPr/>
          </p:nvSpPr>
          <p:spPr>
            <a:xfrm>
              <a:off x="-840332" y="3300581"/>
              <a:ext cx="12952018" cy="11868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【腓3:10】使我认识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，晓得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复活的大能，并且晓得和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一同受苦，效法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的死，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【腓3:11】或者我也得以从死里复活。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399926"/>
            <a:ext cx="121088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钥节：【腓3:8】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为要</a:t>
            </a:r>
            <a:r>
              <a:rPr lang="zh-CN" altLang="en-US" sz="24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得着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599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264700" y="4872175"/>
            <a:ext cx="5201418" cy="16889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12-16</a:t>
            </a:r>
            <a:r>
              <a:rPr lang="zh-CN" altLang="en-US" sz="3200" b="1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节：竭力追求</a:t>
            </a:r>
            <a:endParaRPr lang="en-US" altLang="zh-CN" sz="3200" b="1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行动：竭力追求</a:t>
            </a:r>
            <a:endParaRPr lang="en-US" altLang="zh-CN" sz="28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目的：从上面奖赏</a:t>
            </a:r>
            <a:endParaRPr lang="en-US" altLang="zh-CN" sz="28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756E38-44BB-893E-10F4-24648C1F9451}"/>
              </a:ext>
            </a:extLst>
          </p:cNvPr>
          <p:cNvSpPr txBox="1"/>
          <p:nvPr/>
        </p:nvSpPr>
        <p:spPr>
          <a:xfrm>
            <a:off x="496431" y="1664378"/>
            <a:ext cx="4685211" cy="246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1~6</a:t>
            </a:r>
            <a:r>
              <a:rPr lang="zh-CN" altLang="en-US" sz="3200" b="1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节：靠主喜乐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命令：要靠主喜乐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根源：真受割礼的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对比：过去的保罗</a:t>
            </a:r>
            <a:endParaRPr lang="zh-CN" altLang="en-US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272FBC-B21D-C369-0141-9585E0210DD1}"/>
              </a:ext>
            </a:extLst>
          </p:cNvPr>
          <p:cNvSpPr txBox="1"/>
          <p:nvPr/>
        </p:nvSpPr>
        <p:spPr>
          <a:xfrm>
            <a:off x="5181642" y="1370912"/>
            <a:ext cx="5298278" cy="3109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7~11</a:t>
            </a:r>
            <a:r>
              <a:rPr lang="zh-CN" altLang="en-US" sz="3200" b="1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节： 得着基督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对比：过去和现在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目的：为得着基督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方法：信基督的义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过程：信、受苦、效法、成全</a:t>
            </a:r>
            <a:endPara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82D5C8F-64C1-A4EE-87A4-62170D321C35}"/>
              </a:ext>
            </a:extLst>
          </p:cNvPr>
          <p:cNvCxnSpPr/>
          <p:nvPr/>
        </p:nvCxnSpPr>
        <p:spPr>
          <a:xfrm>
            <a:off x="5021695" y="1294097"/>
            <a:ext cx="0" cy="29738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8F585226-39A8-96AE-40A3-878704581BB6}"/>
              </a:ext>
            </a:extLst>
          </p:cNvPr>
          <p:cNvSpPr/>
          <p:nvPr/>
        </p:nvSpPr>
        <p:spPr>
          <a:xfrm rot="5400000">
            <a:off x="5814136" y="-1296777"/>
            <a:ext cx="306371" cy="1157340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3" name="标注: 弯曲线形 2">
            <a:extLst>
              <a:ext uri="{FF2B5EF4-FFF2-40B4-BE49-F238E27FC236}">
                <a16:creationId xmlns:a16="http://schemas.microsoft.com/office/drawing/2014/main" id="{B504861B-6EFA-BAFD-C2A3-DA811CA92353}"/>
              </a:ext>
            </a:extLst>
          </p:cNvPr>
          <p:cNvSpPr/>
          <p:nvPr/>
        </p:nvSpPr>
        <p:spPr>
          <a:xfrm>
            <a:off x="3807500" y="1181662"/>
            <a:ext cx="914400" cy="612648"/>
          </a:xfrm>
          <a:prstGeom prst="borderCallout2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过去</a:t>
            </a:r>
          </a:p>
        </p:txBody>
      </p:sp>
      <p:sp>
        <p:nvSpPr>
          <p:cNvPr id="4" name="标注: 弯曲线形 3">
            <a:extLst>
              <a:ext uri="{FF2B5EF4-FFF2-40B4-BE49-F238E27FC236}">
                <a16:creationId xmlns:a16="http://schemas.microsoft.com/office/drawing/2014/main" id="{813ADE0C-0A95-8BE0-FCB2-CDA44CEA64A3}"/>
              </a:ext>
            </a:extLst>
          </p:cNvPr>
          <p:cNvSpPr/>
          <p:nvPr/>
        </p:nvSpPr>
        <p:spPr>
          <a:xfrm>
            <a:off x="9565520" y="1121670"/>
            <a:ext cx="91440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9333"/>
              <a:gd name="adj6" fmla="val -9111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现在</a:t>
            </a:r>
          </a:p>
        </p:txBody>
      </p:sp>
      <p:sp>
        <p:nvSpPr>
          <p:cNvPr id="7" name="标注: 弯曲线形 6">
            <a:extLst>
              <a:ext uri="{FF2B5EF4-FFF2-40B4-BE49-F238E27FC236}">
                <a16:creationId xmlns:a16="http://schemas.microsoft.com/office/drawing/2014/main" id="{F80DDDB8-F32B-B7A7-73DA-9790F3B5DCB3}"/>
              </a:ext>
            </a:extLst>
          </p:cNvPr>
          <p:cNvSpPr/>
          <p:nvPr/>
        </p:nvSpPr>
        <p:spPr>
          <a:xfrm>
            <a:off x="8789353" y="4584947"/>
            <a:ext cx="91440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9333"/>
              <a:gd name="adj6" fmla="val -9111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将要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64638" y="308692"/>
            <a:ext cx="5598202" cy="14024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第一段：什么是真正的益</a:t>
            </a:r>
          </a:p>
        </p:txBody>
      </p:sp>
      <p:cxnSp>
        <p:nvCxnSpPr>
          <p:cNvPr id="22" name="Straight Connector 22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8738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865940"/>
            <a:ext cx="12006203" cy="51161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ym typeface="+mn-lt"/>
              </a:rPr>
              <a:t>强烈对比</a:t>
            </a:r>
            <a:endParaRPr lang="en-US" altLang="zh-CN" b="1" dirty="0">
              <a:sym typeface="+mn-lt"/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+mn-lt"/>
              </a:rPr>
              <a:t>“</a:t>
            </a:r>
            <a:r>
              <a:rPr lang="zh-CN" altLang="en-US" b="1" dirty="0">
                <a:sym typeface="+mn-lt"/>
              </a:rPr>
              <a:t>当做”（完成式）</a:t>
            </a:r>
            <a:endParaRPr lang="en-US" altLang="zh-CN" b="1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之前追求为神热心、律法的义</a:t>
            </a:r>
            <a:endParaRPr lang="en-US" altLang="zh-CN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现在认识基督、弥赛亚的身份</a:t>
            </a:r>
            <a:endParaRPr lang="en-US" altLang="zh-CN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人生完全的改变（巨大）</a:t>
            </a:r>
            <a:endParaRPr lang="en-US" altLang="zh-CN" dirty="0">
              <a:sym typeface="+mn-lt"/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+mn-lt"/>
              </a:rPr>
              <a:t>“</a:t>
            </a:r>
            <a:r>
              <a:rPr lang="zh-CN" altLang="en-US" b="1" dirty="0">
                <a:sym typeface="+mn-lt"/>
              </a:rPr>
              <a:t>有损”</a:t>
            </a:r>
            <a:r>
              <a:rPr lang="en-US" altLang="zh-CN" b="1" dirty="0">
                <a:sym typeface="+mn-lt"/>
              </a:rPr>
              <a:t> </a:t>
            </a: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是之前对立面，对立程度，表现极大转变</a:t>
            </a:r>
            <a:endParaRPr lang="en-US" altLang="zh-CN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与先前彻底决裂</a:t>
            </a:r>
            <a:endParaRPr lang="en-US" altLang="zh-CN" dirty="0">
              <a:sym typeface="+mn-lt"/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总结：如果任何人依靠其他（非基督而来的）追求有益（真正的益），都是有损的。</a:t>
            </a:r>
            <a:endParaRPr lang="en-US" altLang="zh-CN" dirty="0">
              <a:sym typeface="+mn-lt"/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应用：</a:t>
            </a:r>
            <a:endParaRPr lang="en-US" altLang="zh-CN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700" dirty="0">
                <a:effectLst/>
              </a:rPr>
              <a:t>【</a:t>
            </a:r>
            <a:r>
              <a:rPr lang="zh-CN" altLang="en-US" sz="1700" dirty="0">
                <a:effectLst/>
              </a:rPr>
              <a:t>徒</a:t>
            </a:r>
            <a:r>
              <a:rPr lang="en-US" altLang="zh-CN" sz="1700" dirty="0">
                <a:effectLst/>
              </a:rPr>
              <a:t>26:24】</a:t>
            </a:r>
            <a:r>
              <a:rPr lang="zh-CN" altLang="en-US" sz="1700" dirty="0">
                <a:effectLst/>
              </a:rPr>
              <a:t>保罗这样分诉，非斯都大声说：“保罗，你癫狂了吧！</a:t>
            </a:r>
            <a:r>
              <a:rPr lang="zh-CN" altLang="en-US" sz="1700" b="1" dirty="0">
                <a:effectLst/>
              </a:rPr>
              <a:t>你的学问太大</a:t>
            </a:r>
            <a:r>
              <a:rPr lang="zh-CN" altLang="en-US" sz="1700" dirty="0">
                <a:effectLst/>
              </a:rPr>
              <a:t>，反叫你癫狂了。”</a:t>
            </a:r>
            <a:endParaRPr lang="en-US" altLang="zh-CN" dirty="0"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dirty="0">
              <a:sym typeface="+mn-lt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2FE9AF6-DC4E-CA6E-D418-D12FF887D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925347"/>
              </p:ext>
            </p:extLst>
          </p:nvPr>
        </p:nvGraphicFramePr>
        <p:xfrm>
          <a:off x="6434197" y="1602453"/>
          <a:ext cx="4812923" cy="917385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751398">
                  <a:extLst>
                    <a:ext uri="{9D8B030D-6E8A-4147-A177-3AD203B41FA5}">
                      <a16:colId xmlns:a16="http://schemas.microsoft.com/office/drawing/2014/main" val="2748950055"/>
                    </a:ext>
                  </a:extLst>
                </a:gridCol>
                <a:gridCol w="2009205">
                  <a:extLst>
                    <a:ext uri="{9D8B030D-6E8A-4147-A177-3AD203B41FA5}">
                      <a16:colId xmlns:a16="http://schemas.microsoft.com/office/drawing/2014/main" val="3706839926"/>
                    </a:ext>
                  </a:extLst>
                </a:gridCol>
                <a:gridCol w="629920">
                  <a:extLst>
                    <a:ext uri="{9D8B030D-6E8A-4147-A177-3AD203B41FA5}">
                      <a16:colId xmlns:a16="http://schemas.microsoft.com/office/drawing/2014/main" val="218964935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4291045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67999278"/>
                    </a:ext>
                  </a:extLst>
                </a:gridCol>
              </a:tblGrid>
              <a:tr h="480347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>
                          <a:solidFill>
                            <a:schemeClr val="tx1"/>
                          </a:solidFill>
                          <a:effectLst/>
                        </a:rPr>
                        <a:t>一切事</a:t>
                      </a:r>
                      <a:endParaRPr lang="zh-CN" sz="1400" cap="none" spc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我先前以为</a:t>
                      </a: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alt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alt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节）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我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有益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过去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extLst>
                  <a:ext uri="{0D108BD9-81ED-4DB2-BD59-A6C34878D82A}">
                    <a16:rowId xmlns:a16="http://schemas.microsoft.com/office/drawing/2014/main" val="2103193327"/>
                  </a:ext>
                </a:extLst>
              </a:tr>
              <a:tr h="307097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>
                          <a:solidFill>
                            <a:schemeClr val="tx1"/>
                          </a:solidFill>
                          <a:effectLst/>
                        </a:rPr>
                        <a:t>这些事</a:t>
                      </a:r>
                      <a:endParaRPr lang="zh-CN" sz="1400" cap="none" spc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现在都当做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>
                          <a:solidFill>
                            <a:schemeClr val="tx1"/>
                          </a:solidFill>
                          <a:effectLst/>
                        </a:rPr>
                        <a:t>基督</a:t>
                      </a:r>
                      <a:endParaRPr lang="zh-CN" sz="1400" cap="none" spc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有损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现在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extLst>
                  <a:ext uri="{0D108BD9-81ED-4DB2-BD59-A6C34878D82A}">
                    <a16:rowId xmlns:a16="http://schemas.microsoft.com/office/drawing/2014/main" val="3512496955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D684FDC-0FF7-89F2-9187-5F0E9ED8CA01}"/>
              </a:ext>
            </a:extLst>
          </p:cNvPr>
          <p:cNvSpPr txBox="1"/>
          <p:nvPr/>
        </p:nvSpPr>
        <p:spPr>
          <a:xfrm>
            <a:off x="102042" y="1134633"/>
            <a:ext cx="7507798" cy="4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【</a:t>
            </a:r>
            <a:r>
              <a:rPr kumimoji="0" lang="zh-CN" altLang="en-US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腓</a:t>
            </a:r>
            <a:r>
              <a:rPr kumimoji="0" lang="en-US" altLang="zh-CN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3:7】</a:t>
            </a:r>
            <a:r>
              <a:rPr kumimoji="0" lang="zh-CN" altLang="en-US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只是我先前以为与我有益的，我现在因</a:t>
            </a:r>
            <a:r>
              <a:rPr kumimoji="0" lang="zh-CN" altLang="en-US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基督</a:t>
            </a:r>
            <a:r>
              <a:rPr kumimoji="0" lang="zh-CN" altLang="en-US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都当作有损的。</a:t>
            </a:r>
            <a:endParaRPr kumimoji="0" lang="en-US" altLang="zh-CN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389BD0-E388-0097-466C-F26299510F99}"/>
              </a:ext>
            </a:extLst>
          </p:cNvPr>
          <p:cNvSpPr txBox="1"/>
          <p:nvPr/>
        </p:nvSpPr>
        <p:spPr>
          <a:xfrm>
            <a:off x="6819900" y="2792970"/>
            <a:ext cx="4427220" cy="16796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1.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第八天受割礼</a:t>
            </a:r>
          </a:p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2.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希伯来人（以色列族、便雅悯支派）</a:t>
            </a:r>
          </a:p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3.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法利赛人</a:t>
            </a:r>
          </a:p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4.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就热心是逼迫教会的</a:t>
            </a:r>
          </a:p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5.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就律法是无可指摘的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D08CFA-8FF2-B85A-F2F5-2DA8F5683277}"/>
              </a:ext>
            </a:extLst>
          </p:cNvPr>
          <p:cNvSpPr/>
          <p:nvPr/>
        </p:nvSpPr>
        <p:spPr>
          <a:xfrm>
            <a:off x="8300720" y="1680682"/>
            <a:ext cx="762000" cy="27313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08425F2-0B6C-B005-DB21-CFAD782922F2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681720" y="1953814"/>
            <a:ext cx="0" cy="829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111933" y="113635"/>
            <a:ext cx="7080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946801"/>
            <a:ext cx="12192000" cy="57041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】不但如此，我也将万事当作有损的，因我以认识我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主</a:t>
            </a:r>
            <a:r>
              <a:rPr kumimoji="0" lang="yo-NG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基督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不但如此：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没有止步与第</a:t>
            </a:r>
            <a:r>
              <a:rPr lang="en-US" altLang="zh-CN" dirty="0">
                <a:ea typeface="苹方-简" panose="020B0300000000000000" pitchFamily="34" charset="-122"/>
                <a:sym typeface="+mn-lt"/>
              </a:rPr>
              <a:t>7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节，更进一步说明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先前</a:t>
            </a:r>
            <a:r>
              <a:rPr lang="en-US" altLang="zh-CN" dirty="0">
                <a:ea typeface="苹方-简" panose="020B0300000000000000" pitchFamily="34" charset="-122"/>
                <a:sym typeface="+mn-lt"/>
              </a:rPr>
              <a:t>	  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以为有益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现在 </a:t>
            </a:r>
            <a:r>
              <a:rPr lang="en-US" altLang="zh-CN" dirty="0">
                <a:ea typeface="苹方-简" panose="020B0300000000000000" pitchFamily="34" charset="-122"/>
                <a:sym typeface="+mn-lt"/>
              </a:rPr>
              <a:t>	  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与基督无关万事</a:t>
            </a:r>
            <a:r>
              <a:rPr lang="en-US" altLang="zh-CN" dirty="0">
                <a:ea typeface="苹方-简" panose="020B0300000000000000" pitchFamily="34" charset="-122"/>
                <a:sym typeface="+mn-lt"/>
              </a:rPr>
              <a:t>	           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有损的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lvl="1">
              <a:lnSpc>
                <a:spcPct val="125000"/>
              </a:lnSpc>
            </a:pPr>
            <a:r>
              <a:rPr lang="en-US" altLang="zh-CN" dirty="0">
                <a:ea typeface="苹方-简" panose="020B0300000000000000" pitchFamily="34" charset="-122"/>
                <a:sym typeface="+mn-lt"/>
              </a:rPr>
              <a:t>		  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认识主基督耶稣             为至宝  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万事：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先前以为与我有益的 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vs 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万事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数量的增加（万事）</a:t>
            </a:r>
            <a:endParaRPr lang="en-US" altLang="zh-CN" sz="1800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程度的加深（有损）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最高的等级（至宝）</a:t>
            </a:r>
            <a:endParaRPr lang="en-US" altLang="zh-CN" sz="1800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思考：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当下的你认为什么是最有益的呢？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你如何看待耶稣基督在你生命中地位？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003D761B-E889-B91D-BD41-4C84CF49A89F}"/>
              </a:ext>
            </a:extLst>
          </p:cNvPr>
          <p:cNvSpPr/>
          <p:nvPr/>
        </p:nvSpPr>
        <p:spPr>
          <a:xfrm flipV="1">
            <a:off x="1394689" y="2355146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37DDADB6-FEDE-F371-AEA9-C5A37A96DB50}"/>
              </a:ext>
            </a:extLst>
          </p:cNvPr>
          <p:cNvSpPr/>
          <p:nvPr/>
        </p:nvSpPr>
        <p:spPr>
          <a:xfrm flipV="1">
            <a:off x="1394689" y="2698456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16D8AC54-27F5-A2FE-FDAD-C66FFAE80155}"/>
              </a:ext>
            </a:extLst>
          </p:cNvPr>
          <p:cNvSpPr/>
          <p:nvPr/>
        </p:nvSpPr>
        <p:spPr>
          <a:xfrm>
            <a:off x="3739573" y="2702498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2F96101-F061-483B-59C8-DAE652A14E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145" y="1715654"/>
            <a:ext cx="7746856" cy="4572000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EA83E63F-1A84-4C77-F88A-67457B349D94}"/>
              </a:ext>
            </a:extLst>
          </p:cNvPr>
          <p:cNvSpPr/>
          <p:nvPr/>
        </p:nvSpPr>
        <p:spPr>
          <a:xfrm>
            <a:off x="3746499" y="3040204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1434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111933" y="113635"/>
            <a:ext cx="7080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147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】不但如此，我也将万事当作有损的，因我以认识我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主</a:t>
            </a:r>
            <a:r>
              <a:rPr kumimoji="0" lang="yo-NG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基督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认识：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知识上的认识。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雅</a:t>
            </a: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2:19】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你信　神只有一位，你信的不错；鬼魔也信，却是战惊。</a:t>
            </a:r>
            <a:endParaRPr lang="en-US" altLang="zh-CN" b="1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关系上的</a:t>
            </a:r>
            <a:r>
              <a:rPr lang="zh-CN" altLang="en-US" dirty="0">
                <a:ea typeface="苹方-简" panose="020B0300000000000000" pitchFamily="34" charset="-122"/>
              </a:rPr>
              <a:t>认识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有互动的关系，无信靠的交托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各自是独立的个体</a:t>
            </a:r>
            <a:endParaRPr lang="en-US" altLang="zh-CN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生命上的</a:t>
            </a:r>
            <a:r>
              <a:rPr lang="zh-CN" altLang="en-US" dirty="0">
                <a:ea typeface="苹方-简" panose="020B0300000000000000" pitchFamily="34" charset="-122"/>
              </a:rPr>
              <a:t>认识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生命交托：基督为我，竭诚为主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基督在我里面，我在基督里面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程度：</a:t>
            </a:r>
            <a:r>
              <a:rPr lang="zh-CN" altLang="en-US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层层递进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思考：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你个人与我们所信的神的关系或认识？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286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94512" y="113635"/>
            <a:ext cx="71061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3716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认识我主</a:t>
            </a:r>
            <a:r>
              <a:rPr lang="yo-NG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基督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本段核心：</a:t>
            </a:r>
            <a:r>
              <a:rPr lang="zh-CN" altLang="zh-CN" sz="2000" b="1" dirty="0">
                <a:solidFill>
                  <a:srgbClr val="000000"/>
                </a:solidFill>
                <a:cs typeface="+mn-ea"/>
              </a:rPr>
              <a:t>认识我主</a:t>
            </a:r>
            <a:r>
              <a:rPr lang="yo-NG" altLang="zh-CN" sz="2000" b="1" dirty="0">
                <a:solidFill>
                  <a:srgbClr val="000000"/>
                </a:solidFill>
                <a:cs typeface="+mn-ea"/>
              </a:rPr>
              <a:t>基督</a:t>
            </a:r>
            <a:r>
              <a:rPr lang="zh-CN" altLang="zh-CN" sz="2000" b="1" dirty="0">
                <a:solidFill>
                  <a:srgbClr val="000000"/>
                </a:solidFill>
                <a:cs typeface="+mn-ea"/>
              </a:rPr>
              <a:t>耶稣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cs typeface="+mn-ea"/>
                <a:sym typeface="+mn-lt"/>
              </a:rPr>
              <a:t>保罗的认识：</a:t>
            </a:r>
            <a:endParaRPr lang="en-US" altLang="zh-CN" sz="2000" b="1" dirty="0">
              <a:cs typeface="+mn-ea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cs typeface="+mn-ea"/>
                <a:sym typeface="+mn-lt"/>
              </a:rPr>
              <a:t>真理上认识（旧约认识耶和华）</a:t>
            </a:r>
            <a:endParaRPr lang="en-US" altLang="zh-CN" sz="2000" dirty="0">
              <a:cs typeface="+mn-ea"/>
              <a:sym typeface="+mn-lt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600" dirty="0">
                <a:effectLst/>
                <a:ea typeface="苹方-简" panose="020B0300000000000000" pitchFamily="34" charset="-122"/>
              </a:rPr>
              <a:t>"敬畏耶和华是智慧的开端，认识至圣者便是聪明。" （箴 9:10）</a:t>
            </a:r>
            <a:endParaRPr lang="en-US" altLang="zh-CN" dirty="0">
              <a:cs typeface="+mn-ea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cs typeface="+mn-ea"/>
                <a:sym typeface="+mn-lt"/>
              </a:rPr>
              <a:t>生命上认识（与基督救恩有份）</a:t>
            </a:r>
            <a:endParaRPr lang="en-US" altLang="zh-CN" sz="2000" dirty="0">
              <a:cs typeface="+mn-ea"/>
              <a:sym typeface="+mn-lt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600" dirty="0">
                <a:ea typeface="苹方-简" panose="020B0300000000000000" pitchFamily="34" charset="-122"/>
              </a:rPr>
              <a:t>使我认识基督，晓得他复活的大能，并且晓得和他一同受苦，效法他的死，（腓3:10）</a:t>
            </a:r>
            <a:endParaRPr lang="en-US" altLang="zh-CN" sz="1600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程度：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对比：基督 </a:t>
            </a:r>
            <a:r>
              <a:rPr lang="en-US" altLang="zh-CN" dirty="0">
                <a:ea typeface="苹方-简" panose="020B0300000000000000" pitchFamily="34" charset="-122"/>
              </a:rPr>
              <a:t>vs </a:t>
            </a:r>
            <a:r>
              <a:rPr lang="zh-CN" altLang="en-US" dirty="0">
                <a:ea typeface="苹方-简" panose="020B0300000000000000" pitchFamily="34" charset="-122"/>
              </a:rPr>
              <a:t>万事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结论：至宝 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vs 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有损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“因”：因果关系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因把基督为至宝，才能把万事当做有损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884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3942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【腓3:8】不但如此，我也将万事当作有损的，因我以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认识我主</a:t>
            </a:r>
            <a:r>
              <a:rPr lang="yo-NG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基督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>
              <a:lnSpc>
                <a:spcPct val="150000"/>
              </a:lnSpc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3:8】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我为他已经丢弃万事，看作粪土，为要得着基督，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关系：层层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递进，真理、生命、效法祂的死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7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节数量（之前以为有益）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vs  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节万事（所有）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7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节程度（因基督当作有损）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vs  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节丢弃（粪土）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有损可能还愿意去做，比如吸烟，夏天的冰镇可乐等等。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粪土会有人喜欢吗？除非田地的农夫为了田地的益处等。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节上认识基督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        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节下得着基督         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9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节在基督里面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10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节认识基督         复活大能          受苦         效法死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3045446-0679-C760-647C-004E6EEE9EBF}"/>
              </a:ext>
            </a:extLst>
          </p:cNvPr>
          <p:cNvGrpSpPr/>
          <p:nvPr/>
        </p:nvGrpSpPr>
        <p:grpSpPr>
          <a:xfrm>
            <a:off x="2811316" y="5557567"/>
            <a:ext cx="4031672" cy="756857"/>
            <a:chOff x="2811316" y="5557567"/>
            <a:chExt cx="4031672" cy="756857"/>
          </a:xfrm>
        </p:grpSpPr>
        <p:sp>
          <p:nvSpPr>
            <p:cNvPr id="3" name="箭头: 右 2">
              <a:extLst>
                <a:ext uri="{FF2B5EF4-FFF2-40B4-BE49-F238E27FC236}">
                  <a16:creationId xmlns:a16="http://schemas.microsoft.com/office/drawing/2014/main" id="{1AB8738D-A1FE-4D54-0F21-BB9DBE4AC2AD}"/>
                </a:ext>
              </a:extLst>
            </p:cNvPr>
            <p:cNvSpPr/>
            <p:nvPr/>
          </p:nvSpPr>
          <p:spPr>
            <a:xfrm flipV="1">
              <a:off x="2970643" y="5557567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</a:t>
              </a:r>
              <a:endParaRPr lang="zh-CN" altLang="en-US" dirty="0"/>
            </a:p>
          </p:txBody>
        </p:sp>
        <p:sp>
          <p:nvSpPr>
            <p:cNvPr id="4" name="箭头: 右 3">
              <a:extLst>
                <a:ext uri="{FF2B5EF4-FFF2-40B4-BE49-F238E27FC236}">
                  <a16:creationId xmlns:a16="http://schemas.microsoft.com/office/drawing/2014/main" id="{EAC312E4-EEF7-BC10-CF40-D9DFE5074984}"/>
                </a:ext>
              </a:extLst>
            </p:cNvPr>
            <p:cNvSpPr/>
            <p:nvPr/>
          </p:nvSpPr>
          <p:spPr>
            <a:xfrm flipV="1">
              <a:off x="5747657" y="5557567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</a:t>
              </a:r>
              <a:endParaRPr lang="zh-CN" altLang="en-US" dirty="0"/>
            </a:p>
          </p:txBody>
        </p:sp>
        <p:sp>
          <p:nvSpPr>
            <p:cNvPr id="5" name="箭头: 右 4">
              <a:extLst>
                <a:ext uri="{FF2B5EF4-FFF2-40B4-BE49-F238E27FC236}">
                  <a16:creationId xmlns:a16="http://schemas.microsoft.com/office/drawing/2014/main" id="{713DDF87-D3EF-705D-B73A-8E85BB5DCB86}"/>
                </a:ext>
              </a:extLst>
            </p:cNvPr>
            <p:cNvSpPr/>
            <p:nvPr/>
          </p:nvSpPr>
          <p:spPr>
            <a:xfrm flipV="1">
              <a:off x="2811316" y="6139396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</a:t>
              </a:r>
              <a:endParaRPr lang="zh-CN" altLang="en-US" dirty="0"/>
            </a:p>
          </p:txBody>
        </p:sp>
        <p:sp>
          <p:nvSpPr>
            <p:cNvPr id="6" name="箭头: 右 5">
              <a:extLst>
                <a:ext uri="{FF2B5EF4-FFF2-40B4-BE49-F238E27FC236}">
                  <a16:creationId xmlns:a16="http://schemas.microsoft.com/office/drawing/2014/main" id="{1583CA6D-E2C8-47E3-C865-AB9466112C52}"/>
                </a:ext>
              </a:extLst>
            </p:cNvPr>
            <p:cNvSpPr/>
            <p:nvPr/>
          </p:nvSpPr>
          <p:spPr>
            <a:xfrm flipV="1">
              <a:off x="4827152" y="6139396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</a:t>
              </a:r>
              <a:endParaRPr lang="zh-CN" altLang="en-US" dirty="0"/>
            </a:p>
          </p:txBody>
        </p:sp>
        <p:sp>
          <p:nvSpPr>
            <p:cNvPr id="7" name="箭头: 右 6">
              <a:extLst>
                <a:ext uri="{FF2B5EF4-FFF2-40B4-BE49-F238E27FC236}">
                  <a16:creationId xmlns:a16="http://schemas.microsoft.com/office/drawing/2014/main" id="{B2718F15-7977-70BB-162C-9682D1DBB0BD}"/>
                </a:ext>
              </a:extLst>
            </p:cNvPr>
            <p:cNvSpPr/>
            <p:nvPr/>
          </p:nvSpPr>
          <p:spPr>
            <a:xfrm flipV="1">
              <a:off x="6242624" y="6139396"/>
              <a:ext cx="600364" cy="17502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5DDE919E-77A8-9BCA-6BF5-389C08FDA91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094512" y="113635"/>
            <a:ext cx="71061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3489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33553" y="139761"/>
            <a:ext cx="7149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44D04F-DD6A-1675-150F-0D830C44AF9C}"/>
              </a:ext>
            </a:extLst>
          </p:cNvPr>
          <p:cNvSpPr/>
          <p:nvPr/>
        </p:nvSpPr>
        <p:spPr>
          <a:xfrm>
            <a:off x="895927" y="2078182"/>
            <a:ext cx="3537528" cy="4802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176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3:8】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我为他已经丢弃万事，看作粪土，为要得着基督，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b="1" dirty="0">
                <a:cs typeface="+mn-ea"/>
                <a:sym typeface="+mn-lt"/>
              </a:rPr>
              <a:t>中心：</a:t>
            </a:r>
            <a:endParaRPr lang="en-US" altLang="zh-CN" sz="2000" b="1" dirty="0"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cs typeface="+mn-ea"/>
                <a:sym typeface="+mn-lt"/>
              </a:rPr>
              <a:t>“得着基督”才是真正的益处。</a:t>
            </a:r>
            <a:endParaRPr lang="en-US" altLang="zh-CN" sz="2000" b="1" dirty="0">
              <a:solidFill>
                <a:srgbClr val="FF0000"/>
              </a:solidFill>
              <a:highlight>
                <a:srgbClr val="FFFF00"/>
              </a:highlight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保罗：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丢弃万事（粪土）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对比：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    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 至宝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3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万事 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     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粪土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得着基督：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即“与基督联合”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基督在我里面（圣灵的工作）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我在基督里面（相信神掌权）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6727A4CA-1768-94A4-5B86-43070B44DF2C}"/>
              </a:ext>
            </a:extLst>
          </p:cNvPr>
          <p:cNvSpPr/>
          <p:nvPr/>
        </p:nvSpPr>
        <p:spPr>
          <a:xfrm flipV="1">
            <a:off x="2503051" y="3616488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B7F548D-0B51-9956-B283-BDB03CA5C763}"/>
              </a:ext>
            </a:extLst>
          </p:cNvPr>
          <p:cNvSpPr/>
          <p:nvPr/>
        </p:nvSpPr>
        <p:spPr>
          <a:xfrm flipV="1">
            <a:off x="2503051" y="4073689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8053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33553" y="139761"/>
            <a:ext cx="7149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36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cs typeface="+mn-ea"/>
                <a:sym typeface="+mn-lt"/>
              </a:rPr>
              <a:t>应用：</a:t>
            </a:r>
            <a:endParaRPr lang="en-US" altLang="zh-CN" sz="2000" b="1" dirty="0"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为认识基督轻看万事，如果有事情拦阻了我们认识基督则应该看为有损的。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为荣耀基督则在真理教导下凡事尽力。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或作劝化的，就当专一劝化；施舍的，就当诚实；治理的，就当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殷勤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；怜悯人的，就当甘心。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12:11】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殷勤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不可懒惰。要心里火热，常常服侍主。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4:28】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从前偷窃的，不要再偷。总要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劳力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，亲手作正经事，就可有余，分给那缺少的人。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问 1：人的主要目的是什么？ 答：人的主要目的就是荣耀神，永远以他为乐。 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因把基督看为至宝，所以要竭力认识基督。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13:44】“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天国好像宝贝藏在地里，人遇见了就把它藏起来，欢欢喜喜地去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变卖一切所有的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，买这块地。”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8762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47657" y="151873"/>
            <a:ext cx="6444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第二段：如何得着基督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0056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里面，不是有自己因律法而得的义，乃是有信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的义，就是因信　神而来的义，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在他里面：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神的预定、拣选、保守。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不是有</a:t>
            </a: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……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乃是有：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对比、强调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不是依靠自己，而完全依靠神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4191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58665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里面，不是有自己因律法而得的义，乃是有信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的义，就是因信　神而来的义，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zh-CN" sz="20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信基督的义：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对比：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4~6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vs 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信基督的义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“就是”：强调义的源头是神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在真理中认识神：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【创15:6】亚伯兰信耶和华，耶和华就以此为他的义。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“信基督”、“因神而”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义是神的加给，而非自己依靠律法、行为赚的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cs typeface="+mn-ea"/>
                <a:sym typeface="+mn-lt"/>
              </a:rPr>
              <a:t>应用：</a:t>
            </a:r>
            <a:endParaRPr lang="en-US" altLang="zh-CN" sz="2400" b="1" dirty="0"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悔改、赦罪的道，认识神的恩典和神的主权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596321-B78F-A68F-F6CC-FFD464CE31F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747657" y="151873"/>
            <a:ext cx="6444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第二段：如何得着基督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7264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第三段：认识基督得着什么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097931"/>
            <a:ext cx="12192000" cy="5864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“使我认识基督” 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进入到与基督的生命的互动中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“复活的大能”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死里复活，显明基督的身份、神的儿子、弥赛亚和救赎主。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基督为我们做了什么？我们为基督做了什么？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“一同受苦”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明白基督所说的苦难和痛苦为我们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我们愿意效法基督而背十字架成圣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路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9:23】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耶稣又对众人说：“若有人要跟从我，就当舍己，</a:t>
            </a:r>
            <a:r>
              <a:rPr lang="zh-CN" altLang="en-US" sz="2000" b="1" dirty="0">
                <a:solidFill>
                  <a:srgbClr val="7030A0"/>
                </a:solidFill>
                <a:cs typeface="+mn-ea"/>
              </a:rPr>
              <a:t>天天背起他的十字架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来跟从我。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1062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5399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“效法他的死” 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基督背负我们的罪被钉十字架，受死、复活。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我们为基督如同保罗愿意离世与神同在，原因在于真认识祂（身份、工作）。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solidFill>
                  <a:srgbClr val="000000"/>
                </a:solidFill>
                <a:cs typeface="+mn-ea"/>
              </a:rPr>
              <a:t>效法基督到完全没有自己，愿意为基督而奉献自己全部。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【腓1:21】因我活着就是基督，我死了就有益处。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“或者”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一方面强调神的恩典和大能</a:t>
            </a:r>
            <a:r>
              <a:rPr lang="zh-CN" altLang="en-US" sz="2000" dirty="0">
                <a:ea typeface="苹方-简" panose="020B0300000000000000" pitchFamily="34" charset="-122"/>
              </a:rPr>
              <a:t>。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另一个方面是强调人的责任。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	</a:t>
            </a:r>
            <a:r>
              <a:rPr lang="zh-CN" altLang="en-US" sz="24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参：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 【腓2:12】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……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就当恐惧战兢，作成你们得救的工夫；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F693BE-D3F5-9A06-FC54-A1D34A776B2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第三段：认识基督得着什么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6377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368507" y="130236"/>
            <a:ext cx="4823494" cy="830997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4800" b="1" dirty="0">
                <a:ln w="0"/>
                <a:solidFill>
                  <a:schemeClr val="tx1"/>
                </a:solidFill>
                <a:latin typeface="+mn-ea"/>
                <a:cs typeface="+mn-ea"/>
                <a:sym typeface="+mn-lt"/>
              </a:rPr>
              <a:t>你的至宝是什么？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251012" y="1078109"/>
            <a:ext cx="11689976" cy="55835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核心：得着基督（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上），为了得着基督，保罗愿意丢弃万事，把万事当做粪土。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保罗生命历程，每个基督徒生命历程：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降卑（看做有损）、万物看做粪土、为要得着基督、受苦、受死、复活。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我们的目标：以基督为至宝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我们轻看世上，我们竭力</a:t>
            </a:r>
            <a:r>
              <a:rPr lang="zh-CN" altLang="en-US" sz="2400" dirty="0">
                <a:effectLst/>
                <a:latin typeface="+mn-ea"/>
              </a:rPr>
              <a:t>的</a:t>
            </a:r>
            <a:r>
              <a:rPr lang="zh-CN" altLang="zh-CN" sz="2400" dirty="0">
                <a:effectLst/>
                <a:latin typeface="+mn-ea"/>
              </a:rPr>
              <a:t>追求基督，为要得着基督</a:t>
            </a:r>
            <a:endParaRPr lang="en-US" altLang="zh-CN" sz="2400" dirty="0">
              <a:effectLst/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因基督的使命，我们愿意成为光</a:t>
            </a:r>
            <a:r>
              <a:rPr lang="zh-CN" altLang="en-US" sz="2400" dirty="0">
                <a:effectLst/>
                <a:latin typeface="+mn-ea"/>
              </a:rPr>
              <a:t>和</a:t>
            </a:r>
            <a:r>
              <a:rPr lang="zh-CN" altLang="zh-CN" sz="2400" dirty="0">
                <a:effectLst/>
                <a:latin typeface="+mn-ea"/>
              </a:rPr>
              <a:t>盐，尽本分荣耀神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在过程中（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12-16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节方法）：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受苦</a:t>
            </a:r>
            <a:r>
              <a:rPr lang="zh-CN" altLang="en-US" sz="2400" dirty="0">
                <a:effectLst/>
                <a:latin typeface="+mn-ea"/>
              </a:rPr>
              <a:t>（不一定是身体痛苦，也指治死老我的苦）</a:t>
            </a:r>
            <a:r>
              <a:rPr lang="zh-CN" altLang="zh-CN" sz="2400" dirty="0">
                <a:effectLst/>
                <a:latin typeface="+mn-ea"/>
              </a:rPr>
              <a:t>，如同与基督一同受苦</a:t>
            </a:r>
            <a:endParaRPr lang="en-US" altLang="zh-CN" sz="2400" dirty="0">
              <a:effectLst/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治死自己罪性、老我和血气的自己，进入基督赐给</a:t>
            </a:r>
            <a:r>
              <a:rPr lang="zh-CN" altLang="en-US" sz="2400" dirty="0">
                <a:effectLst/>
                <a:latin typeface="+mn-ea"/>
              </a:rPr>
              <a:t>我们</a:t>
            </a:r>
            <a:r>
              <a:rPr lang="zh-CN" altLang="zh-CN" sz="2400" dirty="0">
                <a:effectLst/>
                <a:latin typeface="+mn-ea"/>
              </a:rPr>
              <a:t>新的生命</a:t>
            </a:r>
            <a:endParaRPr lang="en-US" altLang="zh-CN" sz="2400" dirty="0">
              <a:effectLst/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盼望在基督，深信基督与我们同在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507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问题？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863472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6608</TotalTime>
  <Words>2172</Words>
  <Application>Microsoft Office PowerPoint</Application>
  <PresentationFormat>宽屏</PresentationFormat>
  <Paragraphs>222</Paragraphs>
  <Slides>18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方正屏显雅宋_GBK</vt:lpstr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23</cp:revision>
  <dcterms:created xsi:type="dcterms:W3CDTF">2019-06-19T02:08:00Z</dcterms:created>
  <dcterms:modified xsi:type="dcterms:W3CDTF">2024-08-24T03:18:56Z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