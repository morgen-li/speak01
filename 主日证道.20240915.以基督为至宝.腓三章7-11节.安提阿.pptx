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7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8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9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560" r:id="rId2"/>
    <p:sldId id="554" r:id="rId3"/>
    <p:sldId id="425" r:id="rId4"/>
    <p:sldId id="598" r:id="rId5"/>
    <p:sldId id="531" r:id="rId6"/>
    <p:sldId id="553" r:id="rId7"/>
    <p:sldId id="587" r:id="rId8"/>
    <p:sldId id="594" r:id="rId9"/>
    <p:sldId id="574" r:id="rId10"/>
    <p:sldId id="599" r:id="rId11"/>
    <p:sldId id="588" r:id="rId12"/>
    <p:sldId id="593" r:id="rId13"/>
    <p:sldId id="589" r:id="rId14"/>
    <p:sldId id="590" r:id="rId15"/>
    <p:sldId id="591" r:id="rId16"/>
    <p:sldId id="592" r:id="rId17"/>
    <p:sldId id="601" r:id="rId18"/>
    <p:sldId id="55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4142E-4844-4CF2-B9D3-B00A388B0DD4}" v="235" dt="2024-09-14T14:12:58.93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437" autoAdjust="0"/>
  </p:normalViewPr>
  <p:slideViewPr>
    <p:cSldViewPr snapToGrid="0">
      <p:cViewPr>
        <p:scale>
          <a:sx n="100" d="100"/>
          <a:sy n="100" d="100"/>
        </p:scale>
        <p:origin x="876" y="372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delSp modSp mod">
        <pc:chgData name="强 李" userId="cd6c7ec7188785ae" providerId="LiveId" clId="{5EF4142E-4844-4CF2-B9D3-B00A388B0DD4}" dt="2024-09-14T12:57:21.918" v="133" actId="14100"/>
        <pc:sldMkLst>
          <pc:docMk/>
          <pc:sldMk cId="54695671" sldId="531"/>
        </pc:sldMkLst>
        <pc:spChg chg="mod">
          <ac:chgData name="强 李" userId="cd6c7ec7188785ae" providerId="LiveId" clId="{5EF4142E-4844-4CF2-B9D3-B00A388B0DD4}" dt="2024-09-14T12:56:57.128" v="123" actId="14100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2:55:58.350" v="120" actId="164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5EF4142E-4844-4CF2-B9D3-B00A388B0DD4}" dt="2024-09-14T12:54:17.023" v="90" actId="103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5EF4142E-4844-4CF2-B9D3-B00A388B0DD4}" dt="2024-09-14T12:57:21.918" v="133" actId="14100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5EF4142E-4844-4CF2-B9D3-B00A388B0DD4}" dt="2024-09-14T12:53:58.568" v="86" actId="14100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5EF4142E-4844-4CF2-B9D3-B00A388B0DD4}" dt="2024-09-14T12:57:10.529" v="132" actId="1037"/>
          <ac:spMkLst>
            <pc:docMk/>
            <pc:sldMk cId="54695671" sldId="531"/>
            <ac:spMk id="7" creationId="{F80DDDB8-F32B-B7A7-73DA-9790F3B5DCB3}"/>
          </ac:spMkLst>
        </pc:spChg>
        <pc:spChg chg="del mod">
          <ac:chgData name="强 李" userId="cd6c7ec7188785ae" providerId="LiveId" clId="{5EF4142E-4844-4CF2-B9D3-B00A388B0DD4}" dt="2024-09-14T12:55:36.467" v="117" actId="478"/>
          <ac:spMkLst>
            <pc:docMk/>
            <pc:sldMk cId="54695671" sldId="531"/>
            <ac:spMk id="11" creationId="{8F585226-39A8-96AE-40A3-878704581BB6}"/>
          </ac:spMkLst>
        </pc:spChg>
        <pc:grpChg chg="add mod">
          <ac:chgData name="强 李" userId="cd6c7ec7188785ae" providerId="LiveId" clId="{5EF4142E-4844-4CF2-B9D3-B00A388B0DD4}" dt="2024-09-14T12:55:49.886" v="119" actId="1076"/>
          <ac:grpSpMkLst>
            <pc:docMk/>
            <pc:sldMk cId="54695671" sldId="531"/>
            <ac:grpSpMk id="9" creationId="{87176265-B58D-673F-0145-44DE61D798A1}"/>
          </ac:grpSpMkLst>
        </pc:grpChg>
        <pc:grpChg chg="add mod">
          <ac:chgData name="强 李" userId="cd6c7ec7188785ae" providerId="LiveId" clId="{5EF4142E-4844-4CF2-B9D3-B00A388B0DD4}" dt="2024-09-14T12:56:33.470" v="122" actId="1076"/>
          <ac:grpSpMkLst>
            <pc:docMk/>
            <pc:sldMk cId="54695671" sldId="531"/>
            <ac:grpSpMk id="10" creationId="{52691254-7C12-A9B7-2F38-228171FD86FE}"/>
          </ac:grpSpMkLst>
        </pc:grpChg>
        <pc:cxnChg chg="del">
          <ac:chgData name="强 李" userId="cd6c7ec7188785ae" providerId="LiveId" clId="{5EF4142E-4844-4CF2-B9D3-B00A388B0DD4}" dt="2024-09-14T12:51:53.547" v="62" actId="478"/>
          <ac:cxnSpMkLst>
            <pc:docMk/>
            <pc:sldMk cId="54695671" sldId="531"/>
            <ac:cxnSpMk id="8" creationId="{A82D5C8F-64C1-A4EE-87A4-62170D321C35}"/>
          </ac:cxnSpMkLst>
        </pc:cxnChg>
      </pc:sldChg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  <pc:spChg chg="mod">
          <ac:chgData name="强 李" userId="cd6c7ec7188785ae" providerId="LiveId" clId="{5EF4142E-4844-4CF2-B9D3-B00A388B0DD4}" dt="2024-09-14T13:07:46.596" v="449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5EF4142E-4844-4CF2-B9D3-B00A388B0DD4}" dt="2024-09-14T12:59:42.146" v="150" actId="1035"/>
          <ac:spMkLst>
            <pc:docMk/>
            <pc:sldMk cId="530530540" sldId="553"/>
            <ac:spMk id="4" creationId="{D871C0DE-EFD9-CB2D-04F8-FAAE31FAFEBB}"/>
          </ac:spMkLst>
        </pc:spChg>
        <pc:cxnChg chg="add mod">
          <ac:chgData name="强 李" userId="cd6c7ec7188785ae" providerId="LiveId" clId="{5EF4142E-4844-4CF2-B9D3-B00A388B0DD4}" dt="2024-09-14T12:59:20.593" v="149" actId="208"/>
          <ac:cxnSpMkLst>
            <pc:docMk/>
            <pc:sldMk cId="530530540" sldId="553"/>
            <ac:cxnSpMk id="7" creationId="{A7BDF325-4788-387F-AF1B-880737B9E5A3}"/>
          </ac:cxnSpMkLst>
        </pc:cxnChg>
      </pc:sldChg>
      <pc:sldChg chg="modSp">
        <pc:chgData name="强 李" userId="cd6c7ec7188785ae" providerId="LiveId" clId="{5EF4142E-4844-4CF2-B9D3-B00A388B0DD4}" dt="2024-09-14T12:46:51.711" v="13"/>
        <pc:sldMkLst>
          <pc:docMk/>
          <pc:sldMk cId="3418790839" sldId="554"/>
        </pc:sldMkLst>
        <pc:graphicFrameChg chg="mod">
          <ac:chgData name="强 李" userId="cd6c7ec7188785ae" providerId="LiveId" clId="{5EF4142E-4844-4CF2-B9D3-B00A388B0DD4}" dt="2024-09-14T12:46:51.711" v="1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5EF4142E-4844-4CF2-B9D3-B00A388B0DD4}" dt="2024-09-14T12:07:08.693" v="3" actId="404"/>
        <pc:sldMkLst>
          <pc:docMk/>
          <pc:sldMk cId="1911491714" sldId="560"/>
        </pc:sldMkLst>
        <pc:spChg chg="mod">
          <ac:chgData name="强 李" userId="cd6c7ec7188785ae" providerId="LiveId" clId="{5EF4142E-4844-4CF2-B9D3-B00A388B0DD4}" dt="2024-09-14T12:07:08.693" v="3" actId="404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  <pc:spChg chg="mod">
          <ac:chgData name="强 李" userId="cd6c7ec7188785ae" providerId="LiveId" clId="{5EF4142E-4844-4CF2-B9D3-B00A388B0DD4}" dt="2024-09-14T13:22:36.645" v="812" actId="2710"/>
          <ac:spMkLst>
            <pc:docMk/>
            <pc:sldMk cId="159884778" sldId="574"/>
            <ac:spMk id="2" creationId="{00000000-0000-0000-0000-000000000000}"/>
          </ac:spMkLst>
        </pc:spChg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  <pc:spChg chg="mod">
          <ac:chgData name="强 李" userId="cd6c7ec7188785ae" providerId="LiveId" clId="{5EF4142E-4844-4CF2-B9D3-B00A388B0DD4}" dt="2024-09-14T13:16:55.444" v="734" actId="403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5EF4142E-4844-4CF2-B9D3-B00A388B0DD4}" dt="2024-09-14T13:12:28.509" v="566" actId="14100"/>
          <ac:spMkLst>
            <pc:docMk/>
            <pc:sldMk cId="3921434846" sldId="587"/>
            <ac:spMk id="6" creationId="{443E6CD7-0548-F919-EBC8-5A5B1BB6327C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8" creationId="{16D8AC54-27F5-A2FE-FDAD-C66FFAE80155}"/>
          </ac:spMkLst>
        </pc:spChg>
        <pc:grpChg chg="add mod">
          <ac:chgData name="强 李" userId="cd6c7ec7188785ae" providerId="LiveId" clId="{5EF4142E-4844-4CF2-B9D3-B00A388B0DD4}" dt="2024-09-14T13:16:07.871" v="725" actId="14100"/>
          <ac:grpSpMkLst>
            <pc:docMk/>
            <pc:sldMk cId="3921434846" sldId="587"/>
            <ac:grpSpMk id="7" creationId="{01FDC4AC-DC19-8216-7F2D-118A5C6E3CD0}"/>
          </ac:grpSpMkLst>
        </pc:grpChg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  <pc:spChg chg="mod">
          <ac:chgData name="强 李" userId="cd6c7ec7188785ae" providerId="LiveId" clId="{5EF4142E-4844-4CF2-B9D3-B00A388B0DD4}" dt="2024-09-14T13:48:48.344" v="2019"/>
          <ac:spMkLst>
            <pc:docMk/>
            <pc:sldMk cId="534191096" sldId="58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  <pc:spChg chg="mod">
          <ac:chgData name="强 李" userId="cd6c7ec7188785ae" providerId="LiveId" clId="{5EF4142E-4844-4CF2-B9D3-B00A388B0DD4}" dt="2024-09-14T13:52:07.298" v="202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  <pc:spChg chg="mod">
          <ac:chgData name="强 李" userId="cd6c7ec7188785ae" providerId="LiveId" clId="{5EF4142E-4844-4CF2-B9D3-B00A388B0DD4}" dt="2024-09-14T14:08:01.462" v="2035" actId="404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  <pc:spChg chg="mod">
          <ac:chgData name="强 李" userId="cd6c7ec7188785ae" providerId="LiveId" clId="{5EF4142E-4844-4CF2-B9D3-B00A388B0DD4}" dt="2024-09-14T14:11:29.010" v="2088" actId="108"/>
          <ac:spMkLst>
            <pc:docMk/>
            <pc:sldMk cId="4046377894" sldId="592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  <pc:spChg chg="mod">
          <ac:chgData name="强 李" userId="cd6c7ec7188785ae" providerId="LiveId" clId="{5EF4142E-4844-4CF2-B9D3-B00A388B0DD4}" dt="2024-09-14T13:39:18.199" v="1599" actId="403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  <pc:spChg chg="mod">
          <ac:chgData name="强 李" userId="cd6c7ec7188785ae" providerId="LiveId" clId="{5EF4142E-4844-4CF2-B9D3-B00A388B0DD4}" dt="2024-09-14T13:18:04.631" v="762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  <pc:spChg chg="mod">
          <ac:chgData name="强 李" userId="cd6c7ec7188785ae" providerId="LiveId" clId="{5EF4142E-4844-4CF2-B9D3-B00A388B0DD4}" dt="2024-09-14T12:51:01.614" v="48"/>
          <ac:spMkLst>
            <pc:docMk/>
            <pc:sldMk cId="3965997736" sldId="598"/>
            <ac:spMk id="2" creationId="{00000000-0000-0000-0000-000000000000}"/>
          </ac:spMkLst>
        </pc:s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4" creationId="{67CFBFED-23BA-58E2-0492-595457A1DA5E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  <pc:spChg chg="mod">
          <ac:chgData name="强 李" userId="cd6c7ec7188785ae" providerId="LiveId" clId="{5EF4142E-4844-4CF2-B9D3-B00A388B0DD4}" dt="2024-09-14T13:29:35.058" v="1303"/>
          <ac:spMkLst>
            <pc:docMk/>
            <pc:sldMk cId="4003489816" sldId="59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  <pc:spChg chg="mod">
          <ac:chgData name="强 李" userId="cd6c7ec7188785ae" providerId="LiveId" clId="{5EF4142E-4844-4CF2-B9D3-B00A388B0DD4}" dt="2024-09-14T14:12:58.930" v="2186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4:11:42.436" v="2102" actId="1038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  <pc:spChg chg="mod">
          <ac:chgData name="强 李" userId="cd6c7ec7188785ae" providerId="LiveId" clId="{C0D944F3-8C60-42D3-8287-9054FF582414}" dt="2024-06-29T21:50:53.370" v="60" actId="20577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3" creationId="{2550BE34-C2B8-49B8-8519-67A8CAD51AE9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5" creationId="{A7457DD9-5A45-400A-AB4B-4B4EDECA25F1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7" creationId="{441CF7D6-A660-431A-B0BB-140A0D5556B6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9" creationId="{0570A85B-3810-4F95-97B0-CBF4CCDB381C}"/>
          </ac:spMkLst>
        </pc:spChg>
        <pc:graphicFrameChg chg="mod modGraphic">
          <ac:chgData name="强 李" userId="cd6c7ec7188785ae" providerId="LiveId" clId="{C0D944F3-8C60-42D3-8287-9054FF582414}" dt="2024-06-29T12:32:42.312" v="2" actId="26606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  <pc:spChg chg="mod">
          <ac:chgData name="强 李" userId="cd6c7ec7188785ae" providerId="LiveId" clId="{1F788608-16AE-484E-BA0E-693D8C33E910}" dt="2024-08-24T02:44:12.507" v="879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  <pc:spChg chg="mod">
          <ac:chgData name="强 李" userId="cd6c7ec7188785ae" providerId="LiveId" clId="{1F788608-16AE-484E-BA0E-693D8C33E910}" dt="2024-08-23T11:33:52.931" v="318"/>
          <ac:spMkLst>
            <pc:docMk/>
            <pc:sldMk cId="419382719" sldId="552"/>
            <ac:spMk id="18" creationId="{00000000-0000-0000-0000-000000000000}"/>
          </ac:spMkLst>
        </pc:sp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能为基督做见证的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核心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是什么？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单位时间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内外在的改变是什么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sz="2800" dirty="0"/>
            <a:t>保罗看万事的几个阶段？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sz="2800" dirty="0"/>
            <a:t>个人是如何看待万事？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能为基督做见证的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核心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是什么？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单位时间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内外在的改变是什么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sz="2800" kern="1200" dirty="0"/>
            <a:t>保罗看万事的几个阶段？</a:t>
          </a:r>
          <a:endParaRPr lang="en-US" sz="2800" kern="1200" dirty="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sz="2800" kern="1200" dirty="0"/>
            <a:t>个人是如何看待万事？</a:t>
          </a:r>
          <a:endParaRPr lang="en-US" sz="2800" kern="1200" dirty="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536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2024/9/14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6.emf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2024年9月14日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817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6709031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9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有益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至宝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粪土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40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:7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，什么是真正的益处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:9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，如何得到基督的义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:10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，认识基督做什么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581816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】不但如此，我也将万事当作有损的，因我以认识我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主</a:t>
              </a:r>
              <a:r>
                <a:rPr lang="yo-NG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】我为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已经丢弃万事，看作粪土，为要得着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3236330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【腓3:9】并且得以在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里面，不是有自己因律法而得的义，乃是有信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535305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钥节：【腓3:8】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得着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70912"/>
            <a:ext cx="3959191" cy="31093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7~11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 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对比：过去和现在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目的：为得着基督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方法：信基督的义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过程：受苦、效法</a:t>
            </a: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2691254-7C12-A9B7-2F38-228171FD86FE}"/>
              </a:ext>
            </a:extLst>
          </p:cNvPr>
          <p:cNvGrpSpPr/>
          <p:nvPr/>
        </p:nvGrpSpPr>
        <p:grpSpPr>
          <a:xfrm>
            <a:off x="561608" y="460553"/>
            <a:ext cx="3959191" cy="3394460"/>
            <a:chOff x="429765" y="439499"/>
            <a:chExt cx="3959191" cy="339446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D756E38-44BB-893E-10F4-24648C1F9451}"/>
                </a:ext>
              </a:extLst>
            </p:cNvPr>
            <p:cNvSpPr txBox="1"/>
            <p:nvPr/>
          </p:nvSpPr>
          <p:spPr>
            <a:xfrm>
              <a:off x="429765" y="1370912"/>
              <a:ext cx="3959191" cy="246304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1~6</a:t>
              </a:r>
              <a:r>
                <a:rPr lang="zh-CN" altLang="en-US" sz="3200" b="1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节：靠主喜乐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命令：要靠主喜乐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根源：真受割礼的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对比：过去的保罗</a:t>
              </a:r>
              <a:endPara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3" name="标注: 弯曲线形 2">
              <a:extLst>
                <a:ext uri="{FF2B5EF4-FFF2-40B4-BE49-F238E27FC236}">
                  <a16:creationId xmlns:a16="http://schemas.microsoft.com/office/drawing/2014/main" id="{B504861B-6EFA-BAFD-C2A3-DA811CA92353}"/>
                </a:ext>
              </a:extLst>
            </p:cNvPr>
            <p:cNvSpPr/>
            <p:nvPr/>
          </p:nvSpPr>
          <p:spPr>
            <a:xfrm>
              <a:off x="1494960" y="439499"/>
              <a:ext cx="914400" cy="612648"/>
            </a:xfrm>
            <a:prstGeom prst="borderCallout2">
              <a:avLst>
                <a:gd name="adj1" fmla="val 54028"/>
                <a:gd name="adj2" fmla="val 758"/>
                <a:gd name="adj3" fmla="val 37746"/>
                <a:gd name="adj4" fmla="val -31212"/>
                <a:gd name="adj5" fmla="val 150492"/>
                <a:gd name="adj6" fmla="val -63031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过去</a:t>
              </a:r>
            </a:p>
          </p:txBody>
        </p:sp>
      </p:grp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9965384" y="1340593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7176265-B58D-673F-0145-44DE61D798A1}"/>
              </a:ext>
            </a:extLst>
          </p:cNvPr>
          <p:cNvGrpSpPr/>
          <p:nvPr/>
        </p:nvGrpSpPr>
        <p:grpSpPr>
          <a:xfrm>
            <a:off x="5181642" y="4904760"/>
            <a:ext cx="5720597" cy="1688989"/>
            <a:chOff x="4264700" y="4872175"/>
            <a:chExt cx="5720597" cy="1688989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4264700" y="4872175"/>
              <a:ext cx="3959191" cy="168898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12-16</a:t>
              </a:r>
              <a:r>
                <a:rPr lang="zh-CN" altLang="en-US" sz="3200" b="1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节：竭力追求</a:t>
              </a:r>
              <a:endParaRPr lang="en-US" altLang="zh-CN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  <a:p>
              <a:pPr marL="457200" indent="-457200">
                <a:lnSpc>
                  <a:spcPct val="12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行动：竭力追求</a:t>
              </a:r>
              <a:endParaRPr lang="en-US" altLang="zh-CN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  <a:p>
              <a:pPr marL="457200" indent="-457200">
                <a:lnSpc>
                  <a:spcPct val="12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目的：得上面奖赏</a:t>
              </a:r>
              <a:endParaRPr lang="en-US" altLang="zh-CN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</p:txBody>
        </p:sp>
        <p:sp>
          <p:nvSpPr>
            <p:cNvPr id="7" name="标注: 弯曲线形 6">
              <a:extLst>
                <a:ext uri="{FF2B5EF4-FFF2-40B4-BE49-F238E27FC236}">
                  <a16:creationId xmlns:a16="http://schemas.microsoft.com/office/drawing/2014/main" id="{F80DDDB8-F32B-B7A7-73DA-9790F3B5DCB3}"/>
                </a:ext>
              </a:extLst>
            </p:cNvPr>
            <p:cNvSpPr/>
            <p:nvPr/>
          </p:nvSpPr>
          <p:spPr>
            <a:xfrm>
              <a:off x="9070897" y="5410345"/>
              <a:ext cx="914400" cy="61264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79333"/>
                <a:gd name="adj6" fmla="val -91111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将要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64638" y="308692"/>
            <a:ext cx="559820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第一段：什么是真正的益</a:t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8738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662741"/>
            <a:ext cx="12006203" cy="49920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lt"/>
              </a:rPr>
              <a:t>强烈对比</a:t>
            </a:r>
            <a:endParaRPr lang="en-US" altLang="zh-CN" b="1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当做”（完成式）</a:t>
            </a:r>
            <a:endParaRPr lang="en-US" altLang="zh-CN" b="1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之前追求为神热心、律法的义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现在认识基督、弥赛亚的身份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人生完全的改变（巨大）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有损”</a:t>
            </a:r>
            <a:r>
              <a:rPr lang="en-US" altLang="zh-CN" b="1" dirty="0">
                <a:sym typeface="+mn-lt"/>
              </a:rPr>
              <a:t> 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是之前对立面，对立程度，表现极大转变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与先前彻底决裂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总结：认识基督才能知道何为真正的益。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700" dirty="0">
                <a:sym typeface="+mn-lt"/>
              </a:rPr>
              <a:t>如果任何人依靠其他（非基督而来的）追求益（真正的益），都是有损的。</a:t>
            </a:r>
            <a:endParaRPr lang="en-US" altLang="zh-CN" sz="1700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应用：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effectLst/>
              </a:rPr>
              <a:t>【</a:t>
            </a:r>
            <a:r>
              <a:rPr lang="zh-CN" altLang="en-US" sz="1700" dirty="0">
                <a:effectLst/>
              </a:rPr>
              <a:t>徒</a:t>
            </a:r>
            <a:r>
              <a:rPr lang="en-US" altLang="zh-CN" sz="1700" dirty="0">
                <a:effectLst/>
              </a:rPr>
              <a:t>26:24】</a:t>
            </a:r>
            <a:r>
              <a:rPr lang="zh-CN" altLang="en-US" sz="1700" dirty="0">
                <a:effectLst/>
              </a:rPr>
              <a:t>保罗这样分诉，非斯都大声说：“保罗，你癫狂了吧！</a:t>
            </a:r>
            <a:r>
              <a:rPr lang="zh-CN" altLang="en-US" sz="1700" b="1" dirty="0">
                <a:effectLst/>
              </a:rPr>
              <a:t>你的学问太大</a:t>
            </a:r>
            <a:r>
              <a:rPr lang="zh-CN" altLang="en-US" sz="1700" dirty="0">
                <a:effectLst/>
              </a:rPr>
              <a:t>，反叫你癫狂了。”</a:t>
            </a:r>
            <a:endParaRPr lang="en-US" altLang="zh-CN" sz="1700" dirty="0">
              <a:effectLst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反思：对比保罗，我们现在认为的益是否是真正的益？</a:t>
            </a:r>
            <a:endParaRPr lang="en-US" altLang="zh-CN" dirty="0"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FE9AF6-DC4E-CA6E-D418-D12FF887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25347"/>
              </p:ext>
            </p:extLst>
          </p:nvPr>
        </p:nvGraphicFramePr>
        <p:xfrm>
          <a:off x="6434197" y="1602453"/>
          <a:ext cx="4812923" cy="91738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751398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009205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4803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一切事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我先前以为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节）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有益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过去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30709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这些事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现在都当做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基督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有损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7507798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【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腓</a:t>
            </a:r>
            <a:r>
              <a:rPr kumimoji="0" lang="en-US" altLang="zh-CN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3:7】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只是我先前以为与我有益的，我现在因</a:t>
            </a:r>
            <a:r>
              <a:rPr kumimoji="0" lang="zh-CN" altLang="en-US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基督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都当作有损的。</a:t>
            </a:r>
            <a:endParaRPr kumimoji="0" lang="en-US" altLang="zh-CN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389BD0-E388-0097-466C-F26299510F99}"/>
              </a:ext>
            </a:extLst>
          </p:cNvPr>
          <p:cNvSpPr txBox="1"/>
          <p:nvPr/>
        </p:nvSpPr>
        <p:spPr>
          <a:xfrm>
            <a:off x="6819900" y="2792970"/>
            <a:ext cx="4427220" cy="1679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第八天受割礼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希伯来人（以色列族、便雅悯支派）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3.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法利赛人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4.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就热心是逼迫教会的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5.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就律法是无可指摘的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D08CFA-8FF2-B85A-F2F5-2DA8F5683277}"/>
              </a:ext>
            </a:extLst>
          </p:cNvPr>
          <p:cNvSpPr/>
          <p:nvPr/>
        </p:nvSpPr>
        <p:spPr>
          <a:xfrm>
            <a:off x="8300720" y="1680682"/>
            <a:ext cx="762000" cy="2731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8425F2-0B6C-B005-DB21-CFAD782922F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681720" y="1953814"/>
            <a:ext cx="0" cy="829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871C0DE-EFD9-CB2D-04F8-FAAE31FAFEBB}"/>
              </a:ext>
            </a:extLst>
          </p:cNvPr>
          <p:cNvSpPr/>
          <p:nvPr/>
        </p:nvSpPr>
        <p:spPr>
          <a:xfrm>
            <a:off x="9944100" y="1674332"/>
            <a:ext cx="431800" cy="776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7BDF325-4788-387F-AF1B-880737B9E5A3}"/>
              </a:ext>
            </a:extLst>
          </p:cNvPr>
          <p:cNvCxnSpPr/>
          <p:nvPr/>
        </p:nvCxnSpPr>
        <p:spPr>
          <a:xfrm>
            <a:off x="10151269" y="1933575"/>
            <a:ext cx="0" cy="29051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145" y="1715654"/>
            <a:ext cx="7746856" cy="4572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1FDC4AC-DC19-8216-7F2D-118A5C6E3CD0}"/>
              </a:ext>
            </a:extLst>
          </p:cNvPr>
          <p:cNvGrpSpPr/>
          <p:nvPr/>
        </p:nvGrpSpPr>
        <p:grpSpPr>
          <a:xfrm>
            <a:off x="0" y="1080151"/>
            <a:ext cx="12192000" cy="5161413"/>
            <a:chOff x="0" y="946801"/>
            <a:chExt cx="12192000" cy="5161413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0" y="946801"/>
              <a:ext cx="12192000" cy="51614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【腓3:8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上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】不但如此，我也将</a:t>
              </a: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万事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当作</a:t>
              </a: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有损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的，因我以认识</a:t>
              </a:r>
              <a:r>
                <a:rPr lang="zh-CN" altLang="zh-CN" sz="2000" dirty="0">
                  <a:solidFill>
                    <a:srgbClr val="000000"/>
                  </a:solidFill>
                  <a:latin typeface="Arial"/>
                  <a:ea typeface="苹方-简" panose="020B0300000000000000" pitchFamily="34" charset="-122"/>
                </a:rPr>
                <a:t>我主</a:t>
              </a:r>
              <a:r>
                <a:rPr lang="yo-NG" altLang="zh-CN" sz="2000" dirty="0">
                  <a:solidFill>
                    <a:srgbClr val="000000"/>
                  </a:solidFill>
                  <a:latin typeface="Arial"/>
                  <a:ea typeface="苹方-简" panose="020B0300000000000000" pitchFamily="34" charset="-122"/>
                </a:rPr>
                <a:t>基督</a:t>
              </a:r>
              <a:r>
                <a:rPr lang="zh-CN" altLang="zh-CN" sz="2000" dirty="0">
                  <a:solidFill>
                    <a:srgbClr val="000000"/>
                  </a:solidFill>
                  <a:latin typeface="Arial"/>
                  <a:ea typeface="苹方-简" panose="020B0300000000000000" pitchFamily="34" charset="-122"/>
                </a:rPr>
                <a:t>耶稣为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至宝。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000000"/>
                  </a:solidFill>
                  <a:cs typeface="+mn-ea"/>
                  <a:sym typeface="+mn-lt"/>
                </a:rPr>
                <a:t>不但如此：</a:t>
              </a:r>
              <a:endParaRPr lang="en-US" altLang="zh-CN" sz="2000" b="1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没有止步与第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7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节，更进一步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先前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以为有益的事（部分）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现在 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与基督无关</a:t>
              </a:r>
              <a:r>
                <a:rPr lang="zh-CN" altLang="en-US" b="1" dirty="0">
                  <a:solidFill>
                    <a:srgbClr val="FF0000"/>
                  </a:solidFill>
                  <a:ea typeface="苹方-简" panose="020B0300000000000000" pitchFamily="34" charset="-122"/>
                  <a:sym typeface="+mn-lt"/>
                </a:rPr>
                <a:t>万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事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         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有损的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	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认识主基督耶稣             为至宝  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000000"/>
                  </a:solidFill>
                  <a:cs typeface="+mn-ea"/>
                  <a:sym typeface="+mn-lt"/>
                </a:rPr>
                <a:t>万事：</a:t>
              </a:r>
              <a:endParaRPr lang="en-US" altLang="zh-CN" sz="2000" b="1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effectLst/>
                  <a:ea typeface="苹方-简" panose="020B0300000000000000" pitchFamily="34" charset="-122"/>
                </a:rPr>
                <a:t>先前以为与我有益的 </a:t>
              </a:r>
              <a:r>
                <a:rPr lang="en-US" altLang="zh-CN" sz="1800" dirty="0">
                  <a:effectLst/>
                  <a:ea typeface="苹方-简" panose="020B0300000000000000" pitchFamily="34" charset="-122"/>
                </a:rPr>
                <a:t>vs </a:t>
              </a:r>
              <a:r>
                <a:rPr lang="zh-CN" altLang="en-US" sz="1800" dirty="0">
                  <a:effectLst/>
                  <a:ea typeface="苹方-简" panose="020B0300000000000000" pitchFamily="34" charset="-122"/>
                </a:rPr>
                <a:t>万事</a:t>
              </a:r>
              <a:endParaRPr lang="en-US" altLang="zh-CN" sz="1800" dirty="0">
                <a:effectLst/>
                <a:ea typeface="苹方-简" panose="020B0300000000000000" pitchFamily="34" charset="-122"/>
              </a:endParaRPr>
            </a:p>
            <a:p>
              <a:pPr marL="1257300" lvl="2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000000"/>
                  </a:solidFill>
                  <a:ea typeface="苹方-简" panose="020B0300000000000000" pitchFamily="34" charset="-122"/>
                  <a:cs typeface="+mn-ea"/>
                  <a:sym typeface="+mn-lt"/>
                </a:rPr>
                <a:t>数量的增加（万事）</a:t>
              </a:r>
              <a:endParaRPr lang="en-US" altLang="zh-CN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endParaRPr>
            </a:p>
            <a:p>
              <a:pPr marL="1257300" lvl="2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000000"/>
                  </a:solidFill>
                  <a:ea typeface="苹方-简" panose="020B0300000000000000" pitchFamily="34" charset="-122"/>
                  <a:cs typeface="+mn-ea"/>
                  <a:sym typeface="+mn-lt"/>
                </a:rPr>
                <a:t>程度的加深（至宝）</a:t>
              </a:r>
              <a:endPara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000000"/>
                  </a:solidFill>
                  <a:cs typeface="+mn-ea"/>
                  <a:sym typeface="+mn-lt"/>
                </a:rPr>
                <a:t>思考：</a:t>
              </a:r>
              <a:endParaRPr lang="en-US" altLang="zh-CN" sz="2000" b="1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000000"/>
                  </a:solidFill>
                  <a:cs typeface="+mn-ea"/>
                  <a:sym typeface="+mn-lt"/>
                </a:rPr>
                <a:t>现在的我们认为什么是最有益的呢？</a:t>
              </a:r>
              <a:endParaRPr lang="en-US" altLang="zh-CN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003D761B-E889-B91D-BD41-4C84CF49A89F}"/>
                </a:ext>
              </a:extLst>
            </p:cNvPr>
            <p:cNvSpPr/>
            <p:nvPr/>
          </p:nvSpPr>
          <p:spPr>
            <a:xfrm flipV="1">
              <a:off x="1394689" y="24630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37DDADB6-FEDE-F371-AEA9-C5A37A96DB50}"/>
                </a:ext>
              </a:extLst>
            </p:cNvPr>
            <p:cNvSpPr/>
            <p:nvPr/>
          </p:nvSpPr>
          <p:spPr>
            <a:xfrm flipV="1">
              <a:off x="1394689" y="285720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16D8AC54-27F5-A2FE-FDAD-C66FFAE80155}"/>
                </a:ext>
              </a:extLst>
            </p:cNvPr>
            <p:cNvSpPr/>
            <p:nvPr/>
          </p:nvSpPr>
          <p:spPr>
            <a:xfrm>
              <a:off x="3739573" y="2861248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EA83E63F-1A84-4C77-F88A-67457B349D94}"/>
                </a:ext>
              </a:extLst>
            </p:cNvPr>
            <p:cNvSpPr/>
            <p:nvPr/>
          </p:nvSpPr>
          <p:spPr>
            <a:xfrm>
              <a:off x="3746499" y="3275154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443E6CD7-0548-F919-EBC8-5A5B1BB6327C}"/>
              </a:ext>
            </a:extLst>
          </p:cNvPr>
          <p:cNvSpPr/>
          <p:nvPr/>
        </p:nvSpPr>
        <p:spPr>
          <a:xfrm>
            <a:off x="3385778" y="4508500"/>
            <a:ext cx="1006763" cy="346925"/>
          </a:xfrm>
          <a:prstGeom prst="wedgeRoundRectCallout">
            <a:avLst>
              <a:gd name="adj1" fmla="val -67149"/>
              <a:gd name="adj2" fmla="val 60427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最高等级</a:t>
            </a:r>
            <a:endParaRPr lang="zh-CN" alt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25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认识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我们个人与所信的神的关系或认识？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如何看待耶稣基督在你生命中地位？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8564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真理上认识（旧约认识耶和华）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生命上认识（与基督救恩有份）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有先后的顺序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关系：层层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递进（数量、程度）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节中数量（以为有益）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节上万事（所有）目的：认识基督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节下万事（丢弃万事）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节下万事（粪土）目的：得着基督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有损可能还愿意去做，比如吸烟、夏天的贪凉等。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粪土会有人喜欢吗？尤其是对以色列人的洁净观。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      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节下得着基督         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9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节认识基督         复活大能          受苦         效法死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3045446-0679-C760-647C-004E6EEE9EBF}"/>
              </a:ext>
            </a:extLst>
          </p:cNvPr>
          <p:cNvGrpSpPr/>
          <p:nvPr/>
        </p:nvGrpSpPr>
        <p:grpSpPr>
          <a:xfrm>
            <a:off x="2811316" y="5557567"/>
            <a:ext cx="4031672" cy="756857"/>
            <a:chOff x="2811316" y="5557567"/>
            <a:chExt cx="4031672" cy="756857"/>
          </a:xfrm>
        </p:grpSpPr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1AB8738D-A1FE-4D54-0F21-BB9DBE4AC2AD}"/>
                </a:ext>
              </a:extLst>
            </p:cNvPr>
            <p:cNvSpPr/>
            <p:nvPr/>
          </p:nvSpPr>
          <p:spPr>
            <a:xfrm flipV="1">
              <a:off x="2970643" y="5557567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EAC312E4-EEF7-BC10-CF40-D9DFE5074984}"/>
                </a:ext>
              </a:extLst>
            </p:cNvPr>
            <p:cNvSpPr/>
            <p:nvPr/>
          </p:nvSpPr>
          <p:spPr>
            <a:xfrm flipV="1">
              <a:off x="5747657" y="5557567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713DDF87-D3EF-705D-B73A-8E85BB5DCB86}"/>
                </a:ext>
              </a:extLst>
            </p:cNvPr>
            <p:cNvSpPr/>
            <p:nvPr/>
          </p:nvSpPr>
          <p:spPr>
            <a:xfrm flipV="1">
              <a:off x="2811316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1583CA6D-E2C8-47E3-C865-AB9466112C52}"/>
                </a:ext>
              </a:extLst>
            </p:cNvPr>
            <p:cNvSpPr/>
            <p:nvPr/>
          </p:nvSpPr>
          <p:spPr>
            <a:xfrm flipV="1">
              <a:off x="4827152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B2718F15-7977-70BB-162C-9682D1DBB0BD}"/>
                </a:ext>
              </a:extLst>
            </p:cNvPr>
            <p:cNvSpPr/>
            <p:nvPr/>
          </p:nvSpPr>
          <p:spPr>
            <a:xfrm flipV="1">
              <a:off x="6242624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DDE919E-77A8-9BCA-6BF5-389C08FDA91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348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024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因得着基督，我们有了真正的至宝，所以无论外在环境如何变化，我们都可以依靠基督。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如同诗歌所说“有主在我船上我就不怕风浪”。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0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dirty="0">
                <a:ea typeface="苹方-简" panose="020B0300000000000000" pitchFamily="34" charset="-122"/>
              </a:rPr>
              <a:t>他里面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，不是有自己</a:t>
            </a:r>
            <a:r>
              <a:rPr lang="zh-CN" altLang="zh-CN" sz="2000" b="1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因律法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而得的义，乃是有</a:t>
            </a:r>
            <a:r>
              <a:rPr lang="zh-CN" altLang="zh-CN" sz="2000" b="1" dirty="0">
                <a:solidFill>
                  <a:srgbClr val="7030A0"/>
                </a:solidFill>
                <a:ea typeface="苹方-简" panose="020B0300000000000000" pitchFamily="34" charset="-122"/>
              </a:rPr>
              <a:t>信基督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在他里面：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神的预定、拣选、重生。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神的称义、保守、恩典。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因律法：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意味着靠自己得义。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靠人赚取：律法、行为、名声等。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自己的义。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不是有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乃是有：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对比、强调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686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0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在真理中认识神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“信基督”、“因信神”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义是神的加给，而非自己依靠律法、行为赚的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悔改、赦罪的道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神的恩典和主权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7931"/>
            <a:ext cx="12192000" cy="5249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死里复活、显明基督的身份、神的儿子、弥赛亚和救赎主。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基督为我们做了什么？我们为基督做了什么？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9:23】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耶稣又对众人说：“若有人要跟从我，就当舍己，</a:t>
            </a:r>
            <a:r>
              <a:rPr lang="zh-CN" altLang="en-US" sz="2000" b="1" dirty="0">
                <a:solidFill>
                  <a:srgbClr val="7030A0"/>
                </a:solidFill>
                <a:cs typeface="+mn-ea"/>
              </a:rPr>
              <a:t>天天背起他的十字架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来跟从我。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784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我们为基督如同保罗愿意离世与神同在，原因在于真认识祂（身份、工作）。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西</a:t>
            </a:r>
            <a:r>
              <a:rPr lang="en-US" altLang="zh-CN" dirty="0">
                <a:ea typeface="苹方-简" panose="020B0300000000000000" pitchFamily="34" charset="-122"/>
              </a:rPr>
              <a:t>3:5】</a:t>
            </a:r>
            <a:r>
              <a:rPr lang="zh-CN" altLang="en-US" dirty="0">
                <a:ea typeface="苹方-简" panose="020B0300000000000000" pitchFamily="34" charset="-122"/>
              </a:rPr>
              <a:t>所以要治死你们在地上的肢体，就如淫乱、污秽、邪情、恶欲和贪婪，贪婪就与拜偶像一样。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000" dirty="0">
                <a:ea typeface="苹方-简" panose="020B0300000000000000" pitchFamily="34" charset="-122"/>
                <a:sym typeface="+mn-lt"/>
              </a:rPr>
              <a:t>参：</a:t>
            </a:r>
            <a:r>
              <a:rPr lang="zh-CN" altLang="zh-CN" sz="2000" dirty="0"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a typeface="苹方-简" panose="020B0300000000000000" pitchFamily="34" charset="-122"/>
              </a:rPr>
              <a:t>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82757" y="130236"/>
            <a:ext cx="4823494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0"/>
                <a:solidFill>
                  <a:schemeClr val="tx1"/>
                </a:solidFill>
                <a:latin typeface="+mn-ea"/>
                <a:cs typeface="+mn-ea"/>
                <a:sym typeface="+mn-lt"/>
              </a:rPr>
              <a:t>你的至宝是什么？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83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核心：得着基督（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上），为了得着基督，保罗愿意丢弃万事，把万事当做粪土。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</a:t>
            </a:r>
            <a:r>
              <a:rPr lang="zh-CN" altLang="en-US" sz="240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受死，末日复活。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我们的目标：以基督为至宝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节方法）：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盼望在基督，深信基督与我们同在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07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6736</TotalTime>
  <Words>2295</Words>
  <Application>Microsoft Office PowerPoint</Application>
  <PresentationFormat>宽屏</PresentationFormat>
  <Paragraphs>234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2024-09-14T14:12:59Z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