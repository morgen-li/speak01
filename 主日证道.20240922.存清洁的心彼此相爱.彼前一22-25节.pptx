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3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560" r:id="rId2"/>
    <p:sldId id="554" r:id="rId3"/>
    <p:sldId id="425" r:id="rId4"/>
    <p:sldId id="598" r:id="rId5"/>
    <p:sldId id="531" r:id="rId6"/>
    <p:sldId id="594" r:id="rId7"/>
    <p:sldId id="601" r:id="rId8"/>
    <p:sldId id="602" r:id="rId9"/>
    <p:sldId id="603" r:id="rId10"/>
    <p:sldId id="604" r:id="rId11"/>
    <p:sldId id="605" r:id="rId12"/>
    <p:sldId id="606" r:id="rId13"/>
    <p:sldId id="599" r:id="rId14"/>
    <p:sldId id="607" r:id="rId15"/>
    <p:sldId id="608" r:id="rId16"/>
    <p:sldId id="55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9C22DA-EF9C-4BF7-B19E-50E28DCB6DF5}" v="493" dt="2024-09-21T23:32:27.764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84" autoAdjust="0"/>
  </p:normalViewPr>
  <p:slideViewPr>
    <p:cSldViewPr snapToGrid="0">
      <p:cViewPr varScale="1">
        <p:scale>
          <a:sx n="92" d="100"/>
          <a:sy n="92" d="100"/>
        </p:scale>
        <p:origin x="1194" y="84"/>
      </p:cViewPr>
      <p:guideLst>
        <p:guide orient="horz" pos="867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5EF4142E-4844-4CF2-B9D3-B00A388B0DD4}"/>
    <pc:docChg chg="undo custSel modSld">
      <pc:chgData name="强 李" userId="cd6c7ec7188785ae" providerId="LiveId" clId="{5EF4142E-4844-4CF2-B9D3-B00A388B0DD4}" dt="2024-09-14T14:12:58.930" v="2186"/>
      <pc:docMkLst>
        <pc:docMk/>
      </pc:docMkLst>
      <pc:sldChg chg="addSp delSp modSp mod">
        <pc:chgData name="强 李" userId="cd6c7ec7188785ae" providerId="LiveId" clId="{5EF4142E-4844-4CF2-B9D3-B00A388B0DD4}" dt="2024-09-14T12:57:21.918" v="133" actId="14100"/>
        <pc:sldMkLst>
          <pc:docMk/>
          <pc:sldMk cId="54695671" sldId="531"/>
        </pc:sldMkLst>
        <pc:spChg chg="mod">
          <ac:chgData name="强 李" userId="cd6c7ec7188785ae" providerId="LiveId" clId="{5EF4142E-4844-4CF2-B9D3-B00A388B0DD4}" dt="2024-09-14T12:56:57.128" v="123" actId="14100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2:55:58.350" v="120" actId="164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5EF4142E-4844-4CF2-B9D3-B00A388B0DD4}" dt="2024-09-14T12:54:17.023" v="90" actId="103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5EF4142E-4844-4CF2-B9D3-B00A388B0DD4}" dt="2024-09-14T12:57:21.918" v="133" actId="14100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5EF4142E-4844-4CF2-B9D3-B00A388B0DD4}" dt="2024-09-14T12:53:58.568" v="86" actId="14100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5EF4142E-4844-4CF2-B9D3-B00A388B0DD4}" dt="2024-09-14T12:57:10.529" v="132" actId="1037"/>
          <ac:spMkLst>
            <pc:docMk/>
            <pc:sldMk cId="54695671" sldId="531"/>
            <ac:spMk id="7" creationId="{F80DDDB8-F32B-B7A7-73DA-9790F3B5DCB3}"/>
          </ac:spMkLst>
        </pc:spChg>
        <pc:spChg chg="del mod">
          <ac:chgData name="强 李" userId="cd6c7ec7188785ae" providerId="LiveId" clId="{5EF4142E-4844-4CF2-B9D3-B00A388B0DD4}" dt="2024-09-14T12:55:36.467" v="117" actId="478"/>
          <ac:spMkLst>
            <pc:docMk/>
            <pc:sldMk cId="54695671" sldId="531"/>
            <ac:spMk id="11" creationId="{8F585226-39A8-96AE-40A3-878704581BB6}"/>
          </ac:spMkLst>
        </pc:spChg>
        <pc:grpChg chg="add mod">
          <ac:chgData name="强 李" userId="cd6c7ec7188785ae" providerId="LiveId" clId="{5EF4142E-4844-4CF2-B9D3-B00A388B0DD4}" dt="2024-09-14T12:55:49.886" v="119" actId="1076"/>
          <ac:grpSpMkLst>
            <pc:docMk/>
            <pc:sldMk cId="54695671" sldId="531"/>
            <ac:grpSpMk id="9" creationId="{87176265-B58D-673F-0145-44DE61D798A1}"/>
          </ac:grpSpMkLst>
        </pc:grpChg>
        <pc:grpChg chg="add mod">
          <ac:chgData name="强 李" userId="cd6c7ec7188785ae" providerId="LiveId" clId="{5EF4142E-4844-4CF2-B9D3-B00A388B0DD4}" dt="2024-09-14T12:56:33.470" v="122" actId="1076"/>
          <ac:grpSpMkLst>
            <pc:docMk/>
            <pc:sldMk cId="54695671" sldId="531"/>
            <ac:grpSpMk id="10" creationId="{52691254-7C12-A9B7-2F38-228171FD86FE}"/>
          </ac:grpSpMkLst>
        </pc:grpChg>
        <pc:cxnChg chg="del">
          <ac:chgData name="强 李" userId="cd6c7ec7188785ae" providerId="LiveId" clId="{5EF4142E-4844-4CF2-B9D3-B00A388B0DD4}" dt="2024-09-14T12:51:53.547" v="62" actId="478"/>
          <ac:cxnSpMkLst>
            <pc:docMk/>
            <pc:sldMk cId="54695671" sldId="531"/>
            <ac:cxnSpMk id="8" creationId="{A82D5C8F-64C1-A4EE-87A4-62170D321C35}"/>
          </ac:cxnSpMkLst>
        </pc:cxnChg>
      </pc:sldChg>
      <pc:sldChg chg="addSp modSp mod">
        <pc:chgData name="强 李" userId="cd6c7ec7188785ae" providerId="LiveId" clId="{5EF4142E-4844-4CF2-B9D3-B00A388B0DD4}" dt="2024-09-14T13:07:46.596" v="449"/>
        <pc:sldMkLst>
          <pc:docMk/>
          <pc:sldMk cId="530530540" sldId="553"/>
        </pc:sldMkLst>
        <pc:spChg chg="mod">
          <ac:chgData name="强 李" userId="cd6c7ec7188785ae" providerId="LiveId" clId="{5EF4142E-4844-4CF2-B9D3-B00A388B0DD4}" dt="2024-09-14T13:07:46.596" v="449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5EF4142E-4844-4CF2-B9D3-B00A388B0DD4}" dt="2024-09-14T12:59:42.146" v="150" actId="1035"/>
          <ac:spMkLst>
            <pc:docMk/>
            <pc:sldMk cId="530530540" sldId="553"/>
            <ac:spMk id="4" creationId="{D871C0DE-EFD9-CB2D-04F8-FAAE31FAFEBB}"/>
          </ac:spMkLst>
        </pc:spChg>
        <pc:cxnChg chg="add mod">
          <ac:chgData name="强 李" userId="cd6c7ec7188785ae" providerId="LiveId" clId="{5EF4142E-4844-4CF2-B9D3-B00A388B0DD4}" dt="2024-09-14T12:59:20.593" v="149" actId="208"/>
          <ac:cxnSpMkLst>
            <pc:docMk/>
            <pc:sldMk cId="530530540" sldId="553"/>
            <ac:cxnSpMk id="7" creationId="{A7BDF325-4788-387F-AF1B-880737B9E5A3}"/>
          </ac:cxnSpMkLst>
        </pc:cxnChg>
      </pc:sldChg>
      <pc:sldChg chg="modSp">
        <pc:chgData name="强 李" userId="cd6c7ec7188785ae" providerId="LiveId" clId="{5EF4142E-4844-4CF2-B9D3-B00A388B0DD4}" dt="2024-09-14T12:46:51.711" v="13"/>
        <pc:sldMkLst>
          <pc:docMk/>
          <pc:sldMk cId="3418790839" sldId="554"/>
        </pc:sldMkLst>
        <pc:graphicFrameChg chg="mod">
          <ac:chgData name="强 李" userId="cd6c7ec7188785ae" providerId="LiveId" clId="{5EF4142E-4844-4CF2-B9D3-B00A388B0DD4}" dt="2024-09-14T12:46:51.711" v="13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5EF4142E-4844-4CF2-B9D3-B00A388B0DD4}" dt="2024-09-14T12:07:08.693" v="3" actId="404"/>
        <pc:sldMkLst>
          <pc:docMk/>
          <pc:sldMk cId="1911491714" sldId="560"/>
        </pc:sldMkLst>
        <pc:spChg chg="mod">
          <ac:chgData name="强 李" userId="cd6c7ec7188785ae" providerId="LiveId" clId="{5EF4142E-4844-4CF2-B9D3-B00A388B0DD4}" dt="2024-09-14T12:07:08.693" v="3" actId="404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22:36.645" v="812" actId="2710"/>
        <pc:sldMkLst>
          <pc:docMk/>
          <pc:sldMk cId="159884778" sldId="574"/>
        </pc:sldMkLst>
        <pc:spChg chg="mod">
          <ac:chgData name="强 李" userId="cd6c7ec7188785ae" providerId="LiveId" clId="{5EF4142E-4844-4CF2-B9D3-B00A388B0DD4}" dt="2024-09-14T13:22:36.645" v="812" actId="2710"/>
          <ac:spMkLst>
            <pc:docMk/>
            <pc:sldMk cId="159884778" sldId="574"/>
            <ac:spMk id="2" creationId="{00000000-0000-0000-0000-000000000000}"/>
          </ac:spMkLst>
        </pc:spChg>
      </pc:sldChg>
      <pc:sldChg chg="addSp modSp mod">
        <pc:chgData name="强 李" userId="cd6c7ec7188785ae" providerId="LiveId" clId="{5EF4142E-4844-4CF2-B9D3-B00A388B0DD4}" dt="2024-09-14T13:17:02.786" v="741" actId="1036"/>
        <pc:sldMkLst>
          <pc:docMk/>
          <pc:sldMk cId="3921434846" sldId="587"/>
        </pc:sldMkLst>
        <pc:spChg chg="mod">
          <ac:chgData name="强 李" userId="cd6c7ec7188785ae" providerId="LiveId" clId="{5EF4142E-4844-4CF2-B9D3-B00A388B0DD4}" dt="2024-09-14T13:16:55.444" v="734" actId="403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5EF4142E-4844-4CF2-B9D3-B00A388B0DD4}" dt="2024-09-14T13:12:28.509" v="566" actId="14100"/>
          <ac:spMkLst>
            <pc:docMk/>
            <pc:sldMk cId="3921434846" sldId="587"/>
            <ac:spMk id="6" creationId="{443E6CD7-0548-F919-EBC8-5A5B1BB6327C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8" creationId="{16D8AC54-27F5-A2FE-FDAD-C66FFAE80155}"/>
          </ac:spMkLst>
        </pc:spChg>
        <pc:grpChg chg="add mod">
          <ac:chgData name="强 李" userId="cd6c7ec7188785ae" providerId="LiveId" clId="{5EF4142E-4844-4CF2-B9D3-B00A388B0DD4}" dt="2024-09-14T13:16:07.871" v="725" actId="14100"/>
          <ac:grpSpMkLst>
            <pc:docMk/>
            <pc:sldMk cId="3921434846" sldId="587"/>
            <ac:grpSpMk id="7" creationId="{01FDC4AC-DC19-8216-7F2D-118A5C6E3CD0}"/>
          </ac:grpSpMkLst>
        </pc:grpChg>
      </pc:sldChg>
      <pc:sldChg chg="modSp mod">
        <pc:chgData name="强 李" userId="cd6c7ec7188785ae" providerId="LiveId" clId="{5EF4142E-4844-4CF2-B9D3-B00A388B0DD4}" dt="2024-09-14T13:48:48.344" v="2019"/>
        <pc:sldMkLst>
          <pc:docMk/>
          <pc:sldMk cId="534191096" sldId="589"/>
        </pc:sldMkLst>
        <pc:spChg chg="mod">
          <ac:chgData name="强 李" userId="cd6c7ec7188785ae" providerId="LiveId" clId="{5EF4142E-4844-4CF2-B9D3-B00A388B0DD4}" dt="2024-09-14T13:48:48.344" v="2019"/>
          <ac:spMkLst>
            <pc:docMk/>
            <pc:sldMk cId="534191096" sldId="589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52:07.298" v="2029" actId="6549"/>
        <pc:sldMkLst>
          <pc:docMk/>
          <pc:sldMk cId="4207264488" sldId="590"/>
        </pc:sldMkLst>
        <pc:spChg chg="mod">
          <ac:chgData name="强 李" userId="cd6c7ec7188785ae" providerId="LiveId" clId="{5EF4142E-4844-4CF2-B9D3-B00A388B0DD4}" dt="2024-09-14T13:52:07.298" v="202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08:01.462" v="2035" actId="404"/>
        <pc:sldMkLst>
          <pc:docMk/>
          <pc:sldMk cId="3491062220" sldId="591"/>
        </pc:sldMkLst>
        <pc:spChg chg="mod">
          <ac:chgData name="强 李" userId="cd6c7ec7188785ae" providerId="LiveId" clId="{5EF4142E-4844-4CF2-B9D3-B00A388B0DD4}" dt="2024-09-14T14:08:01.462" v="2035" actId="404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11:29.010" v="2088" actId="108"/>
        <pc:sldMkLst>
          <pc:docMk/>
          <pc:sldMk cId="4046377894" sldId="592"/>
        </pc:sldMkLst>
        <pc:spChg chg="mod">
          <ac:chgData name="强 李" userId="cd6c7ec7188785ae" providerId="LiveId" clId="{5EF4142E-4844-4CF2-B9D3-B00A388B0DD4}" dt="2024-09-14T14:11:29.010" v="2088" actId="108"/>
          <ac:spMkLst>
            <pc:docMk/>
            <pc:sldMk cId="4046377894" sldId="592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39:18.199" v="1599" actId="403"/>
        <pc:sldMkLst>
          <pc:docMk/>
          <pc:sldMk cId="3468762565" sldId="593"/>
        </pc:sldMkLst>
        <pc:spChg chg="mod">
          <ac:chgData name="强 李" userId="cd6c7ec7188785ae" providerId="LiveId" clId="{5EF4142E-4844-4CF2-B9D3-B00A388B0DD4}" dt="2024-09-14T13:39:18.199" v="1599" actId="403"/>
          <ac:spMkLst>
            <pc:docMk/>
            <pc:sldMk cId="3468762565" sldId="593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18:04.631" v="762" actId="20577"/>
        <pc:sldMkLst>
          <pc:docMk/>
          <pc:sldMk cId="340286292" sldId="594"/>
        </pc:sldMkLst>
        <pc:spChg chg="mod">
          <ac:chgData name="强 李" userId="cd6c7ec7188785ae" providerId="LiveId" clId="{5EF4142E-4844-4CF2-B9D3-B00A388B0DD4}" dt="2024-09-14T13:18:04.631" v="762" actId="20577"/>
          <ac:spMkLst>
            <pc:docMk/>
            <pc:sldMk cId="340286292" sldId="594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2:51:23.089" v="61" actId="1036"/>
        <pc:sldMkLst>
          <pc:docMk/>
          <pc:sldMk cId="3965997736" sldId="598"/>
        </pc:sldMkLst>
        <pc:spChg chg="mod">
          <ac:chgData name="强 李" userId="cd6c7ec7188785ae" providerId="LiveId" clId="{5EF4142E-4844-4CF2-B9D3-B00A388B0DD4}" dt="2024-09-14T12:51:01.614" v="48"/>
          <ac:spMkLst>
            <pc:docMk/>
            <pc:sldMk cId="3965997736" sldId="598"/>
            <ac:spMk id="2" creationId="{00000000-0000-0000-0000-000000000000}"/>
          </ac:spMkLst>
        </pc:s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4" creationId="{67CFBFED-23BA-58E2-0492-595457A1DA5E}"/>
          </ac:grpSpMkLst>
        </pc:gr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6" creationId="{56CD5BD2-A0CC-7D0E-3BD1-0613845A3BF3}"/>
          </ac:grpSpMkLst>
        </pc:gr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7" creationId="{4910B73A-3062-7867-777F-E107D91F1F13}"/>
          </ac:grpSpMkLst>
        </pc:grpChg>
      </pc:sldChg>
      <pc:sldChg chg="modSp mod">
        <pc:chgData name="强 李" userId="cd6c7ec7188785ae" providerId="LiveId" clId="{5EF4142E-4844-4CF2-B9D3-B00A388B0DD4}" dt="2024-09-14T13:29:35.058" v="1303"/>
        <pc:sldMkLst>
          <pc:docMk/>
          <pc:sldMk cId="4003489816" sldId="599"/>
        </pc:sldMkLst>
        <pc:spChg chg="mod">
          <ac:chgData name="强 李" userId="cd6c7ec7188785ae" providerId="LiveId" clId="{5EF4142E-4844-4CF2-B9D3-B00A388B0DD4}" dt="2024-09-14T13:29:35.058" v="1303"/>
          <ac:spMkLst>
            <pc:docMk/>
            <pc:sldMk cId="4003489816" sldId="599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12:58.930" v="2186"/>
        <pc:sldMkLst>
          <pc:docMk/>
          <pc:sldMk cId="125507599" sldId="601"/>
        </pc:sldMkLst>
        <pc:spChg chg="mod">
          <ac:chgData name="强 李" userId="cd6c7ec7188785ae" providerId="LiveId" clId="{5EF4142E-4844-4CF2-B9D3-B00A388B0DD4}" dt="2024-09-14T14:12:58.930" v="2186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4:11:42.436" v="2102" actId="1038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E9C22DA-EF9C-4BF7-B19E-50E28DCB6DF5}"/>
    <pc:docChg chg="undo custSel addSld delSld modSld sldOrd">
      <pc:chgData name="强 李" userId="cd6c7ec7188785ae" providerId="LiveId" clId="{DE9C22DA-EF9C-4BF7-B19E-50E28DCB6DF5}" dt="2024-09-21T23:32:27.763" v="2412"/>
      <pc:docMkLst>
        <pc:docMk/>
      </pc:docMkLst>
      <pc:sldChg chg="modSp mod">
        <pc:chgData name="强 李" userId="cd6c7ec7188785ae" providerId="LiveId" clId="{DE9C22DA-EF9C-4BF7-B19E-50E28DCB6DF5}" dt="2024-09-21T14:13:31.891" v="93" actId="207"/>
        <pc:sldMkLst>
          <pc:docMk/>
          <pc:sldMk cId="0" sldId="425"/>
        </pc:sldMkLst>
        <pc:spChg chg="mod">
          <ac:chgData name="强 李" userId="cd6c7ec7188785ae" providerId="LiveId" clId="{DE9C22DA-EF9C-4BF7-B19E-50E28DCB6DF5}" dt="2024-09-21T14:13:31.891" v="93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DE9C22DA-EF9C-4BF7-B19E-50E28DCB6DF5}" dt="2024-09-21T14:12:32.126" v="85" actId="6549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DE9C22DA-EF9C-4BF7-B19E-50E28DCB6DF5}" dt="2024-09-21T22:23:41.222" v="2355" actId="208"/>
        <pc:sldMkLst>
          <pc:docMk/>
          <pc:sldMk cId="54695671" sldId="531"/>
        </pc:sldMkLst>
        <pc:spChg chg="mod">
          <ac:chgData name="强 李" userId="cd6c7ec7188785ae" providerId="LiveId" clId="{DE9C22DA-EF9C-4BF7-B19E-50E28DCB6DF5}" dt="2024-09-21T14:21:55.694" v="359"/>
          <ac:spMkLst>
            <pc:docMk/>
            <pc:sldMk cId="54695671" sldId="531"/>
            <ac:spMk id="2" creationId="{00000000-0000-0000-0000-000000000000}"/>
          </ac:spMkLst>
        </pc:spChg>
        <pc:spChg chg="del mod topLvl">
          <ac:chgData name="强 李" userId="cd6c7ec7188785ae" providerId="LiveId" clId="{DE9C22DA-EF9C-4BF7-B19E-50E28DCB6DF5}" dt="2024-09-21T14:22:12.141" v="363" actId="478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DE9C22DA-EF9C-4BF7-B19E-50E28DCB6DF5}" dt="2024-09-21T14:21:12.394" v="347"/>
          <ac:spMkLst>
            <pc:docMk/>
            <pc:sldMk cId="54695671" sldId="531"/>
            <ac:spMk id="4" creationId="{813ADE0C-0A95-8BE0-FCB2-CDA44CEA64A3}"/>
          </ac:spMkLst>
        </pc:spChg>
        <pc:spChg chg="mod topLvl">
          <ac:chgData name="强 李" userId="cd6c7ec7188785ae" providerId="LiveId" clId="{DE9C22DA-EF9C-4BF7-B19E-50E28DCB6DF5}" dt="2024-09-21T14:23:00.711" v="373" actId="1076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DE9C22DA-EF9C-4BF7-B19E-50E28DCB6DF5}" dt="2024-09-21T14:24:40.969" v="415" actId="1076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DE9C22DA-EF9C-4BF7-B19E-50E28DCB6DF5}" dt="2024-09-21T14:22:07.040" v="362" actId="1076"/>
          <ac:spMkLst>
            <pc:docMk/>
            <pc:sldMk cId="54695671" sldId="531"/>
            <ac:spMk id="7" creationId="{F80DDDB8-F32B-B7A7-73DA-9790F3B5DCB3}"/>
          </ac:spMkLst>
        </pc:spChg>
        <pc:spChg chg="add mod">
          <ac:chgData name="强 李" userId="cd6c7ec7188785ae" providerId="LiveId" clId="{DE9C22DA-EF9C-4BF7-B19E-50E28DCB6DF5}" dt="2024-09-21T14:23:05.793" v="374" actId="1076"/>
          <ac:spMkLst>
            <pc:docMk/>
            <pc:sldMk cId="54695671" sldId="531"/>
            <ac:spMk id="8" creationId="{80AFC5C0-E649-FDDA-99E5-171FAB08CA0F}"/>
          </ac:spMkLst>
        </pc:spChg>
        <pc:spChg chg="add del">
          <ac:chgData name="强 李" userId="cd6c7ec7188785ae" providerId="LiveId" clId="{DE9C22DA-EF9C-4BF7-B19E-50E28DCB6DF5}" dt="2024-09-21T14:23:23.264" v="376" actId="478"/>
          <ac:spMkLst>
            <pc:docMk/>
            <pc:sldMk cId="54695671" sldId="531"/>
            <ac:spMk id="11" creationId="{E13BCA71-D93E-3441-CDCE-DCCDFF38783D}"/>
          </ac:spMkLst>
        </pc:spChg>
        <pc:spChg chg="add mod ord">
          <ac:chgData name="强 李" userId="cd6c7ec7188785ae" providerId="LiveId" clId="{DE9C22DA-EF9C-4BF7-B19E-50E28DCB6DF5}" dt="2024-09-21T14:23:46.984" v="385" actId="171"/>
          <ac:spMkLst>
            <pc:docMk/>
            <pc:sldMk cId="54695671" sldId="531"/>
            <ac:spMk id="12" creationId="{D9CC1E38-202F-40CF-CD43-27927F4D1FA5}"/>
          </ac:spMkLst>
        </pc:spChg>
        <pc:spChg chg="add mod">
          <ac:chgData name="强 李" userId="cd6c7ec7188785ae" providerId="LiveId" clId="{DE9C22DA-EF9C-4BF7-B19E-50E28DCB6DF5}" dt="2024-09-21T22:23:41.222" v="2355" actId="208"/>
          <ac:spMkLst>
            <pc:docMk/>
            <pc:sldMk cId="54695671" sldId="531"/>
            <ac:spMk id="13" creationId="{C20498D4-7AA0-18E1-5D4B-FAE5F48E8AC2}"/>
          </ac:spMkLst>
        </pc:spChg>
        <pc:grpChg chg="mod">
          <ac:chgData name="强 李" userId="cd6c7ec7188785ae" providerId="LiveId" clId="{DE9C22DA-EF9C-4BF7-B19E-50E28DCB6DF5}" dt="2024-09-21T14:22:55.319" v="372" actId="1076"/>
          <ac:grpSpMkLst>
            <pc:docMk/>
            <pc:sldMk cId="54695671" sldId="531"/>
            <ac:grpSpMk id="9" creationId="{87176265-B58D-673F-0145-44DE61D798A1}"/>
          </ac:grpSpMkLst>
        </pc:grpChg>
        <pc:grpChg chg="del">
          <ac:chgData name="强 李" userId="cd6c7ec7188785ae" providerId="LiveId" clId="{DE9C22DA-EF9C-4BF7-B19E-50E28DCB6DF5}" dt="2024-09-21T14:22:12.141" v="363" actId="478"/>
          <ac:grpSpMkLst>
            <pc:docMk/>
            <pc:sldMk cId="54695671" sldId="531"/>
            <ac:grpSpMk id="10" creationId="{52691254-7C12-A9B7-2F38-228171FD86FE}"/>
          </ac:grpSpMkLst>
        </pc:grpChg>
      </pc:sldChg>
      <pc:sldChg chg="modSp mod">
        <pc:chgData name="强 李" userId="cd6c7ec7188785ae" providerId="LiveId" clId="{DE9C22DA-EF9C-4BF7-B19E-50E28DCB6DF5}" dt="2024-09-21T15:35:06.152" v="2254" actId="14100"/>
        <pc:sldMkLst>
          <pc:docMk/>
          <pc:sldMk cId="419382719" sldId="552"/>
        </pc:sldMkLst>
        <pc:spChg chg="mod">
          <ac:chgData name="强 李" userId="cd6c7ec7188785ae" providerId="LiveId" clId="{DE9C22DA-EF9C-4BF7-B19E-50E28DCB6DF5}" dt="2024-09-21T15:34:41.066" v="2247" actId="14100"/>
          <ac:spMkLst>
            <pc:docMk/>
            <pc:sldMk cId="419382719" sldId="552"/>
            <ac:spMk id="18" creationId="{00000000-0000-0000-0000-000000000000}"/>
          </ac:spMkLst>
        </pc:spChg>
        <pc:graphicFrameChg chg="mod modGraphic">
          <ac:chgData name="强 李" userId="cd6c7ec7188785ae" providerId="LiveId" clId="{DE9C22DA-EF9C-4BF7-B19E-50E28DCB6DF5}" dt="2024-09-21T15:35:06.152" v="2254" actId="14100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delSp modSp del mod">
        <pc:chgData name="强 李" userId="cd6c7ec7188785ae" providerId="LiveId" clId="{DE9C22DA-EF9C-4BF7-B19E-50E28DCB6DF5}" dt="2024-09-21T14:25:44.378" v="434" actId="47"/>
        <pc:sldMkLst>
          <pc:docMk/>
          <pc:sldMk cId="530530540" sldId="553"/>
        </pc:sldMkLst>
        <pc:spChg chg="del">
          <ac:chgData name="强 李" userId="cd6c7ec7188785ae" providerId="LiveId" clId="{DE9C22DA-EF9C-4BF7-B19E-50E28DCB6DF5}" dt="2024-09-21T14:25:13.544" v="418" actId="478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4:25:04.509" v="416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DE9C22DA-EF9C-4BF7-B19E-50E28DCB6DF5}" dt="2024-09-21T14:25:09.499" v="417" actId="478"/>
          <ac:graphicFrameMkLst>
            <pc:docMk/>
            <pc:sldMk cId="530530540" sldId="553"/>
            <ac:graphicFrameMk id="3" creationId="{92FE9AF6-DC4E-CA6E-D418-D12FF887DACD}"/>
          </ac:graphicFrameMkLst>
        </pc:graphicFrameChg>
      </pc:sldChg>
      <pc:sldChg chg="modSp mod modNotesTx">
        <pc:chgData name="强 李" userId="cd6c7ec7188785ae" providerId="LiveId" clId="{DE9C22DA-EF9C-4BF7-B19E-50E28DCB6DF5}" dt="2024-09-21T22:23:08.722" v="2353" actId="20577"/>
        <pc:sldMkLst>
          <pc:docMk/>
          <pc:sldMk cId="3418790839" sldId="554"/>
        </pc:sldMkLst>
        <pc:spChg chg="mod">
          <ac:chgData name="强 李" userId="cd6c7ec7188785ae" providerId="LiveId" clId="{DE9C22DA-EF9C-4BF7-B19E-50E28DCB6DF5}" dt="2024-09-21T14:11:56.222" v="82" actId="14100"/>
          <ac:spMkLst>
            <pc:docMk/>
            <pc:sldMk cId="3418790839" sldId="554"/>
            <ac:spMk id="18" creationId="{00000000-0000-0000-0000-000000000000}"/>
          </ac:spMkLst>
        </pc:spChg>
        <pc:graphicFrameChg chg="mod">
          <ac:chgData name="强 李" userId="cd6c7ec7188785ae" providerId="LiveId" clId="{DE9C22DA-EF9C-4BF7-B19E-50E28DCB6DF5}" dt="2024-09-21T14:30:49.775" v="496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DE9C22DA-EF9C-4BF7-B19E-50E28DCB6DF5}" dt="2024-09-21T14:11:14.495" v="34"/>
        <pc:sldMkLst>
          <pc:docMk/>
          <pc:sldMk cId="1911491714" sldId="560"/>
        </pc:sldMkLst>
        <pc:spChg chg="mod">
          <ac:chgData name="强 李" userId="cd6c7ec7188785ae" providerId="LiveId" clId="{DE9C22DA-EF9C-4BF7-B19E-50E28DCB6DF5}" dt="2024-09-21T14:10:17.096" v="2" actId="1076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E9C22DA-EF9C-4BF7-B19E-50E28DCB6DF5}" dt="2024-09-21T14:11:14.495" v="34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159884778" sldId="574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921434846" sldId="587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2648053192" sldId="588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534191096" sldId="589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207264488" sldId="590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91062220" sldId="591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46377894" sldId="592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68762565" sldId="593"/>
        </pc:sldMkLst>
      </pc:sldChg>
      <pc:sldChg chg="modSp mod ord">
        <pc:chgData name="强 李" userId="cd6c7ec7188785ae" providerId="LiveId" clId="{DE9C22DA-EF9C-4BF7-B19E-50E28DCB6DF5}" dt="2024-09-21T14:45:19.286" v="671" actId="20577"/>
        <pc:sldMkLst>
          <pc:docMk/>
          <pc:sldMk cId="340286292" sldId="594"/>
        </pc:sldMkLst>
        <pc:spChg chg="mod">
          <ac:chgData name="强 李" userId="cd6c7ec7188785ae" providerId="LiveId" clId="{DE9C22DA-EF9C-4BF7-B19E-50E28DCB6DF5}" dt="2024-09-21T14:45:19.286" v="671" actId="20577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4:25:31.804" v="431" actId="1037"/>
          <ac:spMkLst>
            <pc:docMk/>
            <pc:sldMk cId="340286292" sldId="594"/>
            <ac:spMk id="18" creationId="{00000000-0000-0000-0000-000000000000}"/>
          </ac:spMkLst>
        </pc:spChg>
      </pc:sldChg>
      <pc:sldChg chg="delSp modSp mod">
        <pc:chgData name="强 李" userId="cd6c7ec7188785ae" providerId="LiveId" clId="{DE9C22DA-EF9C-4BF7-B19E-50E28DCB6DF5}" dt="2024-09-21T23:31:21.939" v="2398" actId="207"/>
        <pc:sldMkLst>
          <pc:docMk/>
          <pc:sldMk cId="3965997736" sldId="598"/>
        </pc:sldMkLst>
        <pc:spChg chg="mod">
          <ac:chgData name="强 李" userId="cd6c7ec7188785ae" providerId="LiveId" clId="{DE9C22DA-EF9C-4BF7-B19E-50E28DCB6DF5}" dt="2024-09-21T14:20:38.902" v="337" actId="1076"/>
          <ac:spMkLst>
            <pc:docMk/>
            <pc:sldMk cId="3965997736" sldId="598"/>
            <ac:spMk id="2" creationId="{00000000-0000-0000-0000-000000000000}"/>
          </ac:spMkLst>
        </pc:spChg>
        <pc:spChg chg="del topLvl">
          <ac:chgData name="强 李" userId="cd6c7ec7188785ae" providerId="LiveId" clId="{DE9C22DA-EF9C-4BF7-B19E-50E28DCB6DF5}" dt="2024-09-21T14:19:02.882" v="279" actId="478"/>
          <ac:spMkLst>
            <pc:docMk/>
            <pc:sldMk cId="3965997736" sldId="598"/>
            <ac:spMk id="8" creationId="{18B966AB-7D3A-E7C3-B2B0-BBE50B313EC6}"/>
          </ac:spMkLst>
        </pc:spChg>
        <pc:spChg chg="del topLvl">
          <ac:chgData name="强 李" userId="cd6c7ec7188785ae" providerId="LiveId" clId="{DE9C22DA-EF9C-4BF7-B19E-50E28DCB6DF5}" dt="2024-09-21T14:19:00.425" v="278" actId="478"/>
          <ac:spMkLst>
            <pc:docMk/>
            <pc:sldMk cId="3965997736" sldId="598"/>
            <ac:spMk id="9" creationId="{1F5B6856-AF8A-4085-2AF6-D259C7449B9E}"/>
          </ac:spMkLst>
        </pc:spChg>
        <pc:spChg chg="mod">
          <ac:chgData name="强 李" userId="cd6c7ec7188785ae" providerId="LiveId" clId="{DE9C22DA-EF9C-4BF7-B19E-50E28DCB6DF5}" dt="2024-09-21T14:18:57.060" v="277"/>
          <ac:spMkLst>
            <pc:docMk/>
            <pc:sldMk cId="3965997736" sldId="598"/>
            <ac:spMk id="11" creationId="{3CAB36DD-1A23-5A1B-C9B0-3F43FAF7A79F}"/>
          </ac:spMkLst>
        </pc:spChg>
        <pc:spChg chg="mod">
          <ac:chgData name="强 李" userId="cd6c7ec7188785ae" providerId="LiveId" clId="{DE9C22DA-EF9C-4BF7-B19E-50E28DCB6DF5}" dt="2024-09-21T14:19:17.030" v="281" actId="14100"/>
          <ac:spMkLst>
            <pc:docMk/>
            <pc:sldMk cId="3965997736" sldId="598"/>
            <ac:spMk id="13" creationId="{7DAB6BBF-A107-5EDA-C988-F2FCC0FA4ADA}"/>
          </ac:spMkLst>
        </pc:spChg>
        <pc:spChg chg="mod">
          <ac:chgData name="强 李" userId="cd6c7ec7188785ae" providerId="LiveId" clId="{DE9C22DA-EF9C-4BF7-B19E-50E28DCB6DF5}" dt="2024-09-21T23:31:21.939" v="2398" actId="207"/>
          <ac:spMkLst>
            <pc:docMk/>
            <pc:sldMk cId="3965997736" sldId="598"/>
            <ac:spMk id="16" creationId="{7DE16206-6F61-BEC3-0DA4-3625D631A8E6}"/>
          </ac:spMkLst>
        </pc:spChg>
        <pc:grpChg chg="mod">
          <ac:chgData name="强 李" userId="cd6c7ec7188785ae" providerId="LiveId" clId="{DE9C22DA-EF9C-4BF7-B19E-50E28DCB6DF5}" dt="2024-09-21T14:19:08.566" v="280" actId="14100"/>
          <ac:grpSpMkLst>
            <pc:docMk/>
            <pc:sldMk cId="3965997736" sldId="598"/>
            <ac:grpSpMk id="6" creationId="{56CD5BD2-A0CC-7D0E-3BD1-0613845A3BF3}"/>
          </ac:grpSpMkLst>
        </pc:grpChg>
        <pc:grpChg chg="del">
          <ac:chgData name="强 李" userId="cd6c7ec7188785ae" providerId="LiveId" clId="{DE9C22DA-EF9C-4BF7-B19E-50E28DCB6DF5}" dt="2024-09-21T14:19:00.425" v="278" actId="478"/>
          <ac:grpSpMkLst>
            <pc:docMk/>
            <pc:sldMk cId="3965997736" sldId="598"/>
            <ac:grpSpMk id="7" creationId="{4910B73A-3062-7867-777F-E107D91F1F13}"/>
          </ac:grpSpMkLst>
        </pc:grpChg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03489816" sldId="599"/>
        </pc:sldMkLst>
      </pc:sldChg>
      <pc:sldChg chg="modSp add mod">
        <pc:chgData name="强 李" userId="cd6c7ec7188785ae" providerId="LiveId" clId="{DE9C22DA-EF9C-4BF7-B19E-50E28DCB6DF5}" dt="2024-09-21T15:20:49.819" v="1894"/>
        <pc:sldMkLst>
          <pc:docMk/>
          <pc:sldMk cId="4081840699" sldId="599"/>
        </pc:sldMkLst>
        <pc:spChg chg="mod">
          <ac:chgData name="强 李" userId="cd6c7ec7188785ae" providerId="LiveId" clId="{DE9C22DA-EF9C-4BF7-B19E-50E28DCB6DF5}" dt="2024-09-21T15:20:49.819" v="1894"/>
          <ac:spMkLst>
            <pc:docMk/>
            <pc:sldMk cId="4081840699" sldId="599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4:29:21.209" v="485" actId="14100"/>
          <ac:spMkLst>
            <pc:docMk/>
            <pc:sldMk cId="4081840699" sldId="599"/>
            <ac:spMk id="18" creationId="{00000000-0000-0000-0000-000000000000}"/>
          </ac:spMkLst>
        </pc:spChg>
      </pc:sldChg>
      <pc:sldChg chg="add del">
        <pc:chgData name="强 李" userId="cd6c7ec7188785ae" providerId="LiveId" clId="{DE9C22DA-EF9C-4BF7-B19E-50E28DCB6DF5}" dt="2024-09-21T14:45:37.905" v="672" actId="47"/>
        <pc:sldMkLst>
          <pc:docMk/>
          <pc:sldMk cId="1283817498" sldId="600"/>
        </pc:sldMkLst>
      </pc:sldChg>
      <pc:sldChg chg="del">
        <pc:chgData name="强 李" userId="cd6c7ec7188785ae" providerId="LiveId" clId="{DE9C22DA-EF9C-4BF7-B19E-50E28DCB6DF5}" dt="2024-09-21T14:26:42.062" v="442" actId="47"/>
        <pc:sldMkLst>
          <pc:docMk/>
          <pc:sldMk cId="125507599" sldId="601"/>
        </pc:sldMkLst>
      </pc:sldChg>
      <pc:sldChg chg="modSp add mod">
        <pc:chgData name="强 李" userId="cd6c7ec7188785ae" providerId="LiveId" clId="{DE9C22DA-EF9C-4BF7-B19E-50E28DCB6DF5}" dt="2024-09-21T14:43:53.718" v="659" actId="20577"/>
        <pc:sldMkLst>
          <pc:docMk/>
          <pc:sldMk cId="2538305957" sldId="601"/>
        </pc:sldMkLst>
        <pc:spChg chg="mod">
          <ac:chgData name="强 李" userId="cd6c7ec7188785ae" providerId="LiveId" clId="{DE9C22DA-EF9C-4BF7-B19E-50E28DCB6DF5}" dt="2024-09-21T14:43:53.718" v="659" actId="20577"/>
          <ac:spMkLst>
            <pc:docMk/>
            <pc:sldMk cId="2538305957" sldId="601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4:44:59.038" v="668"/>
        <pc:sldMkLst>
          <pc:docMk/>
          <pc:sldMk cId="78345744" sldId="602"/>
        </pc:sldMkLst>
        <pc:spChg chg="mod">
          <ac:chgData name="强 李" userId="cd6c7ec7188785ae" providerId="LiveId" clId="{DE9C22DA-EF9C-4BF7-B19E-50E28DCB6DF5}" dt="2024-09-21T14:44:59.038" v="668"/>
          <ac:spMkLst>
            <pc:docMk/>
            <pc:sldMk cId="78345744" sldId="602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4:50:04.570" v="926" actId="6549"/>
        <pc:sldMkLst>
          <pc:docMk/>
          <pc:sldMk cId="1450588716" sldId="603"/>
        </pc:sldMkLst>
        <pc:spChg chg="mod">
          <ac:chgData name="强 李" userId="cd6c7ec7188785ae" providerId="LiveId" clId="{DE9C22DA-EF9C-4BF7-B19E-50E28DCB6DF5}" dt="2024-09-21T14:50:04.570" v="926" actId="6549"/>
          <ac:spMkLst>
            <pc:docMk/>
            <pc:sldMk cId="1450588716" sldId="603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5:08:24.172" v="1372"/>
        <pc:sldMkLst>
          <pc:docMk/>
          <pc:sldMk cId="359668770" sldId="604"/>
        </pc:sldMkLst>
        <pc:spChg chg="mod">
          <ac:chgData name="强 李" userId="cd6c7ec7188785ae" providerId="LiveId" clId="{DE9C22DA-EF9C-4BF7-B19E-50E28DCB6DF5}" dt="2024-09-21T15:08:24.172" v="1372"/>
          <ac:spMkLst>
            <pc:docMk/>
            <pc:sldMk cId="359668770" sldId="604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5:15:58.564" v="1675" actId="6549"/>
        <pc:sldMkLst>
          <pc:docMk/>
          <pc:sldMk cId="1727666922" sldId="605"/>
        </pc:sldMkLst>
        <pc:spChg chg="mod">
          <ac:chgData name="强 李" userId="cd6c7ec7188785ae" providerId="LiveId" clId="{DE9C22DA-EF9C-4BF7-B19E-50E28DCB6DF5}" dt="2024-09-21T15:15:58.564" v="1675" actId="6549"/>
          <ac:spMkLst>
            <pc:docMk/>
            <pc:sldMk cId="1727666922" sldId="605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22:26:01.900" v="2396" actId="15"/>
        <pc:sldMkLst>
          <pc:docMk/>
          <pc:sldMk cId="4035781716" sldId="606"/>
        </pc:sldMkLst>
        <pc:spChg chg="mod">
          <ac:chgData name="强 李" userId="cd6c7ec7188785ae" providerId="LiveId" clId="{DE9C22DA-EF9C-4BF7-B19E-50E28DCB6DF5}" dt="2024-09-21T22:26:01.900" v="2396" actId="15"/>
          <ac:spMkLst>
            <pc:docMk/>
            <pc:sldMk cId="4035781716" sldId="606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5:25:51.965" v="2019" actId="6549"/>
        <pc:sldMkLst>
          <pc:docMk/>
          <pc:sldMk cId="562774613" sldId="607"/>
        </pc:sldMkLst>
        <pc:spChg chg="mod">
          <ac:chgData name="强 李" userId="cd6c7ec7188785ae" providerId="LiveId" clId="{DE9C22DA-EF9C-4BF7-B19E-50E28DCB6DF5}" dt="2024-09-21T15:25:51.965" v="2019" actId="6549"/>
          <ac:spMkLst>
            <pc:docMk/>
            <pc:sldMk cId="562774613" sldId="607"/>
            <ac:spMk id="2" creationId="{00000000-0000-0000-0000-000000000000}"/>
          </ac:spMkLst>
        </pc:spChg>
      </pc:sldChg>
      <pc:sldChg chg="addSp delSp modSp add mod setBg modClrScheme chgLayout">
        <pc:chgData name="强 李" userId="cd6c7ec7188785ae" providerId="LiveId" clId="{DE9C22DA-EF9C-4BF7-B19E-50E28DCB6DF5}" dt="2024-09-21T23:32:27.763" v="2412"/>
        <pc:sldMkLst>
          <pc:docMk/>
          <pc:sldMk cId="1301125905" sldId="608"/>
        </pc:sldMkLst>
        <pc:spChg chg="mod">
          <ac:chgData name="强 李" userId="cd6c7ec7188785ae" providerId="LiveId" clId="{DE9C22DA-EF9C-4BF7-B19E-50E28DCB6DF5}" dt="2024-09-21T23:32:27.763" v="2412"/>
          <ac:spMkLst>
            <pc:docMk/>
            <pc:sldMk cId="1301125905" sldId="608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18" creationId="{00000000-0000-0000-0000-000000000000}"/>
          </ac:spMkLst>
        </pc:spChg>
        <pc:spChg chg="add del">
          <ac:chgData name="强 李" userId="cd6c7ec7188785ae" providerId="LiveId" clId="{DE9C22DA-EF9C-4BF7-B19E-50E28DCB6DF5}" dt="2024-09-21T15:32:19.472" v="2216" actId="26606"/>
          <ac:spMkLst>
            <pc:docMk/>
            <pc:sldMk cId="1301125905" sldId="608"/>
            <ac:spMk id="23" creationId="{777A147A-9ED8-46B4-8660-1B3C2AA880B5}"/>
          </ac:spMkLst>
        </pc:spChg>
        <pc:spChg chg="add del">
          <ac:chgData name="强 李" userId="cd6c7ec7188785ae" providerId="LiveId" clId="{DE9C22DA-EF9C-4BF7-B19E-50E28DCB6DF5}" dt="2024-09-21T15:32:19.472" v="2216" actId="26606"/>
          <ac:spMkLst>
            <pc:docMk/>
            <pc:sldMk cId="1301125905" sldId="608"/>
            <ac:spMk id="25" creationId="{5D6C15A0-C087-4593-8414-2B4EC1CDC3DE}"/>
          </ac:spMkLst>
        </pc:spChg>
        <pc:spChg chg="add del">
          <ac:chgData name="强 李" userId="cd6c7ec7188785ae" providerId="LiveId" clId="{DE9C22DA-EF9C-4BF7-B19E-50E28DCB6DF5}" dt="2024-09-21T15:32:20.534" v="2218" actId="26606"/>
          <ac:spMkLst>
            <pc:docMk/>
            <pc:sldMk cId="1301125905" sldId="608"/>
            <ac:spMk id="27" creationId="{081E4A58-353D-44AE-B2FC-2A74E2E400F7}"/>
          </ac:spMkLst>
        </pc:spChg>
        <pc:spChg chg="add del">
          <ac:chgData name="强 李" userId="cd6c7ec7188785ae" providerId="LiveId" clId="{DE9C22DA-EF9C-4BF7-B19E-50E28DCB6DF5}" dt="2024-09-21T15:32:20.534" v="2218" actId="26606"/>
          <ac:spMkLst>
            <pc:docMk/>
            <pc:sldMk cId="1301125905" sldId="608"/>
            <ac:spMk id="28" creationId="{1BB867FF-FC45-48F7-8104-F89BE54909F1}"/>
          </ac:spMkLst>
        </pc:spChg>
        <pc:spChg chg="add del">
          <ac:chgData name="强 李" userId="cd6c7ec7188785ae" providerId="LiveId" clId="{DE9C22DA-EF9C-4BF7-B19E-50E28DCB6DF5}" dt="2024-09-21T15:32:20.534" v="2218" actId="26606"/>
          <ac:spMkLst>
            <pc:docMk/>
            <pc:sldMk cId="1301125905" sldId="608"/>
            <ac:spMk id="29" creationId="{8BB56887-D0D5-4F0C-9E19-7247EB83C8B7}"/>
          </ac:spMkLst>
        </pc:spChg>
        <pc:spChg chg="add del">
          <ac:chgData name="强 李" userId="cd6c7ec7188785ae" providerId="LiveId" clId="{DE9C22DA-EF9C-4BF7-B19E-50E28DCB6DF5}" dt="2024-09-21T15:32:28.694" v="2220" actId="26606"/>
          <ac:spMkLst>
            <pc:docMk/>
            <pc:sldMk cId="1301125905" sldId="608"/>
            <ac:spMk id="31" creationId="{081EA652-8C6A-4E69-BEB9-170809474553}"/>
          </ac:spMkLst>
        </pc:spChg>
        <pc:spChg chg="add del">
          <ac:chgData name="强 李" userId="cd6c7ec7188785ae" providerId="LiveId" clId="{DE9C22DA-EF9C-4BF7-B19E-50E28DCB6DF5}" dt="2024-09-21T15:32:28.694" v="2220" actId="26606"/>
          <ac:spMkLst>
            <pc:docMk/>
            <pc:sldMk cId="1301125905" sldId="608"/>
            <ac:spMk id="32" creationId="{5298780A-33B9-4EA2-8F67-DE68AD62841B}"/>
          </ac:spMkLst>
        </pc:spChg>
        <pc:spChg chg="add del">
          <ac:chgData name="强 李" userId="cd6c7ec7188785ae" providerId="LiveId" clId="{DE9C22DA-EF9C-4BF7-B19E-50E28DCB6DF5}" dt="2024-09-21T15:32:28.694" v="2220" actId="26606"/>
          <ac:spMkLst>
            <pc:docMk/>
            <pc:sldMk cId="1301125905" sldId="608"/>
            <ac:spMk id="33" creationId="{7F488E8B-4E1E-4402-8935-D4E6C02615C7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5" creationId="{88853921-7BC9-4BDE-ACAB-133C683C82D6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6" creationId="{F837543A-6020-4505-A233-C9DB4BF74011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7" creationId="{09192968-3AE7-4470-A61C-97294BB92731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8" creationId="{35B16301-FB18-48BA-A6DD-C37CAF6F9A18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9" creationId="{3AB72E55-43E4-4356-BFE8-E2102CB0B505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40" creationId="{C3C0D90E-074A-4F52-9B11-B52BEF4BCBE5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41" creationId="{CABBD4C1-E6F8-46F6-8152-A8A97490BF4D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42" creationId="{83BA5EF5-1FE9-4BF9-83BB-269BCDDF6156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5" creationId="{09588DA8-065E-4F6F-8EFD-43104AB2E0CF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6" creationId="{C4285719-470E-454C-AF62-8323075F1F5B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7" creationId="{CD9FE4EF-C4D8-49A0-B2FF-81D8DB7D8A24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8" creationId="{4300840D-0A0B-4512-BACA-B439D5B9C57C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9" creationId="{D2B78728-A580-49A7-84F9-6EF6F583ADE0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50" creationId="{38FAA1A1-D861-433F-88FA-1E9D6FD31D11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51" creationId="{8D71EDA1-87BF-4D5D-AB79-F346FD19278A}"/>
          </ac:spMkLst>
        </pc:spChg>
        <pc:spChg chg="add del">
          <ac:chgData name="强 李" userId="cd6c7ec7188785ae" providerId="LiveId" clId="{DE9C22DA-EF9C-4BF7-B19E-50E28DCB6DF5}" dt="2024-09-21T15:32:31.584" v="2226" actId="26606"/>
          <ac:spMkLst>
            <pc:docMk/>
            <pc:sldMk cId="1301125905" sldId="608"/>
            <ac:spMk id="53" creationId="{907EF6B7-1338-4443-8C46-6A318D952DFD}"/>
          </ac:spMkLst>
        </pc:spChg>
        <pc:spChg chg="add del">
          <ac:chgData name="强 李" userId="cd6c7ec7188785ae" providerId="LiveId" clId="{DE9C22DA-EF9C-4BF7-B19E-50E28DCB6DF5}" dt="2024-09-21T15:32:31.584" v="2226" actId="26606"/>
          <ac:spMkLst>
            <pc:docMk/>
            <pc:sldMk cId="1301125905" sldId="608"/>
            <ac:spMk id="54" creationId="{DAAE4CDD-124C-4DCF-9584-B6033B545DD5}"/>
          </ac:spMkLst>
        </pc:spChg>
        <pc:spChg chg="add del">
          <ac:chgData name="强 李" userId="cd6c7ec7188785ae" providerId="LiveId" clId="{DE9C22DA-EF9C-4BF7-B19E-50E28DCB6DF5}" dt="2024-09-21T15:32:31.584" v="2226" actId="26606"/>
          <ac:spMkLst>
            <pc:docMk/>
            <pc:sldMk cId="1301125905" sldId="608"/>
            <ac:spMk id="55" creationId="{081E4A58-353D-44AE-B2FC-2A74E2E400F7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57" creationId="{F837543A-6020-4505-A233-C9DB4BF74011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58" creationId="{35B16301-FB18-48BA-A6DD-C37CAF6F9A18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59" creationId="{C3C0D90E-074A-4F52-9B11-B52BEF4BCBE5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0" creationId="{CABBD4C1-E6F8-46F6-8152-A8A97490BF4D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1" creationId="{83BA5EF5-1FE9-4BF9-83BB-269BCDDF6156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3" creationId="{88853921-7BC9-4BDE-ACAB-133C683C82D6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4" creationId="{09192968-3AE7-4470-A61C-97294BB92731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5" creationId="{3AB72E55-43E4-4356-BFE8-E2102CB0B505}"/>
          </ac:spMkLst>
        </pc:spChg>
        <pc:spChg chg="add del">
          <ac:chgData name="强 李" userId="cd6c7ec7188785ae" providerId="LiveId" clId="{DE9C22DA-EF9C-4BF7-B19E-50E28DCB6DF5}" dt="2024-09-21T15:32:33.665" v="2230" actId="26606"/>
          <ac:spMkLst>
            <pc:docMk/>
            <pc:sldMk cId="1301125905" sldId="608"/>
            <ac:spMk id="67" creationId="{18873D23-2DCF-4B31-A009-95721C06E8E1}"/>
          </ac:spMkLst>
        </pc:spChg>
        <pc:spChg chg="add del">
          <ac:chgData name="强 李" userId="cd6c7ec7188785ae" providerId="LiveId" clId="{DE9C22DA-EF9C-4BF7-B19E-50E28DCB6DF5}" dt="2024-09-21T15:32:33.665" v="2230" actId="26606"/>
          <ac:spMkLst>
            <pc:docMk/>
            <pc:sldMk cId="1301125905" sldId="608"/>
            <ac:spMk id="68" creationId="{C13EF075-D4EF-4929-ADBC-91B27DA19955}"/>
          </ac:spMkLst>
        </pc:spChg>
        <pc:spChg chg="ad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74" creationId="{081EA652-8C6A-4E69-BEB9-170809474553}"/>
          </ac:spMkLst>
        </pc:spChg>
        <pc:spChg chg="ad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75" creationId="{5298780A-33B9-4EA2-8F67-DE68AD62841B}"/>
          </ac:spMkLst>
        </pc:spChg>
        <pc:spChg chg="ad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76" creationId="{7F488E8B-4E1E-4402-8935-D4E6C02615C7}"/>
          </ac:spMkLst>
        </pc:spChg>
        <pc:grpChg chg="add del">
          <ac:chgData name="强 李" userId="cd6c7ec7188785ae" providerId="LiveId" clId="{DE9C22DA-EF9C-4BF7-B19E-50E28DCB6DF5}" dt="2024-09-21T15:32:33.665" v="2230" actId="26606"/>
          <ac:grpSpMkLst>
            <pc:docMk/>
            <pc:sldMk cId="1301125905" sldId="608"/>
            <ac:grpSpMk id="69" creationId="{DAA26DFA-AAB2-4973-9C17-16D587C7B198}"/>
          </ac:grpSpMkLst>
        </pc:grpChg>
        <pc:cxnChg chg="add del">
          <ac:chgData name="强 李" userId="cd6c7ec7188785ae" providerId="LiveId" clId="{DE9C22DA-EF9C-4BF7-B19E-50E28DCB6DF5}" dt="2024-09-21T15:32:28.694" v="2220" actId="26606"/>
          <ac:cxnSpMkLst>
            <pc:docMk/>
            <pc:sldMk cId="1301125905" sldId="608"/>
            <ac:cxnSpMk id="34" creationId="{23AAC9B5-8015-485C-ACF9-A750390E9A56}"/>
          </ac:cxnSpMkLst>
        </pc:cxnChg>
        <pc:cxnChg chg="add del">
          <ac:chgData name="强 李" userId="cd6c7ec7188785ae" providerId="LiveId" clId="{DE9C22DA-EF9C-4BF7-B19E-50E28DCB6DF5}" dt="2024-09-21T15:32:30.200" v="2222" actId="26606"/>
          <ac:cxnSpMkLst>
            <pc:docMk/>
            <pc:sldMk cId="1301125905" sldId="608"/>
            <ac:cxnSpMk id="43" creationId="{4B3BCACB-5880-460B-9606-8C433A9AF99D}"/>
          </ac:cxnSpMkLst>
        </pc:cxnChg>
        <pc:cxnChg chg="add del">
          <ac:chgData name="强 李" userId="cd6c7ec7188785ae" providerId="LiveId" clId="{DE9C22DA-EF9C-4BF7-B19E-50E28DCB6DF5}" dt="2024-09-21T15:32:31.985" v="2228" actId="26606"/>
          <ac:cxnSpMkLst>
            <pc:docMk/>
            <pc:sldMk cId="1301125905" sldId="608"/>
            <ac:cxnSpMk id="62" creationId="{4B3BCACB-5880-460B-9606-8C433A9AF99D}"/>
          </ac:cxnSpMkLst>
        </pc:cxnChg>
        <pc:cxnChg chg="add">
          <ac:chgData name="强 李" userId="cd6c7ec7188785ae" providerId="LiveId" clId="{DE9C22DA-EF9C-4BF7-B19E-50E28DCB6DF5}" dt="2024-09-21T15:32:33.672" v="2231" actId="26606"/>
          <ac:cxnSpMkLst>
            <pc:docMk/>
            <pc:sldMk cId="1301125905" sldId="608"/>
            <ac:cxnSpMk id="77" creationId="{23AAC9B5-8015-485C-ACF9-A750390E9A56}"/>
          </ac:cxnSpMkLst>
        </pc:cxn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  <pc:spChg chg="mod">
          <ac:chgData name="强 李" userId="cd6c7ec7188785ae" providerId="LiveId" clId="{C0D944F3-8C60-42D3-8287-9054FF582414}" dt="2024-06-29T22:22:39.800" v="214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  <pc:spChg chg="mod">
          <ac:chgData name="强 李" userId="cd6c7ec7188785ae" providerId="LiveId" clId="{C0D944F3-8C60-42D3-8287-9054FF582414}" dt="2024-06-29T22:14:33.277" v="111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  <pc:spChg chg="mod">
          <ac:chgData name="强 李" userId="cd6c7ec7188785ae" providerId="LiveId" clId="{C0D944F3-8C60-42D3-8287-9054FF582414}" dt="2024-06-29T22:15:20.741" v="12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  <pc:picChg chg="mod">
          <ac:chgData name="强 李" userId="cd6c7ec7188785ae" providerId="LiveId" clId="{C0D944F3-8C60-42D3-8287-9054FF582414}" dt="2024-06-29T22:23:03.727" v="215" actId="1076"/>
          <ac:picMkLst>
            <pc:docMk/>
            <pc:sldMk cId="1164883511" sldId="596"/>
            <ac:picMk id="5" creationId="{2ADD046A-1E76-1E25-D210-434E5BDA978C}"/>
          </ac:picMkLst>
        </pc:pic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modSp mod">
        <pc:chgData name="强 李" userId="cd6c7ec7188785ae" providerId="LiveId" clId="{1F788608-16AE-484E-BA0E-693D8C33E910}" dt="2024-08-24T02:44:12.507" v="879" actId="403"/>
        <pc:sldMkLst>
          <pc:docMk/>
          <pc:sldMk cId="0" sldId="425"/>
        </pc:sldMkLst>
        <pc:spChg chg="mod">
          <ac:chgData name="强 李" userId="cd6c7ec7188785ae" providerId="LiveId" clId="{1F788608-16AE-484E-BA0E-693D8C33E910}" dt="2024-08-24T02:44:12.507" v="879" actId="403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1F788608-16AE-484E-BA0E-693D8C33E910}" dt="2024-08-24T00:52:30.863" v="856"/>
        <pc:sldMkLst>
          <pc:docMk/>
          <pc:sldMk cId="54695671" sldId="531"/>
        </pc:sldMkLst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1F788608-16AE-484E-BA0E-693D8C33E910}" dt="2024-08-24T00:52:30.863" v="856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1" creationId="{8F585226-39A8-96AE-40A3-878704581BB6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  <pc:spChg chg="add del mod">
          <ac:chgData name="强 李" userId="cd6c7ec7188785ae" providerId="LiveId" clId="{1F788608-16AE-484E-BA0E-693D8C33E910}" dt="2024-08-24T03:13:19.605" v="1412" actId="478"/>
          <ac:spMkLst>
            <pc:docMk/>
            <pc:sldMk cId="1242525785" sldId="54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3:15:55.546" v="1470"/>
          <ac:spMkLst>
            <pc:docMk/>
            <pc:sldMk cId="1242525785" sldId="543"/>
            <ac:spMk id="4" creationId="{9744BC9E-F0B2-AD37-F3BD-19B461A4AF13}"/>
          </ac:spMkLst>
        </pc:spChg>
        <pc:spChg chg="del mod">
          <ac:chgData name="强 李" userId="cd6c7ec7188785ae" providerId="LiveId" clId="{1F788608-16AE-484E-BA0E-693D8C33E910}" dt="2024-08-24T03:13:48.477" v="1416" actId="478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1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3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4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5" creationId="{EDDBB197-D710-4A4F-A9CA-FD2177498BE8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6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7" creationId="{975D1CFA-2CDB-4B64-BD9F-85744E8DA12F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1" creationId="{AE2B703B-46F9-481A-A605-82E2A828C4FA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2" creationId="{F13BE4D7-0C3D-4906-B230-A1C5B4665CCF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5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6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09:33.968" v="1369" actId="26606"/>
          <ac:spMkLst>
            <pc:docMk/>
            <pc:sldMk cId="1242525785" sldId="543"/>
            <ac:spMk id="49" creationId="{2659FDB4-FCBE-4A89-B46D-43D4FA54464D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2" creationId="{7517A47C-B2E5-4B79-8061-D74B1311AF6E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3" creationId="{2E442304-DDBD-4F7B-8017-36BCC863FB40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4" creationId="{5E107275-3853-46FD-A241-DE4355A42675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6" creationId="{C505E780-2083-4CB5-A42A-5E0E2908ECC3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57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8" creationId="{D2C0AE1C-0118-41AE-8A10-7CDCBF10E96F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9" creationId="{463EEC44-1BA3-44ED-81FC-A644B04B2A44}"/>
          </ac:spMkLst>
        </pc:spChg>
        <pc:spChg chg="add del">
          <ac:chgData name="强 李" userId="cd6c7ec7188785ae" providerId="LiveId" clId="{1F788608-16AE-484E-BA0E-693D8C33E910}" dt="2024-08-24T03:12:25.241" v="1400" actId="26606"/>
          <ac:spMkLst>
            <pc:docMk/>
            <pc:sldMk cId="1242525785" sldId="543"/>
            <ac:spMk id="63" creationId="{C7CCC60B-4D42-4FE4-BCB2-A713F52D08DA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4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5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67" creationId="{B5416EBC-B41E-4F8A-BE9F-07301B682CBD}"/>
          </ac:spMkLst>
        </pc:spChg>
        <pc:spChg chg="add del">
          <ac:chgData name="强 李" userId="cd6c7ec7188785ae" providerId="LiveId" clId="{1F788608-16AE-484E-BA0E-693D8C33E910}" dt="2024-08-24T03:10:53.218" v="1389" actId="26606"/>
          <ac:spMkLst>
            <pc:docMk/>
            <pc:sldMk cId="1242525785" sldId="543"/>
            <ac:spMk id="69" creationId="{7AADB56C-BA56-4D1E-A42A-A07A474446EC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71" creationId="{AFF79527-C7F1-4E06-8126-A8E8C5FEBFCA}"/>
          </ac:spMkLst>
        </pc:spChg>
        <pc:spChg chg="add del">
          <ac:chgData name="强 李" userId="cd6c7ec7188785ae" providerId="LiveId" clId="{1F788608-16AE-484E-BA0E-693D8C33E910}" dt="2024-08-24T03:10:35.651" v="1383" actId="26606"/>
          <ac:spMkLst>
            <pc:docMk/>
            <pc:sldMk cId="1242525785" sldId="543"/>
            <ac:spMk id="72" creationId="{D1D34770-47A8-402C-AF23-2B653F2D88C1}"/>
          </ac:spMkLst>
        </pc:spChg>
        <pc:spChg chg="add del">
          <ac:chgData name="强 李" userId="cd6c7ec7188785ae" providerId="LiveId" clId="{1F788608-16AE-484E-BA0E-693D8C33E910}" dt="2024-08-24T03:10:56.674" v="1391" actId="26606"/>
          <ac:spMkLst>
            <pc:docMk/>
            <pc:sldMk cId="1242525785" sldId="543"/>
            <ac:spMk id="73" creationId="{59E6688D-1DED-48EA-8368-FCD09C0B764D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4" creationId="{835EF3DD-7D43-4A27-8967-A92FD8CC9365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5" creationId="{7025EFD5-738C-41B9-87FE-0C00E211BD8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78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0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1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83" creationId="{55986208-8A53-4E92-9197-6B57BCCB2F37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5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7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8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0" creationId="{590F0732-1310-424D-AA1D-6CB7D4862AF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1" creationId="{6C735625-AF2A-411F-ACEB-29A708A94EA6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3" creationId="{AE5A632B-B15A-489E-8337-BC0F40DBC21F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4" creationId="{6E895C8D-1379-40B8-8B1B-B6F5AEAF0A6C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5" creationId="{651547D7-AD18-407B-A5F4-F8225B5DCFCC}"/>
          </ac:spMkLst>
        </pc:s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28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40.800" v="1373" actId="26606"/>
          <ac:grpSpMkLst>
            <pc:docMk/>
            <pc:sldMk cId="1242525785" sldId="543"/>
            <ac:grpSpMk id="29" creationId="{25EE5136-01F1-466C-962D-BA9B4C6757AA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31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32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44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0:56.674" v="1391" actId="26606"/>
          <ac:grpSpMkLst>
            <pc:docMk/>
            <pc:sldMk cId="1242525785" sldId="543"/>
            <ac:grpSpMk id="82" creationId="{16BD38F4-5888-4B5B-836C-A316C5223270}"/>
          </ac:grpSpMkLst>
        </pc:grpChg>
        <pc:graphicFrameChg chg="add mod modGraphic">
          <ac:chgData name="强 李" userId="cd6c7ec7188785ae" providerId="LiveId" clId="{1F788608-16AE-484E-BA0E-693D8C33E910}" dt="2024-08-24T03:15:57.159" v="1477" actId="1076"/>
          <ac:graphicFrameMkLst>
            <pc:docMk/>
            <pc:sldMk cId="1242525785" sldId="543"/>
            <ac:graphicFrameMk id="3" creationId="{FBB59DDB-DEE3-D1A2-0F52-6A3E2F20A33E}"/>
          </ac:graphicFrameMkLst>
        </pc:graphicFrameChg>
        <pc:graphicFrameChg chg="add del">
          <ac:chgData name="强 李" userId="cd6c7ec7188785ae" providerId="LiveId" clId="{1F788608-16AE-484E-BA0E-693D8C33E910}" dt="2024-08-24T03:09:18.316" v="1363" actId="26606"/>
          <ac:graphicFrameMkLst>
            <pc:docMk/>
            <pc:sldMk cId="1242525785" sldId="543"/>
            <ac:graphicFrameMk id="20" creationId="{2A1B1BAD-45B8-A0EA-B430-3B82623A8759}"/>
          </ac:graphicFrameMkLst>
        </pc:graphicFrameChg>
        <pc:graphicFrameChg chg="add del">
          <ac:chgData name="强 李" userId="cd6c7ec7188785ae" providerId="LiveId" clId="{1F788608-16AE-484E-BA0E-693D8C33E910}" dt="2024-08-24T03:09:22.790" v="1365" actId="26606"/>
          <ac:graphicFrameMkLst>
            <pc:docMk/>
            <pc:sldMk cId="1242525785" sldId="543"/>
            <ac:graphicFrameMk id="43" creationId="{34D802D4-8054-A8A6-2DAF-466223B82652}"/>
          </ac:graphicFrameMkLst>
        </pc:graphicFrameChg>
        <pc:graphicFrameChg chg="add del">
          <ac:chgData name="强 李" userId="cd6c7ec7188785ae" providerId="LiveId" clId="{1F788608-16AE-484E-BA0E-693D8C33E910}" dt="2024-08-24T03:09:32.601" v="1367" actId="26606"/>
          <ac:graphicFrameMkLst>
            <pc:docMk/>
            <pc:sldMk cId="1242525785" sldId="543"/>
            <ac:graphicFrameMk id="47" creationId="{42B0B213-B12F-23DE-07EB-27937D180E08}"/>
          </ac:graphicFrameMkLst>
        </pc:graphicFrameChg>
        <pc:graphicFrameChg chg="add del">
          <ac:chgData name="强 李" userId="cd6c7ec7188785ae" providerId="LiveId" clId="{1F788608-16AE-484E-BA0E-693D8C33E910}" dt="2024-08-24T03:11:28.859" v="1397" actId="26606"/>
          <ac:graphicFrameMkLst>
            <pc:docMk/>
            <pc:sldMk cId="1242525785" sldId="543"/>
            <ac:graphicFrameMk id="48" creationId="{955A83CE-82F9-4FA2-5567-106F9D79EEC8}"/>
          </ac:graphicFrameMkLst>
        </pc:graphicFrameChg>
        <pc:graphicFrameChg chg="add del">
          <ac:chgData name="强 李" userId="cd6c7ec7188785ae" providerId="LiveId" clId="{1F788608-16AE-484E-BA0E-693D8C33E910}" dt="2024-08-24T03:09:33.968" v="1369" actId="26606"/>
          <ac:graphicFrameMkLst>
            <pc:docMk/>
            <pc:sldMk cId="1242525785" sldId="543"/>
            <ac:graphicFrameMk id="51" creationId="{CA4C2C80-BCC4-62A3-26DE-55543D4CF541}"/>
          </ac:graphicFrameMkLst>
        </pc:graphicFrameChg>
        <pc:graphicFrameChg chg="add del">
          <ac:chgData name="强 李" userId="cd6c7ec7188785ae" providerId="LiveId" clId="{1F788608-16AE-484E-BA0E-693D8C33E910}" dt="2024-08-24T03:09:37.014" v="1371" actId="26606"/>
          <ac:graphicFrameMkLst>
            <pc:docMk/>
            <pc:sldMk cId="1242525785" sldId="543"/>
            <ac:graphicFrameMk id="55" creationId="{6B6BBB9F-05AD-0E35-3563-F1D423A45B15}"/>
          </ac:graphicFrameMkLst>
        </pc:graphicFrameChg>
        <pc:graphicFrameChg chg="add del">
          <ac:chgData name="强 李" userId="cd6c7ec7188785ae" providerId="LiveId" clId="{1F788608-16AE-484E-BA0E-693D8C33E910}" dt="2024-08-24T03:09:42.743" v="1375" actId="26606"/>
          <ac:graphicFrameMkLst>
            <pc:docMk/>
            <pc:sldMk cId="1242525785" sldId="543"/>
            <ac:graphicFrameMk id="60" creationId="{53C2FF10-0D8D-A406-D8BD-068AA479EB41}"/>
          </ac:graphicFrameMkLst>
        </pc:graphicFrameChg>
        <pc:graphicFrameChg chg="add del mod modGraphic">
          <ac:chgData name="强 李" userId="cd6c7ec7188785ae" providerId="LiveId" clId="{1F788608-16AE-484E-BA0E-693D8C33E910}" dt="2024-08-24T03:13:05.052" v="1409" actId="26606"/>
          <ac:graphicFrameMkLst>
            <pc:docMk/>
            <pc:sldMk cId="1242525785" sldId="543"/>
            <ac:graphicFrameMk id="61" creationId="{CE444872-B963-636C-6B44-772EB40CCEA0}"/>
          </ac:graphicFrameMkLst>
        </pc:graphicFrameChg>
        <pc:graphicFrameChg chg="add del">
          <ac:chgData name="强 李" userId="cd6c7ec7188785ae" providerId="LiveId" clId="{1F788608-16AE-484E-BA0E-693D8C33E910}" dt="2024-08-24T03:09:46.172" v="1377" actId="26606"/>
          <ac:graphicFrameMkLst>
            <pc:docMk/>
            <pc:sldMk cId="1242525785" sldId="543"/>
            <ac:graphicFrameMk id="62" creationId="{53B6355C-8CEF-095A-93ED-BC3B0E8BF6F2}"/>
          </ac:graphicFrameMkLst>
        </pc:graphicFrameChg>
        <pc:graphicFrameChg chg="add del mod modGraphic">
          <ac:chgData name="强 李" userId="cd6c7ec7188785ae" providerId="LiveId" clId="{1F788608-16AE-484E-BA0E-693D8C33E910}" dt="2024-08-24T03:11:00.593" v="1395" actId="26606"/>
          <ac:graphicFrameMkLst>
            <pc:docMk/>
            <pc:sldMk cId="1242525785" sldId="543"/>
            <ac:graphicFrameMk id="66" creationId="{42B0B213-B12F-23DE-07EB-27937D180E08}"/>
          </ac:graphicFrameMkLst>
        </pc:graphicFrameChg>
        <pc:picChg chg="add del">
          <ac:chgData name="强 李" userId="cd6c7ec7188785ae" providerId="LiveId" clId="{1F788608-16AE-484E-BA0E-693D8C33E910}" dt="2024-08-24T03:09:40.800" v="1373" actId="26606"/>
          <ac:picMkLst>
            <pc:docMk/>
            <pc:sldMk cId="1242525785" sldId="543"/>
            <ac:picMk id="22" creationId="{FEE09F44-F9AA-A063-E627-65424AAADF11}"/>
          </ac:picMkLst>
        </pc:picChg>
        <pc:picChg chg="add del">
          <ac:chgData name="强 李" userId="cd6c7ec7188785ae" providerId="LiveId" clId="{1F788608-16AE-484E-BA0E-693D8C33E910}" dt="2024-08-24T03:10:35.651" v="1383" actId="26606"/>
          <ac:picMkLst>
            <pc:docMk/>
            <pc:sldMk cId="1242525785" sldId="543"/>
            <ac:picMk id="68" creationId="{000FCCA7-0488-9968-4A2B-0047F8254F02}"/>
          </ac:picMkLst>
        </pc:picChg>
        <pc:picChg chg="add del">
          <ac:chgData name="强 李" userId="cd6c7ec7188785ae" providerId="LiveId" clId="{1F788608-16AE-484E-BA0E-693D8C33E910}" dt="2024-08-24T03:10:53.218" v="1389" actId="26606"/>
          <ac:picMkLst>
            <pc:docMk/>
            <pc:sldMk cId="1242525785" sldId="543"/>
            <ac:picMk id="70" creationId="{51912864-9BA9-75DB-0713-7D834FA7B0AF}"/>
          </ac:picMkLst>
        </pc:picChg>
        <pc:picChg chg="add del">
          <ac:chgData name="强 李" userId="cd6c7ec7188785ae" providerId="LiveId" clId="{1F788608-16AE-484E-BA0E-693D8C33E910}" dt="2024-08-24T03:10:38.512" v="1385" actId="26606"/>
          <ac:picMkLst>
            <pc:docMk/>
            <pc:sldMk cId="1242525785" sldId="543"/>
            <ac:picMk id="76" creationId="{39BE5F5A-1109-2216-CB58-CFC82530BB1D}"/>
          </ac:picMkLst>
        </pc:picChg>
        <pc:picChg chg="add del">
          <ac:chgData name="强 李" userId="cd6c7ec7188785ae" providerId="LiveId" clId="{1F788608-16AE-484E-BA0E-693D8C33E910}" dt="2024-08-24T03:10:56.674" v="1391" actId="26606"/>
          <ac:picMkLst>
            <pc:docMk/>
            <pc:sldMk cId="1242525785" sldId="543"/>
            <ac:picMk id="77" creationId="{4028A757-201C-782F-1634-74308AC2C281}"/>
          </ac:picMkLst>
        </pc:picChg>
        <pc:picChg chg="add del">
          <ac:chgData name="强 李" userId="cd6c7ec7188785ae" providerId="LiveId" clId="{1F788608-16AE-484E-BA0E-693D8C33E910}" dt="2024-08-24T03:10:42.484" v="1387" actId="26606"/>
          <ac:picMkLst>
            <pc:docMk/>
            <pc:sldMk cId="1242525785" sldId="543"/>
            <ac:picMk id="79" creationId="{78225370-FEEE-7B6A-2155-D85AC10A75C1}"/>
          </ac:picMkLst>
        </pc:picChg>
        <pc:picChg chg="add del">
          <ac:chgData name="强 李" userId="cd6c7ec7188785ae" providerId="LiveId" clId="{1F788608-16AE-484E-BA0E-693D8C33E910}" dt="2024-08-24T03:12:51.443" v="1404" actId="26606"/>
          <ac:picMkLst>
            <pc:docMk/>
            <pc:sldMk cId="1242525785" sldId="543"/>
            <ac:picMk id="86" creationId="{7DCC1181-0B7D-7A76-3C71-0D7FD8A6835C}"/>
          </ac:picMkLst>
        </pc:picChg>
        <pc:cxnChg chg="add del">
          <ac:chgData name="强 李" userId="cd6c7ec7188785ae" providerId="LiveId" clId="{1F788608-16AE-484E-BA0E-693D8C33E910}" dt="2024-08-24T03:09:33.968" v="1369" actId="26606"/>
          <ac:cxnSpMkLst>
            <pc:docMk/>
            <pc:sldMk cId="1242525785" sldId="543"/>
            <ac:cxnSpMk id="50" creationId="{C8F51B3F-8331-4E4A-AE96-D47B1006EEAD}"/>
          </ac:cxnSpMkLst>
        </pc:cxnChg>
      </pc:sldChg>
      <pc:sldChg chg="modSp mod">
        <pc:chgData name="强 李" userId="cd6c7ec7188785ae" providerId="LiveId" clId="{1F788608-16AE-484E-BA0E-693D8C33E910}" dt="2024-08-23T11:33:52.931" v="318"/>
        <pc:sldMkLst>
          <pc:docMk/>
          <pc:sldMk cId="419382719" sldId="552"/>
        </pc:sldMkLst>
        <pc:spChg chg="mod">
          <ac:chgData name="强 李" userId="cd6c7ec7188785ae" providerId="LiveId" clId="{1F788608-16AE-484E-BA0E-693D8C33E910}" dt="2024-08-23T11:33:52.931" v="318"/>
          <ac:spMkLst>
            <pc:docMk/>
            <pc:sldMk cId="419382719" sldId="552"/>
            <ac:spMk id="18" creationId="{00000000-0000-0000-0000-000000000000}"/>
          </ac:spMkLst>
        </pc:spChg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  <pc:spChg chg="mod">
          <ac:chgData name="强 李" userId="cd6c7ec7188785ae" providerId="LiveId" clId="{1F788608-16AE-484E-BA0E-693D8C33E910}" dt="2024-08-24T02:51:05.540" v="938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2:48:39.860" v="894" actId="1076"/>
          <ac:spMkLst>
            <pc:docMk/>
            <pc:sldMk cId="530530540" sldId="553"/>
            <ac:spMk id="6" creationId="{8D684FDC-0FF7-89F2-9187-5F0E9ED8CA01}"/>
          </ac:spMkLst>
        </pc:spChg>
        <pc:spChg chg="add mod">
          <ac:chgData name="强 李" userId="cd6c7ec7188785ae" providerId="LiveId" clId="{1F788608-16AE-484E-BA0E-693D8C33E910}" dt="2024-08-24T02:52:58.962" v="954" actId="1076"/>
          <ac:spMkLst>
            <pc:docMk/>
            <pc:sldMk cId="530530540" sldId="553"/>
            <ac:spMk id="8" creationId="{45389BD0-E388-0097-466C-F26299510F99}"/>
          </ac:spMkLst>
        </pc:spChg>
        <pc:spChg chg="add mod">
          <ac:chgData name="强 李" userId="cd6c7ec7188785ae" providerId="LiveId" clId="{1F788608-16AE-484E-BA0E-693D8C33E910}" dt="2024-08-24T02:53:56.302" v="963" actId="1038"/>
          <ac:spMkLst>
            <pc:docMk/>
            <pc:sldMk cId="530530540" sldId="553"/>
            <ac:spMk id="9" creationId="{90D08CFA-8FF2-B85A-F2F5-2DA8F5683277}"/>
          </ac:spMkLst>
        </pc:spChg>
        <pc:spChg chg="mod">
          <ac:chgData name="强 李" userId="cd6c7ec7188785ae" providerId="LiveId" clId="{1F788608-16AE-484E-BA0E-693D8C33E910}" dt="2024-08-23T11:49:33.655" v="765" actId="1076"/>
          <ac:spMkLst>
            <pc:docMk/>
            <pc:sldMk cId="530530540" sldId="55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0" creationId="{5C8908E2-EE49-44D2-9428-A28D2312A8D5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4" creationId="{8B88B599-C539-4F18-A32A-40207EC6E21A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31" creationId="{ED888B23-07FA-482A-96DF-47E31AF1A603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3" creationId="{2B97F24A-32CE-4C1C-A50D-3016B394DCFB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4" creationId="{CD8B4F24-440B-49E9-B85D-733523DC064B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6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7" creationId="{59383CF9-23B5-4335-9B21-1791C4CF1C75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9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70" creationId="{59383CF9-23B5-4335-9B21-1791C4CF1C75}"/>
          </ac:spMkLst>
        </pc:spChg>
        <pc:grpChg chg="add del">
          <ac:chgData name="强 李" userId="cd6c7ec7188785ae" providerId="LiveId" clId="{1F788608-16AE-484E-BA0E-693D8C33E910}" dt="2024-08-23T11:46:43.755" v="710" actId="26606"/>
          <ac:grpSpMkLst>
            <pc:docMk/>
            <pc:sldMk cId="530530540" sldId="553"/>
            <ac:grpSpMk id="21" creationId="{B29018A0-5DE6-4CC9-AB25-675616AF7225}"/>
          </ac:grpSpMkLst>
        </pc:grpChg>
        <pc:grpChg chg="add del">
          <ac:chgData name="强 李" userId="cd6c7ec7188785ae" providerId="LiveId" clId="{1F788608-16AE-484E-BA0E-693D8C33E910}" dt="2024-08-23T11:47:00.530" v="716" actId="26606"/>
          <ac:grpSpMkLst>
            <pc:docMk/>
            <pc:sldMk cId="530530540" sldId="553"/>
            <ac:grpSpMk id="43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02.266" v="718" actId="26606"/>
          <ac:grpSpMkLst>
            <pc:docMk/>
            <pc:sldMk cId="530530540" sldId="553"/>
            <ac:grpSpMk id="47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11.451" v="722" actId="26606"/>
          <ac:grpSpMkLst>
            <pc:docMk/>
            <pc:sldMk cId="530530540" sldId="553"/>
            <ac:grpSpMk id="53" creationId="{6258F736-B256-8039-9DC6-F4E49A5C5AD5}"/>
          </ac:grpSpMkLst>
        </pc:grpChg>
        <pc:grpChg chg="add del">
          <ac:chgData name="强 李" userId="cd6c7ec7188785ae" providerId="LiveId" clId="{1F788608-16AE-484E-BA0E-693D8C33E910}" dt="2024-08-23T11:47:14.259" v="726" actId="26606"/>
          <ac:grpSpMkLst>
            <pc:docMk/>
            <pc:sldMk cId="530530540" sldId="553"/>
            <ac:grpSpMk id="57" creationId="{1FD67D68-9B83-C338-8342-3348D8F22347}"/>
          </ac:grpSpMkLst>
        </pc:grpChg>
        <pc:graphicFrameChg chg="add mod modGraphic">
          <ac:chgData name="强 李" userId="cd6c7ec7188785ae" providerId="LiveId" clId="{1F788608-16AE-484E-BA0E-693D8C33E910}" dt="2024-08-24T02:50:15.336" v="902" actId="12385"/>
          <ac:graphicFrameMkLst>
            <pc:docMk/>
            <pc:sldMk cId="530530540" sldId="553"/>
            <ac:graphicFrameMk id="3" creationId="{92FE9AF6-DC4E-CA6E-D418-D12FF887DACD}"/>
          </ac:graphicFrameMkLst>
        </pc:graphicFrameChg>
        <pc:graphicFrameChg chg="add del mod modGraphic">
          <ac:chgData name="强 李" userId="cd6c7ec7188785ae" providerId="LiveId" clId="{1F788608-16AE-484E-BA0E-693D8C33E910}" dt="2024-08-23T11:48:04.368" v="740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  <pc:cxnChg chg="add mod">
          <ac:chgData name="强 李" userId="cd6c7ec7188785ae" providerId="LiveId" clId="{1F788608-16AE-484E-BA0E-693D8C33E910}" dt="2024-08-24T02:54:21.908" v="965" actId="14100"/>
          <ac:cxnSpMkLst>
            <pc:docMk/>
            <pc:sldMk cId="530530540" sldId="553"/>
            <ac:cxnSpMk id="11" creationId="{F08425F2-0B6C-B005-DB21-CFAD782922F2}"/>
          </ac:cxnSpMkLst>
        </pc:cxnChg>
        <pc:cxnChg chg="add">
          <ac:chgData name="强 李" userId="cd6c7ec7188785ae" providerId="LiveId" clId="{1F788608-16AE-484E-BA0E-693D8C33E910}" dt="2024-08-23T11:49:28.115" v="764" actId="26606"/>
          <ac:cxnSpMkLst>
            <pc:docMk/>
            <pc:sldMk cId="530530540" sldId="553"/>
            <ac:cxnSpMk id="22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08.106" v="720" actId="26606"/>
          <ac:cxnSpMkLst>
            <pc:docMk/>
            <pc:sldMk cId="530530540" sldId="553"/>
            <ac:cxnSpMk id="51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12.610" v="724" actId="26606"/>
          <ac:cxnSpMkLst>
            <pc:docMk/>
            <pc:sldMk cId="530530540" sldId="553"/>
            <ac:cxnSpMk id="55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52.410" v="734" actId="26606"/>
          <ac:cxnSpMkLst>
            <pc:docMk/>
            <pc:sldMk cId="530530540" sldId="553"/>
            <ac:cxnSpMk id="59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4.134" v="729" actId="26606"/>
          <ac:cxnSpMkLst>
            <pc:docMk/>
            <pc:sldMk cId="530530540" sldId="553"/>
            <ac:cxnSpMk id="64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5.746" v="731" actId="26606"/>
          <ac:cxnSpMkLst>
            <pc:docMk/>
            <pc:sldMk cId="530530540" sldId="553"/>
            <ac:cxnSpMk id="66" creationId="{FC23E3B9-5ABF-58B3-E2B0-E9A5DAA90037}"/>
          </ac:cxnSpMkLst>
        </pc:cxnChg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  <pc:spChg chg="del mod">
          <ac:chgData name="强 李" userId="cd6c7ec7188785ae" providerId="LiveId" clId="{1F788608-16AE-484E-BA0E-693D8C33E910}" dt="2024-08-23T11:31:33.206" v="304" actId="478"/>
          <ac:spMkLst>
            <pc:docMk/>
            <pc:sldMk cId="3418790839" sldId="554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32:03.242" v="312" actId="478"/>
          <ac:spMkLst>
            <pc:docMk/>
            <pc:sldMk cId="3418790839" sldId="554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1:32:00.956" v="311" actId="14100"/>
          <ac:spMkLst>
            <pc:docMk/>
            <pc:sldMk cId="3418790839" sldId="554"/>
            <ac:spMk id="18" creationId="{00000000-0000-0000-0000-000000000000}"/>
          </ac:spMkLst>
        </pc:spChg>
        <pc:grpChg chg="del">
          <ac:chgData name="强 李" userId="cd6c7ec7188785ae" providerId="LiveId" clId="{1F788608-16AE-484E-BA0E-693D8C33E910}" dt="2024-08-23T11:31:25.855" v="303" actId="478"/>
          <ac:grpSpMkLst>
            <pc:docMk/>
            <pc:sldMk cId="3418790839" sldId="554"/>
            <ac:grpSpMk id="4" creationId="{67CFBFED-23BA-58E2-0492-595457A1DA5E}"/>
          </ac:grpSpMkLst>
        </pc:grpChg>
        <pc:grpChg chg="del">
          <ac:chgData name="强 李" userId="cd6c7ec7188785ae" providerId="LiveId" clId="{1F788608-16AE-484E-BA0E-693D8C33E910}" dt="2024-08-23T11:31:39.655" v="306" actId="478"/>
          <ac:grpSpMkLst>
            <pc:docMk/>
            <pc:sldMk cId="3418790839" sldId="554"/>
            <ac:grpSpMk id="6" creationId="{56CD5BD2-A0CC-7D0E-3BD1-0613845A3BF3}"/>
          </ac:grpSpMkLst>
        </pc:grpChg>
        <pc:grpChg chg="del">
          <ac:chgData name="强 李" userId="cd6c7ec7188785ae" providerId="LiveId" clId="{1F788608-16AE-484E-BA0E-693D8C33E910}" dt="2024-08-23T11:31:40.574" v="307" actId="478"/>
          <ac:grpSpMkLst>
            <pc:docMk/>
            <pc:sldMk cId="3418790839" sldId="554"/>
            <ac:grpSpMk id="7" creationId="{4910B73A-3062-7867-777F-E107D91F1F13}"/>
          </ac:grpSpMkLst>
        </pc:grpChg>
        <pc:graphicFrameChg chg="add mod modGraphic">
          <ac:chgData name="强 李" userId="cd6c7ec7188785ae" providerId="LiveId" clId="{1F788608-16AE-484E-BA0E-693D8C33E910}" dt="2024-08-24T02:43:55.075" v="876"/>
          <ac:graphicFrameMkLst>
            <pc:docMk/>
            <pc:sldMk cId="3418790839" sldId="554"/>
            <ac:graphicFrameMk id="3" creationId="{7EB314CC-7FA2-2824-BC32-28291A20FBE2}"/>
          </ac:graphicFrameMkLst>
        </pc:graphicFrameChg>
        <pc:cxnChg chg="del mod">
          <ac:chgData name="强 李" userId="cd6c7ec7188785ae" providerId="LiveId" clId="{1F788608-16AE-484E-BA0E-693D8C33E910}" dt="2024-08-23T11:31:41.915" v="308" actId="478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  <pc:spChg chg="mod">
          <ac:chgData name="强 李" userId="cd6c7ec7188785ae" providerId="LiveId" clId="{1F788608-16AE-484E-BA0E-693D8C33E910}" dt="2024-08-22T09:14:03.896" v="0" actId="6549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  <pc:spChg chg="mod">
          <ac:chgData name="强 李" userId="cd6c7ec7188785ae" providerId="LiveId" clId="{1F788608-16AE-484E-BA0E-693D8C33E910}" dt="2024-08-24T02:59:04.488" v="1103" actId="6549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  <pc:spChg chg="mod">
          <ac:chgData name="强 李" userId="cd6c7ec7188785ae" providerId="LiveId" clId="{1F788608-16AE-484E-BA0E-693D8C33E910}" dt="2024-08-24T02:56:14.606" v="992" actId="1036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2:56:20.267" v="1006" actId="1035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1F788608-16AE-484E-BA0E-693D8C33E910}" dt="2024-08-24T03:01:59.493" v="119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1F788608-16AE-484E-BA0E-693D8C33E910}" dt="2024-08-24T02:56:34.016" v="1042" actId="1035"/>
          <ac:spMkLst>
            <pc:docMk/>
            <pc:sldMk cId="3921434846" sldId="587"/>
            <ac:spMk id="5" creationId="{EA83E63F-1A84-4C77-F88A-67457B349D94}"/>
          </ac:spMkLst>
        </pc:spChg>
        <pc:spChg chg="del">
          <ac:chgData name="强 李" userId="cd6c7ec7188785ae" providerId="LiveId" clId="{1F788608-16AE-484E-BA0E-693D8C33E910}" dt="2024-08-24T02:55:07.630" v="966" actId="478"/>
          <ac:spMkLst>
            <pc:docMk/>
            <pc:sldMk cId="3921434846" sldId="587"/>
            <ac:spMk id="7" creationId="{A3AF7693-1B01-A7BF-B591-CA40ADA64FCF}"/>
          </ac:spMkLst>
        </pc:spChg>
        <pc:spChg chg="mod">
          <ac:chgData name="强 李" userId="cd6c7ec7188785ae" providerId="LiveId" clId="{1F788608-16AE-484E-BA0E-693D8C33E910}" dt="2024-08-24T02:56:30.188" v="1033" actId="1035"/>
          <ac:spMkLst>
            <pc:docMk/>
            <pc:sldMk cId="3921434846" sldId="587"/>
            <ac:spMk id="8" creationId="{16D8AC54-27F5-A2FE-FDAD-C66FFAE80155}"/>
          </ac:spMkLst>
        </pc:spChg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  <pc:spChg chg="mod">
          <ac:chgData name="强 李" userId="cd6c7ec7188785ae" providerId="LiveId" clId="{1F788608-16AE-484E-BA0E-693D8C33E910}" dt="2024-08-23T11:44:40.504" v="696" actId="20577"/>
          <ac:spMkLst>
            <pc:docMk/>
            <pc:sldMk cId="534191096" sldId="589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42:36.228" v="448" actId="478"/>
          <ac:spMkLst>
            <pc:docMk/>
            <pc:sldMk cId="534191096" sldId="589"/>
            <ac:spMk id="3" creationId="{1AB8738D-A1FE-4D54-0F21-BB9DBE4AC2AD}"/>
          </ac:spMkLst>
        </pc:spChg>
        <pc:spChg chg="del">
          <ac:chgData name="强 李" userId="cd6c7ec7188785ae" providerId="LiveId" clId="{1F788608-16AE-484E-BA0E-693D8C33E910}" dt="2024-08-23T11:42:33.255" v="444" actId="478"/>
          <ac:spMkLst>
            <pc:docMk/>
            <pc:sldMk cId="534191096" sldId="589"/>
            <ac:spMk id="4" creationId="{EAC312E4-EEF7-BC10-CF40-D9DFE5074984}"/>
          </ac:spMkLst>
        </pc:spChg>
        <pc:spChg chg="del">
          <ac:chgData name="强 李" userId="cd6c7ec7188785ae" providerId="LiveId" clId="{1F788608-16AE-484E-BA0E-693D8C33E910}" dt="2024-08-23T11:42:35.621" v="447" actId="478"/>
          <ac:spMkLst>
            <pc:docMk/>
            <pc:sldMk cId="534191096" sldId="589"/>
            <ac:spMk id="5" creationId="{713DDF87-D3EF-705D-B73A-8E85BB5DCB86}"/>
          </ac:spMkLst>
        </pc:spChg>
        <pc:spChg chg="del">
          <ac:chgData name="强 李" userId="cd6c7ec7188785ae" providerId="LiveId" clId="{1F788608-16AE-484E-BA0E-693D8C33E910}" dt="2024-08-23T11:42:34.895" v="446" actId="478"/>
          <ac:spMkLst>
            <pc:docMk/>
            <pc:sldMk cId="534191096" sldId="589"/>
            <ac:spMk id="6" creationId="{1583CA6D-E2C8-47E3-C865-AB9466112C52}"/>
          </ac:spMkLst>
        </pc:spChg>
        <pc:spChg chg="del">
          <ac:chgData name="强 李" userId="cd6c7ec7188785ae" providerId="LiveId" clId="{1F788608-16AE-484E-BA0E-693D8C33E910}" dt="2024-08-23T11:42:34.285" v="445" actId="478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  <pc:spChg chg="mod">
          <ac:chgData name="强 李" userId="cd6c7ec7188785ae" providerId="LiveId" clId="{1F788608-16AE-484E-BA0E-693D8C33E910}" dt="2024-08-24T03:05:09.231" v="1246" actId="20577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  <pc:spChg chg="mod">
          <ac:chgData name="强 李" userId="cd6c7ec7188785ae" providerId="LiveId" clId="{1F788608-16AE-484E-BA0E-693D8C33E910}" dt="2024-08-24T03:06:46.135" v="1249" actId="11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  <pc:spChg chg="mod">
          <ac:chgData name="强 李" userId="cd6c7ec7188785ae" providerId="LiveId" clId="{1F788608-16AE-484E-BA0E-693D8C33E910}" dt="2024-08-23T11:38:40.102" v="386" actId="20577"/>
          <ac:spMkLst>
            <pc:docMk/>
            <pc:sldMk cId="4046377894" sldId="592"/>
            <ac:spMk id="2" creationId="{00000000-0000-0000-0000-000000000000}"/>
          </ac:spMkLst>
        </pc:spChg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  <pc:spChg chg="add del 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3" creationId="{FF9BF7C3-9929-69BC-A1CA-30EBD45BF72F}"/>
          </ac:spMkLst>
        </pc:spChg>
        <pc:spChg chg="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18" creationId="{00000000-0000-0000-0000-000000000000}"/>
          </ac:spMkLst>
        </pc:spChg>
        <pc:graphicFrameChg chg="add del">
          <ac:chgData name="强 李" userId="cd6c7ec7188785ae" providerId="LiveId" clId="{1F788608-16AE-484E-BA0E-693D8C33E910}" dt="2024-08-23T10:44:13.138" v="206" actId="26606"/>
          <ac:graphicFrameMkLst>
            <pc:docMk/>
            <pc:sldMk cId="245500765" sldId="597"/>
            <ac:graphicFrameMk id="20" creationId="{90DF2DD1-0DF1-DEFE-EC3D-9E6F38B41F0D}"/>
          </ac:graphicFrameMkLst>
        </pc:graphicFrameChg>
        <pc:graphicFrameChg chg="add mod">
          <ac:chgData name="强 李" userId="cd6c7ec7188785ae" providerId="LiveId" clId="{1F788608-16AE-484E-BA0E-693D8C33E910}" dt="2024-08-23T11:27:52.918" v="251"/>
          <ac:graphicFrameMkLst>
            <pc:docMk/>
            <pc:sldMk cId="245500765" sldId="597"/>
            <ac:graphicFrameMk id="22" creationId="{9B09CA8F-84BF-FB29-2D15-27930842A84B}"/>
          </ac:graphicFrameMkLst>
        </pc:graphicFrameChg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8" creationId="{18B966AB-7D3A-E7C3-B2B0-BBE50B313EC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9" creationId="{1F5B6856-AF8A-4085-2AF6-D259C7449B9E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0" creationId="{7BEE8677-CFAD-6942-832E-87D52B896121}"/>
          </ac:spMkLst>
        </pc:spChg>
        <pc:spChg chg="mod">
          <ac:chgData name="强 李" userId="cd6c7ec7188785ae" providerId="LiveId" clId="{1F788608-16AE-484E-BA0E-693D8C33E910}" dt="2024-08-24T02:46:11.460" v="884" actId="108"/>
          <ac:spMkLst>
            <pc:docMk/>
            <pc:sldMk cId="3965997736" sldId="598"/>
            <ac:spMk id="11" creationId="{3CAB36DD-1A23-5A1B-C9B0-3F43FAF7A79F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2" creationId="{90FC4EF0-0582-7DC7-F53E-9A1A4B9AFC50}"/>
          </ac:spMkLst>
        </pc:spChg>
        <pc:spChg chg="mod">
          <ac:chgData name="强 李" userId="cd6c7ec7188785ae" providerId="LiveId" clId="{1F788608-16AE-484E-BA0E-693D8C33E910}" dt="2024-08-24T02:45:59.211" v="883" actId="108"/>
          <ac:spMkLst>
            <pc:docMk/>
            <pc:sldMk cId="3965997736" sldId="598"/>
            <ac:spMk id="13" creationId="{7DAB6BBF-A107-5EDA-C988-F2FCC0FA4ADA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8" creationId="{00000000-0000-0000-0000-000000000000}"/>
          </ac:spMkLst>
        </pc:spChg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  <pc:spChg chg="mod">
          <ac:chgData name="强 李" userId="cd6c7ec7188785ae" providerId="LiveId" clId="{1F788608-16AE-484E-BA0E-693D8C33E910}" dt="2024-08-24T03:03:27.979" v="1244"/>
          <ac:spMkLst>
            <pc:docMk/>
            <pc:sldMk cId="4003489816" sldId="599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3" creationId="{1AB8738D-A1FE-4D54-0F21-BB9DBE4AC2AD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4" creationId="{EAC312E4-EEF7-BC10-CF40-D9DFE5074984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5" creationId="{713DDF87-D3EF-705D-B73A-8E85BB5DCB86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6" creationId="{1583CA6D-E2C8-47E3-C865-AB9466112C52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7" creationId="{B2718F15-7977-70BB-162C-9682D1DBB0BD}"/>
          </ac:spMkLst>
        </pc:spChg>
        <pc:spChg chg="add mod">
          <ac:chgData name="强 李" userId="cd6c7ec7188785ae" providerId="LiveId" clId="{1F788608-16AE-484E-BA0E-693D8C33E910}" dt="2024-08-23T11:52:56.811" v="828"/>
          <ac:spMkLst>
            <pc:docMk/>
            <pc:sldMk cId="4003489816" sldId="599"/>
            <ac:spMk id="8" creationId="{5DDE919E-77A8-9BCA-6BF5-389C08FDA91D}"/>
          </ac:spMkLst>
        </pc:spChg>
        <pc:spChg chg="del">
          <ac:chgData name="强 李" userId="cd6c7ec7188785ae" providerId="LiveId" clId="{1F788608-16AE-484E-BA0E-693D8C33E910}" dt="2024-08-23T11:52:56.477" v="827" actId="478"/>
          <ac:spMkLst>
            <pc:docMk/>
            <pc:sldMk cId="4003489816" sldId="599"/>
            <ac:spMk id="18" creationId="{00000000-0000-0000-0000-000000000000}"/>
          </ac:spMkLst>
        </pc:spChg>
        <pc:grpChg chg="add mod">
          <ac:chgData name="强 李" userId="cd6c7ec7188785ae" providerId="LiveId" clId="{1F788608-16AE-484E-BA0E-693D8C33E910}" dt="2024-08-24T03:03:11.101" v="1237" actId="164"/>
          <ac:grpSpMkLst>
            <pc:docMk/>
            <pc:sldMk cId="4003489816" sldId="599"/>
            <ac:grpSpMk id="9" creationId="{53045446-0679-C760-647C-004E6EEE9EBF}"/>
          </ac:grpSpMkLst>
        </pc:gr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  <pc:spChg chg="del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18" creationId="{00000000-0000-0000-0000-000000000000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4" creationId="{7517A47C-B2E5-4B79-8061-D74B1311AF6E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6" creationId="{C505E780-2083-4CB5-A42A-5E0E2908ECC3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8" creationId="{D2C0AE1C-0118-41AE-8A10-7CDCBF10E96F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30" creationId="{463EEC44-1BA3-44ED-81FC-A644B04B2A44}"/>
          </ac:spMkLst>
        </pc:spChg>
        <pc:graphicFrameChg chg="add">
          <ac:chgData name="强 李" userId="cd6c7ec7188785ae" providerId="LiveId" clId="{1F788608-16AE-484E-BA0E-693D8C33E910}" dt="2024-08-24T03:13:13.446" v="1411" actId="26606"/>
          <ac:graphicFrameMkLst>
            <pc:docMk/>
            <pc:sldMk cId="1048211412" sldId="600"/>
            <ac:graphicFrameMk id="20" creationId="{221E2FA2-21A7-9A95-E0D8-63102CBE5389}"/>
          </ac:graphicFrameMkLst>
        </pc:graphicFrameChg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  <pc:spChg chg="mod">
          <ac:chgData name="强 李" userId="cd6c7ec7188785ae" providerId="LiveId" clId="{1F788608-16AE-484E-BA0E-693D8C33E910}" dt="2024-08-24T03:18:18.576" v="1552" actId="6549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8:54.421" v="1559" actId="1035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外在表现反映了内在认识吗？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你有没有思想过永恒和今生？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altLang="zh-CN" sz="2800" b="1" dirty="0"/>
            <a:t>2. </a:t>
          </a:r>
          <a:r>
            <a:rPr lang="zh-CN" sz="2800" b="1" dirty="0"/>
            <a:t>经文从</a:t>
          </a:r>
          <a:r>
            <a:rPr lang="en-US" sz="2800" b="1" dirty="0"/>
            <a:t>13</a:t>
          </a:r>
          <a:r>
            <a:rPr lang="zh-CN" sz="2800" b="1" dirty="0"/>
            <a:t>节到</a:t>
          </a:r>
          <a:r>
            <a:rPr lang="en-US" sz="2800" b="1" dirty="0"/>
            <a:t>22</a:t>
          </a:r>
          <a:r>
            <a:rPr lang="zh-CN" sz="2800" b="1" dirty="0"/>
            <a:t>节对我们提出的三个命令是什么？</a:t>
          </a:r>
          <a:endParaRPr lang="en-US" sz="2800" b="1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600" b="1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600" b="1"/>
        </a:p>
      </dgm:t>
    </dgm:pt>
    <dgm:pt modelId="{74982DA8-69FD-4613-A503-8C299FE55366}">
      <dgm:prSet custT="1"/>
      <dgm:spPr/>
      <dgm:t>
        <a:bodyPr/>
        <a:lstStyle/>
        <a:p>
          <a:r>
            <a:rPr lang="en-US" sz="2800" b="1" dirty="0"/>
            <a:t>3. </a:t>
          </a:r>
          <a:r>
            <a:rPr lang="zh-CN" sz="2800" b="1" dirty="0"/>
            <a:t>个人如何回应彼得对我们的要求（建议有具体内容、要求和时间节点）？</a:t>
          </a:r>
          <a:endParaRPr lang="en-US" sz="2800" b="1" dirty="0"/>
        </a:p>
      </dgm:t>
    </dgm:pt>
    <dgm:pt modelId="{B53015F6-A74B-43A1-9324-9EA86A44CBC3}" type="sibTrans" cxnId="{D1A5C339-A9A6-453D-875E-D104C5E21575}">
      <dgm:prSet/>
      <dgm:spPr/>
      <dgm:t>
        <a:bodyPr/>
        <a:lstStyle/>
        <a:p>
          <a:endParaRPr lang="en-US" sz="3600" b="1"/>
        </a:p>
      </dgm:t>
    </dgm:pt>
    <dgm:pt modelId="{68F55F50-5FE8-465A-A335-8CE6EC9F4876}" type="parTrans" cxnId="{D1A5C339-A9A6-453D-875E-D104C5E21575}">
      <dgm:prSet/>
      <dgm:spPr/>
      <dgm:t>
        <a:bodyPr/>
        <a:lstStyle/>
        <a:p>
          <a:endParaRPr lang="en-US" sz="3600" b="1"/>
        </a:p>
      </dgm:t>
    </dgm:pt>
    <dgm:pt modelId="{1BD2C2BE-D1DB-44A1-A52A-A722D32DCBC6}">
      <dgm:prSet custT="1"/>
      <dgm:spPr/>
      <dgm:t>
        <a:bodyPr/>
        <a:lstStyle/>
        <a:p>
          <a:r>
            <a:rPr lang="en-US" altLang="zh-CN" sz="2800" b="1" dirty="0"/>
            <a:t>1.</a:t>
          </a:r>
          <a:r>
            <a:rPr lang="zh-CN" altLang="en-US" sz="2800" b="1" dirty="0"/>
            <a:t>人如何才能洁净自己的心（方式、内容）？</a:t>
          </a:r>
          <a:endParaRPr lang="en-US" sz="2800" b="1" dirty="0"/>
        </a:p>
      </dgm:t>
    </dgm:pt>
    <dgm:pt modelId="{F295D86C-A72D-4FE1-BA0F-ECD2D1B9C750}" type="par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AEDDFA7B-84F9-476C-A965-8E5CC57127E9}" type="sib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9134DFA7-315A-455C-8F1E-BFFCB82F4F45}" type="pres">
      <dgm:prSet presAssocID="{1BD2C2BE-D1DB-44A1-A52A-A722D32DCBC6}" presName="parentLin" presStyleCnt="0"/>
      <dgm:spPr/>
    </dgm:pt>
    <dgm:pt modelId="{D51987C1-F5DF-469C-A830-CDBF3FD9E040}" type="pres">
      <dgm:prSet presAssocID="{1BD2C2BE-D1DB-44A1-A52A-A722D32DCBC6}" presName="parentLeftMargin" presStyleLbl="node1" presStyleIdx="0" presStyleCnt="3"/>
      <dgm:spPr/>
    </dgm:pt>
    <dgm:pt modelId="{F537915A-F02E-4C70-B158-3DD0830C6921}" type="pres">
      <dgm:prSet presAssocID="{1BD2C2BE-D1DB-44A1-A52A-A722D32DCBC6}" presName="parentText" presStyleLbl="node1" presStyleIdx="0" presStyleCnt="3" custScaleX="142857">
        <dgm:presLayoutVars>
          <dgm:chMax val="0"/>
          <dgm:bulletEnabled val="1"/>
        </dgm:presLayoutVars>
      </dgm:prSet>
      <dgm:spPr/>
    </dgm:pt>
    <dgm:pt modelId="{66D370ED-B6F4-4B0D-864E-171D2A337CC1}" type="pres">
      <dgm:prSet presAssocID="{1BD2C2BE-D1DB-44A1-A52A-A722D32DCBC6}" presName="negativeSpace" presStyleCnt="0"/>
      <dgm:spPr/>
    </dgm:pt>
    <dgm:pt modelId="{82564448-F98C-468D-8F9B-875EAB96C2D0}" type="pres">
      <dgm:prSet presAssocID="{1BD2C2BE-D1DB-44A1-A52A-A722D32DCBC6}" presName="childText" presStyleLbl="conFgAcc1" presStyleIdx="0" presStyleCnt="3">
        <dgm:presLayoutVars>
          <dgm:bulletEnabled val="1"/>
        </dgm:presLayoutVars>
      </dgm:prSet>
      <dgm:spPr/>
    </dgm:pt>
    <dgm:pt modelId="{13F66DDF-9AF5-40E5-AEEB-44A134952028}" type="pres">
      <dgm:prSet presAssocID="{AEDDFA7B-84F9-476C-A965-8E5CC57127E9}" presName="spaceBetweenRectangles" presStyleCnt="0"/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3"/>
      <dgm:spPr/>
    </dgm:pt>
    <dgm:pt modelId="{D380AF95-F959-4D0A-B7E1-7422A5B1EAB9}" type="pres">
      <dgm:prSet presAssocID="{C176FC01-0F21-475B-85EA-274FB5949CEE}" presName="parentText" presStyleLbl="node1" presStyleIdx="1" presStyleCnt="3" custScaleX="142857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1" presStyleCnt="3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A82C0C93-3AC6-487C-AC31-CE906AAEFBA1}" type="pres">
      <dgm:prSet presAssocID="{74982DA8-69FD-4613-A503-8C299FE55366}" presName="parentLin" presStyleCnt="0"/>
      <dgm:spPr/>
    </dgm:pt>
    <dgm:pt modelId="{0FC55B0C-8B97-4275-8596-A379BFA6805B}" type="pres">
      <dgm:prSet presAssocID="{74982DA8-69FD-4613-A503-8C299FE55366}" presName="parentLeftMargin" presStyleLbl="node1" presStyleIdx="1" presStyleCnt="3"/>
      <dgm:spPr/>
    </dgm:pt>
    <dgm:pt modelId="{8EB4FA3E-C890-4823-B918-12AD6C8AC679}" type="pres">
      <dgm:prSet presAssocID="{74982DA8-69FD-4613-A503-8C299FE55366}" presName="parentText" presStyleLbl="node1" presStyleIdx="2" presStyleCnt="3" custScaleX="142857" custScaleY="143678">
        <dgm:presLayoutVars>
          <dgm:chMax val="0"/>
          <dgm:bulletEnabled val="1"/>
        </dgm:presLayoutVars>
      </dgm:prSet>
      <dgm:spPr/>
    </dgm:pt>
    <dgm:pt modelId="{478C0771-F5EC-4737-A829-E18FDA524713}" type="pres">
      <dgm:prSet presAssocID="{74982DA8-69FD-4613-A503-8C299FE55366}" presName="negativeSpace" presStyleCnt="0"/>
      <dgm:spPr/>
    </dgm:pt>
    <dgm:pt modelId="{A6289FCF-E881-4296-BAC6-1269D379F35F}" type="pres">
      <dgm:prSet presAssocID="{74982DA8-69FD-4613-A503-8C299FE5536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1A5C339-A9A6-453D-875E-D104C5E21575}" srcId="{0FFEBC65-5800-49C2-ACE8-714124562FFC}" destId="{74982DA8-69FD-4613-A503-8C299FE55366}" srcOrd="2" destOrd="0" parTransId="{68F55F50-5FE8-465A-A335-8CE6EC9F4876}" sibTransId="{B53015F6-A74B-43A1-9324-9EA86A44CBC3}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8D99CE84-D880-49AD-85A0-AA4A2DBDAB28}" type="presOf" srcId="{74982DA8-69FD-4613-A503-8C299FE55366}" destId="{8EB4FA3E-C890-4823-B918-12AD6C8AC679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96E8A9A3-C6B6-4D6B-ADF5-DA797B4F98B3}" type="presOf" srcId="{1BD2C2BE-D1DB-44A1-A52A-A722D32DCBC6}" destId="{D51987C1-F5DF-469C-A830-CDBF3FD9E040}" srcOrd="0" destOrd="0" presId="urn:microsoft.com/office/officeart/2005/8/layout/list1"/>
    <dgm:cxn modelId="{B594F1BB-1A14-405C-BBDF-D80CF027887F}" srcId="{0FFEBC65-5800-49C2-ACE8-714124562FFC}" destId="{1BD2C2BE-D1DB-44A1-A52A-A722D32DCBC6}" srcOrd="0" destOrd="0" parTransId="{F295D86C-A72D-4FE1-BA0F-ECD2D1B9C750}" sibTransId="{AEDDFA7B-84F9-476C-A965-8E5CC57127E9}"/>
    <dgm:cxn modelId="{C74143CD-6612-4200-855F-008CD44AD518}" type="presOf" srcId="{74982DA8-69FD-4613-A503-8C299FE55366}" destId="{0FC55B0C-8B97-4275-8596-A379BFA6805B}" srcOrd="0" destOrd="0" presId="urn:microsoft.com/office/officeart/2005/8/layout/list1"/>
    <dgm:cxn modelId="{99AC38F6-1CFB-4076-9029-E344EB8B6F7E}" type="presOf" srcId="{1BD2C2BE-D1DB-44A1-A52A-A722D32DCBC6}" destId="{F537915A-F02E-4C70-B158-3DD0830C6921}" srcOrd="1" destOrd="0" presId="urn:microsoft.com/office/officeart/2005/8/layout/list1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1" destOrd="0" parTransId="{D1D38E7F-16EA-4301-BBA5-CA2CF10E48D8}" sibTransId="{CFDA8DFF-2E53-463E-9C51-FEB63EFB3957}"/>
    <dgm:cxn modelId="{189D8AA7-6F8C-4B14-9598-3AFBA88BCCA4}" type="presParOf" srcId="{1F12DA8F-2D73-42EB-96BB-B7F23E046792}" destId="{9134DFA7-315A-455C-8F1E-BFFCB82F4F45}" srcOrd="0" destOrd="0" presId="urn:microsoft.com/office/officeart/2005/8/layout/list1"/>
    <dgm:cxn modelId="{FD7AD0AA-BF06-45F3-BD09-9BF4684BC096}" type="presParOf" srcId="{9134DFA7-315A-455C-8F1E-BFFCB82F4F45}" destId="{D51987C1-F5DF-469C-A830-CDBF3FD9E040}" srcOrd="0" destOrd="0" presId="urn:microsoft.com/office/officeart/2005/8/layout/list1"/>
    <dgm:cxn modelId="{6B91E6E4-29B7-46DB-9C41-7F41518F24F3}" type="presParOf" srcId="{9134DFA7-315A-455C-8F1E-BFFCB82F4F45}" destId="{F537915A-F02E-4C70-B158-3DD0830C6921}" srcOrd="1" destOrd="0" presId="urn:microsoft.com/office/officeart/2005/8/layout/list1"/>
    <dgm:cxn modelId="{B9AE5DD0-5A86-43B3-B715-69E34F11DD50}" type="presParOf" srcId="{1F12DA8F-2D73-42EB-96BB-B7F23E046792}" destId="{66D370ED-B6F4-4B0D-864E-171D2A337CC1}" srcOrd="1" destOrd="0" presId="urn:microsoft.com/office/officeart/2005/8/layout/list1"/>
    <dgm:cxn modelId="{6215B631-704B-4034-90D6-71EC7402E2B6}" type="presParOf" srcId="{1F12DA8F-2D73-42EB-96BB-B7F23E046792}" destId="{82564448-F98C-468D-8F9B-875EAB96C2D0}" srcOrd="2" destOrd="0" presId="urn:microsoft.com/office/officeart/2005/8/layout/list1"/>
    <dgm:cxn modelId="{7A74B518-639C-4B89-B591-DDAFED119D5E}" type="presParOf" srcId="{1F12DA8F-2D73-42EB-96BB-B7F23E046792}" destId="{13F66DDF-9AF5-40E5-AEEB-44A134952028}" srcOrd="3" destOrd="0" presId="urn:microsoft.com/office/officeart/2005/8/layout/list1"/>
    <dgm:cxn modelId="{6672B1CE-B335-4A97-9411-A2CC6665F435}" type="presParOf" srcId="{1F12DA8F-2D73-42EB-96BB-B7F23E046792}" destId="{AEC063B2-7783-4155-A879-3FB3B2D793DC}" srcOrd="4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5" destOrd="0" presId="urn:microsoft.com/office/officeart/2005/8/layout/list1"/>
    <dgm:cxn modelId="{BBCD0A6F-6125-4DFF-AA19-1AAAF0D97954}" type="presParOf" srcId="{1F12DA8F-2D73-42EB-96BB-B7F23E046792}" destId="{848F4D12-C394-4ABC-9593-6F1DC924B5B9}" srcOrd="6" destOrd="0" presId="urn:microsoft.com/office/officeart/2005/8/layout/list1"/>
    <dgm:cxn modelId="{4B545FD9-6CA0-460B-81E0-35C8A5EBCA9D}" type="presParOf" srcId="{1F12DA8F-2D73-42EB-96BB-B7F23E046792}" destId="{BCF3AA3D-C523-4447-8B75-EDE1FDCAE301}" srcOrd="7" destOrd="0" presId="urn:microsoft.com/office/officeart/2005/8/layout/list1"/>
    <dgm:cxn modelId="{1159BDB1-882A-47B5-B208-978E9C14685D}" type="presParOf" srcId="{1F12DA8F-2D73-42EB-96BB-B7F23E046792}" destId="{A82C0C93-3AC6-487C-AC31-CE906AAEFBA1}" srcOrd="8" destOrd="0" presId="urn:microsoft.com/office/officeart/2005/8/layout/list1"/>
    <dgm:cxn modelId="{B429EF7F-93F0-4A2B-B177-6DCAE81A74B5}" type="presParOf" srcId="{A82C0C93-3AC6-487C-AC31-CE906AAEFBA1}" destId="{0FC55B0C-8B97-4275-8596-A379BFA6805B}" srcOrd="0" destOrd="0" presId="urn:microsoft.com/office/officeart/2005/8/layout/list1"/>
    <dgm:cxn modelId="{E626B523-FD5B-4E39-ABDA-83ACD1EA6F6D}" type="presParOf" srcId="{A82C0C93-3AC6-487C-AC31-CE906AAEFBA1}" destId="{8EB4FA3E-C890-4823-B918-12AD6C8AC679}" srcOrd="1" destOrd="0" presId="urn:microsoft.com/office/officeart/2005/8/layout/list1"/>
    <dgm:cxn modelId="{33908DDB-FC8F-4D4A-93D7-FA7FC4D21264}" type="presParOf" srcId="{1F12DA8F-2D73-42EB-96BB-B7F23E046792}" destId="{478C0771-F5EC-4737-A829-E18FDA524713}" srcOrd="9" destOrd="0" presId="urn:microsoft.com/office/officeart/2005/8/layout/list1"/>
    <dgm:cxn modelId="{21975FEA-E6B0-4630-9640-5FD796B5A960}" type="presParOf" srcId="{1F12DA8F-2D73-42EB-96BB-B7F23E046792}" destId="{A6289FCF-E881-4296-BAC6-1269D379F35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外在表现反映了内在认识吗？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你有没有思想过永恒和今生？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64448-F98C-468D-8F9B-875EAB96C2D0}">
      <dsp:nvSpPr>
        <dsp:cNvPr id="0" name=""/>
        <dsp:cNvSpPr/>
      </dsp:nvSpPr>
      <dsp:spPr>
        <a:xfrm>
          <a:off x="0" y="618899"/>
          <a:ext cx="9293352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7915A-F02E-4C70-B158-3DD0830C6921}">
      <dsp:nvSpPr>
        <dsp:cNvPr id="0" name=""/>
        <dsp:cNvSpPr/>
      </dsp:nvSpPr>
      <dsp:spPr>
        <a:xfrm>
          <a:off x="442432" y="43259"/>
          <a:ext cx="8848641" cy="1151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1.</a:t>
          </a:r>
          <a:r>
            <a:rPr lang="zh-CN" altLang="en-US" sz="2800" b="1" kern="1200" dirty="0"/>
            <a:t>人如何才能洁净自己的心（方式、内容）？</a:t>
          </a:r>
          <a:endParaRPr lang="en-US" sz="2800" b="1" kern="1200" dirty="0"/>
        </a:p>
      </dsp:txBody>
      <dsp:txXfrm>
        <a:off x="498633" y="99460"/>
        <a:ext cx="8736239" cy="1038878"/>
      </dsp:txXfrm>
    </dsp:sp>
    <dsp:sp modelId="{848F4D12-C394-4ABC-9593-6F1DC924B5B9}">
      <dsp:nvSpPr>
        <dsp:cNvPr id="0" name=""/>
        <dsp:cNvSpPr/>
      </dsp:nvSpPr>
      <dsp:spPr>
        <a:xfrm>
          <a:off x="0" y="2387939"/>
          <a:ext cx="9293352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442432" y="1812299"/>
          <a:ext cx="8848641" cy="1151280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2. </a:t>
          </a:r>
          <a:r>
            <a:rPr lang="zh-CN" sz="2800" b="1" kern="1200" dirty="0"/>
            <a:t>经文从</a:t>
          </a:r>
          <a:r>
            <a:rPr lang="en-US" sz="2800" b="1" kern="1200" dirty="0"/>
            <a:t>13</a:t>
          </a:r>
          <a:r>
            <a:rPr lang="zh-CN" sz="2800" b="1" kern="1200" dirty="0"/>
            <a:t>节到</a:t>
          </a:r>
          <a:r>
            <a:rPr lang="en-US" sz="2800" b="1" kern="1200" dirty="0"/>
            <a:t>22</a:t>
          </a:r>
          <a:r>
            <a:rPr lang="zh-CN" sz="2800" b="1" kern="1200" dirty="0"/>
            <a:t>节对我们提出的三个命令是什么？</a:t>
          </a:r>
          <a:endParaRPr lang="en-US" sz="2800" b="1" kern="1200" dirty="0"/>
        </a:p>
      </dsp:txBody>
      <dsp:txXfrm>
        <a:off x="498633" y="1868500"/>
        <a:ext cx="8736239" cy="1038878"/>
      </dsp:txXfrm>
    </dsp:sp>
    <dsp:sp modelId="{A6289FCF-E881-4296-BAC6-1269D379F35F}">
      <dsp:nvSpPr>
        <dsp:cNvPr id="0" name=""/>
        <dsp:cNvSpPr/>
      </dsp:nvSpPr>
      <dsp:spPr>
        <a:xfrm>
          <a:off x="0" y="4659836"/>
          <a:ext cx="9293352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4FA3E-C890-4823-B918-12AD6C8AC679}">
      <dsp:nvSpPr>
        <dsp:cNvPr id="0" name=""/>
        <dsp:cNvSpPr/>
      </dsp:nvSpPr>
      <dsp:spPr>
        <a:xfrm>
          <a:off x="442432" y="3581339"/>
          <a:ext cx="8848641" cy="1654136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3. </a:t>
          </a:r>
          <a:r>
            <a:rPr lang="zh-CN" sz="2800" b="1" kern="1200" dirty="0"/>
            <a:t>个人如何回应彼得对我们的要求（建议有具体内容、要求和时间节点）？</a:t>
          </a:r>
          <a:endParaRPr lang="en-US" sz="2800" b="1" kern="1200" dirty="0"/>
        </a:p>
      </dsp:txBody>
      <dsp:txXfrm>
        <a:off x="523180" y="3662087"/>
        <a:ext cx="8687145" cy="1492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2024/9/22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，身体健康状态。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，我们现在将来。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2024/9/22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2024/9/22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2024/9/22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2024/9/22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2024/9/22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2024/9/22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1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883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经文：彼前一章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22~25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fld id="{88256563-0538-44E2-8648-D6C63C24681B}" type="datetime2">
              <a:rPr lang="zh-CN" altLang="zh-CN" sz="200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2024年9月22日</a:t>
            </a:fld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4926464" y="2295027"/>
            <a:ext cx="7265536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存清洁的心，彼此相爱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460066" y="139761"/>
            <a:ext cx="5731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经文：彼前一</a:t>
            </a:r>
            <a:r>
              <a:rPr lang="en-US" altLang="zh-CN" sz="4800" b="1" dirty="0"/>
              <a:t>22~25</a:t>
            </a:r>
            <a:endParaRPr lang="zh-CN" altLang="zh-CN" sz="4800" dirty="0"/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2011818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83868" y="139761"/>
            <a:ext cx="566879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经文：彼前一</a:t>
            </a:r>
            <a:r>
              <a:rPr lang="en-US" altLang="zh-CN" sz="4800" b="1" dirty="0"/>
              <a:t>22~25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4555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1:22】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既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</a:t>
            </a:r>
            <a:r>
              <a:rPr lang="zh-CN" altLang="en-US" sz="28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顺从真理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28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洁净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了自己的心，以致爱弟兄没有虚假，就当从心里</a:t>
            </a:r>
            <a:r>
              <a:rPr lang="zh-CN" altLang="en-US" sz="28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彼此切实相爱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（“从心里”有古卷作“从清洁的心”）。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1:23】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你们蒙了重生，不是由于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能坏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的种子，乃是由于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不能坏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的种子，是藉着　神活泼常存的道。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1:24】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因为：“凡有血气的，尽都如草，他的美荣都像草上的花。草必</a:t>
            </a:r>
            <a:r>
              <a:rPr lang="zh-CN" altLang="en-US" sz="2800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枯干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，花必凋谢；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1:25】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惟有主的道是</a:t>
            </a:r>
            <a:r>
              <a:rPr lang="zh-CN" altLang="en-US" sz="2800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永存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的。”所传给你们的福音就是这道。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7589" y="2730186"/>
            <a:ext cx="4174198" cy="13976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一：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22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，命令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3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二：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23~25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主的道是永存的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057177" y="1311965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581816"/>
            <a:ext cx="8043382" cy="1391244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507587"/>
              <a:ext cx="13032332" cy="10830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1:22】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你们既因顺从真理，洁净了自己的心，以致爱弟兄没有虚假，就当从心里彼此切实相爱（“从心里”有古卷作“从清洁的心”）。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3236330"/>
            <a:ext cx="7977048" cy="2284022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896261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1:23】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你们蒙了重生，不是由于能坏的种子，乃是由于不能坏的种子，是藉着　神活泼常存的道。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1:24】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因为：“凡有血气的，尽都如草，他的美荣都像草上的花。草必枯干，花必凋谢；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1:25】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惟有主的道是永存的。”所传给你们的福音就是这道。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钥节：【彼前一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彼此切实相爱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9CC1E38-202F-40CF-CD43-27927F4D1FA5}"/>
              </a:ext>
            </a:extLst>
          </p:cNvPr>
          <p:cNvSpPr/>
          <p:nvPr/>
        </p:nvSpPr>
        <p:spPr>
          <a:xfrm>
            <a:off x="589457" y="1188968"/>
            <a:ext cx="10828867" cy="372533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272FBC-B21D-C369-0141-9585E0210DD1}"/>
              </a:ext>
            </a:extLst>
          </p:cNvPr>
          <p:cNvSpPr txBox="1"/>
          <p:nvPr/>
        </p:nvSpPr>
        <p:spPr>
          <a:xfrm>
            <a:off x="5181641" y="1575111"/>
            <a:ext cx="3959191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存敬畏的心</a:t>
            </a:r>
            <a:endPara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747875" y="2297899"/>
            <a:ext cx="3959191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你们要圣洁</a:t>
            </a:r>
            <a:endParaRPr lang="zh-CN" altLang="en-US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813ADE0C-0A95-8BE0-FCB2-CDA44CEA64A3}"/>
              </a:ext>
            </a:extLst>
          </p:cNvPr>
          <p:cNvSpPr/>
          <p:nvPr/>
        </p:nvSpPr>
        <p:spPr>
          <a:xfrm>
            <a:off x="9965384" y="1340593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二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7176265-B58D-673F-0145-44DE61D798A1}"/>
              </a:ext>
            </a:extLst>
          </p:cNvPr>
          <p:cNvGrpSpPr/>
          <p:nvPr/>
        </p:nvGrpSpPr>
        <p:grpSpPr>
          <a:xfrm>
            <a:off x="5181642" y="3008609"/>
            <a:ext cx="5703664" cy="840782"/>
            <a:chOff x="4264700" y="4682212"/>
            <a:chExt cx="5703664" cy="840782"/>
          </a:xfrm>
        </p:grpSpPr>
        <p:sp>
          <p:nvSpPr>
            <p:cNvPr id="2" name="文本框 1"/>
            <p:cNvSpPr txBox="1"/>
            <p:nvPr>
              <p:custDataLst>
                <p:tags r:id="rId3"/>
              </p:custDataLst>
            </p:nvPr>
          </p:nvSpPr>
          <p:spPr>
            <a:xfrm>
              <a:off x="4264700" y="4872175"/>
              <a:ext cx="3959191" cy="6508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200" b="1" dirty="0">
                  <a:solidFill>
                    <a:srgbClr val="00000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+mn-ea"/>
                  <a:sym typeface="+mn-lt"/>
                </a:rPr>
                <a:t>彼此切实相爱</a:t>
              </a:r>
              <a:endParaRPr lang="en-US" altLang="zh-CN" sz="28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endParaRPr>
            </a:p>
          </p:txBody>
        </p:sp>
        <p:sp>
          <p:nvSpPr>
            <p:cNvPr id="7" name="标注: 弯曲线形 6">
              <a:extLst>
                <a:ext uri="{FF2B5EF4-FFF2-40B4-BE49-F238E27FC236}">
                  <a16:creationId xmlns:a16="http://schemas.microsoft.com/office/drawing/2014/main" id="{F80DDDB8-F32B-B7A7-73DA-9790F3B5DCB3}"/>
                </a:ext>
              </a:extLst>
            </p:cNvPr>
            <p:cNvSpPr/>
            <p:nvPr/>
          </p:nvSpPr>
          <p:spPr>
            <a:xfrm>
              <a:off x="9053964" y="4682212"/>
              <a:ext cx="914400" cy="612648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79333"/>
                <a:gd name="adj6" fmla="val -91111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三</a:t>
              </a:r>
            </a:p>
          </p:txBody>
        </p:sp>
      </p:grpSp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80AFC5C0-E649-FDDA-99E5-171FAB08CA0F}"/>
              </a:ext>
            </a:extLst>
          </p:cNvPr>
          <p:cNvSpPr/>
          <p:nvPr/>
        </p:nvSpPr>
        <p:spPr>
          <a:xfrm>
            <a:off x="2472309" y="1561175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0792"/>
              <a:gd name="adj6" fmla="val -88333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</a:t>
            </a:r>
          </a:p>
        </p:txBody>
      </p:sp>
      <p:sp>
        <p:nvSpPr>
          <p:cNvPr id="13" name="带形: 上凸 12">
            <a:extLst>
              <a:ext uri="{FF2B5EF4-FFF2-40B4-BE49-F238E27FC236}">
                <a16:creationId xmlns:a16="http://schemas.microsoft.com/office/drawing/2014/main" id="{C20498D4-7AA0-18E1-5D4B-FAE5F48E8AC2}"/>
              </a:ext>
            </a:extLst>
          </p:cNvPr>
          <p:cNvSpPr/>
          <p:nvPr/>
        </p:nvSpPr>
        <p:spPr>
          <a:xfrm>
            <a:off x="2953480" y="5011142"/>
            <a:ext cx="3959190" cy="612648"/>
          </a:xfrm>
          <a:prstGeom prst="ribbon2">
            <a:avLst/>
          </a:prstGeom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神的儿女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第一段：彼此切实相爱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007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你们既因顺从真理，洁净了自己的心，以致爱弟兄没有虚假，就当从心里彼此切实相爱（“从心里”有古卷作“从清洁的心”）。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之前的我们：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我们不认识神，行不合理的事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1:24】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所以，　神任凭他们逞着心里的情欲行污秽的事，以致彼此玷辱自己的身体。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1:28】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他们既然故意不认识　神，　神就任凭他们存邪僻的心，行那些不合理的事；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1:32】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他们虽知道　神判定行这样事的人是当死的，然而他们不但自己去行，还喜欢别人去行。</a:t>
            </a:r>
            <a:endParaRPr lang="en-US" altLang="zh-CN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代下</a:t>
            </a:r>
            <a:r>
              <a:rPr lang="en-US" altLang="zh-CN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26:16】</a:t>
            </a:r>
            <a:r>
              <a:rPr lang="zh-CN" altLang="en-US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他既强盛，就心高气傲，以致行事邪僻，干犯耶和华他的　神，进耶和华的殿，要在香坛上烧香。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代下</a:t>
            </a:r>
            <a:r>
              <a:rPr lang="en-US" altLang="zh-CN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26:19】</a:t>
            </a:r>
            <a:r>
              <a:rPr lang="zh-CN" altLang="en-US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乌西雅就发怒，手拿香炉要烧香，他向祭司发怒的时候，在耶和华殿中香坛旁众祭司面前，额上忽然发出大麻风。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现在的我们有没有从这些中改变？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第一段：彼此切实相爱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8995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你们既因顺从真理，洁净了自己的心，以致爱弟兄没有虚假，就当从心里彼此切实相爱（“从心里”有古卷作“从清洁的心”）。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之前的我们：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我们是无知，服侍各样的私欲，彼此相恨。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多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3:3】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我们从前也是无知，悖逆，受迷惑，服侍各样私欲和宴乐，常存恶毒（或作“阴毒”）、嫉妒的心，是可恨的，又是彼此相恨。</a:t>
            </a:r>
            <a:endParaRPr lang="en-US" altLang="zh-CN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4:32】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并要以恩慈相待，存怜悯的心，彼此饶恕，正如　神在基督里饶恕了你们一样。</a:t>
            </a:r>
            <a:endParaRPr lang="en-US" altLang="zh-CN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现在的我们有没有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以恩慈相待，彼此饶恕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？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8305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第一段：彼此切实相爱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3150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你们既因顺从真理，洁净了自己的心，以致爱弟兄没有虚假，就当从心里彼此切实相爱（“从心里”有古卷作“从清洁的心”）。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之前的我们：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随从今世风俗，就是现今悖逆之子心中的邪灵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2:2】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那时，你们在其中行事为人，随从今世的风俗，顺服空中掌权者的首领，就是现今在悖逆之子心中运行的邪灵。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2:3】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我们从前也都在他们中间，放纵肉体的私欲，随着肉体和心中所喜好的去行，本为可怒之子，和别人一样。</a:t>
            </a:r>
            <a:endParaRPr lang="en-US" altLang="zh-CN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现在的我们有没有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随从今世的风俗，放纵肉体的私欲，随着肉体和心中所喜好的去行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？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345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第一段：彼此切实相爱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61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你们既因顺从真理，洁净了自己的心，以致爱弟兄没有虚假，就当从心里彼此切实相爱（“从心里”有古卷作“从清洁的心”）。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“即”：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已经成就了的事实。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我们是否顺从真理？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“因顺从真理”：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认识真理是第一步。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顺从真理是第二步。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a typeface="苹方-简" panose="020B0300000000000000" pitchFamily="34" charset="-122"/>
              </a:rPr>
              <a:t>雅</a:t>
            </a:r>
            <a:r>
              <a:rPr lang="en-US" altLang="zh-CN" dirty="0">
                <a:ea typeface="苹方-简" panose="020B0300000000000000" pitchFamily="34" charset="-122"/>
              </a:rPr>
              <a:t>2:19】</a:t>
            </a:r>
            <a:r>
              <a:rPr lang="zh-CN" altLang="en-US" dirty="0">
                <a:ea typeface="苹方-简" panose="020B0300000000000000" pitchFamily="34" charset="-122"/>
              </a:rPr>
              <a:t>你信　神只有一位，你信的不错；鬼魔也信，却是战惊。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a typeface="苹方-简" panose="020B0300000000000000" pitchFamily="34" charset="-122"/>
              </a:rPr>
              <a:t>腓</a:t>
            </a:r>
            <a:r>
              <a:rPr lang="en-US" altLang="zh-CN" dirty="0">
                <a:ea typeface="苹方-简" panose="020B0300000000000000" pitchFamily="34" charset="-122"/>
              </a:rPr>
              <a:t>1:20】</a:t>
            </a:r>
            <a:r>
              <a:rPr lang="zh-CN" altLang="en-US" dirty="0">
                <a:ea typeface="苹方-简" panose="020B0300000000000000" pitchFamily="34" charset="-122"/>
              </a:rPr>
              <a:t>只要凡事放胆，无论是生是死，总叫基督在我身上照常显大。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a typeface="苹方-简" panose="020B0300000000000000" pitchFamily="34" charset="-122"/>
              </a:rPr>
              <a:t>腓</a:t>
            </a:r>
            <a:r>
              <a:rPr lang="en-US" altLang="zh-CN" dirty="0">
                <a:ea typeface="苹方-简" panose="020B0300000000000000" pitchFamily="34" charset="-122"/>
              </a:rPr>
              <a:t>1:21】</a:t>
            </a:r>
            <a:r>
              <a:rPr lang="zh-CN" altLang="en-US" dirty="0">
                <a:ea typeface="苹方-简" panose="020B0300000000000000" pitchFamily="34" charset="-122"/>
              </a:rPr>
              <a:t>因我活着就是基督，我死了就有益处。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思考：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保罗是如此，而你的顺从是什么？</a:t>
            </a:r>
            <a:endParaRPr lang="en-US" altLang="zh-CN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0588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第一段：彼此切实相爱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146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你们既因顺从真理，洁净了自己的心，以致爱弟兄没有虚假，就当从心里彼此切实相爱（“从心里”有古卷作“从清洁的心”）。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“洁净了自己的心”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Wingdings" panose="05000000000000000000" pitchFamily="2" charset="2"/>
              </a:rPr>
              <a:t>： （原：洁净了你们的魂）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结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36:25】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我必用清水洒在你们身上，你们就洁净了。我要洁净你们，使你们脱离一切的污秽，弃掉一切的偶像。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洗涤我们里面的性情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因真理内里改换一新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“爱弟兄没有虚假”：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如兄弟般的爱，人之间的，有条件的。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从清洁的心发出，没有虚假的爱。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先有条件“爱”，后无条件“圣爱”。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先没有虚假的爱，后是切实的爱。</a:t>
            </a:r>
            <a:endParaRPr lang="en-US" altLang="zh-CN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668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第一段：彼此切实相爱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6381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你们既因顺从真理，洁净了自己的心，以致爱弟兄没有虚假，就当从心里彼此切实相爱（“从心里”有古卷作“从清洁的心”）。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“心里彼此切实相爱”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Wingdings" panose="05000000000000000000" pitchFamily="2" charset="2"/>
              </a:rPr>
              <a:t>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圣爱、无条件的爱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约壹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3:18】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小子们哪，我们相爱，不要只在言语和舌头上，总要在行为和诚实上。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切实：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ea typeface="苹方-简" panose="020B0300000000000000" pitchFamily="34" charset="-122"/>
              </a:rPr>
              <a:t>尽全力达到事物的最深处，</a:t>
            </a:r>
            <a:r>
              <a:rPr lang="zh-CN" altLang="en-US" sz="1600" dirty="0">
                <a:ea typeface="苹方-简" panose="020B0300000000000000" pitchFamily="34" charset="-122"/>
              </a:rPr>
              <a:t>具有</a:t>
            </a:r>
            <a:r>
              <a:rPr lang="zh-CN" altLang="zh-CN" sz="1600" dirty="0">
                <a:ea typeface="苹方-简" panose="020B0300000000000000" pitchFamily="34" charset="-122"/>
              </a:rPr>
              <a:t>坚忍力。</a:t>
            </a:r>
            <a:endParaRPr lang="en-US" altLang="zh-CN" sz="1600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ea typeface="苹方-简" panose="020B0300000000000000" pitchFamily="34" charset="-122"/>
              </a:rPr>
              <a:t>面对困难不放弃并努力做到最大的程度</a:t>
            </a:r>
            <a:r>
              <a:rPr lang="zh-CN" altLang="en-US" sz="1600" dirty="0"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我们弟兄间的爱做得如何？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我们无条件的爱做的如何？</a:t>
            </a:r>
            <a:endParaRPr lang="en-US" altLang="zh-CN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7666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第一段：彼此切实相爱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2073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你们既因顺从真理，洁净了自己的心，以致爱弟兄没有虚假，就当从心里彼此切实相爱（“从心里”有古卷作“从清洁的心”）。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求圣灵帮助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《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林前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》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第十三章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Wingdings" panose="05000000000000000000" pitchFamily="2" charset="2"/>
              </a:rPr>
              <a:t>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林前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13:4】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爱是恒久忍耐，又有恩慈；爱是不嫉妒，爱是不自夸，不张狂，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林前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13:5】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不作害羞的事，不求自己的益处，不轻易发怒，不计算人的恶，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林前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13:6】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不喜欢不义，只喜欢真理；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林前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13:7】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凡事包容，凡事相信，凡事盼望，凡事忍耐。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林前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13:8】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爱是永不止息。先知讲道之能终必归于无有，说方言之能终必停止，知识也终必归于无有。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5781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3867" y="113635"/>
            <a:ext cx="70865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第二段：主的道是永存的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255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你们蒙了重生，不是由于能坏的种子，乃是由于不能坏的种子，是藉着　神活泼常存的道。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因为：“凡有血气的，尽都如草，他的美荣都像草上的花。草必枯干，花必凋谢；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惟有主的道是永存的。”所传给你们的福音就是这道。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内容：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藉这神的道（不能坏的种子）我们蒙了重生，属血气虽然有美荣但是短暂的，而惟有主的道是永远的。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引用旧约：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40:6】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有人声说：“你喊叫吧！”有一个说：“我喊叫什么呢？”说：“凡有血气的尽都如草，他的美容都像野地的花。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40:7】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草必枯干，花必凋残，因为耶和华的气吹在其上；百姓诚然是草。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40:8】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草必枯干，花必凋残；惟有我们　神的话，必永远立定！”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对比：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重生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血气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枯干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永存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1840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3867" y="113635"/>
            <a:ext cx="70865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第二段：主的道是永存的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1347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你们蒙了重生，不是由于能坏的种子，乃是由于不能坏的种子，是藉着　神活泼常存的道。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因为：“凡有血气的，尽都如草，他的美荣都像草上的花。草必枯干，花必凋谢；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1:25】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惟有主的道是永存的。”所传给你们的福音就是这道。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不能坏的：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一：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1:4】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可以得着</a:t>
            </a:r>
            <a:r>
              <a:rPr lang="zh-CN" altLang="en-US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不能朽坏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、不能玷污、不能衰残、为你们存留在天上的基业。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二：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1:7】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叫你们的</a:t>
            </a:r>
            <a:r>
              <a:rPr lang="zh-CN" altLang="en-US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信心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既被试验，就比那被火试验仍然能坏的金子</a:t>
            </a:r>
            <a:r>
              <a:rPr lang="zh-CN" altLang="en-US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更显宝贵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，可以在耶稣基督显现的时候，得着称赞、荣耀、尊贵。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三：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1:18】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知道你们得赎、脱去你们祖宗所传流虚妄的行为，</a:t>
            </a:r>
            <a:r>
              <a:rPr lang="zh-CN" altLang="en-US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不是凭着能坏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的金银等物，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1:19】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乃是凭着基督的宝血，如同无瑕疵、无玷污的</a:t>
            </a:r>
            <a:r>
              <a:rPr lang="zh-CN" altLang="en-US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羔羊之血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四、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1:25】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惟有主的道是永存的。”所传给你们的福音就是这道。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2774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2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ight Triangle 2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2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1075767" y="1188637"/>
            <a:ext cx="2988234" cy="4480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6600" b="1" kern="1200" spc="6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总结：</a:t>
            </a:r>
          </a:p>
        </p:txBody>
      </p:sp>
      <p:cxnSp>
        <p:nvCxnSpPr>
          <p:cNvPr id="77" name="Straight Connector 28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859867" y="1648870"/>
            <a:ext cx="6316133" cy="3560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+mn-ea"/>
                <a:sym typeface="+mn-lt"/>
              </a:rPr>
              <a:t>条件</a:t>
            </a:r>
            <a:r>
              <a:rPr lang="en-US" altLang="zh-CN" sz="2800" b="1">
                <a:latin typeface="+mn-ea"/>
                <a:sym typeface="+mn-lt"/>
              </a:rPr>
              <a:t>+</a:t>
            </a:r>
            <a:r>
              <a:rPr lang="zh-CN" altLang="en-US" sz="2800" b="1" dirty="0">
                <a:latin typeface="+mn-ea"/>
                <a:sym typeface="+mn-lt"/>
              </a:rPr>
              <a:t>命令：</a:t>
            </a:r>
            <a:endParaRPr lang="en-US" altLang="zh-CN" sz="2800" b="1" dirty="0">
              <a:latin typeface="+mn-ea"/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effectLst/>
                <a:latin typeface="+mn-ea"/>
              </a:rPr>
              <a:t>约束你们的心（</a:t>
            </a:r>
            <a:r>
              <a:rPr lang="en-US" altLang="zh-CN" sz="2800" dirty="0">
                <a:effectLst/>
                <a:latin typeface="+mn-ea"/>
              </a:rPr>
              <a:t>13</a:t>
            </a:r>
            <a:r>
              <a:rPr lang="zh-CN" altLang="en-US" sz="2800" dirty="0">
                <a:effectLst/>
                <a:latin typeface="+mn-ea"/>
              </a:rPr>
              <a:t>节）</a:t>
            </a: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effectLst/>
                <a:latin typeface="+mn-ea"/>
              </a:rPr>
              <a:t>在一切所行的事上也要圣洁（</a:t>
            </a:r>
            <a:r>
              <a:rPr lang="en-US" altLang="zh-CN" sz="2800" dirty="0">
                <a:effectLst/>
                <a:latin typeface="+mn-ea"/>
              </a:rPr>
              <a:t>15</a:t>
            </a:r>
            <a:r>
              <a:rPr lang="zh-CN" altLang="en-US" sz="2800" dirty="0">
                <a:effectLst/>
                <a:latin typeface="+mn-ea"/>
              </a:rPr>
              <a:t>节）</a:t>
            </a: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effectLst/>
                <a:latin typeface="+mn-ea"/>
              </a:rPr>
              <a:t>存敬畏的心（</a:t>
            </a:r>
            <a:r>
              <a:rPr lang="en-US" altLang="zh-CN" sz="2800" dirty="0">
                <a:effectLst/>
                <a:latin typeface="+mn-ea"/>
              </a:rPr>
              <a:t>17</a:t>
            </a:r>
            <a:r>
              <a:rPr lang="zh-CN" altLang="en-US" sz="2800" dirty="0">
                <a:effectLst/>
                <a:latin typeface="+mn-ea"/>
              </a:rPr>
              <a:t>节）</a:t>
            </a: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effectLst/>
                <a:latin typeface="+mn-ea"/>
              </a:rPr>
              <a:t>从心里彼此切实相爱（</a:t>
            </a:r>
            <a:r>
              <a:rPr lang="en-US" altLang="zh-CN" sz="2800" dirty="0">
                <a:effectLst/>
                <a:latin typeface="+mn-ea"/>
              </a:rPr>
              <a:t>22</a:t>
            </a:r>
            <a:r>
              <a:rPr lang="zh-CN" altLang="en-US" sz="2800" dirty="0">
                <a:effectLst/>
                <a:latin typeface="+mn-ea"/>
              </a:rPr>
              <a:t>节）</a:t>
            </a:r>
            <a:endParaRPr lang="en-US" altLang="zh-CN" sz="2800" b="1" dirty="0">
              <a:latin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1125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1" y="640823"/>
            <a:ext cx="2057400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1450889"/>
              </p:ext>
            </p:extLst>
          </p:nvPr>
        </p:nvGraphicFramePr>
        <p:xfrm>
          <a:off x="2844800" y="681037"/>
          <a:ext cx="9293352" cy="5685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6833</TotalTime>
  <Words>2163</Words>
  <Application>Microsoft Office PowerPoint</Application>
  <PresentationFormat>宽屏</PresentationFormat>
  <Paragraphs>139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方正屏显雅宋_GBK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2024-09-21T23:32:28Z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