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560" r:id="rId2"/>
    <p:sldId id="554" r:id="rId3"/>
    <p:sldId id="425" r:id="rId4"/>
    <p:sldId id="609" r:id="rId5"/>
    <p:sldId id="531" r:id="rId6"/>
    <p:sldId id="594" r:id="rId7"/>
    <p:sldId id="610" r:id="rId8"/>
    <p:sldId id="611" r:id="rId9"/>
    <p:sldId id="612" r:id="rId10"/>
    <p:sldId id="613" r:id="rId11"/>
    <p:sldId id="614" r:id="rId12"/>
    <p:sldId id="615" r:id="rId13"/>
    <p:sldId id="608" r:id="rId14"/>
    <p:sldId id="55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B20E6F-2848-4974-B951-18355A4600C1}" v="208" dt="2024-10-13T00:11:02.64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84" autoAdjust="0"/>
  </p:normalViewPr>
  <p:slideViewPr>
    <p:cSldViewPr snapToGrid="0">
      <p:cViewPr varScale="1">
        <p:scale>
          <a:sx n="58" d="100"/>
          <a:sy n="58" d="100"/>
        </p:scale>
        <p:origin x="78" y="822"/>
      </p:cViewPr>
      <p:guideLst>
        <p:guide orient="horz" pos="867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5EF4142E-4844-4CF2-B9D3-B00A388B0DD4}"/>
    <pc:docChg chg="undo custSel modSld">
      <pc:chgData name="强 李" userId="cd6c7ec7188785ae" providerId="LiveId" clId="{5EF4142E-4844-4CF2-B9D3-B00A388B0DD4}" dt="2024-09-14T14:12:58.930" v="2186"/>
      <pc:docMkLst>
        <pc:docMk/>
      </pc:docMkLst>
      <pc:sldChg chg="addSp delSp modSp mod">
        <pc:chgData name="强 李" userId="cd6c7ec7188785ae" providerId="LiveId" clId="{5EF4142E-4844-4CF2-B9D3-B00A388B0DD4}" dt="2024-09-14T12:57:21.918" v="133" actId="14100"/>
        <pc:sldMkLst>
          <pc:docMk/>
          <pc:sldMk cId="54695671" sldId="531"/>
        </pc:sldMkLst>
        <pc:spChg chg="mod">
          <ac:chgData name="强 李" userId="cd6c7ec7188785ae" providerId="LiveId" clId="{5EF4142E-4844-4CF2-B9D3-B00A388B0DD4}" dt="2024-09-14T12:56:57.128" v="123" actId="14100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2:55:58.350" v="120" actId="164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5EF4142E-4844-4CF2-B9D3-B00A388B0DD4}" dt="2024-09-14T12:54:17.023" v="90" actId="103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5EF4142E-4844-4CF2-B9D3-B00A388B0DD4}" dt="2024-09-14T12:57:21.918" v="133" actId="14100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5EF4142E-4844-4CF2-B9D3-B00A388B0DD4}" dt="2024-09-14T12:53:58.568" v="86" actId="14100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5EF4142E-4844-4CF2-B9D3-B00A388B0DD4}" dt="2024-09-14T12:57:10.529" v="132" actId="1037"/>
          <ac:spMkLst>
            <pc:docMk/>
            <pc:sldMk cId="54695671" sldId="531"/>
            <ac:spMk id="7" creationId="{F80DDDB8-F32B-B7A7-73DA-9790F3B5DCB3}"/>
          </ac:spMkLst>
        </pc:spChg>
        <pc:spChg chg="del mod">
          <ac:chgData name="强 李" userId="cd6c7ec7188785ae" providerId="LiveId" clId="{5EF4142E-4844-4CF2-B9D3-B00A388B0DD4}" dt="2024-09-14T12:55:36.467" v="117" actId="478"/>
          <ac:spMkLst>
            <pc:docMk/>
            <pc:sldMk cId="54695671" sldId="531"/>
            <ac:spMk id="11" creationId="{8F585226-39A8-96AE-40A3-878704581BB6}"/>
          </ac:spMkLst>
        </pc:spChg>
        <pc:grpChg chg="add mod">
          <ac:chgData name="强 李" userId="cd6c7ec7188785ae" providerId="LiveId" clId="{5EF4142E-4844-4CF2-B9D3-B00A388B0DD4}" dt="2024-09-14T12:55:49.886" v="119" actId="1076"/>
          <ac:grpSpMkLst>
            <pc:docMk/>
            <pc:sldMk cId="54695671" sldId="531"/>
            <ac:grpSpMk id="9" creationId="{87176265-B58D-673F-0145-44DE61D798A1}"/>
          </ac:grpSpMkLst>
        </pc:grpChg>
        <pc:grpChg chg="add mod">
          <ac:chgData name="强 李" userId="cd6c7ec7188785ae" providerId="LiveId" clId="{5EF4142E-4844-4CF2-B9D3-B00A388B0DD4}" dt="2024-09-14T12:56:33.470" v="122" actId="1076"/>
          <ac:grpSpMkLst>
            <pc:docMk/>
            <pc:sldMk cId="54695671" sldId="531"/>
            <ac:grpSpMk id="10" creationId="{52691254-7C12-A9B7-2F38-228171FD86FE}"/>
          </ac:grpSpMkLst>
        </pc:grpChg>
        <pc:cxnChg chg="del">
          <ac:chgData name="强 李" userId="cd6c7ec7188785ae" providerId="LiveId" clId="{5EF4142E-4844-4CF2-B9D3-B00A388B0DD4}" dt="2024-09-14T12:51:53.547" v="62" actId="478"/>
          <ac:cxnSpMkLst>
            <pc:docMk/>
            <pc:sldMk cId="54695671" sldId="531"/>
            <ac:cxnSpMk id="8" creationId="{A82D5C8F-64C1-A4EE-87A4-62170D321C35}"/>
          </ac:cxnSpMkLst>
        </pc:cxnChg>
      </pc:sldChg>
      <pc:sldChg chg="addSp modSp mod">
        <pc:chgData name="强 李" userId="cd6c7ec7188785ae" providerId="LiveId" clId="{5EF4142E-4844-4CF2-B9D3-B00A388B0DD4}" dt="2024-09-14T13:07:46.596" v="449"/>
        <pc:sldMkLst>
          <pc:docMk/>
          <pc:sldMk cId="530530540" sldId="553"/>
        </pc:sldMkLst>
        <pc:spChg chg="mod">
          <ac:chgData name="强 李" userId="cd6c7ec7188785ae" providerId="LiveId" clId="{5EF4142E-4844-4CF2-B9D3-B00A388B0DD4}" dt="2024-09-14T13:07:46.596" v="449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5EF4142E-4844-4CF2-B9D3-B00A388B0DD4}" dt="2024-09-14T12:59:42.146" v="150" actId="1035"/>
          <ac:spMkLst>
            <pc:docMk/>
            <pc:sldMk cId="530530540" sldId="553"/>
            <ac:spMk id="4" creationId="{D871C0DE-EFD9-CB2D-04F8-FAAE31FAFEBB}"/>
          </ac:spMkLst>
        </pc:spChg>
        <pc:cxnChg chg="add mod">
          <ac:chgData name="强 李" userId="cd6c7ec7188785ae" providerId="LiveId" clId="{5EF4142E-4844-4CF2-B9D3-B00A388B0DD4}" dt="2024-09-14T12:59:20.593" v="149" actId="208"/>
          <ac:cxnSpMkLst>
            <pc:docMk/>
            <pc:sldMk cId="530530540" sldId="553"/>
            <ac:cxnSpMk id="7" creationId="{A7BDF325-4788-387F-AF1B-880737B9E5A3}"/>
          </ac:cxnSpMkLst>
        </pc:cxnChg>
      </pc:sldChg>
      <pc:sldChg chg="modSp">
        <pc:chgData name="强 李" userId="cd6c7ec7188785ae" providerId="LiveId" clId="{5EF4142E-4844-4CF2-B9D3-B00A388B0DD4}" dt="2024-09-14T12:46:51.711" v="13"/>
        <pc:sldMkLst>
          <pc:docMk/>
          <pc:sldMk cId="3418790839" sldId="554"/>
        </pc:sldMkLst>
        <pc:graphicFrameChg chg="mod">
          <ac:chgData name="强 李" userId="cd6c7ec7188785ae" providerId="LiveId" clId="{5EF4142E-4844-4CF2-B9D3-B00A388B0DD4}" dt="2024-09-14T12:46:51.711" v="13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5EF4142E-4844-4CF2-B9D3-B00A388B0DD4}" dt="2024-09-14T12:07:08.693" v="3" actId="404"/>
        <pc:sldMkLst>
          <pc:docMk/>
          <pc:sldMk cId="1911491714" sldId="560"/>
        </pc:sldMkLst>
        <pc:spChg chg="mod">
          <ac:chgData name="强 李" userId="cd6c7ec7188785ae" providerId="LiveId" clId="{5EF4142E-4844-4CF2-B9D3-B00A388B0DD4}" dt="2024-09-14T12:07:08.693" v="3" actId="404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22:36.645" v="812" actId="2710"/>
        <pc:sldMkLst>
          <pc:docMk/>
          <pc:sldMk cId="159884778" sldId="574"/>
        </pc:sldMkLst>
        <pc:spChg chg="mod">
          <ac:chgData name="强 李" userId="cd6c7ec7188785ae" providerId="LiveId" clId="{5EF4142E-4844-4CF2-B9D3-B00A388B0DD4}" dt="2024-09-14T13:22:36.645" v="812" actId="2710"/>
          <ac:spMkLst>
            <pc:docMk/>
            <pc:sldMk cId="159884778" sldId="574"/>
            <ac:spMk id="2" creationId="{00000000-0000-0000-0000-000000000000}"/>
          </ac:spMkLst>
        </pc:spChg>
      </pc:sldChg>
      <pc:sldChg chg="addSp modSp mod">
        <pc:chgData name="强 李" userId="cd6c7ec7188785ae" providerId="LiveId" clId="{5EF4142E-4844-4CF2-B9D3-B00A388B0DD4}" dt="2024-09-14T13:17:02.786" v="741" actId="1036"/>
        <pc:sldMkLst>
          <pc:docMk/>
          <pc:sldMk cId="3921434846" sldId="587"/>
        </pc:sldMkLst>
        <pc:spChg chg="mod">
          <ac:chgData name="强 李" userId="cd6c7ec7188785ae" providerId="LiveId" clId="{5EF4142E-4844-4CF2-B9D3-B00A388B0DD4}" dt="2024-09-14T13:16:55.444" v="734" actId="403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5EF4142E-4844-4CF2-B9D3-B00A388B0DD4}" dt="2024-09-14T13:12:28.509" v="566" actId="14100"/>
          <ac:spMkLst>
            <pc:docMk/>
            <pc:sldMk cId="3921434846" sldId="587"/>
            <ac:spMk id="6" creationId="{443E6CD7-0548-F919-EBC8-5A5B1BB6327C}"/>
          </ac:spMkLst>
        </pc:spChg>
        <pc:spChg chg="mod">
          <ac:chgData name="强 李" userId="cd6c7ec7188785ae" providerId="LiveId" clId="{5EF4142E-4844-4CF2-B9D3-B00A388B0DD4}" dt="2024-09-14T13:17:02.786" v="741" actId="1036"/>
          <ac:spMkLst>
            <pc:docMk/>
            <pc:sldMk cId="3921434846" sldId="587"/>
            <ac:spMk id="8" creationId="{16D8AC54-27F5-A2FE-FDAD-C66FFAE80155}"/>
          </ac:spMkLst>
        </pc:spChg>
        <pc:grpChg chg="add mod">
          <ac:chgData name="强 李" userId="cd6c7ec7188785ae" providerId="LiveId" clId="{5EF4142E-4844-4CF2-B9D3-B00A388B0DD4}" dt="2024-09-14T13:16:07.871" v="725" actId="14100"/>
          <ac:grpSpMkLst>
            <pc:docMk/>
            <pc:sldMk cId="3921434846" sldId="587"/>
            <ac:grpSpMk id="7" creationId="{01FDC4AC-DC19-8216-7F2D-118A5C6E3CD0}"/>
          </ac:grpSpMkLst>
        </pc:grpChg>
      </pc:sldChg>
      <pc:sldChg chg="modSp mod">
        <pc:chgData name="强 李" userId="cd6c7ec7188785ae" providerId="LiveId" clId="{5EF4142E-4844-4CF2-B9D3-B00A388B0DD4}" dt="2024-09-14T13:48:48.344" v="2019"/>
        <pc:sldMkLst>
          <pc:docMk/>
          <pc:sldMk cId="534191096" sldId="589"/>
        </pc:sldMkLst>
        <pc:spChg chg="mod">
          <ac:chgData name="强 李" userId="cd6c7ec7188785ae" providerId="LiveId" clId="{5EF4142E-4844-4CF2-B9D3-B00A388B0DD4}" dt="2024-09-14T13:48:48.344" v="2019"/>
          <ac:spMkLst>
            <pc:docMk/>
            <pc:sldMk cId="534191096" sldId="58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52:07.298" v="2029" actId="6549"/>
        <pc:sldMkLst>
          <pc:docMk/>
          <pc:sldMk cId="4207264488" sldId="590"/>
        </pc:sldMkLst>
        <pc:spChg chg="mod">
          <ac:chgData name="强 李" userId="cd6c7ec7188785ae" providerId="LiveId" clId="{5EF4142E-4844-4CF2-B9D3-B00A388B0DD4}" dt="2024-09-14T13:52:07.298" v="202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08:01.462" v="2035" actId="404"/>
        <pc:sldMkLst>
          <pc:docMk/>
          <pc:sldMk cId="3491062220" sldId="591"/>
        </pc:sldMkLst>
        <pc:spChg chg="mod">
          <ac:chgData name="强 李" userId="cd6c7ec7188785ae" providerId="LiveId" clId="{5EF4142E-4844-4CF2-B9D3-B00A388B0DD4}" dt="2024-09-14T14:08:01.462" v="2035" actId="404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1:29.010" v="2088" actId="108"/>
        <pc:sldMkLst>
          <pc:docMk/>
          <pc:sldMk cId="4046377894" sldId="592"/>
        </pc:sldMkLst>
        <pc:spChg chg="mod">
          <ac:chgData name="强 李" userId="cd6c7ec7188785ae" providerId="LiveId" clId="{5EF4142E-4844-4CF2-B9D3-B00A388B0DD4}" dt="2024-09-14T14:11:29.010" v="2088" actId="108"/>
          <ac:spMkLst>
            <pc:docMk/>
            <pc:sldMk cId="4046377894" sldId="592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39:18.199" v="1599" actId="403"/>
        <pc:sldMkLst>
          <pc:docMk/>
          <pc:sldMk cId="3468762565" sldId="593"/>
        </pc:sldMkLst>
        <pc:spChg chg="mod">
          <ac:chgData name="强 李" userId="cd6c7ec7188785ae" providerId="LiveId" clId="{5EF4142E-4844-4CF2-B9D3-B00A388B0DD4}" dt="2024-09-14T13:39:18.199" v="1599" actId="403"/>
          <ac:spMkLst>
            <pc:docMk/>
            <pc:sldMk cId="3468762565" sldId="593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3:18:04.631" v="762" actId="20577"/>
        <pc:sldMkLst>
          <pc:docMk/>
          <pc:sldMk cId="340286292" sldId="594"/>
        </pc:sldMkLst>
        <pc:spChg chg="mod">
          <ac:chgData name="强 李" userId="cd6c7ec7188785ae" providerId="LiveId" clId="{5EF4142E-4844-4CF2-B9D3-B00A388B0DD4}" dt="2024-09-14T13:18:04.631" v="762" actId="20577"/>
          <ac:spMkLst>
            <pc:docMk/>
            <pc:sldMk cId="340286292" sldId="594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2:51:23.089" v="61" actId="1036"/>
        <pc:sldMkLst>
          <pc:docMk/>
          <pc:sldMk cId="3965997736" sldId="598"/>
        </pc:sldMkLst>
        <pc:spChg chg="mod">
          <ac:chgData name="强 李" userId="cd6c7ec7188785ae" providerId="LiveId" clId="{5EF4142E-4844-4CF2-B9D3-B00A388B0DD4}" dt="2024-09-14T12:51:01.614" v="48"/>
          <ac:spMkLst>
            <pc:docMk/>
            <pc:sldMk cId="3965997736" sldId="598"/>
            <ac:spMk id="2" creationId="{00000000-0000-0000-0000-000000000000}"/>
          </ac:spMkLst>
        </pc:s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4" creationId="{67CFBFED-23BA-58E2-0492-595457A1DA5E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6" creationId="{56CD5BD2-A0CC-7D0E-3BD1-0613845A3BF3}"/>
          </ac:grpSpMkLst>
        </pc:grpChg>
        <pc:grpChg chg="mod">
          <ac:chgData name="强 李" userId="cd6c7ec7188785ae" providerId="LiveId" clId="{5EF4142E-4844-4CF2-B9D3-B00A388B0DD4}" dt="2024-09-14T12:51:23.089" v="61" actId="1036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modSp mod">
        <pc:chgData name="强 李" userId="cd6c7ec7188785ae" providerId="LiveId" clId="{5EF4142E-4844-4CF2-B9D3-B00A388B0DD4}" dt="2024-09-14T13:29:35.058" v="1303"/>
        <pc:sldMkLst>
          <pc:docMk/>
          <pc:sldMk cId="4003489816" sldId="599"/>
        </pc:sldMkLst>
        <pc:spChg chg="mod">
          <ac:chgData name="强 李" userId="cd6c7ec7188785ae" providerId="LiveId" clId="{5EF4142E-4844-4CF2-B9D3-B00A388B0DD4}" dt="2024-09-14T13:29:35.058" v="1303"/>
          <ac:spMkLst>
            <pc:docMk/>
            <pc:sldMk cId="4003489816" sldId="599"/>
            <ac:spMk id="2" creationId="{00000000-0000-0000-0000-000000000000}"/>
          </ac:spMkLst>
        </pc:spChg>
      </pc:sldChg>
      <pc:sldChg chg="modSp mod">
        <pc:chgData name="强 李" userId="cd6c7ec7188785ae" providerId="LiveId" clId="{5EF4142E-4844-4CF2-B9D3-B00A388B0DD4}" dt="2024-09-14T14:12:58.930" v="2186"/>
        <pc:sldMkLst>
          <pc:docMk/>
          <pc:sldMk cId="125507599" sldId="601"/>
        </pc:sldMkLst>
        <pc:spChg chg="mod">
          <ac:chgData name="强 李" userId="cd6c7ec7188785ae" providerId="LiveId" clId="{5EF4142E-4844-4CF2-B9D3-B00A388B0DD4}" dt="2024-09-14T14:12:58.930" v="2186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5EF4142E-4844-4CF2-B9D3-B00A388B0DD4}" dt="2024-09-14T14:11:42.436" v="2102" actId="1038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E9C22DA-EF9C-4BF7-B19E-50E28DCB6DF5}"/>
    <pc:docChg chg="undo custSel addSld delSld modSld sldOrd">
      <pc:chgData name="强 李" userId="cd6c7ec7188785ae" providerId="LiveId" clId="{DE9C22DA-EF9C-4BF7-B19E-50E28DCB6DF5}" dt="2024-09-21T23:32:27.763" v="2412"/>
      <pc:docMkLst>
        <pc:docMk/>
      </pc:docMkLst>
      <pc:sldChg chg="modSp mod">
        <pc:chgData name="强 李" userId="cd6c7ec7188785ae" providerId="LiveId" clId="{DE9C22DA-EF9C-4BF7-B19E-50E28DCB6DF5}" dt="2024-09-21T14:13:31.891" v="93" actId="207"/>
        <pc:sldMkLst>
          <pc:docMk/>
          <pc:sldMk cId="0" sldId="425"/>
        </pc:sldMkLst>
        <pc:spChg chg="mod">
          <ac:chgData name="强 李" userId="cd6c7ec7188785ae" providerId="LiveId" clId="{DE9C22DA-EF9C-4BF7-B19E-50E28DCB6DF5}" dt="2024-09-21T14:13:31.891" v="93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E9C22DA-EF9C-4BF7-B19E-50E28DCB6DF5}" dt="2024-09-21T14:12:32.126" v="85" actId="6549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DE9C22DA-EF9C-4BF7-B19E-50E28DCB6DF5}" dt="2024-09-21T22:23:41.222" v="2355" actId="208"/>
        <pc:sldMkLst>
          <pc:docMk/>
          <pc:sldMk cId="54695671" sldId="531"/>
        </pc:sldMkLst>
        <pc:spChg chg="mod">
          <ac:chgData name="强 李" userId="cd6c7ec7188785ae" providerId="LiveId" clId="{DE9C22DA-EF9C-4BF7-B19E-50E28DCB6DF5}" dt="2024-09-21T14:21:55.694" v="359"/>
          <ac:spMkLst>
            <pc:docMk/>
            <pc:sldMk cId="54695671" sldId="531"/>
            <ac:spMk id="2" creationId="{00000000-0000-0000-0000-000000000000}"/>
          </ac:spMkLst>
        </pc:spChg>
        <pc:spChg chg="del mod topLvl">
          <ac:chgData name="强 李" userId="cd6c7ec7188785ae" providerId="LiveId" clId="{DE9C22DA-EF9C-4BF7-B19E-50E28DCB6DF5}" dt="2024-09-21T14:22:12.141" v="363" actId="478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DE9C22DA-EF9C-4BF7-B19E-50E28DCB6DF5}" dt="2024-09-21T14:21:12.394" v="347"/>
          <ac:spMkLst>
            <pc:docMk/>
            <pc:sldMk cId="54695671" sldId="531"/>
            <ac:spMk id="4" creationId="{813ADE0C-0A95-8BE0-FCB2-CDA44CEA64A3}"/>
          </ac:spMkLst>
        </pc:spChg>
        <pc:spChg chg="mod topLvl">
          <ac:chgData name="强 李" userId="cd6c7ec7188785ae" providerId="LiveId" clId="{DE9C22DA-EF9C-4BF7-B19E-50E28DCB6DF5}" dt="2024-09-21T14:23:00.711" v="373" actId="1076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DE9C22DA-EF9C-4BF7-B19E-50E28DCB6DF5}" dt="2024-09-21T14:24:40.969" v="415" actId="107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DE9C22DA-EF9C-4BF7-B19E-50E28DCB6DF5}" dt="2024-09-21T14:22:07.040" v="362" actId="1076"/>
          <ac:spMkLst>
            <pc:docMk/>
            <pc:sldMk cId="54695671" sldId="531"/>
            <ac:spMk id="7" creationId="{F80DDDB8-F32B-B7A7-73DA-9790F3B5DCB3}"/>
          </ac:spMkLst>
        </pc:spChg>
        <pc:spChg chg="add mod">
          <ac:chgData name="强 李" userId="cd6c7ec7188785ae" providerId="LiveId" clId="{DE9C22DA-EF9C-4BF7-B19E-50E28DCB6DF5}" dt="2024-09-21T14:23:05.793" v="374" actId="1076"/>
          <ac:spMkLst>
            <pc:docMk/>
            <pc:sldMk cId="54695671" sldId="531"/>
            <ac:spMk id="8" creationId="{80AFC5C0-E649-FDDA-99E5-171FAB08CA0F}"/>
          </ac:spMkLst>
        </pc:spChg>
        <pc:spChg chg="add del">
          <ac:chgData name="强 李" userId="cd6c7ec7188785ae" providerId="LiveId" clId="{DE9C22DA-EF9C-4BF7-B19E-50E28DCB6DF5}" dt="2024-09-21T14:23:23.264" v="376" actId="478"/>
          <ac:spMkLst>
            <pc:docMk/>
            <pc:sldMk cId="54695671" sldId="531"/>
            <ac:spMk id="11" creationId="{E13BCA71-D93E-3441-CDCE-DCCDFF38783D}"/>
          </ac:spMkLst>
        </pc:spChg>
        <pc:spChg chg="add mod ord">
          <ac:chgData name="强 李" userId="cd6c7ec7188785ae" providerId="LiveId" clId="{DE9C22DA-EF9C-4BF7-B19E-50E28DCB6DF5}" dt="2024-09-21T14:23:46.984" v="385" actId="171"/>
          <ac:spMkLst>
            <pc:docMk/>
            <pc:sldMk cId="54695671" sldId="531"/>
            <ac:spMk id="12" creationId="{D9CC1E38-202F-40CF-CD43-27927F4D1FA5}"/>
          </ac:spMkLst>
        </pc:spChg>
        <pc:spChg chg="add mod">
          <ac:chgData name="强 李" userId="cd6c7ec7188785ae" providerId="LiveId" clId="{DE9C22DA-EF9C-4BF7-B19E-50E28DCB6DF5}" dt="2024-09-21T22:23:41.222" v="2355" actId="208"/>
          <ac:spMkLst>
            <pc:docMk/>
            <pc:sldMk cId="54695671" sldId="531"/>
            <ac:spMk id="13" creationId="{C20498D4-7AA0-18E1-5D4B-FAE5F48E8AC2}"/>
          </ac:spMkLst>
        </pc:spChg>
        <pc:grpChg chg="mod">
          <ac:chgData name="强 李" userId="cd6c7ec7188785ae" providerId="LiveId" clId="{DE9C22DA-EF9C-4BF7-B19E-50E28DCB6DF5}" dt="2024-09-21T14:22:55.319" v="372" actId="1076"/>
          <ac:grpSpMkLst>
            <pc:docMk/>
            <pc:sldMk cId="54695671" sldId="531"/>
            <ac:grpSpMk id="9" creationId="{87176265-B58D-673F-0145-44DE61D798A1}"/>
          </ac:grpSpMkLst>
        </pc:grpChg>
        <pc:grpChg chg="del">
          <ac:chgData name="强 李" userId="cd6c7ec7188785ae" providerId="LiveId" clId="{DE9C22DA-EF9C-4BF7-B19E-50E28DCB6DF5}" dt="2024-09-21T14:22:12.141" v="363" actId="478"/>
          <ac:grpSpMkLst>
            <pc:docMk/>
            <pc:sldMk cId="54695671" sldId="531"/>
            <ac:grpSpMk id="10" creationId="{52691254-7C12-A9B7-2F38-228171FD86FE}"/>
          </ac:grpSpMkLst>
        </pc:grpChg>
      </pc:sldChg>
      <pc:sldChg chg="modSp mod">
        <pc:chgData name="强 李" userId="cd6c7ec7188785ae" providerId="LiveId" clId="{DE9C22DA-EF9C-4BF7-B19E-50E28DCB6DF5}" dt="2024-09-21T15:35:06.152" v="2254" actId="14100"/>
        <pc:sldMkLst>
          <pc:docMk/>
          <pc:sldMk cId="419382719" sldId="552"/>
        </pc:sldMkLst>
        <pc:spChg chg="mod">
          <ac:chgData name="强 李" userId="cd6c7ec7188785ae" providerId="LiveId" clId="{DE9C22DA-EF9C-4BF7-B19E-50E28DCB6DF5}" dt="2024-09-21T15:34:41.066" v="2247" actId="14100"/>
          <ac:spMkLst>
            <pc:docMk/>
            <pc:sldMk cId="419382719" sldId="552"/>
            <ac:spMk id="18" creationId="{00000000-0000-0000-0000-000000000000}"/>
          </ac:spMkLst>
        </pc:spChg>
        <pc:graphicFrameChg chg="mod modGraphic">
          <ac:chgData name="强 李" userId="cd6c7ec7188785ae" providerId="LiveId" clId="{DE9C22DA-EF9C-4BF7-B19E-50E28DCB6DF5}" dt="2024-09-21T15:35:06.152" v="2254" actId="14100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Sp modSp del mod">
        <pc:chgData name="强 李" userId="cd6c7ec7188785ae" providerId="LiveId" clId="{DE9C22DA-EF9C-4BF7-B19E-50E28DCB6DF5}" dt="2024-09-21T14:25:44.378" v="434" actId="47"/>
        <pc:sldMkLst>
          <pc:docMk/>
          <pc:sldMk cId="530530540" sldId="553"/>
        </pc:sldMkLst>
        <pc:spChg chg="del">
          <ac:chgData name="强 李" userId="cd6c7ec7188785ae" providerId="LiveId" clId="{DE9C22DA-EF9C-4BF7-B19E-50E28DCB6DF5}" dt="2024-09-21T14:25:13.544" v="418" actId="478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5:04.509" v="416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DE9C22DA-EF9C-4BF7-B19E-50E28DCB6DF5}" dt="2024-09-21T14:25:09.499" v="417" actId="478"/>
          <ac:graphicFrameMkLst>
            <pc:docMk/>
            <pc:sldMk cId="530530540" sldId="553"/>
            <ac:graphicFrameMk id="3" creationId="{92FE9AF6-DC4E-CA6E-D418-D12FF887DACD}"/>
          </ac:graphicFrameMkLst>
        </pc:graphicFrameChg>
      </pc:sldChg>
      <pc:sldChg chg="modSp mod modNotesTx">
        <pc:chgData name="强 李" userId="cd6c7ec7188785ae" providerId="LiveId" clId="{DE9C22DA-EF9C-4BF7-B19E-50E28DCB6DF5}" dt="2024-09-21T22:23:08.722" v="2353" actId="20577"/>
        <pc:sldMkLst>
          <pc:docMk/>
          <pc:sldMk cId="3418790839" sldId="554"/>
        </pc:sldMkLst>
        <pc:spChg chg="mod">
          <ac:chgData name="强 李" userId="cd6c7ec7188785ae" providerId="LiveId" clId="{DE9C22DA-EF9C-4BF7-B19E-50E28DCB6DF5}" dt="2024-09-21T14:11:56.222" v="82" actId="14100"/>
          <ac:spMkLst>
            <pc:docMk/>
            <pc:sldMk cId="3418790839" sldId="554"/>
            <ac:spMk id="18" creationId="{00000000-0000-0000-0000-000000000000}"/>
          </ac:spMkLst>
        </pc:spChg>
        <pc:graphicFrameChg chg="mod">
          <ac:chgData name="强 李" userId="cd6c7ec7188785ae" providerId="LiveId" clId="{DE9C22DA-EF9C-4BF7-B19E-50E28DCB6DF5}" dt="2024-09-21T14:30:49.775" v="496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DE9C22DA-EF9C-4BF7-B19E-50E28DCB6DF5}" dt="2024-09-21T14:11:14.495" v="34"/>
        <pc:sldMkLst>
          <pc:docMk/>
          <pc:sldMk cId="1911491714" sldId="560"/>
        </pc:sldMkLst>
        <pc:spChg chg="mod">
          <ac:chgData name="强 李" userId="cd6c7ec7188785ae" providerId="LiveId" clId="{DE9C22DA-EF9C-4BF7-B19E-50E28DCB6DF5}" dt="2024-09-21T14:10:17.096" v="2" actId="1076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E9C22DA-EF9C-4BF7-B19E-50E28DCB6DF5}" dt="2024-09-21T14:11:14.495" v="34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159884778" sldId="574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921434846" sldId="587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2648053192" sldId="58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534191096" sldId="589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207264488" sldId="59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91062220" sldId="591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46377894" sldId="592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68762565" sldId="593"/>
        </pc:sldMkLst>
      </pc:sldChg>
      <pc:sldChg chg="modSp mod ord">
        <pc:chgData name="强 李" userId="cd6c7ec7188785ae" providerId="LiveId" clId="{DE9C22DA-EF9C-4BF7-B19E-50E28DCB6DF5}" dt="2024-09-21T14:45:19.286" v="671" actId="20577"/>
        <pc:sldMkLst>
          <pc:docMk/>
          <pc:sldMk cId="340286292" sldId="594"/>
        </pc:sldMkLst>
        <pc:spChg chg="mod">
          <ac:chgData name="强 李" userId="cd6c7ec7188785ae" providerId="LiveId" clId="{DE9C22DA-EF9C-4BF7-B19E-50E28DCB6DF5}" dt="2024-09-21T14:45:19.286" v="671" actId="20577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5:31.804" v="431" actId="1037"/>
          <ac:spMkLst>
            <pc:docMk/>
            <pc:sldMk cId="340286292" sldId="594"/>
            <ac:spMk id="18" creationId="{00000000-0000-0000-0000-000000000000}"/>
          </ac:spMkLst>
        </pc:spChg>
      </pc:sldChg>
      <pc:sldChg chg="delSp modSp mod">
        <pc:chgData name="强 李" userId="cd6c7ec7188785ae" providerId="LiveId" clId="{DE9C22DA-EF9C-4BF7-B19E-50E28DCB6DF5}" dt="2024-09-21T23:31:21.939" v="2398" actId="207"/>
        <pc:sldMkLst>
          <pc:docMk/>
          <pc:sldMk cId="3965997736" sldId="598"/>
        </pc:sldMkLst>
        <pc:spChg chg="mod">
          <ac:chgData name="强 李" userId="cd6c7ec7188785ae" providerId="LiveId" clId="{DE9C22DA-EF9C-4BF7-B19E-50E28DCB6DF5}" dt="2024-09-21T14:20:38.902" v="337" actId="1076"/>
          <ac:spMkLst>
            <pc:docMk/>
            <pc:sldMk cId="3965997736" sldId="598"/>
            <ac:spMk id="2" creationId="{00000000-0000-0000-0000-000000000000}"/>
          </ac:spMkLst>
        </pc:spChg>
        <pc:spChg chg="del topLvl">
          <ac:chgData name="强 李" userId="cd6c7ec7188785ae" providerId="LiveId" clId="{DE9C22DA-EF9C-4BF7-B19E-50E28DCB6DF5}" dt="2024-09-21T14:19:02.882" v="279" actId="478"/>
          <ac:spMkLst>
            <pc:docMk/>
            <pc:sldMk cId="3965997736" sldId="598"/>
            <ac:spMk id="8" creationId="{18B966AB-7D3A-E7C3-B2B0-BBE50B313EC6}"/>
          </ac:spMkLst>
        </pc:spChg>
        <pc:spChg chg="del topLvl">
          <ac:chgData name="强 李" userId="cd6c7ec7188785ae" providerId="LiveId" clId="{DE9C22DA-EF9C-4BF7-B19E-50E28DCB6DF5}" dt="2024-09-21T14:19:00.425" v="278" actId="478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DE9C22DA-EF9C-4BF7-B19E-50E28DCB6DF5}" dt="2024-09-21T14:18:57.060" v="277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DE9C22DA-EF9C-4BF7-B19E-50E28DCB6DF5}" dt="2024-09-21T14:19:17.030" v="281" actId="14100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DE9C22DA-EF9C-4BF7-B19E-50E28DCB6DF5}" dt="2024-09-21T23:31:21.939" v="2398" actId="207"/>
          <ac:spMkLst>
            <pc:docMk/>
            <pc:sldMk cId="3965997736" sldId="598"/>
            <ac:spMk id="16" creationId="{7DE16206-6F61-BEC3-0DA4-3625D631A8E6}"/>
          </ac:spMkLst>
        </pc:spChg>
        <pc:grpChg chg="mod">
          <ac:chgData name="强 李" userId="cd6c7ec7188785ae" providerId="LiveId" clId="{DE9C22DA-EF9C-4BF7-B19E-50E28DCB6DF5}" dt="2024-09-21T14:19:08.566" v="280" actId="14100"/>
          <ac:grpSpMkLst>
            <pc:docMk/>
            <pc:sldMk cId="3965997736" sldId="598"/>
            <ac:grpSpMk id="6" creationId="{56CD5BD2-A0CC-7D0E-3BD1-0613845A3BF3}"/>
          </ac:grpSpMkLst>
        </pc:grpChg>
        <pc:grpChg chg="del">
          <ac:chgData name="强 李" userId="cd6c7ec7188785ae" providerId="LiveId" clId="{DE9C22DA-EF9C-4BF7-B19E-50E28DCB6DF5}" dt="2024-09-21T14:19:00.425" v="278" actId="478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03489816" sldId="599"/>
        </pc:sldMkLst>
      </pc:sldChg>
      <pc:sldChg chg="modSp add mod">
        <pc:chgData name="强 李" userId="cd6c7ec7188785ae" providerId="LiveId" clId="{DE9C22DA-EF9C-4BF7-B19E-50E28DCB6DF5}" dt="2024-09-21T15:20:49.819" v="1894"/>
        <pc:sldMkLst>
          <pc:docMk/>
          <pc:sldMk cId="4081840699" sldId="599"/>
        </pc:sldMkLst>
        <pc:spChg chg="mod">
          <ac:chgData name="强 李" userId="cd6c7ec7188785ae" providerId="LiveId" clId="{DE9C22DA-EF9C-4BF7-B19E-50E28DCB6DF5}" dt="2024-09-21T15:20:49.819" v="1894"/>
          <ac:spMkLst>
            <pc:docMk/>
            <pc:sldMk cId="4081840699" sldId="599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4:29:21.209" v="485" actId="14100"/>
          <ac:spMkLst>
            <pc:docMk/>
            <pc:sldMk cId="4081840699" sldId="599"/>
            <ac:spMk id="18" creationId="{00000000-0000-0000-0000-000000000000}"/>
          </ac:spMkLst>
        </pc:spChg>
      </pc:sldChg>
      <pc:sldChg chg="add del">
        <pc:chgData name="强 李" userId="cd6c7ec7188785ae" providerId="LiveId" clId="{DE9C22DA-EF9C-4BF7-B19E-50E28DCB6DF5}" dt="2024-09-21T14:45:37.905" v="672" actId="47"/>
        <pc:sldMkLst>
          <pc:docMk/>
          <pc:sldMk cId="1283817498" sldId="600"/>
        </pc:sldMkLst>
      </pc:sldChg>
      <pc:sldChg chg="del">
        <pc:chgData name="强 李" userId="cd6c7ec7188785ae" providerId="LiveId" clId="{DE9C22DA-EF9C-4BF7-B19E-50E28DCB6DF5}" dt="2024-09-21T14:26:42.062" v="442" actId="47"/>
        <pc:sldMkLst>
          <pc:docMk/>
          <pc:sldMk cId="125507599" sldId="601"/>
        </pc:sldMkLst>
      </pc:sldChg>
      <pc:sldChg chg="modSp add mod">
        <pc:chgData name="强 李" userId="cd6c7ec7188785ae" providerId="LiveId" clId="{DE9C22DA-EF9C-4BF7-B19E-50E28DCB6DF5}" dt="2024-09-21T14:43:53.718" v="659" actId="20577"/>
        <pc:sldMkLst>
          <pc:docMk/>
          <pc:sldMk cId="2538305957" sldId="601"/>
        </pc:sldMkLst>
        <pc:spChg chg="mod">
          <ac:chgData name="强 李" userId="cd6c7ec7188785ae" providerId="LiveId" clId="{DE9C22DA-EF9C-4BF7-B19E-50E28DCB6DF5}" dt="2024-09-21T14:43:53.718" v="659" actId="20577"/>
          <ac:spMkLst>
            <pc:docMk/>
            <pc:sldMk cId="2538305957" sldId="601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4:44:59.038" v="668"/>
        <pc:sldMkLst>
          <pc:docMk/>
          <pc:sldMk cId="78345744" sldId="602"/>
        </pc:sldMkLst>
        <pc:spChg chg="mod">
          <ac:chgData name="强 李" userId="cd6c7ec7188785ae" providerId="LiveId" clId="{DE9C22DA-EF9C-4BF7-B19E-50E28DCB6DF5}" dt="2024-09-21T14:44:59.038" v="668"/>
          <ac:spMkLst>
            <pc:docMk/>
            <pc:sldMk cId="78345744" sldId="602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4:50:04.570" v="926" actId="6549"/>
        <pc:sldMkLst>
          <pc:docMk/>
          <pc:sldMk cId="1450588716" sldId="603"/>
        </pc:sldMkLst>
        <pc:spChg chg="mod">
          <ac:chgData name="强 李" userId="cd6c7ec7188785ae" providerId="LiveId" clId="{DE9C22DA-EF9C-4BF7-B19E-50E28DCB6DF5}" dt="2024-09-21T14:50:04.570" v="926" actId="6549"/>
          <ac:spMkLst>
            <pc:docMk/>
            <pc:sldMk cId="1450588716" sldId="603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08:24.172" v="1372"/>
        <pc:sldMkLst>
          <pc:docMk/>
          <pc:sldMk cId="359668770" sldId="604"/>
        </pc:sldMkLst>
        <pc:spChg chg="mod">
          <ac:chgData name="强 李" userId="cd6c7ec7188785ae" providerId="LiveId" clId="{DE9C22DA-EF9C-4BF7-B19E-50E28DCB6DF5}" dt="2024-09-21T15:08:24.172" v="1372"/>
          <ac:spMkLst>
            <pc:docMk/>
            <pc:sldMk cId="359668770" sldId="604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15:58.564" v="1675" actId="6549"/>
        <pc:sldMkLst>
          <pc:docMk/>
          <pc:sldMk cId="1727666922" sldId="605"/>
        </pc:sldMkLst>
        <pc:spChg chg="mod">
          <ac:chgData name="强 李" userId="cd6c7ec7188785ae" providerId="LiveId" clId="{DE9C22DA-EF9C-4BF7-B19E-50E28DCB6DF5}" dt="2024-09-21T15:15:58.564" v="1675" actId="6549"/>
          <ac:spMkLst>
            <pc:docMk/>
            <pc:sldMk cId="1727666922" sldId="605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22:26:01.900" v="2396" actId="15"/>
        <pc:sldMkLst>
          <pc:docMk/>
          <pc:sldMk cId="4035781716" sldId="606"/>
        </pc:sldMkLst>
        <pc:spChg chg="mod">
          <ac:chgData name="强 李" userId="cd6c7ec7188785ae" providerId="LiveId" clId="{DE9C22DA-EF9C-4BF7-B19E-50E28DCB6DF5}" dt="2024-09-21T22:26:01.900" v="2396" actId="15"/>
          <ac:spMkLst>
            <pc:docMk/>
            <pc:sldMk cId="4035781716" sldId="606"/>
            <ac:spMk id="2" creationId="{00000000-0000-0000-0000-000000000000}"/>
          </ac:spMkLst>
        </pc:spChg>
      </pc:sldChg>
      <pc:sldChg chg="modSp add mod">
        <pc:chgData name="强 李" userId="cd6c7ec7188785ae" providerId="LiveId" clId="{DE9C22DA-EF9C-4BF7-B19E-50E28DCB6DF5}" dt="2024-09-21T15:25:51.965" v="2019" actId="6549"/>
        <pc:sldMkLst>
          <pc:docMk/>
          <pc:sldMk cId="562774613" sldId="607"/>
        </pc:sldMkLst>
        <pc:spChg chg="mod">
          <ac:chgData name="强 李" userId="cd6c7ec7188785ae" providerId="LiveId" clId="{DE9C22DA-EF9C-4BF7-B19E-50E28DCB6DF5}" dt="2024-09-21T15:25:51.965" v="2019" actId="6549"/>
          <ac:spMkLst>
            <pc:docMk/>
            <pc:sldMk cId="562774613" sldId="607"/>
            <ac:spMk id="2" creationId="{00000000-0000-0000-0000-000000000000}"/>
          </ac:spMkLst>
        </pc:spChg>
      </pc:sldChg>
      <pc:sldChg chg="addSp delSp modSp add mod setBg modClrScheme chgLayout">
        <pc:chgData name="强 李" userId="cd6c7ec7188785ae" providerId="LiveId" clId="{DE9C22DA-EF9C-4BF7-B19E-50E28DCB6DF5}" dt="2024-09-21T23:32:27.763" v="2412"/>
        <pc:sldMkLst>
          <pc:docMk/>
          <pc:sldMk cId="1301125905" sldId="608"/>
        </pc:sldMkLst>
        <pc:spChg chg="mod">
          <ac:chgData name="强 李" userId="cd6c7ec7188785ae" providerId="LiveId" clId="{DE9C22DA-EF9C-4BF7-B19E-50E28DCB6DF5}" dt="2024-09-21T23:32:27.763" v="2412"/>
          <ac:spMkLst>
            <pc:docMk/>
            <pc:sldMk cId="1301125905" sldId="608"/>
            <ac:spMk id="2" creationId="{00000000-0000-0000-0000-000000000000}"/>
          </ac:spMkLst>
        </pc:spChg>
        <pc:spChg chg="mo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18" creationId="{00000000-0000-0000-0000-000000000000}"/>
          </ac:spMkLst>
        </pc:spChg>
        <pc:spChg chg="add del">
          <ac:chgData name="强 李" userId="cd6c7ec7188785ae" providerId="LiveId" clId="{DE9C22DA-EF9C-4BF7-B19E-50E28DCB6DF5}" dt="2024-09-21T15:32:19.472" v="2216" actId="26606"/>
          <ac:spMkLst>
            <pc:docMk/>
            <pc:sldMk cId="1301125905" sldId="608"/>
            <ac:spMk id="23" creationId="{777A147A-9ED8-46B4-8660-1B3C2AA880B5}"/>
          </ac:spMkLst>
        </pc:spChg>
        <pc:spChg chg="add del">
          <ac:chgData name="强 李" userId="cd6c7ec7188785ae" providerId="LiveId" clId="{DE9C22DA-EF9C-4BF7-B19E-50E28DCB6DF5}" dt="2024-09-21T15:32:19.472" v="2216" actId="26606"/>
          <ac:spMkLst>
            <pc:docMk/>
            <pc:sldMk cId="1301125905" sldId="608"/>
            <ac:spMk id="25" creationId="{5D6C15A0-C087-4593-8414-2B4EC1CDC3DE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7" creationId="{081E4A58-353D-44AE-B2FC-2A74E2E400F7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8" creationId="{1BB867FF-FC45-48F7-8104-F89BE54909F1}"/>
          </ac:spMkLst>
        </pc:spChg>
        <pc:spChg chg="add del">
          <ac:chgData name="强 李" userId="cd6c7ec7188785ae" providerId="LiveId" clId="{DE9C22DA-EF9C-4BF7-B19E-50E28DCB6DF5}" dt="2024-09-21T15:32:20.534" v="2218" actId="26606"/>
          <ac:spMkLst>
            <pc:docMk/>
            <pc:sldMk cId="1301125905" sldId="608"/>
            <ac:spMk id="29" creationId="{8BB56887-D0D5-4F0C-9E19-7247EB83C8B7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1" creationId="{081EA652-8C6A-4E69-BEB9-170809474553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2" creationId="{5298780A-33B9-4EA2-8F67-DE68AD62841B}"/>
          </ac:spMkLst>
        </pc:spChg>
        <pc:spChg chg="add del">
          <ac:chgData name="强 李" userId="cd6c7ec7188785ae" providerId="LiveId" clId="{DE9C22DA-EF9C-4BF7-B19E-50E28DCB6DF5}" dt="2024-09-21T15:32:28.694" v="2220" actId="26606"/>
          <ac:spMkLst>
            <pc:docMk/>
            <pc:sldMk cId="1301125905" sldId="608"/>
            <ac:spMk id="33" creationId="{7F488E8B-4E1E-4402-8935-D4E6C02615C7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5" creationId="{88853921-7BC9-4BDE-ACAB-133C683C82D6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6" creationId="{F837543A-6020-4505-A233-C9DB4BF74011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7" creationId="{09192968-3AE7-4470-A61C-97294BB92731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8" creationId="{35B16301-FB18-48BA-A6DD-C37CAF6F9A18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39" creationId="{3AB72E55-43E4-4356-BFE8-E2102CB0B505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0" creationId="{C3C0D90E-074A-4F52-9B11-B52BEF4BCBE5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1" creationId="{CABBD4C1-E6F8-46F6-8152-A8A97490BF4D}"/>
          </ac:spMkLst>
        </pc:spChg>
        <pc:spChg chg="add del">
          <ac:chgData name="强 李" userId="cd6c7ec7188785ae" providerId="LiveId" clId="{DE9C22DA-EF9C-4BF7-B19E-50E28DCB6DF5}" dt="2024-09-21T15:32:30.200" v="2222" actId="26606"/>
          <ac:spMkLst>
            <pc:docMk/>
            <pc:sldMk cId="1301125905" sldId="608"/>
            <ac:spMk id="42" creationId="{83BA5EF5-1FE9-4BF9-83BB-269BCDDF6156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5" creationId="{09588DA8-065E-4F6F-8EFD-43104AB2E0CF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6" creationId="{C4285719-470E-454C-AF62-8323075F1F5B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7" creationId="{CD9FE4EF-C4D8-49A0-B2FF-81D8DB7D8A24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8" creationId="{4300840D-0A0B-4512-BACA-B439D5B9C57C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49" creationId="{D2B78728-A580-49A7-84F9-6EF6F583ADE0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50" creationId="{38FAA1A1-D861-433F-88FA-1E9D6FD31D11}"/>
          </ac:spMkLst>
        </pc:spChg>
        <pc:spChg chg="add del">
          <ac:chgData name="强 李" userId="cd6c7ec7188785ae" providerId="LiveId" clId="{DE9C22DA-EF9C-4BF7-B19E-50E28DCB6DF5}" dt="2024-09-21T15:32:30.607" v="2224" actId="26606"/>
          <ac:spMkLst>
            <pc:docMk/>
            <pc:sldMk cId="1301125905" sldId="608"/>
            <ac:spMk id="51" creationId="{8D71EDA1-87BF-4D5D-AB79-F346FD19278A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3" creationId="{907EF6B7-1338-4443-8C46-6A318D952DFD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4" creationId="{DAAE4CDD-124C-4DCF-9584-B6033B545DD5}"/>
          </ac:spMkLst>
        </pc:spChg>
        <pc:spChg chg="add del">
          <ac:chgData name="强 李" userId="cd6c7ec7188785ae" providerId="LiveId" clId="{DE9C22DA-EF9C-4BF7-B19E-50E28DCB6DF5}" dt="2024-09-21T15:32:31.584" v="2226" actId="26606"/>
          <ac:spMkLst>
            <pc:docMk/>
            <pc:sldMk cId="1301125905" sldId="608"/>
            <ac:spMk id="55" creationId="{081E4A58-353D-44AE-B2FC-2A74E2E400F7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7" creationId="{F837543A-6020-4505-A233-C9DB4BF74011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8" creationId="{35B16301-FB18-48BA-A6DD-C37CAF6F9A18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59" creationId="{C3C0D90E-074A-4F52-9B11-B52BEF4BCBE5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0" creationId="{CABBD4C1-E6F8-46F6-8152-A8A97490BF4D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1" creationId="{83BA5EF5-1FE9-4BF9-83BB-269BCDDF6156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3" creationId="{88853921-7BC9-4BDE-ACAB-133C683C82D6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4" creationId="{09192968-3AE7-4470-A61C-97294BB92731}"/>
          </ac:spMkLst>
        </pc:spChg>
        <pc:spChg chg="add del">
          <ac:chgData name="强 李" userId="cd6c7ec7188785ae" providerId="LiveId" clId="{DE9C22DA-EF9C-4BF7-B19E-50E28DCB6DF5}" dt="2024-09-21T15:32:31.985" v="2228" actId="26606"/>
          <ac:spMkLst>
            <pc:docMk/>
            <pc:sldMk cId="1301125905" sldId="608"/>
            <ac:spMk id="65" creationId="{3AB72E55-43E4-4356-BFE8-E2102CB0B505}"/>
          </ac:spMkLst>
        </pc:spChg>
        <pc:spChg chg="add del">
          <ac:chgData name="强 李" userId="cd6c7ec7188785ae" providerId="LiveId" clId="{DE9C22DA-EF9C-4BF7-B19E-50E28DCB6DF5}" dt="2024-09-21T15:32:33.665" v="2230" actId="26606"/>
          <ac:spMkLst>
            <pc:docMk/>
            <pc:sldMk cId="1301125905" sldId="608"/>
            <ac:spMk id="67" creationId="{18873D23-2DCF-4B31-A009-95721C06E8E1}"/>
          </ac:spMkLst>
        </pc:spChg>
        <pc:spChg chg="add del">
          <ac:chgData name="强 李" userId="cd6c7ec7188785ae" providerId="LiveId" clId="{DE9C22DA-EF9C-4BF7-B19E-50E28DCB6DF5}" dt="2024-09-21T15:32:33.665" v="2230" actId="26606"/>
          <ac:spMkLst>
            <pc:docMk/>
            <pc:sldMk cId="1301125905" sldId="608"/>
            <ac:spMk id="68" creationId="{C13EF075-D4EF-4929-ADBC-91B27DA19955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4" creationId="{081EA652-8C6A-4E69-BEB9-170809474553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5" creationId="{5298780A-33B9-4EA2-8F67-DE68AD62841B}"/>
          </ac:spMkLst>
        </pc:spChg>
        <pc:spChg chg="add">
          <ac:chgData name="强 李" userId="cd6c7ec7188785ae" providerId="LiveId" clId="{DE9C22DA-EF9C-4BF7-B19E-50E28DCB6DF5}" dt="2024-09-21T15:32:33.672" v="2231" actId="26606"/>
          <ac:spMkLst>
            <pc:docMk/>
            <pc:sldMk cId="1301125905" sldId="608"/>
            <ac:spMk id="76" creationId="{7F488E8B-4E1E-4402-8935-D4E6C02615C7}"/>
          </ac:spMkLst>
        </pc:spChg>
        <pc:grpChg chg="add del">
          <ac:chgData name="强 李" userId="cd6c7ec7188785ae" providerId="LiveId" clId="{DE9C22DA-EF9C-4BF7-B19E-50E28DCB6DF5}" dt="2024-09-21T15:32:33.665" v="2230" actId="26606"/>
          <ac:grpSpMkLst>
            <pc:docMk/>
            <pc:sldMk cId="1301125905" sldId="608"/>
            <ac:grpSpMk id="69" creationId="{DAA26DFA-AAB2-4973-9C17-16D587C7B198}"/>
          </ac:grpSpMkLst>
        </pc:grpChg>
        <pc:cxnChg chg="add del">
          <ac:chgData name="强 李" userId="cd6c7ec7188785ae" providerId="LiveId" clId="{DE9C22DA-EF9C-4BF7-B19E-50E28DCB6DF5}" dt="2024-09-21T15:32:28.694" v="2220" actId="26606"/>
          <ac:cxnSpMkLst>
            <pc:docMk/>
            <pc:sldMk cId="1301125905" sldId="608"/>
            <ac:cxnSpMk id="34" creationId="{23AAC9B5-8015-485C-ACF9-A750390E9A56}"/>
          </ac:cxnSpMkLst>
        </pc:cxnChg>
        <pc:cxnChg chg="add del">
          <ac:chgData name="强 李" userId="cd6c7ec7188785ae" providerId="LiveId" clId="{DE9C22DA-EF9C-4BF7-B19E-50E28DCB6DF5}" dt="2024-09-21T15:32:30.200" v="2222" actId="26606"/>
          <ac:cxnSpMkLst>
            <pc:docMk/>
            <pc:sldMk cId="1301125905" sldId="608"/>
            <ac:cxnSpMk id="43" creationId="{4B3BCACB-5880-460B-9606-8C433A9AF99D}"/>
          </ac:cxnSpMkLst>
        </pc:cxnChg>
        <pc:cxnChg chg="add del">
          <ac:chgData name="强 李" userId="cd6c7ec7188785ae" providerId="LiveId" clId="{DE9C22DA-EF9C-4BF7-B19E-50E28DCB6DF5}" dt="2024-09-21T15:32:31.985" v="2228" actId="26606"/>
          <ac:cxnSpMkLst>
            <pc:docMk/>
            <pc:sldMk cId="1301125905" sldId="608"/>
            <ac:cxnSpMk id="62" creationId="{4B3BCACB-5880-460B-9606-8C433A9AF99D}"/>
          </ac:cxnSpMkLst>
        </pc:cxnChg>
        <pc:cxnChg chg="add">
          <ac:chgData name="强 李" userId="cd6c7ec7188785ae" providerId="LiveId" clId="{DE9C22DA-EF9C-4BF7-B19E-50E28DCB6DF5}" dt="2024-09-21T15:32:33.672" v="2231" actId="26606"/>
          <ac:cxnSpMkLst>
            <pc:docMk/>
            <pc:sldMk cId="1301125905" sldId="608"/>
            <ac:cxnSpMk id="77" creationId="{23AAC9B5-8015-485C-ACF9-A750390E9A56}"/>
          </ac:cxnSpMkLst>
        </pc:cxn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  <pc:spChg chg="mod">
          <ac:chgData name="强 李" userId="cd6c7ec7188785ae" providerId="LiveId" clId="{C0D944F3-8C60-42D3-8287-9054FF582414}" dt="2024-06-29T22:22:39.800" v="214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  <pc:spChg chg="mod">
          <ac:chgData name="强 李" userId="cd6c7ec7188785ae" providerId="LiveId" clId="{C0D944F3-8C60-42D3-8287-9054FF582414}" dt="2024-06-29T22:14:33.277" v="111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  <pc:spChg chg="mod">
          <ac:chgData name="强 李" userId="cd6c7ec7188785ae" providerId="LiveId" clId="{C0D944F3-8C60-42D3-8287-9054FF582414}" dt="2024-06-29T22:15:20.741" v="12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  <pc:picChg chg="mod">
          <ac:chgData name="强 李" userId="cd6c7ec7188785ae" providerId="LiveId" clId="{C0D944F3-8C60-42D3-8287-9054FF582414}" dt="2024-06-29T22:23:03.727" v="215" actId="1076"/>
          <ac:picMkLst>
            <pc:docMk/>
            <pc:sldMk cId="1164883511" sldId="596"/>
            <ac:picMk id="5" creationId="{2ADD046A-1E76-1E25-D210-434E5BDA978C}"/>
          </ac:picMkLst>
        </pc:pic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</pc:docChg>
  </pc:docChgLst>
  <pc:docChgLst>
    <pc:chgData name="强 李" userId="cd6c7ec7188785ae" providerId="LiveId" clId="{4AB20E6F-2848-4974-B951-18355A4600C1}"/>
    <pc:docChg chg="undo custSel addSld delSld modSld sldOrd">
      <pc:chgData name="强 李" userId="cd6c7ec7188785ae" providerId="LiveId" clId="{4AB20E6F-2848-4974-B951-18355A4600C1}" dt="2024-10-13T00:11:02.643" v="1067"/>
      <pc:docMkLst>
        <pc:docMk/>
      </pc:docMkLst>
      <pc:sldChg chg="modSp mod">
        <pc:chgData name="强 李" userId="cd6c7ec7188785ae" providerId="LiveId" clId="{4AB20E6F-2848-4974-B951-18355A4600C1}" dt="2024-10-12T23:16:12.503" v="126" actId="403"/>
        <pc:sldMkLst>
          <pc:docMk/>
          <pc:sldMk cId="0" sldId="425"/>
        </pc:sldMkLst>
        <pc:spChg chg="mod">
          <ac:chgData name="强 李" userId="cd6c7ec7188785ae" providerId="LiveId" clId="{4AB20E6F-2848-4974-B951-18355A4600C1}" dt="2024-10-12T23:16:12.503" v="126" actId="403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4AB20E6F-2848-4974-B951-18355A4600C1}" dt="2024-10-12T23:13:25.158" v="111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AB20E6F-2848-4974-B951-18355A4600C1}" dt="2024-10-12T23:38:01.854" v="259" actId="6549"/>
        <pc:sldMkLst>
          <pc:docMk/>
          <pc:sldMk cId="54695671" sldId="531"/>
        </pc:sldMkLst>
        <pc:spChg chg="del">
          <ac:chgData name="强 李" userId="cd6c7ec7188785ae" providerId="LiveId" clId="{4AB20E6F-2848-4974-B951-18355A4600C1}" dt="2024-10-12T23:36:25.030" v="233" actId="478"/>
          <ac:spMkLst>
            <pc:docMk/>
            <pc:sldMk cId="54695671" sldId="531"/>
            <ac:spMk id="4" creationId="{813ADE0C-0A95-8BE0-FCB2-CDA44CEA64A3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5" creationId="{6D756E38-44BB-893E-10F4-24648C1F9451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6" creationId="{AA272FBC-B21D-C369-0141-9585E0210DD1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8" creationId="{80AFC5C0-E649-FDDA-99E5-171FAB08CA0F}"/>
          </ac:spMkLst>
        </pc:spChg>
        <pc:spChg chg="add mod">
          <ac:chgData name="强 李" userId="cd6c7ec7188785ae" providerId="LiveId" clId="{4AB20E6F-2848-4974-B951-18355A4600C1}" dt="2024-10-12T23:38:01.854" v="259" actId="6549"/>
          <ac:spMkLst>
            <pc:docMk/>
            <pc:sldMk cId="54695671" sldId="531"/>
            <ac:spMk id="10" creationId="{0F8C0306-423C-7746-A3D2-2A3513F35A44}"/>
          </ac:spMkLst>
        </pc:spChg>
        <pc:spChg chg="del">
          <ac:chgData name="强 李" userId="cd6c7ec7188785ae" providerId="LiveId" clId="{4AB20E6F-2848-4974-B951-18355A4600C1}" dt="2024-10-12T23:36:15.697" v="231" actId="478"/>
          <ac:spMkLst>
            <pc:docMk/>
            <pc:sldMk cId="54695671" sldId="531"/>
            <ac:spMk id="12" creationId="{D9CC1E38-202F-40CF-CD43-27927F4D1FA5}"/>
          </ac:spMkLst>
        </pc:spChg>
        <pc:spChg chg="del">
          <ac:chgData name="强 李" userId="cd6c7ec7188785ae" providerId="LiveId" clId="{4AB20E6F-2848-4974-B951-18355A4600C1}" dt="2024-10-12T23:36:22.596" v="232" actId="478"/>
          <ac:spMkLst>
            <pc:docMk/>
            <pc:sldMk cId="54695671" sldId="531"/>
            <ac:spMk id="13" creationId="{C20498D4-7AA0-18E1-5D4B-FAE5F48E8AC2}"/>
          </ac:spMkLst>
        </pc:spChg>
        <pc:grpChg chg="del">
          <ac:chgData name="强 李" userId="cd6c7ec7188785ae" providerId="LiveId" clId="{4AB20E6F-2848-4974-B951-18355A4600C1}" dt="2024-10-12T23:36:22.596" v="232" actId="478"/>
          <ac:grpSpMkLst>
            <pc:docMk/>
            <pc:sldMk cId="54695671" sldId="531"/>
            <ac:grpSpMk id="9" creationId="{87176265-B58D-673F-0145-44DE61D798A1}"/>
          </ac:grpSpMkLst>
        </pc:grpChg>
      </pc:sldChg>
      <pc:sldChg chg="modSp">
        <pc:chgData name="强 李" userId="cd6c7ec7188785ae" providerId="LiveId" clId="{4AB20E6F-2848-4974-B951-18355A4600C1}" dt="2024-10-13T00:11:02.643" v="1067"/>
        <pc:sldMkLst>
          <pc:docMk/>
          <pc:sldMk cId="419382719" sldId="552"/>
        </pc:sldMkLst>
        <pc:graphicFrameChg chg="mod">
          <ac:chgData name="强 李" userId="cd6c7ec7188785ae" providerId="LiveId" clId="{4AB20E6F-2848-4974-B951-18355A4600C1}" dt="2024-10-13T00:11:02.643" v="1067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">
        <pc:chgData name="强 李" userId="cd6c7ec7188785ae" providerId="LiveId" clId="{4AB20E6F-2848-4974-B951-18355A4600C1}" dt="2024-10-12T23:12:58.311" v="102"/>
        <pc:sldMkLst>
          <pc:docMk/>
          <pc:sldMk cId="3418790839" sldId="554"/>
        </pc:sldMkLst>
        <pc:graphicFrameChg chg="mod">
          <ac:chgData name="强 李" userId="cd6c7ec7188785ae" providerId="LiveId" clId="{4AB20E6F-2848-4974-B951-18355A4600C1}" dt="2024-10-12T23:12:58.311" v="102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4AB20E6F-2848-4974-B951-18355A4600C1}" dt="2024-10-12T23:11:10.756" v="8" actId="20577"/>
        <pc:sldMkLst>
          <pc:docMk/>
          <pc:sldMk cId="1911491714" sldId="560"/>
        </pc:sldMkLst>
        <pc:spChg chg="mod">
          <ac:chgData name="强 李" userId="cd6c7ec7188785ae" providerId="LiveId" clId="{4AB20E6F-2848-4974-B951-18355A4600C1}" dt="2024-10-12T23:11:02.085" v="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4AB20E6F-2848-4974-B951-18355A4600C1}" dt="2024-10-12T23:11:10.756" v="8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4AB20E6F-2848-4974-B951-18355A4600C1}" dt="2024-10-12T23:40:45.967" v="339" actId="6549"/>
        <pc:sldMkLst>
          <pc:docMk/>
          <pc:sldMk cId="340286292" sldId="594"/>
        </pc:sldMkLst>
        <pc:spChg chg="mod">
          <ac:chgData name="强 李" userId="cd6c7ec7188785ae" providerId="LiveId" clId="{4AB20E6F-2848-4974-B951-18355A4600C1}" dt="2024-10-12T23:40:45.967" v="339" actId="6549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4AB20E6F-2848-4974-B951-18355A4600C1}" dt="2024-10-12T23:38:48.200" v="262" actId="20577"/>
          <ac:spMkLst>
            <pc:docMk/>
            <pc:sldMk cId="340286292" sldId="594"/>
            <ac:spMk id="18" creationId="{00000000-0000-0000-0000-000000000000}"/>
          </ac:spMkLst>
        </pc:spChg>
      </pc:sldChg>
      <pc:sldChg chg="del">
        <pc:chgData name="强 李" userId="cd6c7ec7188785ae" providerId="LiveId" clId="{4AB20E6F-2848-4974-B951-18355A4600C1}" dt="2024-10-12T23:17:50.545" v="223" actId="47"/>
        <pc:sldMkLst>
          <pc:docMk/>
          <pc:sldMk cId="3965997736" sldId="598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81840699" sldId="599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2538305957" sldId="601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78345744" sldId="602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450588716" sldId="603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359668770" sldId="604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727666922" sldId="605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35781716" sldId="606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562774613" sldId="607"/>
        </pc:sldMkLst>
      </pc:sldChg>
      <pc:sldChg chg="modSp mod">
        <pc:chgData name="强 李" userId="cd6c7ec7188785ae" providerId="LiveId" clId="{4AB20E6F-2848-4974-B951-18355A4600C1}" dt="2024-10-13T00:10:26.284" v="1060" actId="14100"/>
        <pc:sldMkLst>
          <pc:docMk/>
          <pc:sldMk cId="1301125905" sldId="608"/>
        </pc:sldMkLst>
        <pc:spChg chg="mod">
          <ac:chgData name="强 李" userId="cd6c7ec7188785ae" providerId="LiveId" clId="{4AB20E6F-2848-4974-B951-18355A4600C1}" dt="2024-10-13T00:10:26.284" v="1060" actId="14100"/>
          <ac:spMkLst>
            <pc:docMk/>
            <pc:sldMk cId="1301125905" sldId="608"/>
            <ac:spMk id="2" creationId="{00000000-0000-0000-0000-000000000000}"/>
          </ac:spMkLst>
        </pc:spChg>
      </pc:sldChg>
      <pc:sldChg chg="modSp add mod">
        <pc:chgData name="强 李" userId="cd6c7ec7188785ae" providerId="LiveId" clId="{4AB20E6F-2848-4974-B951-18355A4600C1}" dt="2024-10-13T00:06:11.061" v="974"/>
        <pc:sldMkLst>
          <pc:docMk/>
          <pc:sldMk cId="1722492924" sldId="609"/>
        </pc:sldMkLst>
        <pc:spChg chg="mod">
          <ac:chgData name="强 李" userId="cd6c7ec7188785ae" providerId="LiveId" clId="{4AB20E6F-2848-4974-B951-18355A4600C1}" dt="2024-10-13T00:06:11.061" v="974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4AB20E6F-2848-4974-B951-18355A4600C1}" dt="2024-10-12T23:16:42.399" v="129"/>
          <ac:spMkLst>
            <pc:docMk/>
            <pc:sldMk cId="1722492924" sldId="609"/>
            <ac:spMk id="9" creationId="{1F5B6856-AF8A-4085-2AF6-D259C7449B9E}"/>
          </ac:spMkLst>
        </pc:spChg>
        <pc:spChg chg="mod">
          <ac:chgData name="强 李" userId="cd6c7ec7188785ae" providerId="LiveId" clId="{4AB20E6F-2848-4974-B951-18355A4600C1}" dt="2024-10-12T23:16:33.281" v="128"/>
          <ac:spMkLst>
            <pc:docMk/>
            <pc:sldMk cId="1722492924" sldId="609"/>
            <ac:spMk id="11" creationId="{3CAB36DD-1A23-5A1B-C9B0-3F43FAF7A79F}"/>
          </ac:spMkLst>
        </pc:spChg>
        <pc:spChg chg="mod">
          <ac:chgData name="强 李" userId="cd6c7ec7188785ae" providerId="LiveId" clId="{4AB20E6F-2848-4974-B951-18355A4600C1}" dt="2024-10-12T23:16:26.398" v="127"/>
          <ac:spMkLst>
            <pc:docMk/>
            <pc:sldMk cId="1722492924" sldId="609"/>
            <ac:spMk id="13" creationId="{7DAB6BBF-A107-5EDA-C988-F2FCC0FA4ADA}"/>
          </ac:spMkLst>
        </pc:spChg>
        <pc:spChg chg="mod">
          <ac:chgData name="强 李" userId="cd6c7ec7188785ae" providerId="LiveId" clId="{4AB20E6F-2848-4974-B951-18355A4600C1}" dt="2024-10-12T23:35:53.760" v="230"/>
          <ac:spMkLst>
            <pc:docMk/>
            <pc:sldMk cId="1722492924" sldId="609"/>
            <ac:spMk id="16" creationId="{7DE16206-6F61-BEC3-0DA4-3625D631A8E6}"/>
          </ac:spMkLst>
        </pc:spChg>
      </pc:sldChg>
      <pc:sldChg chg="modSp add mod">
        <pc:chgData name="强 李" userId="cd6c7ec7188785ae" providerId="LiveId" clId="{4AB20E6F-2848-4974-B951-18355A4600C1}" dt="2024-10-12T23:43:36.919" v="417" actId="20577"/>
        <pc:sldMkLst>
          <pc:docMk/>
          <pc:sldMk cId="1283152500" sldId="610"/>
        </pc:sldMkLst>
        <pc:spChg chg="mod">
          <ac:chgData name="强 李" userId="cd6c7ec7188785ae" providerId="LiveId" clId="{4AB20E6F-2848-4974-B951-18355A4600C1}" dt="2024-10-12T23:43:36.919" v="417" actId="20577"/>
          <ac:spMkLst>
            <pc:docMk/>
            <pc:sldMk cId="1283152500" sldId="610"/>
            <ac:spMk id="2" creationId="{B47872A6-2EDA-9BFD-00E2-A90953C801F3}"/>
          </ac:spMkLst>
        </pc:spChg>
      </pc:sldChg>
      <pc:sldChg chg="add del">
        <pc:chgData name="强 李" userId="cd6c7ec7188785ae" providerId="LiveId" clId="{4AB20E6F-2848-4974-B951-18355A4600C1}" dt="2024-10-12T23:42:04.554" v="355"/>
        <pc:sldMkLst>
          <pc:docMk/>
          <pc:sldMk cId="979928206" sldId="611"/>
        </pc:sldMkLst>
      </pc:sldChg>
      <pc:sldChg chg="modSp add mod">
        <pc:chgData name="强 李" userId="cd6c7ec7188785ae" providerId="LiveId" clId="{4AB20E6F-2848-4974-B951-18355A4600C1}" dt="2024-10-12T23:44:58.693" v="453" actId="6549"/>
        <pc:sldMkLst>
          <pc:docMk/>
          <pc:sldMk cId="1793699087" sldId="611"/>
        </pc:sldMkLst>
        <pc:spChg chg="mod">
          <ac:chgData name="强 李" userId="cd6c7ec7188785ae" providerId="LiveId" clId="{4AB20E6F-2848-4974-B951-18355A4600C1}" dt="2024-10-12T23:44:58.693" v="453" actId="6549"/>
          <ac:spMkLst>
            <pc:docMk/>
            <pc:sldMk cId="1793699087" sldId="611"/>
            <ac:spMk id="2" creationId="{B557E1B5-AD9E-D0CB-EEBF-14FC0F404B64}"/>
          </ac:spMkLst>
        </pc:spChg>
      </pc:sldChg>
      <pc:sldChg chg="addSp delSp modSp add mod ord">
        <pc:chgData name="强 李" userId="cd6c7ec7188785ae" providerId="LiveId" clId="{4AB20E6F-2848-4974-B951-18355A4600C1}" dt="2024-10-12T23:50:14.733" v="712" actId="6549"/>
        <pc:sldMkLst>
          <pc:docMk/>
          <pc:sldMk cId="3072232056" sldId="612"/>
        </pc:sldMkLst>
        <pc:spChg chg="mod">
          <ac:chgData name="强 李" userId="cd6c7ec7188785ae" providerId="LiveId" clId="{4AB20E6F-2848-4974-B951-18355A4600C1}" dt="2024-10-12T23:50:14.733" v="712" actId="6549"/>
          <ac:spMkLst>
            <pc:docMk/>
            <pc:sldMk cId="3072232056" sldId="612"/>
            <ac:spMk id="2" creationId="{28E9087C-9226-10AB-F8BC-F7308C307E30}"/>
          </ac:spMkLst>
        </pc:spChg>
        <pc:spChg chg="add mod">
          <ac:chgData name="强 李" userId="cd6c7ec7188785ae" providerId="LiveId" clId="{4AB20E6F-2848-4974-B951-18355A4600C1}" dt="2024-10-12T23:46:07.206" v="468"/>
          <ac:spMkLst>
            <pc:docMk/>
            <pc:sldMk cId="3072232056" sldId="612"/>
            <ac:spMk id="3" creationId="{DD6326F1-FDD9-A2BA-D4E6-E8F713CE6F41}"/>
          </ac:spMkLst>
        </pc:spChg>
        <pc:spChg chg="del">
          <ac:chgData name="强 李" userId="cd6c7ec7188785ae" providerId="LiveId" clId="{4AB20E6F-2848-4974-B951-18355A4600C1}" dt="2024-10-12T23:46:06.900" v="467" actId="478"/>
          <ac:spMkLst>
            <pc:docMk/>
            <pc:sldMk cId="3072232056" sldId="612"/>
            <ac:spMk id="18" creationId="{9A103D3A-7C8F-D0CC-6C73-EC476B9DCAFC}"/>
          </ac:spMkLst>
        </pc:spChg>
      </pc:sldChg>
      <pc:sldChg chg="modSp add mod">
        <pc:chgData name="强 李" userId="cd6c7ec7188785ae" providerId="LiveId" clId="{4AB20E6F-2848-4974-B951-18355A4600C1}" dt="2024-10-13T00:03:12.491" v="836" actId="20577"/>
        <pc:sldMkLst>
          <pc:docMk/>
          <pc:sldMk cId="1832916219" sldId="613"/>
        </pc:sldMkLst>
        <pc:spChg chg="mod">
          <ac:chgData name="强 李" userId="cd6c7ec7188785ae" providerId="LiveId" clId="{4AB20E6F-2848-4974-B951-18355A4600C1}" dt="2024-10-13T00:03:12.491" v="836" actId="20577"/>
          <ac:spMkLst>
            <pc:docMk/>
            <pc:sldMk cId="1832916219" sldId="613"/>
            <ac:spMk id="2" creationId="{9E7E2889-1FE2-C1BE-F443-A4747B0A4400}"/>
          </ac:spMkLst>
        </pc:spChg>
        <pc:spChg chg="mod">
          <ac:chgData name="强 李" userId="cd6c7ec7188785ae" providerId="LiveId" clId="{4AB20E6F-2848-4974-B951-18355A4600C1}" dt="2024-10-12T23:45:49.633" v="466" actId="6549"/>
          <ac:spMkLst>
            <pc:docMk/>
            <pc:sldMk cId="1832916219" sldId="613"/>
            <ac:spMk id="18" creationId="{1499D7BD-5260-8CA4-B716-702E48782B70}"/>
          </ac:spMkLst>
        </pc:spChg>
      </pc:sldChg>
      <pc:sldChg chg="modSp add mod">
        <pc:chgData name="强 李" userId="cd6c7ec7188785ae" providerId="LiveId" clId="{4AB20E6F-2848-4974-B951-18355A4600C1}" dt="2024-10-13T00:05:26.909" v="951" actId="6549"/>
        <pc:sldMkLst>
          <pc:docMk/>
          <pc:sldMk cId="876084684" sldId="614"/>
        </pc:sldMkLst>
        <pc:spChg chg="mod">
          <ac:chgData name="强 李" userId="cd6c7ec7188785ae" providerId="LiveId" clId="{4AB20E6F-2848-4974-B951-18355A4600C1}" dt="2024-10-13T00:05:26.909" v="951" actId="6549"/>
          <ac:spMkLst>
            <pc:docMk/>
            <pc:sldMk cId="876084684" sldId="614"/>
            <ac:spMk id="2" creationId="{8828B4C2-31F2-AF68-B60C-316453E255AE}"/>
          </ac:spMkLst>
        </pc:spChg>
      </pc:sldChg>
      <pc:sldChg chg="modSp add mod">
        <pc:chgData name="强 李" userId="cd6c7ec7188785ae" providerId="LiveId" clId="{4AB20E6F-2848-4974-B951-18355A4600C1}" dt="2024-10-13T00:09:28.317" v="1031" actId="20577"/>
        <pc:sldMkLst>
          <pc:docMk/>
          <pc:sldMk cId="292999500" sldId="615"/>
        </pc:sldMkLst>
        <pc:spChg chg="mod">
          <ac:chgData name="强 李" userId="cd6c7ec7188785ae" providerId="LiveId" clId="{4AB20E6F-2848-4974-B951-18355A4600C1}" dt="2024-10-13T00:09:28.317" v="1031" actId="20577"/>
          <ac:spMkLst>
            <pc:docMk/>
            <pc:sldMk cId="292999500" sldId="615"/>
            <ac:spMk id="2" creationId="{676C864F-06BB-1288-B630-F1FA1D249DD1}"/>
          </ac:spMkLst>
        </pc:spChg>
        <pc:spChg chg="mod">
          <ac:chgData name="强 李" userId="cd6c7ec7188785ae" providerId="LiveId" clId="{4AB20E6F-2848-4974-B951-18355A4600C1}" dt="2024-10-13T00:06:21.826" v="976" actId="6549"/>
          <ac:spMkLst>
            <pc:docMk/>
            <pc:sldMk cId="292999500" sldId="615"/>
            <ac:spMk id="18" creationId="{FFE7E3C5-1166-3AC5-C276-9FA7E8FF7851}"/>
          </ac:spMkLst>
        </pc:spChg>
      </pc:sldChg>
      <pc:sldChg chg="modSp add del mod">
        <pc:chgData name="强 李" userId="cd6c7ec7188785ae" providerId="LiveId" clId="{4AB20E6F-2848-4974-B951-18355A4600C1}" dt="2024-10-13T00:09:57.637" v="1050" actId="47"/>
        <pc:sldMkLst>
          <pc:docMk/>
          <pc:sldMk cId="726664714" sldId="616"/>
        </pc:sldMkLst>
        <pc:spChg chg="mod">
          <ac:chgData name="强 李" userId="cd6c7ec7188785ae" providerId="LiveId" clId="{4AB20E6F-2848-4974-B951-18355A4600C1}" dt="2024-10-13T00:09:43.452" v="1046"/>
          <ac:spMkLst>
            <pc:docMk/>
            <pc:sldMk cId="726664714" sldId="616"/>
            <ac:spMk id="2" creationId="{73F8E4F1-FA51-F896-CE0A-55FFE9D07E35}"/>
          </ac:spMkLst>
        </pc:spChg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  <pc:spChg chg="mod">
          <ac:chgData name="强 李" userId="cd6c7ec7188785ae" providerId="LiveId" clId="{1F788608-16AE-484E-BA0E-693D8C33E910}" dt="2024-08-24T02:44:12.507" v="879" actId="403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3" creationId="{B504861B-6EFA-BAFD-C2A3-DA811CA9235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1F788608-16AE-484E-BA0E-693D8C33E910}" dt="2024-08-24T00:52:30.863" v="856"/>
          <ac:spMkLst>
            <pc:docMk/>
            <pc:sldMk cId="54695671" sldId="531"/>
            <ac:spMk id="6" creationId="{AA272FBC-B21D-C369-0141-9585E0210DD1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1" creationId="{8F585226-39A8-96AE-40A3-878704581BB6}"/>
          </ac:spMkLst>
        </pc:spChg>
        <pc:spChg chg="mod">
          <ac:chgData name="强 李" userId="cd6c7ec7188785ae" providerId="LiveId" clId="{1F788608-16AE-484E-BA0E-693D8C33E910}" dt="2024-08-23T12:05:41.124" v="837" actId="2711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  <pc:spChg chg="add del mod">
          <ac:chgData name="强 李" userId="cd6c7ec7188785ae" providerId="LiveId" clId="{1F788608-16AE-484E-BA0E-693D8C33E910}" dt="2024-08-24T03:13:19.605" v="1412" actId="478"/>
          <ac:spMkLst>
            <pc:docMk/>
            <pc:sldMk cId="1242525785" sldId="54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3:15:55.546" v="1470"/>
          <ac:spMkLst>
            <pc:docMk/>
            <pc:sldMk cId="1242525785" sldId="543"/>
            <ac:spMk id="4" creationId="{9744BC9E-F0B2-AD37-F3BD-19B461A4AF13}"/>
          </ac:spMkLst>
        </pc:spChg>
        <pc:spChg chg="del mod">
          <ac:chgData name="强 李" userId="cd6c7ec7188785ae" providerId="LiveId" clId="{1F788608-16AE-484E-BA0E-693D8C33E910}" dt="2024-08-24T03:13:48.477" v="1416" actId="478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1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11:28.859" v="1397" actId="26606"/>
          <ac:spMkLst>
            <pc:docMk/>
            <pc:sldMk cId="1242525785" sldId="543"/>
            <ac:spMk id="23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4" creationId="{1D63C574-BFD2-41A1-A567-B0C3CC7FDD4F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5" creationId="{EDDBB197-D710-4A4F-A9CA-FD2177498BE8}"/>
          </ac:spMkLst>
        </pc:spChg>
        <pc:spChg chg="add del">
          <ac:chgData name="强 李" userId="cd6c7ec7188785ae" providerId="LiveId" clId="{1F788608-16AE-484E-BA0E-693D8C33E910}" dt="2024-08-24T03:09:18.316" v="1363" actId="26606"/>
          <ac:spMkLst>
            <pc:docMk/>
            <pc:sldMk cId="1242525785" sldId="543"/>
            <ac:spMk id="26" creationId="{E2A46BAB-8C31-42B2-90E8-B26DD3E81D37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27" creationId="{975D1CFA-2CDB-4B64-BD9F-85744E8DA12F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1" creationId="{AE2B703B-46F9-481A-A605-82E2A828C4FA}"/>
          </ac:spMkLst>
        </pc:spChg>
        <pc:spChg chg="add del">
          <ac:chgData name="强 李" userId="cd6c7ec7188785ae" providerId="LiveId" clId="{1F788608-16AE-484E-BA0E-693D8C33E910}" dt="2024-08-24T03:09:22.790" v="1365" actId="26606"/>
          <ac:spMkLst>
            <pc:docMk/>
            <pc:sldMk cId="1242525785" sldId="543"/>
            <ac:spMk id="42" creationId="{F13BE4D7-0C3D-4906-B230-A1C5B4665CCF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5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09:32.601" v="1367" actId="26606"/>
          <ac:spMkLst>
            <pc:docMk/>
            <pc:sldMk cId="1242525785" sldId="543"/>
            <ac:spMk id="46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09:33.968" v="1369" actId="26606"/>
          <ac:spMkLst>
            <pc:docMk/>
            <pc:sldMk cId="1242525785" sldId="543"/>
            <ac:spMk id="49" creationId="{2659FDB4-FCBE-4A89-B46D-43D4FA54464D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2" creationId="{7517A47C-B2E5-4B79-8061-D74B1311AF6E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3" creationId="{2E442304-DDBD-4F7B-8017-36BCC863FB40}"/>
          </ac:spMkLst>
        </pc:spChg>
        <pc:spChg chg="add del">
          <ac:chgData name="强 李" userId="cd6c7ec7188785ae" providerId="LiveId" clId="{1F788608-16AE-484E-BA0E-693D8C33E910}" dt="2024-08-24T03:09:37.014" v="1371" actId="26606"/>
          <ac:spMkLst>
            <pc:docMk/>
            <pc:sldMk cId="1242525785" sldId="543"/>
            <ac:spMk id="54" creationId="{5E107275-3853-46FD-A241-DE4355A42675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6" creationId="{C505E780-2083-4CB5-A42A-5E0E2908ECC3}"/>
          </ac:spMkLst>
        </pc:spChg>
        <pc:spChg chg="add del">
          <ac:chgData name="强 李" userId="cd6c7ec7188785ae" providerId="LiveId" clId="{1F788608-16AE-484E-BA0E-693D8C33E910}" dt="2024-08-24T03:09:40.800" v="1373" actId="26606"/>
          <ac:spMkLst>
            <pc:docMk/>
            <pc:sldMk cId="1242525785" sldId="543"/>
            <ac:spMk id="57" creationId="{00000000-0000-0000-0000-000000000000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8" creationId="{D2C0AE1C-0118-41AE-8A10-7CDCBF10E96F}"/>
          </ac:spMkLst>
        </pc:spChg>
        <pc:spChg chg="add del">
          <ac:chgData name="强 李" userId="cd6c7ec7188785ae" providerId="LiveId" clId="{1F788608-16AE-484E-BA0E-693D8C33E910}" dt="2024-08-24T03:13:05.052" v="1409" actId="26606"/>
          <ac:spMkLst>
            <pc:docMk/>
            <pc:sldMk cId="1242525785" sldId="543"/>
            <ac:spMk id="59" creationId="{463EEC44-1BA3-44ED-81FC-A644B04B2A44}"/>
          </ac:spMkLst>
        </pc:spChg>
        <pc:spChg chg="add del">
          <ac:chgData name="强 李" userId="cd6c7ec7188785ae" providerId="LiveId" clId="{1F788608-16AE-484E-BA0E-693D8C33E910}" dt="2024-08-24T03:12:25.241" v="1400" actId="26606"/>
          <ac:spMkLst>
            <pc:docMk/>
            <pc:sldMk cId="1242525785" sldId="543"/>
            <ac:spMk id="63" creationId="{C7CCC60B-4D42-4FE4-BCB2-A713F52D08DA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4" creationId="{3A7E003E-EE76-4207-A774-A645C37F1D27}"/>
          </ac:spMkLst>
        </pc:spChg>
        <pc:spChg chg="add del">
          <ac:chgData name="强 李" userId="cd6c7ec7188785ae" providerId="LiveId" clId="{1F788608-16AE-484E-BA0E-693D8C33E910}" dt="2024-08-24T03:11:00.593" v="1395" actId="26606"/>
          <ac:spMkLst>
            <pc:docMk/>
            <pc:sldMk cId="1242525785" sldId="543"/>
            <ac:spMk id="65" creationId="{FBD77573-9EF2-4C35-8285-A1CF6FBB0EA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67" creationId="{B5416EBC-B41E-4F8A-BE9F-07301B682CBD}"/>
          </ac:spMkLst>
        </pc:spChg>
        <pc:spChg chg="add del">
          <ac:chgData name="强 李" userId="cd6c7ec7188785ae" providerId="LiveId" clId="{1F788608-16AE-484E-BA0E-693D8C33E910}" dt="2024-08-24T03:10:53.218" v="1389" actId="26606"/>
          <ac:spMkLst>
            <pc:docMk/>
            <pc:sldMk cId="1242525785" sldId="543"/>
            <ac:spMk id="69" creationId="{7AADB56C-BA56-4D1E-A42A-A07A474446EC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71" creationId="{AFF79527-C7F1-4E06-8126-A8E8C5FEBFCA}"/>
          </ac:spMkLst>
        </pc:spChg>
        <pc:spChg chg="add del">
          <ac:chgData name="强 李" userId="cd6c7ec7188785ae" providerId="LiveId" clId="{1F788608-16AE-484E-BA0E-693D8C33E910}" dt="2024-08-24T03:10:35.651" v="1383" actId="26606"/>
          <ac:spMkLst>
            <pc:docMk/>
            <pc:sldMk cId="1242525785" sldId="543"/>
            <ac:spMk id="72" creationId="{D1D34770-47A8-402C-AF23-2B653F2D88C1}"/>
          </ac:spMkLst>
        </pc:spChg>
        <pc:spChg chg="add del">
          <ac:chgData name="强 李" userId="cd6c7ec7188785ae" providerId="LiveId" clId="{1F788608-16AE-484E-BA0E-693D8C33E910}" dt="2024-08-24T03:10:56.674" v="1391" actId="26606"/>
          <ac:spMkLst>
            <pc:docMk/>
            <pc:sldMk cId="1242525785" sldId="543"/>
            <ac:spMk id="73" creationId="{59E6688D-1DED-48EA-8368-FCD09C0B764D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4" creationId="{835EF3DD-7D43-4A27-8967-A92FD8CC9365}"/>
          </ac:spMkLst>
        </pc:spChg>
        <pc:spChg chg="add del">
          <ac:chgData name="强 李" userId="cd6c7ec7188785ae" providerId="LiveId" clId="{1F788608-16AE-484E-BA0E-693D8C33E910}" dt="2024-08-24T03:10:38.512" v="1385" actId="26606"/>
          <ac:spMkLst>
            <pc:docMk/>
            <pc:sldMk cId="1242525785" sldId="543"/>
            <ac:spMk id="75" creationId="{7025EFD5-738C-41B9-87FE-0C00E211BD8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78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0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0:42.484" v="1387" actId="26606"/>
          <ac:spMkLst>
            <pc:docMk/>
            <pc:sldMk cId="1242525785" sldId="543"/>
            <ac:spMk id="81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48.533" v="1402" actId="26606"/>
          <ac:spMkLst>
            <pc:docMk/>
            <pc:sldMk cId="1242525785" sldId="543"/>
            <ac:spMk id="83" creationId="{55986208-8A53-4E92-9197-6B57BCCB2F37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5" creationId="{DB304A14-32D0-4873-B914-423ED7B8DAFD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7" creationId="{1D460C86-854F-4FB3-ABC2-E823D8FEB9DB}"/>
          </ac:spMkLst>
        </pc:spChg>
        <pc:spChg chg="add del">
          <ac:chgData name="强 李" userId="cd6c7ec7188785ae" providerId="LiveId" clId="{1F788608-16AE-484E-BA0E-693D8C33E910}" dt="2024-08-24T03:12:51.443" v="1404" actId="26606"/>
          <ac:spMkLst>
            <pc:docMk/>
            <pc:sldMk cId="1242525785" sldId="543"/>
            <ac:spMk id="88" creationId="{BB48116A-278A-4CC5-89D3-9DE8E8FF124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0" creationId="{590F0732-1310-424D-AA1D-6CB7D4862AF5}"/>
          </ac:spMkLst>
        </pc:spChg>
        <pc:spChg chg="add del">
          <ac:chgData name="强 李" userId="cd6c7ec7188785ae" providerId="LiveId" clId="{1F788608-16AE-484E-BA0E-693D8C33E910}" dt="2024-08-24T03:12:57.914" v="1406" actId="26606"/>
          <ac:spMkLst>
            <pc:docMk/>
            <pc:sldMk cId="1242525785" sldId="543"/>
            <ac:spMk id="91" creationId="{6C735625-AF2A-411F-ACEB-29A708A94EA6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3" creationId="{AE5A632B-B15A-489E-8337-BC0F40DBC21F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4" creationId="{6E895C8D-1379-40B8-8B1B-B6F5AEAF0A6C}"/>
          </ac:spMkLst>
        </pc:spChg>
        <pc:spChg chg="add del">
          <ac:chgData name="强 李" userId="cd6c7ec7188785ae" providerId="LiveId" clId="{1F788608-16AE-484E-BA0E-693D8C33E910}" dt="2024-08-24T03:13:03.773" v="1408" actId="26606"/>
          <ac:spMkLst>
            <pc:docMk/>
            <pc:sldMk cId="1242525785" sldId="543"/>
            <ac:spMk id="95" creationId="{651547D7-AD18-407B-A5F4-F8225B5DCFCC}"/>
          </ac:spMkLst>
        </pc:s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28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40.800" v="1373" actId="26606"/>
          <ac:grpSpMkLst>
            <pc:docMk/>
            <pc:sldMk cId="1242525785" sldId="543"/>
            <ac:grpSpMk id="29" creationId="{25EE5136-01F1-466C-962D-BA9B4C6757AA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31" creationId="{B3F7A3C7-0737-4E57-B30E-8EEFE638B401}"/>
          </ac:grpSpMkLst>
        </pc:grpChg>
        <pc:grpChg chg="add del">
          <ac:chgData name="强 李" userId="cd6c7ec7188785ae" providerId="LiveId" clId="{1F788608-16AE-484E-BA0E-693D8C33E910}" dt="2024-08-24T03:09:18.316" v="1363" actId="26606"/>
          <ac:grpSpMkLst>
            <pc:docMk/>
            <pc:sldMk cId="1242525785" sldId="543"/>
            <ac:grpSpMk id="32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1:28.859" v="1397" actId="26606"/>
          <ac:grpSpMkLst>
            <pc:docMk/>
            <pc:sldMk cId="1242525785" sldId="543"/>
            <ac:grpSpMk id="44" creationId="{43F5E015-E085-4624-B431-B42414448684}"/>
          </ac:grpSpMkLst>
        </pc:grpChg>
        <pc:grpChg chg="add del">
          <ac:chgData name="强 李" userId="cd6c7ec7188785ae" providerId="LiveId" clId="{1F788608-16AE-484E-BA0E-693D8C33E910}" dt="2024-08-24T03:10:56.674" v="1391" actId="26606"/>
          <ac:grpSpMkLst>
            <pc:docMk/>
            <pc:sldMk cId="1242525785" sldId="543"/>
            <ac:grpSpMk id="82" creationId="{16BD38F4-5888-4B5B-836C-A316C5223270}"/>
          </ac:grpSpMkLst>
        </pc:grpChg>
        <pc:graphicFrameChg chg="add mod modGraphic">
          <ac:chgData name="强 李" userId="cd6c7ec7188785ae" providerId="LiveId" clId="{1F788608-16AE-484E-BA0E-693D8C33E910}" dt="2024-08-24T03:15:57.159" v="1477" actId="1076"/>
          <ac:graphicFrameMkLst>
            <pc:docMk/>
            <pc:sldMk cId="1242525785" sldId="543"/>
            <ac:graphicFrameMk id="3" creationId="{FBB59DDB-DEE3-D1A2-0F52-6A3E2F20A33E}"/>
          </ac:graphicFrameMkLst>
        </pc:graphicFrameChg>
        <pc:graphicFrameChg chg="add del">
          <ac:chgData name="强 李" userId="cd6c7ec7188785ae" providerId="LiveId" clId="{1F788608-16AE-484E-BA0E-693D8C33E910}" dt="2024-08-24T03:09:18.316" v="1363" actId="26606"/>
          <ac:graphicFrameMkLst>
            <pc:docMk/>
            <pc:sldMk cId="1242525785" sldId="543"/>
            <ac:graphicFrameMk id="20" creationId="{2A1B1BAD-45B8-A0EA-B430-3B82623A8759}"/>
          </ac:graphicFrameMkLst>
        </pc:graphicFrameChg>
        <pc:graphicFrameChg chg="add del">
          <ac:chgData name="强 李" userId="cd6c7ec7188785ae" providerId="LiveId" clId="{1F788608-16AE-484E-BA0E-693D8C33E910}" dt="2024-08-24T03:09:22.790" v="1365" actId="26606"/>
          <ac:graphicFrameMkLst>
            <pc:docMk/>
            <pc:sldMk cId="1242525785" sldId="543"/>
            <ac:graphicFrameMk id="43" creationId="{34D802D4-8054-A8A6-2DAF-466223B82652}"/>
          </ac:graphicFrameMkLst>
        </pc:graphicFrameChg>
        <pc:graphicFrameChg chg="add del">
          <ac:chgData name="强 李" userId="cd6c7ec7188785ae" providerId="LiveId" clId="{1F788608-16AE-484E-BA0E-693D8C33E910}" dt="2024-08-24T03:09:32.601" v="1367" actId="26606"/>
          <ac:graphicFrameMkLst>
            <pc:docMk/>
            <pc:sldMk cId="1242525785" sldId="543"/>
            <ac:graphicFrameMk id="47" creationId="{42B0B213-B12F-23DE-07EB-27937D180E08}"/>
          </ac:graphicFrameMkLst>
        </pc:graphicFrameChg>
        <pc:graphicFrameChg chg="add del">
          <ac:chgData name="强 李" userId="cd6c7ec7188785ae" providerId="LiveId" clId="{1F788608-16AE-484E-BA0E-693D8C33E910}" dt="2024-08-24T03:11:28.859" v="1397" actId="26606"/>
          <ac:graphicFrameMkLst>
            <pc:docMk/>
            <pc:sldMk cId="1242525785" sldId="543"/>
            <ac:graphicFrameMk id="48" creationId="{955A83CE-82F9-4FA2-5567-106F9D79EEC8}"/>
          </ac:graphicFrameMkLst>
        </pc:graphicFrameChg>
        <pc:graphicFrameChg chg="add del">
          <ac:chgData name="强 李" userId="cd6c7ec7188785ae" providerId="LiveId" clId="{1F788608-16AE-484E-BA0E-693D8C33E910}" dt="2024-08-24T03:09:33.968" v="1369" actId="26606"/>
          <ac:graphicFrameMkLst>
            <pc:docMk/>
            <pc:sldMk cId="1242525785" sldId="543"/>
            <ac:graphicFrameMk id="51" creationId="{CA4C2C80-BCC4-62A3-26DE-55543D4CF541}"/>
          </ac:graphicFrameMkLst>
        </pc:graphicFrameChg>
        <pc:graphicFrameChg chg="add del">
          <ac:chgData name="强 李" userId="cd6c7ec7188785ae" providerId="LiveId" clId="{1F788608-16AE-484E-BA0E-693D8C33E910}" dt="2024-08-24T03:09:37.014" v="1371" actId="26606"/>
          <ac:graphicFrameMkLst>
            <pc:docMk/>
            <pc:sldMk cId="1242525785" sldId="543"/>
            <ac:graphicFrameMk id="55" creationId="{6B6BBB9F-05AD-0E35-3563-F1D423A45B15}"/>
          </ac:graphicFrameMkLst>
        </pc:graphicFrameChg>
        <pc:graphicFrameChg chg="add del">
          <ac:chgData name="强 李" userId="cd6c7ec7188785ae" providerId="LiveId" clId="{1F788608-16AE-484E-BA0E-693D8C33E910}" dt="2024-08-24T03:09:42.743" v="1375" actId="26606"/>
          <ac:graphicFrameMkLst>
            <pc:docMk/>
            <pc:sldMk cId="1242525785" sldId="543"/>
            <ac:graphicFrameMk id="60" creationId="{53C2FF10-0D8D-A406-D8BD-068AA479EB41}"/>
          </ac:graphicFrameMkLst>
        </pc:graphicFrameChg>
        <pc:graphicFrameChg chg="add del mod modGraphic">
          <ac:chgData name="强 李" userId="cd6c7ec7188785ae" providerId="LiveId" clId="{1F788608-16AE-484E-BA0E-693D8C33E910}" dt="2024-08-24T03:13:05.052" v="1409" actId="26606"/>
          <ac:graphicFrameMkLst>
            <pc:docMk/>
            <pc:sldMk cId="1242525785" sldId="543"/>
            <ac:graphicFrameMk id="61" creationId="{CE444872-B963-636C-6B44-772EB40CCEA0}"/>
          </ac:graphicFrameMkLst>
        </pc:graphicFrameChg>
        <pc:graphicFrameChg chg="add del">
          <ac:chgData name="强 李" userId="cd6c7ec7188785ae" providerId="LiveId" clId="{1F788608-16AE-484E-BA0E-693D8C33E910}" dt="2024-08-24T03:09:46.172" v="1377" actId="26606"/>
          <ac:graphicFrameMkLst>
            <pc:docMk/>
            <pc:sldMk cId="1242525785" sldId="543"/>
            <ac:graphicFrameMk id="62" creationId="{53B6355C-8CEF-095A-93ED-BC3B0E8BF6F2}"/>
          </ac:graphicFrameMkLst>
        </pc:graphicFrameChg>
        <pc:graphicFrameChg chg="add del mod modGraphic">
          <ac:chgData name="强 李" userId="cd6c7ec7188785ae" providerId="LiveId" clId="{1F788608-16AE-484E-BA0E-693D8C33E910}" dt="2024-08-24T03:11:00.593" v="1395" actId="26606"/>
          <ac:graphicFrameMkLst>
            <pc:docMk/>
            <pc:sldMk cId="1242525785" sldId="543"/>
            <ac:graphicFrameMk id="66" creationId="{42B0B213-B12F-23DE-07EB-27937D180E08}"/>
          </ac:graphicFrameMkLst>
        </pc:graphicFrameChg>
        <pc:picChg chg="add del">
          <ac:chgData name="强 李" userId="cd6c7ec7188785ae" providerId="LiveId" clId="{1F788608-16AE-484E-BA0E-693D8C33E910}" dt="2024-08-24T03:09:40.800" v="1373" actId="26606"/>
          <ac:picMkLst>
            <pc:docMk/>
            <pc:sldMk cId="1242525785" sldId="543"/>
            <ac:picMk id="22" creationId="{FEE09F44-F9AA-A063-E627-65424AAADF11}"/>
          </ac:picMkLst>
        </pc:picChg>
        <pc:picChg chg="add del">
          <ac:chgData name="强 李" userId="cd6c7ec7188785ae" providerId="LiveId" clId="{1F788608-16AE-484E-BA0E-693D8C33E910}" dt="2024-08-24T03:10:35.651" v="1383" actId="26606"/>
          <ac:picMkLst>
            <pc:docMk/>
            <pc:sldMk cId="1242525785" sldId="543"/>
            <ac:picMk id="68" creationId="{000FCCA7-0488-9968-4A2B-0047F8254F02}"/>
          </ac:picMkLst>
        </pc:picChg>
        <pc:picChg chg="add del">
          <ac:chgData name="强 李" userId="cd6c7ec7188785ae" providerId="LiveId" clId="{1F788608-16AE-484E-BA0E-693D8C33E910}" dt="2024-08-24T03:10:53.218" v="1389" actId="26606"/>
          <ac:picMkLst>
            <pc:docMk/>
            <pc:sldMk cId="1242525785" sldId="543"/>
            <ac:picMk id="70" creationId="{51912864-9BA9-75DB-0713-7D834FA7B0AF}"/>
          </ac:picMkLst>
        </pc:picChg>
        <pc:picChg chg="add del">
          <ac:chgData name="强 李" userId="cd6c7ec7188785ae" providerId="LiveId" clId="{1F788608-16AE-484E-BA0E-693D8C33E910}" dt="2024-08-24T03:10:38.512" v="1385" actId="26606"/>
          <ac:picMkLst>
            <pc:docMk/>
            <pc:sldMk cId="1242525785" sldId="543"/>
            <ac:picMk id="76" creationId="{39BE5F5A-1109-2216-CB58-CFC82530BB1D}"/>
          </ac:picMkLst>
        </pc:picChg>
        <pc:picChg chg="add del">
          <ac:chgData name="强 李" userId="cd6c7ec7188785ae" providerId="LiveId" clId="{1F788608-16AE-484E-BA0E-693D8C33E910}" dt="2024-08-24T03:10:56.674" v="1391" actId="26606"/>
          <ac:picMkLst>
            <pc:docMk/>
            <pc:sldMk cId="1242525785" sldId="543"/>
            <ac:picMk id="77" creationId="{4028A757-201C-782F-1634-74308AC2C281}"/>
          </ac:picMkLst>
        </pc:picChg>
        <pc:picChg chg="add del">
          <ac:chgData name="强 李" userId="cd6c7ec7188785ae" providerId="LiveId" clId="{1F788608-16AE-484E-BA0E-693D8C33E910}" dt="2024-08-24T03:10:42.484" v="1387" actId="26606"/>
          <ac:picMkLst>
            <pc:docMk/>
            <pc:sldMk cId="1242525785" sldId="543"/>
            <ac:picMk id="79" creationId="{78225370-FEEE-7B6A-2155-D85AC10A75C1}"/>
          </ac:picMkLst>
        </pc:picChg>
        <pc:picChg chg="add del">
          <ac:chgData name="强 李" userId="cd6c7ec7188785ae" providerId="LiveId" clId="{1F788608-16AE-484E-BA0E-693D8C33E910}" dt="2024-08-24T03:12:51.443" v="1404" actId="26606"/>
          <ac:picMkLst>
            <pc:docMk/>
            <pc:sldMk cId="1242525785" sldId="543"/>
            <ac:picMk id="86" creationId="{7DCC1181-0B7D-7A76-3C71-0D7FD8A6835C}"/>
          </ac:picMkLst>
        </pc:picChg>
        <pc:cxnChg chg="add del">
          <ac:chgData name="强 李" userId="cd6c7ec7188785ae" providerId="LiveId" clId="{1F788608-16AE-484E-BA0E-693D8C33E910}" dt="2024-08-24T03:09:33.968" v="1369" actId="26606"/>
          <ac:cxnSpMkLst>
            <pc:docMk/>
            <pc:sldMk cId="1242525785" sldId="543"/>
            <ac:cxnSpMk id="50" creationId="{C8F51B3F-8331-4E4A-AE96-D47B1006EEAD}"/>
          </ac:cxnSpMkLst>
        </pc:cxnChg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  <pc:spChg chg="mod">
          <ac:chgData name="强 李" userId="cd6c7ec7188785ae" providerId="LiveId" clId="{1F788608-16AE-484E-BA0E-693D8C33E910}" dt="2024-08-23T11:33:52.931" v="318"/>
          <ac:spMkLst>
            <pc:docMk/>
            <pc:sldMk cId="419382719" sldId="552"/>
            <ac:spMk id="18" creationId="{00000000-0000-0000-0000-000000000000}"/>
          </ac:spMkLst>
        </pc:spChg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  <pc:spChg chg="mod">
          <ac:chgData name="强 李" userId="cd6c7ec7188785ae" providerId="LiveId" clId="{1F788608-16AE-484E-BA0E-693D8C33E910}" dt="2024-08-24T02:51:05.540" v="938"/>
          <ac:spMkLst>
            <pc:docMk/>
            <pc:sldMk cId="530530540" sldId="553"/>
            <ac:spMk id="2" creationId="{00000000-0000-0000-0000-000000000000}"/>
          </ac:spMkLst>
        </pc:spChg>
        <pc:spChg chg="add mod">
          <ac:chgData name="强 李" userId="cd6c7ec7188785ae" providerId="LiveId" clId="{1F788608-16AE-484E-BA0E-693D8C33E910}" dt="2024-08-24T02:48:39.860" v="894" actId="1076"/>
          <ac:spMkLst>
            <pc:docMk/>
            <pc:sldMk cId="530530540" sldId="553"/>
            <ac:spMk id="6" creationId="{8D684FDC-0FF7-89F2-9187-5F0E9ED8CA01}"/>
          </ac:spMkLst>
        </pc:spChg>
        <pc:spChg chg="add mod">
          <ac:chgData name="强 李" userId="cd6c7ec7188785ae" providerId="LiveId" clId="{1F788608-16AE-484E-BA0E-693D8C33E910}" dt="2024-08-24T02:52:58.962" v="954" actId="1076"/>
          <ac:spMkLst>
            <pc:docMk/>
            <pc:sldMk cId="530530540" sldId="553"/>
            <ac:spMk id="8" creationId="{45389BD0-E388-0097-466C-F26299510F99}"/>
          </ac:spMkLst>
        </pc:spChg>
        <pc:spChg chg="add mod">
          <ac:chgData name="强 李" userId="cd6c7ec7188785ae" providerId="LiveId" clId="{1F788608-16AE-484E-BA0E-693D8C33E910}" dt="2024-08-24T02:53:56.302" v="963" actId="1038"/>
          <ac:spMkLst>
            <pc:docMk/>
            <pc:sldMk cId="530530540" sldId="553"/>
            <ac:spMk id="9" creationId="{90D08CFA-8FF2-B85A-F2F5-2DA8F5683277}"/>
          </ac:spMkLst>
        </pc:spChg>
        <pc:spChg chg="mod">
          <ac:chgData name="强 李" userId="cd6c7ec7188785ae" providerId="LiveId" clId="{1F788608-16AE-484E-BA0E-693D8C33E910}" dt="2024-08-23T11:49:33.655" v="765" actId="1076"/>
          <ac:spMkLst>
            <pc:docMk/>
            <pc:sldMk cId="530530540" sldId="553"/>
            <ac:spMk id="18" creationId="{00000000-0000-0000-0000-000000000000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0" creationId="{5C8908E2-EE49-44D2-9428-A28D2312A8D5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24" creationId="{8B88B599-C539-4F18-A32A-40207EC6E21A}"/>
          </ac:spMkLst>
        </pc:spChg>
        <pc:spChg chg="add del">
          <ac:chgData name="强 李" userId="cd6c7ec7188785ae" providerId="LiveId" clId="{1F788608-16AE-484E-BA0E-693D8C33E910}" dt="2024-08-23T11:46:43.755" v="710" actId="26606"/>
          <ac:spMkLst>
            <pc:docMk/>
            <pc:sldMk cId="530530540" sldId="553"/>
            <ac:spMk id="31" creationId="{ED888B23-07FA-482A-96DF-47E31AF1A603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3" creationId="{2B97F24A-32CE-4C1C-A50D-3016B394DCFB}"/>
          </ac:spMkLst>
        </pc:spChg>
        <pc:spChg chg="add del">
          <ac:chgData name="强 李" userId="cd6c7ec7188785ae" providerId="LiveId" clId="{1F788608-16AE-484E-BA0E-693D8C33E910}" dt="2024-08-23T11:46:45.938" v="713" actId="26606"/>
          <ac:spMkLst>
            <pc:docMk/>
            <pc:sldMk cId="530530540" sldId="553"/>
            <ac:spMk id="34" creationId="{CD8B4F24-440B-49E9-B85D-733523DC064B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6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7" creationId="{59383CF9-23B5-4335-9B21-1791C4CF1C75}"/>
          </ac:spMkLst>
        </pc:spChg>
        <pc:spChg chg="add del">
          <ac:chgData name="强 李" userId="cd6c7ec7188785ae" providerId="LiveId" clId="{1F788608-16AE-484E-BA0E-693D8C33E910}" dt="2024-08-23T11:47:52.944" v="735" actId="26606"/>
          <ac:spMkLst>
            <pc:docMk/>
            <pc:sldMk cId="530530540" sldId="553"/>
            <ac:spMk id="3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8" creationId="{0007FE00-9498-4706-B255-6437B0252C02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69" creationId="{2EB492CD-616E-47F8-933B-5E2D952A0593}"/>
          </ac:spMkLst>
        </pc:spChg>
        <pc:spChg chg="add del">
          <ac:chgData name="强 李" userId="cd6c7ec7188785ae" providerId="LiveId" clId="{1F788608-16AE-484E-BA0E-693D8C33E910}" dt="2024-08-23T11:47:51.875" v="733" actId="26606"/>
          <ac:spMkLst>
            <pc:docMk/>
            <pc:sldMk cId="530530540" sldId="553"/>
            <ac:spMk id="70" creationId="{59383CF9-23B5-4335-9B21-1791C4CF1C75}"/>
          </ac:spMkLst>
        </pc:spChg>
        <pc:grpChg chg="add del">
          <ac:chgData name="强 李" userId="cd6c7ec7188785ae" providerId="LiveId" clId="{1F788608-16AE-484E-BA0E-693D8C33E910}" dt="2024-08-23T11:46:43.755" v="710" actId="26606"/>
          <ac:grpSpMkLst>
            <pc:docMk/>
            <pc:sldMk cId="530530540" sldId="553"/>
            <ac:grpSpMk id="21" creationId="{B29018A0-5DE6-4CC9-AB25-675616AF7225}"/>
          </ac:grpSpMkLst>
        </pc:grpChg>
        <pc:grpChg chg="add del">
          <ac:chgData name="强 李" userId="cd6c7ec7188785ae" providerId="LiveId" clId="{1F788608-16AE-484E-BA0E-693D8C33E910}" dt="2024-08-23T11:47:00.530" v="716" actId="26606"/>
          <ac:grpSpMkLst>
            <pc:docMk/>
            <pc:sldMk cId="530530540" sldId="553"/>
            <ac:grpSpMk id="43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02.266" v="718" actId="26606"/>
          <ac:grpSpMkLst>
            <pc:docMk/>
            <pc:sldMk cId="530530540" sldId="553"/>
            <ac:grpSpMk id="47" creationId="{1FD67D68-9B83-C338-8342-3348D8F22347}"/>
          </ac:grpSpMkLst>
        </pc:grpChg>
        <pc:grpChg chg="add del">
          <ac:chgData name="强 李" userId="cd6c7ec7188785ae" providerId="LiveId" clId="{1F788608-16AE-484E-BA0E-693D8C33E910}" dt="2024-08-23T11:47:11.451" v="722" actId="26606"/>
          <ac:grpSpMkLst>
            <pc:docMk/>
            <pc:sldMk cId="530530540" sldId="553"/>
            <ac:grpSpMk id="53" creationId="{6258F736-B256-8039-9DC6-F4E49A5C5AD5}"/>
          </ac:grpSpMkLst>
        </pc:grpChg>
        <pc:grpChg chg="add del">
          <ac:chgData name="强 李" userId="cd6c7ec7188785ae" providerId="LiveId" clId="{1F788608-16AE-484E-BA0E-693D8C33E910}" dt="2024-08-23T11:47:14.259" v="726" actId="26606"/>
          <ac:grpSpMkLst>
            <pc:docMk/>
            <pc:sldMk cId="530530540" sldId="553"/>
            <ac:grpSpMk id="57" creationId="{1FD67D68-9B83-C338-8342-3348D8F22347}"/>
          </ac:grpSpMkLst>
        </pc:grpChg>
        <pc:graphicFrameChg chg="add mod modGraphic">
          <ac:chgData name="强 李" userId="cd6c7ec7188785ae" providerId="LiveId" clId="{1F788608-16AE-484E-BA0E-693D8C33E910}" dt="2024-08-24T02:50:15.336" v="902" actId="12385"/>
          <ac:graphicFrameMkLst>
            <pc:docMk/>
            <pc:sldMk cId="530530540" sldId="553"/>
            <ac:graphicFrameMk id="3" creationId="{92FE9AF6-DC4E-CA6E-D418-D12FF887DACD}"/>
          </ac:graphicFrameMkLst>
        </pc:graphicFrameChg>
        <pc:graphicFrameChg chg="add del mod modGraphic">
          <ac:chgData name="强 李" userId="cd6c7ec7188785ae" providerId="LiveId" clId="{1F788608-16AE-484E-BA0E-693D8C33E910}" dt="2024-08-23T11:48:04.368" v="740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  <pc:cxnChg chg="add mod">
          <ac:chgData name="强 李" userId="cd6c7ec7188785ae" providerId="LiveId" clId="{1F788608-16AE-484E-BA0E-693D8C33E910}" dt="2024-08-24T02:54:21.908" v="965" actId="14100"/>
          <ac:cxnSpMkLst>
            <pc:docMk/>
            <pc:sldMk cId="530530540" sldId="553"/>
            <ac:cxnSpMk id="11" creationId="{F08425F2-0B6C-B005-DB21-CFAD782922F2}"/>
          </ac:cxnSpMkLst>
        </pc:cxnChg>
        <pc:cxnChg chg="add">
          <ac:chgData name="强 李" userId="cd6c7ec7188785ae" providerId="LiveId" clId="{1F788608-16AE-484E-BA0E-693D8C33E910}" dt="2024-08-23T11:49:28.115" v="764" actId="26606"/>
          <ac:cxnSpMkLst>
            <pc:docMk/>
            <pc:sldMk cId="530530540" sldId="553"/>
            <ac:cxnSpMk id="22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08.106" v="720" actId="26606"/>
          <ac:cxnSpMkLst>
            <pc:docMk/>
            <pc:sldMk cId="530530540" sldId="553"/>
            <ac:cxnSpMk id="51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12.610" v="724" actId="26606"/>
          <ac:cxnSpMkLst>
            <pc:docMk/>
            <pc:sldMk cId="530530540" sldId="553"/>
            <ac:cxnSpMk id="55" creationId="{FC23E3B9-5ABF-58B3-E2B0-E9A5DAA90037}"/>
          </ac:cxnSpMkLst>
        </pc:cxnChg>
        <pc:cxnChg chg="add del">
          <ac:chgData name="强 李" userId="cd6c7ec7188785ae" providerId="LiveId" clId="{1F788608-16AE-484E-BA0E-693D8C33E910}" dt="2024-08-23T11:47:52.410" v="734" actId="26606"/>
          <ac:cxnSpMkLst>
            <pc:docMk/>
            <pc:sldMk cId="530530540" sldId="553"/>
            <ac:cxnSpMk id="59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4.134" v="729" actId="26606"/>
          <ac:cxnSpMkLst>
            <pc:docMk/>
            <pc:sldMk cId="530530540" sldId="553"/>
            <ac:cxnSpMk id="64" creationId="{1503BFE4-729B-D9D0-C17B-501E6AF1127A}"/>
          </ac:cxnSpMkLst>
        </pc:cxnChg>
        <pc:cxnChg chg="add del">
          <ac:chgData name="强 李" userId="cd6c7ec7188785ae" providerId="LiveId" clId="{1F788608-16AE-484E-BA0E-693D8C33E910}" dt="2024-08-23T11:47:45.746" v="731" actId="26606"/>
          <ac:cxnSpMkLst>
            <pc:docMk/>
            <pc:sldMk cId="530530540" sldId="553"/>
            <ac:cxnSpMk id="66" creationId="{FC23E3B9-5ABF-58B3-E2B0-E9A5DAA90037}"/>
          </ac:cxnSpMkLst>
        </pc:cxnChg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  <pc:spChg chg="del mod">
          <ac:chgData name="强 李" userId="cd6c7ec7188785ae" providerId="LiveId" clId="{1F788608-16AE-484E-BA0E-693D8C33E910}" dt="2024-08-23T11:31:33.206" v="304" actId="478"/>
          <ac:spMkLst>
            <pc:docMk/>
            <pc:sldMk cId="3418790839" sldId="554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32:03.242" v="312" actId="478"/>
          <ac:spMkLst>
            <pc:docMk/>
            <pc:sldMk cId="3418790839" sldId="554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1:32:00.956" v="311" actId="14100"/>
          <ac:spMkLst>
            <pc:docMk/>
            <pc:sldMk cId="3418790839" sldId="554"/>
            <ac:spMk id="18" creationId="{00000000-0000-0000-0000-000000000000}"/>
          </ac:spMkLst>
        </pc:spChg>
        <pc:grpChg chg="del">
          <ac:chgData name="强 李" userId="cd6c7ec7188785ae" providerId="LiveId" clId="{1F788608-16AE-484E-BA0E-693D8C33E910}" dt="2024-08-23T11:31:25.855" v="303" actId="478"/>
          <ac:grpSpMkLst>
            <pc:docMk/>
            <pc:sldMk cId="3418790839" sldId="554"/>
            <ac:grpSpMk id="4" creationId="{67CFBFED-23BA-58E2-0492-595457A1DA5E}"/>
          </ac:grpSpMkLst>
        </pc:grpChg>
        <pc:grpChg chg="del">
          <ac:chgData name="强 李" userId="cd6c7ec7188785ae" providerId="LiveId" clId="{1F788608-16AE-484E-BA0E-693D8C33E910}" dt="2024-08-23T11:31:39.655" v="306" actId="478"/>
          <ac:grpSpMkLst>
            <pc:docMk/>
            <pc:sldMk cId="3418790839" sldId="554"/>
            <ac:grpSpMk id="6" creationId="{56CD5BD2-A0CC-7D0E-3BD1-0613845A3BF3}"/>
          </ac:grpSpMkLst>
        </pc:grpChg>
        <pc:grpChg chg="del">
          <ac:chgData name="强 李" userId="cd6c7ec7188785ae" providerId="LiveId" clId="{1F788608-16AE-484E-BA0E-693D8C33E910}" dt="2024-08-23T11:31:40.574" v="307" actId="478"/>
          <ac:grpSpMkLst>
            <pc:docMk/>
            <pc:sldMk cId="3418790839" sldId="554"/>
            <ac:grpSpMk id="7" creationId="{4910B73A-3062-7867-777F-E107D91F1F13}"/>
          </ac:grpSpMkLst>
        </pc:grpChg>
        <pc:graphicFrameChg chg="add mod modGraphic">
          <ac:chgData name="强 李" userId="cd6c7ec7188785ae" providerId="LiveId" clId="{1F788608-16AE-484E-BA0E-693D8C33E910}" dt="2024-08-24T02:43:55.075" v="876"/>
          <ac:graphicFrameMkLst>
            <pc:docMk/>
            <pc:sldMk cId="3418790839" sldId="554"/>
            <ac:graphicFrameMk id="3" creationId="{7EB314CC-7FA2-2824-BC32-28291A20FBE2}"/>
          </ac:graphicFrameMkLst>
        </pc:graphicFrameChg>
        <pc:cxnChg chg="del mod">
          <ac:chgData name="强 李" userId="cd6c7ec7188785ae" providerId="LiveId" clId="{1F788608-16AE-484E-BA0E-693D8C33E910}" dt="2024-08-23T11:31:41.915" v="308" actId="478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  <pc:spChg chg="mod">
          <ac:chgData name="强 李" userId="cd6c7ec7188785ae" providerId="LiveId" clId="{1F788608-16AE-484E-BA0E-693D8C33E910}" dt="2024-08-22T09:14:03.896" v="0" actId="6549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  <pc:spChg chg="mod">
          <ac:chgData name="强 李" userId="cd6c7ec7188785ae" providerId="LiveId" clId="{1F788608-16AE-484E-BA0E-693D8C33E910}" dt="2024-08-24T02:59:04.488" v="1103" actId="6549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  <pc:spChg chg="mod">
          <ac:chgData name="强 李" userId="cd6c7ec7188785ae" providerId="LiveId" clId="{1F788608-16AE-484E-BA0E-693D8C33E910}" dt="2024-08-24T02:56:14.606" v="992" actId="1036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2:56:20.267" v="1006" actId="1035"/>
          <ac:spMkLst>
            <pc:docMk/>
            <pc:sldMk cId="3921434846" sldId="587"/>
            <ac:spMk id="3" creationId="{003D761B-E889-B91D-BD41-4C84CF49A89F}"/>
          </ac:spMkLst>
        </pc:spChg>
        <pc:spChg chg="mod">
          <ac:chgData name="强 李" userId="cd6c7ec7188785ae" providerId="LiveId" clId="{1F788608-16AE-484E-BA0E-693D8C33E910}" dt="2024-08-24T03:01:59.493" v="1191" actId="1036"/>
          <ac:spMkLst>
            <pc:docMk/>
            <pc:sldMk cId="3921434846" sldId="587"/>
            <ac:spMk id="4" creationId="{37DDADB6-FEDE-F371-AEA9-C5A37A96DB50}"/>
          </ac:spMkLst>
        </pc:spChg>
        <pc:spChg chg="mod">
          <ac:chgData name="强 李" userId="cd6c7ec7188785ae" providerId="LiveId" clId="{1F788608-16AE-484E-BA0E-693D8C33E910}" dt="2024-08-24T02:56:34.016" v="1042" actId="1035"/>
          <ac:spMkLst>
            <pc:docMk/>
            <pc:sldMk cId="3921434846" sldId="587"/>
            <ac:spMk id="5" creationId="{EA83E63F-1A84-4C77-F88A-67457B349D94}"/>
          </ac:spMkLst>
        </pc:spChg>
        <pc:spChg chg="del">
          <ac:chgData name="强 李" userId="cd6c7ec7188785ae" providerId="LiveId" clId="{1F788608-16AE-484E-BA0E-693D8C33E910}" dt="2024-08-24T02:55:07.630" v="966" actId="478"/>
          <ac:spMkLst>
            <pc:docMk/>
            <pc:sldMk cId="3921434846" sldId="587"/>
            <ac:spMk id="7" creationId="{A3AF7693-1B01-A7BF-B591-CA40ADA64FCF}"/>
          </ac:spMkLst>
        </pc:spChg>
        <pc:spChg chg="mod">
          <ac:chgData name="强 李" userId="cd6c7ec7188785ae" providerId="LiveId" clId="{1F788608-16AE-484E-BA0E-693D8C33E910}" dt="2024-08-24T02:56:30.188" v="1033" actId="1035"/>
          <ac:spMkLst>
            <pc:docMk/>
            <pc:sldMk cId="3921434846" sldId="587"/>
            <ac:spMk id="8" creationId="{16D8AC54-27F5-A2FE-FDAD-C66FFAE80155}"/>
          </ac:spMkLst>
        </pc:spChg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  <pc:spChg chg="mod">
          <ac:chgData name="强 李" userId="cd6c7ec7188785ae" providerId="LiveId" clId="{1F788608-16AE-484E-BA0E-693D8C33E910}" dt="2024-08-23T11:44:40.504" v="696" actId="20577"/>
          <ac:spMkLst>
            <pc:docMk/>
            <pc:sldMk cId="534191096" sldId="589"/>
            <ac:spMk id="2" creationId="{00000000-0000-0000-0000-000000000000}"/>
          </ac:spMkLst>
        </pc:spChg>
        <pc:spChg chg="del">
          <ac:chgData name="强 李" userId="cd6c7ec7188785ae" providerId="LiveId" clId="{1F788608-16AE-484E-BA0E-693D8C33E910}" dt="2024-08-23T11:42:36.228" v="448" actId="478"/>
          <ac:spMkLst>
            <pc:docMk/>
            <pc:sldMk cId="534191096" sldId="589"/>
            <ac:spMk id="3" creationId="{1AB8738D-A1FE-4D54-0F21-BB9DBE4AC2AD}"/>
          </ac:spMkLst>
        </pc:spChg>
        <pc:spChg chg="del">
          <ac:chgData name="强 李" userId="cd6c7ec7188785ae" providerId="LiveId" clId="{1F788608-16AE-484E-BA0E-693D8C33E910}" dt="2024-08-23T11:42:33.255" v="444" actId="478"/>
          <ac:spMkLst>
            <pc:docMk/>
            <pc:sldMk cId="534191096" sldId="589"/>
            <ac:spMk id="4" creationId="{EAC312E4-EEF7-BC10-CF40-D9DFE5074984}"/>
          </ac:spMkLst>
        </pc:spChg>
        <pc:spChg chg="del">
          <ac:chgData name="强 李" userId="cd6c7ec7188785ae" providerId="LiveId" clId="{1F788608-16AE-484E-BA0E-693D8C33E910}" dt="2024-08-23T11:42:35.621" v="447" actId="478"/>
          <ac:spMkLst>
            <pc:docMk/>
            <pc:sldMk cId="534191096" sldId="589"/>
            <ac:spMk id="5" creationId="{713DDF87-D3EF-705D-B73A-8E85BB5DCB86}"/>
          </ac:spMkLst>
        </pc:spChg>
        <pc:spChg chg="del">
          <ac:chgData name="强 李" userId="cd6c7ec7188785ae" providerId="LiveId" clId="{1F788608-16AE-484E-BA0E-693D8C33E910}" dt="2024-08-23T11:42:34.895" v="446" actId="478"/>
          <ac:spMkLst>
            <pc:docMk/>
            <pc:sldMk cId="534191096" sldId="589"/>
            <ac:spMk id="6" creationId="{1583CA6D-E2C8-47E3-C865-AB9466112C52}"/>
          </ac:spMkLst>
        </pc:spChg>
        <pc:spChg chg="del">
          <ac:chgData name="强 李" userId="cd6c7ec7188785ae" providerId="LiveId" clId="{1F788608-16AE-484E-BA0E-693D8C33E910}" dt="2024-08-23T11:42:34.285" v="445" actId="478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  <pc:spChg chg="mod">
          <ac:chgData name="强 李" userId="cd6c7ec7188785ae" providerId="LiveId" clId="{1F788608-16AE-484E-BA0E-693D8C33E910}" dt="2024-08-24T03:05:09.231" v="1246" actId="20577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  <pc:spChg chg="mod">
          <ac:chgData name="强 李" userId="cd6c7ec7188785ae" providerId="LiveId" clId="{1F788608-16AE-484E-BA0E-693D8C33E910}" dt="2024-08-24T03:06:46.135" v="1249" actId="11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  <pc:spChg chg="mod">
          <ac:chgData name="强 李" userId="cd6c7ec7188785ae" providerId="LiveId" clId="{1F788608-16AE-484E-BA0E-693D8C33E910}" dt="2024-08-23T11:38:40.102" v="386" actId="20577"/>
          <ac:spMkLst>
            <pc:docMk/>
            <pc:sldMk cId="4046377894" sldId="592"/>
            <ac:spMk id="2" creationId="{00000000-0000-0000-0000-000000000000}"/>
          </ac:spMkLst>
        </pc:spChg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  <pc:spChg chg="add del 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3" creationId="{FF9BF7C3-9929-69BC-A1CA-30EBD45BF72F}"/>
          </ac:spMkLst>
        </pc:spChg>
        <pc:spChg chg="mod">
          <ac:chgData name="强 李" userId="cd6c7ec7188785ae" providerId="LiveId" clId="{1F788608-16AE-484E-BA0E-693D8C33E910}" dt="2024-08-23T10:44:13.154" v="207" actId="26606"/>
          <ac:spMkLst>
            <pc:docMk/>
            <pc:sldMk cId="245500765" sldId="597"/>
            <ac:spMk id="18" creationId="{00000000-0000-0000-0000-000000000000}"/>
          </ac:spMkLst>
        </pc:spChg>
        <pc:graphicFrameChg chg="add del">
          <ac:chgData name="强 李" userId="cd6c7ec7188785ae" providerId="LiveId" clId="{1F788608-16AE-484E-BA0E-693D8C33E910}" dt="2024-08-23T10:44:13.138" v="206" actId="26606"/>
          <ac:graphicFrameMkLst>
            <pc:docMk/>
            <pc:sldMk cId="245500765" sldId="597"/>
            <ac:graphicFrameMk id="20" creationId="{90DF2DD1-0DF1-DEFE-EC3D-9E6F38B41F0D}"/>
          </ac:graphicFrameMkLst>
        </pc:graphicFrameChg>
        <pc:graphicFrameChg chg="add mod">
          <ac:chgData name="强 李" userId="cd6c7ec7188785ae" providerId="LiveId" clId="{1F788608-16AE-484E-BA0E-693D8C33E910}" dt="2024-08-23T11:27:52.918" v="251"/>
          <ac:graphicFrameMkLst>
            <pc:docMk/>
            <pc:sldMk cId="245500765" sldId="597"/>
            <ac:graphicFrameMk id="22" creationId="{9B09CA8F-84BF-FB29-2D15-27930842A84B}"/>
          </ac:graphicFrameMkLst>
        </pc:graphicFrameChg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8" creationId="{18B966AB-7D3A-E7C3-B2B0-BBE50B313EC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0" creationId="{7BEE8677-CFAD-6942-832E-87D52B896121}"/>
          </ac:spMkLst>
        </pc:spChg>
        <pc:spChg chg="mod">
          <ac:chgData name="强 李" userId="cd6c7ec7188785ae" providerId="LiveId" clId="{1F788608-16AE-484E-BA0E-693D8C33E910}" dt="2024-08-24T02:46:11.460" v="884" actId="108"/>
          <ac:spMkLst>
            <pc:docMk/>
            <pc:sldMk cId="3965997736" sldId="598"/>
            <ac:spMk id="11" creationId="{3CAB36DD-1A23-5A1B-C9B0-3F43FAF7A79F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2" creationId="{90FC4EF0-0582-7DC7-F53E-9A1A4B9AFC50}"/>
          </ac:spMkLst>
        </pc:spChg>
        <pc:spChg chg="mod">
          <ac:chgData name="强 李" userId="cd6c7ec7188785ae" providerId="LiveId" clId="{1F788608-16AE-484E-BA0E-693D8C33E910}" dt="2024-08-24T02:45:59.211" v="883" actId="108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6" creationId="{7DE16206-6F61-BEC3-0DA4-3625D631A8E6}"/>
          </ac:spMkLst>
        </pc:spChg>
        <pc:spChg chg="mod">
          <ac:chgData name="强 李" userId="cd6c7ec7188785ae" providerId="LiveId" clId="{1F788608-16AE-484E-BA0E-693D8C33E910}" dt="2024-08-23T12:05:27.590" v="836" actId="2711"/>
          <ac:spMkLst>
            <pc:docMk/>
            <pc:sldMk cId="3965997736" sldId="598"/>
            <ac:spMk id="18" creationId="{00000000-0000-0000-0000-000000000000}"/>
          </ac:spMkLst>
        </pc:spChg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  <pc:spChg chg="mod">
          <ac:chgData name="强 李" userId="cd6c7ec7188785ae" providerId="LiveId" clId="{1F788608-16AE-484E-BA0E-693D8C33E910}" dt="2024-08-24T03:03:27.979" v="1244"/>
          <ac:spMkLst>
            <pc:docMk/>
            <pc:sldMk cId="4003489816" sldId="599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3" creationId="{1AB8738D-A1FE-4D54-0F21-BB9DBE4AC2AD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4" creationId="{EAC312E4-EEF7-BC10-CF40-D9DFE5074984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5" creationId="{713DDF87-D3EF-705D-B73A-8E85BB5DCB86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6" creationId="{1583CA6D-E2C8-47E3-C865-AB9466112C52}"/>
          </ac:spMkLst>
        </pc:spChg>
        <pc:spChg chg="mod">
          <ac:chgData name="强 李" userId="cd6c7ec7188785ae" providerId="LiveId" clId="{1F788608-16AE-484E-BA0E-693D8C33E910}" dt="2024-08-24T03:03:11.101" v="1237" actId="164"/>
          <ac:spMkLst>
            <pc:docMk/>
            <pc:sldMk cId="4003489816" sldId="599"/>
            <ac:spMk id="7" creationId="{B2718F15-7977-70BB-162C-9682D1DBB0BD}"/>
          </ac:spMkLst>
        </pc:spChg>
        <pc:spChg chg="add mod">
          <ac:chgData name="强 李" userId="cd6c7ec7188785ae" providerId="LiveId" clId="{1F788608-16AE-484E-BA0E-693D8C33E910}" dt="2024-08-23T11:52:56.811" v="828"/>
          <ac:spMkLst>
            <pc:docMk/>
            <pc:sldMk cId="4003489816" sldId="599"/>
            <ac:spMk id="8" creationId="{5DDE919E-77A8-9BCA-6BF5-389C08FDA91D}"/>
          </ac:spMkLst>
        </pc:spChg>
        <pc:spChg chg="del">
          <ac:chgData name="强 李" userId="cd6c7ec7188785ae" providerId="LiveId" clId="{1F788608-16AE-484E-BA0E-693D8C33E910}" dt="2024-08-23T11:52:56.477" v="827" actId="478"/>
          <ac:spMkLst>
            <pc:docMk/>
            <pc:sldMk cId="4003489816" sldId="599"/>
            <ac:spMk id="18" creationId="{00000000-0000-0000-0000-000000000000}"/>
          </ac:spMkLst>
        </pc:spChg>
        <pc:grpChg chg="add mod">
          <ac:chgData name="强 李" userId="cd6c7ec7188785ae" providerId="LiveId" clId="{1F788608-16AE-484E-BA0E-693D8C33E910}" dt="2024-08-24T03:03:11.101" v="1237" actId="164"/>
          <ac:grpSpMkLst>
            <pc:docMk/>
            <pc:sldMk cId="4003489816" sldId="599"/>
            <ac:grpSpMk id="9" creationId="{53045446-0679-C760-647C-004E6EEE9EBF}"/>
          </ac:grpSpMkLst>
        </pc:grpChg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  <pc:spChg chg="del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18" creationId="{00000000-0000-0000-0000-000000000000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4" creationId="{7517A47C-B2E5-4B79-8061-D74B1311AF6E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6" creationId="{C505E780-2083-4CB5-A42A-5E0E2908ECC3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28" creationId="{D2C0AE1C-0118-41AE-8A10-7CDCBF10E96F}"/>
          </ac:spMkLst>
        </pc:spChg>
        <pc:spChg chg="add">
          <ac:chgData name="强 李" userId="cd6c7ec7188785ae" providerId="LiveId" clId="{1F788608-16AE-484E-BA0E-693D8C33E910}" dt="2024-08-24T03:13:13.446" v="1411" actId="26606"/>
          <ac:spMkLst>
            <pc:docMk/>
            <pc:sldMk cId="1048211412" sldId="600"/>
            <ac:spMk id="30" creationId="{463EEC44-1BA3-44ED-81FC-A644B04B2A44}"/>
          </ac:spMkLst>
        </pc:spChg>
        <pc:graphicFrameChg chg="add">
          <ac:chgData name="强 李" userId="cd6c7ec7188785ae" providerId="LiveId" clId="{1F788608-16AE-484E-BA0E-693D8C33E910}" dt="2024-08-24T03:13:13.446" v="1411" actId="26606"/>
          <ac:graphicFrameMkLst>
            <pc:docMk/>
            <pc:sldMk cId="1048211412" sldId="600"/>
            <ac:graphicFrameMk id="20" creationId="{221E2FA2-21A7-9A95-E0D8-63102CBE5389}"/>
          </ac:graphicFrameMkLst>
        </pc:graphicFrameChg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  <pc:spChg chg="mod">
          <ac:chgData name="强 李" userId="cd6c7ec7188785ae" providerId="LiveId" clId="{1F788608-16AE-484E-BA0E-693D8C33E910}" dt="2024-08-24T03:18:18.576" v="1552" actId="6549"/>
          <ac:spMkLst>
            <pc:docMk/>
            <pc:sldMk cId="125507599" sldId="601"/>
            <ac:spMk id="2" creationId="{00000000-0000-0000-0000-000000000000}"/>
          </ac:spMkLst>
        </pc:spChg>
        <pc:spChg chg="mod">
          <ac:chgData name="强 李" userId="cd6c7ec7188785ae" providerId="LiveId" clId="{1F788608-16AE-484E-BA0E-693D8C33E910}" dt="2024-08-24T03:18:54.421" v="1559" actId="1035"/>
          <ac:spMkLst>
            <pc:docMk/>
            <pc:sldMk cId="125507599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外在行为反映了内在生命吗？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什么可以让我们生命长进呢？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BD2C2BE-D1DB-44A1-A52A-A722D32DCBC6}">
      <dgm:prSet custT="1"/>
      <dgm:spPr/>
      <dgm:t>
        <a:bodyPr/>
        <a:lstStyle/>
        <a:p>
          <a:r>
            <a:rPr lang="en-US" altLang="zh-CN" sz="2800" b="1" dirty="0"/>
            <a:t>1.	</a:t>
          </a:r>
          <a:r>
            <a:rPr lang="zh-CN" altLang="zh-CN" sz="2800" b="1" dirty="0"/>
            <a:t>本段经文（</a:t>
          </a:r>
          <a:r>
            <a:rPr lang="en-US" altLang="zh-CN" sz="2800" b="1" dirty="0"/>
            <a:t>1~3</a:t>
          </a:r>
          <a:r>
            <a:rPr lang="zh-CN" altLang="zh-CN" sz="2800" b="1" dirty="0"/>
            <a:t>节）中，彼得提到哪些人的罪我们既已除去了？</a:t>
          </a:r>
          <a:endParaRPr lang="en-US" sz="2800" b="1" dirty="0"/>
        </a:p>
      </dgm:t>
    </dgm:pt>
    <dgm:pt modelId="{F295D86C-A72D-4FE1-BA0F-ECD2D1B9C750}" type="par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AEDDFA7B-84F9-476C-A965-8E5CC57127E9}" type="sib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7C874045-28E7-4914-A5A3-556E6D8CBF38}">
      <dgm:prSet custT="1"/>
      <dgm:spPr/>
      <dgm:t>
        <a:bodyPr/>
        <a:lstStyle/>
        <a:p>
          <a:r>
            <a:rPr lang="en-US" altLang="zh-CN" sz="2800" b="1" dirty="0"/>
            <a:t>2.	</a:t>
          </a:r>
          <a:r>
            <a:rPr lang="zh-CN" altLang="zh-CN" sz="2800" b="1" dirty="0"/>
            <a:t>本段经文（</a:t>
          </a:r>
          <a:r>
            <a:rPr lang="en-US" altLang="zh-CN" sz="2800" b="1" dirty="0"/>
            <a:t>1~3</a:t>
          </a:r>
          <a:r>
            <a:rPr lang="zh-CN" altLang="zh-CN" sz="2800" b="1" dirty="0"/>
            <a:t>节）中，彼得对信徒的要求是什么？这要求能让我们有什么改变？</a:t>
          </a:r>
        </a:p>
      </dgm:t>
    </dgm:pt>
    <dgm:pt modelId="{30530BA6-44FC-4433-AA46-D8907D8E01F7}" type="par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74144C16-FA93-452E-B592-50993A6B454D}" type="sib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DABA82B8-B209-4D8A-89A2-B4D291F3C488}">
      <dgm:prSet custT="1"/>
      <dgm:spPr/>
      <dgm:t>
        <a:bodyPr/>
        <a:lstStyle/>
        <a:p>
          <a:r>
            <a:rPr lang="en-US" altLang="zh-CN" sz="2800" b="1"/>
            <a:t>3.	“</a:t>
          </a:r>
          <a:r>
            <a:rPr lang="zh-CN" altLang="zh-CN" sz="2800" b="1"/>
            <a:t>主恩的滋味”是什么？分享你所经历主恩的具体一个案例。</a:t>
          </a:r>
        </a:p>
      </dgm:t>
    </dgm:pt>
    <dgm:pt modelId="{368AA0CF-B6A4-4183-95C5-4D76BFF2AF3F}" type="par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11EAFC05-D0A4-43EC-B7E7-E461F32B688A}" type="sib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9134DFA7-315A-455C-8F1E-BFFCB82F4F45}" type="pres">
      <dgm:prSet presAssocID="{1BD2C2BE-D1DB-44A1-A52A-A722D32DCBC6}" presName="parentLin" presStyleCnt="0"/>
      <dgm:spPr/>
    </dgm:pt>
    <dgm:pt modelId="{D51987C1-F5DF-469C-A830-CDBF3FD9E040}" type="pres">
      <dgm:prSet presAssocID="{1BD2C2BE-D1DB-44A1-A52A-A722D32DCBC6}" presName="parentLeftMargin" presStyleLbl="node1" presStyleIdx="0" presStyleCnt="3"/>
      <dgm:spPr/>
    </dgm:pt>
    <dgm:pt modelId="{F537915A-F02E-4C70-B158-3DD0830C6921}" type="pres">
      <dgm:prSet presAssocID="{1BD2C2BE-D1DB-44A1-A52A-A722D32DCBC6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66D370ED-B6F4-4B0D-864E-171D2A337CC1}" type="pres">
      <dgm:prSet presAssocID="{1BD2C2BE-D1DB-44A1-A52A-A722D32DCBC6}" presName="negativeSpace" presStyleCnt="0"/>
      <dgm:spPr/>
    </dgm:pt>
    <dgm:pt modelId="{82564448-F98C-468D-8F9B-875EAB96C2D0}" type="pres">
      <dgm:prSet presAssocID="{1BD2C2BE-D1DB-44A1-A52A-A722D32DCBC6}" presName="childText" presStyleLbl="conFgAcc1" presStyleIdx="0" presStyleCnt="3">
        <dgm:presLayoutVars>
          <dgm:bulletEnabled val="1"/>
        </dgm:presLayoutVars>
      </dgm:prSet>
      <dgm:spPr/>
    </dgm:pt>
    <dgm:pt modelId="{13F66DDF-9AF5-40E5-AEEB-44A134952028}" type="pres">
      <dgm:prSet presAssocID="{AEDDFA7B-84F9-476C-A965-8E5CC57127E9}" presName="spaceBetweenRectangles" presStyleCnt="0"/>
      <dgm:spPr/>
    </dgm:pt>
    <dgm:pt modelId="{173ABEFF-7287-4705-8E23-E6A64D07E687}" type="pres">
      <dgm:prSet presAssocID="{7C874045-28E7-4914-A5A3-556E6D8CBF38}" presName="parentLin" presStyleCnt="0"/>
      <dgm:spPr/>
    </dgm:pt>
    <dgm:pt modelId="{91FDBF6A-E982-4BB6-8930-E267221513D0}" type="pres">
      <dgm:prSet presAssocID="{7C874045-28E7-4914-A5A3-556E6D8CBF38}" presName="parentLeftMargin" presStyleLbl="node1" presStyleIdx="0" presStyleCnt="3"/>
      <dgm:spPr/>
    </dgm:pt>
    <dgm:pt modelId="{74E4AF59-869D-4E92-83F4-8F3B4B134F9D}" type="pres">
      <dgm:prSet presAssocID="{7C874045-28E7-4914-A5A3-556E6D8CBF38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C2B47A78-DAE6-4172-BB8D-31D4670E0F6E}" type="pres">
      <dgm:prSet presAssocID="{7C874045-28E7-4914-A5A3-556E6D8CBF38}" presName="negativeSpace" presStyleCnt="0"/>
      <dgm:spPr/>
    </dgm:pt>
    <dgm:pt modelId="{A8E50910-6A72-4290-9BEC-DE430449B9A4}" type="pres">
      <dgm:prSet presAssocID="{7C874045-28E7-4914-A5A3-556E6D8CBF38}" presName="childText" presStyleLbl="conFgAcc1" presStyleIdx="1" presStyleCnt="3">
        <dgm:presLayoutVars>
          <dgm:bulletEnabled val="1"/>
        </dgm:presLayoutVars>
      </dgm:prSet>
      <dgm:spPr/>
    </dgm:pt>
    <dgm:pt modelId="{CC426161-6948-4896-B31B-F82E522DF115}" type="pres">
      <dgm:prSet presAssocID="{74144C16-FA93-452E-B592-50993A6B454D}" presName="spaceBetweenRectangles" presStyleCnt="0"/>
      <dgm:spPr/>
    </dgm:pt>
    <dgm:pt modelId="{520A94F8-15EC-4373-B835-90A4FC4C970D}" type="pres">
      <dgm:prSet presAssocID="{DABA82B8-B209-4D8A-89A2-B4D291F3C488}" presName="parentLin" presStyleCnt="0"/>
      <dgm:spPr/>
    </dgm:pt>
    <dgm:pt modelId="{9AFC99EA-BCFA-4E8E-8A12-57AA733C89B5}" type="pres">
      <dgm:prSet presAssocID="{DABA82B8-B209-4D8A-89A2-B4D291F3C488}" presName="parentLeftMargin" presStyleLbl="node1" presStyleIdx="1" presStyleCnt="3"/>
      <dgm:spPr/>
    </dgm:pt>
    <dgm:pt modelId="{931BAF88-011D-4BD5-B742-67BC90139E82}" type="pres">
      <dgm:prSet presAssocID="{DABA82B8-B209-4D8A-89A2-B4D291F3C488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7201097C-0DAE-4657-A6C2-875B37A51AB5}" type="pres">
      <dgm:prSet presAssocID="{DABA82B8-B209-4D8A-89A2-B4D291F3C488}" presName="negativeSpace" presStyleCnt="0"/>
      <dgm:spPr/>
    </dgm:pt>
    <dgm:pt modelId="{0FE397FF-B9A0-42F4-9A01-177CA6EBDA61}" type="pres">
      <dgm:prSet presAssocID="{DABA82B8-B209-4D8A-89A2-B4D291F3C48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122512D-52F1-41E2-86E3-6E9C2783E480}" type="presOf" srcId="{DABA82B8-B209-4D8A-89A2-B4D291F3C488}" destId="{9AFC99EA-BCFA-4E8E-8A12-57AA733C89B5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96F23E8A-E118-4B4A-9420-BFE40D3CFF3E}" srcId="{0FFEBC65-5800-49C2-ACE8-714124562FFC}" destId="{DABA82B8-B209-4D8A-89A2-B4D291F3C488}" srcOrd="2" destOrd="0" parTransId="{368AA0CF-B6A4-4183-95C5-4D76BFF2AF3F}" sibTransId="{11EAFC05-D0A4-43EC-B7E7-E461F32B688A}"/>
    <dgm:cxn modelId="{B2585397-9267-47D5-887B-6FDCCE516AE3}" type="presOf" srcId="{DABA82B8-B209-4D8A-89A2-B4D291F3C488}" destId="{931BAF88-011D-4BD5-B742-67BC90139E82}" srcOrd="1" destOrd="0" presId="urn:microsoft.com/office/officeart/2005/8/layout/list1"/>
    <dgm:cxn modelId="{D0545E9D-A51F-4E1D-8423-7BC0944A85A4}" type="presOf" srcId="{7C874045-28E7-4914-A5A3-556E6D8CBF38}" destId="{74E4AF59-869D-4E92-83F4-8F3B4B134F9D}" srcOrd="1" destOrd="0" presId="urn:microsoft.com/office/officeart/2005/8/layout/list1"/>
    <dgm:cxn modelId="{96E8A9A3-C6B6-4D6B-ADF5-DA797B4F98B3}" type="presOf" srcId="{1BD2C2BE-D1DB-44A1-A52A-A722D32DCBC6}" destId="{D51987C1-F5DF-469C-A830-CDBF3FD9E040}" srcOrd="0" destOrd="0" presId="urn:microsoft.com/office/officeart/2005/8/layout/list1"/>
    <dgm:cxn modelId="{E38A05AA-CA47-4986-8A50-F48C70DFEE01}" srcId="{0FFEBC65-5800-49C2-ACE8-714124562FFC}" destId="{7C874045-28E7-4914-A5A3-556E6D8CBF38}" srcOrd="1" destOrd="0" parTransId="{30530BA6-44FC-4433-AA46-D8907D8E01F7}" sibTransId="{74144C16-FA93-452E-B592-50993A6B454D}"/>
    <dgm:cxn modelId="{B594F1BB-1A14-405C-BBDF-D80CF027887F}" srcId="{0FFEBC65-5800-49C2-ACE8-714124562FFC}" destId="{1BD2C2BE-D1DB-44A1-A52A-A722D32DCBC6}" srcOrd="0" destOrd="0" parTransId="{F295D86C-A72D-4FE1-BA0F-ECD2D1B9C750}" sibTransId="{AEDDFA7B-84F9-476C-A965-8E5CC57127E9}"/>
    <dgm:cxn modelId="{C1108BD3-4D53-46D1-99C9-E701595D07B0}" type="presOf" srcId="{7C874045-28E7-4914-A5A3-556E6D8CBF38}" destId="{91FDBF6A-E982-4BB6-8930-E267221513D0}" srcOrd="0" destOrd="0" presId="urn:microsoft.com/office/officeart/2005/8/layout/list1"/>
    <dgm:cxn modelId="{99AC38F6-1CFB-4076-9029-E344EB8B6F7E}" type="presOf" srcId="{1BD2C2BE-D1DB-44A1-A52A-A722D32DCBC6}" destId="{F537915A-F02E-4C70-B158-3DD0830C6921}" srcOrd="1" destOrd="0" presId="urn:microsoft.com/office/officeart/2005/8/layout/list1"/>
    <dgm:cxn modelId="{189D8AA7-6F8C-4B14-9598-3AFBA88BCCA4}" type="presParOf" srcId="{1F12DA8F-2D73-42EB-96BB-B7F23E046792}" destId="{9134DFA7-315A-455C-8F1E-BFFCB82F4F45}" srcOrd="0" destOrd="0" presId="urn:microsoft.com/office/officeart/2005/8/layout/list1"/>
    <dgm:cxn modelId="{FD7AD0AA-BF06-45F3-BD09-9BF4684BC096}" type="presParOf" srcId="{9134DFA7-315A-455C-8F1E-BFFCB82F4F45}" destId="{D51987C1-F5DF-469C-A830-CDBF3FD9E040}" srcOrd="0" destOrd="0" presId="urn:microsoft.com/office/officeart/2005/8/layout/list1"/>
    <dgm:cxn modelId="{6B91E6E4-29B7-46DB-9C41-7F41518F24F3}" type="presParOf" srcId="{9134DFA7-315A-455C-8F1E-BFFCB82F4F45}" destId="{F537915A-F02E-4C70-B158-3DD0830C6921}" srcOrd="1" destOrd="0" presId="urn:microsoft.com/office/officeart/2005/8/layout/list1"/>
    <dgm:cxn modelId="{B9AE5DD0-5A86-43B3-B715-69E34F11DD50}" type="presParOf" srcId="{1F12DA8F-2D73-42EB-96BB-B7F23E046792}" destId="{66D370ED-B6F4-4B0D-864E-171D2A337CC1}" srcOrd="1" destOrd="0" presId="urn:microsoft.com/office/officeart/2005/8/layout/list1"/>
    <dgm:cxn modelId="{6215B631-704B-4034-90D6-71EC7402E2B6}" type="presParOf" srcId="{1F12DA8F-2D73-42EB-96BB-B7F23E046792}" destId="{82564448-F98C-468D-8F9B-875EAB96C2D0}" srcOrd="2" destOrd="0" presId="urn:microsoft.com/office/officeart/2005/8/layout/list1"/>
    <dgm:cxn modelId="{7A74B518-639C-4B89-B591-DDAFED119D5E}" type="presParOf" srcId="{1F12DA8F-2D73-42EB-96BB-B7F23E046792}" destId="{13F66DDF-9AF5-40E5-AEEB-44A134952028}" srcOrd="3" destOrd="0" presId="urn:microsoft.com/office/officeart/2005/8/layout/list1"/>
    <dgm:cxn modelId="{06485E8F-6838-4DC3-991D-01193CA68647}" type="presParOf" srcId="{1F12DA8F-2D73-42EB-96BB-B7F23E046792}" destId="{173ABEFF-7287-4705-8E23-E6A64D07E687}" srcOrd="4" destOrd="0" presId="urn:microsoft.com/office/officeart/2005/8/layout/list1"/>
    <dgm:cxn modelId="{0395DA82-BF86-4872-8E36-38D84BD0222D}" type="presParOf" srcId="{173ABEFF-7287-4705-8E23-E6A64D07E687}" destId="{91FDBF6A-E982-4BB6-8930-E267221513D0}" srcOrd="0" destOrd="0" presId="urn:microsoft.com/office/officeart/2005/8/layout/list1"/>
    <dgm:cxn modelId="{61EFD572-5B2C-4E19-8310-46B9A1DD757A}" type="presParOf" srcId="{173ABEFF-7287-4705-8E23-E6A64D07E687}" destId="{74E4AF59-869D-4E92-83F4-8F3B4B134F9D}" srcOrd="1" destOrd="0" presId="urn:microsoft.com/office/officeart/2005/8/layout/list1"/>
    <dgm:cxn modelId="{F82616AF-4D4A-4DD2-BD66-83A9B71542C2}" type="presParOf" srcId="{1F12DA8F-2D73-42EB-96BB-B7F23E046792}" destId="{C2B47A78-DAE6-4172-BB8D-31D4670E0F6E}" srcOrd="5" destOrd="0" presId="urn:microsoft.com/office/officeart/2005/8/layout/list1"/>
    <dgm:cxn modelId="{A17D6410-7D18-4A04-8626-64246883F003}" type="presParOf" srcId="{1F12DA8F-2D73-42EB-96BB-B7F23E046792}" destId="{A8E50910-6A72-4290-9BEC-DE430449B9A4}" srcOrd="6" destOrd="0" presId="urn:microsoft.com/office/officeart/2005/8/layout/list1"/>
    <dgm:cxn modelId="{D89609AF-0625-47A0-9609-0CC93646CF3B}" type="presParOf" srcId="{1F12DA8F-2D73-42EB-96BB-B7F23E046792}" destId="{CC426161-6948-4896-B31B-F82E522DF115}" srcOrd="7" destOrd="0" presId="urn:microsoft.com/office/officeart/2005/8/layout/list1"/>
    <dgm:cxn modelId="{788C62FD-DCCF-4D03-907B-7A62A7B51FEC}" type="presParOf" srcId="{1F12DA8F-2D73-42EB-96BB-B7F23E046792}" destId="{520A94F8-15EC-4373-B835-90A4FC4C970D}" srcOrd="8" destOrd="0" presId="urn:microsoft.com/office/officeart/2005/8/layout/list1"/>
    <dgm:cxn modelId="{D8B3A7EF-3571-4A57-82F4-AC0BAEA22F78}" type="presParOf" srcId="{520A94F8-15EC-4373-B835-90A4FC4C970D}" destId="{9AFC99EA-BCFA-4E8E-8A12-57AA733C89B5}" srcOrd="0" destOrd="0" presId="urn:microsoft.com/office/officeart/2005/8/layout/list1"/>
    <dgm:cxn modelId="{9761D704-A52E-4F1B-9DBF-95C84696655D}" type="presParOf" srcId="{520A94F8-15EC-4373-B835-90A4FC4C970D}" destId="{931BAF88-011D-4BD5-B742-67BC90139E82}" srcOrd="1" destOrd="0" presId="urn:microsoft.com/office/officeart/2005/8/layout/list1"/>
    <dgm:cxn modelId="{94F50305-CFCC-4DD1-8C01-CE6907D93415}" type="presParOf" srcId="{1F12DA8F-2D73-42EB-96BB-B7F23E046792}" destId="{7201097C-0DAE-4657-A6C2-875B37A51AB5}" srcOrd="9" destOrd="0" presId="urn:microsoft.com/office/officeart/2005/8/layout/list1"/>
    <dgm:cxn modelId="{5D9B0E90-129A-4F93-9B50-1ADA685B45B2}" type="presParOf" srcId="{1F12DA8F-2D73-42EB-96BB-B7F23E046792}" destId="{0FE397FF-B9A0-42F4-9A01-177CA6EBDA6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外在行为反映了内在生命吗？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什么可以让我们生命长进呢？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64448-F98C-468D-8F9B-875EAB96C2D0}">
      <dsp:nvSpPr>
        <dsp:cNvPr id="0" name=""/>
        <dsp:cNvSpPr/>
      </dsp:nvSpPr>
      <dsp:spPr>
        <a:xfrm>
          <a:off x="0" y="66800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7915A-F02E-4C70-B158-3DD0830C6921}">
      <dsp:nvSpPr>
        <dsp:cNvPr id="0" name=""/>
        <dsp:cNvSpPr/>
      </dsp:nvSpPr>
      <dsp:spPr>
        <a:xfrm>
          <a:off x="442432" y="33328"/>
          <a:ext cx="8848641" cy="1269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1.	</a:t>
          </a:r>
          <a:r>
            <a:rPr lang="zh-CN" altLang="zh-CN" sz="2800" b="1" kern="1200" dirty="0"/>
            <a:t>本段经文（</a:t>
          </a:r>
          <a:r>
            <a:rPr lang="en-US" altLang="zh-CN" sz="2800" b="1" kern="1200" dirty="0"/>
            <a:t>1~3</a:t>
          </a:r>
          <a:r>
            <a:rPr lang="zh-CN" altLang="zh-CN" sz="2800" b="1" kern="1200" dirty="0"/>
            <a:t>节）中，彼得提到哪些人的罪我们既已除去了？</a:t>
          </a:r>
          <a:endParaRPr lang="en-US" sz="2800" b="1" kern="1200" dirty="0"/>
        </a:p>
      </dsp:txBody>
      <dsp:txXfrm>
        <a:off x="504397" y="95293"/>
        <a:ext cx="8724711" cy="1145430"/>
      </dsp:txXfrm>
    </dsp:sp>
    <dsp:sp modelId="{A8E50910-6A72-4290-9BEC-DE430449B9A4}">
      <dsp:nvSpPr>
        <dsp:cNvPr id="0" name=""/>
        <dsp:cNvSpPr/>
      </dsp:nvSpPr>
      <dsp:spPr>
        <a:xfrm>
          <a:off x="0" y="261848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4AF59-869D-4E92-83F4-8F3B4B134F9D}">
      <dsp:nvSpPr>
        <dsp:cNvPr id="0" name=""/>
        <dsp:cNvSpPr/>
      </dsp:nvSpPr>
      <dsp:spPr>
        <a:xfrm>
          <a:off x="442432" y="1983808"/>
          <a:ext cx="8848641" cy="126936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2.	</a:t>
          </a:r>
          <a:r>
            <a:rPr lang="zh-CN" altLang="zh-CN" sz="2800" b="1" kern="1200" dirty="0"/>
            <a:t>本段经文（</a:t>
          </a:r>
          <a:r>
            <a:rPr lang="en-US" altLang="zh-CN" sz="2800" b="1" kern="1200" dirty="0"/>
            <a:t>1~3</a:t>
          </a:r>
          <a:r>
            <a:rPr lang="zh-CN" altLang="zh-CN" sz="2800" b="1" kern="1200" dirty="0"/>
            <a:t>节）中，彼得对信徒的要求是什么？这要求能让我们有什么改变？</a:t>
          </a:r>
        </a:p>
      </dsp:txBody>
      <dsp:txXfrm>
        <a:off x="504397" y="2045773"/>
        <a:ext cx="8724711" cy="1145430"/>
      </dsp:txXfrm>
    </dsp:sp>
    <dsp:sp modelId="{0FE397FF-B9A0-42F4-9A01-177CA6EBDA61}">
      <dsp:nvSpPr>
        <dsp:cNvPr id="0" name=""/>
        <dsp:cNvSpPr/>
      </dsp:nvSpPr>
      <dsp:spPr>
        <a:xfrm>
          <a:off x="0" y="456896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BAF88-011D-4BD5-B742-67BC90139E82}">
      <dsp:nvSpPr>
        <dsp:cNvPr id="0" name=""/>
        <dsp:cNvSpPr/>
      </dsp:nvSpPr>
      <dsp:spPr>
        <a:xfrm>
          <a:off x="442432" y="3934288"/>
          <a:ext cx="8848641" cy="126936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/>
            <a:t>3.	“</a:t>
          </a:r>
          <a:r>
            <a:rPr lang="zh-CN" altLang="zh-CN" sz="2800" b="1" kern="1200"/>
            <a:t>主恩的滋味”是什么？分享你所经历主恩的具体一个案例。</a:t>
          </a:r>
        </a:p>
      </dsp:txBody>
      <dsp:txXfrm>
        <a:off x="504397" y="3996253"/>
        <a:ext cx="8724711" cy="1145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2024/10/13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，身体健康状态。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，我们现在将来。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2024/10/13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2024/10/13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2024/10/13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2024/10/13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2024/10/13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2024/10/13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8835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经文：彼前二章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1~10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88256563-0538-44E2-8648-D6C63C24681B}" type="datetime2">
              <a:rPr lang="zh-CN" altLang="zh-CN" sz="200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2024年10月13日</a:t>
            </a:fld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926464" y="2295027"/>
            <a:ext cx="7265536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爱慕纯净的灵奶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460066" y="139761"/>
            <a:ext cx="5731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经文：彼前一</a:t>
            </a:r>
            <a:r>
              <a:rPr lang="en-US" altLang="zh-CN" sz="4800" b="1" dirty="0"/>
              <a:t>22~25</a:t>
            </a:r>
            <a:endParaRPr lang="zh-CN" altLang="zh-CN" sz="4800" dirty="0"/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425605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83868" y="139761"/>
            <a:ext cx="566879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/>
              <a:t>1~10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3716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2:1】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所以，你们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既</a:t>
            </a: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除去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一切的恶毒（或作“阴毒”）、诡诈并假善、嫉妒和一切毁谤的话，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2:2】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就要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爱慕那纯净的灵奶，像才生的婴孩爱慕奶一样，叫你们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渐长，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以致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得救。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2:3】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尝过主恩的滋味，就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必</a:t>
            </a:r>
            <a:r>
              <a:rPr lang="zh-CN" altLang="en-US" sz="32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如此。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22840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一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:1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，已经成就的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二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:2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，如何去做的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三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:3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，亲身经历的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166183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2:1】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所以，你们既除去一切的恶毒（或作“阴毒”）、诡诈并假善、嫉妒和一切毁谤的话，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820697"/>
            <a:ext cx="7977048" cy="102668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2:2】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就要爱慕那纯净的灵奶，像才生的婴孩爱慕奶一样，叫你们因此渐长，以致得救。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119672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2:3】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你们若尝过主恩的滋味，就必如此。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2:2】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就要爱慕那纯净的灵奶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因此渐长，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endPara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49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8C0306-423C-7746-A3D2-2A3513F35A44}"/>
              </a:ext>
            </a:extLst>
          </p:cNvPr>
          <p:cNvSpPr txBox="1"/>
          <p:nvPr/>
        </p:nvSpPr>
        <p:spPr>
          <a:xfrm>
            <a:off x="0" y="1589809"/>
            <a:ext cx="12192000" cy="3132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彼得三个命令，同时彼得强调我们是藉着道来做改变的，这道是“不能坏的种子”。</a:t>
            </a:r>
            <a:endParaRPr lang="en-US" altLang="zh-CN" sz="24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第二章我们首先看到了彼得再次强调这道是让我们生命成长的灵粮，这道让我们得救。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第二章的承接第一章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13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节彼得一系列的命令的第四个命令：渴慕神的话（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1~3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节）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。</a:t>
            </a:r>
            <a:endParaRPr lang="en-US" altLang="zh-CN" sz="24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第五个命令：建造灵宫（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节）。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主题一：被拒绝又被接纳的弥赛亚（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6~8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节）。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主题二：教会被神接纳的属灵群体（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9~10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节）。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第一段：已经成就的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5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所以，你们既除去一切的恶毒（或作“阴毒”）、诡诈并假善、嫉妒和一切毁谤的话，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之前的我们：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1:23】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你们蒙了重生，不是由于能坏的种子，乃是由于不能坏的种子，是藉着　神活泼常存的道。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雅</a:t>
            </a: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1:18】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他按自己的旨意用真道生了我们，叫我们在他所造的万物中，好像初熟的果子。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现在的我们：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约</a:t>
            </a: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15:3】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现在你们因我讲给你们的道，已经干净了。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1.	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约束自己的心，谨慎自守。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2.	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存敬畏的心，度在世日子。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3.	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洁净自己的心，彼此相爱。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道：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1.	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这道是永存的，不会随时间而改变。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2.	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这道不属血气（不是从罪）、不会枯干（让人没有生命，生机盎然）。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3.	</a:t>
            </a: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这道不在乎外在的美荣（虚假的艳丽）。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D75C6-2035-6C1A-89E3-728DC5BB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2CF647D-9082-9406-1074-257CEAB30A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第一段：已经成就的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7872A6-2EDA-9BFD-00E2-A90953C801F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6730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所以，你们既除去一切的恶毒（或作“阴毒”）、诡诈并假善、嫉妒和一切毁谤的话，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除去：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恶毒：指一切的邪恶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诡诈：就是虚假的言语，可理解为奉承、谎言、诱骗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假善：这个词用复数，表示各样的虚伪。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嫉妒：包括嫉恨别人的一切好处，能力、财富、名声或成就等。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违背律法：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1.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看到自己不能完全遵守，需要依靠基督。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2.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约束人心，免得我们完全放纵无度度日。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3. 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藉着律法，让我们明白神的心意和旨意。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315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ED630-FAA9-3777-4E5A-317786CD8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898324F-45D7-6EF8-AEF3-4603F72A0A1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第一段：已经成就的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57E1B5-AD9E-D0CB-EEBF-14FC0F404B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29649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所以，你们既除去一切的恶毒（或作“阴毒”）、诡诈并假善、嫉妒和一切毁谤的话，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必须谨慎小心，不要犯恶毒、假善、嫉妒这样的罪。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基督徒若对别人不尽心，再好的事奉也不蒙神的喜悦，对自己也没有益处。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哪怕有一宗罪没有除去，也会妨碍我们永恒的属灵益处。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罪会阻碍我们领受神的道。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3699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8BDCB-7CC1-0EF8-563D-3D8A8E889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8E9087C-9226-10AB-F8BC-F7308C307E3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47192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就要爱慕那纯净的灵奶，像才生的婴孩爱慕奶一样，叫你们因此渐长，以致得救。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1~3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节：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“所以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……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你们要爱慕灵奶，以致得救”。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灵奶</a:t>
            </a:r>
            <a:r>
              <a:rPr lang="en-US" altLang="zh-CN" dirty="0">
                <a:ea typeface="苹方-简" panose="020B0300000000000000" pitchFamily="34" charset="-122"/>
              </a:rPr>
              <a:t> == </a:t>
            </a:r>
            <a:r>
              <a:rPr lang="zh-CN" altLang="en-US" dirty="0">
                <a:ea typeface="苹方-简" panose="020B0300000000000000" pitchFamily="34" charset="-122"/>
              </a:rPr>
              <a:t>神的道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才生的婴孩爱慕奶一样：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关乎生命的重要性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信和道想调和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种子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彼前</a:t>
            </a:r>
            <a:r>
              <a:rPr lang="en-US" altLang="zh-CN" dirty="0">
                <a:effectLst/>
                <a:ea typeface="苹方-简" panose="020B0300000000000000" pitchFamily="34" charset="-122"/>
              </a:rPr>
              <a:t>1:25】</a:t>
            </a:r>
            <a:r>
              <a:rPr lang="zh-CN" altLang="en-US" dirty="0">
                <a:effectLst/>
                <a:ea typeface="苹方-简" panose="020B0300000000000000" pitchFamily="34" charset="-122"/>
              </a:rPr>
              <a:t>惟有主的道是永存的。”所传给你们的福音就是这道。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纯净的灵奶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effectLst/>
              <a:ea typeface="苹方-简" panose="020B03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6326F1-FDD9-A2BA-D4E6-E8F713CE6F4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第二段：如何去做的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223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0BCC-525E-BC94-87AA-6E155938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499D7BD-5260-8CA4-B716-702E48782B7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第二段：如何去做的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7E2889-1FE2-C1BE-F443-A4747B0A440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499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就要爱慕那纯净的灵奶，像才生的婴孩爱慕奶一样，叫你们因此渐长，以致得救。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纯净：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不是某位著名传道人或者牧师的观点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以我们个人评判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符合整本圣经的原则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符合大公教会使徒统绪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渐长：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成长应该是可见的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举例：自己、身边的人。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291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5D35A-3842-2889-CFD4-A5922522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F087B22-6811-365E-98D9-EEEA5CD2D8E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第二段：如何去做的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28B4C2-31F2-AF68-B60C-316453E255A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032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2:2】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就要爱慕那纯净的灵奶，像才生的婴孩爱慕奶一样，叫你们因此渐长，以致得救。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爱慕：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不是命令，胜过命令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深切的持续的渴慕真理的道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以致得救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圣灵引导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圣道牧养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动力，是出于一种合理的不满意。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6084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C956-EB53-BEAE-B4E0-D13C6323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FE7E3C5-1166-3AC5-C276-9FA7E8FF785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第三段：亲身经历的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6C864F-06BB-1288-B630-F1FA1D249D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7247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2:3】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你们若尝过主恩的滋味，就必如此。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滋味：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【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诗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34:8】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你们要尝尝主恩的滋味，便知道他是美善，投靠他的人有福了！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美善、有福的滋味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主耶稣基督对百姓满有恩典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要明白救赎主的恩典。最好的方法就是品尝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神藉着他的道施恩给人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耶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15:16】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  <a:sym typeface="+mn-lt"/>
              </a:rPr>
              <a:t>耶和华万军之　神啊，我得着你的言语，就当食物吃了，你的言语是我心中的欢喜快乐，因我是称为你名下的人。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999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2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Triangle 2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2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075767" y="1188637"/>
            <a:ext cx="2988234" cy="4480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600" b="1" kern="1200" spc="6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总结：</a:t>
            </a:r>
          </a:p>
        </p:txBody>
      </p:sp>
      <p:cxnSp>
        <p:nvCxnSpPr>
          <p:cNvPr id="77" name="Straight Connector 28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654296" y="623276"/>
            <a:ext cx="6892529" cy="56078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sym typeface="+mn-lt"/>
              </a:rPr>
              <a:t>首先，基督徒得救之后，应以追求圣洁来回应神（ </a:t>
            </a:r>
            <a:r>
              <a:rPr lang="en-US" altLang="zh-CN" sz="2800" dirty="0">
                <a:latin typeface="+mn-ea"/>
                <a:sym typeface="+mn-lt"/>
              </a:rPr>
              <a:t>1</a:t>
            </a:r>
            <a:r>
              <a:rPr lang="zh-CN" altLang="en-US" sz="2800" dirty="0">
                <a:latin typeface="+mn-ea"/>
                <a:sym typeface="+mn-lt"/>
              </a:rPr>
              <a:t>： </a:t>
            </a:r>
            <a:r>
              <a:rPr lang="en-US" altLang="zh-CN" sz="2800" dirty="0">
                <a:latin typeface="+mn-ea"/>
                <a:sym typeface="+mn-lt"/>
              </a:rPr>
              <a:t>13</a:t>
            </a:r>
            <a:r>
              <a:rPr lang="zh-CN" altLang="en-US" sz="2800" dirty="0">
                <a:latin typeface="+mn-ea"/>
                <a:sym typeface="+mn-lt"/>
              </a:rPr>
              <a:t>～</a:t>
            </a:r>
            <a:r>
              <a:rPr lang="en-US" altLang="zh-CN" sz="2800" dirty="0">
                <a:latin typeface="+mn-ea"/>
                <a:sym typeface="+mn-lt"/>
              </a:rPr>
              <a:t>21</a:t>
            </a:r>
            <a:r>
              <a:rPr lang="zh-CN" altLang="en-US" sz="2800" dirty="0">
                <a:latin typeface="+mn-ea"/>
                <a:sym typeface="+mn-lt"/>
              </a:rPr>
              <a:t>）。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sym typeface="+mn-lt"/>
              </a:rPr>
              <a:t>其次，信徒必须以爱对待教会中所有人，将他们当作基督里的弟兄姊妹（ </a:t>
            </a:r>
            <a:r>
              <a:rPr lang="en-US" altLang="zh-CN" sz="2800" dirty="0">
                <a:latin typeface="+mn-ea"/>
                <a:sym typeface="+mn-lt"/>
              </a:rPr>
              <a:t>1</a:t>
            </a:r>
            <a:r>
              <a:rPr lang="zh-CN" altLang="en-US" sz="2800" dirty="0">
                <a:latin typeface="+mn-ea"/>
                <a:sym typeface="+mn-lt"/>
              </a:rPr>
              <a:t>： </a:t>
            </a:r>
            <a:r>
              <a:rPr lang="en-US" altLang="zh-CN" sz="2800" dirty="0">
                <a:latin typeface="+mn-ea"/>
                <a:sym typeface="+mn-lt"/>
              </a:rPr>
              <a:t>22</a:t>
            </a:r>
            <a:r>
              <a:rPr lang="zh-CN" altLang="en-US" sz="2800" dirty="0">
                <a:latin typeface="+mn-ea"/>
                <a:sym typeface="+mn-lt"/>
              </a:rPr>
              <a:t>～</a:t>
            </a:r>
            <a:r>
              <a:rPr lang="en-US" altLang="zh-CN" sz="2800" dirty="0">
                <a:latin typeface="+mn-ea"/>
                <a:sym typeface="+mn-lt"/>
              </a:rPr>
              <a:t>25</a:t>
            </a:r>
            <a:r>
              <a:rPr lang="zh-CN" altLang="en-US" sz="2800" dirty="0">
                <a:latin typeface="+mn-ea"/>
                <a:sym typeface="+mn-lt"/>
              </a:rPr>
              <a:t>）。</a:t>
            </a: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ea"/>
                <a:sym typeface="+mn-lt"/>
              </a:rPr>
              <a:t>最后，信徒必须持续不断渴慕主的道，以此响应他们对道的基本需求（ </a:t>
            </a:r>
            <a:r>
              <a:rPr lang="en-US" altLang="zh-CN" sz="2800" dirty="0">
                <a:latin typeface="+mn-ea"/>
                <a:sym typeface="+mn-lt"/>
              </a:rPr>
              <a:t>2</a:t>
            </a:r>
            <a:r>
              <a:rPr lang="zh-CN" altLang="en-US" sz="2800" dirty="0">
                <a:latin typeface="+mn-ea"/>
                <a:sym typeface="+mn-lt"/>
              </a:rPr>
              <a:t>： </a:t>
            </a:r>
            <a:r>
              <a:rPr lang="en-US" altLang="zh-CN" sz="2800" dirty="0">
                <a:latin typeface="+mn-ea"/>
                <a:sym typeface="+mn-lt"/>
              </a:rPr>
              <a:t>1</a:t>
            </a:r>
            <a:r>
              <a:rPr lang="zh-CN" altLang="en-US" sz="2800" dirty="0">
                <a:latin typeface="+mn-ea"/>
                <a:sym typeface="+mn-lt"/>
              </a:rPr>
              <a:t>～</a:t>
            </a:r>
            <a:r>
              <a:rPr lang="en-US" altLang="zh-CN" sz="2800" dirty="0">
                <a:latin typeface="+mn-ea"/>
                <a:sym typeface="+mn-lt"/>
              </a:rPr>
              <a:t>3</a:t>
            </a:r>
            <a:r>
              <a:rPr lang="zh-CN" altLang="en-US" sz="2800" dirty="0">
                <a:latin typeface="+mn-ea"/>
                <a:sym typeface="+mn-lt"/>
              </a:rPr>
              <a:t>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1125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1" y="640823"/>
            <a:ext cx="2057400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3749599"/>
              </p:ext>
            </p:extLst>
          </p:nvPr>
        </p:nvGraphicFramePr>
        <p:xfrm>
          <a:off x="2844800" y="681037"/>
          <a:ext cx="9293352" cy="568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6893</TotalTime>
  <Words>1371</Words>
  <Application>Microsoft Office PowerPoint</Application>
  <PresentationFormat>宽屏</PresentationFormat>
  <Paragraphs>112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2024-10-13T00:11:03Z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