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5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6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7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9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0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1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2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3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4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5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6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560" r:id="rId2"/>
    <p:sldId id="554" r:id="rId3"/>
    <p:sldId id="425" r:id="rId4"/>
    <p:sldId id="609" r:id="rId5"/>
    <p:sldId id="531" r:id="rId6"/>
    <p:sldId id="594" r:id="rId7"/>
    <p:sldId id="617" r:id="rId8"/>
    <p:sldId id="618" r:id="rId9"/>
    <p:sldId id="619" r:id="rId10"/>
    <p:sldId id="621" r:id="rId11"/>
    <p:sldId id="620" r:id="rId12"/>
    <p:sldId id="622" r:id="rId13"/>
    <p:sldId id="623" r:id="rId14"/>
    <p:sldId id="624" r:id="rId15"/>
    <p:sldId id="625" r:id="rId16"/>
    <p:sldId id="626" r:id="rId17"/>
    <p:sldId id="627" r:id="rId18"/>
    <p:sldId id="628" r:id="rId19"/>
    <p:sldId id="608" r:id="rId20"/>
    <p:sldId id="55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909"/>
    <a:srgbClr val="F1F1F1"/>
    <a:srgbClr val="1A3A76"/>
    <a:srgbClr val="633D06"/>
    <a:srgbClr val="FCFEFE"/>
    <a:srgbClr val="FFFFFF"/>
    <a:srgbClr val="00205D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F995F4-A061-40B7-A2D8-F33AF6A8A4CC}" v="515" dt="2024-11-02T13:30:08.488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84" autoAdjust="0"/>
  </p:normalViewPr>
  <p:slideViewPr>
    <p:cSldViewPr snapToGrid="0">
      <p:cViewPr varScale="1">
        <p:scale>
          <a:sx n="92" d="100"/>
          <a:sy n="92" d="100"/>
        </p:scale>
        <p:origin x="1194" y="84"/>
      </p:cViewPr>
      <p:guideLst>
        <p:guide orient="horz" pos="867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5EF4142E-4844-4CF2-B9D3-B00A388B0DD4}"/>
    <pc:docChg chg="undo custSel modSld">
      <pc:chgData name="强 李" userId="cd6c7ec7188785ae" providerId="LiveId" clId="{5EF4142E-4844-4CF2-B9D3-B00A388B0DD4}" dt="2024-09-14T14:12:58.930" v="2186"/>
      <pc:docMkLst>
        <pc:docMk/>
      </pc:docMkLst>
      <pc:sldChg chg="addSp delSp modSp mod">
        <pc:chgData name="强 李" userId="cd6c7ec7188785ae" providerId="LiveId" clId="{5EF4142E-4844-4CF2-B9D3-B00A388B0DD4}" dt="2024-09-14T12:57:21.918" v="133" actId="14100"/>
        <pc:sldMkLst>
          <pc:docMk/>
          <pc:sldMk cId="54695671" sldId="531"/>
        </pc:sldMkLst>
        <pc:spChg chg="mod">
          <ac:chgData name="强 李" userId="cd6c7ec7188785ae" providerId="LiveId" clId="{5EF4142E-4844-4CF2-B9D3-B00A388B0DD4}" dt="2024-09-14T12:56:57.128" v="123" actId="14100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2:55:58.350" v="120" actId="164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5EF4142E-4844-4CF2-B9D3-B00A388B0DD4}" dt="2024-09-14T12:54:17.023" v="90" actId="103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5EF4142E-4844-4CF2-B9D3-B00A388B0DD4}" dt="2024-09-14T12:57:21.918" v="133" actId="14100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5EF4142E-4844-4CF2-B9D3-B00A388B0DD4}" dt="2024-09-14T12:53:58.568" v="86" actId="14100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5EF4142E-4844-4CF2-B9D3-B00A388B0DD4}" dt="2024-09-14T12:57:10.529" v="132" actId="1037"/>
          <ac:spMkLst>
            <pc:docMk/>
            <pc:sldMk cId="54695671" sldId="531"/>
            <ac:spMk id="7" creationId="{F80DDDB8-F32B-B7A7-73DA-9790F3B5DCB3}"/>
          </ac:spMkLst>
        </pc:spChg>
        <pc:spChg chg="del mod">
          <ac:chgData name="强 李" userId="cd6c7ec7188785ae" providerId="LiveId" clId="{5EF4142E-4844-4CF2-B9D3-B00A388B0DD4}" dt="2024-09-14T12:55:36.467" v="117" actId="478"/>
          <ac:spMkLst>
            <pc:docMk/>
            <pc:sldMk cId="54695671" sldId="531"/>
            <ac:spMk id="11" creationId="{8F585226-39A8-96AE-40A3-878704581BB6}"/>
          </ac:spMkLst>
        </pc:spChg>
        <pc:grpChg chg="add mod">
          <ac:chgData name="强 李" userId="cd6c7ec7188785ae" providerId="LiveId" clId="{5EF4142E-4844-4CF2-B9D3-B00A388B0DD4}" dt="2024-09-14T12:55:49.886" v="119" actId="1076"/>
          <ac:grpSpMkLst>
            <pc:docMk/>
            <pc:sldMk cId="54695671" sldId="531"/>
            <ac:grpSpMk id="9" creationId="{87176265-B58D-673F-0145-44DE61D798A1}"/>
          </ac:grpSpMkLst>
        </pc:grpChg>
        <pc:grpChg chg="add mod">
          <ac:chgData name="强 李" userId="cd6c7ec7188785ae" providerId="LiveId" clId="{5EF4142E-4844-4CF2-B9D3-B00A388B0DD4}" dt="2024-09-14T12:56:33.470" v="122" actId="1076"/>
          <ac:grpSpMkLst>
            <pc:docMk/>
            <pc:sldMk cId="54695671" sldId="531"/>
            <ac:grpSpMk id="10" creationId="{52691254-7C12-A9B7-2F38-228171FD86FE}"/>
          </ac:grpSpMkLst>
        </pc:grpChg>
        <pc:cxnChg chg="del">
          <ac:chgData name="强 李" userId="cd6c7ec7188785ae" providerId="LiveId" clId="{5EF4142E-4844-4CF2-B9D3-B00A388B0DD4}" dt="2024-09-14T12:51:53.547" v="62" actId="478"/>
          <ac:cxnSpMkLst>
            <pc:docMk/>
            <pc:sldMk cId="54695671" sldId="531"/>
            <ac:cxnSpMk id="8" creationId="{A82D5C8F-64C1-A4EE-87A4-62170D321C35}"/>
          </ac:cxnSpMkLst>
        </pc:cxnChg>
      </pc:sldChg>
      <pc:sldChg chg="addSp modSp mod">
        <pc:chgData name="强 李" userId="cd6c7ec7188785ae" providerId="LiveId" clId="{5EF4142E-4844-4CF2-B9D3-B00A388B0DD4}" dt="2024-09-14T13:07:46.596" v="449"/>
        <pc:sldMkLst>
          <pc:docMk/>
          <pc:sldMk cId="530530540" sldId="553"/>
        </pc:sldMkLst>
        <pc:spChg chg="mod">
          <ac:chgData name="强 李" userId="cd6c7ec7188785ae" providerId="LiveId" clId="{5EF4142E-4844-4CF2-B9D3-B00A388B0DD4}" dt="2024-09-14T13:07:46.596" v="449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5EF4142E-4844-4CF2-B9D3-B00A388B0DD4}" dt="2024-09-14T12:59:42.146" v="150" actId="1035"/>
          <ac:spMkLst>
            <pc:docMk/>
            <pc:sldMk cId="530530540" sldId="553"/>
            <ac:spMk id="4" creationId="{D871C0DE-EFD9-CB2D-04F8-FAAE31FAFEBB}"/>
          </ac:spMkLst>
        </pc:spChg>
        <pc:cxnChg chg="add mod">
          <ac:chgData name="强 李" userId="cd6c7ec7188785ae" providerId="LiveId" clId="{5EF4142E-4844-4CF2-B9D3-B00A388B0DD4}" dt="2024-09-14T12:59:20.593" v="149" actId="208"/>
          <ac:cxnSpMkLst>
            <pc:docMk/>
            <pc:sldMk cId="530530540" sldId="553"/>
            <ac:cxnSpMk id="7" creationId="{A7BDF325-4788-387F-AF1B-880737B9E5A3}"/>
          </ac:cxnSpMkLst>
        </pc:cxnChg>
      </pc:sldChg>
      <pc:sldChg chg="modSp">
        <pc:chgData name="强 李" userId="cd6c7ec7188785ae" providerId="LiveId" clId="{5EF4142E-4844-4CF2-B9D3-B00A388B0DD4}" dt="2024-09-14T12:46:51.711" v="13"/>
        <pc:sldMkLst>
          <pc:docMk/>
          <pc:sldMk cId="3418790839" sldId="554"/>
        </pc:sldMkLst>
        <pc:graphicFrameChg chg="mod">
          <ac:chgData name="强 李" userId="cd6c7ec7188785ae" providerId="LiveId" clId="{5EF4142E-4844-4CF2-B9D3-B00A388B0DD4}" dt="2024-09-14T12:46:51.711" v="13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5EF4142E-4844-4CF2-B9D3-B00A388B0DD4}" dt="2024-09-14T12:07:08.693" v="3" actId="404"/>
        <pc:sldMkLst>
          <pc:docMk/>
          <pc:sldMk cId="1911491714" sldId="560"/>
        </pc:sldMkLst>
        <pc:spChg chg="mod">
          <ac:chgData name="强 李" userId="cd6c7ec7188785ae" providerId="LiveId" clId="{5EF4142E-4844-4CF2-B9D3-B00A388B0DD4}" dt="2024-09-14T12:07:08.693" v="3" actId="404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22:36.645" v="812" actId="2710"/>
        <pc:sldMkLst>
          <pc:docMk/>
          <pc:sldMk cId="159884778" sldId="574"/>
        </pc:sldMkLst>
        <pc:spChg chg="mod">
          <ac:chgData name="强 李" userId="cd6c7ec7188785ae" providerId="LiveId" clId="{5EF4142E-4844-4CF2-B9D3-B00A388B0DD4}" dt="2024-09-14T13:22:36.645" v="812" actId="2710"/>
          <ac:spMkLst>
            <pc:docMk/>
            <pc:sldMk cId="159884778" sldId="574"/>
            <ac:spMk id="2" creationId="{00000000-0000-0000-0000-000000000000}"/>
          </ac:spMkLst>
        </pc:spChg>
      </pc:sldChg>
      <pc:sldChg chg="addSp modSp mod">
        <pc:chgData name="强 李" userId="cd6c7ec7188785ae" providerId="LiveId" clId="{5EF4142E-4844-4CF2-B9D3-B00A388B0DD4}" dt="2024-09-14T13:17:02.786" v="741" actId="1036"/>
        <pc:sldMkLst>
          <pc:docMk/>
          <pc:sldMk cId="3921434846" sldId="587"/>
        </pc:sldMkLst>
        <pc:spChg chg="mod">
          <ac:chgData name="强 李" userId="cd6c7ec7188785ae" providerId="LiveId" clId="{5EF4142E-4844-4CF2-B9D3-B00A388B0DD4}" dt="2024-09-14T13:16:55.444" v="734" actId="403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5EF4142E-4844-4CF2-B9D3-B00A388B0DD4}" dt="2024-09-14T13:12:28.509" v="566" actId="14100"/>
          <ac:spMkLst>
            <pc:docMk/>
            <pc:sldMk cId="3921434846" sldId="587"/>
            <ac:spMk id="6" creationId="{443E6CD7-0548-F919-EBC8-5A5B1BB6327C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8" creationId="{16D8AC54-27F5-A2FE-FDAD-C66FFAE80155}"/>
          </ac:spMkLst>
        </pc:spChg>
        <pc:grpChg chg="add mod">
          <ac:chgData name="强 李" userId="cd6c7ec7188785ae" providerId="LiveId" clId="{5EF4142E-4844-4CF2-B9D3-B00A388B0DD4}" dt="2024-09-14T13:16:07.871" v="725" actId="14100"/>
          <ac:grpSpMkLst>
            <pc:docMk/>
            <pc:sldMk cId="3921434846" sldId="587"/>
            <ac:grpSpMk id="7" creationId="{01FDC4AC-DC19-8216-7F2D-118A5C6E3CD0}"/>
          </ac:grpSpMkLst>
        </pc:grpChg>
      </pc:sldChg>
      <pc:sldChg chg="modSp mod">
        <pc:chgData name="强 李" userId="cd6c7ec7188785ae" providerId="LiveId" clId="{5EF4142E-4844-4CF2-B9D3-B00A388B0DD4}" dt="2024-09-14T13:48:48.344" v="2019"/>
        <pc:sldMkLst>
          <pc:docMk/>
          <pc:sldMk cId="534191096" sldId="589"/>
        </pc:sldMkLst>
        <pc:spChg chg="mod">
          <ac:chgData name="强 李" userId="cd6c7ec7188785ae" providerId="LiveId" clId="{5EF4142E-4844-4CF2-B9D3-B00A388B0DD4}" dt="2024-09-14T13:48:48.344" v="2019"/>
          <ac:spMkLst>
            <pc:docMk/>
            <pc:sldMk cId="534191096" sldId="589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52:07.298" v="2029" actId="6549"/>
        <pc:sldMkLst>
          <pc:docMk/>
          <pc:sldMk cId="4207264488" sldId="590"/>
        </pc:sldMkLst>
        <pc:spChg chg="mod">
          <ac:chgData name="强 李" userId="cd6c7ec7188785ae" providerId="LiveId" clId="{5EF4142E-4844-4CF2-B9D3-B00A388B0DD4}" dt="2024-09-14T13:52:07.298" v="202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08:01.462" v="2035" actId="404"/>
        <pc:sldMkLst>
          <pc:docMk/>
          <pc:sldMk cId="3491062220" sldId="591"/>
        </pc:sldMkLst>
        <pc:spChg chg="mod">
          <ac:chgData name="强 李" userId="cd6c7ec7188785ae" providerId="LiveId" clId="{5EF4142E-4844-4CF2-B9D3-B00A388B0DD4}" dt="2024-09-14T14:08:01.462" v="2035" actId="404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11:29.010" v="2088" actId="108"/>
        <pc:sldMkLst>
          <pc:docMk/>
          <pc:sldMk cId="4046377894" sldId="592"/>
        </pc:sldMkLst>
        <pc:spChg chg="mod">
          <ac:chgData name="强 李" userId="cd6c7ec7188785ae" providerId="LiveId" clId="{5EF4142E-4844-4CF2-B9D3-B00A388B0DD4}" dt="2024-09-14T14:11:29.010" v="2088" actId="108"/>
          <ac:spMkLst>
            <pc:docMk/>
            <pc:sldMk cId="4046377894" sldId="592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39:18.199" v="1599" actId="403"/>
        <pc:sldMkLst>
          <pc:docMk/>
          <pc:sldMk cId="3468762565" sldId="593"/>
        </pc:sldMkLst>
        <pc:spChg chg="mod">
          <ac:chgData name="强 李" userId="cd6c7ec7188785ae" providerId="LiveId" clId="{5EF4142E-4844-4CF2-B9D3-B00A388B0DD4}" dt="2024-09-14T13:39:18.199" v="1599" actId="403"/>
          <ac:spMkLst>
            <pc:docMk/>
            <pc:sldMk cId="3468762565" sldId="593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18:04.631" v="762" actId="20577"/>
        <pc:sldMkLst>
          <pc:docMk/>
          <pc:sldMk cId="340286292" sldId="594"/>
        </pc:sldMkLst>
        <pc:spChg chg="mod">
          <ac:chgData name="强 李" userId="cd6c7ec7188785ae" providerId="LiveId" clId="{5EF4142E-4844-4CF2-B9D3-B00A388B0DD4}" dt="2024-09-14T13:18:04.631" v="762" actId="20577"/>
          <ac:spMkLst>
            <pc:docMk/>
            <pc:sldMk cId="340286292" sldId="594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2:51:23.089" v="61" actId="1036"/>
        <pc:sldMkLst>
          <pc:docMk/>
          <pc:sldMk cId="3965997736" sldId="598"/>
        </pc:sldMkLst>
        <pc:spChg chg="mod">
          <ac:chgData name="强 李" userId="cd6c7ec7188785ae" providerId="LiveId" clId="{5EF4142E-4844-4CF2-B9D3-B00A388B0DD4}" dt="2024-09-14T12:51:01.614" v="48"/>
          <ac:spMkLst>
            <pc:docMk/>
            <pc:sldMk cId="3965997736" sldId="598"/>
            <ac:spMk id="2" creationId="{00000000-0000-0000-0000-000000000000}"/>
          </ac:spMkLst>
        </pc:s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4" creationId="{67CFBFED-23BA-58E2-0492-595457A1DA5E}"/>
          </ac:grpSpMkLst>
        </pc:gr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6" creationId="{56CD5BD2-A0CC-7D0E-3BD1-0613845A3BF3}"/>
          </ac:grpSpMkLst>
        </pc:gr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7" creationId="{4910B73A-3062-7867-777F-E107D91F1F13}"/>
          </ac:grpSpMkLst>
        </pc:grpChg>
      </pc:sldChg>
      <pc:sldChg chg="modSp mod">
        <pc:chgData name="强 李" userId="cd6c7ec7188785ae" providerId="LiveId" clId="{5EF4142E-4844-4CF2-B9D3-B00A388B0DD4}" dt="2024-09-14T13:29:35.058" v="1303"/>
        <pc:sldMkLst>
          <pc:docMk/>
          <pc:sldMk cId="4003489816" sldId="599"/>
        </pc:sldMkLst>
        <pc:spChg chg="mod">
          <ac:chgData name="强 李" userId="cd6c7ec7188785ae" providerId="LiveId" clId="{5EF4142E-4844-4CF2-B9D3-B00A388B0DD4}" dt="2024-09-14T13:29:35.058" v="1303"/>
          <ac:spMkLst>
            <pc:docMk/>
            <pc:sldMk cId="4003489816" sldId="599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12:58.930" v="2186"/>
        <pc:sldMkLst>
          <pc:docMk/>
          <pc:sldMk cId="125507599" sldId="601"/>
        </pc:sldMkLst>
        <pc:spChg chg="mod">
          <ac:chgData name="强 李" userId="cd6c7ec7188785ae" providerId="LiveId" clId="{5EF4142E-4844-4CF2-B9D3-B00A388B0DD4}" dt="2024-09-14T14:12:58.930" v="2186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4:11:42.436" v="2102" actId="1038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E9C22DA-EF9C-4BF7-B19E-50E28DCB6DF5}"/>
    <pc:docChg chg="undo custSel addSld delSld modSld sldOrd">
      <pc:chgData name="强 李" userId="cd6c7ec7188785ae" providerId="LiveId" clId="{DE9C22DA-EF9C-4BF7-B19E-50E28DCB6DF5}" dt="2024-09-21T23:32:27.763" v="2412"/>
      <pc:docMkLst>
        <pc:docMk/>
      </pc:docMkLst>
      <pc:sldChg chg="modSp mod">
        <pc:chgData name="强 李" userId="cd6c7ec7188785ae" providerId="LiveId" clId="{DE9C22DA-EF9C-4BF7-B19E-50E28DCB6DF5}" dt="2024-09-21T14:13:31.891" v="93" actId="207"/>
        <pc:sldMkLst>
          <pc:docMk/>
          <pc:sldMk cId="0" sldId="425"/>
        </pc:sldMkLst>
        <pc:spChg chg="mod">
          <ac:chgData name="强 李" userId="cd6c7ec7188785ae" providerId="LiveId" clId="{DE9C22DA-EF9C-4BF7-B19E-50E28DCB6DF5}" dt="2024-09-21T14:13:31.891" v="93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DE9C22DA-EF9C-4BF7-B19E-50E28DCB6DF5}" dt="2024-09-21T14:12:32.126" v="85" actId="6549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DE9C22DA-EF9C-4BF7-B19E-50E28DCB6DF5}" dt="2024-09-21T22:23:41.222" v="2355" actId="208"/>
        <pc:sldMkLst>
          <pc:docMk/>
          <pc:sldMk cId="54695671" sldId="531"/>
        </pc:sldMkLst>
        <pc:spChg chg="mod">
          <ac:chgData name="强 李" userId="cd6c7ec7188785ae" providerId="LiveId" clId="{DE9C22DA-EF9C-4BF7-B19E-50E28DCB6DF5}" dt="2024-09-21T14:21:55.694" v="359"/>
          <ac:spMkLst>
            <pc:docMk/>
            <pc:sldMk cId="54695671" sldId="531"/>
            <ac:spMk id="2" creationId="{00000000-0000-0000-0000-000000000000}"/>
          </ac:spMkLst>
        </pc:spChg>
        <pc:spChg chg="del mod topLvl">
          <ac:chgData name="强 李" userId="cd6c7ec7188785ae" providerId="LiveId" clId="{DE9C22DA-EF9C-4BF7-B19E-50E28DCB6DF5}" dt="2024-09-21T14:22:12.141" v="363" actId="478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DE9C22DA-EF9C-4BF7-B19E-50E28DCB6DF5}" dt="2024-09-21T14:21:12.394" v="347"/>
          <ac:spMkLst>
            <pc:docMk/>
            <pc:sldMk cId="54695671" sldId="531"/>
            <ac:spMk id="4" creationId="{813ADE0C-0A95-8BE0-FCB2-CDA44CEA64A3}"/>
          </ac:spMkLst>
        </pc:spChg>
        <pc:spChg chg="mod topLvl">
          <ac:chgData name="强 李" userId="cd6c7ec7188785ae" providerId="LiveId" clId="{DE9C22DA-EF9C-4BF7-B19E-50E28DCB6DF5}" dt="2024-09-21T14:23:00.711" v="373" actId="1076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DE9C22DA-EF9C-4BF7-B19E-50E28DCB6DF5}" dt="2024-09-21T14:24:40.969" v="415" actId="1076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DE9C22DA-EF9C-4BF7-B19E-50E28DCB6DF5}" dt="2024-09-21T14:22:07.040" v="362" actId="1076"/>
          <ac:spMkLst>
            <pc:docMk/>
            <pc:sldMk cId="54695671" sldId="531"/>
            <ac:spMk id="7" creationId="{F80DDDB8-F32B-B7A7-73DA-9790F3B5DCB3}"/>
          </ac:spMkLst>
        </pc:spChg>
        <pc:spChg chg="add mod">
          <ac:chgData name="强 李" userId="cd6c7ec7188785ae" providerId="LiveId" clId="{DE9C22DA-EF9C-4BF7-B19E-50E28DCB6DF5}" dt="2024-09-21T14:23:05.793" v="374" actId="1076"/>
          <ac:spMkLst>
            <pc:docMk/>
            <pc:sldMk cId="54695671" sldId="531"/>
            <ac:spMk id="8" creationId="{80AFC5C0-E649-FDDA-99E5-171FAB08CA0F}"/>
          </ac:spMkLst>
        </pc:spChg>
        <pc:spChg chg="add del">
          <ac:chgData name="强 李" userId="cd6c7ec7188785ae" providerId="LiveId" clId="{DE9C22DA-EF9C-4BF7-B19E-50E28DCB6DF5}" dt="2024-09-21T14:23:23.264" v="376" actId="478"/>
          <ac:spMkLst>
            <pc:docMk/>
            <pc:sldMk cId="54695671" sldId="531"/>
            <ac:spMk id="11" creationId="{E13BCA71-D93E-3441-CDCE-DCCDFF38783D}"/>
          </ac:spMkLst>
        </pc:spChg>
        <pc:spChg chg="add mod ord">
          <ac:chgData name="强 李" userId="cd6c7ec7188785ae" providerId="LiveId" clId="{DE9C22DA-EF9C-4BF7-B19E-50E28DCB6DF5}" dt="2024-09-21T14:23:46.984" v="385" actId="171"/>
          <ac:spMkLst>
            <pc:docMk/>
            <pc:sldMk cId="54695671" sldId="531"/>
            <ac:spMk id="12" creationId="{D9CC1E38-202F-40CF-CD43-27927F4D1FA5}"/>
          </ac:spMkLst>
        </pc:spChg>
        <pc:spChg chg="add mod">
          <ac:chgData name="强 李" userId="cd6c7ec7188785ae" providerId="LiveId" clId="{DE9C22DA-EF9C-4BF7-B19E-50E28DCB6DF5}" dt="2024-09-21T22:23:41.222" v="2355" actId="208"/>
          <ac:spMkLst>
            <pc:docMk/>
            <pc:sldMk cId="54695671" sldId="531"/>
            <ac:spMk id="13" creationId="{C20498D4-7AA0-18E1-5D4B-FAE5F48E8AC2}"/>
          </ac:spMkLst>
        </pc:spChg>
        <pc:grpChg chg="mod">
          <ac:chgData name="强 李" userId="cd6c7ec7188785ae" providerId="LiveId" clId="{DE9C22DA-EF9C-4BF7-B19E-50E28DCB6DF5}" dt="2024-09-21T14:22:55.319" v="372" actId="1076"/>
          <ac:grpSpMkLst>
            <pc:docMk/>
            <pc:sldMk cId="54695671" sldId="531"/>
            <ac:grpSpMk id="9" creationId="{87176265-B58D-673F-0145-44DE61D798A1}"/>
          </ac:grpSpMkLst>
        </pc:grpChg>
        <pc:grpChg chg="del">
          <ac:chgData name="强 李" userId="cd6c7ec7188785ae" providerId="LiveId" clId="{DE9C22DA-EF9C-4BF7-B19E-50E28DCB6DF5}" dt="2024-09-21T14:22:12.141" v="363" actId="478"/>
          <ac:grpSpMkLst>
            <pc:docMk/>
            <pc:sldMk cId="54695671" sldId="531"/>
            <ac:grpSpMk id="10" creationId="{52691254-7C12-A9B7-2F38-228171FD86FE}"/>
          </ac:grpSpMkLst>
        </pc:grpChg>
      </pc:sldChg>
      <pc:sldChg chg="modSp mod">
        <pc:chgData name="强 李" userId="cd6c7ec7188785ae" providerId="LiveId" clId="{DE9C22DA-EF9C-4BF7-B19E-50E28DCB6DF5}" dt="2024-09-21T15:35:06.152" v="2254" actId="14100"/>
        <pc:sldMkLst>
          <pc:docMk/>
          <pc:sldMk cId="419382719" sldId="552"/>
        </pc:sldMkLst>
        <pc:spChg chg="mod">
          <ac:chgData name="强 李" userId="cd6c7ec7188785ae" providerId="LiveId" clId="{DE9C22DA-EF9C-4BF7-B19E-50E28DCB6DF5}" dt="2024-09-21T15:34:41.066" v="2247" actId="14100"/>
          <ac:spMkLst>
            <pc:docMk/>
            <pc:sldMk cId="419382719" sldId="552"/>
            <ac:spMk id="18" creationId="{00000000-0000-0000-0000-000000000000}"/>
          </ac:spMkLst>
        </pc:spChg>
        <pc:graphicFrameChg chg="mod modGraphic">
          <ac:chgData name="强 李" userId="cd6c7ec7188785ae" providerId="LiveId" clId="{DE9C22DA-EF9C-4BF7-B19E-50E28DCB6DF5}" dt="2024-09-21T15:35:06.152" v="2254" actId="14100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delSp modSp del mod">
        <pc:chgData name="强 李" userId="cd6c7ec7188785ae" providerId="LiveId" clId="{DE9C22DA-EF9C-4BF7-B19E-50E28DCB6DF5}" dt="2024-09-21T14:25:44.378" v="434" actId="47"/>
        <pc:sldMkLst>
          <pc:docMk/>
          <pc:sldMk cId="530530540" sldId="553"/>
        </pc:sldMkLst>
        <pc:spChg chg="del">
          <ac:chgData name="强 李" userId="cd6c7ec7188785ae" providerId="LiveId" clId="{DE9C22DA-EF9C-4BF7-B19E-50E28DCB6DF5}" dt="2024-09-21T14:25:13.544" v="418" actId="478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4:25:04.509" v="416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DE9C22DA-EF9C-4BF7-B19E-50E28DCB6DF5}" dt="2024-09-21T14:25:09.499" v="417" actId="478"/>
          <ac:graphicFrameMkLst>
            <pc:docMk/>
            <pc:sldMk cId="530530540" sldId="553"/>
            <ac:graphicFrameMk id="3" creationId="{92FE9AF6-DC4E-CA6E-D418-D12FF887DACD}"/>
          </ac:graphicFrameMkLst>
        </pc:graphicFrameChg>
      </pc:sldChg>
      <pc:sldChg chg="modSp mod modNotesTx">
        <pc:chgData name="强 李" userId="cd6c7ec7188785ae" providerId="LiveId" clId="{DE9C22DA-EF9C-4BF7-B19E-50E28DCB6DF5}" dt="2024-09-21T22:23:08.722" v="2353" actId="20577"/>
        <pc:sldMkLst>
          <pc:docMk/>
          <pc:sldMk cId="3418790839" sldId="554"/>
        </pc:sldMkLst>
        <pc:spChg chg="mod">
          <ac:chgData name="强 李" userId="cd6c7ec7188785ae" providerId="LiveId" clId="{DE9C22DA-EF9C-4BF7-B19E-50E28DCB6DF5}" dt="2024-09-21T14:11:56.222" v="82" actId="14100"/>
          <ac:spMkLst>
            <pc:docMk/>
            <pc:sldMk cId="3418790839" sldId="554"/>
            <ac:spMk id="18" creationId="{00000000-0000-0000-0000-000000000000}"/>
          </ac:spMkLst>
        </pc:spChg>
        <pc:graphicFrameChg chg="mod">
          <ac:chgData name="强 李" userId="cd6c7ec7188785ae" providerId="LiveId" clId="{DE9C22DA-EF9C-4BF7-B19E-50E28DCB6DF5}" dt="2024-09-21T14:30:49.775" v="496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DE9C22DA-EF9C-4BF7-B19E-50E28DCB6DF5}" dt="2024-09-21T14:11:14.495" v="34"/>
        <pc:sldMkLst>
          <pc:docMk/>
          <pc:sldMk cId="1911491714" sldId="560"/>
        </pc:sldMkLst>
        <pc:spChg chg="mod">
          <ac:chgData name="强 李" userId="cd6c7ec7188785ae" providerId="LiveId" clId="{DE9C22DA-EF9C-4BF7-B19E-50E28DCB6DF5}" dt="2024-09-21T14:10:17.096" v="2" actId="1076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E9C22DA-EF9C-4BF7-B19E-50E28DCB6DF5}" dt="2024-09-21T14:11:14.495" v="34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159884778" sldId="574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921434846" sldId="587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2648053192" sldId="588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534191096" sldId="589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207264488" sldId="590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91062220" sldId="591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46377894" sldId="592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68762565" sldId="593"/>
        </pc:sldMkLst>
      </pc:sldChg>
      <pc:sldChg chg="modSp mod ord">
        <pc:chgData name="强 李" userId="cd6c7ec7188785ae" providerId="LiveId" clId="{DE9C22DA-EF9C-4BF7-B19E-50E28DCB6DF5}" dt="2024-09-21T14:45:19.286" v="671" actId="20577"/>
        <pc:sldMkLst>
          <pc:docMk/>
          <pc:sldMk cId="340286292" sldId="594"/>
        </pc:sldMkLst>
        <pc:spChg chg="mod">
          <ac:chgData name="强 李" userId="cd6c7ec7188785ae" providerId="LiveId" clId="{DE9C22DA-EF9C-4BF7-B19E-50E28DCB6DF5}" dt="2024-09-21T14:45:19.286" v="671" actId="20577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4:25:31.804" v="431" actId="1037"/>
          <ac:spMkLst>
            <pc:docMk/>
            <pc:sldMk cId="340286292" sldId="594"/>
            <ac:spMk id="18" creationId="{00000000-0000-0000-0000-000000000000}"/>
          </ac:spMkLst>
        </pc:spChg>
      </pc:sldChg>
      <pc:sldChg chg="delSp modSp mod">
        <pc:chgData name="强 李" userId="cd6c7ec7188785ae" providerId="LiveId" clId="{DE9C22DA-EF9C-4BF7-B19E-50E28DCB6DF5}" dt="2024-09-21T23:31:21.939" v="2398" actId="207"/>
        <pc:sldMkLst>
          <pc:docMk/>
          <pc:sldMk cId="3965997736" sldId="598"/>
        </pc:sldMkLst>
        <pc:spChg chg="mod">
          <ac:chgData name="强 李" userId="cd6c7ec7188785ae" providerId="LiveId" clId="{DE9C22DA-EF9C-4BF7-B19E-50E28DCB6DF5}" dt="2024-09-21T14:20:38.902" v="337" actId="1076"/>
          <ac:spMkLst>
            <pc:docMk/>
            <pc:sldMk cId="3965997736" sldId="598"/>
            <ac:spMk id="2" creationId="{00000000-0000-0000-0000-000000000000}"/>
          </ac:spMkLst>
        </pc:spChg>
        <pc:spChg chg="del topLvl">
          <ac:chgData name="强 李" userId="cd6c7ec7188785ae" providerId="LiveId" clId="{DE9C22DA-EF9C-4BF7-B19E-50E28DCB6DF5}" dt="2024-09-21T14:19:02.882" v="279" actId="478"/>
          <ac:spMkLst>
            <pc:docMk/>
            <pc:sldMk cId="3965997736" sldId="598"/>
            <ac:spMk id="8" creationId="{18B966AB-7D3A-E7C3-B2B0-BBE50B313EC6}"/>
          </ac:spMkLst>
        </pc:spChg>
        <pc:spChg chg="del topLvl">
          <ac:chgData name="强 李" userId="cd6c7ec7188785ae" providerId="LiveId" clId="{DE9C22DA-EF9C-4BF7-B19E-50E28DCB6DF5}" dt="2024-09-21T14:19:00.425" v="278" actId="478"/>
          <ac:spMkLst>
            <pc:docMk/>
            <pc:sldMk cId="3965997736" sldId="598"/>
            <ac:spMk id="9" creationId="{1F5B6856-AF8A-4085-2AF6-D259C7449B9E}"/>
          </ac:spMkLst>
        </pc:spChg>
        <pc:spChg chg="mod">
          <ac:chgData name="强 李" userId="cd6c7ec7188785ae" providerId="LiveId" clId="{DE9C22DA-EF9C-4BF7-B19E-50E28DCB6DF5}" dt="2024-09-21T14:18:57.060" v="277"/>
          <ac:spMkLst>
            <pc:docMk/>
            <pc:sldMk cId="3965997736" sldId="598"/>
            <ac:spMk id="11" creationId="{3CAB36DD-1A23-5A1B-C9B0-3F43FAF7A79F}"/>
          </ac:spMkLst>
        </pc:spChg>
        <pc:spChg chg="mod">
          <ac:chgData name="强 李" userId="cd6c7ec7188785ae" providerId="LiveId" clId="{DE9C22DA-EF9C-4BF7-B19E-50E28DCB6DF5}" dt="2024-09-21T14:19:17.030" v="281" actId="14100"/>
          <ac:spMkLst>
            <pc:docMk/>
            <pc:sldMk cId="3965997736" sldId="598"/>
            <ac:spMk id="13" creationId="{7DAB6BBF-A107-5EDA-C988-F2FCC0FA4ADA}"/>
          </ac:spMkLst>
        </pc:spChg>
        <pc:spChg chg="mod">
          <ac:chgData name="强 李" userId="cd6c7ec7188785ae" providerId="LiveId" clId="{DE9C22DA-EF9C-4BF7-B19E-50E28DCB6DF5}" dt="2024-09-21T23:31:21.939" v="2398" actId="207"/>
          <ac:spMkLst>
            <pc:docMk/>
            <pc:sldMk cId="3965997736" sldId="598"/>
            <ac:spMk id="16" creationId="{7DE16206-6F61-BEC3-0DA4-3625D631A8E6}"/>
          </ac:spMkLst>
        </pc:spChg>
        <pc:grpChg chg="mod">
          <ac:chgData name="强 李" userId="cd6c7ec7188785ae" providerId="LiveId" clId="{DE9C22DA-EF9C-4BF7-B19E-50E28DCB6DF5}" dt="2024-09-21T14:19:08.566" v="280" actId="14100"/>
          <ac:grpSpMkLst>
            <pc:docMk/>
            <pc:sldMk cId="3965997736" sldId="598"/>
            <ac:grpSpMk id="6" creationId="{56CD5BD2-A0CC-7D0E-3BD1-0613845A3BF3}"/>
          </ac:grpSpMkLst>
        </pc:grpChg>
        <pc:grpChg chg="del">
          <ac:chgData name="强 李" userId="cd6c7ec7188785ae" providerId="LiveId" clId="{DE9C22DA-EF9C-4BF7-B19E-50E28DCB6DF5}" dt="2024-09-21T14:19:00.425" v="278" actId="478"/>
          <ac:grpSpMkLst>
            <pc:docMk/>
            <pc:sldMk cId="3965997736" sldId="598"/>
            <ac:grpSpMk id="7" creationId="{4910B73A-3062-7867-777F-E107D91F1F13}"/>
          </ac:grpSpMkLst>
        </pc:grpChg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03489816" sldId="599"/>
        </pc:sldMkLst>
      </pc:sldChg>
      <pc:sldChg chg="modSp add mod">
        <pc:chgData name="强 李" userId="cd6c7ec7188785ae" providerId="LiveId" clId="{DE9C22DA-EF9C-4BF7-B19E-50E28DCB6DF5}" dt="2024-09-21T15:20:49.819" v="1894"/>
        <pc:sldMkLst>
          <pc:docMk/>
          <pc:sldMk cId="4081840699" sldId="599"/>
        </pc:sldMkLst>
        <pc:spChg chg="mod">
          <ac:chgData name="强 李" userId="cd6c7ec7188785ae" providerId="LiveId" clId="{DE9C22DA-EF9C-4BF7-B19E-50E28DCB6DF5}" dt="2024-09-21T15:20:49.819" v="1894"/>
          <ac:spMkLst>
            <pc:docMk/>
            <pc:sldMk cId="4081840699" sldId="599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4:29:21.209" v="485" actId="14100"/>
          <ac:spMkLst>
            <pc:docMk/>
            <pc:sldMk cId="4081840699" sldId="599"/>
            <ac:spMk id="18" creationId="{00000000-0000-0000-0000-000000000000}"/>
          </ac:spMkLst>
        </pc:spChg>
      </pc:sldChg>
      <pc:sldChg chg="add del">
        <pc:chgData name="强 李" userId="cd6c7ec7188785ae" providerId="LiveId" clId="{DE9C22DA-EF9C-4BF7-B19E-50E28DCB6DF5}" dt="2024-09-21T14:45:37.905" v="672" actId="47"/>
        <pc:sldMkLst>
          <pc:docMk/>
          <pc:sldMk cId="1283817498" sldId="600"/>
        </pc:sldMkLst>
      </pc:sldChg>
      <pc:sldChg chg="del">
        <pc:chgData name="强 李" userId="cd6c7ec7188785ae" providerId="LiveId" clId="{DE9C22DA-EF9C-4BF7-B19E-50E28DCB6DF5}" dt="2024-09-21T14:26:42.062" v="442" actId="47"/>
        <pc:sldMkLst>
          <pc:docMk/>
          <pc:sldMk cId="125507599" sldId="601"/>
        </pc:sldMkLst>
      </pc:sldChg>
      <pc:sldChg chg="modSp add mod">
        <pc:chgData name="强 李" userId="cd6c7ec7188785ae" providerId="LiveId" clId="{DE9C22DA-EF9C-4BF7-B19E-50E28DCB6DF5}" dt="2024-09-21T14:43:53.718" v="659" actId="20577"/>
        <pc:sldMkLst>
          <pc:docMk/>
          <pc:sldMk cId="2538305957" sldId="601"/>
        </pc:sldMkLst>
        <pc:spChg chg="mod">
          <ac:chgData name="强 李" userId="cd6c7ec7188785ae" providerId="LiveId" clId="{DE9C22DA-EF9C-4BF7-B19E-50E28DCB6DF5}" dt="2024-09-21T14:43:53.718" v="659" actId="20577"/>
          <ac:spMkLst>
            <pc:docMk/>
            <pc:sldMk cId="2538305957" sldId="601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4:44:59.038" v="668"/>
        <pc:sldMkLst>
          <pc:docMk/>
          <pc:sldMk cId="78345744" sldId="602"/>
        </pc:sldMkLst>
        <pc:spChg chg="mod">
          <ac:chgData name="强 李" userId="cd6c7ec7188785ae" providerId="LiveId" clId="{DE9C22DA-EF9C-4BF7-B19E-50E28DCB6DF5}" dt="2024-09-21T14:44:59.038" v="668"/>
          <ac:spMkLst>
            <pc:docMk/>
            <pc:sldMk cId="78345744" sldId="602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4:50:04.570" v="926" actId="6549"/>
        <pc:sldMkLst>
          <pc:docMk/>
          <pc:sldMk cId="1450588716" sldId="603"/>
        </pc:sldMkLst>
        <pc:spChg chg="mod">
          <ac:chgData name="强 李" userId="cd6c7ec7188785ae" providerId="LiveId" clId="{DE9C22DA-EF9C-4BF7-B19E-50E28DCB6DF5}" dt="2024-09-21T14:50:04.570" v="926" actId="6549"/>
          <ac:spMkLst>
            <pc:docMk/>
            <pc:sldMk cId="1450588716" sldId="603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5:08:24.172" v="1372"/>
        <pc:sldMkLst>
          <pc:docMk/>
          <pc:sldMk cId="359668770" sldId="604"/>
        </pc:sldMkLst>
        <pc:spChg chg="mod">
          <ac:chgData name="强 李" userId="cd6c7ec7188785ae" providerId="LiveId" clId="{DE9C22DA-EF9C-4BF7-B19E-50E28DCB6DF5}" dt="2024-09-21T15:08:24.172" v="1372"/>
          <ac:spMkLst>
            <pc:docMk/>
            <pc:sldMk cId="359668770" sldId="604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5:15:58.564" v="1675" actId="6549"/>
        <pc:sldMkLst>
          <pc:docMk/>
          <pc:sldMk cId="1727666922" sldId="605"/>
        </pc:sldMkLst>
        <pc:spChg chg="mod">
          <ac:chgData name="强 李" userId="cd6c7ec7188785ae" providerId="LiveId" clId="{DE9C22DA-EF9C-4BF7-B19E-50E28DCB6DF5}" dt="2024-09-21T15:15:58.564" v="1675" actId="6549"/>
          <ac:spMkLst>
            <pc:docMk/>
            <pc:sldMk cId="1727666922" sldId="605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22:26:01.900" v="2396" actId="15"/>
        <pc:sldMkLst>
          <pc:docMk/>
          <pc:sldMk cId="4035781716" sldId="606"/>
        </pc:sldMkLst>
        <pc:spChg chg="mod">
          <ac:chgData name="强 李" userId="cd6c7ec7188785ae" providerId="LiveId" clId="{DE9C22DA-EF9C-4BF7-B19E-50E28DCB6DF5}" dt="2024-09-21T22:26:01.900" v="2396" actId="15"/>
          <ac:spMkLst>
            <pc:docMk/>
            <pc:sldMk cId="4035781716" sldId="606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5:25:51.965" v="2019" actId="6549"/>
        <pc:sldMkLst>
          <pc:docMk/>
          <pc:sldMk cId="562774613" sldId="607"/>
        </pc:sldMkLst>
        <pc:spChg chg="mod">
          <ac:chgData name="强 李" userId="cd6c7ec7188785ae" providerId="LiveId" clId="{DE9C22DA-EF9C-4BF7-B19E-50E28DCB6DF5}" dt="2024-09-21T15:25:51.965" v="2019" actId="6549"/>
          <ac:spMkLst>
            <pc:docMk/>
            <pc:sldMk cId="562774613" sldId="607"/>
            <ac:spMk id="2" creationId="{00000000-0000-0000-0000-000000000000}"/>
          </ac:spMkLst>
        </pc:spChg>
      </pc:sldChg>
      <pc:sldChg chg="addSp delSp modSp add mod setBg modClrScheme chgLayout">
        <pc:chgData name="强 李" userId="cd6c7ec7188785ae" providerId="LiveId" clId="{DE9C22DA-EF9C-4BF7-B19E-50E28DCB6DF5}" dt="2024-09-21T23:32:27.763" v="2412"/>
        <pc:sldMkLst>
          <pc:docMk/>
          <pc:sldMk cId="1301125905" sldId="608"/>
        </pc:sldMkLst>
        <pc:spChg chg="mod">
          <ac:chgData name="强 李" userId="cd6c7ec7188785ae" providerId="LiveId" clId="{DE9C22DA-EF9C-4BF7-B19E-50E28DCB6DF5}" dt="2024-09-21T23:32:27.763" v="2412"/>
          <ac:spMkLst>
            <pc:docMk/>
            <pc:sldMk cId="1301125905" sldId="608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18" creationId="{00000000-0000-0000-0000-000000000000}"/>
          </ac:spMkLst>
        </pc:spChg>
        <pc:spChg chg="add del">
          <ac:chgData name="强 李" userId="cd6c7ec7188785ae" providerId="LiveId" clId="{DE9C22DA-EF9C-4BF7-B19E-50E28DCB6DF5}" dt="2024-09-21T15:32:19.472" v="2216" actId="26606"/>
          <ac:spMkLst>
            <pc:docMk/>
            <pc:sldMk cId="1301125905" sldId="608"/>
            <ac:spMk id="23" creationId="{777A147A-9ED8-46B4-8660-1B3C2AA880B5}"/>
          </ac:spMkLst>
        </pc:spChg>
        <pc:spChg chg="add del">
          <ac:chgData name="强 李" userId="cd6c7ec7188785ae" providerId="LiveId" clId="{DE9C22DA-EF9C-4BF7-B19E-50E28DCB6DF5}" dt="2024-09-21T15:32:19.472" v="2216" actId="26606"/>
          <ac:spMkLst>
            <pc:docMk/>
            <pc:sldMk cId="1301125905" sldId="608"/>
            <ac:spMk id="25" creationId="{5D6C15A0-C087-4593-8414-2B4EC1CDC3DE}"/>
          </ac:spMkLst>
        </pc:spChg>
        <pc:spChg chg="add del">
          <ac:chgData name="强 李" userId="cd6c7ec7188785ae" providerId="LiveId" clId="{DE9C22DA-EF9C-4BF7-B19E-50E28DCB6DF5}" dt="2024-09-21T15:32:20.534" v="2218" actId="26606"/>
          <ac:spMkLst>
            <pc:docMk/>
            <pc:sldMk cId="1301125905" sldId="608"/>
            <ac:spMk id="27" creationId="{081E4A58-353D-44AE-B2FC-2A74E2E400F7}"/>
          </ac:spMkLst>
        </pc:spChg>
        <pc:spChg chg="add del">
          <ac:chgData name="强 李" userId="cd6c7ec7188785ae" providerId="LiveId" clId="{DE9C22DA-EF9C-4BF7-B19E-50E28DCB6DF5}" dt="2024-09-21T15:32:20.534" v="2218" actId="26606"/>
          <ac:spMkLst>
            <pc:docMk/>
            <pc:sldMk cId="1301125905" sldId="608"/>
            <ac:spMk id="28" creationId="{1BB867FF-FC45-48F7-8104-F89BE54909F1}"/>
          </ac:spMkLst>
        </pc:spChg>
        <pc:spChg chg="add del">
          <ac:chgData name="强 李" userId="cd6c7ec7188785ae" providerId="LiveId" clId="{DE9C22DA-EF9C-4BF7-B19E-50E28DCB6DF5}" dt="2024-09-21T15:32:20.534" v="2218" actId="26606"/>
          <ac:spMkLst>
            <pc:docMk/>
            <pc:sldMk cId="1301125905" sldId="608"/>
            <ac:spMk id="29" creationId="{8BB56887-D0D5-4F0C-9E19-7247EB83C8B7}"/>
          </ac:spMkLst>
        </pc:spChg>
        <pc:spChg chg="add del">
          <ac:chgData name="强 李" userId="cd6c7ec7188785ae" providerId="LiveId" clId="{DE9C22DA-EF9C-4BF7-B19E-50E28DCB6DF5}" dt="2024-09-21T15:32:28.694" v="2220" actId="26606"/>
          <ac:spMkLst>
            <pc:docMk/>
            <pc:sldMk cId="1301125905" sldId="608"/>
            <ac:spMk id="31" creationId="{081EA652-8C6A-4E69-BEB9-170809474553}"/>
          </ac:spMkLst>
        </pc:spChg>
        <pc:spChg chg="add del">
          <ac:chgData name="强 李" userId="cd6c7ec7188785ae" providerId="LiveId" clId="{DE9C22DA-EF9C-4BF7-B19E-50E28DCB6DF5}" dt="2024-09-21T15:32:28.694" v="2220" actId="26606"/>
          <ac:spMkLst>
            <pc:docMk/>
            <pc:sldMk cId="1301125905" sldId="608"/>
            <ac:spMk id="32" creationId="{5298780A-33B9-4EA2-8F67-DE68AD62841B}"/>
          </ac:spMkLst>
        </pc:spChg>
        <pc:spChg chg="add del">
          <ac:chgData name="强 李" userId="cd6c7ec7188785ae" providerId="LiveId" clId="{DE9C22DA-EF9C-4BF7-B19E-50E28DCB6DF5}" dt="2024-09-21T15:32:28.694" v="2220" actId="26606"/>
          <ac:spMkLst>
            <pc:docMk/>
            <pc:sldMk cId="1301125905" sldId="608"/>
            <ac:spMk id="33" creationId="{7F488E8B-4E1E-4402-8935-D4E6C02615C7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5" creationId="{88853921-7BC9-4BDE-ACAB-133C683C82D6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6" creationId="{F837543A-6020-4505-A233-C9DB4BF74011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7" creationId="{09192968-3AE7-4470-A61C-97294BB92731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8" creationId="{35B16301-FB18-48BA-A6DD-C37CAF6F9A18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9" creationId="{3AB72E55-43E4-4356-BFE8-E2102CB0B505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40" creationId="{C3C0D90E-074A-4F52-9B11-B52BEF4BCBE5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41" creationId="{CABBD4C1-E6F8-46F6-8152-A8A97490BF4D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42" creationId="{83BA5EF5-1FE9-4BF9-83BB-269BCDDF6156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5" creationId="{09588DA8-065E-4F6F-8EFD-43104AB2E0CF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6" creationId="{C4285719-470E-454C-AF62-8323075F1F5B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7" creationId="{CD9FE4EF-C4D8-49A0-B2FF-81D8DB7D8A24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8" creationId="{4300840D-0A0B-4512-BACA-B439D5B9C57C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9" creationId="{D2B78728-A580-49A7-84F9-6EF6F583ADE0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50" creationId="{38FAA1A1-D861-433F-88FA-1E9D6FD31D11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51" creationId="{8D71EDA1-87BF-4D5D-AB79-F346FD19278A}"/>
          </ac:spMkLst>
        </pc:spChg>
        <pc:spChg chg="add del">
          <ac:chgData name="强 李" userId="cd6c7ec7188785ae" providerId="LiveId" clId="{DE9C22DA-EF9C-4BF7-B19E-50E28DCB6DF5}" dt="2024-09-21T15:32:31.584" v="2226" actId="26606"/>
          <ac:spMkLst>
            <pc:docMk/>
            <pc:sldMk cId="1301125905" sldId="608"/>
            <ac:spMk id="53" creationId="{907EF6B7-1338-4443-8C46-6A318D952DFD}"/>
          </ac:spMkLst>
        </pc:spChg>
        <pc:spChg chg="add del">
          <ac:chgData name="强 李" userId="cd6c7ec7188785ae" providerId="LiveId" clId="{DE9C22DA-EF9C-4BF7-B19E-50E28DCB6DF5}" dt="2024-09-21T15:32:31.584" v="2226" actId="26606"/>
          <ac:spMkLst>
            <pc:docMk/>
            <pc:sldMk cId="1301125905" sldId="608"/>
            <ac:spMk id="54" creationId="{DAAE4CDD-124C-4DCF-9584-B6033B545DD5}"/>
          </ac:spMkLst>
        </pc:spChg>
        <pc:spChg chg="add del">
          <ac:chgData name="强 李" userId="cd6c7ec7188785ae" providerId="LiveId" clId="{DE9C22DA-EF9C-4BF7-B19E-50E28DCB6DF5}" dt="2024-09-21T15:32:31.584" v="2226" actId="26606"/>
          <ac:spMkLst>
            <pc:docMk/>
            <pc:sldMk cId="1301125905" sldId="608"/>
            <ac:spMk id="55" creationId="{081E4A58-353D-44AE-B2FC-2A74E2E400F7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57" creationId="{F837543A-6020-4505-A233-C9DB4BF74011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58" creationId="{35B16301-FB18-48BA-A6DD-C37CAF6F9A18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59" creationId="{C3C0D90E-074A-4F52-9B11-B52BEF4BCBE5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0" creationId="{CABBD4C1-E6F8-46F6-8152-A8A97490BF4D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1" creationId="{83BA5EF5-1FE9-4BF9-83BB-269BCDDF6156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3" creationId="{88853921-7BC9-4BDE-ACAB-133C683C82D6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4" creationId="{09192968-3AE7-4470-A61C-97294BB92731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5" creationId="{3AB72E55-43E4-4356-BFE8-E2102CB0B505}"/>
          </ac:spMkLst>
        </pc:spChg>
        <pc:spChg chg="add del">
          <ac:chgData name="强 李" userId="cd6c7ec7188785ae" providerId="LiveId" clId="{DE9C22DA-EF9C-4BF7-B19E-50E28DCB6DF5}" dt="2024-09-21T15:32:33.665" v="2230" actId="26606"/>
          <ac:spMkLst>
            <pc:docMk/>
            <pc:sldMk cId="1301125905" sldId="608"/>
            <ac:spMk id="67" creationId="{18873D23-2DCF-4B31-A009-95721C06E8E1}"/>
          </ac:spMkLst>
        </pc:spChg>
        <pc:spChg chg="add del">
          <ac:chgData name="强 李" userId="cd6c7ec7188785ae" providerId="LiveId" clId="{DE9C22DA-EF9C-4BF7-B19E-50E28DCB6DF5}" dt="2024-09-21T15:32:33.665" v="2230" actId="26606"/>
          <ac:spMkLst>
            <pc:docMk/>
            <pc:sldMk cId="1301125905" sldId="608"/>
            <ac:spMk id="68" creationId="{C13EF075-D4EF-4929-ADBC-91B27DA19955}"/>
          </ac:spMkLst>
        </pc:spChg>
        <pc:spChg chg="ad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74" creationId="{081EA652-8C6A-4E69-BEB9-170809474553}"/>
          </ac:spMkLst>
        </pc:spChg>
        <pc:spChg chg="ad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75" creationId="{5298780A-33B9-4EA2-8F67-DE68AD62841B}"/>
          </ac:spMkLst>
        </pc:spChg>
        <pc:spChg chg="ad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76" creationId="{7F488E8B-4E1E-4402-8935-D4E6C02615C7}"/>
          </ac:spMkLst>
        </pc:spChg>
        <pc:grpChg chg="add del">
          <ac:chgData name="强 李" userId="cd6c7ec7188785ae" providerId="LiveId" clId="{DE9C22DA-EF9C-4BF7-B19E-50E28DCB6DF5}" dt="2024-09-21T15:32:33.665" v="2230" actId="26606"/>
          <ac:grpSpMkLst>
            <pc:docMk/>
            <pc:sldMk cId="1301125905" sldId="608"/>
            <ac:grpSpMk id="69" creationId="{DAA26DFA-AAB2-4973-9C17-16D587C7B198}"/>
          </ac:grpSpMkLst>
        </pc:grpChg>
        <pc:cxnChg chg="add del">
          <ac:chgData name="强 李" userId="cd6c7ec7188785ae" providerId="LiveId" clId="{DE9C22DA-EF9C-4BF7-B19E-50E28DCB6DF5}" dt="2024-09-21T15:32:28.694" v="2220" actId="26606"/>
          <ac:cxnSpMkLst>
            <pc:docMk/>
            <pc:sldMk cId="1301125905" sldId="608"/>
            <ac:cxnSpMk id="34" creationId="{23AAC9B5-8015-485C-ACF9-A750390E9A56}"/>
          </ac:cxnSpMkLst>
        </pc:cxnChg>
        <pc:cxnChg chg="add del">
          <ac:chgData name="强 李" userId="cd6c7ec7188785ae" providerId="LiveId" clId="{DE9C22DA-EF9C-4BF7-B19E-50E28DCB6DF5}" dt="2024-09-21T15:32:30.200" v="2222" actId="26606"/>
          <ac:cxnSpMkLst>
            <pc:docMk/>
            <pc:sldMk cId="1301125905" sldId="608"/>
            <ac:cxnSpMk id="43" creationId="{4B3BCACB-5880-460B-9606-8C433A9AF99D}"/>
          </ac:cxnSpMkLst>
        </pc:cxnChg>
        <pc:cxnChg chg="add del">
          <ac:chgData name="强 李" userId="cd6c7ec7188785ae" providerId="LiveId" clId="{DE9C22DA-EF9C-4BF7-B19E-50E28DCB6DF5}" dt="2024-09-21T15:32:31.985" v="2228" actId="26606"/>
          <ac:cxnSpMkLst>
            <pc:docMk/>
            <pc:sldMk cId="1301125905" sldId="608"/>
            <ac:cxnSpMk id="62" creationId="{4B3BCACB-5880-460B-9606-8C433A9AF99D}"/>
          </ac:cxnSpMkLst>
        </pc:cxnChg>
        <pc:cxnChg chg="add">
          <ac:chgData name="强 李" userId="cd6c7ec7188785ae" providerId="LiveId" clId="{DE9C22DA-EF9C-4BF7-B19E-50E28DCB6DF5}" dt="2024-09-21T15:32:33.672" v="2231" actId="26606"/>
          <ac:cxnSpMkLst>
            <pc:docMk/>
            <pc:sldMk cId="1301125905" sldId="608"/>
            <ac:cxnSpMk id="77" creationId="{23AAC9B5-8015-485C-ACF9-A750390E9A56}"/>
          </ac:cxnSpMkLst>
        </pc:cxn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  <pc:spChg chg="mod">
          <ac:chgData name="强 李" userId="cd6c7ec7188785ae" providerId="LiveId" clId="{C0D944F3-8C60-42D3-8287-9054FF582414}" dt="2024-06-29T22:22:39.800" v="214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  <pc:spChg chg="mod">
          <ac:chgData name="强 李" userId="cd6c7ec7188785ae" providerId="LiveId" clId="{C0D944F3-8C60-42D3-8287-9054FF582414}" dt="2024-06-29T22:14:33.277" v="111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  <pc:spChg chg="mod">
          <ac:chgData name="强 李" userId="cd6c7ec7188785ae" providerId="LiveId" clId="{C0D944F3-8C60-42D3-8287-9054FF582414}" dt="2024-06-29T22:15:20.741" v="12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  <pc:picChg chg="mod">
          <ac:chgData name="强 李" userId="cd6c7ec7188785ae" providerId="LiveId" clId="{C0D944F3-8C60-42D3-8287-9054FF582414}" dt="2024-06-29T22:23:03.727" v="215" actId="1076"/>
          <ac:picMkLst>
            <pc:docMk/>
            <pc:sldMk cId="1164883511" sldId="596"/>
            <ac:picMk id="5" creationId="{2ADD046A-1E76-1E25-D210-434E5BDA978C}"/>
          </ac:picMkLst>
        </pc:pic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</pc:docChg>
  </pc:docChgLst>
  <pc:docChgLst>
    <pc:chgData name="强 李" userId="cd6c7ec7188785ae" providerId="LiveId" clId="{4AB20E6F-2848-4974-B951-18355A4600C1}"/>
    <pc:docChg chg="undo custSel addSld delSld modSld sldOrd">
      <pc:chgData name="强 李" userId="cd6c7ec7188785ae" providerId="LiveId" clId="{4AB20E6F-2848-4974-B951-18355A4600C1}" dt="2024-10-13T00:11:02.643" v="1067"/>
      <pc:docMkLst>
        <pc:docMk/>
      </pc:docMkLst>
      <pc:sldChg chg="modSp mod">
        <pc:chgData name="强 李" userId="cd6c7ec7188785ae" providerId="LiveId" clId="{4AB20E6F-2848-4974-B951-18355A4600C1}" dt="2024-10-12T23:16:12.503" v="126" actId="403"/>
        <pc:sldMkLst>
          <pc:docMk/>
          <pc:sldMk cId="0" sldId="425"/>
        </pc:sldMkLst>
        <pc:spChg chg="mod">
          <ac:chgData name="强 李" userId="cd6c7ec7188785ae" providerId="LiveId" clId="{4AB20E6F-2848-4974-B951-18355A4600C1}" dt="2024-10-12T23:16:12.503" v="126" actId="403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4AB20E6F-2848-4974-B951-18355A4600C1}" dt="2024-10-12T23:13:25.158" v="111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AB20E6F-2848-4974-B951-18355A4600C1}" dt="2024-10-12T23:38:01.854" v="259" actId="6549"/>
        <pc:sldMkLst>
          <pc:docMk/>
          <pc:sldMk cId="54695671" sldId="531"/>
        </pc:sldMkLst>
        <pc:spChg chg="del">
          <ac:chgData name="强 李" userId="cd6c7ec7188785ae" providerId="LiveId" clId="{4AB20E6F-2848-4974-B951-18355A4600C1}" dt="2024-10-12T23:36:25.030" v="233" actId="478"/>
          <ac:spMkLst>
            <pc:docMk/>
            <pc:sldMk cId="54695671" sldId="531"/>
            <ac:spMk id="4" creationId="{813ADE0C-0A95-8BE0-FCB2-CDA44CEA64A3}"/>
          </ac:spMkLst>
        </pc:spChg>
        <pc:spChg chg="del">
          <ac:chgData name="强 李" userId="cd6c7ec7188785ae" providerId="LiveId" clId="{4AB20E6F-2848-4974-B951-18355A4600C1}" dt="2024-10-12T23:36:22.596" v="232" actId="478"/>
          <ac:spMkLst>
            <pc:docMk/>
            <pc:sldMk cId="54695671" sldId="531"/>
            <ac:spMk id="5" creationId="{6D756E38-44BB-893E-10F4-24648C1F9451}"/>
          </ac:spMkLst>
        </pc:spChg>
        <pc:spChg chg="del">
          <ac:chgData name="强 李" userId="cd6c7ec7188785ae" providerId="LiveId" clId="{4AB20E6F-2848-4974-B951-18355A4600C1}" dt="2024-10-12T23:36:22.596" v="232" actId="478"/>
          <ac:spMkLst>
            <pc:docMk/>
            <pc:sldMk cId="54695671" sldId="531"/>
            <ac:spMk id="6" creationId="{AA272FBC-B21D-C369-0141-9585E0210DD1}"/>
          </ac:spMkLst>
        </pc:spChg>
        <pc:spChg chg="del">
          <ac:chgData name="强 李" userId="cd6c7ec7188785ae" providerId="LiveId" clId="{4AB20E6F-2848-4974-B951-18355A4600C1}" dt="2024-10-12T23:36:22.596" v="232" actId="478"/>
          <ac:spMkLst>
            <pc:docMk/>
            <pc:sldMk cId="54695671" sldId="531"/>
            <ac:spMk id="8" creationId="{80AFC5C0-E649-FDDA-99E5-171FAB08CA0F}"/>
          </ac:spMkLst>
        </pc:spChg>
        <pc:spChg chg="add mod">
          <ac:chgData name="强 李" userId="cd6c7ec7188785ae" providerId="LiveId" clId="{4AB20E6F-2848-4974-B951-18355A4600C1}" dt="2024-10-12T23:38:01.854" v="259" actId="6549"/>
          <ac:spMkLst>
            <pc:docMk/>
            <pc:sldMk cId="54695671" sldId="531"/>
            <ac:spMk id="10" creationId="{0F8C0306-423C-7746-A3D2-2A3513F35A44}"/>
          </ac:spMkLst>
        </pc:spChg>
        <pc:spChg chg="del">
          <ac:chgData name="强 李" userId="cd6c7ec7188785ae" providerId="LiveId" clId="{4AB20E6F-2848-4974-B951-18355A4600C1}" dt="2024-10-12T23:36:15.697" v="231" actId="478"/>
          <ac:spMkLst>
            <pc:docMk/>
            <pc:sldMk cId="54695671" sldId="531"/>
            <ac:spMk id="12" creationId="{D9CC1E38-202F-40CF-CD43-27927F4D1FA5}"/>
          </ac:spMkLst>
        </pc:spChg>
        <pc:spChg chg="del">
          <ac:chgData name="强 李" userId="cd6c7ec7188785ae" providerId="LiveId" clId="{4AB20E6F-2848-4974-B951-18355A4600C1}" dt="2024-10-12T23:36:22.596" v="232" actId="478"/>
          <ac:spMkLst>
            <pc:docMk/>
            <pc:sldMk cId="54695671" sldId="531"/>
            <ac:spMk id="13" creationId="{C20498D4-7AA0-18E1-5D4B-FAE5F48E8AC2}"/>
          </ac:spMkLst>
        </pc:spChg>
        <pc:grpChg chg="del">
          <ac:chgData name="强 李" userId="cd6c7ec7188785ae" providerId="LiveId" clId="{4AB20E6F-2848-4974-B951-18355A4600C1}" dt="2024-10-12T23:36:22.596" v="232" actId="478"/>
          <ac:grpSpMkLst>
            <pc:docMk/>
            <pc:sldMk cId="54695671" sldId="531"/>
            <ac:grpSpMk id="9" creationId="{87176265-B58D-673F-0145-44DE61D798A1}"/>
          </ac:grpSpMkLst>
        </pc:grpChg>
      </pc:sldChg>
      <pc:sldChg chg="modSp">
        <pc:chgData name="强 李" userId="cd6c7ec7188785ae" providerId="LiveId" clId="{4AB20E6F-2848-4974-B951-18355A4600C1}" dt="2024-10-13T00:11:02.643" v="1067"/>
        <pc:sldMkLst>
          <pc:docMk/>
          <pc:sldMk cId="419382719" sldId="552"/>
        </pc:sldMkLst>
        <pc:graphicFrameChg chg="mod">
          <ac:chgData name="强 李" userId="cd6c7ec7188785ae" providerId="LiveId" clId="{4AB20E6F-2848-4974-B951-18355A4600C1}" dt="2024-10-13T00:11:02.643" v="1067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">
        <pc:chgData name="强 李" userId="cd6c7ec7188785ae" providerId="LiveId" clId="{4AB20E6F-2848-4974-B951-18355A4600C1}" dt="2024-10-12T23:12:58.311" v="102"/>
        <pc:sldMkLst>
          <pc:docMk/>
          <pc:sldMk cId="3418790839" sldId="554"/>
        </pc:sldMkLst>
        <pc:graphicFrameChg chg="mod">
          <ac:chgData name="强 李" userId="cd6c7ec7188785ae" providerId="LiveId" clId="{4AB20E6F-2848-4974-B951-18355A4600C1}" dt="2024-10-12T23:12:58.311" v="102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4AB20E6F-2848-4974-B951-18355A4600C1}" dt="2024-10-12T23:11:10.756" v="8" actId="20577"/>
        <pc:sldMkLst>
          <pc:docMk/>
          <pc:sldMk cId="1911491714" sldId="560"/>
        </pc:sldMkLst>
        <pc:spChg chg="mod">
          <ac:chgData name="强 李" userId="cd6c7ec7188785ae" providerId="LiveId" clId="{4AB20E6F-2848-4974-B951-18355A4600C1}" dt="2024-10-12T23:11:02.085" v="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4AB20E6F-2848-4974-B951-18355A4600C1}" dt="2024-10-12T23:11:10.756" v="8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4AB20E6F-2848-4974-B951-18355A4600C1}" dt="2024-10-12T23:40:45.967" v="339" actId="6549"/>
        <pc:sldMkLst>
          <pc:docMk/>
          <pc:sldMk cId="340286292" sldId="594"/>
        </pc:sldMkLst>
        <pc:spChg chg="mod">
          <ac:chgData name="强 李" userId="cd6c7ec7188785ae" providerId="LiveId" clId="{4AB20E6F-2848-4974-B951-18355A4600C1}" dt="2024-10-12T23:40:45.967" v="339" actId="6549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4AB20E6F-2848-4974-B951-18355A4600C1}" dt="2024-10-12T23:38:48.200" v="262" actId="20577"/>
          <ac:spMkLst>
            <pc:docMk/>
            <pc:sldMk cId="340286292" sldId="594"/>
            <ac:spMk id="18" creationId="{00000000-0000-0000-0000-000000000000}"/>
          </ac:spMkLst>
        </pc:spChg>
      </pc:sldChg>
      <pc:sldChg chg="del">
        <pc:chgData name="强 李" userId="cd6c7ec7188785ae" providerId="LiveId" clId="{4AB20E6F-2848-4974-B951-18355A4600C1}" dt="2024-10-12T23:17:50.545" v="223" actId="47"/>
        <pc:sldMkLst>
          <pc:docMk/>
          <pc:sldMk cId="3965997736" sldId="598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4081840699" sldId="599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2538305957" sldId="601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78345744" sldId="602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1450588716" sldId="603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359668770" sldId="604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1727666922" sldId="605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4035781716" sldId="606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562774613" sldId="607"/>
        </pc:sldMkLst>
      </pc:sldChg>
      <pc:sldChg chg="modSp mod">
        <pc:chgData name="强 李" userId="cd6c7ec7188785ae" providerId="LiveId" clId="{4AB20E6F-2848-4974-B951-18355A4600C1}" dt="2024-10-13T00:10:26.284" v="1060" actId="14100"/>
        <pc:sldMkLst>
          <pc:docMk/>
          <pc:sldMk cId="1301125905" sldId="608"/>
        </pc:sldMkLst>
        <pc:spChg chg="mod">
          <ac:chgData name="强 李" userId="cd6c7ec7188785ae" providerId="LiveId" clId="{4AB20E6F-2848-4974-B951-18355A4600C1}" dt="2024-10-13T00:10:26.284" v="1060" actId="14100"/>
          <ac:spMkLst>
            <pc:docMk/>
            <pc:sldMk cId="1301125905" sldId="608"/>
            <ac:spMk id="2" creationId="{00000000-0000-0000-0000-000000000000}"/>
          </ac:spMkLst>
        </pc:spChg>
      </pc:sldChg>
      <pc:sldChg chg="modSp add mod">
        <pc:chgData name="强 李" userId="cd6c7ec7188785ae" providerId="LiveId" clId="{4AB20E6F-2848-4974-B951-18355A4600C1}" dt="2024-10-13T00:06:11.061" v="974"/>
        <pc:sldMkLst>
          <pc:docMk/>
          <pc:sldMk cId="1722492924" sldId="609"/>
        </pc:sldMkLst>
        <pc:spChg chg="mod">
          <ac:chgData name="强 李" userId="cd6c7ec7188785ae" providerId="LiveId" clId="{4AB20E6F-2848-4974-B951-18355A4600C1}" dt="2024-10-13T00:06:11.061" v="974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4AB20E6F-2848-4974-B951-18355A4600C1}" dt="2024-10-12T23:16:42.399" v="129"/>
          <ac:spMkLst>
            <pc:docMk/>
            <pc:sldMk cId="1722492924" sldId="609"/>
            <ac:spMk id="9" creationId="{1F5B6856-AF8A-4085-2AF6-D259C7449B9E}"/>
          </ac:spMkLst>
        </pc:spChg>
        <pc:spChg chg="mod">
          <ac:chgData name="强 李" userId="cd6c7ec7188785ae" providerId="LiveId" clId="{4AB20E6F-2848-4974-B951-18355A4600C1}" dt="2024-10-12T23:16:33.281" v="128"/>
          <ac:spMkLst>
            <pc:docMk/>
            <pc:sldMk cId="1722492924" sldId="609"/>
            <ac:spMk id="11" creationId="{3CAB36DD-1A23-5A1B-C9B0-3F43FAF7A79F}"/>
          </ac:spMkLst>
        </pc:spChg>
        <pc:spChg chg="mod">
          <ac:chgData name="强 李" userId="cd6c7ec7188785ae" providerId="LiveId" clId="{4AB20E6F-2848-4974-B951-18355A4600C1}" dt="2024-10-12T23:16:26.398" v="127"/>
          <ac:spMkLst>
            <pc:docMk/>
            <pc:sldMk cId="1722492924" sldId="609"/>
            <ac:spMk id="13" creationId="{7DAB6BBF-A107-5EDA-C988-F2FCC0FA4ADA}"/>
          </ac:spMkLst>
        </pc:spChg>
        <pc:spChg chg="mod">
          <ac:chgData name="强 李" userId="cd6c7ec7188785ae" providerId="LiveId" clId="{4AB20E6F-2848-4974-B951-18355A4600C1}" dt="2024-10-12T23:35:53.760" v="230"/>
          <ac:spMkLst>
            <pc:docMk/>
            <pc:sldMk cId="1722492924" sldId="609"/>
            <ac:spMk id="16" creationId="{7DE16206-6F61-BEC3-0DA4-3625D631A8E6}"/>
          </ac:spMkLst>
        </pc:spChg>
      </pc:sldChg>
      <pc:sldChg chg="modSp add mod">
        <pc:chgData name="强 李" userId="cd6c7ec7188785ae" providerId="LiveId" clId="{4AB20E6F-2848-4974-B951-18355A4600C1}" dt="2024-10-12T23:43:36.919" v="417" actId="20577"/>
        <pc:sldMkLst>
          <pc:docMk/>
          <pc:sldMk cId="1283152500" sldId="610"/>
        </pc:sldMkLst>
        <pc:spChg chg="mod">
          <ac:chgData name="强 李" userId="cd6c7ec7188785ae" providerId="LiveId" clId="{4AB20E6F-2848-4974-B951-18355A4600C1}" dt="2024-10-12T23:43:36.919" v="417" actId="20577"/>
          <ac:spMkLst>
            <pc:docMk/>
            <pc:sldMk cId="1283152500" sldId="610"/>
            <ac:spMk id="2" creationId="{B47872A6-2EDA-9BFD-00E2-A90953C801F3}"/>
          </ac:spMkLst>
        </pc:spChg>
      </pc:sldChg>
      <pc:sldChg chg="add del">
        <pc:chgData name="强 李" userId="cd6c7ec7188785ae" providerId="LiveId" clId="{4AB20E6F-2848-4974-B951-18355A4600C1}" dt="2024-10-12T23:42:04.554" v="355"/>
        <pc:sldMkLst>
          <pc:docMk/>
          <pc:sldMk cId="979928206" sldId="611"/>
        </pc:sldMkLst>
      </pc:sldChg>
      <pc:sldChg chg="modSp add mod">
        <pc:chgData name="强 李" userId="cd6c7ec7188785ae" providerId="LiveId" clId="{4AB20E6F-2848-4974-B951-18355A4600C1}" dt="2024-10-12T23:44:58.693" v="453" actId="6549"/>
        <pc:sldMkLst>
          <pc:docMk/>
          <pc:sldMk cId="1793699087" sldId="611"/>
        </pc:sldMkLst>
        <pc:spChg chg="mod">
          <ac:chgData name="强 李" userId="cd6c7ec7188785ae" providerId="LiveId" clId="{4AB20E6F-2848-4974-B951-18355A4600C1}" dt="2024-10-12T23:44:58.693" v="453" actId="6549"/>
          <ac:spMkLst>
            <pc:docMk/>
            <pc:sldMk cId="1793699087" sldId="611"/>
            <ac:spMk id="2" creationId="{B557E1B5-AD9E-D0CB-EEBF-14FC0F404B64}"/>
          </ac:spMkLst>
        </pc:spChg>
      </pc:sldChg>
      <pc:sldChg chg="addSp delSp modSp add mod ord">
        <pc:chgData name="强 李" userId="cd6c7ec7188785ae" providerId="LiveId" clId="{4AB20E6F-2848-4974-B951-18355A4600C1}" dt="2024-10-12T23:50:14.733" v="712" actId="6549"/>
        <pc:sldMkLst>
          <pc:docMk/>
          <pc:sldMk cId="3072232056" sldId="612"/>
        </pc:sldMkLst>
        <pc:spChg chg="mod">
          <ac:chgData name="强 李" userId="cd6c7ec7188785ae" providerId="LiveId" clId="{4AB20E6F-2848-4974-B951-18355A4600C1}" dt="2024-10-12T23:50:14.733" v="712" actId="6549"/>
          <ac:spMkLst>
            <pc:docMk/>
            <pc:sldMk cId="3072232056" sldId="612"/>
            <ac:spMk id="2" creationId="{28E9087C-9226-10AB-F8BC-F7308C307E30}"/>
          </ac:spMkLst>
        </pc:spChg>
        <pc:spChg chg="add mod">
          <ac:chgData name="强 李" userId="cd6c7ec7188785ae" providerId="LiveId" clId="{4AB20E6F-2848-4974-B951-18355A4600C1}" dt="2024-10-12T23:46:07.206" v="468"/>
          <ac:spMkLst>
            <pc:docMk/>
            <pc:sldMk cId="3072232056" sldId="612"/>
            <ac:spMk id="3" creationId="{DD6326F1-FDD9-A2BA-D4E6-E8F713CE6F41}"/>
          </ac:spMkLst>
        </pc:spChg>
        <pc:spChg chg="del">
          <ac:chgData name="强 李" userId="cd6c7ec7188785ae" providerId="LiveId" clId="{4AB20E6F-2848-4974-B951-18355A4600C1}" dt="2024-10-12T23:46:06.900" v="467" actId="478"/>
          <ac:spMkLst>
            <pc:docMk/>
            <pc:sldMk cId="3072232056" sldId="612"/>
            <ac:spMk id="18" creationId="{9A103D3A-7C8F-D0CC-6C73-EC476B9DCAFC}"/>
          </ac:spMkLst>
        </pc:spChg>
      </pc:sldChg>
      <pc:sldChg chg="modSp add mod">
        <pc:chgData name="强 李" userId="cd6c7ec7188785ae" providerId="LiveId" clId="{4AB20E6F-2848-4974-B951-18355A4600C1}" dt="2024-10-13T00:03:12.491" v="836" actId="20577"/>
        <pc:sldMkLst>
          <pc:docMk/>
          <pc:sldMk cId="1832916219" sldId="613"/>
        </pc:sldMkLst>
        <pc:spChg chg="mod">
          <ac:chgData name="强 李" userId="cd6c7ec7188785ae" providerId="LiveId" clId="{4AB20E6F-2848-4974-B951-18355A4600C1}" dt="2024-10-13T00:03:12.491" v="836" actId="20577"/>
          <ac:spMkLst>
            <pc:docMk/>
            <pc:sldMk cId="1832916219" sldId="613"/>
            <ac:spMk id="2" creationId="{9E7E2889-1FE2-C1BE-F443-A4747B0A4400}"/>
          </ac:spMkLst>
        </pc:spChg>
        <pc:spChg chg="mod">
          <ac:chgData name="强 李" userId="cd6c7ec7188785ae" providerId="LiveId" clId="{4AB20E6F-2848-4974-B951-18355A4600C1}" dt="2024-10-12T23:45:49.633" v="466" actId="6549"/>
          <ac:spMkLst>
            <pc:docMk/>
            <pc:sldMk cId="1832916219" sldId="613"/>
            <ac:spMk id="18" creationId="{1499D7BD-5260-8CA4-B716-702E48782B70}"/>
          </ac:spMkLst>
        </pc:spChg>
      </pc:sldChg>
      <pc:sldChg chg="modSp add mod">
        <pc:chgData name="强 李" userId="cd6c7ec7188785ae" providerId="LiveId" clId="{4AB20E6F-2848-4974-B951-18355A4600C1}" dt="2024-10-13T00:05:26.909" v="951" actId="6549"/>
        <pc:sldMkLst>
          <pc:docMk/>
          <pc:sldMk cId="876084684" sldId="614"/>
        </pc:sldMkLst>
        <pc:spChg chg="mod">
          <ac:chgData name="强 李" userId="cd6c7ec7188785ae" providerId="LiveId" clId="{4AB20E6F-2848-4974-B951-18355A4600C1}" dt="2024-10-13T00:05:26.909" v="951" actId="6549"/>
          <ac:spMkLst>
            <pc:docMk/>
            <pc:sldMk cId="876084684" sldId="614"/>
            <ac:spMk id="2" creationId="{8828B4C2-31F2-AF68-B60C-316453E255AE}"/>
          </ac:spMkLst>
        </pc:spChg>
      </pc:sldChg>
      <pc:sldChg chg="modSp add mod">
        <pc:chgData name="强 李" userId="cd6c7ec7188785ae" providerId="LiveId" clId="{4AB20E6F-2848-4974-B951-18355A4600C1}" dt="2024-10-13T00:09:28.317" v="1031" actId="20577"/>
        <pc:sldMkLst>
          <pc:docMk/>
          <pc:sldMk cId="292999500" sldId="615"/>
        </pc:sldMkLst>
        <pc:spChg chg="mod">
          <ac:chgData name="强 李" userId="cd6c7ec7188785ae" providerId="LiveId" clId="{4AB20E6F-2848-4974-B951-18355A4600C1}" dt="2024-10-13T00:09:28.317" v="1031" actId="20577"/>
          <ac:spMkLst>
            <pc:docMk/>
            <pc:sldMk cId="292999500" sldId="615"/>
            <ac:spMk id="2" creationId="{676C864F-06BB-1288-B630-F1FA1D249DD1}"/>
          </ac:spMkLst>
        </pc:spChg>
        <pc:spChg chg="mod">
          <ac:chgData name="强 李" userId="cd6c7ec7188785ae" providerId="LiveId" clId="{4AB20E6F-2848-4974-B951-18355A4600C1}" dt="2024-10-13T00:06:21.826" v="976" actId="6549"/>
          <ac:spMkLst>
            <pc:docMk/>
            <pc:sldMk cId="292999500" sldId="615"/>
            <ac:spMk id="18" creationId="{FFE7E3C5-1166-3AC5-C276-9FA7E8FF7851}"/>
          </ac:spMkLst>
        </pc:spChg>
      </pc:sldChg>
      <pc:sldChg chg="modSp add del mod">
        <pc:chgData name="强 李" userId="cd6c7ec7188785ae" providerId="LiveId" clId="{4AB20E6F-2848-4974-B951-18355A4600C1}" dt="2024-10-13T00:09:57.637" v="1050" actId="47"/>
        <pc:sldMkLst>
          <pc:docMk/>
          <pc:sldMk cId="726664714" sldId="616"/>
        </pc:sldMkLst>
        <pc:spChg chg="mod">
          <ac:chgData name="强 李" userId="cd6c7ec7188785ae" providerId="LiveId" clId="{4AB20E6F-2848-4974-B951-18355A4600C1}" dt="2024-10-13T00:09:43.452" v="1046"/>
          <ac:spMkLst>
            <pc:docMk/>
            <pc:sldMk cId="726664714" sldId="616"/>
            <ac:spMk id="2" creationId="{73F8E4F1-FA51-F896-CE0A-55FFE9D07E35}"/>
          </ac:spMkLst>
        </pc:spChg>
      </pc:sldChg>
    </pc:docChg>
  </pc:docChgLst>
  <pc:docChgLst>
    <pc:chgData name="强 李" userId="cd6c7ec7188785ae" providerId="LiveId" clId="{57F995F4-A061-40B7-A2D8-F33AF6A8A4CC}"/>
    <pc:docChg chg="undo custSel addSld delSld modSld sldOrd">
      <pc:chgData name="强 李" userId="cd6c7ec7188785ae" providerId="LiveId" clId="{57F995F4-A061-40B7-A2D8-F33AF6A8A4CC}" dt="2024-11-02T13:30:08.488" v="3023"/>
      <pc:docMkLst>
        <pc:docMk/>
      </pc:docMkLst>
      <pc:sldChg chg="modSp">
        <pc:chgData name="强 李" userId="cd6c7ec7188785ae" providerId="LiveId" clId="{57F995F4-A061-40B7-A2D8-F33AF6A8A4CC}" dt="2024-11-02T13:30:08.488" v="3023"/>
        <pc:sldMkLst>
          <pc:docMk/>
          <pc:sldMk cId="419382719" sldId="552"/>
        </pc:sldMkLst>
        <pc:graphicFrameChg chg="mod">
          <ac:chgData name="强 李" userId="cd6c7ec7188785ae" providerId="LiveId" clId="{57F995F4-A061-40B7-A2D8-F33AF6A8A4CC}" dt="2024-11-02T13:30:08.488" v="3023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addSp delSp modSp mod">
        <pc:chgData name="强 李" userId="cd6c7ec7188785ae" providerId="LiveId" clId="{57F995F4-A061-40B7-A2D8-F33AF6A8A4CC}" dt="2024-11-02T09:43:18.732" v="21" actId="6549"/>
        <pc:sldMkLst>
          <pc:docMk/>
          <pc:sldMk cId="1911491714" sldId="560"/>
        </pc:sldMkLst>
        <pc:spChg chg="mod">
          <ac:chgData name="强 李" userId="cd6c7ec7188785ae" providerId="LiveId" clId="{57F995F4-A061-40B7-A2D8-F33AF6A8A4CC}" dt="2024-11-02T09:43:18.732" v="21" actId="6549"/>
          <ac:spMkLst>
            <pc:docMk/>
            <pc:sldMk cId="1911491714" sldId="560"/>
            <ac:spMk id="4" creationId="{00000000-0000-0000-0000-000000000000}"/>
          </ac:spMkLst>
        </pc:spChg>
        <pc:spChg chg="add del">
          <ac:chgData name="强 李" userId="cd6c7ec7188785ae" providerId="LiveId" clId="{57F995F4-A061-40B7-A2D8-F33AF6A8A4CC}" dt="2024-11-02T09:43:04.901" v="15" actId="22"/>
          <ac:spMkLst>
            <pc:docMk/>
            <pc:sldMk cId="1911491714" sldId="560"/>
            <ac:spMk id="6" creationId="{A1E03BFE-99F1-951D-A450-59A653F507D7}"/>
          </ac:spMkLst>
        </pc:spChg>
        <pc:picChg chg="add del mod">
          <ac:chgData name="强 李" userId="cd6c7ec7188785ae" providerId="LiveId" clId="{57F995F4-A061-40B7-A2D8-F33AF6A8A4CC}" dt="2024-11-02T09:40:45.808" v="7" actId="21"/>
          <ac:picMkLst>
            <pc:docMk/>
            <pc:sldMk cId="1911491714" sldId="560"/>
            <ac:picMk id="2" creationId="{6804890F-3296-1FDE-7C4B-8DF67840EBA1}"/>
          </ac:picMkLst>
        </pc:picChg>
        <pc:picChg chg="add mod">
          <ac:chgData name="强 李" userId="cd6c7ec7188785ae" providerId="LiveId" clId="{57F995F4-A061-40B7-A2D8-F33AF6A8A4CC}" dt="2024-11-02T09:42:05.620" v="13" actId="1440"/>
          <ac:picMkLst>
            <pc:docMk/>
            <pc:sldMk cId="1911491714" sldId="560"/>
            <ac:picMk id="3" creationId="{38BAA1DA-E384-D0A6-6F7C-80DBC7CDBC06}"/>
          </ac:picMkLst>
        </pc:picChg>
      </pc:sldChg>
      <pc:sldChg chg="modSp mod">
        <pc:chgData name="强 李" userId="cd6c7ec7188785ae" providerId="LiveId" clId="{57F995F4-A061-40B7-A2D8-F33AF6A8A4CC}" dt="2024-11-02T12:19:03.849" v="1276" actId="6549"/>
        <pc:sldMkLst>
          <pc:docMk/>
          <pc:sldMk cId="340286292" sldId="594"/>
        </pc:sldMkLst>
        <pc:spChg chg="mod">
          <ac:chgData name="强 李" userId="cd6c7ec7188785ae" providerId="LiveId" clId="{57F995F4-A061-40B7-A2D8-F33AF6A8A4CC}" dt="2024-11-02T12:19:03.849" v="1276" actId="6549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57F995F4-A061-40B7-A2D8-F33AF6A8A4CC}" dt="2024-11-02T12:12:50" v="1139"/>
          <ac:spMkLst>
            <pc:docMk/>
            <pc:sldMk cId="340286292" sldId="594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57F995F4-A061-40B7-A2D8-F33AF6A8A4CC}" dt="2024-11-02T13:29:06.519" v="3016" actId="26606"/>
        <pc:sldMkLst>
          <pc:docMk/>
          <pc:sldMk cId="1301125905" sldId="608"/>
        </pc:sldMkLst>
        <pc:spChg chg="add del mod">
          <ac:chgData name="强 李" userId="cd6c7ec7188785ae" providerId="LiveId" clId="{57F995F4-A061-40B7-A2D8-F33AF6A8A4CC}" dt="2024-11-02T13:29:06.519" v="3016" actId="26606"/>
          <ac:spMkLst>
            <pc:docMk/>
            <pc:sldMk cId="1301125905" sldId="608"/>
            <ac:spMk id="2" creationId="{00000000-0000-0000-0000-000000000000}"/>
          </ac:spMkLst>
        </pc:spChg>
        <pc:spChg chg="mod">
          <ac:chgData name="强 李" userId="cd6c7ec7188785ae" providerId="LiveId" clId="{57F995F4-A061-40B7-A2D8-F33AF6A8A4CC}" dt="2024-11-02T13:29:06.519" v="3016" actId="26606"/>
          <ac:spMkLst>
            <pc:docMk/>
            <pc:sldMk cId="1301125905" sldId="608"/>
            <ac:spMk id="18" creationId="{00000000-0000-0000-0000-000000000000}"/>
          </ac:spMkLst>
        </pc:spChg>
        <pc:spChg chg="add del">
          <ac:chgData name="强 李" userId="cd6c7ec7188785ae" providerId="LiveId" clId="{57F995F4-A061-40B7-A2D8-F33AF6A8A4CC}" dt="2024-11-02T13:29:06.519" v="3016" actId="26606"/>
          <ac:spMkLst>
            <pc:docMk/>
            <pc:sldMk cId="1301125905" sldId="608"/>
            <ac:spMk id="74" creationId="{081EA652-8C6A-4E69-BEB9-170809474553}"/>
          </ac:spMkLst>
        </pc:spChg>
        <pc:spChg chg="add del">
          <ac:chgData name="强 李" userId="cd6c7ec7188785ae" providerId="LiveId" clId="{57F995F4-A061-40B7-A2D8-F33AF6A8A4CC}" dt="2024-11-02T13:29:06.519" v="3016" actId="26606"/>
          <ac:spMkLst>
            <pc:docMk/>
            <pc:sldMk cId="1301125905" sldId="608"/>
            <ac:spMk id="75" creationId="{5298780A-33B9-4EA2-8F67-DE68AD62841B}"/>
          </ac:spMkLst>
        </pc:spChg>
        <pc:spChg chg="add del">
          <ac:chgData name="强 李" userId="cd6c7ec7188785ae" providerId="LiveId" clId="{57F995F4-A061-40B7-A2D8-F33AF6A8A4CC}" dt="2024-11-02T13:29:06.519" v="3016" actId="26606"/>
          <ac:spMkLst>
            <pc:docMk/>
            <pc:sldMk cId="1301125905" sldId="608"/>
            <ac:spMk id="76" creationId="{7F488E8B-4E1E-4402-8935-D4E6C02615C7}"/>
          </ac:spMkLst>
        </pc:spChg>
        <pc:spChg chg="add del">
          <ac:chgData name="强 李" userId="cd6c7ec7188785ae" providerId="LiveId" clId="{57F995F4-A061-40B7-A2D8-F33AF6A8A4CC}" dt="2024-11-02T13:29:06.495" v="3015" actId="26606"/>
          <ac:spMkLst>
            <pc:docMk/>
            <pc:sldMk cId="1301125905" sldId="608"/>
            <ac:spMk id="83" creationId="{BACC6370-2D7E-4714-9D71-7542949D7D5D}"/>
          </ac:spMkLst>
        </pc:spChg>
        <pc:spChg chg="add del">
          <ac:chgData name="强 李" userId="cd6c7ec7188785ae" providerId="LiveId" clId="{57F995F4-A061-40B7-A2D8-F33AF6A8A4CC}" dt="2024-11-02T13:29:06.495" v="3015" actId="26606"/>
          <ac:spMkLst>
            <pc:docMk/>
            <pc:sldMk cId="1301125905" sldId="608"/>
            <ac:spMk id="85" creationId="{F68B3F68-107C-434F-AA38-110D5EA91B85}"/>
          </ac:spMkLst>
        </pc:spChg>
        <pc:spChg chg="add del">
          <ac:chgData name="强 李" userId="cd6c7ec7188785ae" providerId="LiveId" clId="{57F995F4-A061-40B7-A2D8-F33AF6A8A4CC}" dt="2024-11-02T13:29:06.495" v="3015" actId="26606"/>
          <ac:spMkLst>
            <pc:docMk/>
            <pc:sldMk cId="1301125905" sldId="608"/>
            <ac:spMk id="87" creationId="{AAD0DBB9-1A4B-4391-81D4-CB19F9AB918A}"/>
          </ac:spMkLst>
        </pc:spChg>
        <pc:spChg chg="add del">
          <ac:chgData name="强 李" userId="cd6c7ec7188785ae" providerId="LiveId" clId="{57F995F4-A061-40B7-A2D8-F33AF6A8A4CC}" dt="2024-11-02T13:29:06.495" v="3015" actId="26606"/>
          <ac:spMkLst>
            <pc:docMk/>
            <pc:sldMk cId="1301125905" sldId="608"/>
            <ac:spMk id="89" creationId="{063BBA22-50EA-4C4D-BE05-F1CE4E63AA56}"/>
          </ac:spMkLst>
        </pc:spChg>
        <pc:spChg chg="add">
          <ac:chgData name="强 李" userId="cd6c7ec7188785ae" providerId="LiveId" clId="{57F995F4-A061-40B7-A2D8-F33AF6A8A4CC}" dt="2024-11-02T13:29:06.519" v="3016" actId="26606"/>
          <ac:spMkLst>
            <pc:docMk/>
            <pc:sldMk cId="1301125905" sldId="608"/>
            <ac:spMk id="91" creationId="{955A2079-FA98-4876-80F0-72364A7D2EA4}"/>
          </ac:spMkLst>
        </pc:spChg>
        <pc:graphicFrameChg chg="add del">
          <ac:chgData name="强 李" userId="cd6c7ec7188785ae" providerId="LiveId" clId="{57F995F4-A061-40B7-A2D8-F33AF6A8A4CC}" dt="2024-11-02T13:29:06.495" v="3015" actId="26606"/>
          <ac:graphicFrameMkLst>
            <pc:docMk/>
            <pc:sldMk cId="1301125905" sldId="608"/>
            <ac:graphicFrameMk id="79" creationId="{A25B8A34-C49A-2BD2-D6EF-E3BF6E41A924}"/>
          </ac:graphicFrameMkLst>
        </pc:graphicFrameChg>
        <pc:graphicFrameChg chg="add">
          <ac:chgData name="强 李" userId="cd6c7ec7188785ae" providerId="LiveId" clId="{57F995F4-A061-40B7-A2D8-F33AF6A8A4CC}" dt="2024-11-02T13:29:06.519" v="3016" actId="26606"/>
          <ac:graphicFrameMkLst>
            <pc:docMk/>
            <pc:sldMk cId="1301125905" sldId="608"/>
            <ac:graphicFrameMk id="92" creationId="{D538D9A6-7FFD-E3B6-74C7-3744D3E3A4C9}"/>
          </ac:graphicFrameMkLst>
        </pc:graphicFrameChg>
        <pc:cxnChg chg="add del">
          <ac:chgData name="强 李" userId="cd6c7ec7188785ae" providerId="LiveId" clId="{57F995F4-A061-40B7-A2D8-F33AF6A8A4CC}" dt="2024-11-02T13:29:06.519" v="3016" actId="26606"/>
          <ac:cxnSpMkLst>
            <pc:docMk/>
            <pc:sldMk cId="1301125905" sldId="608"/>
            <ac:cxnSpMk id="77" creationId="{23AAC9B5-8015-485C-ACF9-A750390E9A56}"/>
          </ac:cxnSpMkLst>
        </pc:cxnChg>
      </pc:sldChg>
      <pc:sldChg chg="delSp modSp mod modNotesTx">
        <pc:chgData name="强 李" userId="cd6c7ec7188785ae" providerId="LiveId" clId="{57F995F4-A061-40B7-A2D8-F33AF6A8A4CC}" dt="2024-11-02T11:31:15.239" v="498" actId="20577"/>
        <pc:sldMkLst>
          <pc:docMk/>
          <pc:sldMk cId="1722492924" sldId="609"/>
        </pc:sldMkLst>
        <pc:spChg chg="mod">
          <ac:chgData name="强 李" userId="cd6c7ec7188785ae" providerId="LiveId" clId="{57F995F4-A061-40B7-A2D8-F33AF6A8A4CC}" dt="2024-11-02T09:53:27.250" v="302" actId="1076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57F995F4-A061-40B7-A2D8-F33AF6A8A4CC}" dt="2024-11-02T09:54:17.126" v="311" actId="403"/>
          <ac:spMkLst>
            <pc:docMk/>
            <pc:sldMk cId="1722492924" sldId="609"/>
            <ac:spMk id="10" creationId="{7BEE8677-CFAD-6942-832E-87D52B896121}"/>
          </ac:spMkLst>
        </pc:spChg>
        <pc:spChg chg="mod">
          <ac:chgData name="强 李" userId="cd6c7ec7188785ae" providerId="LiveId" clId="{57F995F4-A061-40B7-A2D8-F33AF6A8A4CC}" dt="2024-11-02T09:54:17.126" v="311" actId="403"/>
          <ac:spMkLst>
            <pc:docMk/>
            <pc:sldMk cId="1722492924" sldId="609"/>
            <ac:spMk id="11" creationId="{3CAB36DD-1A23-5A1B-C9B0-3F43FAF7A79F}"/>
          </ac:spMkLst>
        </pc:spChg>
        <pc:spChg chg="mod">
          <ac:chgData name="强 李" userId="cd6c7ec7188785ae" providerId="LiveId" clId="{57F995F4-A061-40B7-A2D8-F33AF6A8A4CC}" dt="2024-11-02T09:54:17.126" v="311" actId="403"/>
          <ac:spMkLst>
            <pc:docMk/>
            <pc:sldMk cId="1722492924" sldId="609"/>
            <ac:spMk id="12" creationId="{90FC4EF0-0582-7DC7-F53E-9A1A4B9AFC50}"/>
          </ac:spMkLst>
        </pc:spChg>
        <pc:spChg chg="mod">
          <ac:chgData name="强 李" userId="cd6c7ec7188785ae" providerId="LiveId" clId="{57F995F4-A061-40B7-A2D8-F33AF6A8A4CC}" dt="2024-11-02T09:54:17.126" v="311" actId="403"/>
          <ac:spMkLst>
            <pc:docMk/>
            <pc:sldMk cId="1722492924" sldId="609"/>
            <ac:spMk id="13" creationId="{7DAB6BBF-A107-5EDA-C988-F2FCC0FA4ADA}"/>
          </ac:spMkLst>
        </pc:spChg>
        <pc:spChg chg="mod">
          <ac:chgData name="强 李" userId="cd6c7ec7188785ae" providerId="LiveId" clId="{57F995F4-A061-40B7-A2D8-F33AF6A8A4CC}" dt="2024-11-02T09:54:01.815" v="309"/>
          <ac:spMkLst>
            <pc:docMk/>
            <pc:sldMk cId="1722492924" sldId="609"/>
            <ac:spMk id="16" creationId="{7DE16206-6F61-BEC3-0DA4-3625D631A8E6}"/>
          </ac:spMkLst>
        </pc:spChg>
        <pc:spChg chg="mod">
          <ac:chgData name="强 李" userId="cd6c7ec7188785ae" providerId="LiveId" clId="{57F995F4-A061-40B7-A2D8-F33AF6A8A4CC}" dt="2024-11-02T09:54:29.195" v="313" actId="14100"/>
          <ac:spMkLst>
            <pc:docMk/>
            <pc:sldMk cId="1722492924" sldId="609"/>
            <ac:spMk id="18" creationId="{00000000-0000-0000-0000-000000000000}"/>
          </ac:spMkLst>
        </pc:spChg>
        <pc:grpChg chg="mod">
          <ac:chgData name="强 李" userId="cd6c7ec7188785ae" providerId="LiveId" clId="{57F995F4-A061-40B7-A2D8-F33AF6A8A4CC}" dt="2024-11-02T09:52:56.155" v="242" actId="14100"/>
          <ac:grpSpMkLst>
            <pc:docMk/>
            <pc:sldMk cId="1722492924" sldId="609"/>
            <ac:grpSpMk id="4" creationId="{67CFBFED-23BA-58E2-0492-595457A1DA5E}"/>
          </ac:grpSpMkLst>
        </pc:grpChg>
        <pc:grpChg chg="mod">
          <ac:chgData name="强 李" userId="cd6c7ec7188785ae" providerId="LiveId" clId="{57F995F4-A061-40B7-A2D8-F33AF6A8A4CC}" dt="2024-11-02T09:52:48.075" v="239" actId="14100"/>
          <ac:grpSpMkLst>
            <pc:docMk/>
            <pc:sldMk cId="1722492924" sldId="609"/>
            <ac:grpSpMk id="6" creationId="{56CD5BD2-A0CC-7D0E-3BD1-0613845A3BF3}"/>
          </ac:grpSpMkLst>
        </pc:grpChg>
        <pc:grpChg chg="del">
          <ac:chgData name="强 李" userId="cd6c7ec7188785ae" providerId="LiveId" clId="{57F995F4-A061-40B7-A2D8-F33AF6A8A4CC}" dt="2024-11-02T09:52:39.346" v="211" actId="478"/>
          <ac:grpSpMkLst>
            <pc:docMk/>
            <pc:sldMk cId="1722492924" sldId="609"/>
            <ac:grpSpMk id="7" creationId="{4910B73A-3062-7867-777F-E107D91F1F13}"/>
          </ac:grpSpMkLst>
        </pc:grpChg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283152500" sldId="610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793699087" sldId="611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3072232056" sldId="612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832916219" sldId="613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876084684" sldId="614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292999500" sldId="615"/>
        </pc:sldMkLst>
      </pc:sldChg>
      <pc:sldChg chg="addSp modSp new del mod">
        <pc:chgData name="强 李" userId="cd6c7ec7188785ae" providerId="LiveId" clId="{57F995F4-A061-40B7-A2D8-F33AF6A8A4CC}" dt="2024-11-02T12:54:23.409" v="1833" actId="47"/>
        <pc:sldMkLst>
          <pc:docMk/>
          <pc:sldMk cId="3450422405" sldId="616"/>
        </pc:sldMkLst>
        <pc:picChg chg="add mod">
          <ac:chgData name="强 李" userId="cd6c7ec7188785ae" providerId="LiveId" clId="{57F995F4-A061-40B7-A2D8-F33AF6A8A4CC}" dt="2024-11-02T10:03:57.971" v="390" actId="1440"/>
          <ac:picMkLst>
            <pc:docMk/>
            <pc:sldMk cId="3450422405" sldId="616"/>
            <ac:picMk id="2" creationId="{F8B0A1BE-7AF9-34E1-BD2E-C7DDB260D3C4}"/>
          </ac:picMkLst>
        </pc:picChg>
      </pc:sldChg>
      <pc:sldChg chg="addSp delSp modSp add mod setBg">
        <pc:chgData name="强 李" userId="cd6c7ec7188785ae" providerId="LiveId" clId="{57F995F4-A061-40B7-A2D8-F33AF6A8A4CC}" dt="2024-11-02T12:50:09.222" v="1776" actId="167"/>
        <pc:sldMkLst>
          <pc:docMk/>
          <pc:sldMk cId="2849952193" sldId="617"/>
        </pc:sldMkLst>
        <pc:spChg chg="mod">
          <ac:chgData name="强 李" userId="cd6c7ec7188785ae" providerId="LiveId" clId="{57F995F4-A061-40B7-A2D8-F33AF6A8A4CC}" dt="2024-11-02T12:49:45" v="1772" actId="26606"/>
          <ac:spMkLst>
            <pc:docMk/>
            <pc:sldMk cId="2849952193" sldId="617"/>
            <ac:spMk id="2" creationId="{F4A9A56D-9C72-1B2C-5B04-34EBA7337D77}"/>
          </ac:spMkLst>
        </pc:spChg>
        <pc:spChg chg="mod">
          <ac:chgData name="强 李" userId="cd6c7ec7188785ae" providerId="LiveId" clId="{57F995F4-A061-40B7-A2D8-F33AF6A8A4CC}" dt="2024-11-02T12:49:45" v="1772" actId="26606"/>
          <ac:spMkLst>
            <pc:docMk/>
            <pc:sldMk cId="2849952193" sldId="617"/>
            <ac:spMk id="18" creationId="{28738A40-5093-8BC8-D4FB-505F66F80CBB}"/>
          </ac:spMkLst>
        </pc:spChg>
        <pc:spChg chg="add del">
          <ac:chgData name="强 李" userId="cd6c7ec7188785ae" providerId="LiveId" clId="{57F995F4-A061-40B7-A2D8-F33AF6A8A4CC}" dt="2024-11-02T12:49:45" v="1772" actId="26606"/>
          <ac:spMkLst>
            <pc:docMk/>
            <pc:sldMk cId="2849952193" sldId="617"/>
            <ac:spMk id="23" creationId="{04812C46-200A-4DEB-A05E-3ED6C68C2387}"/>
          </ac:spMkLst>
        </pc:spChg>
        <pc:spChg chg="add del">
          <ac:chgData name="强 李" userId="cd6c7ec7188785ae" providerId="LiveId" clId="{57F995F4-A061-40B7-A2D8-F33AF6A8A4CC}" dt="2024-11-02T12:49:45" v="1772" actId="26606"/>
          <ac:spMkLst>
            <pc:docMk/>
            <pc:sldMk cId="2849952193" sldId="617"/>
            <ac:spMk id="25" creationId="{D1EA859B-E555-4109-94F3-6700E046E008}"/>
          </ac:spMkLst>
        </pc:spChg>
        <pc:picChg chg="add mod ord">
          <ac:chgData name="强 李" userId="cd6c7ec7188785ae" providerId="LiveId" clId="{57F995F4-A061-40B7-A2D8-F33AF6A8A4CC}" dt="2024-11-02T12:50:09.222" v="1776" actId="167"/>
          <ac:picMkLst>
            <pc:docMk/>
            <pc:sldMk cId="2849952193" sldId="617"/>
            <ac:picMk id="3" creationId="{3E2146B7-7446-C2E8-0380-A4055EBCF5E4}"/>
          </ac:picMkLst>
        </pc:picChg>
      </pc:sldChg>
      <pc:sldChg chg="modSp add mod">
        <pc:chgData name="强 李" userId="cd6c7ec7188785ae" providerId="LiveId" clId="{57F995F4-A061-40B7-A2D8-F33AF6A8A4CC}" dt="2024-11-02T12:53:43.549" v="1830"/>
        <pc:sldMkLst>
          <pc:docMk/>
          <pc:sldMk cId="2691584882" sldId="618"/>
        </pc:sldMkLst>
        <pc:spChg chg="mod">
          <ac:chgData name="强 李" userId="cd6c7ec7188785ae" providerId="LiveId" clId="{57F995F4-A061-40B7-A2D8-F33AF6A8A4CC}" dt="2024-11-02T12:53:43.549" v="1830"/>
          <ac:spMkLst>
            <pc:docMk/>
            <pc:sldMk cId="2691584882" sldId="618"/>
            <ac:spMk id="2" creationId="{8CFE9FA0-5B45-C92C-4BB9-77D1DB9B18FF}"/>
          </ac:spMkLst>
        </pc:spChg>
      </pc:sldChg>
      <pc:sldChg chg="modSp add mod">
        <pc:chgData name="强 李" userId="cd6c7ec7188785ae" providerId="LiveId" clId="{57F995F4-A061-40B7-A2D8-F33AF6A8A4CC}" dt="2024-11-02T12:53:14.374" v="1827" actId="20577"/>
        <pc:sldMkLst>
          <pc:docMk/>
          <pc:sldMk cId="1157853694" sldId="619"/>
        </pc:sldMkLst>
        <pc:spChg chg="mod">
          <ac:chgData name="强 李" userId="cd6c7ec7188785ae" providerId="LiveId" clId="{57F995F4-A061-40B7-A2D8-F33AF6A8A4CC}" dt="2024-11-02T12:53:14.374" v="1827" actId="20577"/>
          <ac:spMkLst>
            <pc:docMk/>
            <pc:sldMk cId="1157853694" sldId="619"/>
            <ac:spMk id="2" creationId="{58483D90-E768-7523-F9DD-BE94C16ECFA3}"/>
          </ac:spMkLst>
        </pc:spChg>
      </pc:sldChg>
      <pc:sldChg chg="modSp add mod">
        <pc:chgData name="强 李" userId="cd6c7ec7188785ae" providerId="LiveId" clId="{57F995F4-A061-40B7-A2D8-F33AF6A8A4CC}" dt="2024-11-02T13:07:36.257" v="2111" actId="6549"/>
        <pc:sldMkLst>
          <pc:docMk/>
          <pc:sldMk cId="2792115915" sldId="620"/>
        </pc:sldMkLst>
        <pc:spChg chg="mod">
          <ac:chgData name="强 李" userId="cd6c7ec7188785ae" providerId="LiveId" clId="{57F995F4-A061-40B7-A2D8-F33AF6A8A4CC}" dt="2024-11-02T13:07:36.257" v="2111" actId="6549"/>
          <ac:spMkLst>
            <pc:docMk/>
            <pc:sldMk cId="2792115915" sldId="620"/>
            <ac:spMk id="2" creationId="{890C0403-C3F5-99A7-BDF4-FBFEF09017E5}"/>
          </ac:spMkLst>
        </pc:spChg>
        <pc:spChg chg="mod">
          <ac:chgData name="强 李" userId="cd6c7ec7188785ae" providerId="LiveId" clId="{57F995F4-A061-40B7-A2D8-F33AF6A8A4CC}" dt="2024-11-02T12:55:10.242" v="1844"/>
          <ac:spMkLst>
            <pc:docMk/>
            <pc:sldMk cId="2792115915" sldId="620"/>
            <ac:spMk id="18" creationId="{5CE35AD2-F4FA-5352-7B1A-27CD3D4E02FD}"/>
          </ac:spMkLst>
        </pc:spChg>
      </pc:sldChg>
      <pc:sldChg chg="modSp add mod ord">
        <pc:chgData name="强 李" userId="cd6c7ec7188785ae" providerId="LiveId" clId="{57F995F4-A061-40B7-A2D8-F33AF6A8A4CC}" dt="2024-11-02T13:05:29.614" v="2036"/>
        <pc:sldMkLst>
          <pc:docMk/>
          <pc:sldMk cId="3157673540" sldId="621"/>
        </pc:sldMkLst>
        <pc:spChg chg="mod">
          <ac:chgData name="强 李" userId="cd6c7ec7188785ae" providerId="LiveId" clId="{57F995F4-A061-40B7-A2D8-F33AF6A8A4CC}" dt="2024-11-02T13:05:29.614" v="2036"/>
          <ac:spMkLst>
            <pc:docMk/>
            <pc:sldMk cId="3157673540" sldId="621"/>
            <ac:spMk id="2" creationId="{A19DDBC7-E39D-A475-4597-2F630F7B06D2}"/>
          </ac:spMkLst>
        </pc:spChg>
      </pc:sldChg>
      <pc:sldChg chg="modSp add mod">
        <pc:chgData name="强 李" userId="cd6c7ec7188785ae" providerId="LiveId" clId="{57F995F4-A061-40B7-A2D8-F33AF6A8A4CC}" dt="2024-11-02T13:09:06.139" v="2174" actId="6549"/>
        <pc:sldMkLst>
          <pc:docMk/>
          <pc:sldMk cId="1593641506" sldId="622"/>
        </pc:sldMkLst>
        <pc:spChg chg="mod">
          <ac:chgData name="强 李" userId="cd6c7ec7188785ae" providerId="LiveId" clId="{57F995F4-A061-40B7-A2D8-F33AF6A8A4CC}" dt="2024-11-02T13:09:06.139" v="2174" actId="6549"/>
          <ac:spMkLst>
            <pc:docMk/>
            <pc:sldMk cId="1593641506" sldId="622"/>
            <ac:spMk id="2" creationId="{8EC62038-A889-1C8A-AF37-EE47C74F3247}"/>
          </ac:spMkLst>
        </pc:spChg>
      </pc:sldChg>
      <pc:sldChg chg="modSp add mod">
        <pc:chgData name="强 李" userId="cd6c7ec7188785ae" providerId="LiveId" clId="{57F995F4-A061-40B7-A2D8-F33AF6A8A4CC}" dt="2024-11-02T13:16:48.252" v="2499" actId="6549"/>
        <pc:sldMkLst>
          <pc:docMk/>
          <pc:sldMk cId="3875507822" sldId="623"/>
        </pc:sldMkLst>
        <pc:spChg chg="mod">
          <ac:chgData name="强 李" userId="cd6c7ec7188785ae" providerId="LiveId" clId="{57F995F4-A061-40B7-A2D8-F33AF6A8A4CC}" dt="2024-11-02T13:16:48.252" v="2499" actId="6549"/>
          <ac:spMkLst>
            <pc:docMk/>
            <pc:sldMk cId="3875507822" sldId="623"/>
            <ac:spMk id="2" creationId="{8AEE340B-638C-3B5B-0CB1-93659AF10D8B}"/>
          </ac:spMkLst>
        </pc:spChg>
      </pc:sldChg>
      <pc:sldChg chg="modSp add mod">
        <pc:chgData name="强 李" userId="cd6c7ec7188785ae" providerId="LiveId" clId="{57F995F4-A061-40B7-A2D8-F33AF6A8A4CC}" dt="2024-11-02T13:19:23.631" v="2540" actId="6549"/>
        <pc:sldMkLst>
          <pc:docMk/>
          <pc:sldMk cId="1276158091" sldId="624"/>
        </pc:sldMkLst>
        <pc:spChg chg="mod">
          <ac:chgData name="强 李" userId="cd6c7ec7188785ae" providerId="LiveId" clId="{57F995F4-A061-40B7-A2D8-F33AF6A8A4CC}" dt="2024-11-02T13:19:23.631" v="2540" actId="6549"/>
          <ac:spMkLst>
            <pc:docMk/>
            <pc:sldMk cId="1276158091" sldId="624"/>
            <ac:spMk id="2" creationId="{BA6AAA3A-5E21-21C6-CE9D-7D088081E8CA}"/>
          </ac:spMkLst>
        </pc:spChg>
      </pc:sldChg>
      <pc:sldChg chg="modSp add mod">
        <pc:chgData name="强 李" userId="cd6c7ec7188785ae" providerId="LiveId" clId="{57F995F4-A061-40B7-A2D8-F33AF6A8A4CC}" dt="2024-11-02T13:20:26.388" v="2546" actId="6549"/>
        <pc:sldMkLst>
          <pc:docMk/>
          <pc:sldMk cId="3770578822" sldId="625"/>
        </pc:sldMkLst>
        <pc:spChg chg="mod">
          <ac:chgData name="强 李" userId="cd6c7ec7188785ae" providerId="LiveId" clId="{57F995F4-A061-40B7-A2D8-F33AF6A8A4CC}" dt="2024-11-02T13:20:26.388" v="2546" actId="6549"/>
          <ac:spMkLst>
            <pc:docMk/>
            <pc:sldMk cId="3770578822" sldId="625"/>
            <ac:spMk id="2" creationId="{F36D0FF2-8C1B-FC90-3A2D-771CB5F75037}"/>
          </ac:spMkLst>
        </pc:spChg>
      </pc:sldChg>
      <pc:sldChg chg="modSp add mod">
        <pc:chgData name="强 李" userId="cd6c7ec7188785ae" providerId="LiveId" clId="{57F995F4-A061-40B7-A2D8-F33AF6A8A4CC}" dt="2024-11-02T13:21:40.327" v="2640" actId="15"/>
        <pc:sldMkLst>
          <pc:docMk/>
          <pc:sldMk cId="435738991" sldId="626"/>
        </pc:sldMkLst>
        <pc:spChg chg="mod">
          <ac:chgData name="强 李" userId="cd6c7ec7188785ae" providerId="LiveId" clId="{57F995F4-A061-40B7-A2D8-F33AF6A8A4CC}" dt="2024-11-02T13:21:40.327" v="2640" actId="15"/>
          <ac:spMkLst>
            <pc:docMk/>
            <pc:sldMk cId="435738991" sldId="626"/>
            <ac:spMk id="2" creationId="{6A03688F-B9ED-BBED-4C87-C603632AB3E4}"/>
          </ac:spMkLst>
        </pc:spChg>
      </pc:sldChg>
      <pc:sldChg chg="modSp add mod">
        <pc:chgData name="强 李" userId="cd6c7ec7188785ae" providerId="LiveId" clId="{57F995F4-A061-40B7-A2D8-F33AF6A8A4CC}" dt="2024-11-02T13:23:17.901" v="2664" actId="6549"/>
        <pc:sldMkLst>
          <pc:docMk/>
          <pc:sldMk cId="691257325" sldId="627"/>
        </pc:sldMkLst>
        <pc:spChg chg="mod">
          <ac:chgData name="强 李" userId="cd6c7ec7188785ae" providerId="LiveId" clId="{57F995F4-A061-40B7-A2D8-F33AF6A8A4CC}" dt="2024-11-02T13:23:17.901" v="2664" actId="6549"/>
          <ac:spMkLst>
            <pc:docMk/>
            <pc:sldMk cId="691257325" sldId="627"/>
            <ac:spMk id="2" creationId="{A39EB7F4-EC9D-7BF9-3C71-30FD3DC940BE}"/>
          </ac:spMkLst>
        </pc:spChg>
      </pc:sldChg>
      <pc:sldChg chg="modSp add mod">
        <pc:chgData name="强 李" userId="cd6c7ec7188785ae" providerId="LiveId" clId="{57F995F4-A061-40B7-A2D8-F33AF6A8A4CC}" dt="2024-11-02T13:24:27.704" v="2686" actId="6549"/>
        <pc:sldMkLst>
          <pc:docMk/>
          <pc:sldMk cId="1661463099" sldId="628"/>
        </pc:sldMkLst>
        <pc:spChg chg="mod">
          <ac:chgData name="强 李" userId="cd6c7ec7188785ae" providerId="LiveId" clId="{57F995F4-A061-40B7-A2D8-F33AF6A8A4CC}" dt="2024-11-02T13:24:27.704" v="2686" actId="6549"/>
          <ac:spMkLst>
            <pc:docMk/>
            <pc:sldMk cId="1661463099" sldId="628"/>
            <ac:spMk id="2" creationId="{76682896-B38F-2862-F6E0-F08815A686A8}"/>
          </ac:spMkLst>
        </pc:spChg>
      </pc:sldChg>
      <pc:sldChg chg="add del">
        <pc:chgData name="强 李" userId="cd6c7ec7188785ae" providerId="LiveId" clId="{57F995F4-A061-40B7-A2D8-F33AF6A8A4CC}" dt="2024-11-02T13:24:48.333" v="2688" actId="47"/>
        <pc:sldMkLst>
          <pc:docMk/>
          <pc:sldMk cId="2950844517" sldId="629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modSp mod">
        <pc:chgData name="强 李" userId="cd6c7ec7188785ae" providerId="LiveId" clId="{1F788608-16AE-484E-BA0E-693D8C33E910}" dt="2024-08-24T02:44:12.507" v="879" actId="403"/>
        <pc:sldMkLst>
          <pc:docMk/>
          <pc:sldMk cId="0" sldId="425"/>
        </pc:sldMkLst>
        <pc:spChg chg="mod">
          <ac:chgData name="强 李" userId="cd6c7ec7188785ae" providerId="LiveId" clId="{1F788608-16AE-484E-BA0E-693D8C33E910}" dt="2024-08-24T02:44:12.507" v="879" actId="403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1F788608-16AE-484E-BA0E-693D8C33E910}" dt="2024-08-24T00:52:30.863" v="856"/>
        <pc:sldMkLst>
          <pc:docMk/>
          <pc:sldMk cId="54695671" sldId="531"/>
        </pc:sldMkLst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1F788608-16AE-484E-BA0E-693D8C33E910}" dt="2024-08-24T00:52:30.863" v="856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1" creationId="{8F585226-39A8-96AE-40A3-878704581BB6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  <pc:spChg chg="add del mod">
          <ac:chgData name="强 李" userId="cd6c7ec7188785ae" providerId="LiveId" clId="{1F788608-16AE-484E-BA0E-693D8C33E910}" dt="2024-08-24T03:13:19.605" v="1412" actId="478"/>
          <ac:spMkLst>
            <pc:docMk/>
            <pc:sldMk cId="1242525785" sldId="54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3:15:55.546" v="1470"/>
          <ac:spMkLst>
            <pc:docMk/>
            <pc:sldMk cId="1242525785" sldId="543"/>
            <ac:spMk id="4" creationId="{9744BC9E-F0B2-AD37-F3BD-19B461A4AF13}"/>
          </ac:spMkLst>
        </pc:spChg>
        <pc:spChg chg="del mod">
          <ac:chgData name="强 李" userId="cd6c7ec7188785ae" providerId="LiveId" clId="{1F788608-16AE-484E-BA0E-693D8C33E910}" dt="2024-08-24T03:13:48.477" v="1416" actId="478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1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3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4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5" creationId="{EDDBB197-D710-4A4F-A9CA-FD2177498BE8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6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7" creationId="{975D1CFA-2CDB-4B64-BD9F-85744E8DA12F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1" creationId="{AE2B703B-46F9-481A-A605-82E2A828C4FA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2" creationId="{F13BE4D7-0C3D-4906-B230-A1C5B4665CCF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5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6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09:33.968" v="1369" actId="26606"/>
          <ac:spMkLst>
            <pc:docMk/>
            <pc:sldMk cId="1242525785" sldId="543"/>
            <ac:spMk id="49" creationId="{2659FDB4-FCBE-4A89-B46D-43D4FA54464D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2" creationId="{7517A47C-B2E5-4B79-8061-D74B1311AF6E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3" creationId="{2E442304-DDBD-4F7B-8017-36BCC863FB40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4" creationId="{5E107275-3853-46FD-A241-DE4355A42675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6" creationId="{C505E780-2083-4CB5-A42A-5E0E2908ECC3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57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8" creationId="{D2C0AE1C-0118-41AE-8A10-7CDCBF10E96F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9" creationId="{463EEC44-1BA3-44ED-81FC-A644B04B2A44}"/>
          </ac:spMkLst>
        </pc:spChg>
        <pc:spChg chg="add del">
          <ac:chgData name="强 李" userId="cd6c7ec7188785ae" providerId="LiveId" clId="{1F788608-16AE-484E-BA0E-693D8C33E910}" dt="2024-08-24T03:12:25.241" v="1400" actId="26606"/>
          <ac:spMkLst>
            <pc:docMk/>
            <pc:sldMk cId="1242525785" sldId="543"/>
            <ac:spMk id="63" creationId="{C7CCC60B-4D42-4FE4-BCB2-A713F52D08DA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4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5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67" creationId="{B5416EBC-B41E-4F8A-BE9F-07301B682CBD}"/>
          </ac:spMkLst>
        </pc:spChg>
        <pc:spChg chg="add del">
          <ac:chgData name="强 李" userId="cd6c7ec7188785ae" providerId="LiveId" clId="{1F788608-16AE-484E-BA0E-693D8C33E910}" dt="2024-08-24T03:10:53.218" v="1389" actId="26606"/>
          <ac:spMkLst>
            <pc:docMk/>
            <pc:sldMk cId="1242525785" sldId="543"/>
            <ac:spMk id="69" creationId="{7AADB56C-BA56-4D1E-A42A-A07A474446EC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71" creationId="{AFF79527-C7F1-4E06-8126-A8E8C5FEBFCA}"/>
          </ac:spMkLst>
        </pc:spChg>
        <pc:spChg chg="add del">
          <ac:chgData name="强 李" userId="cd6c7ec7188785ae" providerId="LiveId" clId="{1F788608-16AE-484E-BA0E-693D8C33E910}" dt="2024-08-24T03:10:35.651" v="1383" actId="26606"/>
          <ac:spMkLst>
            <pc:docMk/>
            <pc:sldMk cId="1242525785" sldId="543"/>
            <ac:spMk id="72" creationId="{D1D34770-47A8-402C-AF23-2B653F2D88C1}"/>
          </ac:spMkLst>
        </pc:spChg>
        <pc:spChg chg="add del">
          <ac:chgData name="强 李" userId="cd6c7ec7188785ae" providerId="LiveId" clId="{1F788608-16AE-484E-BA0E-693D8C33E910}" dt="2024-08-24T03:10:56.674" v="1391" actId="26606"/>
          <ac:spMkLst>
            <pc:docMk/>
            <pc:sldMk cId="1242525785" sldId="543"/>
            <ac:spMk id="73" creationId="{59E6688D-1DED-48EA-8368-FCD09C0B764D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4" creationId="{835EF3DD-7D43-4A27-8967-A92FD8CC9365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5" creationId="{7025EFD5-738C-41B9-87FE-0C00E211BD8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78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0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1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83" creationId="{55986208-8A53-4E92-9197-6B57BCCB2F37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5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7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8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0" creationId="{590F0732-1310-424D-AA1D-6CB7D4862AF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1" creationId="{6C735625-AF2A-411F-ACEB-29A708A94EA6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3" creationId="{AE5A632B-B15A-489E-8337-BC0F40DBC21F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4" creationId="{6E895C8D-1379-40B8-8B1B-B6F5AEAF0A6C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5" creationId="{651547D7-AD18-407B-A5F4-F8225B5DCFCC}"/>
          </ac:spMkLst>
        </pc:s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28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40.800" v="1373" actId="26606"/>
          <ac:grpSpMkLst>
            <pc:docMk/>
            <pc:sldMk cId="1242525785" sldId="543"/>
            <ac:grpSpMk id="29" creationId="{25EE5136-01F1-466C-962D-BA9B4C6757AA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31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32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44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0:56.674" v="1391" actId="26606"/>
          <ac:grpSpMkLst>
            <pc:docMk/>
            <pc:sldMk cId="1242525785" sldId="543"/>
            <ac:grpSpMk id="82" creationId="{16BD38F4-5888-4B5B-836C-A316C5223270}"/>
          </ac:grpSpMkLst>
        </pc:grpChg>
        <pc:graphicFrameChg chg="add mod modGraphic">
          <ac:chgData name="强 李" userId="cd6c7ec7188785ae" providerId="LiveId" clId="{1F788608-16AE-484E-BA0E-693D8C33E910}" dt="2024-08-24T03:15:57.159" v="1477" actId="1076"/>
          <ac:graphicFrameMkLst>
            <pc:docMk/>
            <pc:sldMk cId="1242525785" sldId="543"/>
            <ac:graphicFrameMk id="3" creationId="{FBB59DDB-DEE3-D1A2-0F52-6A3E2F20A33E}"/>
          </ac:graphicFrameMkLst>
        </pc:graphicFrameChg>
        <pc:graphicFrameChg chg="add del">
          <ac:chgData name="强 李" userId="cd6c7ec7188785ae" providerId="LiveId" clId="{1F788608-16AE-484E-BA0E-693D8C33E910}" dt="2024-08-24T03:09:18.316" v="1363" actId="26606"/>
          <ac:graphicFrameMkLst>
            <pc:docMk/>
            <pc:sldMk cId="1242525785" sldId="543"/>
            <ac:graphicFrameMk id="20" creationId="{2A1B1BAD-45B8-A0EA-B430-3B82623A8759}"/>
          </ac:graphicFrameMkLst>
        </pc:graphicFrameChg>
        <pc:graphicFrameChg chg="add del">
          <ac:chgData name="强 李" userId="cd6c7ec7188785ae" providerId="LiveId" clId="{1F788608-16AE-484E-BA0E-693D8C33E910}" dt="2024-08-24T03:09:22.790" v="1365" actId="26606"/>
          <ac:graphicFrameMkLst>
            <pc:docMk/>
            <pc:sldMk cId="1242525785" sldId="543"/>
            <ac:graphicFrameMk id="43" creationId="{34D802D4-8054-A8A6-2DAF-466223B82652}"/>
          </ac:graphicFrameMkLst>
        </pc:graphicFrameChg>
        <pc:graphicFrameChg chg="add del">
          <ac:chgData name="强 李" userId="cd6c7ec7188785ae" providerId="LiveId" clId="{1F788608-16AE-484E-BA0E-693D8C33E910}" dt="2024-08-24T03:09:32.601" v="1367" actId="26606"/>
          <ac:graphicFrameMkLst>
            <pc:docMk/>
            <pc:sldMk cId="1242525785" sldId="543"/>
            <ac:graphicFrameMk id="47" creationId="{42B0B213-B12F-23DE-07EB-27937D180E08}"/>
          </ac:graphicFrameMkLst>
        </pc:graphicFrameChg>
        <pc:graphicFrameChg chg="add del">
          <ac:chgData name="强 李" userId="cd6c7ec7188785ae" providerId="LiveId" clId="{1F788608-16AE-484E-BA0E-693D8C33E910}" dt="2024-08-24T03:11:28.859" v="1397" actId="26606"/>
          <ac:graphicFrameMkLst>
            <pc:docMk/>
            <pc:sldMk cId="1242525785" sldId="543"/>
            <ac:graphicFrameMk id="48" creationId="{955A83CE-82F9-4FA2-5567-106F9D79EEC8}"/>
          </ac:graphicFrameMkLst>
        </pc:graphicFrameChg>
        <pc:graphicFrameChg chg="add del">
          <ac:chgData name="强 李" userId="cd6c7ec7188785ae" providerId="LiveId" clId="{1F788608-16AE-484E-BA0E-693D8C33E910}" dt="2024-08-24T03:09:33.968" v="1369" actId="26606"/>
          <ac:graphicFrameMkLst>
            <pc:docMk/>
            <pc:sldMk cId="1242525785" sldId="543"/>
            <ac:graphicFrameMk id="51" creationId="{CA4C2C80-BCC4-62A3-26DE-55543D4CF541}"/>
          </ac:graphicFrameMkLst>
        </pc:graphicFrameChg>
        <pc:graphicFrameChg chg="add del">
          <ac:chgData name="强 李" userId="cd6c7ec7188785ae" providerId="LiveId" clId="{1F788608-16AE-484E-BA0E-693D8C33E910}" dt="2024-08-24T03:09:37.014" v="1371" actId="26606"/>
          <ac:graphicFrameMkLst>
            <pc:docMk/>
            <pc:sldMk cId="1242525785" sldId="543"/>
            <ac:graphicFrameMk id="55" creationId="{6B6BBB9F-05AD-0E35-3563-F1D423A45B15}"/>
          </ac:graphicFrameMkLst>
        </pc:graphicFrameChg>
        <pc:graphicFrameChg chg="add del">
          <ac:chgData name="强 李" userId="cd6c7ec7188785ae" providerId="LiveId" clId="{1F788608-16AE-484E-BA0E-693D8C33E910}" dt="2024-08-24T03:09:42.743" v="1375" actId="26606"/>
          <ac:graphicFrameMkLst>
            <pc:docMk/>
            <pc:sldMk cId="1242525785" sldId="543"/>
            <ac:graphicFrameMk id="60" creationId="{53C2FF10-0D8D-A406-D8BD-068AA479EB41}"/>
          </ac:graphicFrameMkLst>
        </pc:graphicFrameChg>
        <pc:graphicFrameChg chg="add del mod modGraphic">
          <ac:chgData name="强 李" userId="cd6c7ec7188785ae" providerId="LiveId" clId="{1F788608-16AE-484E-BA0E-693D8C33E910}" dt="2024-08-24T03:13:05.052" v="1409" actId="26606"/>
          <ac:graphicFrameMkLst>
            <pc:docMk/>
            <pc:sldMk cId="1242525785" sldId="543"/>
            <ac:graphicFrameMk id="61" creationId="{CE444872-B963-636C-6B44-772EB40CCEA0}"/>
          </ac:graphicFrameMkLst>
        </pc:graphicFrameChg>
        <pc:graphicFrameChg chg="add del">
          <ac:chgData name="强 李" userId="cd6c7ec7188785ae" providerId="LiveId" clId="{1F788608-16AE-484E-BA0E-693D8C33E910}" dt="2024-08-24T03:09:46.172" v="1377" actId="26606"/>
          <ac:graphicFrameMkLst>
            <pc:docMk/>
            <pc:sldMk cId="1242525785" sldId="543"/>
            <ac:graphicFrameMk id="62" creationId="{53B6355C-8CEF-095A-93ED-BC3B0E8BF6F2}"/>
          </ac:graphicFrameMkLst>
        </pc:graphicFrameChg>
        <pc:graphicFrameChg chg="add del mod modGraphic">
          <ac:chgData name="强 李" userId="cd6c7ec7188785ae" providerId="LiveId" clId="{1F788608-16AE-484E-BA0E-693D8C33E910}" dt="2024-08-24T03:11:00.593" v="1395" actId="26606"/>
          <ac:graphicFrameMkLst>
            <pc:docMk/>
            <pc:sldMk cId="1242525785" sldId="543"/>
            <ac:graphicFrameMk id="66" creationId="{42B0B213-B12F-23DE-07EB-27937D180E08}"/>
          </ac:graphicFrameMkLst>
        </pc:graphicFrameChg>
        <pc:picChg chg="add del">
          <ac:chgData name="强 李" userId="cd6c7ec7188785ae" providerId="LiveId" clId="{1F788608-16AE-484E-BA0E-693D8C33E910}" dt="2024-08-24T03:09:40.800" v="1373" actId="26606"/>
          <ac:picMkLst>
            <pc:docMk/>
            <pc:sldMk cId="1242525785" sldId="543"/>
            <ac:picMk id="22" creationId="{FEE09F44-F9AA-A063-E627-65424AAADF11}"/>
          </ac:picMkLst>
        </pc:picChg>
        <pc:picChg chg="add del">
          <ac:chgData name="强 李" userId="cd6c7ec7188785ae" providerId="LiveId" clId="{1F788608-16AE-484E-BA0E-693D8C33E910}" dt="2024-08-24T03:10:35.651" v="1383" actId="26606"/>
          <ac:picMkLst>
            <pc:docMk/>
            <pc:sldMk cId="1242525785" sldId="543"/>
            <ac:picMk id="68" creationId="{000FCCA7-0488-9968-4A2B-0047F8254F02}"/>
          </ac:picMkLst>
        </pc:picChg>
        <pc:picChg chg="add del">
          <ac:chgData name="强 李" userId="cd6c7ec7188785ae" providerId="LiveId" clId="{1F788608-16AE-484E-BA0E-693D8C33E910}" dt="2024-08-24T03:10:53.218" v="1389" actId="26606"/>
          <ac:picMkLst>
            <pc:docMk/>
            <pc:sldMk cId="1242525785" sldId="543"/>
            <ac:picMk id="70" creationId="{51912864-9BA9-75DB-0713-7D834FA7B0AF}"/>
          </ac:picMkLst>
        </pc:picChg>
        <pc:picChg chg="add del">
          <ac:chgData name="强 李" userId="cd6c7ec7188785ae" providerId="LiveId" clId="{1F788608-16AE-484E-BA0E-693D8C33E910}" dt="2024-08-24T03:10:38.512" v="1385" actId="26606"/>
          <ac:picMkLst>
            <pc:docMk/>
            <pc:sldMk cId="1242525785" sldId="543"/>
            <ac:picMk id="76" creationId="{39BE5F5A-1109-2216-CB58-CFC82530BB1D}"/>
          </ac:picMkLst>
        </pc:picChg>
        <pc:picChg chg="add del">
          <ac:chgData name="强 李" userId="cd6c7ec7188785ae" providerId="LiveId" clId="{1F788608-16AE-484E-BA0E-693D8C33E910}" dt="2024-08-24T03:10:56.674" v="1391" actId="26606"/>
          <ac:picMkLst>
            <pc:docMk/>
            <pc:sldMk cId="1242525785" sldId="543"/>
            <ac:picMk id="77" creationId="{4028A757-201C-782F-1634-74308AC2C281}"/>
          </ac:picMkLst>
        </pc:picChg>
        <pc:picChg chg="add del">
          <ac:chgData name="强 李" userId="cd6c7ec7188785ae" providerId="LiveId" clId="{1F788608-16AE-484E-BA0E-693D8C33E910}" dt="2024-08-24T03:10:42.484" v="1387" actId="26606"/>
          <ac:picMkLst>
            <pc:docMk/>
            <pc:sldMk cId="1242525785" sldId="543"/>
            <ac:picMk id="79" creationId="{78225370-FEEE-7B6A-2155-D85AC10A75C1}"/>
          </ac:picMkLst>
        </pc:picChg>
        <pc:picChg chg="add del">
          <ac:chgData name="强 李" userId="cd6c7ec7188785ae" providerId="LiveId" clId="{1F788608-16AE-484E-BA0E-693D8C33E910}" dt="2024-08-24T03:12:51.443" v="1404" actId="26606"/>
          <ac:picMkLst>
            <pc:docMk/>
            <pc:sldMk cId="1242525785" sldId="543"/>
            <ac:picMk id="86" creationId="{7DCC1181-0B7D-7A76-3C71-0D7FD8A6835C}"/>
          </ac:picMkLst>
        </pc:picChg>
        <pc:cxnChg chg="add del">
          <ac:chgData name="强 李" userId="cd6c7ec7188785ae" providerId="LiveId" clId="{1F788608-16AE-484E-BA0E-693D8C33E910}" dt="2024-08-24T03:09:33.968" v="1369" actId="26606"/>
          <ac:cxnSpMkLst>
            <pc:docMk/>
            <pc:sldMk cId="1242525785" sldId="543"/>
            <ac:cxnSpMk id="50" creationId="{C8F51B3F-8331-4E4A-AE96-D47B1006EEAD}"/>
          </ac:cxnSpMkLst>
        </pc:cxnChg>
      </pc:sldChg>
      <pc:sldChg chg="modSp mod">
        <pc:chgData name="强 李" userId="cd6c7ec7188785ae" providerId="LiveId" clId="{1F788608-16AE-484E-BA0E-693D8C33E910}" dt="2024-08-23T11:33:52.931" v="318"/>
        <pc:sldMkLst>
          <pc:docMk/>
          <pc:sldMk cId="419382719" sldId="552"/>
        </pc:sldMkLst>
        <pc:spChg chg="mod">
          <ac:chgData name="强 李" userId="cd6c7ec7188785ae" providerId="LiveId" clId="{1F788608-16AE-484E-BA0E-693D8C33E910}" dt="2024-08-23T11:33:52.931" v="318"/>
          <ac:spMkLst>
            <pc:docMk/>
            <pc:sldMk cId="419382719" sldId="552"/>
            <ac:spMk id="18" creationId="{00000000-0000-0000-0000-000000000000}"/>
          </ac:spMkLst>
        </pc:spChg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  <pc:spChg chg="mod">
          <ac:chgData name="强 李" userId="cd6c7ec7188785ae" providerId="LiveId" clId="{1F788608-16AE-484E-BA0E-693D8C33E910}" dt="2024-08-24T02:51:05.540" v="938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2:48:39.860" v="894" actId="1076"/>
          <ac:spMkLst>
            <pc:docMk/>
            <pc:sldMk cId="530530540" sldId="553"/>
            <ac:spMk id="6" creationId="{8D684FDC-0FF7-89F2-9187-5F0E9ED8CA01}"/>
          </ac:spMkLst>
        </pc:spChg>
        <pc:spChg chg="add mod">
          <ac:chgData name="强 李" userId="cd6c7ec7188785ae" providerId="LiveId" clId="{1F788608-16AE-484E-BA0E-693D8C33E910}" dt="2024-08-24T02:52:58.962" v="954" actId="1076"/>
          <ac:spMkLst>
            <pc:docMk/>
            <pc:sldMk cId="530530540" sldId="553"/>
            <ac:spMk id="8" creationId="{45389BD0-E388-0097-466C-F26299510F99}"/>
          </ac:spMkLst>
        </pc:spChg>
        <pc:spChg chg="add mod">
          <ac:chgData name="强 李" userId="cd6c7ec7188785ae" providerId="LiveId" clId="{1F788608-16AE-484E-BA0E-693D8C33E910}" dt="2024-08-24T02:53:56.302" v="963" actId="1038"/>
          <ac:spMkLst>
            <pc:docMk/>
            <pc:sldMk cId="530530540" sldId="553"/>
            <ac:spMk id="9" creationId="{90D08CFA-8FF2-B85A-F2F5-2DA8F5683277}"/>
          </ac:spMkLst>
        </pc:spChg>
        <pc:spChg chg="mod">
          <ac:chgData name="强 李" userId="cd6c7ec7188785ae" providerId="LiveId" clId="{1F788608-16AE-484E-BA0E-693D8C33E910}" dt="2024-08-23T11:49:33.655" v="765" actId="1076"/>
          <ac:spMkLst>
            <pc:docMk/>
            <pc:sldMk cId="530530540" sldId="55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0" creationId="{5C8908E2-EE49-44D2-9428-A28D2312A8D5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4" creationId="{8B88B599-C539-4F18-A32A-40207EC6E21A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31" creationId="{ED888B23-07FA-482A-96DF-47E31AF1A603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3" creationId="{2B97F24A-32CE-4C1C-A50D-3016B394DCFB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4" creationId="{CD8B4F24-440B-49E9-B85D-733523DC064B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6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7" creationId="{59383CF9-23B5-4335-9B21-1791C4CF1C75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9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70" creationId="{59383CF9-23B5-4335-9B21-1791C4CF1C75}"/>
          </ac:spMkLst>
        </pc:spChg>
        <pc:grpChg chg="add del">
          <ac:chgData name="强 李" userId="cd6c7ec7188785ae" providerId="LiveId" clId="{1F788608-16AE-484E-BA0E-693D8C33E910}" dt="2024-08-23T11:46:43.755" v="710" actId="26606"/>
          <ac:grpSpMkLst>
            <pc:docMk/>
            <pc:sldMk cId="530530540" sldId="553"/>
            <ac:grpSpMk id="21" creationId="{B29018A0-5DE6-4CC9-AB25-675616AF7225}"/>
          </ac:grpSpMkLst>
        </pc:grpChg>
        <pc:grpChg chg="add del">
          <ac:chgData name="强 李" userId="cd6c7ec7188785ae" providerId="LiveId" clId="{1F788608-16AE-484E-BA0E-693D8C33E910}" dt="2024-08-23T11:47:00.530" v="716" actId="26606"/>
          <ac:grpSpMkLst>
            <pc:docMk/>
            <pc:sldMk cId="530530540" sldId="553"/>
            <ac:grpSpMk id="43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02.266" v="718" actId="26606"/>
          <ac:grpSpMkLst>
            <pc:docMk/>
            <pc:sldMk cId="530530540" sldId="553"/>
            <ac:grpSpMk id="47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11.451" v="722" actId="26606"/>
          <ac:grpSpMkLst>
            <pc:docMk/>
            <pc:sldMk cId="530530540" sldId="553"/>
            <ac:grpSpMk id="53" creationId="{6258F736-B256-8039-9DC6-F4E49A5C5AD5}"/>
          </ac:grpSpMkLst>
        </pc:grpChg>
        <pc:grpChg chg="add del">
          <ac:chgData name="强 李" userId="cd6c7ec7188785ae" providerId="LiveId" clId="{1F788608-16AE-484E-BA0E-693D8C33E910}" dt="2024-08-23T11:47:14.259" v="726" actId="26606"/>
          <ac:grpSpMkLst>
            <pc:docMk/>
            <pc:sldMk cId="530530540" sldId="553"/>
            <ac:grpSpMk id="57" creationId="{1FD67D68-9B83-C338-8342-3348D8F22347}"/>
          </ac:grpSpMkLst>
        </pc:grpChg>
        <pc:graphicFrameChg chg="add mod modGraphic">
          <ac:chgData name="强 李" userId="cd6c7ec7188785ae" providerId="LiveId" clId="{1F788608-16AE-484E-BA0E-693D8C33E910}" dt="2024-08-24T02:50:15.336" v="902" actId="12385"/>
          <ac:graphicFrameMkLst>
            <pc:docMk/>
            <pc:sldMk cId="530530540" sldId="553"/>
            <ac:graphicFrameMk id="3" creationId="{92FE9AF6-DC4E-CA6E-D418-D12FF887DACD}"/>
          </ac:graphicFrameMkLst>
        </pc:graphicFrameChg>
        <pc:graphicFrameChg chg="add del mod modGraphic">
          <ac:chgData name="强 李" userId="cd6c7ec7188785ae" providerId="LiveId" clId="{1F788608-16AE-484E-BA0E-693D8C33E910}" dt="2024-08-23T11:48:04.368" v="740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  <pc:cxnChg chg="add mod">
          <ac:chgData name="强 李" userId="cd6c7ec7188785ae" providerId="LiveId" clId="{1F788608-16AE-484E-BA0E-693D8C33E910}" dt="2024-08-24T02:54:21.908" v="965" actId="14100"/>
          <ac:cxnSpMkLst>
            <pc:docMk/>
            <pc:sldMk cId="530530540" sldId="553"/>
            <ac:cxnSpMk id="11" creationId="{F08425F2-0B6C-B005-DB21-CFAD782922F2}"/>
          </ac:cxnSpMkLst>
        </pc:cxnChg>
        <pc:cxnChg chg="add">
          <ac:chgData name="强 李" userId="cd6c7ec7188785ae" providerId="LiveId" clId="{1F788608-16AE-484E-BA0E-693D8C33E910}" dt="2024-08-23T11:49:28.115" v="764" actId="26606"/>
          <ac:cxnSpMkLst>
            <pc:docMk/>
            <pc:sldMk cId="530530540" sldId="553"/>
            <ac:cxnSpMk id="22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08.106" v="720" actId="26606"/>
          <ac:cxnSpMkLst>
            <pc:docMk/>
            <pc:sldMk cId="530530540" sldId="553"/>
            <ac:cxnSpMk id="51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12.610" v="724" actId="26606"/>
          <ac:cxnSpMkLst>
            <pc:docMk/>
            <pc:sldMk cId="530530540" sldId="553"/>
            <ac:cxnSpMk id="55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52.410" v="734" actId="26606"/>
          <ac:cxnSpMkLst>
            <pc:docMk/>
            <pc:sldMk cId="530530540" sldId="553"/>
            <ac:cxnSpMk id="59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4.134" v="729" actId="26606"/>
          <ac:cxnSpMkLst>
            <pc:docMk/>
            <pc:sldMk cId="530530540" sldId="553"/>
            <ac:cxnSpMk id="64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5.746" v="731" actId="26606"/>
          <ac:cxnSpMkLst>
            <pc:docMk/>
            <pc:sldMk cId="530530540" sldId="553"/>
            <ac:cxnSpMk id="66" creationId="{FC23E3B9-5ABF-58B3-E2B0-E9A5DAA90037}"/>
          </ac:cxnSpMkLst>
        </pc:cxnChg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  <pc:spChg chg="del mod">
          <ac:chgData name="强 李" userId="cd6c7ec7188785ae" providerId="LiveId" clId="{1F788608-16AE-484E-BA0E-693D8C33E910}" dt="2024-08-23T11:31:33.206" v="304" actId="478"/>
          <ac:spMkLst>
            <pc:docMk/>
            <pc:sldMk cId="3418790839" sldId="554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32:03.242" v="312" actId="478"/>
          <ac:spMkLst>
            <pc:docMk/>
            <pc:sldMk cId="3418790839" sldId="554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1:32:00.956" v="311" actId="14100"/>
          <ac:spMkLst>
            <pc:docMk/>
            <pc:sldMk cId="3418790839" sldId="554"/>
            <ac:spMk id="18" creationId="{00000000-0000-0000-0000-000000000000}"/>
          </ac:spMkLst>
        </pc:spChg>
        <pc:grpChg chg="del">
          <ac:chgData name="强 李" userId="cd6c7ec7188785ae" providerId="LiveId" clId="{1F788608-16AE-484E-BA0E-693D8C33E910}" dt="2024-08-23T11:31:25.855" v="303" actId="478"/>
          <ac:grpSpMkLst>
            <pc:docMk/>
            <pc:sldMk cId="3418790839" sldId="554"/>
            <ac:grpSpMk id="4" creationId="{67CFBFED-23BA-58E2-0492-595457A1DA5E}"/>
          </ac:grpSpMkLst>
        </pc:grpChg>
        <pc:grpChg chg="del">
          <ac:chgData name="强 李" userId="cd6c7ec7188785ae" providerId="LiveId" clId="{1F788608-16AE-484E-BA0E-693D8C33E910}" dt="2024-08-23T11:31:39.655" v="306" actId="478"/>
          <ac:grpSpMkLst>
            <pc:docMk/>
            <pc:sldMk cId="3418790839" sldId="554"/>
            <ac:grpSpMk id="6" creationId="{56CD5BD2-A0CC-7D0E-3BD1-0613845A3BF3}"/>
          </ac:grpSpMkLst>
        </pc:grpChg>
        <pc:grpChg chg="del">
          <ac:chgData name="强 李" userId="cd6c7ec7188785ae" providerId="LiveId" clId="{1F788608-16AE-484E-BA0E-693D8C33E910}" dt="2024-08-23T11:31:40.574" v="307" actId="478"/>
          <ac:grpSpMkLst>
            <pc:docMk/>
            <pc:sldMk cId="3418790839" sldId="554"/>
            <ac:grpSpMk id="7" creationId="{4910B73A-3062-7867-777F-E107D91F1F13}"/>
          </ac:grpSpMkLst>
        </pc:grpChg>
        <pc:graphicFrameChg chg="add mod modGraphic">
          <ac:chgData name="强 李" userId="cd6c7ec7188785ae" providerId="LiveId" clId="{1F788608-16AE-484E-BA0E-693D8C33E910}" dt="2024-08-24T02:43:55.075" v="876"/>
          <ac:graphicFrameMkLst>
            <pc:docMk/>
            <pc:sldMk cId="3418790839" sldId="554"/>
            <ac:graphicFrameMk id="3" creationId="{7EB314CC-7FA2-2824-BC32-28291A20FBE2}"/>
          </ac:graphicFrameMkLst>
        </pc:graphicFrameChg>
        <pc:cxnChg chg="del mod">
          <ac:chgData name="强 李" userId="cd6c7ec7188785ae" providerId="LiveId" clId="{1F788608-16AE-484E-BA0E-693D8C33E910}" dt="2024-08-23T11:31:41.915" v="308" actId="478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  <pc:spChg chg="mod">
          <ac:chgData name="强 李" userId="cd6c7ec7188785ae" providerId="LiveId" clId="{1F788608-16AE-484E-BA0E-693D8C33E910}" dt="2024-08-22T09:14:03.896" v="0" actId="6549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  <pc:spChg chg="mod">
          <ac:chgData name="强 李" userId="cd6c7ec7188785ae" providerId="LiveId" clId="{1F788608-16AE-484E-BA0E-693D8C33E910}" dt="2024-08-24T02:59:04.488" v="1103" actId="6549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  <pc:spChg chg="mod">
          <ac:chgData name="强 李" userId="cd6c7ec7188785ae" providerId="LiveId" clId="{1F788608-16AE-484E-BA0E-693D8C33E910}" dt="2024-08-24T02:56:14.606" v="992" actId="1036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2:56:20.267" v="1006" actId="1035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1F788608-16AE-484E-BA0E-693D8C33E910}" dt="2024-08-24T03:01:59.493" v="119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1F788608-16AE-484E-BA0E-693D8C33E910}" dt="2024-08-24T02:56:34.016" v="1042" actId="1035"/>
          <ac:spMkLst>
            <pc:docMk/>
            <pc:sldMk cId="3921434846" sldId="587"/>
            <ac:spMk id="5" creationId="{EA83E63F-1A84-4C77-F88A-67457B349D94}"/>
          </ac:spMkLst>
        </pc:spChg>
        <pc:spChg chg="del">
          <ac:chgData name="强 李" userId="cd6c7ec7188785ae" providerId="LiveId" clId="{1F788608-16AE-484E-BA0E-693D8C33E910}" dt="2024-08-24T02:55:07.630" v="966" actId="478"/>
          <ac:spMkLst>
            <pc:docMk/>
            <pc:sldMk cId="3921434846" sldId="587"/>
            <ac:spMk id="7" creationId="{A3AF7693-1B01-A7BF-B591-CA40ADA64FCF}"/>
          </ac:spMkLst>
        </pc:spChg>
        <pc:spChg chg="mod">
          <ac:chgData name="强 李" userId="cd6c7ec7188785ae" providerId="LiveId" clId="{1F788608-16AE-484E-BA0E-693D8C33E910}" dt="2024-08-24T02:56:30.188" v="1033" actId="1035"/>
          <ac:spMkLst>
            <pc:docMk/>
            <pc:sldMk cId="3921434846" sldId="587"/>
            <ac:spMk id="8" creationId="{16D8AC54-27F5-A2FE-FDAD-C66FFAE80155}"/>
          </ac:spMkLst>
        </pc:spChg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  <pc:spChg chg="mod">
          <ac:chgData name="强 李" userId="cd6c7ec7188785ae" providerId="LiveId" clId="{1F788608-16AE-484E-BA0E-693D8C33E910}" dt="2024-08-23T11:44:40.504" v="696" actId="20577"/>
          <ac:spMkLst>
            <pc:docMk/>
            <pc:sldMk cId="534191096" sldId="589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42:36.228" v="448" actId="478"/>
          <ac:spMkLst>
            <pc:docMk/>
            <pc:sldMk cId="534191096" sldId="589"/>
            <ac:spMk id="3" creationId="{1AB8738D-A1FE-4D54-0F21-BB9DBE4AC2AD}"/>
          </ac:spMkLst>
        </pc:spChg>
        <pc:spChg chg="del">
          <ac:chgData name="强 李" userId="cd6c7ec7188785ae" providerId="LiveId" clId="{1F788608-16AE-484E-BA0E-693D8C33E910}" dt="2024-08-23T11:42:33.255" v="444" actId="478"/>
          <ac:spMkLst>
            <pc:docMk/>
            <pc:sldMk cId="534191096" sldId="589"/>
            <ac:spMk id="4" creationId="{EAC312E4-EEF7-BC10-CF40-D9DFE5074984}"/>
          </ac:spMkLst>
        </pc:spChg>
        <pc:spChg chg="del">
          <ac:chgData name="强 李" userId="cd6c7ec7188785ae" providerId="LiveId" clId="{1F788608-16AE-484E-BA0E-693D8C33E910}" dt="2024-08-23T11:42:35.621" v="447" actId="478"/>
          <ac:spMkLst>
            <pc:docMk/>
            <pc:sldMk cId="534191096" sldId="589"/>
            <ac:spMk id="5" creationId="{713DDF87-D3EF-705D-B73A-8E85BB5DCB86}"/>
          </ac:spMkLst>
        </pc:spChg>
        <pc:spChg chg="del">
          <ac:chgData name="强 李" userId="cd6c7ec7188785ae" providerId="LiveId" clId="{1F788608-16AE-484E-BA0E-693D8C33E910}" dt="2024-08-23T11:42:34.895" v="446" actId="478"/>
          <ac:spMkLst>
            <pc:docMk/>
            <pc:sldMk cId="534191096" sldId="589"/>
            <ac:spMk id="6" creationId="{1583CA6D-E2C8-47E3-C865-AB9466112C52}"/>
          </ac:spMkLst>
        </pc:spChg>
        <pc:spChg chg="del">
          <ac:chgData name="强 李" userId="cd6c7ec7188785ae" providerId="LiveId" clId="{1F788608-16AE-484E-BA0E-693D8C33E910}" dt="2024-08-23T11:42:34.285" v="445" actId="478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  <pc:spChg chg="mod">
          <ac:chgData name="强 李" userId="cd6c7ec7188785ae" providerId="LiveId" clId="{1F788608-16AE-484E-BA0E-693D8C33E910}" dt="2024-08-24T03:05:09.231" v="1246" actId="20577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  <pc:spChg chg="mod">
          <ac:chgData name="强 李" userId="cd6c7ec7188785ae" providerId="LiveId" clId="{1F788608-16AE-484E-BA0E-693D8C33E910}" dt="2024-08-24T03:06:46.135" v="1249" actId="11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  <pc:spChg chg="mod">
          <ac:chgData name="强 李" userId="cd6c7ec7188785ae" providerId="LiveId" clId="{1F788608-16AE-484E-BA0E-693D8C33E910}" dt="2024-08-23T11:38:40.102" v="386" actId="20577"/>
          <ac:spMkLst>
            <pc:docMk/>
            <pc:sldMk cId="4046377894" sldId="592"/>
            <ac:spMk id="2" creationId="{00000000-0000-0000-0000-000000000000}"/>
          </ac:spMkLst>
        </pc:spChg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  <pc:spChg chg="add del 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3" creationId="{FF9BF7C3-9929-69BC-A1CA-30EBD45BF72F}"/>
          </ac:spMkLst>
        </pc:spChg>
        <pc:spChg chg="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18" creationId="{00000000-0000-0000-0000-000000000000}"/>
          </ac:spMkLst>
        </pc:spChg>
        <pc:graphicFrameChg chg="add del">
          <ac:chgData name="强 李" userId="cd6c7ec7188785ae" providerId="LiveId" clId="{1F788608-16AE-484E-BA0E-693D8C33E910}" dt="2024-08-23T10:44:13.138" v="206" actId="26606"/>
          <ac:graphicFrameMkLst>
            <pc:docMk/>
            <pc:sldMk cId="245500765" sldId="597"/>
            <ac:graphicFrameMk id="20" creationId="{90DF2DD1-0DF1-DEFE-EC3D-9E6F38B41F0D}"/>
          </ac:graphicFrameMkLst>
        </pc:graphicFrameChg>
        <pc:graphicFrameChg chg="add mod">
          <ac:chgData name="强 李" userId="cd6c7ec7188785ae" providerId="LiveId" clId="{1F788608-16AE-484E-BA0E-693D8C33E910}" dt="2024-08-23T11:27:52.918" v="251"/>
          <ac:graphicFrameMkLst>
            <pc:docMk/>
            <pc:sldMk cId="245500765" sldId="597"/>
            <ac:graphicFrameMk id="22" creationId="{9B09CA8F-84BF-FB29-2D15-27930842A84B}"/>
          </ac:graphicFrameMkLst>
        </pc:graphicFrameChg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8" creationId="{18B966AB-7D3A-E7C3-B2B0-BBE50B313EC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9" creationId="{1F5B6856-AF8A-4085-2AF6-D259C7449B9E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0" creationId="{7BEE8677-CFAD-6942-832E-87D52B896121}"/>
          </ac:spMkLst>
        </pc:spChg>
        <pc:spChg chg="mod">
          <ac:chgData name="强 李" userId="cd6c7ec7188785ae" providerId="LiveId" clId="{1F788608-16AE-484E-BA0E-693D8C33E910}" dt="2024-08-24T02:46:11.460" v="884" actId="108"/>
          <ac:spMkLst>
            <pc:docMk/>
            <pc:sldMk cId="3965997736" sldId="598"/>
            <ac:spMk id="11" creationId="{3CAB36DD-1A23-5A1B-C9B0-3F43FAF7A79F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2" creationId="{90FC4EF0-0582-7DC7-F53E-9A1A4B9AFC50}"/>
          </ac:spMkLst>
        </pc:spChg>
        <pc:spChg chg="mod">
          <ac:chgData name="强 李" userId="cd6c7ec7188785ae" providerId="LiveId" clId="{1F788608-16AE-484E-BA0E-693D8C33E910}" dt="2024-08-24T02:45:59.211" v="883" actId="108"/>
          <ac:spMkLst>
            <pc:docMk/>
            <pc:sldMk cId="3965997736" sldId="598"/>
            <ac:spMk id="13" creationId="{7DAB6BBF-A107-5EDA-C988-F2FCC0FA4ADA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8" creationId="{00000000-0000-0000-0000-000000000000}"/>
          </ac:spMkLst>
        </pc:spChg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  <pc:spChg chg="mod">
          <ac:chgData name="强 李" userId="cd6c7ec7188785ae" providerId="LiveId" clId="{1F788608-16AE-484E-BA0E-693D8C33E910}" dt="2024-08-24T03:03:27.979" v="1244"/>
          <ac:spMkLst>
            <pc:docMk/>
            <pc:sldMk cId="4003489816" sldId="599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3" creationId="{1AB8738D-A1FE-4D54-0F21-BB9DBE4AC2AD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4" creationId="{EAC312E4-EEF7-BC10-CF40-D9DFE5074984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5" creationId="{713DDF87-D3EF-705D-B73A-8E85BB5DCB86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6" creationId="{1583CA6D-E2C8-47E3-C865-AB9466112C52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7" creationId="{B2718F15-7977-70BB-162C-9682D1DBB0BD}"/>
          </ac:spMkLst>
        </pc:spChg>
        <pc:spChg chg="add mod">
          <ac:chgData name="强 李" userId="cd6c7ec7188785ae" providerId="LiveId" clId="{1F788608-16AE-484E-BA0E-693D8C33E910}" dt="2024-08-23T11:52:56.811" v="828"/>
          <ac:spMkLst>
            <pc:docMk/>
            <pc:sldMk cId="4003489816" sldId="599"/>
            <ac:spMk id="8" creationId="{5DDE919E-77A8-9BCA-6BF5-389C08FDA91D}"/>
          </ac:spMkLst>
        </pc:spChg>
        <pc:spChg chg="del">
          <ac:chgData name="强 李" userId="cd6c7ec7188785ae" providerId="LiveId" clId="{1F788608-16AE-484E-BA0E-693D8C33E910}" dt="2024-08-23T11:52:56.477" v="827" actId="478"/>
          <ac:spMkLst>
            <pc:docMk/>
            <pc:sldMk cId="4003489816" sldId="599"/>
            <ac:spMk id="18" creationId="{00000000-0000-0000-0000-000000000000}"/>
          </ac:spMkLst>
        </pc:spChg>
        <pc:grpChg chg="add mod">
          <ac:chgData name="强 李" userId="cd6c7ec7188785ae" providerId="LiveId" clId="{1F788608-16AE-484E-BA0E-693D8C33E910}" dt="2024-08-24T03:03:11.101" v="1237" actId="164"/>
          <ac:grpSpMkLst>
            <pc:docMk/>
            <pc:sldMk cId="4003489816" sldId="599"/>
            <ac:grpSpMk id="9" creationId="{53045446-0679-C760-647C-004E6EEE9EBF}"/>
          </ac:grpSpMkLst>
        </pc:gr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  <pc:spChg chg="del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18" creationId="{00000000-0000-0000-0000-000000000000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4" creationId="{7517A47C-B2E5-4B79-8061-D74B1311AF6E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6" creationId="{C505E780-2083-4CB5-A42A-5E0E2908ECC3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8" creationId="{D2C0AE1C-0118-41AE-8A10-7CDCBF10E96F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30" creationId="{463EEC44-1BA3-44ED-81FC-A644B04B2A44}"/>
          </ac:spMkLst>
        </pc:spChg>
        <pc:graphicFrameChg chg="add">
          <ac:chgData name="强 李" userId="cd6c7ec7188785ae" providerId="LiveId" clId="{1F788608-16AE-484E-BA0E-693D8C33E910}" dt="2024-08-24T03:13:13.446" v="1411" actId="26606"/>
          <ac:graphicFrameMkLst>
            <pc:docMk/>
            <pc:sldMk cId="1048211412" sldId="600"/>
            <ac:graphicFrameMk id="20" creationId="{221E2FA2-21A7-9A95-E0D8-63102CBE5389}"/>
          </ac:graphicFrameMkLst>
        </pc:graphicFrameChg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  <pc:spChg chg="mod">
          <ac:chgData name="强 李" userId="cd6c7ec7188785ae" providerId="LiveId" clId="{1F788608-16AE-484E-BA0E-693D8C33E910}" dt="2024-08-24T03:18:18.576" v="1552" actId="6549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8:54.421" v="1559" actId="1035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我们是如何如耶稣样“活石”做见证？</a:t>
          </a:r>
          <a:endParaRPr lang="en-US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支撑</a:t>
          </a:r>
          <a:r>
            <a: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其</a:t>
          </a:r>
          <a:r>
            <a:rPr lang="zh-CN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生存或生活的“石头”</a:t>
          </a:r>
          <a:r>
            <a: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是什么？</a:t>
          </a:r>
          <a:endParaRPr lang="en-US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0" presStyleCnt="2"/>
      <dgm:spPr/>
    </dgm:pt>
    <dgm:pt modelId="{0069E9D1-00C8-4A7D-A7E5-FF47AC853351}" type="pres">
      <dgm:prSet presAssocID="{9560837B-6C5D-4140-8FB8-A3D015EE0C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0" presStyleCnt="2">
        <dgm:presLayoutVars>
          <dgm:chMax val="0"/>
          <dgm:chPref val="0"/>
        </dgm:presLayoutVars>
      </dgm:prSet>
      <dgm:spPr/>
    </dgm:pt>
    <dgm:pt modelId="{7E4D72D9-925E-4C29-B2EA-091D9E6C55F4}" type="pres">
      <dgm:prSet presAssocID="{0F9BA7B3-9CBC-4650-BA6D-125C111485DF}" presName="sibTrans" presStyleCnt="0"/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1" presStyleCnt="2"/>
      <dgm:spPr/>
    </dgm:pt>
    <dgm:pt modelId="{1C53FEA1-DA41-431B-B646-5BCD6C1FEA1B}" type="pres">
      <dgm:prSet presAssocID="{B4562A41-EFF0-4AC1-89E7-BE8FF560234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FBD0E7D-43C2-4C2D-8998-F5E96A64DECC}" srcId="{6C8FDC3B-6E93-441B-AE75-0AB5019C4468}" destId="{B4562A41-EFF0-4AC1-89E7-BE8FF560234B}" srcOrd="1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95BE84CD-661F-4892-A99E-DC11FD500758}" type="presOf" srcId="{9560837B-6C5D-4140-8FB8-A3D015EE0CE3}" destId="{DF44F7BB-85CD-467D-8D84-6D4163CCECA7}" srcOrd="0" destOrd="0" presId="urn:microsoft.com/office/officeart/2018/2/layout/IconVerticalSolidList"/>
    <dgm:cxn modelId="{205455DF-B91F-44B2-AEBD-87D7BE55C8BC}" type="presOf" srcId="{B4562A41-EFF0-4AC1-89E7-BE8FF560234B}" destId="{18A96B3A-EB32-454E-B01A-02C2A2A6D1F8}" srcOrd="0" destOrd="0" presId="urn:microsoft.com/office/officeart/2018/2/layout/IconVerticalSolidList"/>
    <dgm:cxn modelId="{C8532AE3-B1F0-41AF-B6A7-4F510230B6AB}" srcId="{6C8FDC3B-6E93-441B-AE75-0AB5019C4468}" destId="{9560837B-6C5D-4140-8FB8-A3D015EE0CE3}" srcOrd="0" destOrd="0" parTransId="{23396744-A72A-4748-8321-A140457BB116}" sibTransId="{0F9BA7B3-9CBC-4650-BA6D-125C111485DF}"/>
    <dgm:cxn modelId="{E6D107C5-652D-41BD-84E7-6C5043F53E41}" type="presParOf" srcId="{51FB5E3B-C39E-4BBD-A265-2C104DFE0B10}" destId="{FE28A877-1997-43E9-BE50-32CA8445AE8B}" srcOrd="0" destOrd="0" presId="urn:microsoft.com/office/officeart/2018/2/layout/IconVerticalSolidList"/>
    <dgm:cxn modelId="{5E5E9FEA-4612-4E39-A62D-4D6CC0C06A4C}" type="presParOf" srcId="{FE28A877-1997-43E9-BE50-32CA8445AE8B}" destId="{E64D890F-767D-4E95-A66B-4DC9AE9169B2}" srcOrd="0" destOrd="0" presId="urn:microsoft.com/office/officeart/2018/2/layout/IconVerticalSolidList"/>
    <dgm:cxn modelId="{157BBA22-CF8A-4933-B6DB-5DB8CEF2003A}" type="presParOf" srcId="{FE28A877-1997-43E9-BE50-32CA8445AE8B}" destId="{0069E9D1-00C8-4A7D-A7E5-FF47AC853351}" srcOrd="1" destOrd="0" presId="urn:microsoft.com/office/officeart/2018/2/layout/IconVerticalSolidList"/>
    <dgm:cxn modelId="{7A7337AF-29EA-4DFE-A0AE-C9F38D47306C}" type="presParOf" srcId="{FE28A877-1997-43E9-BE50-32CA8445AE8B}" destId="{89A76834-4A4E-4278-915E-2FFF6CB92353}" srcOrd="2" destOrd="0" presId="urn:microsoft.com/office/officeart/2018/2/layout/IconVerticalSolidList"/>
    <dgm:cxn modelId="{9775B993-AA32-4BBD-AB7A-F0D70A0DEC4E}" type="presParOf" srcId="{FE28A877-1997-43E9-BE50-32CA8445AE8B}" destId="{DF44F7BB-85CD-467D-8D84-6D4163CCECA7}" srcOrd="3" destOrd="0" presId="urn:microsoft.com/office/officeart/2018/2/layout/IconVerticalSolidList"/>
    <dgm:cxn modelId="{D3CA5FEA-E2D8-4C47-987D-0840AD5E504A}" type="presParOf" srcId="{51FB5E3B-C39E-4BBD-A265-2C104DFE0B10}" destId="{7E4D72D9-925E-4C29-B2EA-091D9E6C55F4}" srcOrd="1" destOrd="0" presId="urn:microsoft.com/office/officeart/2018/2/layout/IconVerticalSolidList"/>
    <dgm:cxn modelId="{7035481C-D4D5-421C-AB76-E0B3FB8F4426}" type="presParOf" srcId="{51FB5E3B-C39E-4BBD-A265-2C104DFE0B10}" destId="{1880E83A-9BD8-420E-B078-45BC06C3AEA2}" srcOrd="2" destOrd="0" presId="urn:microsoft.com/office/officeart/2018/2/layout/IconVerticalSolidList"/>
    <dgm:cxn modelId="{7F0E274A-5835-4416-B156-73E31F3EF786}" type="presParOf" srcId="{1880E83A-9BD8-420E-B078-45BC06C3AEA2}" destId="{34E1AEC9-CBF3-44C5-B2CE-901E44470EE1}" srcOrd="0" destOrd="0" presId="urn:microsoft.com/office/officeart/2018/2/layout/IconVerticalSolidList"/>
    <dgm:cxn modelId="{53E1E5AA-41C8-4EDB-B803-EDC74BA13D2A}" type="presParOf" srcId="{1880E83A-9BD8-420E-B078-45BC06C3AEA2}" destId="{1C53FEA1-DA41-431B-B646-5BCD6C1FEA1B}" srcOrd="1" destOrd="0" presId="urn:microsoft.com/office/officeart/2018/2/layout/IconVerticalSolidList"/>
    <dgm:cxn modelId="{704E49B1-0D06-47FF-91DD-6B6B06D96E8E}" type="presParOf" srcId="{1880E83A-9BD8-420E-B078-45BC06C3AEA2}" destId="{1A6690A5-513A-4F9F-8A62-45D9624591FB}" srcOrd="2" destOrd="0" presId="urn:microsoft.com/office/officeart/2018/2/layout/IconVerticalSolidList"/>
    <dgm:cxn modelId="{3EEAABB1-334A-4673-AD5E-2F5A72FEC3CC}" type="presParOf" srcId="{1880E83A-9BD8-420E-B078-45BC06C3AEA2}" destId="{18A96B3A-EB32-454E-B01A-02C2A2A6D1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75974F-23E3-4AAB-8BC6-84A64C1877CA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18E1935-7F26-4745-8656-E40F0DDD89CB}">
      <dgm:prSet/>
      <dgm:spPr/>
      <dgm:t>
        <a:bodyPr/>
        <a:lstStyle/>
        <a:p>
          <a:r>
            <a:rPr lang="zh-CN"/>
            <a:t>首先，耶稣基督在地上是我们榜样，效法之。</a:t>
          </a:r>
          <a:endParaRPr lang="en-US"/>
        </a:p>
      </dgm:t>
    </dgm:pt>
    <dgm:pt modelId="{5D2F3DE2-E03A-465E-87B1-A55A5B428B14}" type="parTrans" cxnId="{688E9429-6DDD-41B8-9520-B09D1B1942BA}">
      <dgm:prSet/>
      <dgm:spPr/>
      <dgm:t>
        <a:bodyPr/>
        <a:lstStyle/>
        <a:p>
          <a:endParaRPr lang="en-US"/>
        </a:p>
      </dgm:t>
    </dgm:pt>
    <dgm:pt modelId="{8D63E855-7B14-4B15-9C98-DF95ECFC9191}" type="sibTrans" cxnId="{688E9429-6DDD-41B8-9520-B09D1B1942BA}">
      <dgm:prSet/>
      <dgm:spPr/>
      <dgm:t>
        <a:bodyPr/>
        <a:lstStyle/>
        <a:p>
          <a:endParaRPr lang="en-US"/>
        </a:p>
      </dgm:t>
    </dgm:pt>
    <dgm:pt modelId="{383F8F23-030A-4182-AF78-917960EEBC36}">
      <dgm:prSet/>
      <dgm:spPr/>
      <dgm:t>
        <a:bodyPr/>
        <a:lstStyle/>
        <a:p>
          <a:r>
            <a:rPr lang="zh-CN"/>
            <a:t>其次，神前意识。</a:t>
          </a:r>
          <a:endParaRPr lang="en-US"/>
        </a:p>
      </dgm:t>
    </dgm:pt>
    <dgm:pt modelId="{2B11E93C-60B3-4B10-921F-22A36D6FEA57}" type="parTrans" cxnId="{4A385CB6-F21B-4ED9-A3EC-848719398E1D}">
      <dgm:prSet/>
      <dgm:spPr/>
      <dgm:t>
        <a:bodyPr/>
        <a:lstStyle/>
        <a:p>
          <a:endParaRPr lang="en-US"/>
        </a:p>
      </dgm:t>
    </dgm:pt>
    <dgm:pt modelId="{593363AB-8655-4929-AD85-7A86B5F4E6F3}" type="sibTrans" cxnId="{4A385CB6-F21B-4ED9-A3EC-848719398E1D}">
      <dgm:prSet/>
      <dgm:spPr/>
      <dgm:t>
        <a:bodyPr/>
        <a:lstStyle/>
        <a:p>
          <a:endParaRPr lang="en-US"/>
        </a:p>
      </dgm:t>
    </dgm:pt>
    <dgm:pt modelId="{2509368F-9885-4AEB-9CF0-C64BB5FAE6F6}">
      <dgm:prSet/>
      <dgm:spPr/>
      <dgm:t>
        <a:bodyPr/>
        <a:lstStyle/>
        <a:p>
          <a:r>
            <a:rPr lang="zh-CN"/>
            <a:t>其次，祭司职责。</a:t>
          </a:r>
          <a:endParaRPr lang="en-US"/>
        </a:p>
      </dgm:t>
    </dgm:pt>
    <dgm:pt modelId="{21C8EEDC-6851-4E66-AB82-1C8B3B20BA39}" type="parTrans" cxnId="{46561E7B-6316-4206-922E-C6514D581BBC}">
      <dgm:prSet/>
      <dgm:spPr/>
      <dgm:t>
        <a:bodyPr/>
        <a:lstStyle/>
        <a:p>
          <a:endParaRPr lang="en-US"/>
        </a:p>
      </dgm:t>
    </dgm:pt>
    <dgm:pt modelId="{3154A5A0-90EC-4C4D-A506-7C44F22334F1}" type="sibTrans" cxnId="{46561E7B-6316-4206-922E-C6514D581BBC}">
      <dgm:prSet/>
      <dgm:spPr/>
      <dgm:t>
        <a:bodyPr/>
        <a:lstStyle/>
        <a:p>
          <a:endParaRPr lang="en-US"/>
        </a:p>
      </dgm:t>
    </dgm:pt>
    <dgm:pt modelId="{45AE920B-B52A-48A8-B803-059421FBE6FB}">
      <dgm:prSet/>
      <dgm:spPr/>
      <dgm:t>
        <a:bodyPr/>
        <a:lstStyle/>
        <a:p>
          <a:r>
            <a:rPr lang="zh-CN"/>
            <a:t>最后，灵祭表现。</a:t>
          </a:r>
          <a:endParaRPr lang="en-US"/>
        </a:p>
      </dgm:t>
    </dgm:pt>
    <dgm:pt modelId="{DE87AF78-15A4-4874-A969-D7CA7F7F028F}" type="parTrans" cxnId="{AE93830E-D19E-4122-8CA4-254B2D16F2BB}">
      <dgm:prSet/>
      <dgm:spPr/>
      <dgm:t>
        <a:bodyPr/>
        <a:lstStyle/>
        <a:p>
          <a:endParaRPr lang="en-US"/>
        </a:p>
      </dgm:t>
    </dgm:pt>
    <dgm:pt modelId="{CE8811C1-980D-46A2-96C0-8631BB8B6640}" type="sibTrans" cxnId="{AE93830E-D19E-4122-8CA4-254B2D16F2BB}">
      <dgm:prSet/>
      <dgm:spPr/>
      <dgm:t>
        <a:bodyPr/>
        <a:lstStyle/>
        <a:p>
          <a:endParaRPr lang="en-US"/>
        </a:p>
      </dgm:t>
    </dgm:pt>
    <dgm:pt modelId="{809AF61D-0B8C-4639-9FD7-E0154936DB48}" type="pres">
      <dgm:prSet presAssocID="{1475974F-23E3-4AAB-8BC6-84A64C1877CA}" presName="outerComposite" presStyleCnt="0">
        <dgm:presLayoutVars>
          <dgm:chMax val="5"/>
          <dgm:dir/>
          <dgm:resizeHandles val="exact"/>
        </dgm:presLayoutVars>
      </dgm:prSet>
      <dgm:spPr/>
    </dgm:pt>
    <dgm:pt modelId="{59A5E565-A822-4D7C-AC6C-57E43F52CF6E}" type="pres">
      <dgm:prSet presAssocID="{1475974F-23E3-4AAB-8BC6-84A64C1877CA}" presName="dummyMaxCanvas" presStyleCnt="0">
        <dgm:presLayoutVars/>
      </dgm:prSet>
      <dgm:spPr/>
    </dgm:pt>
    <dgm:pt modelId="{C155EE0F-6187-4568-A47E-0A751FF43B9A}" type="pres">
      <dgm:prSet presAssocID="{1475974F-23E3-4AAB-8BC6-84A64C1877CA}" presName="FourNodes_1" presStyleLbl="node1" presStyleIdx="0" presStyleCnt="4">
        <dgm:presLayoutVars>
          <dgm:bulletEnabled val="1"/>
        </dgm:presLayoutVars>
      </dgm:prSet>
      <dgm:spPr/>
    </dgm:pt>
    <dgm:pt modelId="{BC58848F-42BF-492F-A638-1B56E1DA60E6}" type="pres">
      <dgm:prSet presAssocID="{1475974F-23E3-4AAB-8BC6-84A64C1877CA}" presName="FourNodes_2" presStyleLbl="node1" presStyleIdx="1" presStyleCnt="4">
        <dgm:presLayoutVars>
          <dgm:bulletEnabled val="1"/>
        </dgm:presLayoutVars>
      </dgm:prSet>
      <dgm:spPr/>
    </dgm:pt>
    <dgm:pt modelId="{9AA6E24B-723A-490F-B558-F30CD017975B}" type="pres">
      <dgm:prSet presAssocID="{1475974F-23E3-4AAB-8BC6-84A64C1877CA}" presName="FourNodes_3" presStyleLbl="node1" presStyleIdx="2" presStyleCnt="4">
        <dgm:presLayoutVars>
          <dgm:bulletEnabled val="1"/>
        </dgm:presLayoutVars>
      </dgm:prSet>
      <dgm:spPr/>
    </dgm:pt>
    <dgm:pt modelId="{10E12FA5-9C05-4E14-BDFD-C9C404335661}" type="pres">
      <dgm:prSet presAssocID="{1475974F-23E3-4AAB-8BC6-84A64C1877CA}" presName="FourNodes_4" presStyleLbl="node1" presStyleIdx="3" presStyleCnt="4">
        <dgm:presLayoutVars>
          <dgm:bulletEnabled val="1"/>
        </dgm:presLayoutVars>
      </dgm:prSet>
      <dgm:spPr/>
    </dgm:pt>
    <dgm:pt modelId="{9F7EBFEE-AE35-4223-AD3C-78F41CCEAB33}" type="pres">
      <dgm:prSet presAssocID="{1475974F-23E3-4AAB-8BC6-84A64C1877CA}" presName="FourConn_1-2" presStyleLbl="fgAccFollowNode1" presStyleIdx="0" presStyleCnt="3">
        <dgm:presLayoutVars>
          <dgm:bulletEnabled val="1"/>
        </dgm:presLayoutVars>
      </dgm:prSet>
      <dgm:spPr/>
    </dgm:pt>
    <dgm:pt modelId="{10102699-3895-4483-AAF5-FE90D6860954}" type="pres">
      <dgm:prSet presAssocID="{1475974F-23E3-4AAB-8BC6-84A64C1877CA}" presName="FourConn_2-3" presStyleLbl="fgAccFollowNode1" presStyleIdx="1" presStyleCnt="3">
        <dgm:presLayoutVars>
          <dgm:bulletEnabled val="1"/>
        </dgm:presLayoutVars>
      </dgm:prSet>
      <dgm:spPr/>
    </dgm:pt>
    <dgm:pt modelId="{344E1BC0-F164-4F34-AE9C-71BE75D71397}" type="pres">
      <dgm:prSet presAssocID="{1475974F-23E3-4AAB-8BC6-84A64C1877CA}" presName="FourConn_3-4" presStyleLbl="fgAccFollowNode1" presStyleIdx="2" presStyleCnt="3">
        <dgm:presLayoutVars>
          <dgm:bulletEnabled val="1"/>
        </dgm:presLayoutVars>
      </dgm:prSet>
      <dgm:spPr/>
    </dgm:pt>
    <dgm:pt modelId="{F5DB33D2-44FB-4B42-A8C4-5247C0B31727}" type="pres">
      <dgm:prSet presAssocID="{1475974F-23E3-4AAB-8BC6-84A64C1877CA}" presName="FourNodes_1_text" presStyleLbl="node1" presStyleIdx="3" presStyleCnt="4">
        <dgm:presLayoutVars>
          <dgm:bulletEnabled val="1"/>
        </dgm:presLayoutVars>
      </dgm:prSet>
      <dgm:spPr/>
    </dgm:pt>
    <dgm:pt modelId="{14DEE9C8-C6AB-45C4-AF4A-35D123F8D0FA}" type="pres">
      <dgm:prSet presAssocID="{1475974F-23E3-4AAB-8BC6-84A64C1877CA}" presName="FourNodes_2_text" presStyleLbl="node1" presStyleIdx="3" presStyleCnt="4">
        <dgm:presLayoutVars>
          <dgm:bulletEnabled val="1"/>
        </dgm:presLayoutVars>
      </dgm:prSet>
      <dgm:spPr/>
    </dgm:pt>
    <dgm:pt modelId="{350E8E2A-21CC-412A-B265-06C82D475C24}" type="pres">
      <dgm:prSet presAssocID="{1475974F-23E3-4AAB-8BC6-84A64C1877CA}" presName="FourNodes_3_text" presStyleLbl="node1" presStyleIdx="3" presStyleCnt="4">
        <dgm:presLayoutVars>
          <dgm:bulletEnabled val="1"/>
        </dgm:presLayoutVars>
      </dgm:prSet>
      <dgm:spPr/>
    </dgm:pt>
    <dgm:pt modelId="{97E1DEE2-7A43-443D-840C-6AA01FC89612}" type="pres">
      <dgm:prSet presAssocID="{1475974F-23E3-4AAB-8BC6-84A64C1877C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BF49E06-2008-4169-A84F-FFC9BB52EAD7}" type="presOf" srcId="{8D63E855-7B14-4B15-9C98-DF95ECFC9191}" destId="{9F7EBFEE-AE35-4223-AD3C-78F41CCEAB33}" srcOrd="0" destOrd="0" presId="urn:microsoft.com/office/officeart/2005/8/layout/vProcess5"/>
    <dgm:cxn modelId="{AE93830E-D19E-4122-8CA4-254B2D16F2BB}" srcId="{1475974F-23E3-4AAB-8BC6-84A64C1877CA}" destId="{45AE920B-B52A-48A8-B803-059421FBE6FB}" srcOrd="3" destOrd="0" parTransId="{DE87AF78-15A4-4874-A969-D7CA7F7F028F}" sibTransId="{CE8811C1-980D-46A2-96C0-8631BB8B6640}"/>
    <dgm:cxn modelId="{2278B210-E27D-46A9-B5F0-5075745A5693}" type="presOf" srcId="{1475974F-23E3-4AAB-8BC6-84A64C1877CA}" destId="{809AF61D-0B8C-4639-9FD7-E0154936DB48}" srcOrd="0" destOrd="0" presId="urn:microsoft.com/office/officeart/2005/8/layout/vProcess5"/>
    <dgm:cxn modelId="{688E9429-6DDD-41B8-9520-B09D1B1942BA}" srcId="{1475974F-23E3-4AAB-8BC6-84A64C1877CA}" destId="{918E1935-7F26-4745-8656-E40F0DDD89CB}" srcOrd="0" destOrd="0" parTransId="{5D2F3DE2-E03A-465E-87B1-A55A5B428B14}" sibTransId="{8D63E855-7B14-4B15-9C98-DF95ECFC9191}"/>
    <dgm:cxn modelId="{821EDE2F-5515-4797-B3E3-00D2C84E2D66}" type="presOf" srcId="{383F8F23-030A-4182-AF78-917960EEBC36}" destId="{BC58848F-42BF-492F-A638-1B56E1DA60E6}" srcOrd="0" destOrd="0" presId="urn:microsoft.com/office/officeart/2005/8/layout/vProcess5"/>
    <dgm:cxn modelId="{277B4033-84BA-43D5-8A90-3997269805F8}" type="presOf" srcId="{918E1935-7F26-4745-8656-E40F0DDD89CB}" destId="{F5DB33D2-44FB-4B42-A8C4-5247C0B31727}" srcOrd="1" destOrd="0" presId="urn:microsoft.com/office/officeart/2005/8/layout/vProcess5"/>
    <dgm:cxn modelId="{B097C434-2560-4757-85F8-0680CCC0B663}" type="presOf" srcId="{45AE920B-B52A-48A8-B803-059421FBE6FB}" destId="{10E12FA5-9C05-4E14-BDFD-C9C404335661}" srcOrd="0" destOrd="0" presId="urn:microsoft.com/office/officeart/2005/8/layout/vProcess5"/>
    <dgm:cxn modelId="{16DF8F62-17BC-4029-833A-18526E564072}" type="presOf" srcId="{593363AB-8655-4929-AD85-7A86B5F4E6F3}" destId="{10102699-3895-4483-AAF5-FE90D6860954}" srcOrd="0" destOrd="0" presId="urn:microsoft.com/office/officeart/2005/8/layout/vProcess5"/>
    <dgm:cxn modelId="{CC697245-0E57-4B85-ADDC-358A2F384A16}" type="presOf" srcId="{3154A5A0-90EC-4C4D-A506-7C44F22334F1}" destId="{344E1BC0-F164-4F34-AE9C-71BE75D71397}" srcOrd="0" destOrd="0" presId="urn:microsoft.com/office/officeart/2005/8/layout/vProcess5"/>
    <dgm:cxn modelId="{DFDED46B-22D1-4489-B6B3-E598D21DEB9E}" type="presOf" srcId="{45AE920B-B52A-48A8-B803-059421FBE6FB}" destId="{97E1DEE2-7A43-443D-840C-6AA01FC89612}" srcOrd="1" destOrd="0" presId="urn:microsoft.com/office/officeart/2005/8/layout/vProcess5"/>
    <dgm:cxn modelId="{46561E7B-6316-4206-922E-C6514D581BBC}" srcId="{1475974F-23E3-4AAB-8BC6-84A64C1877CA}" destId="{2509368F-9885-4AEB-9CF0-C64BB5FAE6F6}" srcOrd="2" destOrd="0" parTransId="{21C8EEDC-6851-4E66-AB82-1C8B3B20BA39}" sibTransId="{3154A5A0-90EC-4C4D-A506-7C44F22334F1}"/>
    <dgm:cxn modelId="{885462A7-5FAB-415A-AA31-16759CB8452E}" type="presOf" srcId="{918E1935-7F26-4745-8656-E40F0DDD89CB}" destId="{C155EE0F-6187-4568-A47E-0A751FF43B9A}" srcOrd="0" destOrd="0" presId="urn:microsoft.com/office/officeart/2005/8/layout/vProcess5"/>
    <dgm:cxn modelId="{4A385CB6-F21B-4ED9-A3EC-848719398E1D}" srcId="{1475974F-23E3-4AAB-8BC6-84A64C1877CA}" destId="{383F8F23-030A-4182-AF78-917960EEBC36}" srcOrd="1" destOrd="0" parTransId="{2B11E93C-60B3-4B10-921F-22A36D6FEA57}" sibTransId="{593363AB-8655-4929-AD85-7A86B5F4E6F3}"/>
    <dgm:cxn modelId="{FD6BF6BC-19FD-49F7-A32C-B6941CF70829}" type="presOf" srcId="{2509368F-9885-4AEB-9CF0-C64BB5FAE6F6}" destId="{350E8E2A-21CC-412A-B265-06C82D475C24}" srcOrd="1" destOrd="0" presId="urn:microsoft.com/office/officeart/2005/8/layout/vProcess5"/>
    <dgm:cxn modelId="{08542AC2-F6A8-46F2-8566-0F319396C7D7}" type="presOf" srcId="{2509368F-9885-4AEB-9CF0-C64BB5FAE6F6}" destId="{9AA6E24B-723A-490F-B558-F30CD017975B}" srcOrd="0" destOrd="0" presId="urn:microsoft.com/office/officeart/2005/8/layout/vProcess5"/>
    <dgm:cxn modelId="{1DC3C7DC-D4EA-4D73-ACDC-D6E40EAB2985}" type="presOf" srcId="{383F8F23-030A-4182-AF78-917960EEBC36}" destId="{14DEE9C8-C6AB-45C4-AF4A-35D123F8D0FA}" srcOrd="1" destOrd="0" presId="urn:microsoft.com/office/officeart/2005/8/layout/vProcess5"/>
    <dgm:cxn modelId="{04B543B9-E107-4EF7-8C4B-AB074C1954B3}" type="presParOf" srcId="{809AF61D-0B8C-4639-9FD7-E0154936DB48}" destId="{59A5E565-A822-4D7C-AC6C-57E43F52CF6E}" srcOrd="0" destOrd="0" presId="urn:microsoft.com/office/officeart/2005/8/layout/vProcess5"/>
    <dgm:cxn modelId="{D17B6F20-7DCC-4F05-B424-6722CE7DB80F}" type="presParOf" srcId="{809AF61D-0B8C-4639-9FD7-E0154936DB48}" destId="{C155EE0F-6187-4568-A47E-0A751FF43B9A}" srcOrd="1" destOrd="0" presId="urn:microsoft.com/office/officeart/2005/8/layout/vProcess5"/>
    <dgm:cxn modelId="{4915F9E0-B1AD-4B8D-AC4B-BF66E880CC7E}" type="presParOf" srcId="{809AF61D-0B8C-4639-9FD7-E0154936DB48}" destId="{BC58848F-42BF-492F-A638-1B56E1DA60E6}" srcOrd="2" destOrd="0" presId="urn:microsoft.com/office/officeart/2005/8/layout/vProcess5"/>
    <dgm:cxn modelId="{F70457C5-002E-43F6-96A3-9CCE6EDC8537}" type="presParOf" srcId="{809AF61D-0B8C-4639-9FD7-E0154936DB48}" destId="{9AA6E24B-723A-490F-B558-F30CD017975B}" srcOrd="3" destOrd="0" presId="urn:microsoft.com/office/officeart/2005/8/layout/vProcess5"/>
    <dgm:cxn modelId="{E3E1A215-5583-4B56-B2EF-DBE79CA4E0AC}" type="presParOf" srcId="{809AF61D-0B8C-4639-9FD7-E0154936DB48}" destId="{10E12FA5-9C05-4E14-BDFD-C9C404335661}" srcOrd="4" destOrd="0" presId="urn:microsoft.com/office/officeart/2005/8/layout/vProcess5"/>
    <dgm:cxn modelId="{BDF43000-CAE5-4FD5-9135-164151899A62}" type="presParOf" srcId="{809AF61D-0B8C-4639-9FD7-E0154936DB48}" destId="{9F7EBFEE-AE35-4223-AD3C-78F41CCEAB33}" srcOrd="5" destOrd="0" presId="urn:microsoft.com/office/officeart/2005/8/layout/vProcess5"/>
    <dgm:cxn modelId="{B331DC6D-5095-47F7-AAE0-4B2F20727801}" type="presParOf" srcId="{809AF61D-0B8C-4639-9FD7-E0154936DB48}" destId="{10102699-3895-4483-AAF5-FE90D6860954}" srcOrd="6" destOrd="0" presId="urn:microsoft.com/office/officeart/2005/8/layout/vProcess5"/>
    <dgm:cxn modelId="{B0ACA47D-22CA-4050-914A-2B0390E925DC}" type="presParOf" srcId="{809AF61D-0B8C-4639-9FD7-E0154936DB48}" destId="{344E1BC0-F164-4F34-AE9C-71BE75D71397}" srcOrd="7" destOrd="0" presId="urn:microsoft.com/office/officeart/2005/8/layout/vProcess5"/>
    <dgm:cxn modelId="{40CFB2D0-626E-4214-BB35-2B47CE9000A4}" type="presParOf" srcId="{809AF61D-0B8C-4639-9FD7-E0154936DB48}" destId="{F5DB33D2-44FB-4B42-A8C4-5247C0B31727}" srcOrd="8" destOrd="0" presId="urn:microsoft.com/office/officeart/2005/8/layout/vProcess5"/>
    <dgm:cxn modelId="{7A823B4F-7C11-470E-802B-3030EF9A266C}" type="presParOf" srcId="{809AF61D-0B8C-4639-9FD7-E0154936DB48}" destId="{14DEE9C8-C6AB-45C4-AF4A-35D123F8D0FA}" srcOrd="9" destOrd="0" presId="urn:microsoft.com/office/officeart/2005/8/layout/vProcess5"/>
    <dgm:cxn modelId="{3EB55C11-8FA4-46A4-B936-12CCED10D9DB}" type="presParOf" srcId="{809AF61D-0B8C-4639-9FD7-E0154936DB48}" destId="{350E8E2A-21CC-412A-B265-06C82D475C24}" srcOrd="10" destOrd="0" presId="urn:microsoft.com/office/officeart/2005/8/layout/vProcess5"/>
    <dgm:cxn modelId="{CDFA32E4-3E7D-4DA5-B67C-3CCF2F82E0DF}" type="presParOf" srcId="{809AF61D-0B8C-4639-9FD7-E0154936DB48}" destId="{97E1DEE2-7A43-443D-840C-6AA01FC8961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BD2C2BE-D1DB-44A1-A52A-A722D32DCBC6}">
      <dgm:prSet custT="1"/>
      <dgm:spPr/>
      <dgm:t>
        <a:bodyPr/>
        <a:lstStyle/>
        <a:p>
          <a:r>
            <a:rPr lang="en-US" altLang="zh-CN" sz="2800" b="1" dirty="0"/>
            <a:t>1</a:t>
          </a:r>
          <a:r>
            <a:rPr lang="zh-CN" altLang="zh-CN" sz="2800" b="1" dirty="0"/>
            <a:t>，我们为什么可以成为可悦纳的灵祭？</a:t>
          </a:r>
          <a:endParaRPr lang="en-US" sz="2800" b="1" dirty="0"/>
        </a:p>
      </dgm:t>
    </dgm:pt>
    <dgm:pt modelId="{F295D86C-A72D-4FE1-BA0F-ECD2D1B9C750}" type="par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AEDDFA7B-84F9-476C-A965-8E5CC57127E9}" type="sib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7C874045-28E7-4914-A5A3-556E6D8CBF38}">
      <dgm:prSet custT="1"/>
      <dgm:spPr/>
      <dgm:t>
        <a:bodyPr/>
        <a:lstStyle/>
        <a:p>
          <a:r>
            <a:rPr lang="en-US" altLang="zh-CN" sz="2800" b="1" dirty="0"/>
            <a:t>2</a:t>
          </a:r>
          <a:r>
            <a:rPr lang="zh-CN" altLang="zh-CN" sz="2800" b="1" dirty="0"/>
            <a:t>，耶稣基督在哪些人中被看为最宝贵？</a:t>
          </a:r>
        </a:p>
      </dgm:t>
    </dgm:pt>
    <dgm:pt modelId="{74144C16-FA93-452E-B592-50993A6B454D}" type="sibTrans" cxnId="{E38A05AA-CA47-4986-8A50-F48C70DFEE01}">
      <dgm:prSet/>
      <dgm:spPr/>
      <dgm:t>
        <a:bodyPr/>
        <a:lstStyle/>
        <a:p>
          <a:endParaRPr lang="zh-CN" altLang="en-US"/>
        </a:p>
      </dgm:t>
    </dgm:pt>
    <dgm:pt modelId="{30530BA6-44FC-4433-AA46-D8907D8E01F7}" type="parTrans" cxnId="{E38A05AA-CA47-4986-8A50-F48C70DFEE01}">
      <dgm:prSet/>
      <dgm:spPr/>
      <dgm:t>
        <a:bodyPr/>
        <a:lstStyle/>
        <a:p>
          <a:endParaRPr lang="zh-CN" altLang="en-US"/>
        </a:p>
      </dgm:t>
    </dgm:pt>
    <dgm:pt modelId="{DABA82B8-B209-4D8A-89A2-B4D291F3C488}">
      <dgm:prSet custT="1"/>
      <dgm:spPr/>
      <dgm:t>
        <a:bodyPr/>
        <a:lstStyle/>
        <a:p>
          <a:r>
            <a:rPr lang="en-US" altLang="zh-CN" sz="2800" b="1"/>
            <a:t>3</a:t>
          </a:r>
          <a:r>
            <a:rPr lang="zh-CN" altLang="zh-CN" sz="2800" b="1"/>
            <a:t>，评估你个人生活，是否常常活在神面前意识？</a:t>
          </a:r>
          <a:endParaRPr lang="zh-CN" altLang="zh-CN" sz="2800" b="1" dirty="0"/>
        </a:p>
      </dgm:t>
    </dgm:pt>
    <dgm:pt modelId="{11EAFC05-D0A4-43EC-B7E7-E461F32B688A}" type="sibTrans" cxnId="{96F23E8A-E118-4B4A-9420-BFE40D3CFF3E}">
      <dgm:prSet/>
      <dgm:spPr/>
      <dgm:t>
        <a:bodyPr/>
        <a:lstStyle/>
        <a:p>
          <a:endParaRPr lang="zh-CN" altLang="en-US"/>
        </a:p>
      </dgm:t>
    </dgm:pt>
    <dgm:pt modelId="{368AA0CF-B6A4-4183-95C5-4D76BFF2AF3F}" type="parTrans" cxnId="{96F23E8A-E118-4B4A-9420-BFE40D3CFF3E}">
      <dgm:prSet/>
      <dgm:spPr/>
      <dgm:t>
        <a:bodyPr/>
        <a:lstStyle/>
        <a:p>
          <a:endParaRPr lang="zh-CN" altLang="en-US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9134DFA7-315A-455C-8F1E-BFFCB82F4F45}" type="pres">
      <dgm:prSet presAssocID="{1BD2C2BE-D1DB-44A1-A52A-A722D32DCBC6}" presName="parentLin" presStyleCnt="0"/>
      <dgm:spPr/>
    </dgm:pt>
    <dgm:pt modelId="{D51987C1-F5DF-469C-A830-CDBF3FD9E040}" type="pres">
      <dgm:prSet presAssocID="{1BD2C2BE-D1DB-44A1-A52A-A722D32DCBC6}" presName="parentLeftMargin" presStyleLbl="node1" presStyleIdx="0" presStyleCnt="3"/>
      <dgm:spPr/>
    </dgm:pt>
    <dgm:pt modelId="{F537915A-F02E-4C70-B158-3DD0830C6921}" type="pres">
      <dgm:prSet presAssocID="{1BD2C2BE-D1DB-44A1-A52A-A722D32DCBC6}" presName="parentText" presStyleLbl="node1" presStyleIdx="0" presStyleCnt="3" custScaleX="142857">
        <dgm:presLayoutVars>
          <dgm:chMax val="0"/>
          <dgm:bulletEnabled val="1"/>
        </dgm:presLayoutVars>
      </dgm:prSet>
      <dgm:spPr/>
    </dgm:pt>
    <dgm:pt modelId="{66D370ED-B6F4-4B0D-864E-171D2A337CC1}" type="pres">
      <dgm:prSet presAssocID="{1BD2C2BE-D1DB-44A1-A52A-A722D32DCBC6}" presName="negativeSpace" presStyleCnt="0"/>
      <dgm:spPr/>
    </dgm:pt>
    <dgm:pt modelId="{82564448-F98C-468D-8F9B-875EAB96C2D0}" type="pres">
      <dgm:prSet presAssocID="{1BD2C2BE-D1DB-44A1-A52A-A722D32DCBC6}" presName="childText" presStyleLbl="conFgAcc1" presStyleIdx="0" presStyleCnt="3">
        <dgm:presLayoutVars>
          <dgm:bulletEnabled val="1"/>
        </dgm:presLayoutVars>
      </dgm:prSet>
      <dgm:spPr/>
    </dgm:pt>
    <dgm:pt modelId="{13F66DDF-9AF5-40E5-AEEB-44A134952028}" type="pres">
      <dgm:prSet presAssocID="{AEDDFA7B-84F9-476C-A965-8E5CC57127E9}" presName="spaceBetweenRectangles" presStyleCnt="0"/>
      <dgm:spPr/>
    </dgm:pt>
    <dgm:pt modelId="{173ABEFF-7287-4705-8E23-E6A64D07E687}" type="pres">
      <dgm:prSet presAssocID="{7C874045-28E7-4914-A5A3-556E6D8CBF38}" presName="parentLin" presStyleCnt="0"/>
      <dgm:spPr/>
    </dgm:pt>
    <dgm:pt modelId="{91FDBF6A-E982-4BB6-8930-E267221513D0}" type="pres">
      <dgm:prSet presAssocID="{7C874045-28E7-4914-A5A3-556E6D8CBF38}" presName="parentLeftMargin" presStyleLbl="node1" presStyleIdx="0" presStyleCnt="3"/>
      <dgm:spPr/>
    </dgm:pt>
    <dgm:pt modelId="{74E4AF59-869D-4E92-83F4-8F3B4B134F9D}" type="pres">
      <dgm:prSet presAssocID="{7C874045-28E7-4914-A5A3-556E6D8CBF38}" presName="parentText" presStyleLbl="node1" presStyleIdx="1" presStyleCnt="3" custScaleX="142857">
        <dgm:presLayoutVars>
          <dgm:chMax val="0"/>
          <dgm:bulletEnabled val="1"/>
        </dgm:presLayoutVars>
      </dgm:prSet>
      <dgm:spPr/>
    </dgm:pt>
    <dgm:pt modelId="{C2B47A78-DAE6-4172-BB8D-31D4670E0F6E}" type="pres">
      <dgm:prSet presAssocID="{7C874045-28E7-4914-A5A3-556E6D8CBF38}" presName="negativeSpace" presStyleCnt="0"/>
      <dgm:spPr/>
    </dgm:pt>
    <dgm:pt modelId="{A8E50910-6A72-4290-9BEC-DE430449B9A4}" type="pres">
      <dgm:prSet presAssocID="{7C874045-28E7-4914-A5A3-556E6D8CBF38}" presName="childText" presStyleLbl="conFgAcc1" presStyleIdx="1" presStyleCnt="3">
        <dgm:presLayoutVars>
          <dgm:bulletEnabled val="1"/>
        </dgm:presLayoutVars>
      </dgm:prSet>
      <dgm:spPr/>
    </dgm:pt>
    <dgm:pt modelId="{CC426161-6948-4896-B31B-F82E522DF115}" type="pres">
      <dgm:prSet presAssocID="{74144C16-FA93-452E-B592-50993A6B454D}" presName="spaceBetweenRectangles" presStyleCnt="0"/>
      <dgm:spPr/>
    </dgm:pt>
    <dgm:pt modelId="{520A94F8-15EC-4373-B835-90A4FC4C970D}" type="pres">
      <dgm:prSet presAssocID="{DABA82B8-B209-4D8A-89A2-B4D291F3C488}" presName="parentLin" presStyleCnt="0"/>
      <dgm:spPr/>
    </dgm:pt>
    <dgm:pt modelId="{9AFC99EA-BCFA-4E8E-8A12-57AA733C89B5}" type="pres">
      <dgm:prSet presAssocID="{DABA82B8-B209-4D8A-89A2-B4D291F3C488}" presName="parentLeftMargin" presStyleLbl="node1" presStyleIdx="1" presStyleCnt="3"/>
      <dgm:spPr/>
    </dgm:pt>
    <dgm:pt modelId="{931BAF88-011D-4BD5-B742-67BC90139E82}" type="pres">
      <dgm:prSet presAssocID="{DABA82B8-B209-4D8A-89A2-B4D291F3C488}" presName="parentText" presStyleLbl="node1" presStyleIdx="2" presStyleCnt="3" custScaleX="142857">
        <dgm:presLayoutVars>
          <dgm:chMax val="0"/>
          <dgm:bulletEnabled val="1"/>
        </dgm:presLayoutVars>
      </dgm:prSet>
      <dgm:spPr/>
    </dgm:pt>
    <dgm:pt modelId="{7201097C-0DAE-4657-A6C2-875B37A51AB5}" type="pres">
      <dgm:prSet presAssocID="{DABA82B8-B209-4D8A-89A2-B4D291F3C488}" presName="negativeSpace" presStyleCnt="0"/>
      <dgm:spPr/>
    </dgm:pt>
    <dgm:pt modelId="{0FE397FF-B9A0-42F4-9A01-177CA6EBDA61}" type="pres">
      <dgm:prSet presAssocID="{DABA82B8-B209-4D8A-89A2-B4D291F3C48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122512D-52F1-41E2-86E3-6E9C2783E480}" type="presOf" srcId="{DABA82B8-B209-4D8A-89A2-B4D291F3C488}" destId="{9AFC99EA-BCFA-4E8E-8A12-57AA733C89B5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96F23E8A-E118-4B4A-9420-BFE40D3CFF3E}" srcId="{0FFEBC65-5800-49C2-ACE8-714124562FFC}" destId="{DABA82B8-B209-4D8A-89A2-B4D291F3C488}" srcOrd="2" destOrd="0" parTransId="{368AA0CF-B6A4-4183-95C5-4D76BFF2AF3F}" sibTransId="{11EAFC05-D0A4-43EC-B7E7-E461F32B688A}"/>
    <dgm:cxn modelId="{B2585397-9267-47D5-887B-6FDCCE516AE3}" type="presOf" srcId="{DABA82B8-B209-4D8A-89A2-B4D291F3C488}" destId="{931BAF88-011D-4BD5-B742-67BC90139E82}" srcOrd="1" destOrd="0" presId="urn:microsoft.com/office/officeart/2005/8/layout/list1"/>
    <dgm:cxn modelId="{D0545E9D-A51F-4E1D-8423-7BC0944A85A4}" type="presOf" srcId="{7C874045-28E7-4914-A5A3-556E6D8CBF38}" destId="{74E4AF59-869D-4E92-83F4-8F3B4B134F9D}" srcOrd="1" destOrd="0" presId="urn:microsoft.com/office/officeart/2005/8/layout/list1"/>
    <dgm:cxn modelId="{96E8A9A3-C6B6-4D6B-ADF5-DA797B4F98B3}" type="presOf" srcId="{1BD2C2BE-D1DB-44A1-A52A-A722D32DCBC6}" destId="{D51987C1-F5DF-469C-A830-CDBF3FD9E040}" srcOrd="0" destOrd="0" presId="urn:microsoft.com/office/officeart/2005/8/layout/list1"/>
    <dgm:cxn modelId="{E38A05AA-CA47-4986-8A50-F48C70DFEE01}" srcId="{0FFEBC65-5800-49C2-ACE8-714124562FFC}" destId="{7C874045-28E7-4914-A5A3-556E6D8CBF38}" srcOrd="1" destOrd="0" parTransId="{30530BA6-44FC-4433-AA46-D8907D8E01F7}" sibTransId="{74144C16-FA93-452E-B592-50993A6B454D}"/>
    <dgm:cxn modelId="{B594F1BB-1A14-405C-BBDF-D80CF027887F}" srcId="{0FFEBC65-5800-49C2-ACE8-714124562FFC}" destId="{1BD2C2BE-D1DB-44A1-A52A-A722D32DCBC6}" srcOrd="0" destOrd="0" parTransId="{F295D86C-A72D-4FE1-BA0F-ECD2D1B9C750}" sibTransId="{AEDDFA7B-84F9-476C-A965-8E5CC57127E9}"/>
    <dgm:cxn modelId="{C1108BD3-4D53-46D1-99C9-E701595D07B0}" type="presOf" srcId="{7C874045-28E7-4914-A5A3-556E6D8CBF38}" destId="{91FDBF6A-E982-4BB6-8930-E267221513D0}" srcOrd="0" destOrd="0" presId="urn:microsoft.com/office/officeart/2005/8/layout/list1"/>
    <dgm:cxn modelId="{99AC38F6-1CFB-4076-9029-E344EB8B6F7E}" type="presOf" srcId="{1BD2C2BE-D1DB-44A1-A52A-A722D32DCBC6}" destId="{F537915A-F02E-4C70-B158-3DD0830C6921}" srcOrd="1" destOrd="0" presId="urn:microsoft.com/office/officeart/2005/8/layout/list1"/>
    <dgm:cxn modelId="{189D8AA7-6F8C-4B14-9598-3AFBA88BCCA4}" type="presParOf" srcId="{1F12DA8F-2D73-42EB-96BB-B7F23E046792}" destId="{9134DFA7-315A-455C-8F1E-BFFCB82F4F45}" srcOrd="0" destOrd="0" presId="urn:microsoft.com/office/officeart/2005/8/layout/list1"/>
    <dgm:cxn modelId="{FD7AD0AA-BF06-45F3-BD09-9BF4684BC096}" type="presParOf" srcId="{9134DFA7-315A-455C-8F1E-BFFCB82F4F45}" destId="{D51987C1-F5DF-469C-A830-CDBF3FD9E040}" srcOrd="0" destOrd="0" presId="urn:microsoft.com/office/officeart/2005/8/layout/list1"/>
    <dgm:cxn modelId="{6B91E6E4-29B7-46DB-9C41-7F41518F24F3}" type="presParOf" srcId="{9134DFA7-315A-455C-8F1E-BFFCB82F4F45}" destId="{F537915A-F02E-4C70-B158-3DD0830C6921}" srcOrd="1" destOrd="0" presId="urn:microsoft.com/office/officeart/2005/8/layout/list1"/>
    <dgm:cxn modelId="{B9AE5DD0-5A86-43B3-B715-69E34F11DD50}" type="presParOf" srcId="{1F12DA8F-2D73-42EB-96BB-B7F23E046792}" destId="{66D370ED-B6F4-4B0D-864E-171D2A337CC1}" srcOrd="1" destOrd="0" presId="urn:microsoft.com/office/officeart/2005/8/layout/list1"/>
    <dgm:cxn modelId="{6215B631-704B-4034-90D6-71EC7402E2B6}" type="presParOf" srcId="{1F12DA8F-2D73-42EB-96BB-B7F23E046792}" destId="{82564448-F98C-468D-8F9B-875EAB96C2D0}" srcOrd="2" destOrd="0" presId="urn:microsoft.com/office/officeart/2005/8/layout/list1"/>
    <dgm:cxn modelId="{7A74B518-639C-4B89-B591-DDAFED119D5E}" type="presParOf" srcId="{1F12DA8F-2D73-42EB-96BB-B7F23E046792}" destId="{13F66DDF-9AF5-40E5-AEEB-44A134952028}" srcOrd="3" destOrd="0" presId="urn:microsoft.com/office/officeart/2005/8/layout/list1"/>
    <dgm:cxn modelId="{06485E8F-6838-4DC3-991D-01193CA68647}" type="presParOf" srcId="{1F12DA8F-2D73-42EB-96BB-B7F23E046792}" destId="{173ABEFF-7287-4705-8E23-E6A64D07E687}" srcOrd="4" destOrd="0" presId="urn:microsoft.com/office/officeart/2005/8/layout/list1"/>
    <dgm:cxn modelId="{0395DA82-BF86-4872-8E36-38D84BD0222D}" type="presParOf" srcId="{173ABEFF-7287-4705-8E23-E6A64D07E687}" destId="{91FDBF6A-E982-4BB6-8930-E267221513D0}" srcOrd="0" destOrd="0" presId="urn:microsoft.com/office/officeart/2005/8/layout/list1"/>
    <dgm:cxn modelId="{61EFD572-5B2C-4E19-8310-46B9A1DD757A}" type="presParOf" srcId="{173ABEFF-7287-4705-8E23-E6A64D07E687}" destId="{74E4AF59-869D-4E92-83F4-8F3B4B134F9D}" srcOrd="1" destOrd="0" presId="urn:microsoft.com/office/officeart/2005/8/layout/list1"/>
    <dgm:cxn modelId="{F82616AF-4D4A-4DD2-BD66-83A9B71542C2}" type="presParOf" srcId="{1F12DA8F-2D73-42EB-96BB-B7F23E046792}" destId="{C2B47A78-DAE6-4172-BB8D-31D4670E0F6E}" srcOrd="5" destOrd="0" presId="urn:microsoft.com/office/officeart/2005/8/layout/list1"/>
    <dgm:cxn modelId="{A17D6410-7D18-4A04-8626-64246883F003}" type="presParOf" srcId="{1F12DA8F-2D73-42EB-96BB-B7F23E046792}" destId="{A8E50910-6A72-4290-9BEC-DE430449B9A4}" srcOrd="6" destOrd="0" presId="urn:microsoft.com/office/officeart/2005/8/layout/list1"/>
    <dgm:cxn modelId="{D89609AF-0625-47A0-9609-0CC93646CF3B}" type="presParOf" srcId="{1F12DA8F-2D73-42EB-96BB-B7F23E046792}" destId="{CC426161-6948-4896-B31B-F82E522DF115}" srcOrd="7" destOrd="0" presId="urn:microsoft.com/office/officeart/2005/8/layout/list1"/>
    <dgm:cxn modelId="{788C62FD-DCCF-4D03-907B-7A62A7B51FEC}" type="presParOf" srcId="{1F12DA8F-2D73-42EB-96BB-B7F23E046792}" destId="{520A94F8-15EC-4373-B835-90A4FC4C970D}" srcOrd="8" destOrd="0" presId="urn:microsoft.com/office/officeart/2005/8/layout/list1"/>
    <dgm:cxn modelId="{D8B3A7EF-3571-4A57-82F4-AC0BAEA22F78}" type="presParOf" srcId="{520A94F8-15EC-4373-B835-90A4FC4C970D}" destId="{9AFC99EA-BCFA-4E8E-8A12-57AA733C89B5}" srcOrd="0" destOrd="0" presId="urn:microsoft.com/office/officeart/2005/8/layout/list1"/>
    <dgm:cxn modelId="{9761D704-A52E-4F1B-9DBF-95C84696655D}" type="presParOf" srcId="{520A94F8-15EC-4373-B835-90A4FC4C970D}" destId="{931BAF88-011D-4BD5-B742-67BC90139E82}" srcOrd="1" destOrd="0" presId="urn:microsoft.com/office/officeart/2005/8/layout/list1"/>
    <dgm:cxn modelId="{94F50305-CFCC-4DD1-8C01-CE6907D93415}" type="presParOf" srcId="{1F12DA8F-2D73-42EB-96BB-B7F23E046792}" destId="{7201097C-0DAE-4657-A6C2-875B37A51AB5}" srcOrd="9" destOrd="0" presId="urn:microsoft.com/office/officeart/2005/8/layout/list1"/>
    <dgm:cxn modelId="{5D9B0E90-129A-4F93-9B50-1ADA685B45B2}" type="presParOf" srcId="{1F12DA8F-2D73-42EB-96BB-B7F23E046792}" destId="{0FE397FF-B9A0-42F4-9A01-177CA6EBDA6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D890F-767D-4E95-A66B-4DC9AE9169B2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支撑</a:t>
          </a:r>
          <a:r>
            <a:rPr lang="zh-CN" altLang="en-US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其</a:t>
          </a:r>
          <a:r>
            <a:rPr lang="zh-CN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生存或生活的“石头”</a:t>
          </a:r>
          <a:r>
            <a:rPr lang="zh-CN" altLang="en-US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是什么？</a:t>
          </a:r>
          <a:endParaRPr lang="en-US" sz="25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34E1AEC9-CBF3-44C5-B2CE-901E44470EE1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我们是如何如耶稣样“活石”做见证？</a:t>
          </a:r>
          <a:endParaRPr lang="en-US" sz="25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5EE0F-6187-4568-A47E-0A751FF43B9A}">
      <dsp:nvSpPr>
        <dsp:cNvPr id="0" name=""/>
        <dsp:cNvSpPr/>
      </dsp:nvSpPr>
      <dsp:spPr>
        <a:xfrm>
          <a:off x="0" y="0"/>
          <a:ext cx="8412480" cy="9575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kern="1200"/>
            <a:t>首先，耶稣基督在地上是我们榜样，效法之。</a:t>
          </a:r>
          <a:endParaRPr lang="en-US" sz="2900" kern="1200"/>
        </a:p>
      </dsp:txBody>
      <dsp:txXfrm>
        <a:off x="28046" y="28046"/>
        <a:ext cx="7298284" cy="901467"/>
      </dsp:txXfrm>
    </dsp:sp>
    <dsp:sp modelId="{BC58848F-42BF-492F-A638-1B56E1DA60E6}">
      <dsp:nvSpPr>
        <dsp:cNvPr id="0" name=""/>
        <dsp:cNvSpPr/>
      </dsp:nvSpPr>
      <dsp:spPr>
        <a:xfrm>
          <a:off x="704545" y="1131661"/>
          <a:ext cx="8412480" cy="9575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kern="1200"/>
            <a:t>其次，神前意识。</a:t>
          </a:r>
          <a:endParaRPr lang="en-US" sz="2900" kern="1200"/>
        </a:p>
      </dsp:txBody>
      <dsp:txXfrm>
        <a:off x="732591" y="1159707"/>
        <a:ext cx="7029429" cy="901467"/>
      </dsp:txXfrm>
    </dsp:sp>
    <dsp:sp modelId="{9AA6E24B-723A-490F-B558-F30CD017975B}">
      <dsp:nvSpPr>
        <dsp:cNvPr id="0" name=""/>
        <dsp:cNvSpPr/>
      </dsp:nvSpPr>
      <dsp:spPr>
        <a:xfrm>
          <a:off x="1398574" y="2263322"/>
          <a:ext cx="8412480" cy="95755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kern="1200"/>
            <a:t>其次，祭司职责。</a:t>
          </a:r>
          <a:endParaRPr lang="en-US" sz="2900" kern="1200"/>
        </a:p>
      </dsp:txBody>
      <dsp:txXfrm>
        <a:off x="1426620" y="2291368"/>
        <a:ext cx="7039944" cy="901467"/>
      </dsp:txXfrm>
    </dsp:sp>
    <dsp:sp modelId="{10E12FA5-9C05-4E14-BDFD-C9C404335661}">
      <dsp:nvSpPr>
        <dsp:cNvPr id="0" name=""/>
        <dsp:cNvSpPr/>
      </dsp:nvSpPr>
      <dsp:spPr>
        <a:xfrm>
          <a:off x="2103119" y="3394984"/>
          <a:ext cx="8412480" cy="95755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kern="1200"/>
            <a:t>最后，灵祭表现。</a:t>
          </a:r>
          <a:endParaRPr lang="en-US" sz="2900" kern="1200"/>
        </a:p>
      </dsp:txBody>
      <dsp:txXfrm>
        <a:off x="2131165" y="3423030"/>
        <a:ext cx="7029429" cy="901467"/>
      </dsp:txXfrm>
    </dsp:sp>
    <dsp:sp modelId="{9F7EBFEE-AE35-4223-AD3C-78F41CCEAB33}">
      <dsp:nvSpPr>
        <dsp:cNvPr id="0" name=""/>
        <dsp:cNvSpPr/>
      </dsp:nvSpPr>
      <dsp:spPr>
        <a:xfrm>
          <a:off x="7790066" y="733403"/>
          <a:ext cx="622413" cy="62241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7930109" y="733403"/>
        <a:ext cx="342327" cy="468366"/>
      </dsp:txXfrm>
    </dsp:sp>
    <dsp:sp modelId="{10102699-3895-4483-AAF5-FE90D6860954}">
      <dsp:nvSpPr>
        <dsp:cNvPr id="0" name=""/>
        <dsp:cNvSpPr/>
      </dsp:nvSpPr>
      <dsp:spPr>
        <a:xfrm>
          <a:off x="8494611" y="1865065"/>
          <a:ext cx="622413" cy="62241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8634654" y="1865065"/>
        <a:ext cx="342327" cy="468366"/>
      </dsp:txXfrm>
    </dsp:sp>
    <dsp:sp modelId="{344E1BC0-F164-4F34-AE9C-71BE75D71397}">
      <dsp:nvSpPr>
        <dsp:cNvPr id="0" name=""/>
        <dsp:cNvSpPr/>
      </dsp:nvSpPr>
      <dsp:spPr>
        <a:xfrm>
          <a:off x="9188641" y="2996726"/>
          <a:ext cx="622413" cy="622413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9328684" y="2996726"/>
        <a:ext cx="342327" cy="4683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64448-F98C-468D-8F9B-875EAB96C2D0}">
      <dsp:nvSpPr>
        <dsp:cNvPr id="0" name=""/>
        <dsp:cNvSpPr/>
      </dsp:nvSpPr>
      <dsp:spPr>
        <a:xfrm>
          <a:off x="0" y="66800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7915A-F02E-4C70-B158-3DD0830C6921}">
      <dsp:nvSpPr>
        <dsp:cNvPr id="0" name=""/>
        <dsp:cNvSpPr/>
      </dsp:nvSpPr>
      <dsp:spPr>
        <a:xfrm>
          <a:off x="442432" y="33328"/>
          <a:ext cx="8848641" cy="1269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1</a:t>
          </a:r>
          <a:r>
            <a:rPr lang="zh-CN" altLang="zh-CN" sz="2800" b="1" kern="1200" dirty="0"/>
            <a:t>，我们为什么可以成为可悦纳的灵祭？</a:t>
          </a:r>
          <a:endParaRPr lang="en-US" sz="2800" b="1" kern="1200" dirty="0"/>
        </a:p>
      </dsp:txBody>
      <dsp:txXfrm>
        <a:off x="504397" y="95293"/>
        <a:ext cx="8724711" cy="1145430"/>
      </dsp:txXfrm>
    </dsp:sp>
    <dsp:sp modelId="{A8E50910-6A72-4290-9BEC-DE430449B9A4}">
      <dsp:nvSpPr>
        <dsp:cNvPr id="0" name=""/>
        <dsp:cNvSpPr/>
      </dsp:nvSpPr>
      <dsp:spPr>
        <a:xfrm>
          <a:off x="0" y="261848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4AF59-869D-4E92-83F4-8F3B4B134F9D}">
      <dsp:nvSpPr>
        <dsp:cNvPr id="0" name=""/>
        <dsp:cNvSpPr/>
      </dsp:nvSpPr>
      <dsp:spPr>
        <a:xfrm>
          <a:off x="442432" y="1983808"/>
          <a:ext cx="8848641" cy="1269360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2</a:t>
          </a:r>
          <a:r>
            <a:rPr lang="zh-CN" altLang="zh-CN" sz="2800" b="1" kern="1200" dirty="0"/>
            <a:t>，耶稣基督在哪些人中被看为最宝贵？</a:t>
          </a:r>
        </a:p>
      </dsp:txBody>
      <dsp:txXfrm>
        <a:off x="504397" y="2045773"/>
        <a:ext cx="8724711" cy="1145430"/>
      </dsp:txXfrm>
    </dsp:sp>
    <dsp:sp modelId="{0FE397FF-B9A0-42F4-9A01-177CA6EBDA61}">
      <dsp:nvSpPr>
        <dsp:cNvPr id="0" name=""/>
        <dsp:cNvSpPr/>
      </dsp:nvSpPr>
      <dsp:spPr>
        <a:xfrm>
          <a:off x="0" y="456896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BAF88-011D-4BD5-B742-67BC90139E82}">
      <dsp:nvSpPr>
        <dsp:cNvPr id="0" name=""/>
        <dsp:cNvSpPr/>
      </dsp:nvSpPr>
      <dsp:spPr>
        <a:xfrm>
          <a:off x="442432" y="3934288"/>
          <a:ext cx="8848641" cy="126936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/>
            <a:t>3</a:t>
          </a:r>
          <a:r>
            <a:rPr lang="zh-CN" altLang="zh-CN" sz="2800" b="1" kern="1200"/>
            <a:t>，评估你个人生活，是否常常活在神面前意识？</a:t>
          </a:r>
          <a:endParaRPr lang="zh-CN" altLang="zh-CN" sz="2800" b="1" kern="1200" dirty="0"/>
        </a:p>
      </dsp:txBody>
      <dsp:txXfrm>
        <a:off x="504397" y="3996253"/>
        <a:ext cx="8724711" cy="1145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2024/11/2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215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，身体健康状态。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，我们现在将来。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对比：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耶稣基督被人和神的对比。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耶稣基督与我们类比。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402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B213B-1216-D926-63CA-22531E6F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753202-4F03-8DC5-7BE6-59059B878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56E024-883D-F96D-6AC2-97B292187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DB643D-31FC-46F8-18EB-A5E7A1ECA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7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7052-C30E-2D22-4753-7AB1DB28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B64375-AE28-98F9-7086-6788DE206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650736-A2AD-5C9F-448E-98D77B900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72EE4F-D519-8431-5791-70A1205F3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145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0C34-11B2-BE81-7DDA-B931C64EB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D868BE-A0A0-68E6-FE85-D0D2A3765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531319-7599-F391-9788-0836677E8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096420-65F5-4B77-0E21-6012E03C6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39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B4543-5848-53FB-FDCD-4B0B85239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AF5157-6723-4238-805F-FD9BD7385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68EA9E-C557-E206-7EC4-4A852E6C4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CEE608-B4F7-2A6D-4772-9C7CFF6C3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7587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0AE46-CB71-29FD-6DB2-68C3AC895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4FDA8A-4907-4E41-7CC4-EAC8B9A1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D6F420-8AE0-BBED-DBF5-B81D43A08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7E4D28-7047-E8AC-F269-57D0C7A47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994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9AB95-89BB-09D4-E235-CB0678A5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F0436F-2940-CBEB-39B1-A9987B8F3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C8DEDF-78BC-88B9-A692-D1D975C21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54A324-2F1B-B994-D2CE-59643286A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33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47AD6-9F97-C159-1DC1-3AED4B6F8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4D0BB2-9E49-E03D-A81F-772FC6930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46212E-5A0A-87DD-3194-82849D3AE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F692BF-12CE-B810-A65C-E55A58D9B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77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C9947-33CB-DEFD-C272-5FD011D6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6A80BE-6336-3BA0-0AB2-F19C65F14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3C15A2-DC68-05CD-7CC9-2AB48B7E6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049449-393B-502C-C89D-4B830EA0F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413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CDEFE-C3A1-DD8A-9D9F-66D36E24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6132DD-C5DB-EBE4-C942-7FD38E458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E2905F-0F5A-D70D-C45D-F7DB382C5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92DC28-E93C-B000-29D6-9AFE733E5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756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EC0A6-8EA3-253D-17A7-E1FF012AE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2D2F0B-A9F7-8943-35A1-C29317C56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EEE950-6F5F-F02E-CE65-C03BE02E8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5A22A-0933-0EA4-FA0C-544D66C4E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7130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0856-3AB0-DB43-F709-6E15A8D29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6BDCCF-232A-1E65-F1B5-ED5B7010C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CC834B-2EDF-C9C2-46C7-6A82BECDB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099C4E-58B5-2870-9510-E45001199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380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EBAD7-1B0E-FBB0-8B45-F854CE18B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BD8680-3BA2-03D6-7FA0-9F792BF5F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BE58F4-B3EA-9B59-FA0A-37FFF811A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4D0381-FB5E-BDD3-0E27-73518BABF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885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2024/11/2 Sat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2024/11/2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2024/11/2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2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1.xml"/><Relationship Id="rId7" Type="http://schemas.openxmlformats.org/officeDocument/2006/relationships/diagramColors" Target="../diagrams/colors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883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经文：彼前二章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1~10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fld id="{88256563-0538-44E2-8648-D6C63C24681B}" type="datetime2">
              <a:rPr lang="zh-CN" altLang="zh-CN" sz="200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2024年11月2日</a:t>
            </a:fld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4926464" y="2295027"/>
            <a:ext cx="7265536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主乃活石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BAA1DA-E384-D0A6-6F7C-80DBC7CDBC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0156"/>
            <a:ext cx="7668491" cy="4317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1465269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19E7EA4-ECED-F7AC-62F4-4917E6F8E7F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163186" y="150152"/>
            <a:ext cx="502881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经文：彼前二</a:t>
            </a:r>
            <a:r>
              <a:rPr lang="en-US" altLang="zh-CN" sz="4800" b="1" dirty="0"/>
              <a:t>4~5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163186" y="150152"/>
            <a:ext cx="502881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经文：彼前二</a:t>
            </a:r>
            <a:r>
              <a:rPr lang="en-US" altLang="zh-CN" sz="4800" b="1" dirty="0"/>
              <a:t>4~5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940195"/>
            <a:ext cx="12192000" cy="3061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2:4】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主乃</a:t>
            </a:r>
            <a:r>
              <a:rPr lang="zh-CN" altLang="en-US" sz="32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活石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32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固然是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被人所</a:t>
            </a:r>
            <a:r>
              <a:rPr lang="zh-CN" altLang="en-US" sz="3200" dirty="0">
                <a:solidFill>
                  <a:srgbClr val="00B05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弃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的，</a:t>
            </a:r>
            <a:r>
              <a:rPr lang="zh-CN" altLang="en-US" sz="32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却是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被　神所</a:t>
            </a:r>
            <a:r>
              <a:rPr lang="zh-CN" altLang="en-US" sz="3200" dirty="0">
                <a:solidFill>
                  <a:srgbClr val="00B05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拣选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、所</a:t>
            </a:r>
            <a:r>
              <a:rPr lang="zh-CN" altLang="en-US" sz="3200" dirty="0">
                <a:solidFill>
                  <a:srgbClr val="00B05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宝贵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2:5】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3200" dirty="0">
                <a:solidFill>
                  <a:srgbClr val="FFC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来到主面前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，也就像</a:t>
            </a:r>
            <a:r>
              <a:rPr lang="zh-CN" altLang="en-US" sz="32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活石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，被建造成为</a:t>
            </a:r>
            <a:r>
              <a:rPr lang="zh-CN" altLang="en-US" sz="32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灵宫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，作圣洁的</a:t>
            </a:r>
            <a:r>
              <a:rPr lang="zh-CN" altLang="en-US" sz="3200" dirty="0">
                <a:solidFill>
                  <a:srgbClr val="FFC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祭司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，藉着</a:t>
            </a:r>
            <a:r>
              <a:rPr lang="zh-CN" altLang="en-US" sz="3600" b="1" dirty="0">
                <a:solidFill>
                  <a:srgbClr val="C9090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耶稣基督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奉献　神所悦纳的</a:t>
            </a:r>
            <a:r>
              <a:rPr lang="zh-CN" altLang="en-US" sz="3200" dirty="0">
                <a:solidFill>
                  <a:srgbClr val="FFC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灵祭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10644904" y="149519"/>
            <a:ext cx="1547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91837" y="2837685"/>
            <a:ext cx="4065490" cy="13976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一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:4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，基督是活石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二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:5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，我们是祭司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057177" y="1311965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181787" y="2183429"/>
            <a:ext cx="8043382" cy="1408402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400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710322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2:4】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主乃活石，固然是被人所弃的，却是被　神所拣选、所宝贵的。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3766271"/>
            <a:ext cx="7977048" cy="1408402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400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896261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2:5】</a:t>
              </a:r>
              <a:r>
                <a:rPr lang="zh-CN" altLang="en-US" sz="20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你们来到主面前，也就像活石，被建造成为灵宫，作圣洁的祭司，藉着耶稣基督奉献　神所悦纳的灵祭。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【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2:5】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来到主面前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作圣洁的祭司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endPara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249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8990848" y="113635"/>
            <a:ext cx="3187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8C0306-423C-7746-A3D2-2A3513F35A44}"/>
              </a:ext>
            </a:extLst>
          </p:cNvPr>
          <p:cNvSpPr txBox="1"/>
          <p:nvPr/>
        </p:nvSpPr>
        <p:spPr>
          <a:xfrm>
            <a:off x="1309253" y="1558637"/>
            <a:ext cx="10162311" cy="4750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四</a:t>
            </a:r>
            <a:r>
              <a:rPr lang="zh-CN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个命令</a:t>
            </a: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：圣洁、敬畏、彼此相爱、爱慕纯净灵奶</a:t>
            </a:r>
            <a:r>
              <a:rPr lang="zh-CN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。</a:t>
            </a:r>
            <a:endParaRPr lang="en-US" altLang="zh-CN" sz="2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对比：耶稣基督价值 </a:t>
            </a:r>
            <a:r>
              <a:rPr lang="en-US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=&gt;  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人眼中 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vs 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神眼中</a:t>
            </a:r>
            <a:endParaRPr lang="en-US" altLang="zh-CN" sz="2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二章</a:t>
            </a:r>
            <a:r>
              <a:rPr lang="en-US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4~</a:t>
            </a: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三章</a:t>
            </a:r>
            <a:r>
              <a:rPr lang="en-US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7</a:t>
            </a: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节，交叉论述以基督为榜样。</a:t>
            </a:r>
            <a:endParaRPr lang="en-US" altLang="zh-CN" sz="28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二章</a:t>
            </a:r>
            <a:r>
              <a:rPr lang="en-US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4~10</a:t>
            </a: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</a:t>
            </a:r>
            <a:endParaRPr lang="en-US" altLang="zh-CN" sz="28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特权：见主面（</a:t>
            </a:r>
            <a:r>
              <a:rPr lang="en-US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4~5</a:t>
            </a: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）、得稳妥（</a:t>
            </a:r>
            <a:r>
              <a:rPr lang="en-US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6~8</a:t>
            </a: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）、得怜悯（</a:t>
            </a:r>
            <a:r>
              <a:rPr lang="en-US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9~10</a:t>
            </a: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）。</a:t>
            </a:r>
            <a:endParaRPr lang="en-US" altLang="zh-CN" sz="28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第五个命令：建造灵宫</a:t>
            </a: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且献祭</a:t>
            </a:r>
            <a:r>
              <a:rPr lang="zh-CN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zh-CN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节）。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主题一：被拒绝又被接纳的弥赛亚（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6~8</a:t>
            </a:r>
            <a:r>
              <a:rPr lang="zh-CN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节）。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主题二：教会被神接纳的属灵群体（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9~10</a:t>
            </a:r>
            <a:r>
              <a:rPr lang="zh-CN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节）。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第一段：基督是活石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4691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主乃活石，固然是被人所弃的，却是被　神所拣选、所宝贵的。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活石：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圣殿材料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可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13:1】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耶稣从殿里出来的时候，有一个门徒对他说：“夫子，请看，这是何等的石头，何等的殿宇！”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可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13:2】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耶稣对他说：“你看见这大殿宇吗？将来在这里没有一块石头留在石头上，不被拆毁了。”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磐石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太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16:18】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我还告诉你：你是彼得，我要把我的教会建造在这磐石上，阴间的权柄不能胜过他（“权柄”原文作“门”）。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主神耶和华是磐石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申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32:4】 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他是磐石，他的作为完全，他所行的无不公平，是诚实无伪的　神，又公义，又正直。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宝石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启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21:19】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城墙的根基是用各样宝石修饰的：第一根基是碧玉，第二是蓝宝石，第三是绿玛瑙，第四是绿宝石，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51C3-A3E3-3DE8-E85E-720C95CCA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E2146B7-7446-C2E8-0380-A4055EBCF5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8056" y="2741782"/>
            <a:ext cx="4392534" cy="347453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8738A40-5093-8BC8-D4FB-505F66F80CB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第一段：基督是活石</a:t>
            </a:r>
            <a:endParaRPr lang="zh-CN" altLang="en-US" sz="48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A9A56D-9C72-1B2C-5B04-34EBA7337D7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0980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2:4】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主乃活石，固然是被人所弃的，却是被　神所拣选、所宝贵的。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基督是活石：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>
                <a:effectLst/>
                <a:ea typeface="苹方-简" panose="020B0300000000000000" pitchFamily="34" charset="-122"/>
              </a:rPr>
              <a:t>综上所述：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effectLst/>
                <a:ea typeface="苹方-简" panose="020B0300000000000000" pitchFamily="34" charset="-122"/>
              </a:rPr>
              <a:t>材料（建殿）。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effectLst/>
                <a:ea typeface="苹方-简" panose="020B0300000000000000" pitchFamily="34" charset="-122"/>
              </a:rPr>
              <a:t>依靠、力量。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effectLst/>
                <a:ea typeface="苹方-简" panose="020B0300000000000000" pitchFamily="34" charset="-122"/>
              </a:rPr>
              <a:t>宝贵。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effectLst/>
                <a:ea typeface="苹方-简" panose="020B0300000000000000" pitchFamily="34" charset="-122"/>
              </a:rPr>
              <a:t>根基（教会）。</a:t>
            </a:r>
            <a:endParaRPr lang="en-US" altLang="zh-CN" sz="180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ea typeface="苹方-简" panose="020B0300000000000000" pitchFamily="34" charset="-122"/>
              </a:rPr>
              <a:t>耶稣的比喻</a:t>
            </a:r>
            <a:endParaRPr lang="en-US" altLang="zh-CN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ea typeface="苹方-简" panose="020B0300000000000000" pitchFamily="34" charset="-122"/>
              </a:rPr>
              <a:t>【</a:t>
            </a:r>
            <a:r>
              <a:rPr lang="zh-CN" altLang="en-US">
                <a:ea typeface="苹方-简" panose="020B0300000000000000" pitchFamily="34" charset="-122"/>
              </a:rPr>
              <a:t>可</a:t>
            </a:r>
            <a:r>
              <a:rPr lang="en-US" altLang="zh-CN">
                <a:ea typeface="苹方-简" panose="020B0300000000000000" pitchFamily="34" charset="-122"/>
              </a:rPr>
              <a:t>12:10】</a:t>
            </a:r>
            <a:r>
              <a:rPr lang="zh-CN" altLang="en-US">
                <a:ea typeface="苹方-简" panose="020B0300000000000000" pitchFamily="34" charset="-122"/>
              </a:rPr>
              <a:t>经上写着说：‘匠人所弃的石头，已作了房角的头块石头。</a:t>
            </a:r>
            <a:endParaRPr lang="en-US" altLang="zh-CN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生命与气息</a:t>
            </a:r>
            <a:endParaRPr lang="en-US" altLang="zh-CN" sz="180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祂死过，却复活，而且要永远活着</a:t>
            </a:r>
            <a:r>
              <a:rPr lang="zh-CN" altLang="en-US" sz="180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。</a:t>
            </a:r>
            <a:endParaRPr lang="en-US" altLang="zh-CN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9952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2B82-0C5A-A240-601A-AC00046A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263E31C-3110-920B-DEE9-D976057D81A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第一段：基督是活石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FE9FA0-5B45-C92C-4BB9-77D1DB9B18F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61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主乃活石，固然是被人所弃的，却是被　神所拣选、所宝贵的。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“所弃” 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vs “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宝贵” 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世界却不接待祂 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约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1:11】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他到自己的地方来，自己的人倒不接待他。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被当时犹太的首领等弃绝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被不认为需要耶稣的弃绝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神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预定拣选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极受器重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真正价值：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世人所看重？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父神悦纳的？</a:t>
            </a:r>
            <a:endParaRPr lang="en-US" altLang="zh-CN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1584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37A29-24E9-5976-85B0-79C59C6FD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ACDADD0-10AB-5065-8FD8-582089928B8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第一段：基督是活石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483D90-E768-7523-F9DD-BE94C16ECFA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21913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2:4】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主乃活石，固然是被人所弃的，却是被　神所拣选、所宝贵的。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你的生活认识是否都建基在耶稣基督为房角石上？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神看耶稣为宝贵，而我们个人是否看耶稣为宝贵？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7853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08A75-D4D5-FAFE-92FF-CD98D1AC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10596C8-0032-6541-E0C0-64692BE9D55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第二段：我们是祭司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9DDBC7-E39D-A475-4597-2F630F7B06D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6884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你们来到主面前，也就像活石，被建造成为灵宫，作圣洁的祭司，藉着耶稣基督奉献　神所悦纳的灵祭。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“来到主面前” ：关系、特权、意识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关系：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因救恩来寻求神恩典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主动的来到与神相交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持续、亲密在神面前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来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4:16】 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所以我们只管坦然无惧地来到施恩的宝座前，为要得怜恤，蒙恩惠，作随时的帮助。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来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7:25】 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凡靠着他进到　神面前的人，他都能拯救到底，因为他是长远活着，替他们祈求。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7673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36F91-D7F7-9483-3E11-5CAF6E69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CE35AD2-F4FA-5352-7B1A-27CD3D4E02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第二段：我们是祭司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0C0403-C3F5-99A7-BDF4-FBFEF09017E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8995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你们来到主面前，也就像活石，被建造成为灵宫，作圣洁的祭司，藉着耶稣基督奉献　神所悦纳的灵祭。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“来到主面前” 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特权：</a:t>
            </a:r>
            <a:r>
              <a:rPr lang="zh-TW" altLang="en-US" sz="1800" dirty="0">
                <a:effectLst/>
                <a:ea typeface="苹方-简" panose="020B0300000000000000" pitchFamily="34" charset="-122"/>
              </a:rPr>
              <a:t>靠近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、</a:t>
            </a:r>
            <a:r>
              <a:rPr lang="zh-TW" altLang="en-US" sz="1800" dirty="0">
                <a:effectLst/>
                <a:ea typeface="苹方-简" panose="020B0300000000000000" pitchFamily="34" charset="-122"/>
              </a:rPr>
              <a:t>崇拜祂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安息、福气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太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11:28】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凡劳苦担重担的人，可以到我这里来，我就使你们得安息。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弗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1:3】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愿颂赞归与我们主耶稣基督的父　神，他在基督里曾赐给我们天上各样属灵的福气。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藉着信心、耶稣基督做成的</a:t>
            </a:r>
            <a:endParaRPr lang="en-US" altLang="zh-CN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2115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D58A-F1F4-E5EA-8627-C92E0B602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DDAD70E-702A-7C6D-6A8D-502887476AE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第二段：我们是祭司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EC62038-A889-1C8A-AF37-EE47C74F324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7305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你们来到主面前，也就像活石，被建造成为灵宫，作圣洁的祭司，藉着耶稣基督奉献　神所悦纳的灵祭。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“来到主面前” 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意识：神前意识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时刻是活在神面前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代下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16:9】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耶和华的眼目遍察全地，要显大能帮助向他心存诚实的人。你这事行得愚昧，此后，你必有争战的事。”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林前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4:9】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我想　神把我们使徒明明列在末后，好像定死罪的囚犯；因为我们成了一台戏，给世人和天使观看。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谨慎行事，不给魔鬼留空隙</a:t>
            </a:r>
            <a:endParaRPr lang="en-US" altLang="zh-CN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3641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0244F-F6D2-1909-5AFD-4F009A486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90CAA5E-A842-51B8-1D60-D81488A26F1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第二段：我们是祭司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EE340B-638C-3B5B-0CB1-93659AF10D8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1921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你们来到主面前，也就像活石，被建造成为灵宫，作圣洁的祭司，藉着耶稣基督奉献　神所悦纳的灵祭。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“像活石”：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复活耶稣基督使我们有新生命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=&gt;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与神联合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=&gt;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活出基督的生命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=&gt;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“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像活石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”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“被建造”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教会的建立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房角石 </a:t>
            </a:r>
            <a:r>
              <a:rPr lang="en-US" altLang="zh-CN" dirty="0">
                <a:ea typeface="苹方-简" panose="020B0300000000000000" pitchFamily="34" charset="-122"/>
              </a:rPr>
              <a:t>=&gt;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根基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（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耶稣基督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 =&gt; </a:t>
            </a:r>
            <a:r>
              <a:rPr lang="zh-CN" altLang="en-US" dirty="0">
                <a:ea typeface="苹方-简" panose="020B0300000000000000" pitchFamily="34" charset="-122"/>
              </a:rPr>
              <a:t>联络 </a:t>
            </a:r>
            <a:r>
              <a:rPr lang="en-US" altLang="zh-CN" dirty="0">
                <a:ea typeface="苹方-简" panose="020B0300000000000000" pitchFamily="34" charset="-122"/>
              </a:rPr>
              <a:t>=&gt; </a:t>
            </a:r>
            <a:r>
              <a:rPr lang="zh-CN" altLang="en-US" dirty="0">
                <a:ea typeface="苹方-简" panose="020B0300000000000000" pitchFamily="34" charset="-122"/>
              </a:rPr>
              <a:t>像活石 </a:t>
            </a:r>
            <a:r>
              <a:rPr lang="en-US" altLang="zh-CN" dirty="0">
                <a:ea typeface="苹方-简" panose="020B0300000000000000" pitchFamily="34" charset="-122"/>
              </a:rPr>
              <a:t>=&gt; </a:t>
            </a:r>
            <a:r>
              <a:rPr lang="zh-CN" altLang="en-US" dirty="0">
                <a:ea typeface="苹方-简" panose="020B0300000000000000" pitchFamily="34" charset="-122"/>
              </a:rPr>
              <a:t>教会（灵宫） </a:t>
            </a:r>
            <a:r>
              <a:rPr lang="en-US" altLang="zh-CN" dirty="0">
                <a:ea typeface="苹方-简" panose="020B0300000000000000" pitchFamily="34" charset="-122"/>
              </a:rPr>
              <a:t>=&gt; </a:t>
            </a:r>
            <a:r>
              <a:rPr lang="zh-CN" altLang="en-US" dirty="0">
                <a:ea typeface="苹方-简" panose="020B0300000000000000" pitchFamily="34" charset="-122"/>
              </a:rPr>
              <a:t>祭司 </a:t>
            </a:r>
            <a:r>
              <a:rPr lang="en-US" altLang="zh-CN" dirty="0">
                <a:ea typeface="苹方-简" panose="020B0300000000000000" pitchFamily="34" charset="-122"/>
              </a:rPr>
              <a:t>=&gt; </a:t>
            </a:r>
            <a:r>
              <a:rPr lang="zh-CN" altLang="en-US" dirty="0">
                <a:ea typeface="苹方-简" panose="020B0300000000000000" pitchFamily="34" charset="-122"/>
              </a:rPr>
              <a:t>灵祭</a:t>
            </a:r>
            <a:r>
              <a:rPr lang="en-US" altLang="zh-CN" dirty="0">
                <a:ea typeface="苹方-简" panose="020B0300000000000000" pitchFamily="34" charset="-122"/>
              </a:rPr>
              <a:t> 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旧约圣殿是暂时、物质的殿宇。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以耶稣基督为身体的圣殿建立，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超越一切有形的建筑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，神的家即教会。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提前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3:15】 15 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倘若我耽延日久，你也可以知道在　神的家中当怎样行，这家就是永生　神的教会，真理的柱石和根基。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5507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755EB-9FFB-EAE5-77FE-D5C817DAF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3AAA7A2-E292-092D-1692-9FEECC9B768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第二段：我们是祭司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A6AAA3A-5E21-21C6-CE9D-7D088081E8C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61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你们来到主面前，也就像活石，被建造成为灵宫，作圣洁的祭司，藉着耶稣基督奉献　神所悦纳的灵祭。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“圣洁的祭司”：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一、神所拣选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出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28:1】 1 “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你要从以色列人中，使你的哥哥亚伦和他的儿子拿答、亚比户、以利亚撒、以他玛一同就近你，给我供祭司的职分。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【约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15:16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】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 16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不是你们拣选了我，是我拣选了你们；并且分派你们去结果子，叫你们的果子常存，使你们奉我的名，无论向父求什么，他就赐给你们。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二、被神洁净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利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8:2】 2 “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你将亚伦和他儿子一同带来，并将圣衣、膏油，与赎罪祭的一只公牛、两只公绵羊、一筐无酵饼都带来，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多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2:14】 14 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他为我们舍了自己，要赎我们脱离一切罪恶，又洁净我们，特作自己的子民，热心为善。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6158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E900-DAE6-8AD1-B992-9D859C61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3FA05D2-F3F3-A99D-B19D-3FB504065E8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第二段：我们是祭司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6D0FF2-8C1B-FC90-3A2D-771CB5F7503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3150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你们来到主面前，也就像活石，被建造成为灵宫，作圣洁的祭司，藉着耶稣基督奉献　神所悦纳的灵祭。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“圣洁的祭司”：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一、神所拣选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二、被神洁净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三、听命顺服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利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10:1】 1 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亚伦的儿子拿答、亚比户，各拿自己的香炉，盛上火，加上香，在耶和华面前献上凡火，是耶和华没有吩咐他们的，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1:14】 14 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你们既作顺命的儿女，就不要效法从前蒙昧无知的时候那放纵私欲的样子。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0578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92BFF-2383-0BE8-34E2-0A6952933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96F5195-0A47-EECA-FEB4-CA316758DE2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第二段：我们是祭司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03688F-B9ED-BBED-4C87-C603632AB3E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61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你们来到主面前，也就像活石，被建造成为灵宫，作圣洁的祭司，藉着耶稣基督奉献　神所悦纳的灵祭。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“圣洁的祭司”：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神的要求：圣洁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三个方面：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1.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要敬拜真神。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出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20:3】“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除了我以外，你不可有别的神。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2.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与世界分别。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2:9】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惟有你们是被拣选的族类，是有君尊的祭司，是圣洁的国度，是属　神的子民，要叫你们宣扬那召你们出黑暗、入奇妙光明者的美德。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3.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要遵守律法，远离罪恶，爱神爱人。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路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10:27】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他回答说：“你要尽心、尽性、尽力、尽意爱主你的　神；又要爱邻舍如同自己。”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5738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37A5-DFE4-3120-7F80-60213958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B136568-C774-FAD1-7E14-E96C5467C06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第二段：我们是祭司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9EB7F4-EC9D-7BF9-3C71-30FD3DC940B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7305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你们来到主面前，也就像活石，被建造成为灵宫，作圣洁的祭司，藉着耶稣基督奉献　神所悦纳的灵祭。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“灵祭”：身体、颂赞、善行、财物、归信耶稣、爱心、祈祷。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“活祭”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罗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12:1】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所以弟兄们，我以　神的慈悲劝你们，将身体献上，当作活祭，是圣洁的，是　神所喜悦的，你们如此侍奉，乃是理所当然的。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“颂赞”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来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13:15】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我们应当靠着耶稣，常常以颂赞为祭献给　神，这就是那承认主名之人嘴唇的果子。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“善行、财物”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a typeface="苹方-简" panose="020B0300000000000000" pitchFamily="34" charset="-122"/>
              </a:rPr>
              <a:t>来</a:t>
            </a:r>
            <a:r>
              <a:rPr lang="en-US" altLang="zh-CN" dirty="0">
                <a:ea typeface="苹方-简" panose="020B0300000000000000" pitchFamily="34" charset="-122"/>
              </a:rPr>
              <a:t>13:16】</a:t>
            </a:r>
            <a:r>
              <a:rPr lang="zh-CN" altLang="en-US" dirty="0">
                <a:ea typeface="苹方-简" panose="020B0300000000000000" pitchFamily="34" charset="-122"/>
              </a:rPr>
              <a:t>只是不可忘记行善和捐输的事，因为这样的祭是　神所喜悦的。</a:t>
            </a:r>
            <a:endParaRPr lang="en-US" altLang="zh-CN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1257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50E5C-4D59-78C3-84D6-296805C89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02E19C4-7FBF-6675-1AE2-D7F5A66BC1D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第二段：我们是祭司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682896-B38F-2862-F6E0-F08815A686A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96573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你们来到主面前，也就像活石，被建造成为灵宫，作圣洁的祭司，藉着耶稣基督奉献　神所悦纳的灵祭。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“灵祭”：身体、颂赞、善行、财物、归信耶稣、爱心、祈祷。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“归信耶稣”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罗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15:16】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使我为外邦人作基督耶稣的仆役，作　神福音的祭司，叫所献上的外邦人，因着圣灵，成为圣洁，可蒙悦纳。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“爱心”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弗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5:2】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也要凭爱心行事，正如基督爱我们，为我们舍了自己，当作馨香的供物和祭物献与　神。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“祷告”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a typeface="苹方-简" panose="020B0300000000000000" pitchFamily="34" charset="-122"/>
              </a:rPr>
              <a:t>启</a:t>
            </a:r>
            <a:r>
              <a:rPr lang="en-US" altLang="zh-CN" dirty="0">
                <a:ea typeface="苹方-简" panose="020B0300000000000000" pitchFamily="34" charset="-122"/>
              </a:rPr>
              <a:t>8:3】</a:t>
            </a:r>
            <a:r>
              <a:rPr lang="zh-CN" altLang="en-US" dirty="0">
                <a:ea typeface="苹方-简" panose="020B0300000000000000" pitchFamily="34" charset="-122"/>
              </a:rPr>
              <a:t>另有一位天使拿着金香炉来站在祭坛旁边，有许多香赐给他，要和众圣徒的祈祷一同献在宝座前的金坛上。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a typeface="苹方-简" panose="020B0300000000000000" pitchFamily="34" charset="-122"/>
              </a:rPr>
              <a:t>启</a:t>
            </a:r>
            <a:r>
              <a:rPr lang="en-US" altLang="zh-CN" dirty="0">
                <a:ea typeface="苹方-简" panose="020B0300000000000000" pitchFamily="34" charset="-122"/>
              </a:rPr>
              <a:t>8:4】</a:t>
            </a:r>
            <a:r>
              <a:rPr lang="zh-CN" altLang="en-US" dirty="0">
                <a:ea typeface="苹方-简" panose="020B0300000000000000" pitchFamily="34" charset="-122"/>
              </a:rPr>
              <a:t>那香的烟和众圣徒的祈祷从天使的手中一同升到　神面前。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1463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8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838200" y="557188"/>
            <a:ext cx="105156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200" b="1" kern="1200" spc="6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总结：</a:t>
            </a:r>
          </a:p>
        </p:txBody>
      </p:sp>
      <p:graphicFrame>
        <p:nvGraphicFramePr>
          <p:cNvPr id="92" name="文本框 1">
            <a:extLst>
              <a:ext uri="{FF2B5EF4-FFF2-40B4-BE49-F238E27FC236}">
                <a16:creationId xmlns:a16="http://schemas.microsoft.com/office/drawing/2014/main" id="{D538D9A6-7FFD-E3B6-74C7-3744D3E3A4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7640508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01125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1" y="640823"/>
            <a:ext cx="2057400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4001160"/>
              </p:ext>
            </p:extLst>
          </p:nvPr>
        </p:nvGraphicFramePr>
        <p:xfrm>
          <a:off x="2844800" y="681037"/>
          <a:ext cx="9293352" cy="5685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7122</TotalTime>
  <Words>2385</Words>
  <Application>Microsoft Office PowerPoint</Application>
  <PresentationFormat>宽屏</PresentationFormat>
  <Paragraphs>192</Paragraphs>
  <Slides>20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方正屏显雅宋_GBK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2024-11-02T13:30:08Z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