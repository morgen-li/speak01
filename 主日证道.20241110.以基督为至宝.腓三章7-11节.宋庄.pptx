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6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7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8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9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560" r:id="rId2"/>
    <p:sldId id="554" r:id="rId3"/>
    <p:sldId id="425" r:id="rId4"/>
    <p:sldId id="598" r:id="rId5"/>
    <p:sldId id="531" r:id="rId6"/>
    <p:sldId id="553" r:id="rId7"/>
    <p:sldId id="587" r:id="rId8"/>
    <p:sldId id="594" r:id="rId9"/>
    <p:sldId id="574" r:id="rId10"/>
    <p:sldId id="599" r:id="rId11"/>
    <p:sldId id="588" r:id="rId12"/>
    <p:sldId id="593" r:id="rId13"/>
    <p:sldId id="589" r:id="rId14"/>
    <p:sldId id="590" r:id="rId15"/>
    <p:sldId id="591" r:id="rId16"/>
    <p:sldId id="592" r:id="rId17"/>
    <p:sldId id="601" r:id="rId18"/>
    <p:sldId id="55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982DDC-83C4-4156-BD9D-5F7BE1103188}" v="25" dt="2024-11-09T09:03:29.82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437" autoAdjust="0"/>
  </p:normalViewPr>
  <p:slideViewPr>
    <p:cSldViewPr snapToGrid="0">
      <p:cViewPr varScale="1">
        <p:scale>
          <a:sx n="52" d="100"/>
          <a:sy n="52" d="100"/>
        </p:scale>
        <p:origin x="474" y="66"/>
      </p:cViewPr>
      <p:guideLst>
        <p:guide orient="horz" pos="867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delSp modSp mod">
        <pc:chgData name="强 李" userId="cd6c7ec7188785ae" providerId="LiveId" clId="{5EF4142E-4844-4CF2-B9D3-B00A388B0DD4}" dt="2024-09-14T12:57:21.918" v="133" actId="14100"/>
        <pc:sldMkLst>
          <pc:docMk/>
          <pc:sldMk cId="54695671" sldId="531"/>
        </pc:sldMkLst>
        <pc:spChg chg="mod">
          <ac:chgData name="强 李" userId="cd6c7ec7188785ae" providerId="LiveId" clId="{5EF4142E-4844-4CF2-B9D3-B00A388B0DD4}" dt="2024-09-14T12:56:57.128" v="123" actId="14100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2:55:58.350" v="120" actId="164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5EF4142E-4844-4CF2-B9D3-B00A388B0DD4}" dt="2024-09-14T12:54:17.023" v="90" actId="103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5EF4142E-4844-4CF2-B9D3-B00A388B0DD4}" dt="2024-09-14T12:57:21.918" v="133" actId="14100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5EF4142E-4844-4CF2-B9D3-B00A388B0DD4}" dt="2024-09-14T12:53:58.568" v="86" actId="14100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5EF4142E-4844-4CF2-B9D3-B00A388B0DD4}" dt="2024-09-14T12:57:10.529" v="132" actId="1037"/>
          <ac:spMkLst>
            <pc:docMk/>
            <pc:sldMk cId="54695671" sldId="531"/>
            <ac:spMk id="7" creationId="{F80DDDB8-F32B-B7A7-73DA-9790F3B5DCB3}"/>
          </ac:spMkLst>
        </pc:spChg>
        <pc:spChg chg="del mod">
          <ac:chgData name="强 李" userId="cd6c7ec7188785ae" providerId="LiveId" clId="{5EF4142E-4844-4CF2-B9D3-B00A388B0DD4}" dt="2024-09-14T12:55:36.467" v="117" actId="478"/>
          <ac:spMkLst>
            <pc:docMk/>
            <pc:sldMk cId="54695671" sldId="531"/>
            <ac:spMk id="11" creationId="{8F585226-39A8-96AE-40A3-878704581BB6}"/>
          </ac:spMkLst>
        </pc:spChg>
        <pc:grpChg chg="add mod">
          <ac:chgData name="强 李" userId="cd6c7ec7188785ae" providerId="LiveId" clId="{5EF4142E-4844-4CF2-B9D3-B00A388B0DD4}" dt="2024-09-14T12:55:49.886" v="119" actId="1076"/>
          <ac:grpSpMkLst>
            <pc:docMk/>
            <pc:sldMk cId="54695671" sldId="531"/>
            <ac:grpSpMk id="9" creationId="{87176265-B58D-673F-0145-44DE61D798A1}"/>
          </ac:grpSpMkLst>
        </pc:grpChg>
        <pc:grpChg chg="add mod">
          <ac:chgData name="强 李" userId="cd6c7ec7188785ae" providerId="LiveId" clId="{5EF4142E-4844-4CF2-B9D3-B00A388B0DD4}" dt="2024-09-14T12:56:33.470" v="122" actId="1076"/>
          <ac:grpSpMkLst>
            <pc:docMk/>
            <pc:sldMk cId="54695671" sldId="531"/>
            <ac:grpSpMk id="10" creationId="{52691254-7C12-A9B7-2F38-228171FD86FE}"/>
          </ac:grpSpMkLst>
        </pc:grpChg>
        <pc:cxnChg chg="del">
          <ac:chgData name="强 李" userId="cd6c7ec7188785ae" providerId="LiveId" clId="{5EF4142E-4844-4CF2-B9D3-B00A388B0DD4}" dt="2024-09-14T12:51:53.547" v="62" actId="478"/>
          <ac:cxnSpMkLst>
            <pc:docMk/>
            <pc:sldMk cId="54695671" sldId="531"/>
            <ac:cxnSpMk id="8" creationId="{A82D5C8F-64C1-A4EE-87A4-62170D321C35}"/>
          </ac:cxnSpMkLst>
        </pc:cxnChg>
      </pc:sldChg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  <pc:spChg chg="mod">
          <ac:chgData name="强 李" userId="cd6c7ec7188785ae" providerId="LiveId" clId="{5EF4142E-4844-4CF2-B9D3-B00A388B0DD4}" dt="2024-09-14T13:07:46.596" v="449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5EF4142E-4844-4CF2-B9D3-B00A388B0DD4}" dt="2024-09-14T12:59:42.146" v="150" actId="1035"/>
          <ac:spMkLst>
            <pc:docMk/>
            <pc:sldMk cId="530530540" sldId="553"/>
            <ac:spMk id="4" creationId="{D871C0DE-EFD9-CB2D-04F8-FAAE31FAFEBB}"/>
          </ac:spMkLst>
        </pc:spChg>
        <pc:cxnChg chg="add mod">
          <ac:chgData name="强 李" userId="cd6c7ec7188785ae" providerId="LiveId" clId="{5EF4142E-4844-4CF2-B9D3-B00A388B0DD4}" dt="2024-09-14T12:59:20.593" v="149" actId="208"/>
          <ac:cxnSpMkLst>
            <pc:docMk/>
            <pc:sldMk cId="530530540" sldId="553"/>
            <ac:cxnSpMk id="7" creationId="{A7BDF325-4788-387F-AF1B-880737B9E5A3}"/>
          </ac:cxnSpMkLst>
        </pc:cxnChg>
      </pc:sldChg>
      <pc:sldChg chg="modSp">
        <pc:chgData name="强 李" userId="cd6c7ec7188785ae" providerId="LiveId" clId="{5EF4142E-4844-4CF2-B9D3-B00A388B0DD4}" dt="2024-09-14T12:46:51.711" v="13"/>
        <pc:sldMkLst>
          <pc:docMk/>
          <pc:sldMk cId="3418790839" sldId="554"/>
        </pc:sldMkLst>
        <pc:graphicFrameChg chg="mod">
          <ac:chgData name="强 李" userId="cd6c7ec7188785ae" providerId="LiveId" clId="{5EF4142E-4844-4CF2-B9D3-B00A388B0DD4}" dt="2024-09-14T12:46:51.711" v="1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5EF4142E-4844-4CF2-B9D3-B00A388B0DD4}" dt="2024-09-14T12:07:08.693" v="3" actId="404"/>
        <pc:sldMkLst>
          <pc:docMk/>
          <pc:sldMk cId="1911491714" sldId="560"/>
        </pc:sldMkLst>
        <pc:spChg chg="mod">
          <ac:chgData name="强 李" userId="cd6c7ec7188785ae" providerId="LiveId" clId="{5EF4142E-4844-4CF2-B9D3-B00A388B0DD4}" dt="2024-09-14T12:07:08.693" v="3" actId="404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  <pc:spChg chg="mod">
          <ac:chgData name="强 李" userId="cd6c7ec7188785ae" providerId="LiveId" clId="{5EF4142E-4844-4CF2-B9D3-B00A388B0DD4}" dt="2024-09-14T13:22:36.645" v="812" actId="2710"/>
          <ac:spMkLst>
            <pc:docMk/>
            <pc:sldMk cId="159884778" sldId="574"/>
            <ac:spMk id="2" creationId="{00000000-0000-0000-0000-000000000000}"/>
          </ac:spMkLst>
        </pc:spChg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  <pc:spChg chg="mod">
          <ac:chgData name="强 李" userId="cd6c7ec7188785ae" providerId="LiveId" clId="{5EF4142E-4844-4CF2-B9D3-B00A388B0DD4}" dt="2024-09-14T13:16:55.444" v="734" actId="403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5EF4142E-4844-4CF2-B9D3-B00A388B0DD4}" dt="2024-09-14T13:12:28.509" v="566" actId="14100"/>
          <ac:spMkLst>
            <pc:docMk/>
            <pc:sldMk cId="3921434846" sldId="587"/>
            <ac:spMk id="6" creationId="{443E6CD7-0548-F919-EBC8-5A5B1BB6327C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8" creationId="{16D8AC54-27F5-A2FE-FDAD-C66FFAE80155}"/>
          </ac:spMkLst>
        </pc:spChg>
        <pc:grpChg chg="add mod">
          <ac:chgData name="强 李" userId="cd6c7ec7188785ae" providerId="LiveId" clId="{5EF4142E-4844-4CF2-B9D3-B00A388B0DD4}" dt="2024-09-14T13:16:07.871" v="725" actId="14100"/>
          <ac:grpSpMkLst>
            <pc:docMk/>
            <pc:sldMk cId="3921434846" sldId="587"/>
            <ac:grpSpMk id="7" creationId="{01FDC4AC-DC19-8216-7F2D-118A5C6E3CD0}"/>
          </ac:grpSpMkLst>
        </pc:grpChg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  <pc:spChg chg="mod">
          <ac:chgData name="强 李" userId="cd6c7ec7188785ae" providerId="LiveId" clId="{5EF4142E-4844-4CF2-B9D3-B00A388B0DD4}" dt="2024-09-14T13:48:48.344" v="2019"/>
          <ac:spMkLst>
            <pc:docMk/>
            <pc:sldMk cId="534191096" sldId="58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  <pc:spChg chg="mod">
          <ac:chgData name="强 李" userId="cd6c7ec7188785ae" providerId="LiveId" clId="{5EF4142E-4844-4CF2-B9D3-B00A388B0DD4}" dt="2024-09-14T13:52:07.298" v="202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  <pc:spChg chg="mod">
          <ac:chgData name="强 李" userId="cd6c7ec7188785ae" providerId="LiveId" clId="{5EF4142E-4844-4CF2-B9D3-B00A388B0DD4}" dt="2024-09-14T14:08:01.462" v="2035" actId="404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  <pc:spChg chg="mod">
          <ac:chgData name="强 李" userId="cd6c7ec7188785ae" providerId="LiveId" clId="{5EF4142E-4844-4CF2-B9D3-B00A388B0DD4}" dt="2024-09-14T14:11:29.010" v="2088" actId="108"/>
          <ac:spMkLst>
            <pc:docMk/>
            <pc:sldMk cId="4046377894" sldId="592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  <pc:spChg chg="mod">
          <ac:chgData name="强 李" userId="cd6c7ec7188785ae" providerId="LiveId" clId="{5EF4142E-4844-4CF2-B9D3-B00A388B0DD4}" dt="2024-09-14T13:39:18.199" v="1599" actId="403"/>
          <ac:spMkLst>
            <pc:docMk/>
            <pc:sldMk cId="3468762565" sldId="593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  <pc:spChg chg="mod">
          <ac:chgData name="强 李" userId="cd6c7ec7188785ae" providerId="LiveId" clId="{5EF4142E-4844-4CF2-B9D3-B00A388B0DD4}" dt="2024-09-14T13:18:04.631" v="762" actId="20577"/>
          <ac:spMkLst>
            <pc:docMk/>
            <pc:sldMk cId="340286292" sldId="594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  <pc:spChg chg="mod">
          <ac:chgData name="强 李" userId="cd6c7ec7188785ae" providerId="LiveId" clId="{5EF4142E-4844-4CF2-B9D3-B00A388B0DD4}" dt="2024-09-14T12:51:01.614" v="48"/>
          <ac:spMkLst>
            <pc:docMk/>
            <pc:sldMk cId="3965997736" sldId="598"/>
            <ac:spMk id="2" creationId="{00000000-0000-0000-0000-000000000000}"/>
          </ac:spMkLst>
        </pc:s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4" creationId="{67CFBFED-23BA-58E2-0492-595457A1DA5E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6" creationId="{56CD5BD2-A0CC-7D0E-3BD1-0613845A3BF3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  <pc:spChg chg="mod">
          <ac:chgData name="强 李" userId="cd6c7ec7188785ae" providerId="LiveId" clId="{5EF4142E-4844-4CF2-B9D3-B00A388B0DD4}" dt="2024-09-14T13:29:35.058" v="1303"/>
          <ac:spMkLst>
            <pc:docMk/>
            <pc:sldMk cId="4003489816" sldId="59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  <pc:spChg chg="mod">
          <ac:chgData name="强 李" userId="cd6c7ec7188785ae" providerId="LiveId" clId="{5EF4142E-4844-4CF2-B9D3-B00A388B0DD4}" dt="2024-09-14T14:12:58.930" v="2186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4:11:42.436" v="2102" actId="1038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D1982DDC-83C4-4156-BD9D-5F7BE1103188}"/>
    <pc:docChg chg="modSld">
      <pc:chgData name="强 李" userId="cd6c7ec7188785ae" providerId="LiveId" clId="{D1982DDC-83C4-4156-BD9D-5F7BE1103188}" dt="2024-11-09T09:03:29.822" v="24"/>
      <pc:docMkLst>
        <pc:docMk/>
      </pc:docMkLst>
      <pc:sldChg chg="modSp">
        <pc:chgData name="强 李" userId="cd6c7ec7188785ae" providerId="LiveId" clId="{D1982DDC-83C4-4156-BD9D-5F7BE1103188}" dt="2024-11-09T09:03:29.822" v="24"/>
        <pc:sldMkLst>
          <pc:docMk/>
          <pc:sldMk cId="3418790839" sldId="554"/>
        </pc:sldMkLst>
        <pc:graphicFrameChg chg="mod">
          <ac:chgData name="强 李" userId="cd6c7ec7188785ae" providerId="LiveId" clId="{D1982DDC-83C4-4156-BD9D-5F7BE1103188}" dt="2024-11-09T09:03:29.822" v="24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  <pc:spChg chg="mod">
          <ac:chgData name="强 李" userId="cd6c7ec7188785ae" providerId="LiveId" clId="{C0D944F3-8C60-42D3-8287-9054FF582414}" dt="2024-06-29T22:22:39.800" v="214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0D944F3-8C60-42D3-8287-9054FF582414}" dt="2024-06-29T21:50:53.370" v="60" actId="20577"/>
        <pc:sldMkLst>
          <pc:docMk/>
          <pc:sldMk cId="530530540" sldId="553"/>
        </pc:sldMkLst>
        <pc:spChg chg="mod">
          <ac:chgData name="强 李" userId="cd6c7ec7188785ae" providerId="LiveId" clId="{C0D944F3-8C60-42D3-8287-9054FF582414}" dt="2024-06-29T21:50:53.370" v="60" actId="20577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3" creationId="{2550BE34-C2B8-49B8-8519-67A8CAD51AE9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5" creationId="{A7457DD9-5A45-400A-AB4B-4B4EDECA25F1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7" creationId="{441CF7D6-A660-431A-B0BB-140A0D5556B6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9" creationId="{0570A85B-3810-4F95-97B0-CBF4CCDB381C}"/>
          </ac:spMkLst>
        </pc:spChg>
        <pc:graphicFrameChg chg="mod modGraphic">
          <ac:chgData name="强 李" userId="cd6c7ec7188785ae" providerId="LiveId" clId="{C0D944F3-8C60-42D3-8287-9054FF582414}" dt="2024-06-29T12:32:42.312" v="2" actId="26606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  <pc:spChg chg="mod">
          <ac:chgData name="强 李" userId="cd6c7ec7188785ae" providerId="LiveId" clId="{C0D944F3-8C60-42D3-8287-9054FF582414}" dt="2024-06-29T22:14:33.277" v="111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  <pc:spChg chg="mod">
          <ac:chgData name="强 李" userId="cd6c7ec7188785ae" providerId="LiveId" clId="{C0D944F3-8C60-42D3-8287-9054FF582414}" dt="2024-06-29T22:15:20.741" v="12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  <pc:picChg chg="mod">
          <ac:chgData name="强 李" userId="cd6c7ec7188785ae" providerId="LiveId" clId="{C0D944F3-8C60-42D3-8287-9054FF582414}" dt="2024-06-29T22:23:03.727" v="215" actId="1076"/>
          <ac:picMkLst>
            <pc:docMk/>
            <pc:sldMk cId="1164883511" sldId="596"/>
            <ac:picMk id="5" creationId="{2ADD046A-1E76-1E25-D210-434E5BDA978C}"/>
          </ac:picMkLst>
        </pc:pic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  <pc:spChg chg="mod">
          <ac:chgData name="强 李" userId="cd6c7ec7188785ae" providerId="LiveId" clId="{1F788608-16AE-484E-BA0E-693D8C33E910}" dt="2024-08-24T02:44:12.507" v="879" actId="403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1F788608-16AE-484E-BA0E-693D8C33E910}" dt="2024-08-24T00:52:30.863" v="85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1" creationId="{8F585226-39A8-96AE-40A3-878704581BB6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  <pc:spChg chg="add del mod">
          <ac:chgData name="强 李" userId="cd6c7ec7188785ae" providerId="LiveId" clId="{1F788608-16AE-484E-BA0E-693D8C33E910}" dt="2024-08-24T03:13:19.605" v="1412" actId="478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3:15:55.546" v="1470"/>
          <ac:spMkLst>
            <pc:docMk/>
            <pc:sldMk cId="1242525785" sldId="543"/>
            <ac:spMk id="4" creationId="{9744BC9E-F0B2-AD37-F3BD-19B461A4AF13}"/>
          </ac:spMkLst>
        </pc:spChg>
        <pc:spChg chg="del mod">
          <ac:chgData name="强 李" userId="cd6c7ec7188785ae" providerId="LiveId" clId="{1F788608-16AE-484E-BA0E-693D8C33E910}" dt="2024-08-24T03:13:48.477" v="1416" actId="478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1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3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4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5" creationId="{EDDBB197-D710-4A4F-A9CA-FD2177498BE8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6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7" creationId="{975D1CFA-2CDB-4B64-BD9F-85744E8DA12F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1" creationId="{AE2B703B-46F9-481A-A605-82E2A828C4FA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2" creationId="{F13BE4D7-0C3D-4906-B230-A1C5B4665CCF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5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6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09:33.968" v="1369" actId="26606"/>
          <ac:spMkLst>
            <pc:docMk/>
            <pc:sldMk cId="1242525785" sldId="543"/>
            <ac:spMk id="49" creationId="{2659FDB4-FCBE-4A89-B46D-43D4FA54464D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2" creationId="{7517A47C-B2E5-4B79-8061-D74B1311AF6E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3" creationId="{2E442304-DDBD-4F7B-8017-36BCC863FB40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4" creationId="{5E107275-3853-46FD-A241-DE4355A42675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6" creationId="{C505E780-2083-4CB5-A42A-5E0E2908ECC3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57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8" creationId="{D2C0AE1C-0118-41AE-8A10-7CDCBF10E96F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9" creationId="{463EEC44-1BA3-44ED-81FC-A644B04B2A44}"/>
          </ac:spMkLst>
        </pc:spChg>
        <pc:spChg chg="add del">
          <ac:chgData name="强 李" userId="cd6c7ec7188785ae" providerId="LiveId" clId="{1F788608-16AE-484E-BA0E-693D8C33E910}" dt="2024-08-24T03:12:25.241" v="1400" actId="26606"/>
          <ac:spMkLst>
            <pc:docMk/>
            <pc:sldMk cId="1242525785" sldId="543"/>
            <ac:spMk id="63" creationId="{C7CCC60B-4D42-4FE4-BCB2-A713F52D08DA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4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5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67" creationId="{B5416EBC-B41E-4F8A-BE9F-07301B682CBD}"/>
          </ac:spMkLst>
        </pc:spChg>
        <pc:spChg chg="add del">
          <ac:chgData name="强 李" userId="cd6c7ec7188785ae" providerId="LiveId" clId="{1F788608-16AE-484E-BA0E-693D8C33E910}" dt="2024-08-24T03:10:53.218" v="1389" actId="26606"/>
          <ac:spMkLst>
            <pc:docMk/>
            <pc:sldMk cId="1242525785" sldId="543"/>
            <ac:spMk id="69" creationId="{7AADB56C-BA56-4D1E-A42A-A07A474446EC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71" creationId="{AFF79527-C7F1-4E06-8126-A8E8C5FEBFCA}"/>
          </ac:spMkLst>
        </pc:spChg>
        <pc:spChg chg="add del">
          <ac:chgData name="强 李" userId="cd6c7ec7188785ae" providerId="LiveId" clId="{1F788608-16AE-484E-BA0E-693D8C33E910}" dt="2024-08-24T03:10:35.651" v="1383" actId="26606"/>
          <ac:spMkLst>
            <pc:docMk/>
            <pc:sldMk cId="1242525785" sldId="543"/>
            <ac:spMk id="72" creationId="{D1D34770-47A8-402C-AF23-2B653F2D88C1}"/>
          </ac:spMkLst>
        </pc:spChg>
        <pc:spChg chg="add del">
          <ac:chgData name="强 李" userId="cd6c7ec7188785ae" providerId="LiveId" clId="{1F788608-16AE-484E-BA0E-693D8C33E910}" dt="2024-08-24T03:10:56.674" v="1391" actId="26606"/>
          <ac:spMkLst>
            <pc:docMk/>
            <pc:sldMk cId="1242525785" sldId="543"/>
            <ac:spMk id="73" creationId="{59E6688D-1DED-48EA-8368-FCD09C0B764D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4" creationId="{835EF3DD-7D43-4A27-8967-A92FD8CC9365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5" creationId="{7025EFD5-738C-41B9-87FE-0C00E211BD8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78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0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1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83" creationId="{55986208-8A53-4E92-9197-6B57BCCB2F37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5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7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8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0" creationId="{590F0732-1310-424D-AA1D-6CB7D4862AF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1" creationId="{6C735625-AF2A-411F-ACEB-29A708A94EA6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3" creationId="{AE5A632B-B15A-489E-8337-BC0F40DBC21F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4" creationId="{6E895C8D-1379-40B8-8B1B-B6F5AEAF0A6C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5" creationId="{651547D7-AD18-407B-A5F4-F8225B5DCFCC}"/>
          </ac:spMkLst>
        </pc:s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28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40.800" v="1373" actId="26606"/>
          <ac:grpSpMkLst>
            <pc:docMk/>
            <pc:sldMk cId="1242525785" sldId="543"/>
            <ac:grpSpMk id="29" creationId="{25EE5136-01F1-466C-962D-BA9B4C6757AA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31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32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44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0:56.674" v="1391" actId="26606"/>
          <ac:grpSpMkLst>
            <pc:docMk/>
            <pc:sldMk cId="1242525785" sldId="543"/>
            <ac:grpSpMk id="82" creationId="{16BD38F4-5888-4B5B-836C-A316C5223270}"/>
          </ac:grpSpMkLst>
        </pc:grpChg>
        <pc:graphicFrameChg chg="add mod modGraphic">
          <ac:chgData name="强 李" userId="cd6c7ec7188785ae" providerId="LiveId" clId="{1F788608-16AE-484E-BA0E-693D8C33E910}" dt="2024-08-24T03:15:57.159" v="1477" actId="1076"/>
          <ac:graphicFrameMkLst>
            <pc:docMk/>
            <pc:sldMk cId="1242525785" sldId="543"/>
            <ac:graphicFrameMk id="3" creationId="{FBB59DDB-DEE3-D1A2-0F52-6A3E2F20A33E}"/>
          </ac:graphicFrameMkLst>
        </pc:graphicFrameChg>
        <pc:graphicFrameChg chg="add del">
          <ac:chgData name="强 李" userId="cd6c7ec7188785ae" providerId="LiveId" clId="{1F788608-16AE-484E-BA0E-693D8C33E910}" dt="2024-08-24T03:09:18.316" v="1363" actId="26606"/>
          <ac:graphicFrameMkLst>
            <pc:docMk/>
            <pc:sldMk cId="1242525785" sldId="543"/>
            <ac:graphicFrameMk id="20" creationId="{2A1B1BAD-45B8-A0EA-B430-3B82623A8759}"/>
          </ac:graphicFrameMkLst>
        </pc:graphicFrameChg>
        <pc:graphicFrameChg chg="add del">
          <ac:chgData name="强 李" userId="cd6c7ec7188785ae" providerId="LiveId" clId="{1F788608-16AE-484E-BA0E-693D8C33E910}" dt="2024-08-24T03:09:22.790" v="1365" actId="26606"/>
          <ac:graphicFrameMkLst>
            <pc:docMk/>
            <pc:sldMk cId="1242525785" sldId="543"/>
            <ac:graphicFrameMk id="43" creationId="{34D802D4-8054-A8A6-2DAF-466223B82652}"/>
          </ac:graphicFrameMkLst>
        </pc:graphicFrameChg>
        <pc:graphicFrameChg chg="add del">
          <ac:chgData name="强 李" userId="cd6c7ec7188785ae" providerId="LiveId" clId="{1F788608-16AE-484E-BA0E-693D8C33E910}" dt="2024-08-24T03:09:32.601" v="1367" actId="26606"/>
          <ac:graphicFrameMkLst>
            <pc:docMk/>
            <pc:sldMk cId="1242525785" sldId="543"/>
            <ac:graphicFrameMk id="47" creationId="{42B0B213-B12F-23DE-07EB-27937D180E08}"/>
          </ac:graphicFrameMkLst>
        </pc:graphicFrameChg>
        <pc:graphicFrameChg chg="add del">
          <ac:chgData name="强 李" userId="cd6c7ec7188785ae" providerId="LiveId" clId="{1F788608-16AE-484E-BA0E-693D8C33E910}" dt="2024-08-24T03:11:28.859" v="1397" actId="26606"/>
          <ac:graphicFrameMkLst>
            <pc:docMk/>
            <pc:sldMk cId="1242525785" sldId="543"/>
            <ac:graphicFrameMk id="48" creationId="{955A83CE-82F9-4FA2-5567-106F9D79EEC8}"/>
          </ac:graphicFrameMkLst>
        </pc:graphicFrameChg>
        <pc:graphicFrameChg chg="add del">
          <ac:chgData name="强 李" userId="cd6c7ec7188785ae" providerId="LiveId" clId="{1F788608-16AE-484E-BA0E-693D8C33E910}" dt="2024-08-24T03:09:33.968" v="1369" actId="26606"/>
          <ac:graphicFrameMkLst>
            <pc:docMk/>
            <pc:sldMk cId="1242525785" sldId="543"/>
            <ac:graphicFrameMk id="51" creationId="{CA4C2C80-BCC4-62A3-26DE-55543D4CF541}"/>
          </ac:graphicFrameMkLst>
        </pc:graphicFrameChg>
        <pc:graphicFrameChg chg="add del">
          <ac:chgData name="强 李" userId="cd6c7ec7188785ae" providerId="LiveId" clId="{1F788608-16AE-484E-BA0E-693D8C33E910}" dt="2024-08-24T03:09:37.014" v="1371" actId="26606"/>
          <ac:graphicFrameMkLst>
            <pc:docMk/>
            <pc:sldMk cId="1242525785" sldId="543"/>
            <ac:graphicFrameMk id="55" creationId="{6B6BBB9F-05AD-0E35-3563-F1D423A45B15}"/>
          </ac:graphicFrameMkLst>
        </pc:graphicFrameChg>
        <pc:graphicFrameChg chg="add del">
          <ac:chgData name="强 李" userId="cd6c7ec7188785ae" providerId="LiveId" clId="{1F788608-16AE-484E-BA0E-693D8C33E910}" dt="2024-08-24T03:09:42.743" v="1375" actId="26606"/>
          <ac:graphicFrameMkLst>
            <pc:docMk/>
            <pc:sldMk cId="1242525785" sldId="543"/>
            <ac:graphicFrameMk id="60" creationId="{53C2FF10-0D8D-A406-D8BD-068AA479EB41}"/>
          </ac:graphicFrameMkLst>
        </pc:graphicFrameChg>
        <pc:graphicFrameChg chg="add del mod modGraphic">
          <ac:chgData name="强 李" userId="cd6c7ec7188785ae" providerId="LiveId" clId="{1F788608-16AE-484E-BA0E-693D8C33E910}" dt="2024-08-24T03:13:05.052" v="1409" actId="26606"/>
          <ac:graphicFrameMkLst>
            <pc:docMk/>
            <pc:sldMk cId="1242525785" sldId="543"/>
            <ac:graphicFrameMk id="61" creationId="{CE444872-B963-636C-6B44-772EB40CCEA0}"/>
          </ac:graphicFrameMkLst>
        </pc:graphicFrameChg>
        <pc:graphicFrameChg chg="add del">
          <ac:chgData name="强 李" userId="cd6c7ec7188785ae" providerId="LiveId" clId="{1F788608-16AE-484E-BA0E-693D8C33E910}" dt="2024-08-24T03:09:46.172" v="1377" actId="26606"/>
          <ac:graphicFrameMkLst>
            <pc:docMk/>
            <pc:sldMk cId="1242525785" sldId="543"/>
            <ac:graphicFrameMk id="62" creationId="{53B6355C-8CEF-095A-93ED-BC3B0E8BF6F2}"/>
          </ac:graphicFrameMkLst>
        </pc:graphicFrameChg>
        <pc:graphicFrameChg chg="add del mod modGraphic">
          <ac:chgData name="强 李" userId="cd6c7ec7188785ae" providerId="LiveId" clId="{1F788608-16AE-484E-BA0E-693D8C33E910}" dt="2024-08-24T03:11:00.593" v="1395" actId="26606"/>
          <ac:graphicFrameMkLst>
            <pc:docMk/>
            <pc:sldMk cId="1242525785" sldId="543"/>
            <ac:graphicFrameMk id="66" creationId="{42B0B213-B12F-23DE-07EB-27937D180E08}"/>
          </ac:graphicFrameMkLst>
        </pc:graphicFrameChg>
        <pc:picChg chg="add del">
          <ac:chgData name="强 李" userId="cd6c7ec7188785ae" providerId="LiveId" clId="{1F788608-16AE-484E-BA0E-693D8C33E910}" dt="2024-08-24T03:09:40.800" v="1373" actId="26606"/>
          <ac:picMkLst>
            <pc:docMk/>
            <pc:sldMk cId="1242525785" sldId="543"/>
            <ac:picMk id="22" creationId="{FEE09F44-F9AA-A063-E627-65424AAADF11}"/>
          </ac:picMkLst>
        </pc:picChg>
        <pc:picChg chg="add del">
          <ac:chgData name="强 李" userId="cd6c7ec7188785ae" providerId="LiveId" clId="{1F788608-16AE-484E-BA0E-693D8C33E910}" dt="2024-08-24T03:10:35.651" v="1383" actId="26606"/>
          <ac:picMkLst>
            <pc:docMk/>
            <pc:sldMk cId="1242525785" sldId="543"/>
            <ac:picMk id="68" creationId="{000FCCA7-0488-9968-4A2B-0047F8254F02}"/>
          </ac:picMkLst>
        </pc:picChg>
        <pc:picChg chg="add del">
          <ac:chgData name="强 李" userId="cd6c7ec7188785ae" providerId="LiveId" clId="{1F788608-16AE-484E-BA0E-693D8C33E910}" dt="2024-08-24T03:10:53.218" v="1389" actId="26606"/>
          <ac:picMkLst>
            <pc:docMk/>
            <pc:sldMk cId="1242525785" sldId="543"/>
            <ac:picMk id="70" creationId="{51912864-9BA9-75DB-0713-7D834FA7B0AF}"/>
          </ac:picMkLst>
        </pc:picChg>
        <pc:picChg chg="add del">
          <ac:chgData name="强 李" userId="cd6c7ec7188785ae" providerId="LiveId" clId="{1F788608-16AE-484E-BA0E-693D8C33E910}" dt="2024-08-24T03:10:38.512" v="1385" actId="26606"/>
          <ac:picMkLst>
            <pc:docMk/>
            <pc:sldMk cId="1242525785" sldId="543"/>
            <ac:picMk id="76" creationId="{39BE5F5A-1109-2216-CB58-CFC82530BB1D}"/>
          </ac:picMkLst>
        </pc:picChg>
        <pc:picChg chg="add del">
          <ac:chgData name="强 李" userId="cd6c7ec7188785ae" providerId="LiveId" clId="{1F788608-16AE-484E-BA0E-693D8C33E910}" dt="2024-08-24T03:10:56.674" v="1391" actId="26606"/>
          <ac:picMkLst>
            <pc:docMk/>
            <pc:sldMk cId="1242525785" sldId="543"/>
            <ac:picMk id="77" creationId="{4028A757-201C-782F-1634-74308AC2C281}"/>
          </ac:picMkLst>
        </pc:picChg>
        <pc:picChg chg="add del">
          <ac:chgData name="强 李" userId="cd6c7ec7188785ae" providerId="LiveId" clId="{1F788608-16AE-484E-BA0E-693D8C33E910}" dt="2024-08-24T03:10:42.484" v="1387" actId="26606"/>
          <ac:picMkLst>
            <pc:docMk/>
            <pc:sldMk cId="1242525785" sldId="543"/>
            <ac:picMk id="79" creationId="{78225370-FEEE-7B6A-2155-D85AC10A75C1}"/>
          </ac:picMkLst>
        </pc:picChg>
        <pc:picChg chg="add del">
          <ac:chgData name="强 李" userId="cd6c7ec7188785ae" providerId="LiveId" clId="{1F788608-16AE-484E-BA0E-693D8C33E910}" dt="2024-08-24T03:12:51.443" v="1404" actId="26606"/>
          <ac:picMkLst>
            <pc:docMk/>
            <pc:sldMk cId="1242525785" sldId="543"/>
            <ac:picMk id="86" creationId="{7DCC1181-0B7D-7A76-3C71-0D7FD8A6835C}"/>
          </ac:picMkLst>
        </pc:picChg>
        <pc:cxnChg chg="add del">
          <ac:chgData name="强 李" userId="cd6c7ec7188785ae" providerId="LiveId" clId="{1F788608-16AE-484E-BA0E-693D8C33E910}" dt="2024-08-24T03:09:33.968" v="1369" actId="26606"/>
          <ac:cxnSpMkLst>
            <pc:docMk/>
            <pc:sldMk cId="1242525785" sldId="543"/>
            <ac:cxnSpMk id="50" creationId="{C8F51B3F-8331-4E4A-AE96-D47B1006EEAD}"/>
          </ac:cxnSpMkLst>
        </pc:cxnChg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  <pc:spChg chg="mod">
          <ac:chgData name="强 李" userId="cd6c7ec7188785ae" providerId="LiveId" clId="{1F788608-16AE-484E-BA0E-693D8C33E910}" dt="2024-08-23T11:33:52.931" v="318"/>
          <ac:spMkLst>
            <pc:docMk/>
            <pc:sldMk cId="419382719" sldId="552"/>
            <ac:spMk id="18" creationId="{00000000-0000-0000-0000-000000000000}"/>
          </ac:spMkLst>
        </pc:spChg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  <pc:spChg chg="mod">
          <ac:chgData name="强 李" userId="cd6c7ec7188785ae" providerId="LiveId" clId="{1F788608-16AE-484E-BA0E-693D8C33E910}" dt="2024-08-24T02:51:05.540" v="938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2:48:39.860" v="894" actId="1076"/>
          <ac:spMkLst>
            <pc:docMk/>
            <pc:sldMk cId="530530540" sldId="553"/>
            <ac:spMk id="6" creationId="{8D684FDC-0FF7-89F2-9187-5F0E9ED8CA01}"/>
          </ac:spMkLst>
        </pc:spChg>
        <pc:spChg chg="add mod">
          <ac:chgData name="强 李" userId="cd6c7ec7188785ae" providerId="LiveId" clId="{1F788608-16AE-484E-BA0E-693D8C33E910}" dt="2024-08-24T02:52:58.962" v="954" actId="1076"/>
          <ac:spMkLst>
            <pc:docMk/>
            <pc:sldMk cId="530530540" sldId="553"/>
            <ac:spMk id="8" creationId="{45389BD0-E388-0097-466C-F26299510F99}"/>
          </ac:spMkLst>
        </pc:spChg>
        <pc:spChg chg="add mod">
          <ac:chgData name="强 李" userId="cd6c7ec7188785ae" providerId="LiveId" clId="{1F788608-16AE-484E-BA0E-693D8C33E910}" dt="2024-08-24T02:53:56.302" v="963" actId="1038"/>
          <ac:spMkLst>
            <pc:docMk/>
            <pc:sldMk cId="530530540" sldId="553"/>
            <ac:spMk id="9" creationId="{90D08CFA-8FF2-B85A-F2F5-2DA8F5683277}"/>
          </ac:spMkLst>
        </pc:spChg>
        <pc:spChg chg="mod">
          <ac:chgData name="强 李" userId="cd6c7ec7188785ae" providerId="LiveId" clId="{1F788608-16AE-484E-BA0E-693D8C33E910}" dt="2024-08-23T11:49:33.655" v="765" actId="107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0" creationId="{5C8908E2-EE49-44D2-9428-A28D2312A8D5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4" creationId="{8B88B599-C539-4F18-A32A-40207EC6E21A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31" creationId="{ED888B23-07FA-482A-96DF-47E31AF1A603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3" creationId="{2B97F24A-32CE-4C1C-A50D-3016B394DCFB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4" creationId="{CD8B4F24-440B-49E9-B85D-733523DC064B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6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7" creationId="{59383CF9-23B5-4335-9B21-1791C4CF1C75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9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70" creationId="{59383CF9-23B5-4335-9B21-1791C4CF1C75}"/>
          </ac:spMkLst>
        </pc:spChg>
        <pc:grpChg chg="add del">
          <ac:chgData name="强 李" userId="cd6c7ec7188785ae" providerId="LiveId" clId="{1F788608-16AE-484E-BA0E-693D8C33E910}" dt="2024-08-23T11:46:43.755" v="710" actId="26606"/>
          <ac:grpSpMkLst>
            <pc:docMk/>
            <pc:sldMk cId="530530540" sldId="553"/>
            <ac:grpSpMk id="21" creationId="{B29018A0-5DE6-4CC9-AB25-675616AF7225}"/>
          </ac:grpSpMkLst>
        </pc:grpChg>
        <pc:grpChg chg="add del">
          <ac:chgData name="强 李" userId="cd6c7ec7188785ae" providerId="LiveId" clId="{1F788608-16AE-484E-BA0E-693D8C33E910}" dt="2024-08-23T11:47:00.530" v="716" actId="26606"/>
          <ac:grpSpMkLst>
            <pc:docMk/>
            <pc:sldMk cId="530530540" sldId="553"/>
            <ac:grpSpMk id="43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02.266" v="718" actId="26606"/>
          <ac:grpSpMkLst>
            <pc:docMk/>
            <pc:sldMk cId="530530540" sldId="553"/>
            <ac:grpSpMk id="47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11.451" v="722" actId="26606"/>
          <ac:grpSpMkLst>
            <pc:docMk/>
            <pc:sldMk cId="530530540" sldId="553"/>
            <ac:grpSpMk id="53" creationId="{6258F736-B256-8039-9DC6-F4E49A5C5AD5}"/>
          </ac:grpSpMkLst>
        </pc:grpChg>
        <pc:grpChg chg="add del">
          <ac:chgData name="强 李" userId="cd6c7ec7188785ae" providerId="LiveId" clId="{1F788608-16AE-484E-BA0E-693D8C33E910}" dt="2024-08-23T11:47:14.259" v="726" actId="26606"/>
          <ac:grpSpMkLst>
            <pc:docMk/>
            <pc:sldMk cId="530530540" sldId="553"/>
            <ac:grpSpMk id="57" creationId="{1FD67D68-9B83-C338-8342-3348D8F22347}"/>
          </ac:grpSpMkLst>
        </pc:grpChg>
        <pc:graphicFrameChg chg="add mod modGraphic">
          <ac:chgData name="强 李" userId="cd6c7ec7188785ae" providerId="LiveId" clId="{1F788608-16AE-484E-BA0E-693D8C33E910}" dt="2024-08-24T02:50:15.336" v="902" actId="12385"/>
          <ac:graphicFrameMkLst>
            <pc:docMk/>
            <pc:sldMk cId="530530540" sldId="553"/>
            <ac:graphicFrameMk id="3" creationId="{92FE9AF6-DC4E-CA6E-D418-D12FF887DACD}"/>
          </ac:graphicFrameMkLst>
        </pc:graphicFrameChg>
        <pc:graphicFrameChg chg="add del mod modGraphic">
          <ac:chgData name="强 李" userId="cd6c7ec7188785ae" providerId="LiveId" clId="{1F788608-16AE-484E-BA0E-693D8C33E910}" dt="2024-08-23T11:48:04.368" v="740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  <pc:cxnChg chg="add mod">
          <ac:chgData name="强 李" userId="cd6c7ec7188785ae" providerId="LiveId" clId="{1F788608-16AE-484E-BA0E-693D8C33E910}" dt="2024-08-24T02:54:21.908" v="965" actId="14100"/>
          <ac:cxnSpMkLst>
            <pc:docMk/>
            <pc:sldMk cId="530530540" sldId="553"/>
            <ac:cxnSpMk id="11" creationId="{F08425F2-0B6C-B005-DB21-CFAD782922F2}"/>
          </ac:cxnSpMkLst>
        </pc:cxnChg>
        <pc:cxnChg chg="add">
          <ac:chgData name="强 李" userId="cd6c7ec7188785ae" providerId="LiveId" clId="{1F788608-16AE-484E-BA0E-693D8C33E910}" dt="2024-08-23T11:49:28.115" v="764" actId="26606"/>
          <ac:cxnSpMkLst>
            <pc:docMk/>
            <pc:sldMk cId="530530540" sldId="553"/>
            <ac:cxnSpMk id="22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08.106" v="720" actId="26606"/>
          <ac:cxnSpMkLst>
            <pc:docMk/>
            <pc:sldMk cId="530530540" sldId="553"/>
            <ac:cxnSpMk id="51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12.610" v="724" actId="26606"/>
          <ac:cxnSpMkLst>
            <pc:docMk/>
            <pc:sldMk cId="530530540" sldId="553"/>
            <ac:cxnSpMk id="55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52.410" v="734" actId="26606"/>
          <ac:cxnSpMkLst>
            <pc:docMk/>
            <pc:sldMk cId="530530540" sldId="553"/>
            <ac:cxnSpMk id="59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4.134" v="729" actId="26606"/>
          <ac:cxnSpMkLst>
            <pc:docMk/>
            <pc:sldMk cId="530530540" sldId="553"/>
            <ac:cxnSpMk id="64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5.746" v="731" actId="26606"/>
          <ac:cxnSpMkLst>
            <pc:docMk/>
            <pc:sldMk cId="530530540" sldId="553"/>
            <ac:cxnSpMk id="66" creationId="{FC23E3B9-5ABF-58B3-E2B0-E9A5DAA90037}"/>
          </ac:cxnSpMkLst>
        </pc:cxnChg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  <pc:spChg chg="del mod">
          <ac:chgData name="强 李" userId="cd6c7ec7188785ae" providerId="LiveId" clId="{1F788608-16AE-484E-BA0E-693D8C33E910}" dt="2024-08-23T11:31:33.206" v="304" actId="478"/>
          <ac:spMkLst>
            <pc:docMk/>
            <pc:sldMk cId="3418790839" sldId="554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32:03.242" v="312" actId="478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1:32:00.956" v="311" actId="14100"/>
          <ac:spMkLst>
            <pc:docMk/>
            <pc:sldMk cId="3418790839" sldId="554"/>
            <ac:spMk id="18" creationId="{00000000-0000-0000-0000-000000000000}"/>
          </ac:spMkLst>
        </pc:spChg>
        <pc:grpChg chg="del">
          <ac:chgData name="强 李" userId="cd6c7ec7188785ae" providerId="LiveId" clId="{1F788608-16AE-484E-BA0E-693D8C33E910}" dt="2024-08-23T11:31:25.855" v="303" actId="478"/>
          <ac:grpSpMkLst>
            <pc:docMk/>
            <pc:sldMk cId="3418790839" sldId="554"/>
            <ac:grpSpMk id="4" creationId="{67CFBFED-23BA-58E2-0492-595457A1DA5E}"/>
          </ac:grpSpMkLst>
        </pc:grpChg>
        <pc:grpChg chg="del">
          <ac:chgData name="强 李" userId="cd6c7ec7188785ae" providerId="LiveId" clId="{1F788608-16AE-484E-BA0E-693D8C33E910}" dt="2024-08-23T11:31:39.655" v="306" actId="478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1F788608-16AE-484E-BA0E-693D8C33E910}" dt="2024-08-23T11:31:40.574" v="307" actId="478"/>
          <ac:grpSpMkLst>
            <pc:docMk/>
            <pc:sldMk cId="3418790839" sldId="554"/>
            <ac:grpSpMk id="7" creationId="{4910B73A-3062-7867-777F-E107D91F1F13}"/>
          </ac:grpSpMkLst>
        </pc:grpChg>
        <pc:graphicFrameChg chg="add mod modGraphic">
          <ac:chgData name="强 李" userId="cd6c7ec7188785ae" providerId="LiveId" clId="{1F788608-16AE-484E-BA0E-693D8C33E910}" dt="2024-08-24T02:43:55.075" v="876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cxnChg chg="del mod">
          <ac:chgData name="强 李" userId="cd6c7ec7188785ae" providerId="LiveId" clId="{1F788608-16AE-484E-BA0E-693D8C33E910}" dt="2024-08-23T11:31:41.915" v="308" actId="478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  <pc:spChg chg="mod">
          <ac:chgData name="强 李" userId="cd6c7ec7188785ae" providerId="LiveId" clId="{1F788608-16AE-484E-BA0E-693D8C33E910}" dt="2024-08-22T09:14:03.896" v="0" actId="6549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  <pc:spChg chg="mod">
          <ac:chgData name="强 李" userId="cd6c7ec7188785ae" providerId="LiveId" clId="{1F788608-16AE-484E-BA0E-693D8C33E910}" dt="2024-08-24T02:59:04.488" v="1103" actId="6549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  <pc:spChg chg="mod">
          <ac:chgData name="强 李" userId="cd6c7ec7188785ae" providerId="LiveId" clId="{1F788608-16AE-484E-BA0E-693D8C33E910}" dt="2024-08-24T02:56:14.606" v="992" actId="1036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2:56:20.267" v="1006" actId="1035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1F788608-16AE-484E-BA0E-693D8C33E910}" dt="2024-08-24T03:01:59.493" v="119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1F788608-16AE-484E-BA0E-693D8C33E910}" dt="2024-08-24T02:56:34.016" v="1042" actId="1035"/>
          <ac:spMkLst>
            <pc:docMk/>
            <pc:sldMk cId="3921434846" sldId="587"/>
            <ac:spMk id="5" creationId="{EA83E63F-1A84-4C77-F88A-67457B349D94}"/>
          </ac:spMkLst>
        </pc:spChg>
        <pc:spChg chg="del">
          <ac:chgData name="强 李" userId="cd6c7ec7188785ae" providerId="LiveId" clId="{1F788608-16AE-484E-BA0E-693D8C33E910}" dt="2024-08-24T02:55:07.630" v="966" actId="478"/>
          <ac:spMkLst>
            <pc:docMk/>
            <pc:sldMk cId="3921434846" sldId="587"/>
            <ac:spMk id="7" creationId="{A3AF7693-1B01-A7BF-B591-CA40ADA64FCF}"/>
          </ac:spMkLst>
        </pc:spChg>
        <pc:spChg chg="mod">
          <ac:chgData name="强 李" userId="cd6c7ec7188785ae" providerId="LiveId" clId="{1F788608-16AE-484E-BA0E-693D8C33E910}" dt="2024-08-24T02:56:30.188" v="1033" actId="1035"/>
          <ac:spMkLst>
            <pc:docMk/>
            <pc:sldMk cId="3921434846" sldId="587"/>
            <ac:spMk id="8" creationId="{16D8AC54-27F5-A2FE-FDAD-C66FFAE80155}"/>
          </ac:spMkLst>
        </pc:spChg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  <pc:spChg chg="mod">
          <ac:chgData name="强 李" userId="cd6c7ec7188785ae" providerId="LiveId" clId="{1F788608-16AE-484E-BA0E-693D8C33E910}" dt="2024-08-23T11:44:40.504" v="696" actId="20577"/>
          <ac:spMkLst>
            <pc:docMk/>
            <pc:sldMk cId="534191096" sldId="589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42:36.228" v="448" actId="478"/>
          <ac:spMkLst>
            <pc:docMk/>
            <pc:sldMk cId="534191096" sldId="589"/>
            <ac:spMk id="3" creationId="{1AB8738D-A1FE-4D54-0F21-BB9DBE4AC2AD}"/>
          </ac:spMkLst>
        </pc:spChg>
        <pc:spChg chg="del">
          <ac:chgData name="强 李" userId="cd6c7ec7188785ae" providerId="LiveId" clId="{1F788608-16AE-484E-BA0E-693D8C33E910}" dt="2024-08-23T11:42:33.255" v="444" actId="478"/>
          <ac:spMkLst>
            <pc:docMk/>
            <pc:sldMk cId="534191096" sldId="589"/>
            <ac:spMk id="4" creationId="{EAC312E4-EEF7-BC10-CF40-D9DFE5074984}"/>
          </ac:spMkLst>
        </pc:spChg>
        <pc:spChg chg="del">
          <ac:chgData name="强 李" userId="cd6c7ec7188785ae" providerId="LiveId" clId="{1F788608-16AE-484E-BA0E-693D8C33E910}" dt="2024-08-23T11:42:35.621" v="447" actId="478"/>
          <ac:spMkLst>
            <pc:docMk/>
            <pc:sldMk cId="534191096" sldId="589"/>
            <ac:spMk id="5" creationId="{713DDF87-D3EF-705D-B73A-8E85BB5DCB86}"/>
          </ac:spMkLst>
        </pc:spChg>
        <pc:spChg chg="del">
          <ac:chgData name="强 李" userId="cd6c7ec7188785ae" providerId="LiveId" clId="{1F788608-16AE-484E-BA0E-693D8C33E910}" dt="2024-08-23T11:42:34.895" v="446" actId="478"/>
          <ac:spMkLst>
            <pc:docMk/>
            <pc:sldMk cId="534191096" sldId="589"/>
            <ac:spMk id="6" creationId="{1583CA6D-E2C8-47E3-C865-AB9466112C52}"/>
          </ac:spMkLst>
        </pc:spChg>
        <pc:spChg chg="del">
          <ac:chgData name="强 李" userId="cd6c7ec7188785ae" providerId="LiveId" clId="{1F788608-16AE-484E-BA0E-693D8C33E910}" dt="2024-08-23T11:42:34.285" v="445" actId="478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  <pc:spChg chg="mod">
          <ac:chgData name="强 李" userId="cd6c7ec7188785ae" providerId="LiveId" clId="{1F788608-16AE-484E-BA0E-693D8C33E910}" dt="2024-08-24T03:05:09.231" v="1246" actId="20577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  <pc:spChg chg="mod">
          <ac:chgData name="强 李" userId="cd6c7ec7188785ae" providerId="LiveId" clId="{1F788608-16AE-484E-BA0E-693D8C33E910}" dt="2024-08-24T03:06:46.135" v="1249" actId="11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  <pc:spChg chg="mod">
          <ac:chgData name="强 李" userId="cd6c7ec7188785ae" providerId="LiveId" clId="{1F788608-16AE-484E-BA0E-693D8C33E910}" dt="2024-08-23T11:38:40.102" v="386" actId="20577"/>
          <ac:spMkLst>
            <pc:docMk/>
            <pc:sldMk cId="4046377894" sldId="592"/>
            <ac:spMk id="2" creationId="{00000000-0000-0000-0000-000000000000}"/>
          </ac:spMkLst>
        </pc:spChg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  <pc:spChg chg="add del 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3" creationId="{FF9BF7C3-9929-69BC-A1CA-30EBD45BF72F}"/>
          </ac:spMkLst>
        </pc:spChg>
        <pc:spChg chg="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18" creationId="{00000000-0000-0000-0000-000000000000}"/>
          </ac:spMkLst>
        </pc:spChg>
        <pc:graphicFrameChg chg="add del">
          <ac:chgData name="强 李" userId="cd6c7ec7188785ae" providerId="LiveId" clId="{1F788608-16AE-484E-BA0E-693D8C33E910}" dt="2024-08-23T10:44:13.138" v="206" actId="26606"/>
          <ac:graphicFrameMkLst>
            <pc:docMk/>
            <pc:sldMk cId="245500765" sldId="597"/>
            <ac:graphicFrameMk id="20" creationId="{90DF2DD1-0DF1-DEFE-EC3D-9E6F38B41F0D}"/>
          </ac:graphicFrameMkLst>
        </pc:graphicFrameChg>
        <pc:graphicFrameChg chg="add mod">
          <ac:chgData name="强 李" userId="cd6c7ec7188785ae" providerId="LiveId" clId="{1F788608-16AE-484E-BA0E-693D8C33E910}" dt="2024-08-23T11:27:52.918" v="251"/>
          <ac:graphicFrameMkLst>
            <pc:docMk/>
            <pc:sldMk cId="245500765" sldId="597"/>
            <ac:graphicFrameMk id="22" creationId="{9B09CA8F-84BF-FB29-2D15-27930842A84B}"/>
          </ac:graphicFrameMkLst>
        </pc:graphicFrameChg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8" creationId="{18B966AB-7D3A-E7C3-B2B0-BBE50B313EC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0" creationId="{7BEE8677-CFAD-6942-832E-87D52B896121}"/>
          </ac:spMkLst>
        </pc:spChg>
        <pc:spChg chg="mod">
          <ac:chgData name="强 李" userId="cd6c7ec7188785ae" providerId="LiveId" clId="{1F788608-16AE-484E-BA0E-693D8C33E910}" dt="2024-08-24T02:46:11.460" v="884" actId="108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2" creationId="{90FC4EF0-0582-7DC7-F53E-9A1A4B9AFC50}"/>
          </ac:spMkLst>
        </pc:spChg>
        <pc:spChg chg="mod">
          <ac:chgData name="强 李" userId="cd6c7ec7188785ae" providerId="LiveId" clId="{1F788608-16AE-484E-BA0E-693D8C33E910}" dt="2024-08-24T02:45:59.211" v="883" actId="108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8" creationId="{00000000-0000-0000-0000-000000000000}"/>
          </ac:spMkLst>
        </pc:spChg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  <pc:spChg chg="mod">
          <ac:chgData name="强 李" userId="cd6c7ec7188785ae" providerId="LiveId" clId="{1F788608-16AE-484E-BA0E-693D8C33E910}" dt="2024-08-24T03:03:27.979" v="1244"/>
          <ac:spMkLst>
            <pc:docMk/>
            <pc:sldMk cId="4003489816" sldId="599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3" creationId="{1AB8738D-A1FE-4D54-0F21-BB9DBE4AC2AD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4" creationId="{EAC312E4-EEF7-BC10-CF40-D9DFE5074984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5" creationId="{713DDF87-D3EF-705D-B73A-8E85BB5DCB86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6" creationId="{1583CA6D-E2C8-47E3-C865-AB9466112C52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7" creationId="{B2718F15-7977-70BB-162C-9682D1DBB0BD}"/>
          </ac:spMkLst>
        </pc:spChg>
        <pc:spChg chg="add mod">
          <ac:chgData name="强 李" userId="cd6c7ec7188785ae" providerId="LiveId" clId="{1F788608-16AE-484E-BA0E-693D8C33E910}" dt="2024-08-23T11:52:56.811" v="828"/>
          <ac:spMkLst>
            <pc:docMk/>
            <pc:sldMk cId="4003489816" sldId="599"/>
            <ac:spMk id="8" creationId="{5DDE919E-77A8-9BCA-6BF5-389C08FDA91D}"/>
          </ac:spMkLst>
        </pc:spChg>
        <pc:spChg chg="del">
          <ac:chgData name="强 李" userId="cd6c7ec7188785ae" providerId="LiveId" clId="{1F788608-16AE-484E-BA0E-693D8C33E910}" dt="2024-08-23T11:52:56.477" v="827" actId="478"/>
          <ac:spMkLst>
            <pc:docMk/>
            <pc:sldMk cId="4003489816" sldId="599"/>
            <ac:spMk id="18" creationId="{00000000-0000-0000-0000-000000000000}"/>
          </ac:spMkLst>
        </pc:spChg>
        <pc:grpChg chg="add mod">
          <ac:chgData name="强 李" userId="cd6c7ec7188785ae" providerId="LiveId" clId="{1F788608-16AE-484E-BA0E-693D8C33E910}" dt="2024-08-24T03:03:11.101" v="1237" actId="164"/>
          <ac:grpSpMkLst>
            <pc:docMk/>
            <pc:sldMk cId="4003489816" sldId="599"/>
            <ac:grpSpMk id="9" creationId="{53045446-0679-C760-647C-004E6EEE9EBF}"/>
          </ac:grpSpMkLst>
        </pc:gr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  <pc:spChg chg="del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18" creationId="{00000000-0000-0000-0000-000000000000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4" creationId="{7517A47C-B2E5-4B79-8061-D74B1311AF6E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6" creationId="{C505E780-2083-4CB5-A42A-5E0E2908ECC3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8" creationId="{D2C0AE1C-0118-41AE-8A10-7CDCBF10E96F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30" creationId="{463EEC44-1BA3-44ED-81FC-A644B04B2A44}"/>
          </ac:spMkLst>
        </pc:spChg>
        <pc:graphicFrameChg chg="add">
          <ac:chgData name="强 李" userId="cd6c7ec7188785ae" providerId="LiveId" clId="{1F788608-16AE-484E-BA0E-693D8C33E910}" dt="2024-08-24T03:13:13.446" v="1411" actId="26606"/>
          <ac:graphicFrameMkLst>
            <pc:docMk/>
            <pc:sldMk cId="1048211412" sldId="600"/>
            <ac:graphicFrameMk id="20" creationId="{221E2FA2-21A7-9A95-E0D8-63102CBE5389}"/>
          </ac:graphicFrameMkLst>
        </pc:graphicFrameChg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  <pc:spChg chg="mod">
          <ac:chgData name="强 李" userId="cd6c7ec7188785ae" providerId="LiveId" clId="{1F788608-16AE-484E-BA0E-693D8C33E910}" dt="2024-08-24T03:18:18.576" v="1552" actId="6549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8:54.421" v="1559" actId="1035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持续为</a:t>
          </a:r>
          <a:r>
            <a:rPr lang="zh-CN" sz="280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基督做见证是</a:t>
          </a:r>
          <a:r>
            <a:rPr lang="zh-CN" altLang="en-US" sz="280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为</a:t>
          </a:r>
          <a:r>
            <a:rPr lang="zh-CN" sz="280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什么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单位时间</a:t>
          </a:r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内外在的改变是什么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1. </a:t>
          </a:r>
          <a:r>
            <a:rPr lang="zh-CN" sz="2800" dirty="0"/>
            <a:t>保罗看万事的几个阶段？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2800" dirty="0"/>
            <a:t>2.</a:t>
          </a:r>
          <a:r>
            <a:rPr lang="zh-CN" sz="2800" dirty="0"/>
            <a:t>个人认为自己与神关系什么状态？</a:t>
          </a:r>
          <a:endParaRPr lang="en-US" sz="28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36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36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 dirty="0"/>
            <a:t>3. </a:t>
          </a:r>
          <a:r>
            <a:rPr lang="zh-CN" sz="2800" dirty="0"/>
            <a:t>个人是如何看待万事？</a:t>
          </a:r>
          <a:endParaRPr lang="en-US" sz="28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/>
        </a:p>
      </dgm:t>
    </dgm:pt>
    <dgm:pt modelId="{E66591BB-8B69-4DD2-8336-CFF27369AF6D}">
      <dgm:prSet custT="1"/>
      <dgm:spPr/>
      <dgm:t>
        <a:bodyPr/>
        <a:lstStyle/>
        <a:p>
          <a:r>
            <a:rPr lang="en-US" sz="2800" dirty="0"/>
            <a:t>4.</a:t>
          </a:r>
          <a:r>
            <a:rPr lang="zh-CN" sz="2800" dirty="0"/>
            <a:t>（</a:t>
          </a:r>
          <a:r>
            <a:rPr lang="zh-CN" altLang="en-US" sz="2800" dirty="0"/>
            <a:t>选答题</a:t>
          </a:r>
          <a:r>
            <a:rPr lang="en-US" altLang="zh-CN" sz="2800" dirty="0"/>
            <a:t>&amp;</a:t>
          </a:r>
          <a:r>
            <a:rPr lang="zh-CN" altLang="en-US" sz="2800" dirty="0"/>
            <a:t>开放型</a:t>
          </a:r>
          <a:r>
            <a:rPr lang="zh-CN" sz="2800" dirty="0"/>
            <a:t>）你认识神之后为信仰改变了什么？</a:t>
          </a:r>
          <a:endParaRPr lang="en-US" sz="2800" dirty="0"/>
        </a:p>
      </dgm:t>
    </dgm:pt>
    <dgm:pt modelId="{CB08CDC9-D36D-4045-A16B-64FB689ACFE5}" type="parTrans" cxnId="{70DEF5F0-6DA9-427B-924B-10ED415AE591}">
      <dgm:prSet/>
      <dgm:spPr/>
      <dgm:t>
        <a:bodyPr/>
        <a:lstStyle/>
        <a:p>
          <a:endParaRPr lang="en-US" sz="3600"/>
        </a:p>
      </dgm:t>
    </dgm:pt>
    <dgm:pt modelId="{EA6F5F02-B7D9-46E3-84D4-E452BBE22DB5}" type="sibTrans" cxnId="{70DEF5F0-6DA9-427B-924B-10ED415AE591}">
      <dgm:prSet/>
      <dgm:spPr/>
      <dgm:t>
        <a:bodyPr/>
        <a:lstStyle/>
        <a:p>
          <a:endParaRPr lang="en-US" sz="36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4"/>
      <dgm:spPr/>
    </dgm:pt>
    <dgm:pt modelId="{D380AF95-F959-4D0A-B7E1-7422A5B1EAB9}" type="pres">
      <dgm:prSet presAssocID="{C176FC01-0F21-475B-85EA-274FB5949CEE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4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4"/>
      <dgm:spPr/>
    </dgm:pt>
    <dgm:pt modelId="{6C6E9518-0146-482C-87F7-ED6910F3F12A}" type="pres">
      <dgm:prSet presAssocID="{F3B345D5-7D6A-40B4-A8B5-8D58FC184AC8}" presName="parentText" presStyleLbl="node1" presStyleIdx="1" presStyleCnt="4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4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4"/>
      <dgm:spPr/>
    </dgm:pt>
    <dgm:pt modelId="{8EB4FA3E-C890-4823-B918-12AD6C8AC679}" type="pres">
      <dgm:prSet presAssocID="{74982DA8-69FD-4613-A503-8C299FE55366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4">
        <dgm:presLayoutVars>
          <dgm:bulletEnabled val="1"/>
        </dgm:presLayoutVars>
      </dgm:prSet>
      <dgm:spPr/>
    </dgm:pt>
    <dgm:pt modelId="{7A117FAA-E006-43E3-B54E-EDBA52498A0A}" type="pres">
      <dgm:prSet presAssocID="{B53015F6-A74B-43A1-9324-9EA86A44CBC3}" presName="spaceBetweenRectangles" presStyleCnt="0"/>
      <dgm:spPr/>
    </dgm:pt>
    <dgm:pt modelId="{682A9A75-AC21-42A5-AB73-8158723AB930}" type="pres">
      <dgm:prSet presAssocID="{E66591BB-8B69-4DD2-8336-CFF27369AF6D}" presName="parentLin" presStyleCnt="0"/>
      <dgm:spPr/>
    </dgm:pt>
    <dgm:pt modelId="{C4B3156D-8266-4170-8703-E1E2F6F50A7C}" type="pres">
      <dgm:prSet presAssocID="{E66591BB-8B69-4DD2-8336-CFF27369AF6D}" presName="parentLeftMargin" presStyleLbl="node1" presStyleIdx="2" presStyleCnt="4"/>
      <dgm:spPr/>
    </dgm:pt>
    <dgm:pt modelId="{F8C950F0-0665-4134-9061-99063EA58481}" type="pres">
      <dgm:prSet presAssocID="{E66591BB-8B69-4DD2-8336-CFF27369AF6D}" presName="parentText" presStyleLbl="node1" presStyleIdx="3" presStyleCnt="4" custScaleX="142857" custScaleY="135165">
        <dgm:presLayoutVars>
          <dgm:chMax val="0"/>
          <dgm:bulletEnabled val="1"/>
        </dgm:presLayoutVars>
      </dgm:prSet>
      <dgm:spPr/>
    </dgm:pt>
    <dgm:pt modelId="{79EAFE63-8573-4C09-95C3-30B7F3A1A204}" type="pres">
      <dgm:prSet presAssocID="{E66591BB-8B69-4DD2-8336-CFF27369AF6D}" presName="negativeSpace" presStyleCnt="0"/>
      <dgm:spPr/>
    </dgm:pt>
    <dgm:pt modelId="{FC9BEFEA-8D9E-4010-82C0-FDA1AD6902A5}" type="pres">
      <dgm:prSet presAssocID="{E66591BB-8B69-4DD2-8336-CFF27369AF6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058F138-9FA2-4795-B54A-24C7FD3FFCAB}" type="presOf" srcId="{E66591BB-8B69-4DD2-8336-CFF27369AF6D}" destId="{F8C950F0-0665-4134-9061-99063EA58481}" srcOrd="1" destOrd="0" presId="urn:microsoft.com/office/officeart/2005/8/layout/list1"/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1FB45976-AA48-4665-B403-621CBBA43D3C}" type="presOf" srcId="{E66591BB-8B69-4DD2-8336-CFF27369AF6D}" destId="{C4B3156D-8266-4170-8703-E1E2F6F50A7C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70DEF5F0-6DA9-427B-924B-10ED415AE591}" srcId="{0FFEBC65-5800-49C2-ACE8-714124562FFC}" destId="{E66591BB-8B69-4DD2-8336-CFF27369AF6D}" srcOrd="3" destOrd="0" parTransId="{CB08CDC9-D36D-4045-A16B-64FB689ACFE5}" sibTransId="{EA6F5F02-B7D9-46E3-84D4-E452BBE22DB5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  <dgm:cxn modelId="{6FA69A10-FCCD-4466-BE3B-5374714A21F8}" type="presParOf" srcId="{1F12DA8F-2D73-42EB-96BB-B7F23E046792}" destId="{7A117FAA-E006-43E3-B54E-EDBA52498A0A}" srcOrd="11" destOrd="0" presId="urn:microsoft.com/office/officeart/2005/8/layout/list1"/>
    <dgm:cxn modelId="{4B63FB33-6D22-445A-8A78-36BDD4A964BD}" type="presParOf" srcId="{1F12DA8F-2D73-42EB-96BB-B7F23E046792}" destId="{682A9A75-AC21-42A5-AB73-8158723AB930}" srcOrd="12" destOrd="0" presId="urn:microsoft.com/office/officeart/2005/8/layout/list1"/>
    <dgm:cxn modelId="{0BED3EE1-F4D9-414D-B297-4934BB7C4034}" type="presParOf" srcId="{682A9A75-AC21-42A5-AB73-8158723AB930}" destId="{C4B3156D-8266-4170-8703-E1E2F6F50A7C}" srcOrd="0" destOrd="0" presId="urn:microsoft.com/office/officeart/2005/8/layout/list1"/>
    <dgm:cxn modelId="{B61E6A65-6969-4540-B40C-E53DC26358CD}" type="presParOf" srcId="{682A9A75-AC21-42A5-AB73-8158723AB930}" destId="{F8C950F0-0665-4134-9061-99063EA58481}" srcOrd="1" destOrd="0" presId="urn:microsoft.com/office/officeart/2005/8/layout/list1"/>
    <dgm:cxn modelId="{BE838A54-1FF6-4FEE-9825-BA9E681045BA}" type="presParOf" srcId="{1F12DA8F-2D73-42EB-96BB-B7F23E046792}" destId="{79EAFE63-8573-4C09-95C3-30B7F3A1A204}" srcOrd="13" destOrd="0" presId="urn:microsoft.com/office/officeart/2005/8/layout/list1"/>
    <dgm:cxn modelId="{C9E6270D-8FCD-48E7-96A8-D00368BC609B}" type="presParOf" srcId="{1F12DA8F-2D73-42EB-96BB-B7F23E046792}" destId="{FC9BEFEA-8D9E-4010-82C0-FDA1AD6902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持续为</a:t>
          </a:r>
          <a:r>
            <a:rPr lang="zh-CN" sz="2800" kern="120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基督做见证是</a:t>
          </a:r>
          <a:r>
            <a:rPr lang="zh-CN" altLang="en-US" sz="2800" kern="120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为</a:t>
          </a:r>
          <a:r>
            <a:rPr lang="zh-CN" sz="2800" kern="120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什么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单位时间</a:t>
          </a: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内外在的改变是什么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49301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64970"/>
          <a:ext cx="6570305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 </a:t>
          </a:r>
          <a:r>
            <a:rPr lang="zh-CN" sz="2800" kern="1200" dirty="0"/>
            <a:t>保罗看万事的几个阶段？</a:t>
          </a:r>
          <a:endParaRPr lang="en-US" sz="2800" kern="1200" dirty="0"/>
        </a:p>
      </dsp:txBody>
      <dsp:txXfrm>
        <a:off x="370305" y="106760"/>
        <a:ext cx="6486725" cy="772500"/>
      </dsp:txXfrm>
    </dsp:sp>
    <dsp:sp modelId="{7D08B866-75B8-438F-B5B3-827B52936C85}">
      <dsp:nvSpPr>
        <dsp:cNvPr id="0" name=""/>
        <dsp:cNvSpPr/>
      </dsp:nvSpPr>
      <dsp:spPr>
        <a:xfrm>
          <a:off x="0" y="180845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563217"/>
              <a:satOff val="-13334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380410"/>
          <a:ext cx="6570305" cy="856080"/>
        </a:xfrm>
        <a:prstGeom prst="roundRect">
          <a:avLst/>
        </a:prstGeom>
        <a:solidFill>
          <a:schemeClr val="accent2">
            <a:hueOff val="-2563217"/>
            <a:satOff val="-13334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</a:t>
          </a:r>
          <a:r>
            <a:rPr lang="zh-CN" sz="2800" kern="1200" dirty="0"/>
            <a:t>个人认为自己与神关系什么状态？</a:t>
          </a:r>
          <a:endParaRPr lang="en-US" sz="2800" kern="1200" dirty="0"/>
        </a:p>
      </dsp:txBody>
      <dsp:txXfrm>
        <a:off x="370305" y="1422200"/>
        <a:ext cx="6486725" cy="772500"/>
      </dsp:txXfrm>
    </dsp:sp>
    <dsp:sp modelId="{A6289FCF-E881-4296-BAC6-1269D379F35F}">
      <dsp:nvSpPr>
        <dsp:cNvPr id="0" name=""/>
        <dsp:cNvSpPr/>
      </dsp:nvSpPr>
      <dsp:spPr>
        <a:xfrm>
          <a:off x="0" y="312389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126434"/>
              <a:satOff val="-26667"/>
              <a:lumOff val="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2695850"/>
          <a:ext cx="6570305" cy="856080"/>
        </a:xfrm>
        <a:prstGeom prst="roundRect">
          <a:avLst/>
        </a:prstGeom>
        <a:solidFill>
          <a:schemeClr val="accent2">
            <a:hueOff val="-5126434"/>
            <a:satOff val="-26667"/>
            <a:lumOff val="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 </a:t>
          </a:r>
          <a:r>
            <a:rPr lang="zh-CN" sz="2800" kern="1200" dirty="0"/>
            <a:t>个人是如何看待万事？</a:t>
          </a:r>
          <a:endParaRPr lang="en-US" sz="2800" kern="1200" dirty="0"/>
        </a:p>
      </dsp:txBody>
      <dsp:txXfrm>
        <a:off x="370305" y="2737640"/>
        <a:ext cx="6486725" cy="772500"/>
      </dsp:txXfrm>
    </dsp:sp>
    <dsp:sp modelId="{FC9BEFEA-8D9E-4010-82C0-FDA1AD6902A5}">
      <dsp:nvSpPr>
        <dsp:cNvPr id="0" name=""/>
        <dsp:cNvSpPr/>
      </dsp:nvSpPr>
      <dsp:spPr>
        <a:xfrm>
          <a:off x="0" y="474037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950F0-0665-4134-9061-99063EA58481}">
      <dsp:nvSpPr>
        <dsp:cNvPr id="0" name=""/>
        <dsp:cNvSpPr/>
      </dsp:nvSpPr>
      <dsp:spPr>
        <a:xfrm>
          <a:off x="328515" y="4011290"/>
          <a:ext cx="6570305" cy="115712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</a:t>
          </a:r>
          <a:r>
            <a:rPr lang="zh-CN" sz="2800" kern="1200" dirty="0"/>
            <a:t>（</a:t>
          </a:r>
          <a:r>
            <a:rPr lang="zh-CN" altLang="en-US" sz="2800" kern="1200" dirty="0"/>
            <a:t>选答题</a:t>
          </a:r>
          <a:r>
            <a:rPr lang="en-US" altLang="zh-CN" sz="2800" kern="1200" dirty="0"/>
            <a:t>&amp;</a:t>
          </a:r>
          <a:r>
            <a:rPr lang="zh-CN" altLang="en-US" sz="2800" kern="1200" dirty="0"/>
            <a:t>开放型</a:t>
          </a:r>
          <a:r>
            <a:rPr lang="zh-CN" sz="2800" kern="1200" dirty="0"/>
            <a:t>）你认识神之后为信仰改变了什么？</a:t>
          </a:r>
          <a:endParaRPr lang="en-US" sz="2800" kern="1200" dirty="0"/>
        </a:p>
      </dsp:txBody>
      <dsp:txXfrm>
        <a:off x="385001" y="4067776"/>
        <a:ext cx="6457333" cy="1044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2024/11/9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46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92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536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628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17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2024/11/9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2024/11/9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2024/11/9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2024/11/9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2024/11/9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2024/11/9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6.emf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883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7~11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200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2024年11月9日</a:t>
            </a:fld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以基督为至宝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817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8108552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9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【腓3:7】只是我先前以为与我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有益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的，我现在因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3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【腓3:8】不但如此，我也将万事当作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的，因我以认识我主</a:t>
            </a:r>
            <a:r>
              <a:rPr lang="yo-NG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耶稣为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至宝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。我为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已经丢弃万事，看作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粪土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，为要得着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【腓3:9】并且得以在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里面，不是有自己因律法而得的义，乃是有信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【腓3:10】使我认识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，晓得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复活的大能，并且晓得和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一同受苦，效法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22840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:7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，什么是真正的益处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二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:9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，如何得到基督的义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三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:10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，认识基督做什么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581816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】不但如此，我也将万事当作有损的，因我以认识我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主</a:t>
              </a:r>
              <a:r>
                <a:rPr lang="yo-NG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】我为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已经丢弃万事，看作粪土，为要得着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3236330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【腓3:9】并且得以在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里面，不是有自己因律法而得的义，乃是有信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的义，就是因信　</a:t>
              </a:r>
              <a:r>
                <a:rPr lang="zh-CN" altLang="zh-CN" sz="1600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而来的义，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535305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钥节：【腓3:8】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得着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2" y="1370912"/>
            <a:ext cx="3959191" cy="31093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7~11</a:t>
            </a:r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节： 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对比：过去和现在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目的：为得着基督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方法：信基督的义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过程：受苦、效法</a:t>
            </a: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2691254-7C12-A9B7-2F38-228171FD86FE}"/>
              </a:ext>
            </a:extLst>
          </p:cNvPr>
          <p:cNvGrpSpPr/>
          <p:nvPr/>
        </p:nvGrpSpPr>
        <p:grpSpPr>
          <a:xfrm>
            <a:off x="561608" y="460553"/>
            <a:ext cx="3959191" cy="3394460"/>
            <a:chOff x="429765" y="439499"/>
            <a:chExt cx="3959191" cy="339446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D756E38-44BB-893E-10F4-24648C1F9451}"/>
                </a:ext>
              </a:extLst>
            </p:cNvPr>
            <p:cNvSpPr txBox="1"/>
            <p:nvPr/>
          </p:nvSpPr>
          <p:spPr>
            <a:xfrm>
              <a:off x="429765" y="1370912"/>
              <a:ext cx="3959191" cy="246304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1~6</a:t>
              </a:r>
              <a:r>
                <a:rPr lang="zh-CN" altLang="en-US" sz="3200" b="1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节：靠主喜乐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命令：要靠主喜乐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根源：真受割礼的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Times New Roman" panose="02020603050405020304" pitchFamily="18" charset="0"/>
                </a:rPr>
                <a:t>对比：过去的保罗</a:t>
              </a:r>
              <a:endPara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3" name="标注: 弯曲线形 2">
              <a:extLst>
                <a:ext uri="{FF2B5EF4-FFF2-40B4-BE49-F238E27FC236}">
                  <a16:creationId xmlns:a16="http://schemas.microsoft.com/office/drawing/2014/main" id="{B504861B-6EFA-BAFD-C2A3-DA811CA92353}"/>
                </a:ext>
              </a:extLst>
            </p:cNvPr>
            <p:cNvSpPr/>
            <p:nvPr/>
          </p:nvSpPr>
          <p:spPr>
            <a:xfrm>
              <a:off x="1494960" y="439499"/>
              <a:ext cx="914400" cy="612648"/>
            </a:xfrm>
            <a:prstGeom prst="borderCallout2">
              <a:avLst>
                <a:gd name="adj1" fmla="val 54028"/>
                <a:gd name="adj2" fmla="val 758"/>
                <a:gd name="adj3" fmla="val 37746"/>
                <a:gd name="adj4" fmla="val -31212"/>
                <a:gd name="adj5" fmla="val 150492"/>
                <a:gd name="adj6" fmla="val -63031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过去</a:t>
              </a:r>
            </a:p>
          </p:txBody>
        </p:sp>
      </p:grp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813ADE0C-0A95-8BE0-FCB2-CDA44CEA64A3}"/>
              </a:ext>
            </a:extLst>
          </p:cNvPr>
          <p:cNvSpPr/>
          <p:nvPr/>
        </p:nvSpPr>
        <p:spPr>
          <a:xfrm>
            <a:off x="9965384" y="1340593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现在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7176265-B58D-673F-0145-44DE61D798A1}"/>
              </a:ext>
            </a:extLst>
          </p:cNvPr>
          <p:cNvGrpSpPr/>
          <p:nvPr/>
        </p:nvGrpSpPr>
        <p:grpSpPr>
          <a:xfrm>
            <a:off x="5181642" y="4904760"/>
            <a:ext cx="5720597" cy="1688989"/>
            <a:chOff x="4264700" y="4872175"/>
            <a:chExt cx="5720597" cy="1688989"/>
          </a:xfrm>
        </p:grpSpPr>
        <p:sp>
          <p:nvSpPr>
            <p:cNvPr id="2" name="文本框 1"/>
            <p:cNvSpPr txBox="1"/>
            <p:nvPr>
              <p:custDataLst>
                <p:tags r:id="rId3"/>
              </p:custDataLst>
            </p:nvPr>
          </p:nvSpPr>
          <p:spPr>
            <a:xfrm>
              <a:off x="4264700" y="4872175"/>
              <a:ext cx="3959191" cy="168898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12-16</a:t>
              </a:r>
              <a:r>
                <a:rPr lang="zh-CN" altLang="en-US" sz="3200" b="1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节：竭力追求</a:t>
              </a:r>
              <a:endParaRPr lang="en-US" altLang="zh-CN" sz="3200" b="1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endParaRPr>
            </a:p>
            <a:p>
              <a:pPr marL="457200" indent="-457200">
                <a:lnSpc>
                  <a:spcPct val="12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行动：竭力追求</a:t>
              </a:r>
              <a:endParaRPr lang="en-US" altLang="zh-CN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endParaRPr>
            </a:p>
            <a:p>
              <a:pPr marL="457200" indent="-457200">
                <a:lnSpc>
                  <a:spcPct val="120000"/>
                </a:lnSpc>
                <a:buFont typeface="Wingdings" panose="05000000000000000000" pitchFamily="2" charset="2"/>
                <a:buChar char="l"/>
              </a:pPr>
              <a:r>
                <a:rPr lang="zh-CN" altLang="en-US" sz="2800" dirty="0">
                  <a:solidFill>
                    <a:srgbClr val="00000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  <a:cs typeface="+mn-ea"/>
                  <a:sym typeface="+mn-lt"/>
                </a:rPr>
                <a:t>目的：得上面奖赏</a:t>
              </a:r>
              <a:endParaRPr lang="en-US" altLang="zh-CN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endParaRPr>
            </a:p>
          </p:txBody>
        </p:sp>
        <p:sp>
          <p:nvSpPr>
            <p:cNvPr id="7" name="标注: 弯曲线形 6">
              <a:extLst>
                <a:ext uri="{FF2B5EF4-FFF2-40B4-BE49-F238E27FC236}">
                  <a16:creationId xmlns:a16="http://schemas.microsoft.com/office/drawing/2014/main" id="{F80DDDB8-F32B-B7A7-73DA-9790F3B5DCB3}"/>
                </a:ext>
              </a:extLst>
            </p:cNvPr>
            <p:cNvSpPr/>
            <p:nvPr/>
          </p:nvSpPr>
          <p:spPr>
            <a:xfrm>
              <a:off x="9070897" y="5410345"/>
              <a:ext cx="914400" cy="61264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79333"/>
                <a:gd name="adj6" fmla="val -91111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将要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64638" y="308692"/>
            <a:ext cx="5598202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第一段：什么是真正的益</a:t>
            </a:r>
          </a:p>
        </p:txBody>
      </p: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8738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662741"/>
            <a:ext cx="12006203" cy="49920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lt"/>
              </a:rPr>
              <a:t>强烈对比</a:t>
            </a:r>
            <a:endParaRPr lang="en-US" altLang="zh-CN" b="1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当做”（完成式）</a:t>
            </a:r>
            <a:endParaRPr lang="en-US" altLang="zh-CN" b="1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之前追求为神热心、律法的义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现在认识基督、弥赛亚的身份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人生完全的改变（巨大）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有损”</a:t>
            </a:r>
            <a:r>
              <a:rPr lang="en-US" altLang="zh-CN" b="1" dirty="0">
                <a:sym typeface="+mn-lt"/>
              </a:rPr>
              <a:t> 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是之前对立面，对立程度，表现极大转变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与先前彻底决裂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总结：认识基督才能知道何为真正的益。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700" dirty="0">
                <a:sym typeface="+mn-lt"/>
              </a:rPr>
              <a:t>如果任何人依靠其他（非基督而来的）追求益（真正的益），都是有损的。</a:t>
            </a:r>
            <a:endParaRPr lang="en-US" altLang="zh-CN" sz="1700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应用：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effectLst/>
              </a:rPr>
              <a:t>【</a:t>
            </a:r>
            <a:r>
              <a:rPr lang="zh-CN" altLang="en-US" sz="1700" dirty="0">
                <a:effectLst/>
              </a:rPr>
              <a:t>徒</a:t>
            </a:r>
            <a:r>
              <a:rPr lang="en-US" altLang="zh-CN" sz="1700" dirty="0">
                <a:effectLst/>
              </a:rPr>
              <a:t>26:24】</a:t>
            </a:r>
            <a:r>
              <a:rPr lang="zh-CN" altLang="en-US" sz="1700" dirty="0">
                <a:effectLst/>
              </a:rPr>
              <a:t>保罗这样分诉，非斯都大声说：“保罗，你癫狂了吧！</a:t>
            </a:r>
            <a:r>
              <a:rPr lang="zh-CN" altLang="en-US" sz="1700" b="1" dirty="0">
                <a:effectLst/>
              </a:rPr>
              <a:t>你的学问太大</a:t>
            </a:r>
            <a:r>
              <a:rPr lang="zh-CN" altLang="en-US" sz="1700" dirty="0">
                <a:effectLst/>
              </a:rPr>
              <a:t>，反叫你癫狂了。”</a:t>
            </a:r>
            <a:endParaRPr lang="en-US" altLang="zh-CN" sz="1700" dirty="0">
              <a:effectLst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反思：对比保罗，我们现在认为的益是否是真正的益？</a:t>
            </a:r>
            <a:endParaRPr lang="en-US" altLang="zh-CN" dirty="0"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FE9AF6-DC4E-CA6E-D418-D12FF887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25347"/>
              </p:ext>
            </p:extLst>
          </p:nvPr>
        </p:nvGraphicFramePr>
        <p:xfrm>
          <a:off x="6434197" y="1602453"/>
          <a:ext cx="4812923" cy="917385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751398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009205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67999278"/>
                    </a:ext>
                  </a:extLst>
                </a:gridCol>
              </a:tblGrid>
              <a:tr h="48034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一切事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我先前以为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节）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有益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过去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30709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这些事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现在都当做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基督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有损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684FDC-0FF7-89F2-9187-5F0E9ED8CA01}"/>
              </a:ext>
            </a:extLst>
          </p:cNvPr>
          <p:cNvSpPr txBox="1"/>
          <p:nvPr/>
        </p:nvSpPr>
        <p:spPr>
          <a:xfrm>
            <a:off x="102042" y="1134633"/>
            <a:ext cx="7507798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【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腓</a:t>
            </a:r>
            <a:r>
              <a:rPr kumimoji="0" lang="en-US" altLang="zh-CN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3:7】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只是我先前以为与我有益的，我现在因</a:t>
            </a:r>
            <a:r>
              <a:rPr kumimoji="0" lang="zh-CN" altLang="en-US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基督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都当作有损的。</a:t>
            </a:r>
            <a:endParaRPr kumimoji="0" lang="en-US" altLang="zh-CN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389BD0-E388-0097-466C-F26299510F99}"/>
              </a:ext>
            </a:extLst>
          </p:cNvPr>
          <p:cNvSpPr txBox="1"/>
          <p:nvPr/>
        </p:nvSpPr>
        <p:spPr>
          <a:xfrm>
            <a:off x="6819900" y="2792970"/>
            <a:ext cx="4427220" cy="1679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1.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第八天受割礼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2.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希伯来人（以色列族、便雅悯支派）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3.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法利赛人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4.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就热心是逼迫教会的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5.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就律法是无可指摘的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D08CFA-8FF2-B85A-F2F5-2DA8F5683277}"/>
              </a:ext>
            </a:extLst>
          </p:cNvPr>
          <p:cNvSpPr/>
          <p:nvPr/>
        </p:nvSpPr>
        <p:spPr>
          <a:xfrm>
            <a:off x="8300720" y="1680682"/>
            <a:ext cx="762000" cy="27313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08425F2-0B6C-B005-DB21-CFAD782922F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681720" y="1953814"/>
            <a:ext cx="0" cy="829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871C0DE-EFD9-CB2D-04F8-FAAE31FAFEBB}"/>
              </a:ext>
            </a:extLst>
          </p:cNvPr>
          <p:cNvSpPr/>
          <p:nvPr/>
        </p:nvSpPr>
        <p:spPr>
          <a:xfrm>
            <a:off x="9944100" y="1674332"/>
            <a:ext cx="431800" cy="776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7BDF325-4788-387F-AF1B-880737B9E5A3}"/>
              </a:ext>
            </a:extLst>
          </p:cNvPr>
          <p:cNvCxnSpPr/>
          <p:nvPr/>
        </p:nvCxnSpPr>
        <p:spPr>
          <a:xfrm>
            <a:off x="10151269" y="1933575"/>
            <a:ext cx="0" cy="29051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F96101-F061-483B-59C8-DAE652A14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145" y="1715654"/>
            <a:ext cx="7746856" cy="45720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01FDC4AC-DC19-8216-7F2D-118A5C6E3CD0}"/>
              </a:ext>
            </a:extLst>
          </p:cNvPr>
          <p:cNvGrpSpPr/>
          <p:nvPr/>
        </p:nvGrpSpPr>
        <p:grpSpPr>
          <a:xfrm>
            <a:off x="0" y="1080151"/>
            <a:ext cx="12192000" cy="5161413"/>
            <a:chOff x="0" y="946801"/>
            <a:chExt cx="12192000" cy="5161413"/>
          </a:xfrm>
        </p:grpSpPr>
        <p:sp>
          <p:nvSpPr>
            <p:cNvPr id="2" name="文本框 1"/>
            <p:cNvSpPr txBox="1"/>
            <p:nvPr>
              <p:custDataLst>
                <p:tags r:id="rId3"/>
              </p:custDataLst>
            </p:nvPr>
          </p:nvSpPr>
          <p:spPr>
            <a:xfrm>
              <a:off x="0" y="946801"/>
              <a:ext cx="12192000" cy="51614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【腓3:8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上</a:t>
              </a: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】不但如此，我也将</a:t>
              </a: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万事</a:t>
              </a: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当作</a:t>
              </a: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有损</a:t>
              </a: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的，因我以认识</a:t>
              </a:r>
              <a:r>
                <a:rPr lang="zh-CN" altLang="zh-CN" sz="2000" dirty="0">
                  <a:solidFill>
                    <a:srgbClr val="000000"/>
                  </a:solidFill>
                  <a:latin typeface="Arial"/>
                  <a:ea typeface="苹方-简" panose="020B0300000000000000" pitchFamily="34" charset="-122"/>
                </a:rPr>
                <a:t>我主</a:t>
              </a:r>
              <a:r>
                <a:rPr lang="yo-NG" altLang="zh-CN" sz="2000" dirty="0">
                  <a:solidFill>
                    <a:srgbClr val="000000"/>
                  </a:solidFill>
                  <a:latin typeface="Arial"/>
                  <a:ea typeface="苹方-简" panose="020B0300000000000000" pitchFamily="34" charset="-122"/>
                </a:rPr>
                <a:t>基督</a:t>
              </a:r>
              <a:r>
                <a:rPr lang="zh-CN" altLang="zh-CN" sz="2000" dirty="0">
                  <a:solidFill>
                    <a:srgbClr val="000000"/>
                  </a:solidFill>
                  <a:latin typeface="Arial"/>
                  <a:ea typeface="苹方-简" panose="020B0300000000000000" pitchFamily="34" charset="-122"/>
                </a:rPr>
                <a:t>耶稣为</a:t>
              </a: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苹方-简" panose="020B0300000000000000" pitchFamily="34" charset="-122"/>
                  <a:cs typeface="+mn-cs"/>
                </a:rPr>
                <a:t>至宝。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endParaRP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000000"/>
                  </a:solidFill>
                  <a:cs typeface="+mn-ea"/>
                  <a:sym typeface="+mn-lt"/>
                </a:rPr>
                <a:t>不但如此：</a:t>
              </a:r>
              <a:endParaRPr lang="en-US" altLang="zh-CN" sz="2000" b="1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没有止步与第</a:t>
              </a: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7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节，更进一步</a:t>
              </a:r>
              <a:endParaRPr lang="en-US" altLang="zh-CN" dirty="0">
                <a:ea typeface="苹方-简" panose="020B0300000000000000" pitchFamily="34" charset="-122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先前</a:t>
              </a: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	  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以为有益的事（部分）</a:t>
              </a:r>
              <a:endParaRPr lang="en-US" altLang="zh-CN" dirty="0">
                <a:ea typeface="苹方-简" panose="020B0300000000000000" pitchFamily="34" charset="-122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现在 </a:t>
              </a: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	  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与基督无关</a:t>
              </a:r>
              <a:r>
                <a:rPr lang="zh-CN" altLang="en-US" b="1" dirty="0">
                  <a:solidFill>
                    <a:srgbClr val="FF0000"/>
                  </a:solidFill>
                  <a:ea typeface="苹方-简" panose="020B0300000000000000" pitchFamily="34" charset="-122"/>
                  <a:sym typeface="+mn-lt"/>
                </a:rPr>
                <a:t>万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事</a:t>
              </a: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	           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有损的</a:t>
              </a:r>
              <a:endParaRPr lang="en-US" altLang="zh-CN" dirty="0">
                <a:ea typeface="苹方-简" panose="020B0300000000000000" pitchFamily="34" charset="-122"/>
                <a:sym typeface="+mn-lt"/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zh-CN" dirty="0">
                  <a:ea typeface="苹方-简" panose="020B0300000000000000" pitchFamily="34" charset="-122"/>
                  <a:sym typeface="+mn-lt"/>
                </a:rPr>
                <a:t>		  </a:t>
              </a:r>
              <a:r>
                <a:rPr lang="zh-CN" altLang="en-US" dirty="0">
                  <a:ea typeface="苹方-简" panose="020B0300000000000000" pitchFamily="34" charset="-122"/>
                  <a:sym typeface="+mn-lt"/>
                </a:rPr>
                <a:t>认识主基督耶稣             为至宝  </a:t>
              </a:r>
              <a:endParaRPr lang="en-US" altLang="zh-CN" dirty="0">
                <a:ea typeface="苹方-简" panose="020B0300000000000000" pitchFamily="34" charset="-122"/>
                <a:sym typeface="+mn-lt"/>
              </a:endParaRP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000000"/>
                  </a:solidFill>
                  <a:cs typeface="+mn-ea"/>
                  <a:sym typeface="+mn-lt"/>
                </a:rPr>
                <a:t>万事：</a:t>
              </a:r>
              <a:endParaRPr lang="en-US" altLang="zh-CN" sz="2000" b="1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effectLst/>
                  <a:ea typeface="苹方-简" panose="020B0300000000000000" pitchFamily="34" charset="-122"/>
                </a:rPr>
                <a:t>先前以为与我有益的 </a:t>
              </a:r>
              <a:r>
                <a:rPr lang="en-US" altLang="zh-CN" sz="1800" dirty="0">
                  <a:effectLst/>
                  <a:ea typeface="苹方-简" panose="020B0300000000000000" pitchFamily="34" charset="-122"/>
                </a:rPr>
                <a:t>vs </a:t>
              </a:r>
              <a:r>
                <a:rPr lang="zh-CN" altLang="en-US" sz="1800" dirty="0">
                  <a:effectLst/>
                  <a:ea typeface="苹方-简" panose="020B0300000000000000" pitchFamily="34" charset="-122"/>
                </a:rPr>
                <a:t>万事</a:t>
              </a:r>
              <a:endParaRPr lang="en-US" altLang="zh-CN" sz="1800" dirty="0">
                <a:effectLst/>
                <a:ea typeface="苹方-简" panose="020B0300000000000000" pitchFamily="34" charset="-122"/>
              </a:endParaRPr>
            </a:p>
            <a:p>
              <a:pPr marL="1257300" lvl="2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000000"/>
                  </a:solidFill>
                  <a:ea typeface="苹方-简" panose="020B0300000000000000" pitchFamily="34" charset="-122"/>
                  <a:cs typeface="+mn-ea"/>
                  <a:sym typeface="+mn-lt"/>
                </a:rPr>
                <a:t>数量的增加（万事）</a:t>
              </a:r>
              <a:endParaRPr lang="en-US" altLang="zh-CN" sz="18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endParaRPr>
            </a:p>
            <a:p>
              <a:pPr marL="1257300" lvl="2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rgbClr val="000000"/>
                  </a:solidFill>
                  <a:ea typeface="苹方-简" panose="020B0300000000000000" pitchFamily="34" charset="-122"/>
                  <a:cs typeface="+mn-ea"/>
                  <a:sym typeface="+mn-lt"/>
                </a:rPr>
                <a:t>程度的加深（至宝）</a:t>
              </a:r>
              <a:endPara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000000"/>
                  </a:solidFill>
                  <a:cs typeface="+mn-ea"/>
                  <a:sym typeface="+mn-lt"/>
                </a:rPr>
                <a:t>思考：</a:t>
              </a:r>
              <a:endParaRPr lang="en-US" altLang="zh-CN" sz="2000" b="1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rgbClr val="000000"/>
                  </a:solidFill>
                  <a:cs typeface="+mn-ea"/>
                  <a:sym typeface="+mn-lt"/>
                </a:rPr>
                <a:t>现在的我们认为什么是最有益的呢？</a:t>
              </a:r>
              <a:endParaRPr lang="en-US" altLang="zh-CN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003D761B-E889-B91D-BD41-4C84CF49A89F}"/>
                </a:ext>
              </a:extLst>
            </p:cNvPr>
            <p:cNvSpPr/>
            <p:nvPr/>
          </p:nvSpPr>
          <p:spPr>
            <a:xfrm flipV="1">
              <a:off x="1394689" y="24630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37DDADB6-FEDE-F371-AEA9-C5A37A96DB50}"/>
                </a:ext>
              </a:extLst>
            </p:cNvPr>
            <p:cNvSpPr/>
            <p:nvPr/>
          </p:nvSpPr>
          <p:spPr>
            <a:xfrm flipV="1">
              <a:off x="1394689" y="285720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16D8AC54-27F5-A2FE-FDAD-C66FFAE80155}"/>
                </a:ext>
              </a:extLst>
            </p:cNvPr>
            <p:cNvSpPr/>
            <p:nvPr/>
          </p:nvSpPr>
          <p:spPr>
            <a:xfrm>
              <a:off x="3739573" y="2861248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EA83E63F-1A84-4C77-F88A-67457B349D94}"/>
                </a:ext>
              </a:extLst>
            </p:cNvPr>
            <p:cNvSpPr/>
            <p:nvPr/>
          </p:nvSpPr>
          <p:spPr>
            <a:xfrm>
              <a:off x="3746499" y="3275154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443E6CD7-0548-F919-EBC8-5A5B1BB6327C}"/>
              </a:ext>
            </a:extLst>
          </p:cNvPr>
          <p:cNvSpPr/>
          <p:nvPr/>
        </p:nvSpPr>
        <p:spPr>
          <a:xfrm>
            <a:off x="3385778" y="4508500"/>
            <a:ext cx="1006763" cy="346925"/>
          </a:xfrm>
          <a:prstGeom prst="wedgeRoundRectCallout">
            <a:avLst>
              <a:gd name="adj1" fmla="val -67149"/>
              <a:gd name="adj2" fmla="val 60427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最高等级</a:t>
            </a:r>
            <a:endParaRPr lang="zh-CN" alt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250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认识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雅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你信　神只有一位，你信的不错；鬼魔也信，却是战惊。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有互动的关系，无信靠的交托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各自是独立的个体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生命交托：基督为我，竭诚为主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基督在我里面，我在基督里面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程度：层层递进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我们个人与所信的神的关系或认识？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如何看待耶稣基督在你生命中地位？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8564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真理上认识（旧约认识耶和华）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生命上认识（与基督救恩有份）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有先后的顺序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394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关系：层层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递进（数量、程度）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节中数量（以为有益）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节上万事（所有）目的：认识基督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节下万事（丢弃万事）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节下万事（粪土）目的：得着基督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有损可能还愿意去做，比如吸烟、夏天的贪凉等。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粪土会有人喜欢吗？尤其是对以色列人的洁净观。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节上认识基督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      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节下得着基督         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9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节在基督里面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节认识基督         复活大能          受苦         效法死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3045446-0679-C760-647C-004E6EEE9EBF}"/>
              </a:ext>
            </a:extLst>
          </p:cNvPr>
          <p:cNvGrpSpPr/>
          <p:nvPr/>
        </p:nvGrpSpPr>
        <p:grpSpPr>
          <a:xfrm>
            <a:off x="2811316" y="5557567"/>
            <a:ext cx="4031672" cy="756857"/>
            <a:chOff x="2811316" y="5557567"/>
            <a:chExt cx="4031672" cy="756857"/>
          </a:xfrm>
        </p:grpSpPr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1AB8738D-A1FE-4D54-0F21-BB9DBE4AC2AD}"/>
                </a:ext>
              </a:extLst>
            </p:cNvPr>
            <p:cNvSpPr/>
            <p:nvPr/>
          </p:nvSpPr>
          <p:spPr>
            <a:xfrm flipV="1">
              <a:off x="2970643" y="5557567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EAC312E4-EEF7-BC10-CF40-D9DFE5074984}"/>
                </a:ext>
              </a:extLst>
            </p:cNvPr>
            <p:cNvSpPr/>
            <p:nvPr/>
          </p:nvSpPr>
          <p:spPr>
            <a:xfrm flipV="1">
              <a:off x="5747657" y="5557567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713DDF87-D3EF-705D-B73A-8E85BB5DCB86}"/>
                </a:ext>
              </a:extLst>
            </p:cNvPr>
            <p:cNvSpPr/>
            <p:nvPr/>
          </p:nvSpPr>
          <p:spPr>
            <a:xfrm flipV="1">
              <a:off x="2811316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6" name="箭头: 右 5">
              <a:extLst>
                <a:ext uri="{FF2B5EF4-FFF2-40B4-BE49-F238E27FC236}">
                  <a16:creationId xmlns:a16="http://schemas.microsoft.com/office/drawing/2014/main" id="{1583CA6D-E2C8-47E3-C865-AB9466112C52}"/>
                </a:ext>
              </a:extLst>
            </p:cNvPr>
            <p:cNvSpPr/>
            <p:nvPr/>
          </p:nvSpPr>
          <p:spPr>
            <a:xfrm flipV="1">
              <a:off x="4827152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7" name="箭头: 右 6">
              <a:extLst>
                <a:ext uri="{FF2B5EF4-FFF2-40B4-BE49-F238E27FC236}">
                  <a16:creationId xmlns:a16="http://schemas.microsoft.com/office/drawing/2014/main" id="{B2718F15-7977-70BB-162C-9682D1DBB0BD}"/>
                </a:ext>
              </a:extLst>
            </p:cNvPr>
            <p:cNvSpPr/>
            <p:nvPr/>
          </p:nvSpPr>
          <p:spPr>
            <a:xfrm flipV="1">
              <a:off x="6242624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DDE919E-77A8-9BCA-6BF5-389C08FDA91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3489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4D04F-DD6A-1675-150F-0D830C44AF9C}"/>
              </a:ext>
            </a:extLst>
          </p:cNvPr>
          <p:cNvSpPr/>
          <p:nvPr/>
        </p:nvSpPr>
        <p:spPr>
          <a:xfrm>
            <a:off x="895927" y="2078182"/>
            <a:ext cx="3537528" cy="480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76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b="1" dirty="0">
                <a:cs typeface="+mn-ea"/>
                <a:sym typeface="+mn-lt"/>
              </a:rPr>
              <a:t>中心：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cs typeface="+mn-ea"/>
                <a:sym typeface="+mn-lt"/>
              </a:rPr>
              <a:t>“得着基督”才是真正的益处。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丢弃万事（粪土）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至宝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万事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粪土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即“与基督联合”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基督在我里面（圣灵的工作）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我在基督里面（相信神掌权）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727A4CA-1768-94A4-5B86-43070B44DF2C}"/>
              </a:ext>
            </a:extLst>
          </p:cNvPr>
          <p:cNvSpPr/>
          <p:nvPr/>
        </p:nvSpPr>
        <p:spPr>
          <a:xfrm flipV="1">
            <a:off x="2503051" y="361648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B7F548D-0B51-9956-B283-BDB03CA5C763}"/>
              </a:ext>
            </a:extLst>
          </p:cNvPr>
          <p:cNvSpPr/>
          <p:nvPr/>
        </p:nvSpPr>
        <p:spPr>
          <a:xfrm flipV="1">
            <a:off x="2503051" y="4073689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024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因把基督看为至宝，所以要竭力认识基督。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因得着基督，我们有了真正的至宝，所以无论外在环境如何变化，我们都可以依靠基督。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如同诗歌所说“有主在我船上我就不怕风浪”。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876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0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dirty="0">
                <a:ea typeface="苹方-简" panose="020B0300000000000000" pitchFamily="34" charset="-122"/>
              </a:rPr>
              <a:t>他里面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，不是有自己</a:t>
            </a:r>
            <a:r>
              <a:rPr lang="zh-CN" altLang="zh-CN" sz="2000" b="1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因律法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而得的义，乃是有</a:t>
            </a:r>
            <a:r>
              <a:rPr lang="zh-CN" altLang="zh-CN" sz="2000" b="1" dirty="0">
                <a:solidFill>
                  <a:srgbClr val="7030A0"/>
                </a:solidFill>
                <a:ea typeface="苹方-简" panose="020B0300000000000000" pitchFamily="34" charset="-122"/>
              </a:rPr>
              <a:t>信基督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在他里面：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神的预定、拣选、重生。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神的称义、保守、恩典。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因律法：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意味着靠自己得义。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靠人赚取：律法、行为、名声等。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自己的义。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不是有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乃是有：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对比、强调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6686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20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4~6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在真理中认识神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“信基督”、“因信神”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义是神的加给，而非自己依靠律法、行为赚的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应用：</a:t>
            </a:r>
            <a:endParaRPr lang="en-US" altLang="zh-CN" sz="24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悔改、赦罪的道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神的恩典和主权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96321-B78F-A68F-F6CC-FFD464CE31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7931"/>
            <a:ext cx="12192000" cy="5249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进入到与基督的生命的互动中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死里复活、显明基督的身份、神的儿子、弥赛亚和救赎主。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基督为我们做了什么？我们为基督做了什么？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明白基督所说的苦难和痛苦为我们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我们愿意效法基督而背十字架成圣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路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9:23】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耶稣又对众人说：“若有人要跟从我，就当舍己，</a:t>
            </a:r>
            <a:r>
              <a:rPr lang="zh-CN" altLang="en-US" sz="2000" b="1" dirty="0">
                <a:solidFill>
                  <a:srgbClr val="7030A0"/>
                </a:solidFill>
                <a:cs typeface="+mn-ea"/>
              </a:rPr>
              <a:t>天天背起他的十字架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来跟从我。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6784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我们为基督如同保罗愿意离世与神同在，原因在于真认识祂（身份、工作）。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a typeface="苹方-简" panose="020B0300000000000000" pitchFamily="34" charset="-122"/>
              </a:rPr>
              <a:t>西</a:t>
            </a:r>
            <a:r>
              <a:rPr lang="en-US" altLang="zh-CN" dirty="0">
                <a:ea typeface="苹方-简" panose="020B0300000000000000" pitchFamily="34" charset="-122"/>
              </a:rPr>
              <a:t>3:5】</a:t>
            </a:r>
            <a:r>
              <a:rPr lang="zh-CN" altLang="en-US" dirty="0">
                <a:ea typeface="苹方-简" panose="020B0300000000000000" pitchFamily="34" charset="-122"/>
              </a:rPr>
              <a:t>所以要治死你们在地上的肢体，就如淫乱、污秽、邪情、恶欲和贪婪，贪婪就与拜偶像一样。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000" dirty="0">
                <a:ea typeface="苹方-简" panose="020B0300000000000000" pitchFamily="34" charset="-122"/>
                <a:sym typeface="+mn-lt"/>
              </a:rPr>
              <a:t>参：</a:t>
            </a:r>
            <a:r>
              <a:rPr lang="zh-CN" altLang="zh-CN" sz="2000" dirty="0">
                <a:ea typeface="苹方-简" panose="020B0300000000000000" pitchFamily="34" charset="-122"/>
              </a:rPr>
              <a:t> 【腓2:12】</a:t>
            </a:r>
            <a:r>
              <a:rPr lang="en-US" altLang="zh-CN" sz="2000" dirty="0">
                <a:ea typeface="苹方-简" panose="020B0300000000000000" pitchFamily="34" charset="-122"/>
              </a:rPr>
              <a:t>……</a:t>
            </a:r>
            <a:r>
              <a:rPr lang="zh-CN" altLang="zh-CN" sz="2000" dirty="0">
                <a:ea typeface="苹方-简" panose="020B0300000000000000" pitchFamily="34" charset="-122"/>
              </a:rPr>
              <a:t>就当恐惧战兢，作成你们得救的工夫；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82757" y="130236"/>
            <a:ext cx="4823494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4800" b="1" dirty="0">
                <a:ln w="0"/>
                <a:solidFill>
                  <a:schemeClr val="tx1"/>
                </a:solidFill>
                <a:latin typeface="+mn-ea"/>
                <a:cs typeface="+mn-ea"/>
                <a:sym typeface="+mn-lt"/>
              </a:rPr>
              <a:t>你的至宝是什么？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1012" y="1078109"/>
            <a:ext cx="11689976" cy="55835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核心：得着基督（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上），为了得着基督，保罗愿意丢弃万事，把万事当做粪土。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保罗生命历程，每个基督徒生命历程：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降卑（看做有损）、万物看做粪土、为要得着基督、受苦、</a:t>
            </a:r>
            <a:r>
              <a:rPr lang="zh-CN" altLang="en-US" sz="240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受死，末日复活。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我们的目标：以基督为至宝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我们轻看世上，我们竭力</a:t>
            </a:r>
            <a:r>
              <a:rPr lang="zh-CN" altLang="en-US" sz="2400" dirty="0">
                <a:effectLst/>
                <a:latin typeface="+mn-ea"/>
              </a:rPr>
              <a:t>的</a:t>
            </a:r>
            <a:r>
              <a:rPr lang="zh-CN" altLang="zh-CN" sz="2400" dirty="0">
                <a:effectLst/>
                <a:latin typeface="+mn-ea"/>
              </a:rPr>
              <a:t>追求基督，为要得着基督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因基督的使命，我们愿意成为光</a:t>
            </a:r>
            <a:r>
              <a:rPr lang="zh-CN" altLang="en-US" sz="2400" dirty="0">
                <a:effectLst/>
                <a:latin typeface="+mn-ea"/>
              </a:rPr>
              <a:t>和</a:t>
            </a:r>
            <a:r>
              <a:rPr lang="zh-CN" altLang="zh-CN" sz="2400" dirty="0">
                <a:effectLst/>
                <a:latin typeface="+mn-ea"/>
              </a:rPr>
              <a:t>盐，尽本分荣耀神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在过程中（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12-16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节方法）：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受苦</a:t>
            </a:r>
            <a:r>
              <a:rPr lang="zh-CN" altLang="en-US" sz="2400" dirty="0">
                <a:effectLst/>
                <a:latin typeface="+mn-ea"/>
              </a:rPr>
              <a:t>（不一定是身体痛苦，也指治死老我的苦）</a:t>
            </a:r>
            <a:r>
              <a:rPr lang="zh-CN" altLang="zh-CN" sz="2400" dirty="0">
                <a:effectLst/>
                <a:latin typeface="+mn-ea"/>
              </a:rPr>
              <a:t>，如同与基督一同受苦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治死自己罪性、老我和血气的自己，进入基督赐给</a:t>
            </a:r>
            <a:r>
              <a:rPr lang="zh-CN" altLang="en-US" sz="2400" dirty="0">
                <a:effectLst/>
                <a:latin typeface="+mn-ea"/>
              </a:rPr>
              <a:t>我们</a:t>
            </a:r>
            <a:r>
              <a:rPr lang="zh-CN" altLang="zh-CN" sz="2400" dirty="0">
                <a:effectLst/>
                <a:latin typeface="+mn-ea"/>
              </a:rPr>
              <a:t>新的生命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盼望在基督，深信基督与我们同在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07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6347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6736</TotalTime>
  <Words>2294</Words>
  <Application>Microsoft Office PowerPoint</Application>
  <PresentationFormat>宽屏</PresentationFormat>
  <Paragraphs>234</Paragraphs>
  <Slides>18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2024-11-09T09:03:30Z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