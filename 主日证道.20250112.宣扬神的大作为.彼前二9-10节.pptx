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3.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4.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5.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6.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7.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8.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9.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0.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11.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12.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3.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14.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15.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6.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17.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560" r:id="rId2"/>
    <p:sldId id="554" r:id="rId3"/>
    <p:sldId id="425" r:id="rId4"/>
    <p:sldId id="609" r:id="rId5"/>
    <p:sldId id="531" r:id="rId6"/>
    <p:sldId id="594" r:id="rId7"/>
    <p:sldId id="610" r:id="rId8"/>
    <p:sldId id="612" r:id="rId9"/>
    <p:sldId id="611" r:id="rId10"/>
    <p:sldId id="613" r:id="rId11"/>
    <p:sldId id="614" r:id="rId12"/>
    <p:sldId id="615" r:id="rId13"/>
    <p:sldId id="616" r:id="rId14"/>
    <p:sldId id="618" r:id="rId15"/>
    <p:sldId id="619" r:id="rId16"/>
    <p:sldId id="620" r:id="rId17"/>
    <p:sldId id="621" r:id="rId18"/>
    <p:sldId id="622" r:id="rId19"/>
    <p:sldId id="552"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67" userDrawn="1">
          <p15:clr>
            <a:srgbClr val="A4A3A4"/>
          </p15:clr>
        </p15:guide>
        <p15:guide id="2" pos="3856">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9671AAC-EE65-C2E9-8FB4-81033EEFC221}" name="强 李" initials="强李" userId="cd6c7ec7188785a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0909"/>
    <a:srgbClr val="F1F1F1"/>
    <a:srgbClr val="1A3A76"/>
    <a:srgbClr val="633D06"/>
    <a:srgbClr val="FCFEFE"/>
    <a:srgbClr val="FFFFFF"/>
    <a:srgbClr val="00205D"/>
    <a:srgbClr val="272520"/>
    <a:srgbClr val="203E80"/>
    <a:srgbClr val="00AB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E3CB0B-2BB1-4E48-B7AA-F2A551CEEF7D}" v="467" dt="2025-01-11T22:28:18.735"/>
  </p1510:revLst>
</p1510:revInfo>
</file>

<file path=ppt/tableStyles.xml><?xml version="1.0" encoding="utf-8"?>
<a:tblStyleLst xmlns:a="http://schemas.openxmlformats.org/drawingml/2006/main" def="{5C22544A-7EE6-4342-B048-85BDC9FD1C3A}">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2183" autoAdjust="0"/>
  </p:normalViewPr>
  <p:slideViewPr>
    <p:cSldViewPr snapToGrid="0">
      <p:cViewPr varScale="1">
        <p:scale>
          <a:sx n="100" d="100"/>
          <a:sy n="100" d="100"/>
        </p:scale>
        <p:origin x="1000" y="168"/>
      </p:cViewPr>
      <p:guideLst>
        <p:guide orient="horz" pos="867"/>
        <p:guide pos="38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强 李" userId="cd6c7ec7188785ae" providerId="LiveId" clId="{DE9C22DA-EF9C-4BF7-B19E-50E28DCB6DF5}"/>
    <pc:docChg chg="undo custSel addSld delSld modSld sldOrd">
      <pc:chgData name="强 李" userId="cd6c7ec7188785ae" providerId="LiveId" clId="{DE9C22DA-EF9C-4BF7-B19E-50E28DCB6DF5}" dt="2024-09-21T23:32:27.763" v="2412"/>
      <pc:docMkLst>
        <pc:docMk/>
      </pc:docMkLst>
      <pc:sldChg chg="modSp mod">
        <pc:chgData name="强 李" userId="cd6c7ec7188785ae" providerId="LiveId" clId="{DE9C22DA-EF9C-4BF7-B19E-50E28DCB6DF5}" dt="2024-09-21T14:13:31.891" v="93" actId="207"/>
        <pc:sldMkLst>
          <pc:docMk/>
          <pc:sldMk cId="0" sldId="425"/>
        </pc:sldMkLst>
        <pc:spChg chg="mod">
          <ac:chgData name="强 李" userId="cd6c7ec7188785ae" providerId="LiveId" clId="{DE9C22DA-EF9C-4BF7-B19E-50E28DCB6DF5}" dt="2024-09-21T14:13:31.891" v="93" actId="207"/>
          <ac:spMkLst>
            <pc:docMk/>
            <pc:sldMk cId="0" sldId="425"/>
            <ac:spMk id="3" creationId="{FF9BF7C3-9929-69BC-A1CA-30EBD45BF72F}"/>
          </ac:spMkLst>
        </pc:spChg>
        <pc:spChg chg="mod">
          <ac:chgData name="强 李" userId="cd6c7ec7188785ae" providerId="LiveId" clId="{DE9C22DA-EF9C-4BF7-B19E-50E28DCB6DF5}" dt="2024-09-21T14:12:32.126" v="85" actId="6549"/>
          <ac:spMkLst>
            <pc:docMk/>
            <pc:sldMk cId="0" sldId="425"/>
            <ac:spMk id="18" creationId="{00000000-0000-0000-0000-000000000000}"/>
          </ac:spMkLst>
        </pc:spChg>
      </pc:sldChg>
      <pc:sldChg chg="addSp delSp modSp mod">
        <pc:chgData name="强 李" userId="cd6c7ec7188785ae" providerId="LiveId" clId="{DE9C22DA-EF9C-4BF7-B19E-50E28DCB6DF5}" dt="2024-09-21T22:23:41.222" v="2355" actId="208"/>
        <pc:sldMkLst>
          <pc:docMk/>
          <pc:sldMk cId="54695671" sldId="531"/>
        </pc:sldMkLst>
        <pc:spChg chg="mod">
          <ac:chgData name="强 李" userId="cd6c7ec7188785ae" providerId="LiveId" clId="{DE9C22DA-EF9C-4BF7-B19E-50E28DCB6DF5}" dt="2024-09-21T14:21:55.694" v="359"/>
          <ac:spMkLst>
            <pc:docMk/>
            <pc:sldMk cId="54695671" sldId="531"/>
            <ac:spMk id="2" creationId="{00000000-0000-0000-0000-000000000000}"/>
          </ac:spMkLst>
        </pc:spChg>
        <pc:spChg chg="del mod topLvl">
          <ac:chgData name="强 李" userId="cd6c7ec7188785ae" providerId="LiveId" clId="{DE9C22DA-EF9C-4BF7-B19E-50E28DCB6DF5}" dt="2024-09-21T14:22:12.141" v="363" actId="478"/>
          <ac:spMkLst>
            <pc:docMk/>
            <pc:sldMk cId="54695671" sldId="531"/>
            <ac:spMk id="3" creationId="{B504861B-6EFA-BAFD-C2A3-DA811CA92353}"/>
          </ac:spMkLst>
        </pc:spChg>
        <pc:spChg chg="mod">
          <ac:chgData name="强 李" userId="cd6c7ec7188785ae" providerId="LiveId" clId="{DE9C22DA-EF9C-4BF7-B19E-50E28DCB6DF5}" dt="2024-09-21T14:21:12.394" v="347"/>
          <ac:spMkLst>
            <pc:docMk/>
            <pc:sldMk cId="54695671" sldId="531"/>
            <ac:spMk id="4" creationId="{813ADE0C-0A95-8BE0-FCB2-CDA44CEA64A3}"/>
          </ac:spMkLst>
        </pc:spChg>
        <pc:spChg chg="mod topLvl">
          <ac:chgData name="强 李" userId="cd6c7ec7188785ae" providerId="LiveId" clId="{DE9C22DA-EF9C-4BF7-B19E-50E28DCB6DF5}" dt="2024-09-21T14:23:00.711" v="373" actId="1076"/>
          <ac:spMkLst>
            <pc:docMk/>
            <pc:sldMk cId="54695671" sldId="531"/>
            <ac:spMk id="5" creationId="{6D756E38-44BB-893E-10F4-24648C1F9451}"/>
          </ac:spMkLst>
        </pc:spChg>
        <pc:spChg chg="mod">
          <ac:chgData name="强 李" userId="cd6c7ec7188785ae" providerId="LiveId" clId="{DE9C22DA-EF9C-4BF7-B19E-50E28DCB6DF5}" dt="2024-09-21T14:24:40.969" v="415" actId="1076"/>
          <ac:spMkLst>
            <pc:docMk/>
            <pc:sldMk cId="54695671" sldId="531"/>
            <ac:spMk id="6" creationId="{AA272FBC-B21D-C369-0141-9585E0210DD1}"/>
          </ac:spMkLst>
        </pc:spChg>
        <pc:spChg chg="mod">
          <ac:chgData name="强 李" userId="cd6c7ec7188785ae" providerId="LiveId" clId="{DE9C22DA-EF9C-4BF7-B19E-50E28DCB6DF5}" dt="2024-09-21T14:22:07.040" v="362" actId="1076"/>
          <ac:spMkLst>
            <pc:docMk/>
            <pc:sldMk cId="54695671" sldId="531"/>
            <ac:spMk id="7" creationId="{F80DDDB8-F32B-B7A7-73DA-9790F3B5DCB3}"/>
          </ac:spMkLst>
        </pc:spChg>
        <pc:spChg chg="add mod">
          <ac:chgData name="强 李" userId="cd6c7ec7188785ae" providerId="LiveId" clId="{DE9C22DA-EF9C-4BF7-B19E-50E28DCB6DF5}" dt="2024-09-21T14:23:05.793" v="374" actId="1076"/>
          <ac:spMkLst>
            <pc:docMk/>
            <pc:sldMk cId="54695671" sldId="531"/>
            <ac:spMk id="8" creationId="{80AFC5C0-E649-FDDA-99E5-171FAB08CA0F}"/>
          </ac:spMkLst>
        </pc:spChg>
        <pc:spChg chg="add del">
          <ac:chgData name="强 李" userId="cd6c7ec7188785ae" providerId="LiveId" clId="{DE9C22DA-EF9C-4BF7-B19E-50E28DCB6DF5}" dt="2024-09-21T14:23:23.264" v="376" actId="478"/>
          <ac:spMkLst>
            <pc:docMk/>
            <pc:sldMk cId="54695671" sldId="531"/>
            <ac:spMk id="11" creationId="{E13BCA71-D93E-3441-CDCE-DCCDFF38783D}"/>
          </ac:spMkLst>
        </pc:spChg>
        <pc:spChg chg="add mod ord">
          <ac:chgData name="强 李" userId="cd6c7ec7188785ae" providerId="LiveId" clId="{DE9C22DA-EF9C-4BF7-B19E-50E28DCB6DF5}" dt="2024-09-21T14:23:46.984" v="385" actId="171"/>
          <ac:spMkLst>
            <pc:docMk/>
            <pc:sldMk cId="54695671" sldId="531"/>
            <ac:spMk id="12" creationId="{D9CC1E38-202F-40CF-CD43-27927F4D1FA5}"/>
          </ac:spMkLst>
        </pc:spChg>
        <pc:spChg chg="add mod">
          <ac:chgData name="强 李" userId="cd6c7ec7188785ae" providerId="LiveId" clId="{DE9C22DA-EF9C-4BF7-B19E-50E28DCB6DF5}" dt="2024-09-21T22:23:41.222" v="2355" actId="208"/>
          <ac:spMkLst>
            <pc:docMk/>
            <pc:sldMk cId="54695671" sldId="531"/>
            <ac:spMk id="13" creationId="{C20498D4-7AA0-18E1-5D4B-FAE5F48E8AC2}"/>
          </ac:spMkLst>
        </pc:spChg>
        <pc:grpChg chg="mod">
          <ac:chgData name="强 李" userId="cd6c7ec7188785ae" providerId="LiveId" clId="{DE9C22DA-EF9C-4BF7-B19E-50E28DCB6DF5}" dt="2024-09-21T14:22:55.319" v="372" actId="1076"/>
          <ac:grpSpMkLst>
            <pc:docMk/>
            <pc:sldMk cId="54695671" sldId="531"/>
            <ac:grpSpMk id="9" creationId="{87176265-B58D-673F-0145-44DE61D798A1}"/>
          </ac:grpSpMkLst>
        </pc:grpChg>
        <pc:grpChg chg="del">
          <ac:chgData name="强 李" userId="cd6c7ec7188785ae" providerId="LiveId" clId="{DE9C22DA-EF9C-4BF7-B19E-50E28DCB6DF5}" dt="2024-09-21T14:22:12.141" v="363" actId="478"/>
          <ac:grpSpMkLst>
            <pc:docMk/>
            <pc:sldMk cId="54695671" sldId="531"/>
            <ac:grpSpMk id="10" creationId="{52691254-7C12-A9B7-2F38-228171FD86FE}"/>
          </ac:grpSpMkLst>
        </pc:grpChg>
      </pc:sldChg>
      <pc:sldChg chg="modSp mod">
        <pc:chgData name="强 李" userId="cd6c7ec7188785ae" providerId="LiveId" clId="{DE9C22DA-EF9C-4BF7-B19E-50E28DCB6DF5}" dt="2024-09-21T15:35:06.152" v="2254" actId="14100"/>
        <pc:sldMkLst>
          <pc:docMk/>
          <pc:sldMk cId="419382719" sldId="552"/>
        </pc:sldMkLst>
        <pc:spChg chg="mod">
          <ac:chgData name="强 李" userId="cd6c7ec7188785ae" providerId="LiveId" clId="{DE9C22DA-EF9C-4BF7-B19E-50E28DCB6DF5}" dt="2024-09-21T15:34:41.066" v="2247" actId="14100"/>
          <ac:spMkLst>
            <pc:docMk/>
            <pc:sldMk cId="419382719" sldId="552"/>
            <ac:spMk id="18" creationId="{00000000-0000-0000-0000-000000000000}"/>
          </ac:spMkLst>
        </pc:spChg>
        <pc:graphicFrameChg chg="mod modGraphic">
          <ac:chgData name="强 李" userId="cd6c7ec7188785ae" providerId="LiveId" clId="{DE9C22DA-EF9C-4BF7-B19E-50E28DCB6DF5}" dt="2024-09-21T15:35:06.152" v="2254" actId="14100"/>
          <ac:graphicFrameMkLst>
            <pc:docMk/>
            <pc:sldMk cId="419382719" sldId="552"/>
            <ac:graphicFrameMk id="47" creationId="{C4743AA0-529F-EA4A-5AAF-9A09C2CB0EAC}"/>
          </ac:graphicFrameMkLst>
        </pc:graphicFrameChg>
      </pc:sldChg>
      <pc:sldChg chg="delSp modSp del mod">
        <pc:chgData name="强 李" userId="cd6c7ec7188785ae" providerId="LiveId" clId="{DE9C22DA-EF9C-4BF7-B19E-50E28DCB6DF5}" dt="2024-09-21T14:25:44.378" v="434" actId="47"/>
        <pc:sldMkLst>
          <pc:docMk/>
          <pc:sldMk cId="530530540" sldId="553"/>
        </pc:sldMkLst>
        <pc:spChg chg="del">
          <ac:chgData name="强 李" userId="cd6c7ec7188785ae" providerId="LiveId" clId="{DE9C22DA-EF9C-4BF7-B19E-50E28DCB6DF5}" dt="2024-09-21T14:25:13.544" v="418" actId="478"/>
          <ac:spMkLst>
            <pc:docMk/>
            <pc:sldMk cId="530530540" sldId="553"/>
            <ac:spMk id="2" creationId="{00000000-0000-0000-0000-000000000000}"/>
          </ac:spMkLst>
        </pc:spChg>
        <pc:spChg chg="mod">
          <ac:chgData name="强 李" userId="cd6c7ec7188785ae" providerId="LiveId" clId="{DE9C22DA-EF9C-4BF7-B19E-50E28DCB6DF5}" dt="2024-09-21T14:25:04.509" v="416"/>
          <ac:spMkLst>
            <pc:docMk/>
            <pc:sldMk cId="530530540" sldId="553"/>
            <ac:spMk id="18" creationId="{00000000-0000-0000-0000-000000000000}"/>
          </ac:spMkLst>
        </pc:spChg>
        <pc:graphicFrameChg chg="del">
          <ac:chgData name="强 李" userId="cd6c7ec7188785ae" providerId="LiveId" clId="{DE9C22DA-EF9C-4BF7-B19E-50E28DCB6DF5}" dt="2024-09-21T14:25:09.499" v="417" actId="478"/>
          <ac:graphicFrameMkLst>
            <pc:docMk/>
            <pc:sldMk cId="530530540" sldId="553"/>
            <ac:graphicFrameMk id="3" creationId="{92FE9AF6-DC4E-CA6E-D418-D12FF887DACD}"/>
          </ac:graphicFrameMkLst>
        </pc:graphicFrameChg>
      </pc:sldChg>
      <pc:sldChg chg="modSp mod modNotesTx">
        <pc:chgData name="强 李" userId="cd6c7ec7188785ae" providerId="LiveId" clId="{DE9C22DA-EF9C-4BF7-B19E-50E28DCB6DF5}" dt="2024-09-21T22:23:08.722" v="2353" actId="20577"/>
        <pc:sldMkLst>
          <pc:docMk/>
          <pc:sldMk cId="3418790839" sldId="554"/>
        </pc:sldMkLst>
        <pc:spChg chg="mod">
          <ac:chgData name="强 李" userId="cd6c7ec7188785ae" providerId="LiveId" clId="{DE9C22DA-EF9C-4BF7-B19E-50E28DCB6DF5}" dt="2024-09-21T14:11:56.222" v="82" actId="14100"/>
          <ac:spMkLst>
            <pc:docMk/>
            <pc:sldMk cId="3418790839" sldId="554"/>
            <ac:spMk id="18" creationId="{00000000-0000-0000-0000-000000000000}"/>
          </ac:spMkLst>
        </pc:spChg>
        <pc:graphicFrameChg chg="mod">
          <ac:chgData name="强 李" userId="cd6c7ec7188785ae" providerId="LiveId" clId="{DE9C22DA-EF9C-4BF7-B19E-50E28DCB6DF5}" dt="2024-09-21T14:30:49.775" v="496"/>
          <ac:graphicFrameMkLst>
            <pc:docMk/>
            <pc:sldMk cId="3418790839" sldId="554"/>
            <ac:graphicFrameMk id="3" creationId="{7EB314CC-7FA2-2824-BC32-28291A20FBE2}"/>
          </ac:graphicFrameMkLst>
        </pc:graphicFrameChg>
      </pc:sldChg>
      <pc:sldChg chg="modSp mod">
        <pc:chgData name="强 李" userId="cd6c7ec7188785ae" providerId="LiveId" clId="{DE9C22DA-EF9C-4BF7-B19E-50E28DCB6DF5}" dt="2024-09-21T14:11:14.495" v="34"/>
        <pc:sldMkLst>
          <pc:docMk/>
          <pc:sldMk cId="1911491714" sldId="560"/>
        </pc:sldMkLst>
        <pc:spChg chg="mod">
          <ac:chgData name="强 李" userId="cd6c7ec7188785ae" providerId="LiveId" clId="{DE9C22DA-EF9C-4BF7-B19E-50E28DCB6DF5}" dt="2024-09-21T14:10:17.096" v="2" actId="1076"/>
          <ac:spMkLst>
            <pc:docMk/>
            <pc:sldMk cId="1911491714" sldId="560"/>
            <ac:spMk id="4" creationId="{00000000-0000-0000-0000-000000000000}"/>
          </ac:spMkLst>
        </pc:spChg>
        <pc:spChg chg="mod">
          <ac:chgData name="强 李" userId="cd6c7ec7188785ae" providerId="LiveId" clId="{DE9C22DA-EF9C-4BF7-B19E-50E28DCB6DF5}" dt="2024-09-21T14:11:14.495" v="34"/>
          <ac:spMkLst>
            <pc:docMk/>
            <pc:sldMk cId="1911491714" sldId="560"/>
            <ac:spMk id="5" creationId="{00000000-0000-0000-0000-000000000000}"/>
          </ac:spMkLst>
        </pc:spChg>
      </pc:sldChg>
      <pc:sldChg chg="del">
        <pc:chgData name="强 李" userId="cd6c7ec7188785ae" providerId="LiveId" clId="{DE9C22DA-EF9C-4BF7-B19E-50E28DCB6DF5}" dt="2024-09-21T14:25:44.378" v="434" actId="47"/>
        <pc:sldMkLst>
          <pc:docMk/>
          <pc:sldMk cId="159884778" sldId="574"/>
        </pc:sldMkLst>
      </pc:sldChg>
      <pc:sldChg chg="del">
        <pc:chgData name="强 李" userId="cd6c7ec7188785ae" providerId="LiveId" clId="{DE9C22DA-EF9C-4BF7-B19E-50E28DCB6DF5}" dt="2024-09-21T14:25:44.378" v="434" actId="47"/>
        <pc:sldMkLst>
          <pc:docMk/>
          <pc:sldMk cId="3921434846" sldId="587"/>
        </pc:sldMkLst>
      </pc:sldChg>
      <pc:sldChg chg="del">
        <pc:chgData name="强 李" userId="cd6c7ec7188785ae" providerId="LiveId" clId="{DE9C22DA-EF9C-4BF7-B19E-50E28DCB6DF5}" dt="2024-09-21T14:25:44.378" v="434" actId="47"/>
        <pc:sldMkLst>
          <pc:docMk/>
          <pc:sldMk cId="2648053192" sldId="588"/>
        </pc:sldMkLst>
      </pc:sldChg>
      <pc:sldChg chg="del">
        <pc:chgData name="强 李" userId="cd6c7ec7188785ae" providerId="LiveId" clId="{DE9C22DA-EF9C-4BF7-B19E-50E28DCB6DF5}" dt="2024-09-21T14:25:44.378" v="434" actId="47"/>
        <pc:sldMkLst>
          <pc:docMk/>
          <pc:sldMk cId="534191096" sldId="589"/>
        </pc:sldMkLst>
      </pc:sldChg>
      <pc:sldChg chg="del">
        <pc:chgData name="强 李" userId="cd6c7ec7188785ae" providerId="LiveId" clId="{DE9C22DA-EF9C-4BF7-B19E-50E28DCB6DF5}" dt="2024-09-21T14:25:44.378" v="434" actId="47"/>
        <pc:sldMkLst>
          <pc:docMk/>
          <pc:sldMk cId="4207264488" sldId="590"/>
        </pc:sldMkLst>
      </pc:sldChg>
      <pc:sldChg chg="del">
        <pc:chgData name="强 李" userId="cd6c7ec7188785ae" providerId="LiveId" clId="{DE9C22DA-EF9C-4BF7-B19E-50E28DCB6DF5}" dt="2024-09-21T14:25:44.378" v="434" actId="47"/>
        <pc:sldMkLst>
          <pc:docMk/>
          <pc:sldMk cId="3491062220" sldId="591"/>
        </pc:sldMkLst>
      </pc:sldChg>
      <pc:sldChg chg="del">
        <pc:chgData name="强 李" userId="cd6c7ec7188785ae" providerId="LiveId" clId="{DE9C22DA-EF9C-4BF7-B19E-50E28DCB6DF5}" dt="2024-09-21T14:25:44.378" v="434" actId="47"/>
        <pc:sldMkLst>
          <pc:docMk/>
          <pc:sldMk cId="4046377894" sldId="592"/>
        </pc:sldMkLst>
      </pc:sldChg>
      <pc:sldChg chg="del">
        <pc:chgData name="强 李" userId="cd6c7ec7188785ae" providerId="LiveId" clId="{DE9C22DA-EF9C-4BF7-B19E-50E28DCB6DF5}" dt="2024-09-21T14:25:44.378" v="434" actId="47"/>
        <pc:sldMkLst>
          <pc:docMk/>
          <pc:sldMk cId="3468762565" sldId="593"/>
        </pc:sldMkLst>
      </pc:sldChg>
      <pc:sldChg chg="modSp mod ord">
        <pc:chgData name="强 李" userId="cd6c7ec7188785ae" providerId="LiveId" clId="{DE9C22DA-EF9C-4BF7-B19E-50E28DCB6DF5}" dt="2024-09-21T14:45:19.286" v="671" actId="20577"/>
        <pc:sldMkLst>
          <pc:docMk/>
          <pc:sldMk cId="340286292" sldId="594"/>
        </pc:sldMkLst>
        <pc:spChg chg="mod">
          <ac:chgData name="强 李" userId="cd6c7ec7188785ae" providerId="LiveId" clId="{DE9C22DA-EF9C-4BF7-B19E-50E28DCB6DF5}" dt="2024-09-21T14:45:19.286" v="671" actId="20577"/>
          <ac:spMkLst>
            <pc:docMk/>
            <pc:sldMk cId="340286292" sldId="594"/>
            <ac:spMk id="2" creationId="{00000000-0000-0000-0000-000000000000}"/>
          </ac:spMkLst>
        </pc:spChg>
        <pc:spChg chg="mod">
          <ac:chgData name="强 李" userId="cd6c7ec7188785ae" providerId="LiveId" clId="{DE9C22DA-EF9C-4BF7-B19E-50E28DCB6DF5}" dt="2024-09-21T14:25:31.804" v="431" actId="1037"/>
          <ac:spMkLst>
            <pc:docMk/>
            <pc:sldMk cId="340286292" sldId="594"/>
            <ac:spMk id="18" creationId="{00000000-0000-0000-0000-000000000000}"/>
          </ac:spMkLst>
        </pc:spChg>
      </pc:sldChg>
      <pc:sldChg chg="delSp modSp mod">
        <pc:chgData name="强 李" userId="cd6c7ec7188785ae" providerId="LiveId" clId="{DE9C22DA-EF9C-4BF7-B19E-50E28DCB6DF5}" dt="2024-09-21T23:31:21.939" v="2398" actId="207"/>
        <pc:sldMkLst>
          <pc:docMk/>
          <pc:sldMk cId="3965997736" sldId="598"/>
        </pc:sldMkLst>
        <pc:spChg chg="mod">
          <ac:chgData name="强 李" userId="cd6c7ec7188785ae" providerId="LiveId" clId="{DE9C22DA-EF9C-4BF7-B19E-50E28DCB6DF5}" dt="2024-09-21T14:20:38.902" v="337" actId="1076"/>
          <ac:spMkLst>
            <pc:docMk/>
            <pc:sldMk cId="3965997736" sldId="598"/>
            <ac:spMk id="2" creationId="{00000000-0000-0000-0000-000000000000}"/>
          </ac:spMkLst>
        </pc:spChg>
        <pc:spChg chg="del topLvl">
          <ac:chgData name="强 李" userId="cd6c7ec7188785ae" providerId="LiveId" clId="{DE9C22DA-EF9C-4BF7-B19E-50E28DCB6DF5}" dt="2024-09-21T14:19:02.882" v="279" actId="478"/>
          <ac:spMkLst>
            <pc:docMk/>
            <pc:sldMk cId="3965997736" sldId="598"/>
            <ac:spMk id="8" creationId="{18B966AB-7D3A-E7C3-B2B0-BBE50B313EC6}"/>
          </ac:spMkLst>
        </pc:spChg>
        <pc:spChg chg="del topLvl">
          <ac:chgData name="强 李" userId="cd6c7ec7188785ae" providerId="LiveId" clId="{DE9C22DA-EF9C-4BF7-B19E-50E28DCB6DF5}" dt="2024-09-21T14:19:00.425" v="278" actId="478"/>
          <ac:spMkLst>
            <pc:docMk/>
            <pc:sldMk cId="3965997736" sldId="598"/>
            <ac:spMk id="9" creationId="{1F5B6856-AF8A-4085-2AF6-D259C7449B9E}"/>
          </ac:spMkLst>
        </pc:spChg>
        <pc:spChg chg="mod">
          <ac:chgData name="强 李" userId="cd6c7ec7188785ae" providerId="LiveId" clId="{DE9C22DA-EF9C-4BF7-B19E-50E28DCB6DF5}" dt="2024-09-21T14:18:57.060" v="277"/>
          <ac:spMkLst>
            <pc:docMk/>
            <pc:sldMk cId="3965997736" sldId="598"/>
            <ac:spMk id="11" creationId="{3CAB36DD-1A23-5A1B-C9B0-3F43FAF7A79F}"/>
          </ac:spMkLst>
        </pc:spChg>
        <pc:spChg chg="mod">
          <ac:chgData name="强 李" userId="cd6c7ec7188785ae" providerId="LiveId" clId="{DE9C22DA-EF9C-4BF7-B19E-50E28DCB6DF5}" dt="2024-09-21T14:19:17.030" v="281" actId="14100"/>
          <ac:spMkLst>
            <pc:docMk/>
            <pc:sldMk cId="3965997736" sldId="598"/>
            <ac:spMk id="13" creationId="{7DAB6BBF-A107-5EDA-C988-F2FCC0FA4ADA}"/>
          </ac:spMkLst>
        </pc:spChg>
        <pc:spChg chg="mod">
          <ac:chgData name="强 李" userId="cd6c7ec7188785ae" providerId="LiveId" clId="{DE9C22DA-EF9C-4BF7-B19E-50E28DCB6DF5}" dt="2024-09-21T23:31:21.939" v="2398" actId="207"/>
          <ac:spMkLst>
            <pc:docMk/>
            <pc:sldMk cId="3965997736" sldId="598"/>
            <ac:spMk id="16" creationId="{7DE16206-6F61-BEC3-0DA4-3625D631A8E6}"/>
          </ac:spMkLst>
        </pc:spChg>
        <pc:grpChg chg="mod">
          <ac:chgData name="强 李" userId="cd6c7ec7188785ae" providerId="LiveId" clId="{DE9C22DA-EF9C-4BF7-B19E-50E28DCB6DF5}" dt="2024-09-21T14:19:08.566" v="280" actId="14100"/>
          <ac:grpSpMkLst>
            <pc:docMk/>
            <pc:sldMk cId="3965997736" sldId="598"/>
            <ac:grpSpMk id="6" creationId="{56CD5BD2-A0CC-7D0E-3BD1-0613845A3BF3}"/>
          </ac:grpSpMkLst>
        </pc:grpChg>
        <pc:grpChg chg="del">
          <ac:chgData name="强 李" userId="cd6c7ec7188785ae" providerId="LiveId" clId="{DE9C22DA-EF9C-4BF7-B19E-50E28DCB6DF5}" dt="2024-09-21T14:19:00.425" v="278" actId="478"/>
          <ac:grpSpMkLst>
            <pc:docMk/>
            <pc:sldMk cId="3965997736" sldId="598"/>
            <ac:grpSpMk id="7" creationId="{4910B73A-3062-7867-777F-E107D91F1F13}"/>
          </ac:grpSpMkLst>
        </pc:grpChg>
      </pc:sldChg>
      <pc:sldChg chg="del">
        <pc:chgData name="强 李" userId="cd6c7ec7188785ae" providerId="LiveId" clId="{DE9C22DA-EF9C-4BF7-B19E-50E28DCB6DF5}" dt="2024-09-21T14:25:44.378" v="434" actId="47"/>
        <pc:sldMkLst>
          <pc:docMk/>
          <pc:sldMk cId="4003489816" sldId="599"/>
        </pc:sldMkLst>
      </pc:sldChg>
      <pc:sldChg chg="modSp add mod">
        <pc:chgData name="强 李" userId="cd6c7ec7188785ae" providerId="LiveId" clId="{DE9C22DA-EF9C-4BF7-B19E-50E28DCB6DF5}" dt="2024-09-21T15:20:49.819" v="1894"/>
        <pc:sldMkLst>
          <pc:docMk/>
          <pc:sldMk cId="4081840699" sldId="599"/>
        </pc:sldMkLst>
        <pc:spChg chg="mod">
          <ac:chgData name="强 李" userId="cd6c7ec7188785ae" providerId="LiveId" clId="{DE9C22DA-EF9C-4BF7-B19E-50E28DCB6DF5}" dt="2024-09-21T15:20:49.819" v="1894"/>
          <ac:spMkLst>
            <pc:docMk/>
            <pc:sldMk cId="4081840699" sldId="599"/>
            <ac:spMk id="2" creationId="{00000000-0000-0000-0000-000000000000}"/>
          </ac:spMkLst>
        </pc:spChg>
        <pc:spChg chg="mod">
          <ac:chgData name="强 李" userId="cd6c7ec7188785ae" providerId="LiveId" clId="{DE9C22DA-EF9C-4BF7-B19E-50E28DCB6DF5}" dt="2024-09-21T14:29:21.209" v="485" actId="14100"/>
          <ac:spMkLst>
            <pc:docMk/>
            <pc:sldMk cId="4081840699" sldId="599"/>
            <ac:spMk id="18" creationId="{00000000-0000-0000-0000-000000000000}"/>
          </ac:spMkLst>
        </pc:spChg>
      </pc:sldChg>
      <pc:sldChg chg="add del">
        <pc:chgData name="强 李" userId="cd6c7ec7188785ae" providerId="LiveId" clId="{DE9C22DA-EF9C-4BF7-B19E-50E28DCB6DF5}" dt="2024-09-21T14:45:37.905" v="672" actId="47"/>
        <pc:sldMkLst>
          <pc:docMk/>
          <pc:sldMk cId="1283817498" sldId="600"/>
        </pc:sldMkLst>
      </pc:sldChg>
      <pc:sldChg chg="del">
        <pc:chgData name="强 李" userId="cd6c7ec7188785ae" providerId="LiveId" clId="{DE9C22DA-EF9C-4BF7-B19E-50E28DCB6DF5}" dt="2024-09-21T14:26:42.062" v="442" actId="47"/>
        <pc:sldMkLst>
          <pc:docMk/>
          <pc:sldMk cId="125507599" sldId="601"/>
        </pc:sldMkLst>
      </pc:sldChg>
      <pc:sldChg chg="modSp add mod">
        <pc:chgData name="强 李" userId="cd6c7ec7188785ae" providerId="LiveId" clId="{DE9C22DA-EF9C-4BF7-B19E-50E28DCB6DF5}" dt="2024-09-21T14:43:53.718" v="659" actId="20577"/>
        <pc:sldMkLst>
          <pc:docMk/>
          <pc:sldMk cId="2538305957" sldId="601"/>
        </pc:sldMkLst>
        <pc:spChg chg="mod">
          <ac:chgData name="强 李" userId="cd6c7ec7188785ae" providerId="LiveId" clId="{DE9C22DA-EF9C-4BF7-B19E-50E28DCB6DF5}" dt="2024-09-21T14:43:53.718" v="659" actId="20577"/>
          <ac:spMkLst>
            <pc:docMk/>
            <pc:sldMk cId="2538305957" sldId="601"/>
            <ac:spMk id="2" creationId="{00000000-0000-0000-0000-000000000000}"/>
          </ac:spMkLst>
        </pc:spChg>
      </pc:sldChg>
      <pc:sldChg chg="modSp add mod">
        <pc:chgData name="强 李" userId="cd6c7ec7188785ae" providerId="LiveId" clId="{DE9C22DA-EF9C-4BF7-B19E-50E28DCB6DF5}" dt="2024-09-21T14:44:59.038" v="668"/>
        <pc:sldMkLst>
          <pc:docMk/>
          <pc:sldMk cId="78345744" sldId="602"/>
        </pc:sldMkLst>
        <pc:spChg chg="mod">
          <ac:chgData name="强 李" userId="cd6c7ec7188785ae" providerId="LiveId" clId="{DE9C22DA-EF9C-4BF7-B19E-50E28DCB6DF5}" dt="2024-09-21T14:44:59.038" v="668"/>
          <ac:spMkLst>
            <pc:docMk/>
            <pc:sldMk cId="78345744" sldId="602"/>
            <ac:spMk id="2" creationId="{00000000-0000-0000-0000-000000000000}"/>
          </ac:spMkLst>
        </pc:spChg>
      </pc:sldChg>
      <pc:sldChg chg="modSp add mod">
        <pc:chgData name="强 李" userId="cd6c7ec7188785ae" providerId="LiveId" clId="{DE9C22DA-EF9C-4BF7-B19E-50E28DCB6DF5}" dt="2024-09-21T14:50:04.570" v="926" actId="6549"/>
        <pc:sldMkLst>
          <pc:docMk/>
          <pc:sldMk cId="1450588716" sldId="603"/>
        </pc:sldMkLst>
        <pc:spChg chg="mod">
          <ac:chgData name="强 李" userId="cd6c7ec7188785ae" providerId="LiveId" clId="{DE9C22DA-EF9C-4BF7-B19E-50E28DCB6DF5}" dt="2024-09-21T14:50:04.570" v="926" actId="6549"/>
          <ac:spMkLst>
            <pc:docMk/>
            <pc:sldMk cId="1450588716" sldId="603"/>
            <ac:spMk id="2" creationId="{00000000-0000-0000-0000-000000000000}"/>
          </ac:spMkLst>
        </pc:spChg>
      </pc:sldChg>
      <pc:sldChg chg="modSp add mod">
        <pc:chgData name="强 李" userId="cd6c7ec7188785ae" providerId="LiveId" clId="{DE9C22DA-EF9C-4BF7-B19E-50E28DCB6DF5}" dt="2024-09-21T15:08:24.172" v="1372"/>
        <pc:sldMkLst>
          <pc:docMk/>
          <pc:sldMk cId="359668770" sldId="604"/>
        </pc:sldMkLst>
        <pc:spChg chg="mod">
          <ac:chgData name="强 李" userId="cd6c7ec7188785ae" providerId="LiveId" clId="{DE9C22DA-EF9C-4BF7-B19E-50E28DCB6DF5}" dt="2024-09-21T15:08:24.172" v="1372"/>
          <ac:spMkLst>
            <pc:docMk/>
            <pc:sldMk cId="359668770" sldId="604"/>
            <ac:spMk id="2" creationId="{00000000-0000-0000-0000-000000000000}"/>
          </ac:spMkLst>
        </pc:spChg>
      </pc:sldChg>
      <pc:sldChg chg="modSp add mod">
        <pc:chgData name="强 李" userId="cd6c7ec7188785ae" providerId="LiveId" clId="{DE9C22DA-EF9C-4BF7-B19E-50E28DCB6DF5}" dt="2024-09-21T15:15:58.564" v="1675" actId="6549"/>
        <pc:sldMkLst>
          <pc:docMk/>
          <pc:sldMk cId="1727666922" sldId="605"/>
        </pc:sldMkLst>
        <pc:spChg chg="mod">
          <ac:chgData name="强 李" userId="cd6c7ec7188785ae" providerId="LiveId" clId="{DE9C22DA-EF9C-4BF7-B19E-50E28DCB6DF5}" dt="2024-09-21T15:15:58.564" v="1675" actId="6549"/>
          <ac:spMkLst>
            <pc:docMk/>
            <pc:sldMk cId="1727666922" sldId="605"/>
            <ac:spMk id="2" creationId="{00000000-0000-0000-0000-000000000000}"/>
          </ac:spMkLst>
        </pc:spChg>
      </pc:sldChg>
      <pc:sldChg chg="modSp add mod">
        <pc:chgData name="强 李" userId="cd6c7ec7188785ae" providerId="LiveId" clId="{DE9C22DA-EF9C-4BF7-B19E-50E28DCB6DF5}" dt="2024-09-21T22:26:01.900" v="2396" actId="15"/>
        <pc:sldMkLst>
          <pc:docMk/>
          <pc:sldMk cId="4035781716" sldId="606"/>
        </pc:sldMkLst>
        <pc:spChg chg="mod">
          <ac:chgData name="强 李" userId="cd6c7ec7188785ae" providerId="LiveId" clId="{DE9C22DA-EF9C-4BF7-B19E-50E28DCB6DF5}" dt="2024-09-21T22:26:01.900" v="2396" actId="15"/>
          <ac:spMkLst>
            <pc:docMk/>
            <pc:sldMk cId="4035781716" sldId="606"/>
            <ac:spMk id="2" creationId="{00000000-0000-0000-0000-000000000000}"/>
          </ac:spMkLst>
        </pc:spChg>
      </pc:sldChg>
      <pc:sldChg chg="modSp add mod">
        <pc:chgData name="强 李" userId="cd6c7ec7188785ae" providerId="LiveId" clId="{DE9C22DA-EF9C-4BF7-B19E-50E28DCB6DF5}" dt="2024-09-21T15:25:51.965" v="2019" actId="6549"/>
        <pc:sldMkLst>
          <pc:docMk/>
          <pc:sldMk cId="562774613" sldId="607"/>
        </pc:sldMkLst>
        <pc:spChg chg="mod">
          <ac:chgData name="强 李" userId="cd6c7ec7188785ae" providerId="LiveId" clId="{DE9C22DA-EF9C-4BF7-B19E-50E28DCB6DF5}" dt="2024-09-21T15:25:51.965" v="2019" actId="6549"/>
          <ac:spMkLst>
            <pc:docMk/>
            <pc:sldMk cId="562774613" sldId="607"/>
            <ac:spMk id="2" creationId="{00000000-0000-0000-0000-000000000000}"/>
          </ac:spMkLst>
        </pc:spChg>
      </pc:sldChg>
      <pc:sldChg chg="addSp delSp modSp add mod setBg modClrScheme chgLayout">
        <pc:chgData name="强 李" userId="cd6c7ec7188785ae" providerId="LiveId" clId="{DE9C22DA-EF9C-4BF7-B19E-50E28DCB6DF5}" dt="2024-09-21T23:32:27.763" v="2412"/>
        <pc:sldMkLst>
          <pc:docMk/>
          <pc:sldMk cId="1301125905" sldId="608"/>
        </pc:sldMkLst>
        <pc:spChg chg="mod">
          <ac:chgData name="强 李" userId="cd6c7ec7188785ae" providerId="LiveId" clId="{DE9C22DA-EF9C-4BF7-B19E-50E28DCB6DF5}" dt="2024-09-21T23:32:27.763" v="2412"/>
          <ac:spMkLst>
            <pc:docMk/>
            <pc:sldMk cId="1301125905" sldId="608"/>
            <ac:spMk id="2" creationId="{00000000-0000-0000-0000-000000000000}"/>
          </ac:spMkLst>
        </pc:spChg>
        <pc:spChg chg="mod">
          <ac:chgData name="强 李" userId="cd6c7ec7188785ae" providerId="LiveId" clId="{DE9C22DA-EF9C-4BF7-B19E-50E28DCB6DF5}" dt="2024-09-21T15:32:33.672" v="2231" actId="26606"/>
          <ac:spMkLst>
            <pc:docMk/>
            <pc:sldMk cId="1301125905" sldId="608"/>
            <ac:spMk id="18" creationId="{00000000-0000-0000-0000-000000000000}"/>
          </ac:spMkLst>
        </pc:spChg>
        <pc:spChg chg="add del">
          <ac:chgData name="强 李" userId="cd6c7ec7188785ae" providerId="LiveId" clId="{DE9C22DA-EF9C-4BF7-B19E-50E28DCB6DF5}" dt="2024-09-21T15:32:19.472" v="2216" actId="26606"/>
          <ac:spMkLst>
            <pc:docMk/>
            <pc:sldMk cId="1301125905" sldId="608"/>
            <ac:spMk id="23" creationId="{777A147A-9ED8-46B4-8660-1B3C2AA880B5}"/>
          </ac:spMkLst>
        </pc:spChg>
        <pc:spChg chg="add del">
          <ac:chgData name="强 李" userId="cd6c7ec7188785ae" providerId="LiveId" clId="{DE9C22DA-EF9C-4BF7-B19E-50E28DCB6DF5}" dt="2024-09-21T15:32:19.472" v="2216" actId="26606"/>
          <ac:spMkLst>
            <pc:docMk/>
            <pc:sldMk cId="1301125905" sldId="608"/>
            <ac:spMk id="25" creationId="{5D6C15A0-C087-4593-8414-2B4EC1CDC3DE}"/>
          </ac:spMkLst>
        </pc:spChg>
        <pc:spChg chg="add del">
          <ac:chgData name="强 李" userId="cd6c7ec7188785ae" providerId="LiveId" clId="{DE9C22DA-EF9C-4BF7-B19E-50E28DCB6DF5}" dt="2024-09-21T15:32:20.534" v="2218" actId="26606"/>
          <ac:spMkLst>
            <pc:docMk/>
            <pc:sldMk cId="1301125905" sldId="608"/>
            <ac:spMk id="27" creationId="{081E4A58-353D-44AE-B2FC-2A74E2E400F7}"/>
          </ac:spMkLst>
        </pc:spChg>
        <pc:spChg chg="add del">
          <ac:chgData name="强 李" userId="cd6c7ec7188785ae" providerId="LiveId" clId="{DE9C22DA-EF9C-4BF7-B19E-50E28DCB6DF5}" dt="2024-09-21T15:32:20.534" v="2218" actId="26606"/>
          <ac:spMkLst>
            <pc:docMk/>
            <pc:sldMk cId="1301125905" sldId="608"/>
            <ac:spMk id="28" creationId="{1BB867FF-FC45-48F7-8104-F89BE54909F1}"/>
          </ac:spMkLst>
        </pc:spChg>
        <pc:spChg chg="add del">
          <ac:chgData name="强 李" userId="cd6c7ec7188785ae" providerId="LiveId" clId="{DE9C22DA-EF9C-4BF7-B19E-50E28DCB6DF5}" dt="2024-09-21T15:32:20.534" v="2218" actId="26606"/>
          <ac:spMkLst>
            <pc:docMk/>
            <pc:sldMk cId="1301125905" sldId="608"/>
            <ac:spMk id="29" creationId="{8BB56887-D0D5-4F0C-9E19-7247EB83C8B7}"/>
          </ac:spMkLst>
        </pc:spChg>
        <pc:spChg chg="add del">
          <ac:chgData name="强 李" userId="cd6c7ec7188785ae" providerId="LiveId" clId="{DE9C22DA-EF9C-4BF7-B19E-50E28DCB6DF5}" dt="2024-09-21T15:32:28.694" v="2220" actId="26606"/>
          <ac:spMkLst>
            <pc:docMk/>
            <pc:sldMk cId="1301125905" sldId="608"/>
            <ac:spMk id="31" creationId="{081EA652-8C6A-4E69-BEB9-170809474553}"/>
          </ac:spMkLst>
        </pc:spChg>
        <pc:spChg chg="add del">
          <ac:chgData name="强 李" userId="cd6c7ec7188785ae" providerId="LiveId" clId="{DE9C22DA-EF9C-4BF7-B19E-50E28DCB6DF5}" dt="2024-09-21T15:32:28.694" v="2220" actId="26606"/>
          <ac:spMkLst>
            <pc:docMk/>
            <pc:sldMk cId="1301125905" sldId="608"/>
            <ac:spMk id="32" creationId="{5298780A-33B9-4EA2-8F67-DE68AD62841B}"/>
          </ac:spMkLst>
        </pc:spChg>
        <pc:spChg chg="add del">
          <ac:chgData name="强 李" userId="cd6c7ec7188785ae" providerId="LiveId" clId="{DE9C22DA-EF9C-4BF7-B19E-50E28DCB6DF5}" dt="2024-09-21T15:32:28.694" v="2220" actId="26606"/>
          <ac:spMkLst>
            <pc:docMk/>
            <pc:sldMk cId="1301125905" sldId="608"/>
            <ac:spMk id="33" creationId="{7F488E8B-4E1E-4402-8935-D4E6C02615C7}"/>
          </ac:spMkLst>
        </pc:spChg>
        <pc:spChg chg="add del">
          <ac:chgData name="强 李" userId="cd6c7ec7188785ae" providerId="LiveId" clId="{DE9C22DA-EF9C-4BF7-B19E-50E28DCB6DF5}" dt="2024-09-21T15:32:30.200" v="2222" actId="26606"/>
          <ac:spMkLst>
            <pc:docMk/>
            <pc:sldMk cId="1301125905" sldId="608"/>
            <ac:spMk id="35" creationId="{88853921-7BC9-4BDE-ACAB-133C683C82D6}"/>
          </ac:spMkLst>
        </pc:spChg>
        <pc:spChg chg="add del">
          <ac:chgData name="强 李" userId="cd6c7ec7188785ae" providerId="LiveId" clId="{DE9C22DA-EF9C-4BF7-B19E-50E28DCB6DF5}" dt="2024-09-21T15:32:30.200" v="2222" actId="26606"/>
          <ac:spMkLst>
            <pc:docMk/>
            <pc:sldMk cId="1301125905" sldId="608"/>
            <ac:spMk id="36" creationId="{F837543A-6020-4505-A233-C9DB4BF74011}"/>
          </ac:spMkLst>
        </pc:spChg>
        <pc:spChg chg="add del">
          <ac:chgData name="强 李" userId="cd6c7ec7188785ae" providerId="LiveId" clId="{DE9C22DA-EF9C-4BF7-B19E-50E28DCB6DF5}" dt="2024-09-21T15:32:30.200" v="2222" actId="26606"/>
          <ac:spMkLst>
            <pc:docMk/>
            <pc:sldMk cId="1301125905" sldId="608"/>
            <ac:spMk id="37" creationId="{09192968-3AE7-4470-A61C-97294BB92731}"/>
          </ac:spMkLst>
        </pc:spChg>
        <pc:spChg chg="add del">
          <ac:chgData name="强 李" userId="cd6c7ec7188785ae" providerId="LiveId" clId="{DE9C22DA-EF9C-4BF7-B19E-50E28DCB6DF5}" dt="2024-09-21T15:32:30.200" v="2222" actId="26606"/>
          <ac:spMkLst>
            <pc:docMk/>
            <pc:sldMk cId="1301125905" sldId="608"/>
            <ac:spMk id="38" creationId="{35B16301-FB18-48BA-A6DD-C37CAF6F9A18}"/>
          </ac:spMkLst>
        </pc:spChg>
        <pc:spChg chg="add del">
          <ac:chgData name="强 李" userId="cd6c7ec7188785ae" providerId="LiveId" clId="{DE9C22DA-EF9C-4BF7-B19E-50E28DCB6DF5}" dt="2024-09-21T15:32:30.200" v="2222" actId="26606"/>
          <ac:spMkLst>
            <pc:docMk/>
            <pc:sldMk cId="1301125905" sldId="608"/>
            <ac:spMk id="39" creationId="{3AB72E55-43E4-4356-BFE8-E2102CB0B505}"/>
          </ac:spMkLst>
        </pc:spChg>
        <pc:spChg chg="add del">
          <ac:chgData name="强 李" userId="cd6c7ec7188785ae" providerId="LiveId" clId="{DE9C22DA-EF9C-4BF7-B19E-50E28DCB6DF5}" dt="2024-09-21T15:32:30.200" v="2222" actId="26606"/>
          <ac:spMkLst>
            <pc:docMk/>
            <pc:sldMk cId="1301125905" sldId="608"/>
            <ac:spMk id="40" creationId="{C3C0D90E-074A-4F52-9B11-B52BEF4BCBE5}"/>
          </ac:spMkLst>
        </pc:spChg>
        <pc:spChg chg="add del">
          <ac:chgData name="强 李" userId="cd6c7ec7188785ae" providerId="LiveId" clId="{DE9C22DA-EF9C-4BF7-B19E-50E28DCB6DF5}" dt="2024-09-21T15:32:30.200" v="2222" actId="26606"/>
          <ac:spMkLst>
            <pc:docMk/>
            <pc:sldMk cId="1301125905" sldId="608"/>
            <ac:spMk id="41" creationId="{CABBD4C1-E6F8-46F6-8152-A8A97490BF4D}"/>
          </ac:spMkLst>
        </pc:spChg>
        <pc:spChg chg="add del">
          <ac:chgData name="强 李" userId="cd6c7ec7188785ae" providerId="LiveId" clId="{DE9C22DA-EF9C-4BF7-B19E-50E28DCB6DF5}" dt="2024-09-21T15:32:30.200" v="2222" actId="26606"/>
          <ac:spMkLst>
            <pc:docMk/>
            <pc:sldMk cId="1301125905" sldId="608"/>
            <ac:spMk id="42" creationId="{83BA5EF5-1FE9-4BF9-83BB-269BCDDF6156}"/>
          </ac:spMkLst>
        </pc:spChg>
        <pc:spChg chg="add del">
          <ac:chgData name="强 李" userId="cd6c7ec7188785ae" providerId="LiveId" clId="{DE9C22DA-EF9C-4BF7-B19E-50E28DCB6DF5}" dt="2024-09-21T15:32:30.607" v="2224" actId="26606"/>
          <ac:spMkLst>
            <pc:docMk/>
            <pc:sldMk cId="1301125905" sldId="608"/>
            <ac:spMk id="45" creationId="{09588DA8-065E-4F6F-8EFD-43104AB2E0CF}"/>
          </ac:spMkLst>
        </pc:spChg>
        <pc:spChg chg="add del">
          <ac:chgData name="强 李" userId="cd6c7ec7188785ae" providerId="LiveId" clId="{DE9C22DA-EF9C-4BF7-B19E-50E28DCB6DF5}" dt="2024-09-21T15:32:30.607" v="2224" actId="26606"/>
          <ac:spMkLst>
            <pc:docMk/>
            <pc:sldMk cId="1301125905" sldId="608"/>
            <ac:spMk id="46" creationId="{C4285719-470E-454C-AF62-8323075F1F5B}"/>
          </ac:spMkLst>
        </pc:spChg>
        <pc:spChg chg="add del">
          <ac:chgData name="强 李" userId="cd6c7ec7188785ae" providerId="LiveId" clId="{DE9C22DA-EF9C-4BF7-B19E-50E28DCB6DF5}" dt="2024-09-21T15:32:30.607" v="2224" actId="26606"/>
          <ac:spMkLst>
            <pc:docMk/>
            <pc:sldMk cId="1301125905" sldId="608"/>
            <ac:spMk id="47" creationId="{CD9FE4EF-C4D8-49A0-B2FF-81D8DB7D8A24}"/>
          </ac:spMkLst>
        </pc:spChg>
        <pc:spChg chg="add del">
          <ac:chgData name="强 李" userId="cd6c7ec7188785ae" providerId="LiveId" clId="{DE9C22DA-EF9C-4BF7-B19E-50E28DCB6DF5}" dt="2024-09-21T15:32:30.607" v="2224" actId="26606"/>
          <ac:spMkLst>
            <pc:docMk/>
            <pc:sldMk cId="1301125905" sldId="608"/>
            <ac:spMk id="48" creationId="{4300840D-0A0B-4512-BACA-B439D5B9C57C}"/>
          </ac:spMkLst>
        </pc:spChg>
        <pc:spChg chg="add del">
          <ac:chgData name="强 李" userId="cd6c7ec7188785ae" providerId="LiveId" clId="{DE9C22DA-EF9C-4BF7-B19E-50E28DCB6DF5}" dt="2024-09-21T15:32:30.607" v="2224" actId="26606"/>
          <ac:spMkLst>
            <pc:docMk/>
            <pc:sldMk cId="1301125905" sldId="608"/>
            <ac:spMk id="49" creationId="{D2B78728-A580-49A7-84F9-6EF6F583ADE0}"/>
          </ac:spMkLst>
        </pc:spChg>
        <pc:spChg chg="add del">
          <ac:chgData name="强 李" userId="cd6c7ec7188785ae" providerId="LiveId" clId="{DE9C22DA-EF9C-4BF7-B19E-50E28DCB6DF5}" dt="2024-09-21T15:32:30.607" v="2224" actId="26606"/>
          <ac:spMkLst>
            <pc:docMk/>
            <pc:sldMk cId="1301125905" sldId="608"/>
            <ac:spMk id="50" creationId="{38FAA1A1-D861-433F-88FA-1E9D6FD31D11}"/>
          </ac:spMkLst>
        </pc:spChg>
        <pc:spChg chg="add del">
          <ac:chgData name="强 李" userId="cd6c7ec7188785ae" providerId="LiveId" clId="{DE9C22DA-EF9C-4BF7-B19E-50E28DCB6DF5}" dt="2024-09-21T15:32:30.607" v="2224" actId="26606"/>
          <ac:spMkLst>
            <pc:docMk/>
            <pc:sldMk cId="1301125905" sldId="608"/>
            <ac:spMk id="51" creationId="{8D71EDA1-87BF-4D5D-AB79-F346FD19278A}"/>
          </ac:spMkLst>
        </pc:spChg>
        <pc:spChg chg="add del">
          <ac:chgData name="强 李" userId="cd6c7ec7188785ae" providerId="LiveId" clId="{DE9C22DA-EF9C-4BF7-B19E-50E28DCB6DF5}" dt="2024-09-21T15:32:31.584" v="2226" actId="26606"/>
          <ac:spMkLst>
            <pc:docMk/>
            <pc:sldMk cId="1301125905" sldId="608"/>
            <ac:spMk id="53" creationId="{907EF6B7-1338-4443-8C46-6A318D952DFD}"/>
          </ac:spMkLst>
        </pc:spChg>
        <pc:spChg chg="add del">
          <ac:chgData name="强 李" userId="cd6c7ec7188785ae" providerId="LiveId" clId="{DE9C22DA-EF9C-4BF7-B19E-50E28DCB6DF5}" dt="2024-09-21T15:32:31.584" v="2226" actId="26606"/>
          <ac:spMkLst>
            <pc:docMk/>
            <pc:sldMk cId="1301125905" sldId="608"/>
            <ac:spMk id="54" creationId="{DAAE4CDD-124C-4DCF-9584-B6033B545DD5}"/>
          </ac:spMkLst>
        </pc:spChg>
        <pc:spChg chg="add del">
          <ac:chgData name="强 李" userId="cd6c7ec7188785ae" providerId="LiveId" clId="{DE9C22DA-EF9C-4BF7-B19E-50E28DCB6DF5}" dt="2024-09-21T15:32:31.584" v="2226" actId="26606"/>
          <ac:spMkLst>
            <pc:docMk/>
            <pc:sldMk cId="1301125905" sldId="608"/>
            <ac:spMk id="55" creationId="{081E4A58-353D-44AE-B2FC-2A74E2E400F7}"/>
          </ac:spMkLst>
        </pc:spChg>
        <pc:spChg chg="add del">
          <ac:chgData name="强 李" userId="cd6c7ec7188785ae" providerId="LiveId" clId="{DE9C22DA-EF9C-4BF7-B19E-50E28DCB6DF5}" dt="2024-09-21T15:32:31.985" v="2228" actId="26606"/>
          <ac:spMkLst>
            <pc:docMk/>
            <pc:sldMk cId="1301125905" sldId="608"/>
            <ac:spMk id="57" creationId="{F837543A-6020-4505-A233-C9DB4BF74011}"/>
          </ac:spMkLst>
        </pc:spChg>
        <pc:spChg chg="add del">
          <ac:chgData name="强 李" userId="cd6c7ec7188785ae" providerId="LiveId" clId="{DE9C22DA-EF9C-4BF7-B19E-50E28DCB6DF5}" dt="2024-09-21T15:32:31.985" v="2228" actId="26606"/>
          <ac:spMkLst>
            <pc:docMk/>
            <pc:sldMk cId="1301125905" sldId="608"/>
            <ac:spMk id="58" creationId="{35B16301-FB18-48BA-A6DD-C37CAF6F9A18}"/>
          </ac:spMkLst>
        </pc:spChg>
        <pc:spChg chg="add del">
          <ac:chgData name="强 李" userId="cd6c7ec7188785ae" providerId="LiveId" clId="{DE9C22DA-EF9C-4BF7-B19E-50E28DCB6DF5}" dt="2024-09-21T15:32:31.985" v="2228" actId="26606"/>
          <ac:spMkLst>
            <pc:docMk/>
            <pc:sldMk cId="1301125905" sldId="608"/>
            <ac:spMk id="59" creationId="{C3C0D90E-074A-4F52-9B11-B52BEF4BCBE5}"/>
          </ac:spMkLst>
        </pc:spChg>
        <pc:spChg chg="add del">
          <ac:chgData name="强 李" userId="cd6c7ec7188785ae" providerId="LiveId" clId="{DE9C22DA-EF9C-4BF7-B19E-50E28DCB6DF5}" dt="2024-09-21T15:32:31.985" v="2228" actId="26606"/>
          <ac:spMkLst>
            <pc:docMk/>
            <pc:sldMk cId="1301125905" sldId="608"/>
            <ac:spMk id="60" creationId="{CABBD4C1-E6F8-46F6-8152-A8A97490BF4D}"/>
          </ac:spMkLst>
        </pc:spChg>
        <pc:spChg chg="add del">
          <ac:chgData name="强 李" userId="cd6c7ec7188785ae" providerId="LiveId" clId="{DE9C22DA-EF9C-4BF7-B19E-50E28DCB6DF5}" dt="2024-09-21T15:32:31.985" v="2228" actId="26606"/>
          <ac:spMkLst>
            <pc:docMk/>
            <pc:sldMk cId="1301125905" sldId="608"/>
            <ac:spMk id="61" creationId="{83BA5EF5-1FE9-4BF9-83BB-269BCDDF6156}"/>
          </ac:spMkLst>
        </pc:spChg>
        <pc:spChg chg="add del">
          <ac:chgData name="强 李" userId="cd6c7ec7188785ae" providerId="LiveId" clId="{DE9C22DA-EF9C-4BF7-B19E-50E28DCB6DF5}" dt="2024-09-21T15:32:31.985" v="2228" actId="26606"/>
          <ac:spMkLst>
            <pc:docMk/>
            <pc:sldMk cId="1301125905" sldId="608"/>
            <ac:spMk id="63" creationId="{88853921-7BC9-4BDE-ACAB-133C683C82D6}"/>
          </ac:spMkLst>
        </pc:spChg>
        <pc:spChg chg="add del">
          <ac:chgData name="强 李" userId="cd6c7ec7188785ae" providerId="LiveId" clId="{DE9C22DA-EF9C-4BF7-B19E-50E28DCB6DF5}" dt="2024-09-21T15:32:31.985" v="2228" actId="26606"/>
          <ac:spMkLst>
            <pc:docMk/>
            <pc:sldMk cId="1301125905" sldId="608"/>
            <ac:spMk id="64" creationId="{09192968-3AE7-4470-A61C-97294BB92731}"/>
          </ac:spMkLst>
        </pc:spChg>
        <pc:spChg chg="add del">
          <ac:chgData name="强 李" userId="cd6c7ec7188785ae" providerId="LiveId" clId="{DE9C22DA-EF9C-4BF7-B19E-50E28DCB6DF5}" dt="2024-09-21T15:32:31.985" v="2228" actId="26606"/>
          <ac:spMkLst>
            <pc:docMk/>
            <pc:sldMk cId="1301125905" sldId="608"/>
            <ac:spMk id="65" creationId="{3AB72E55-43E4-4356-BFE8-E2102CB0B505}"/>
          </ac:spMkLst>
        </pc:spChg>
        <pc:spChg chg="add del">
          <ac:chgData name="强 李" userId="cd6c7ec7188785ae" providerId="LiveId" clId="{DE9C22DA-EF9C-4BF7-B19E-50E28DCB6DF5}" dt="2024-09-21T15:32:33.665" v="2230" actId="26606"/>
          <ac:spMkLst>
            <pc:docMk/>
            <pc:sldMk cId="1301125905" sldId="608"/>
            <ac:spMk id="67" creationId="{18873D23-2DCF-4B31-A009-95721C06E8E1}"/>
          </ac:spMkLst>
        </pc:spChg>
        <pc:spChg chg="add del">
          <ac:chgData name="强 李" userId="cd6c7ec7188785ae" providerId="LiveId" clId="{DE9C22DA-EF9C-4BF7-B19E-50E28DCB6DF5}" dt="2024-09-21T15:32:33.665" v="2230" actId="26606"/>
          <ac:spMkLst>
            <pc:docMk/>
            <pc:sldMk cId="1301125905" sldId="608"/>
            <ac:spMk id="68" creationId="{C13EF075-D4EF-4929-ADBC-91B27DA19955}"/>
          </ac:spMkLst>
        </pc:spChg>
        <pc:spChg chg="add">
          <ac:chgData name="强 李" userId="cd6c7ec7188785ae" providerId="LiveId" clId="{DE9C22DA-EF9C-4BF7-B19E-50E28DCB6DF5}" dt="2024-09-21T15:32:33.672" v="2231" actId="26606"/>
          <ac:spMkLst>
            <pc:docMk/>
            <pc:sldMk cId="1301125905" sldId="608"/>
            <ac:spMk id="74" creationId="{081EA652-8C6A-4E69-BEB9-170809474553}"/>
          </ac:spMkLst>
        </pc:spChg>
        <pc:spChg chg="add">
          <ac:chgData name="强 李" userId="cd6c7ec7188785ae" providerId="LiveId" clId="{DE9C22DA-EF9C-4BF7-B19E-50E28DCB6DF5}" dt="2024-09-21T15:32:33.672" v="2231" actId="26606"/>
          <ac:spMkLst>
            <pc:docMk/>
            <pc:sldMk cId="1301125905" sldId="608"/>
            <ac:spMk id="75" creationId="{5298780A-33B9-4EA2-8F67-DE68AD62841B}"/>
          </ac:spMkLst>
        </pc:spChg>
        <pc:spChg chg="add">
          <ac:chgData name="强 李" userId="cd6c7ec7188785ae" providerId="LiveId" clId="{DE9C22DA-EF9C-4BF7-B19E-50E28DCB6DF5}" dt="2024-09-21T15:32:33.672" v="2231" actId="26606"/>
          <ac:spMkLst>
            <pc:docMk/>
            <pc:sldMk cId="1301125905" sldId="608"/>
            <ac:spMk id="76" creationId="{7F488E8B-4E1E-4402-8935-D4E6C02615C7}"/>
          </ac:spMkLst>
        </pc:spChg>
        <pc:grpChg chg="add del">
          <ac:chgData name="强 李" userId="cd6c7ec7188785ae" providerId="LiveId" clId="{DE9C22DA-EF9C-4BF7-B19E-50E28DCB6DF5}" dt="2024-09-21T15:32:33.665" v="2230" actId="26606"/>
          <ac:grpSpMkLst>
            <pc:docMk/>
            <pc:sldMk cId="1301125905" sldId="608"/>
            <ac:grpSpMk id="69" creationId="{DAA26DFA-AAB2-4973-9C17-16D587C7B198}"/>
          </ac:grpSpMkLst>
        </pc:grpChg>
        <pc:cxnChg chg="add del">
          <ac:chgData name="强 李" userId="cd6c7ec7188785ae" providerId="LiveId" clId="{DE9C22DA-EF9C-4BF7-B19E-50E28DCB6DF5}" dt="2024-09-21T15:32:28.694" v="2220" actId="26606"/>
          <ac:cxnSpMkLst>
            <pc:docMk/>
            <pc:sldMk cId="1301125905" sldId="608"/>
            <ac:cxnSpMk id="34" creationId="{23AAC9B5-8015-485C-ACF9-A750390E9A56}"/>
          </ac:cxnSpMkLst>
        </pc:cxnChg>
        <pc:cxnChg chg="add del">
          <ac:chgData name="强 李" userId="cd6c7ec7188785ae" providerId="LiveId" clId="{DE9C22DA-EF9C-4BF7-B19E-50E28DCB6DF5}" dt="2024-09-21T15:32:30.200" v="2222" actId="26606"/>
          <ac:cxnSpMkLst>
            <pc:docMk/>
            <pc:sldMk cId="1301125905" sldId="608"/>
            <ac:cxnSpMk id="43" creationId="{4B3BCACB-5880-460B-9606-8C433A9AF99D}"/>
          </ac:cxnSpMkLst>
        </pc:cxnChg>
        <pc:cxnChg chg="add del">
          <ac:chgData name="强 李" userId="cd6c7ec7188785ae" providerId="LiveId" clId="{DE9C22DA-EF9C-4BF7-B19E-50E28DCB6DF5}" dt="2024-09-21T15:32:31.985" v="2228" actId="26606"/>
          <ac:cxnSpMkLst>
            <pc:docMk/>
            <pc:sldMk cId="1301125905" sldId="608"/>
            <ac:cxnSpMk id="62" creationId="{4B3BCACB-5880-460B-9606-8C433A9AF99D}"/>
          </ac:cxnSpMkLst>
        </pc:cxnChg>
        <pc:cxnChg chg="add">
          <ac:chgData name="强 李" userId="cd6c7ec7188785ae" providerId="LiveId" clId="{DE9C22DA-EF9C-4BF7-B19E-50E28DCB6DF5}" dt="2024-09-21T15:32:33.672" v="2231" actId="26606"/>
          <ac:cxnSpMkLst>
            <pc:docMk/>
            <pc:sldMk cId="1301125905" sldId="608"/>
            <ac:cxnSpMk id="77" creationId="{23AAC9B5-8015-485C-ACF9-A750390E9A56}"/>
          </ac:cxnSpMkLst>
        </pc:cxnChg>
      </pc:sldChg>
    </pc:docChg>
  </pc:docChgLst>
  <pc:docChgLst>
    <pc:chgData name="强 李" userId="cd6c7ec7188785ae" providerId="LiveId" clId="{B66338D9-4727-4FA1-A32F-D75940F3AAAB}"/>
    <pc:docChg chg="modSld">
      <pc:chgData name="强 李" userId="cd6c7ec7188785ae" providerId="LiveId" clId="{B66338D9-4727-4FA1-A32F-D75940F3AAAB}" dt="2023-04-15T21:56:53.423" v="1" actId="108"/>
      <pc:docMkLst>
        <pc:docMk/>
      </pc:docMkLst>
    </pc:docChg>
  </pc:docChgLst>
  <pc:docChgLst>
    <pc:chgData name="强 李" userId="cd6c7ec7188785ae" providerId="LiveId" clId="{B6154CA8-8C72-45D2-BE76-D4B6167EDC87}"/>
    <pc:docChg chg="modSld sldOrd">
      <pc:chgData name="强 李" userId="cd6c7ec7188785ae" providerId="LiveId" clId="{B6154CA8-8C72-45D2-BE76-D4B6167EDC87}" dt="2023-03-18T21:53:03.774" v="74"/>
      <pc:docMkLst>
        <pc:docMk/>
      </pc:docMkLst>
      <pc:sldChg chg="modSp mod">
        <pc:chgData name="强 李" userId="cd6c7ec7188785ae" providerId="LiveId" clId="{B6154CA8-8C72-45D2-BE76-D4B6167EDC87}" dt="2023-03-18T21:53:03.774" v="74"/>
        <pc:sldMkLst>
          <pc:docMk/>
          <pc:sldMk cId="188333421" sldId="541"/>
        </pc:sldMkLst>
        <pc:spChg chg="mod">
          <ac:chgData name="强 李" userId="cd6c7ec7188785ae" providerId="LiveId" clId="{B6154CA8-8C72-45D2-BE76-D4B6167EDC87}" dt="2023-03-18T21:53:03.774" v="74"/>
          <ac:spMkLst>
            <pc:docMk/>
            <pc:sldMk cId="188333421" sldId="541"/>
            <ac:spMk id="18" creationId="{00000000-0000-0000-0000-000000000000}"/>
          </ac:spMkLst>
        </pc:spChg>
      </pc:sldChg>
      <pc:sldChg chg="modSp mod">
        <pc:chgData name="强 李" userId="cd6c7ec7188785ae" providerId="LiveId" clId="{B6154CA8-8C72-45D2-BE76-D4B6167EDC87}" dt="2023-03-18T21:49:01.243" v="19"/>
        <pc:sldMkLst>
          <pc:docMk/>
          <pc:sldMk cId="3692116085" sldId="555"/>
        </pc:sldMkLst>
        <pc:spChg chg="mod">
          <ac:chgData name="强 李" userId="cd6c7ec7188785ae" providerId="LiveId" clId="{B6154CA8-8C72-45D2-BE76-D4B6167EDC87}" dt="2023-03-18T21:49:01.243" v="19"/>
          <ac:spMkLst>
            <pc:docMk/>
            <pc:sldMk cId="3692116085" sldId="555"/>
            <ac:spMk id="2" creationId="{00000000-0000-0000-0000-000000000000}"/>
          </ac:spMkLst>
        </pc:spChg>
      </pc:sldChg>
      <pc:sldChg chg="modSp mod">
        <pc:chgData name="强 李" userId="cd6c7ec7188785ae" providerId="LiveId" clId="{B6154CA8-8C72-45D2-BE76-D4B6167EDC87}" dt="2023-03-18T21:52:46.950" v="70" actId="20577"/>
        <pc:sldMkLst>
          <pc:docMk/>
          <pc:sldMk cId="996529028" sldId="556"/>
        </pc:sldMkLst>
        <pc:spChg chg="mod">
          <ac:chgData name="强 李" userId="cd6c7ec7188785ae" providerId="LiveId" clId="{B6154CA8-8C72-45D2-BE76-D4B6167EDC87}" dt="2023-03-18T21:52:46.950" v="70" actId="20577"/>
          <ac:spMkLst>
            <pc:docMk/>
            <pc:sldMk cId="996529028" sldId="556"/>
            <ac:spMk id="2" creationId="{00000000-0000-0000-0000-000000000000}"/>
          </ac:spMkLst>
        </pc:spChg>
        <pc:spChg chg="mod">
          <ac:chgData name="强 李" userId="cd6c7ec7188785ae" providerId="LiveId" clId="{B6154CA8-8C72-45D2-BE76-D4B6167EDC87}" dt="2023-03-18T21:51:22.206" v="22"/>
          <ac:spMkLst>
            <pc:docMk/>
            <pc:sldMk cId="996529028" sldId="556"/>
            <ac:spMk id="18" creationId="{00000000-0000-0000-0000-000000000000}"/>
          </ac:spMkLst>
        </pc:spChg>
      </pc:sldChg>
    </pc:docChg>
  </pc:docChgLst>
  <pc:docChgLst>
    <pc:chgData name="强 李" userId="cd6c7ec7188785ae" providerId="LiveId" clId="{87276778-7DB3-428F-B3B5-B40BFDCB90D5}"/>
    <pc:docChg chg="undo custSel addSld delSld modSld sldOrd">
      <pc:chgData name="强 李" userId="cd6c7ec7188785ae" providerId="LiveId" clId="{87276778-7DB3-428F-B3B5-B40BFDCB90D5}" dt="2023-10-28T23:49:49.860" v="2175" actId="20577"/>
      <pc:docMkLst>
        <pc:docMk/>
      </pc:docMkLst>
      <pc:sldChg chg="del">
        <pc:chgData name="强 李" userId="cd6c7ec7188785ae" providerId="LiveId" clId="{87276778-7DB3-428F-B3B5-B40BFDCB90D5}" dt="2023-10-28T22:41:54.400" v="901" actId="47"/>
        <pc:sldMkLst>
          <pc:docMk/>
          <pc:sldMk cId="377519088" sldId="563"/>
        </pc:sldMkLst>
      </pc:sldChg>
      <pc:sldChg chg="modSp mod delCm">
        <pc:chgData name="强 李" userId="cd6c7ec7188785ae" providerId="LiveId" clId="{87276778-7DB3-428F-B3B5-B40BFDCB90D5}" dt="2023-10-28T22:39:59.069" v="861" actId="108"/>
        <pc:sldMkLst>
          <pc:docMk/>
          <pc:sldMk cId="159884778" sldId="574"/>
        </pc:sldMkLst>
        <pc:spChg chg="mod">
          <ac:chgData name="强 李" userId="cd6c7ec7188785ae" providerId="LiveId" clId="{87276778-7DB3-428F-B3B5-B40BFDCB90D5}" dt="2023-10-28T22:39:59.069" v="861" actId="108"/>
          <ac:spMkLst>
            <pc:docMk/>
            <pc:sldMk cId="159884778" sldId="574"/>
            <ac:spMk id="2" creationId="{00000000-0000-0000-0000-000000000000}"/>
          </ac:spMkLst>
        </pc:spChg>
        <pc:spChg chg="mod">
          <ac:chgData name="强 李" userId="cd6c7ec7188785ae" providerId="LiveId" clId="{87276778-7DB3-428F-B3B5-B40BFDCB90D5}" dt="2023-10-28T22:17:36.410" v="483" actId="14100"/>
          <ac:spMkLst>
            <pc:docMk/>
            <pc:sldMk cId="159884778" sldId="574"/>
            <ac:spMk id="18" creationId="{00000000-0000-0000-0000-000000000000}"/>
          </ac:spMkLst>
        </pc:spChg>
        <pc:extLst>
          <p:ext xmlns:p="http://schemas.openxmlformats.org/presentationml/2006/main" uri="{D6D511B9-2390-475A-947B-AFAB55BFBCF1}">
            <pc226:cmChg xmlns:pc226="http://schemas.microsoft.com/office/powerpoint/2022/06/main/command" chg="del">
              <pc226:chgData name="强 李" userId="cd6c7ec7188785ae" providerId="LiveId" clId="{87276778-7DB3-428F-B3B5-B40BFDCB90D5}" dt="2023-10-28T22:16:46.947" v="473"/>
              <pc2:cmMkLst xmlns:pc2="http://schemas.microsoft.com/office/powerpoint/2019/9/main/command">
                <pc:docMk/>
                <pc:sldMk cId="159884778" sldId="574"/>
                <pc2:cmMk id="{49F27449-9C59-4030-BC86-B1BEB531CBBD}"/>
              </pc2:cmMkLst>
            </pc226:cmChg>
          </p:ext>
        </pc:extLst>
      </pc:sldChg>
      <pc:sldChg chg="del">
        <pc:chgData name="强 李" userId="cd6c7ec7188785ae" providerId="LiveId" clId="{87276778-7DB3-428F-B3B5-B40BFDCB90D5}" dt="2023-10-28T22:41:54.400" v="901" actId="47"/>
        <pc:sldMkLst>
          <pc:docMk/>
          <pc:sldMk cId="3225081264" sldId="575"/>
        </pc:sldMkLst>
      </pc:sldChg>
      <pc:sldChg chg="del">
        <pc:chgData name="强 李" userId="cd6c7ec7188785ae" providerId="LiveId" clId="{87276778-7DB3-428F-B3B5-B40BFDCB90D5}" dt="2023-10-28T22:41:54.400" v="901" actId="47"/>
        <pc:sldMkLst>
          <pc:docMk/>
          <pc:sldMk cId="285165969" sldId="577"/>
        </pc:sldMkLst>
      </pc:sldChg>
      <pc:sldChg chg="del">
        <pc:chgData name="强 李" userId="cd6c7ec7188785ae" providerId="LiveId" clId="{87276778-7DB3-428F-B3B5-B40BFDCB90D5}" dt="2023-10-28T22:41:54.400" v="901" actId="47"/>
        <pc:sldMkLst>
          <pc:docMk/>
          <pc:sldMk cId="3107274554" sldId="578"/>
        </pc:sldMkLst>
      </pc:sldChg>
      <pc:sldChg chg="del">
        <pc:chgData name="强 李" userId="cd6c7ec7188785ae" providerId="LiveId" clId="{87276778-7DB3-428F-B3B5-B40BFDCB90D5}" dt="2023-10-28T22:41:54.400" v="901" actId="47"/>
        <pc:sldMkLst>
          <pc:docMk/>
          <pc:sldMk cId="3941516956" sldId="579"/>
        </pc:sldMkLst>
      </pc:sldChg>
      <pc:sldChg chg="del">
        <pc:chgData name="强 李" userId="cd6c7ec7188785ae" providerId="LiveId" clId="{87276778-7DB3-428F-B3B5-B40BFDCB90D5}" dt="2023-10-28T22:41:54.400" v="901" actId="47"/>
        <pc:sldMkLst>
          <pc:docMk/>
          <pc:sldMk cId="401985542" sldId="580"/>
        </pc:sldMkLst>
      </pc:sldChg>
      <pc:sldChg chg="del">
        <pc:chgData name="强 李" userId="cd6c7ec7188785ae" providerId="LiveId" clId="{87276778-7DB3-428F-B3B5-B40BFDCB90D5}" dt="2023-10-28T22:41:54.400" v="901" actId="47"/>
        <pc:sldMkLst>
          <pc:docMk/>
          <pc:sldMk cId="3652969572" sldId="581"/>
        </pc:sldMkLst>
      </pc:sldChg>
      <pc:sldChg chg="del">
        <pc:chgData name="强 李" userId="cd6c7ec7188785ae" providerId="LiveId" clId="{87276778-7DB3-428F-B3B5-B40BFDCB90D5}" dt="2023-10-28T22:41:54.400" v="901" actId="47"/>
        <pc:sldMkLst>
          <pc:docMk/>
          <pc:sldMk cId="1488126517" sldId="582"/>
        </pc:sldMkLst>
      </pc:sldChg>
      <pc:sldChg chg="del">
        <pc:chgData name="强 李" userId="cd6c7ec7188785ae" providerId="LiveId" clId="{87276778-7DB3-428F-B3B5-B40BFDCB90D5}" dt="2023-10-28T22:41:54.400" v="901" actId="47"/>
        <pc:sldMkLst>
          <pc:docMk/>
          <pc:sldMk cId="599750978" sldId="583"/>
        </pc:sldMkLst>
      </pc:sldChg>
      <pc:sldChg chg="del">
        <pc:chgData name="强 李" userId="cd6c7ec7188785ae" providerId="LiveId" clId="{87276778-7DB3-428F-B3B5-B40BFDCB90D5}" dt="2023-10-28T22:41:54.400" v="901" actId="47"/>
        <pc:sldMkLst>
          <pc:docMk/>
          <pc:sldMk cId="3883622925" sldId="584"/>
        </pc:sldMkLst>
      </pc:sldChg>
      <pc:sldChg chg="del">
        <pc:chgData name="强 李" userId="cd6c7ec7188785ae" providerId="LiveId" clId="{87276778-7DB3-428F-B3B5-B40BFDCB90D5}" dt="2023-10-28T22:41:54.400" v="901" actId="47"/>
        <pc:sldMkLst>
          <pc:docMk/>
          <pc:sldMk cId="2093064981" sldId="585"/>
        </pc:sldMkLst>
      </pc:sldChg>
      <pc:sldChg chg="del">
        <pc:chgData name="强 李" userId="cd6c7ec7188785ae" providerId="LiveId" clId="{87276778-7DB3-428F-B3B5-B40BFDCB90D5}" dt="2023-10-28T22:41:54.400" v="901" actId="47"/>
        <pc:sldMkLst>
          <pc:docMk/>
          <pc:sldMk cId="4127907290" sldId="586"/>
        </pc:sldMkLst>
      </pc:sldChg>
      <pc:sldChg chg="modSp add mod ord">
        <pc:chgData name="强 李" userId="cd6c7ec7188785ae" providerId="LiveId" clId="{87276778-7DB3-428F-B3B5-B40BFDCB90D5}" dt="2023-10-28T22:24:25.019" v="584"/>
        <pc:sldMkLst>
          <pc:docMk/>
          <pc:sldMk cId="3921434846" sldId="587"/>
        </pc:sldMkLst>
        <pc:spChg chg="mod">
          <ac:chgData name="强 李" userId="cd6c7ec7188785ae" providerId="LiveId" clId="{87276778-7DB3-428F-B3B5-B40BFDCB90D5}" dt="2023-10-28T22:24:17.755" v="582" actId="113"/>
          <ac:spMkLst>
            <pc:docMk/>
            <pc:sldMk cId="3921434846" sldId="587"/>
            <ac:spMk id="2" creationId="{00000000-0000-0000-0000-000000000000}"/>
          </ac:spMkLst>
        </pc:spChg>
      </pc:sldChg>
      <pc:sldChg chg="modSp add mod">
        <pc:chgData name="强 李" userId="cd6c7ec7188785ae" providerId="LiveId" clId="{87276778-7DB3-428F-B3B5-B40BFDCB90D5}" dt="2023-10-28T22:51:56.788" v="1093" actId="403"/>
        <pc:sldMkLst>
          <pc:docMk/>
          <pc:sldMk cId="2648053192" sldId="588"/>
        </pc:sldMkLst>
        <pc:spChg chg="mod">
          <ac:chgData name="强 李" userId="cd6c7ec7188785ae" providerId="LiveId" clId="{87276778-7DB3-428F-B3B5-B40BFDCB90D5}" dt="2023-10-28T22:51:56.788" v="1093" actId="403"/>
          <ac:spMkLst>
            <pc:docMk/>
            <pc:sldMk cId="2648053192" sldId="588"/>
            <ac:spMk id="2" creationId="{00000000-0000-0000-0000-000000000000}"/>
          </ac:spMkLst>
        </pc:spChg>
      </pc:sldChg>
      <pc:sldChg chg="modSp add mod">
        <pc:chgData name="强 李" userId="cd6c7ec7188785ae" providerId="LiveId" clId="{87276778-7DB3-428F-B3B5-B40BFDCB90D5}" dt="2023-10-28T23:19:23.027" v="1317" actId="20577"/>
        <pc:sldMkLst>
          <pc:docMk/>
          <pc:sldMk cId="534191096" sldId="589"/>
        </pc:sldMkLst>
        <pc:spChg chg="mod">
          <ac:chgData name="强 李" userId="cd6c7ec7188785ae" providerId="LiveId" clId="{87276778-7DB3-428F-B3B5-B40BFDCB90D5}" dt="2023-10-28T23:19:23.027" v="1317" actId="20577"/>
          <ac:spMkLst>
            <pc:docMk/>
            <pc:sldMk cId="534191096" sldId="589"/>
            <ac:spMk id="2" creationId="{00000000-0000-0000-0000-000000000000}"/>
          </ac:spMkLst>
        </pc:spChg>
        <pc:spChg chg="mod">
          <ac:chgData name="强 李" userId="cd6c7ec7188785ae" providerId="LiveId" clId="{87276778-7DB3-428F-B3B5-B40BFDCB90D5}" dt="2023-10-28T22:50:23.509" v="1088"/>
          <ac:spMkLst>
            <pc:docMk/>
            <pc:sldMk cId="534191096" sldId="589"/>
            <ac:spMk id="18" creationId="{00000000-0000-0000-0000-000000000000}"/>
          </ac:spMkLst>
        </pc:spChg>
      </pc:sldChg>
      <pc:sldChg chg="modSp add mod">
        <pc:chgData name="强 李" userId="cd6c7ec7188785ae" providerId="LiveId" clId="{87276778-7DB3-428F-B3B5-B40BFDCB90D5}" dt="2023-10-28T23:39:49.848" v="1938" actId="948"/>
        <pc:sldMkLst>
          <pc:docMk/>
          <pc:sldMk cId="4207264488" sldId="590"/>
        </pc:sldMkLst>
        <pc:spChg chg="mod">
          <ac:chgData name="强 李" userId="cd6c7ec7188785ae" providerId="LiveId" clId="{87276778-7DB3-428F-B3B5-B40BFDCB90D5}" dt="2023-10-28T23:39:49.848" v="1938" actId="948"/>
          <ac:spMkLst>
            <pc:docMk/>
            <pc:sldMk cId="4207264488" sldId="590"/>
            <ac:spMk id="2" creationId="{00000000-0000-0000-0000-000000000000}"/>
          </ac:spMkLst>
        </pc:spChg>
      </pc:sldChg>
      <pc:sldChg chg="modSp add mod">
        <pc:chgData name="强 李" userId="cd6c7ec7188785ae" providerId="LiveId" clId="{87276778-7DB3-428F-B3B5-B40BFDCB90D5}" dt="2023-10-28T23:40:15.273" v="1940" actId="6549"/>
        <pc:sldMkLst>
          <pc:docMk/>
          <pc:sldMk cId="3491062220" sldId="591"/>
        </pc:sldMkLst>
        <pc:spChg chg="mod">
          <ac:chgData name="强 李" userId="cd6c7ec7188785ae" providerId="LiveId" clId="{87276778-7DB3-428F-B3B5-B40BFDCB90D5}" dt="2023-10-28T23:40:15.273" v="1940" actId="6549"/>
          <ac:spMkLst>
            <pc:docMk/>
            <pc:sldMk cId="3491062220" sldId="591"/>
            <ac:spMk id="2" creationId="{00000000-0000-0000-0000-000000000000}"/>
          </ac:spMkLst>
        </pc:spChg>
      </pc:sldChg>
      <pc:sldChg chg="modSp add mod">
        <pc:chgData name="强 李" userId="cd6c7ec7188785ae" providerId="LiveId" clId="{87276778-7DB3-428F-B3B5-B40BFDCB90D5}" dt="2023-10-28T23:46:15.313" v="2089"/>
        <pc:sldMkLst>
          <pc:docMk/>
          <pc:sldMk cId="4046377894" sldId="592"/>
        </pc:sldMkLst>
        <pc:spChg chg="mod">
          <ac:chgData name="强 李" userId="cd6c7ec7188785ae" providerId="LiveId" clId="{87276778-7DB3-428F-B3B5-B40BFDCB90D5}" dt="2023-10-28T23:46:15.313" v="2089"/>
          <ac:spMkLst>
            <pc:docMk/>
            <pc:sldMk cId="4046377894" sldId="592"/>
            <ac:spMk id="2" creationId="{00000000-0000-0000-0000-000000000000}"/>
          </ac:spMkLst>
        </pc:spChg>
      </pc:sldChg>
    </pc:docChg>
  </pc:docChgLst>
  <pc:docChgLst>
    <pc:chgData name="强 李" userId="cd6c7ec7188785ae" providerId="LiveId" clId="{CF935CA5-AC7E-4C06-84E8-D35EFB632B81}"/>
    <pc:docChg chg="undo custSel modSld">
      <pc:chgData name="强 李" userId="cd6c7ec7188785ae" providerId="LiveId" clId="{CF935CA5-AC7E-4C06-84E8-D35EFB632B81}" dt="2023-05-06T22:21:47.530" v="57" actId="20577"/>
      <pc:docMkLst>
        <pc:docMk/>
      </pc:docMkLst>
      <pc:sldChg chg="modSp mod">
        <pc:chgData name="强 李" userId="cd6c7ec7188785ae" providerId="LiveId" clId="{CF935CA5-AC7E-4C06-84E8-D35EFB632B81}" dt="2023-05-06T21:56:37.088" v="32"/>
        <pc:sldMkLst>
          <pc:docMk/>
          <pc:sldMk cId="188333421" sldId="541"/>
        </pc:sldMkLst>
        <pc:spChg chg="mod">
          <ac:chgData name="强 李" userId="cd6c7ec7188785ae" providerId="LiveId" clId="{CF935CA5-AC7E-4C06-84E8-D35EFB632B81}" dt="2023-05-06T21:56:37.088" v="32"/>
          <ac:spMkLst>
            <pc:docMk/>
            <pc:sldMk cId="188333421" sldId="541"/>
            <ac:spMk id="2" creationId="{00000000-0000-0000-0000-000000000000}"/>
          </ac:spMkLst>
        </pc:spChg>
      </pc:sldChg>
      <pc:sldChg chg="modSp mod">
        <pc:chgData name="强 李" userId="cd6c7ec7188785ae" providerId="LiveId" clId="{CF935CA5-AC7E-4C06-84E8-D35EFB632B81}" dt="2023-05-06T22:21:47.530" v="57" actId="20577"/>
        <pc:sldMkLst>
          <pc:docMk/>
          <pc:sldMk cId="1236072088" sldId="546"/>
        </pc:sldMkLst>
        <pc:spChg chg="mod">
          <ac:chgData name="强 李" userId="cd6c7ec7188785ae" providerId="LiveId" clId="{CF935CA5-AC7E-4C06-84E8-D35EFB632B81}" dt="2023-05-06T22:21:47.530" v="57" actId="20577"/>
          <ac:spMkLst>
            <pc:docMk/>
            <pc:sldMk cId="1236072088" sldId="546"/>
            <ac:spMk id="2" creationId="{00000000-0000-0000-0000-000000000000}"/>
          </ac:spMkLst>
        </pc:spChg>
      </pc:sldChg>
      <pc:sldChg chg="modSp mod">
        <pc:chgData name="强 李" userId="cd6c7ec7188785ae" providerId="LiveId" clId="{CF935CA5-AC7E-4C06-84E8-D35EFB632B81}" dt="2023-05-06T20:50:44.492" v="22" actId="113"/>
        <pc:sldMkLst>
          <pc:docMk/>
          <pc:sldMk cId="530530540" sldId="553"/>
        </pc:sldMkLst>
        <pc:spChg chg="mod">
          <ac:chgData name="强 李" userId="cd6c7ec7188785ae" providerId="LiveId" clId="{CF935CA5-AC7E-4C06-84E8-D35EFB632B81}" dt="2023-05-06T20:50:44.492" v="22" actId="113"/>
          <ac:spMkLst>
            <pc:docMk/>
            <pc:sldMk cId="530530540" sldId="553"/>
            <ac:spMk id="2" creationId="{00000000-0000-0000-0000-000000000000}"/>
          </ac:spMkLst>
        </pc:spChg>
      </pc:sldChg>
      <pc:sldChg chg="modSp">
        <pc:chgData name="强 李" userId="cd6c7ec7188785ae" providerId="LiveId" clId="{CF935CA5-AC7E-4C06-84E8-D35EFB632B81}" dt="2023-05-06T20:46:53.362" v="1"/>
        <pc:sldMkLst>
          <pc:docMk/>
          <pc:sldMk cId="3418790839" sldId="554"/>
        </pc:sldMkLst>
        <pc:graphicFrameChg chg="mod">
          <ac:chgData name="强 李" userId="cd6c7ec7188785ae" providerId="LiveId" clId="{CF935CA5-AC7E-4C06-84E8-D35EFB632B81}" dt="2023-05-06T20:46:53.362" v="1"/>
          <ac:graphicFrameMkLst>
            <pc:docMk/>
            <pc:sldMk cId="3418790839" sldId="554"/>
            <ac:graphicFrameMk id="3" creationId="{834FEE26-B6D8-F604-DE97-236834A9A579}"/>
          </ac:graphicFrameMkLst>
        </pc:graphicFrameChg>
      </pc:sldChg>
      <pc:sldChg chg="modSp mod">
        <pc:chgData name="强 李" userId="cd6c7ec7188785ae" providerId="LiveId" clId="{CF935CA5-AC7E-4C06-84E8-D35EFB632B81}" dt="2023-05-06T21:07:00.005" v="26" actId="108"/>
        <pc:sldMkLst>
          <pc:docMk/>
          <pc:sldMk cId="3692116085" sldId="555"/>
        </pc:sldMkLst>
        <pc:spChg chg="mod">
          <ac:chgData name="强 李" userId="cd6c7ec7188785ae" providerId="LiveId" clId="{CF935CA5-AC7E-4C06-84E8-D35EFB632B81}" dt="2023-05-06T21:07:00.005" v="26" actId="108"/>
          <ac:spMkLst>
            <pc:docMk/>
            <pc:sldMk cId="3692116085" sldId="555"/>
            <ac:spMk id="2" creationId="{00000000-0000-0000-0000-000000000000}"/>
          </ac:spMkLst>
        </pc:spChg>
      </pc:sldChg>
      <pc:sldChg chg="modSp mod">
        <pc:chgData name="强 李" userId="cd6c7ec7188785ae" providerId="LiveId" clId="{CF935CA5-AC7E-4C06-84E8-D35EFB632B81}" dt="2023-05-06T21:06:51.223" v="25" actId="108"/>
        <pc:sldMkLst>
          <pc:docMk/>
          <pc:sldMk cId="158457568" sldId="561"/>
        </pc:sldMkLst>
        <pc:spChg chg="mod">
          <ac:chgData name="强 李" userId="cd6c7ec7188785ae" providerId="LiveId" clId="{CF935CA5-AC7E-4C06-84E8-D35EFB632B81}" dt="2023-05-06T21:06:51.223" v="25" actId="108"/>
          <ac:spMkLst>
            <pc:docMk/>
            <pc:sldMk cId="158457568" sldId="561"/>
            <ac:spMk id="2" creationId="{00000000-0000-0000-0000-000000000000}"/>
          </ac:spMkLst>
        </pc:spChg>
      </pc:sldChg>
    </pc:docChg>
  </pc:docChgLst>
  <pc:docChgLst>
    <pc:chgData name="强 李" userId="cd6c7ec7188785ae" providerId="LiveId" clId="{662C0930-B515-4910-93A9-1A499EB77362}"/>
    <pc:docChg chg="undo custSel addSld delSld modSld sldOrd">
      <pc:chgData name="强 李" userId="cd6c7ec7188785ae" providerId="LiveId" clId="{662C0930-B515-4910-93A9-1A499EB77362}" dt="2023-03-11T22:12:46.885" v="1858"/>
      <pc:docMkLst>
        <pc:docMk/>
      </pc:docMkLst>
      <pc:sldChg chg="addSp modSp add del mod ord setBg">
        <pc:chgData name="强 李" userId="cd6c7ec7188785ae" providerId="LiveId" clId="{662C0930-B515-4910-93A9-1A499EB77362}" dt="2023-03-11T08:18:47.370" v="1410" actId="47"/>
        <pc:sldMkLst>
          <pc:docMk/>
          <pc:sldMk cId="0" sldId="413"/>
        </pc:sldMkLst>
        <pc:spChg chg="mod">
          <ac:chgData name="强 李" userId="cd6c7ec7188785ae" providerId="LiveId" clId="{662C0930-B515-4910-93A9-1A499EB77362}" dt="2023-03-11T06:10:20.383" v="4" actId="20577"/>
          <ac:spMkLst>
            <pc:docMk/>
            <pc:sldMk cId="0" sldId="413"/>
            <ac:spMk id="4" creationId="{00000000-0000-0000-0000-000000000000}"/>
          </ac:spMkLst>
        </pc:spChg>
        <pc:spChg chg="mod">
          <ac:chgData name="强 李" userId="cd6c7ec7188785ae" providerId="LiveId" clId="{662C0930-B515-4910-93A9-1A499EB77362}" dt="2023-03-11T06:10:17.866" v="3" actId="20577"/>
          <ac:spMkLst>
            <pc:docMk/>
            <pc:sldMk cId="0" sldId="413"/>
            <ac:spMk id="5" creationId="{00000000-0000-0000-0000-000000000000}"/>
          </ac:spMkLst>
        </pc:spChg>
        <pc:picChg chg="add mod">
          <ac:chgData name="强 李" userId="cd6c7ec7188785ae" providerId="LiveId" clId="{662C0930-B515-4910-93A9-1A499EB77362}" dt="2023-03-11T08:18:32.802" v="1408" actId="14100"/>
          <ac:picMkLst>
            <pc:docMk/>
            <pc:sldMk cId="0" sldId="413"/>
            <ac:picMk id="2" creationId="{1CBC46B4-7D80-E329-B1AD-FDFD099568D7}"/>
          </ac:picMkLst>
        </pc:picChg>
      </pc:sldChg>
      <pc:sldChg chg="addSp delSp modSp mod setBg setClrOvrMap">
        <pc:chgData name="强 李" userId="cd6c7ec7188785ae" providerId="LiveId" clId="{662C0930-B515-4910-93A9-1A499EB77362}" dt="2023-03-11T06:46:01.552" v="402" actId="207"/>
        <pc:sldMkLst>
          <pc:docMk/>
          <pc:sldMk cId="0" sldId="425"/>
        </pc:sldMkLst>
        <pc:spChg chg="add del mod">
          <ac:chgData name="强 李" userId="cd6c7ec7188785ae" providerId="LiveId" clId="{662C0930-B515-4910-93A9-1A499EB77362}" dt="2023-03-11T06:44:56.780" v="395" actId="478"/>
          <ac:spMkLst>
            <pc:docMk/>
            <pc:sldMk cId="0" sldId="425"/>
            <ac:spMk id="2" creationId="{4D5453E4-D45B-90DA-6F57-3AA9982CAEA4}"/>
          </ac:spMkLst>
        </pc:spChg>
        <pc:spChg chg="mod">
          <ac:chgData name="强 李" userId="cd6c7ec7188785ae" providerId="LiveId" clId="{662C0930-B515-4910-93A9-1A499EB77362}" dt="2023-03-11T06:16:29.234" v="41" actId="26606"/>
          <ac:spMkLst>
            <pc:docMk/>
            <pc:sldMk cId="0" sldId="425"/>
            <ac:spMk id="18" creationId="{00000000-0000-0000-0000-000000000000}"/>
          </ac:spMkLst>
        </pc:spChg>
        <pc:spChg chg="add del">
          <ac:chgData name="强 李" userId="cd6c7ec7188785ae" providerId="LiveId" clId="{662C0930-B515-4910-93A9-1A499EB77362}" dt="2023-03-11T06:16:28.034" v="36" actId="26606"/>
          <ac:spMkLst>
            <pc:docMk/>
            <pc:sldMk cId="0" sldId="425"/>
            <ac:spMk id="21" creationId="{F3060C83-F051-4F0E-ABAD-AA0DFC48B218}"/>
          </ac:spMkLst>
        </pc:spChg>
        <pc:spChg chg="add del">
          <ac:chgData name="强 李" userId="cd6c7ec7188785ae" providerId="LiveId" clId="{662C0930-B515-4910-93A9-1A499EB77362}" dt="2023-03-11T06:16:28.034" v="36" actId="26606"/>
          <ac:spMkLst>
            <pc:docMk/>
            <pc:sldMk cId="0" sldId="425"/>
            <ac:spMk id="22" creationId="{83C98ABE-055B-441F-B07E-44F97F083C39}"/>
          </ac:spMkLst>
        </pc:spChg>
        <pc:spChg chg="add del">
          <ac:chgData name="强 李" userId="cd6c7ec7188785ae" providerId="LiveId" clId="{662C0930-B515-4910-93A9-1A499EB77362}" dt="2023-03-11T06:15:56.029" v="16" actId="26606"/>
          <ac:spMkLst>
            <pc:docMk/>
            <pc:sldMk cId="0" sldId="425"/>
            <ac:spMk id="23" creationId="{42285737-90EE-47DC-AC80-8AE156B11969}"/>
          </ac:spMkLst>
        </pc:spChg>
        <pc:spChg chg="add del">
          <ac:chgData name="强 李" userId="cd6c7ec7188785ae" providerId="LiveId" clId="{662C0930-B515-4910-93A9-1A499EB77362}" dt="2023-03-11T06:16:02.201" v="20" actId="26606"/>
          <ac:spMkLst>
            <pc:docMk/>
            <pc:sldMk cId="0" sldId="425"/>
            <ac:spMk id="24" creationId="{9228552E-C8B1-4A80-8448-0787CE0FC704}"/>
          </ac:spMkLst>
        </pc:spChg>
        <pc:spChg chg="add del">
          <ac:chgData name="强 李" userId="cd6c7ec7188785ae" providerId="LiveId" clId="{662C0930-B515-4910-93A9-1A499EB77362}" dt="2023-03-11T06:16:03.785" v="22" actId="26606"/>
          <ac:spMkLst>
            <pc:docMk/>
            <pc:sldMk cId="0" sldId="425"/>
            <ac:spMk id="26" creationId="{35DB3719-6FDC-4E5D-891D-FF40B7300F64}"/>
          </ac:spMkLst>
        </pc:spChg>
        <pc:spChg chg="add del">
          <ac:chgData name="强 李" userId="cd6c7ec7188785ae" providerId="LiveId" clId="{662C0930-B515-4910-93A9-1A499EB77362}" dt="2023-03-11T06:15:58.222" v="18" actId="26606"/>
          <ac:spMkLst>
            <pc:docMk/>
            <pc:sldMk cId="0" sldId="425"/>
            <ac:spMk id="27" creationId="{AAD0DBB9-1A4B-4391-81D4-CB19F9AB918A}"/>
          </ac:spMkLst>
        </pc:spChg>
        <pc:spChg chg="add del">
          <ac:chgData name="强 李" userId="cd6c7ec7188785ae" providerId="LiveId" clId="{662C0930-B515-4910-93A9-1A499EB77362}" dt="2023-03-11T06:16:03.785" v="22" actId="26606"/>
          <ac:spMkLst>
            <pc:docMk/>
            <pc:sldMk cId="0" sldId="425"/>
            <ac:spMk id="28" creationId="{E0CBAC23-2E3F-4A90-BA59-F8299F6A5439}"/>
          </ac:spMkLst>
        </pc:spChg>
        <pc:spChg chg="add del">
          <ac:chgData name="强 李" userId="cd6c7ec7188785ae" providerId="LiveId" clId="{662C0930-B515-4910-93A9-1A499EB77362}" dt="2023-03-11T06:15:58.222" v="18" actId="26606"/>
          <ac:spMkLst>
            <pc:docMk/>
            <pc:sldMk cId="0" sldId="425"/>
            <ac:spMk id="29" creationId="{063BBA22-50EA-4C4D-BE05-F1CE4E63AA56}"/>
          </ac:spMkLst>
        </pc:spChg>
        <pc:spChg chg="add del">
          <ac:chgData name="强 李" userId="cd6c7ec7188785ae" providerId="LiveId" clId="{662C0930-B515-4910-93A9-1A499EB77362}" dt="2023-03-11T06:16:10.235" v="24" actId="26606"/>
          <ac:spMkLst>
            <pc:docMk/>
            <pc:sldMk cId="0" sldId="425"/>
            <ac:spMk id="30" creationId="{9DBC8166-481C-4473-95F5-9A5B9073B7F1}"/>
          </ac:spMkLst>
        </pc:spChg>
        <pc:spChg chg="add del">
          <ac:chgData name="强 李" userId="cd6c7ec7188785ae" providerId="LiveId" clId="{662C0930-B515-4910-93A9-1A499EB77362}" dt="2023-03-11T06:16:10.235" v="24" actId="26606"/>
          <ac:spMkLst>
            <pc:docMk/>
            <pc:sldMk cId="0" sldId="425"/>
            <ac:spMk id="31" creationId="{A5A5CE6E-90AF-4D43-A014-1F9EC83EB93D}"/>
          </ac:spMkLst>
        </pc:spChg>
        <pc:spChg chg="add del">
          <ac:chgData name="强 李" userId="cd6c7ec7188785ae" providerId="LiveId" clId="{662C0930-B515-4910-93A9-1A499EB77362}" dt="2023-03-11T06:16:28.034" v="36" actId="26606"/>
          <ac:spMkLst>
            <pc:docMk/>
            <pc:sldMk cId="0" sldId="425"/>
            <ac:spMk id="32" creationId="{29FDB030-9B49-4CED-8CCD-4D99382388AC}"/>
          </ac:spMkLst>
        </pc:spChg>
        <pc:spChg chg="add del">
          <ac:chgData name="强 李" userId="cd6c7ec7188785ae" providerId="LiveId" clId="{662C0930-B515-4910-93A9-1A499EB77362}" dt="2023-03-11T06:15:58.222" v="18" actId="26606"/>
          <ac:spMkLst>
            <pc:docMk/>
            <pc:sldMk cId="0" sldId="425"/>
            <ac:spMk id="33" creationId="{BACC6370-2D7E-4714-9D71-7542949D7D5D}"/>
          </ac:spMkLst>
        </pc:spChg>
        <pc:spChg chg="add del">
          <ac:chgData name="强 李" userId="cd6c7ec7188785ae" providerId="LiveId" clId="{662C0930-B515-4910-93A9-1A499EB77362}" dt="2023-03-11T06:15:58.222" v="18" actId="26606"/>
          <ac:spMkLst>
            <pc:docMk/>
            <pc:sldMk cId="0" sldId="425"/>
            <ac:spMk id="34" creationId="{F68B3F68-107C-434F-AA38-110D5EA91B85}"/>
          </ac:spMkLst>
        </pc:spChg>
        <pc:spChg chg="add del">
          <ac:chgData name="强 李" userId="cd6c7ec7188785ae" providerId="LiveId" clId="{662C0930-B515-4910-93A9-1A499EB77362}" dt="2023-03-11T06:16:28.034" v="36" actId="26606"/>
          <ac:spMkLst>
            <pc:docMk/>
            <pc:sldMk cId="0" sldId="425"/>
            <ac:spMk id="35" creationId="{3ECA69A1-7536-43AC-85EF-C7106179F5ED}"/>
          </ac:spMkLst>
        </pc:spChg>
        <pc:spChg chg="add del">
          <ac:chgData name="强 李" userId="cd6c7ec7188785ae" providerId="LiveId" clId="{662C0930-B515-4910-93A9-1A499EB77362}" dt="2023-03-11T06:16:28.034" v="36" actId="26606"/>
          <ac:spMkLst>
            <pc:docMk/>
            <pc:sldMk cId="0" sldId="425"/>
            <ac:spMk id="36" creationId="{3783CA14-24A1-485C-8B30-D6A5D87987AD}"/>
          </ac:spMkLst>
        </pc:spChg>
        <pc:spChg chg="add del">
          <ac:chgData name="强 李" userId="cd6c7ec7188785ae" providerId="LiveId" clId="{662C0930-B515-4910-93A9-1A499EB77362}" dt="2023-03-11T06:16:28.034" v="36" actId="26606"/>
          <ac:spMkLst>
            <pc:docMk/>
            <pc:sldMk cId="0" sldId="425"/>
            <ac:spMk id="37" creationId="{9A97C86A-04D6-40F7-AE84-31AB43E6A846}"/>
          </ac:spMkLst>
        </pc:spChg>
        <pc:spChg chg="add del">
          <ac:chgData name="强 李" userId="cd6c7ec7188785ae" providerId="LiveId" clId="{662C0930-B515-4910-93A9-1A499EB77362}" dt="2023-03-11T06:16:28.034" v="36" actId="26606"/>
          <ac:spMkLst>
            <pc:docMk/>
            <pc:sldMk cId="0" sldId="425"/>
            <ac:spMk id="38" creationId="{FF9F2414-84E8-453E-B1F3-389FDE8192D9}"/>
          </ac:spMkLst>
        </pc:spChg>
        <pc:spChg chg="add del">
          <ac:chgData name="强 李" userId="cd6c7ec7188785ae" providerId="LiveId" clId="{662C0930-B515-4910-93A9-1A499EB77362}" dt="2023-03-11T06:16:29.232" v="40" actId="26606"/>
          <ac:spMkLst>
            <pc:docMk/>
            <pc:sldMk cId="0" sldId="425"/>
            <ac:spMk id="39" creationId="{F3060C83-F051-4F0E-ABAD-AA0DFC48B218}"/>
          </ac:spMkLst>
        </pc:spChg>
        <pc:spChg chg="add del">
          <ac:chgData name="强 李" userId="cd6c7ec7188785ae" providerId="LiveId" clId="{662C0930-B515-4910-93A9-1A499EB77362}" dt="2023-03-11T06:16:29.232" v="40" actId="26606"/>
          <ac:spMkLst>
            <pc:docMk/>
            <pc:sldMk cId="0" sldId="425"/>
            <ac:spMk id="40" creationId="{83C98ABE-055B-441F-B07E-44F97F083C39}"/>
          </ac:spMkLst>
        </pc:spChg>
        <pc:spChg chg="add del">
          <ac:chgData name="强 李" userId="cd6c7ec7188785ae" providerId="LiveId" clId="{662C0930-B515-4910-93A9-1A499EB77362}" dt="2023-03-11T06:16:29.232" v="40" actId="26606"/>
          <ac:spMkLst>
            <pc:docMk/>
            <pc:sldMk cId="0" sldId="425"/>
            <ac:spMk id="41" creationId="{29FDB030-9B49-4CED-8CCD-4D99382388AC}"/>
          </ac:spMkLst>
        </pc:spChg>
        <pc:spChg chg="add del">
          <ac:chgData name="强 李" userId="cd6c7ec7188785ae" providerId="LiveId" clId="{662C0930-B515-4910-93A9-1A499EB77362}" dt="2023-03-11T06:16:29.232" v="40" actId="26606"/>
          <ac:spMkLst>
            <pc:docMk/>
            <pc:sldMk cId="0" sldId="425"/>
            <ac:spMk id="42" creationId="{3783CA14-24A1-485C-8B30-D6A5D87987AD}"/>
          </ac:spMkLst>
        </pc:spChg>
        <pc:spChg chg="add del">
          <ac:chgData name="强 李" userId="cd6c7ec7188785ae" providerId="LiveId" clId="{662C0930-B515-4910-93A9-1A499EB77362}" dt="2023-03-11T06:16:29.232" v="40" actId="26606"/>
          <ac:spMkLst>
            <pc:docMk/>
            <pc:sldMk cId="0" sldId="425"/>
            <ac:spMk id="43" creationId="{9A97C86A-04D6-40F7-AE84-31AB43E6A846}"/>
          </ac:spMkLst>
        </pc:spChg>
        <pc:spChg chg="add del">
          <ac:chgData name="强 李" userId="cd6c7ec7188785ae" providerId="LiveId" clId="{662C0930-B515-4910-93A9-1A499EB77362}" dt="2023-03-11T06:16:29.232" v="40" actId="26606"/>
          <ac:spMkLst>
            <pc:docMk/>
            <pc:sldMk cId="0" sldId="425"/>
            <ac:spMk id="44" creationId="{FF9F2414-84E8-453E-B1F3-389FDE8192D9}"/>
          </ac:spMkLst>
        </pc:spChg>
        <pc:spChg chg="add del">
          <ac:chgData name="强 李" userId="cd6c7ec7188785ae" providerId="LiveId" clId="{662C0930-B515-4910-93A9-1A499EB77362}" dt="2023-03-11T06:16:29.232" v="40" actId="26606"/>
          <ac:spMkLst>
            <pc:docMk/>
            <pc:sldMk cId="0" sldId="425"/>
            <ac:spMk id="45" creationId="{3ECA69A1-7536-43AC-85EF-C7106179F5ED}"/>
          </ac:spMkLst>
        </pc:spChg>
        <pc:grpChg chg="add del">
          <ac:chgData name="强 李" userId="cd6c7ec7188785ae" providerId="LiveId" clId="{662C0930-B515-4910-93A9-1A499EB77362}" dt="2023-03-11T06:15:56.029" v="16" actId="26606"/>
          <ac:grpSpMkLst>
            <pc:docMk/>
            <pc:sldMk cId="0" sldId="425"/>
            <ac:grpSpMk id="25" creationId="{B57BDC17-F1B3-455F-BBF1-680AA1F25C06}"/>
          </ac:grpSpMkLst>
        </pc:grpChg>
        <pc:graphicFrameChg chg="mod modGraphic">
          <ac:chgData name="强 李" userId="cd6c7ec7188785ae" providerId="LiveId" clId="{662C0930-B515-4910-93A9-1A499EB77362}" dt="2023-03-11T06:46:01.552" v="402" actId="207"/>
          <ac:graphicFrameMkLst>
            <pc:docMk/>
            <pc:sldMk cId="0" sldId="425"/>
            <ac:graphicFrameMk id="5" creationId="{6AB369E9-7320-DE30-3AFD-31DAAE20458E}"/>
          </ac:graphicFrameMkLst>
        </pc:graphicFrameChg>
        <pc:picChg chg="add del">
          <ac:chgData name="强 李" userId="cd6c7ec7188785ae" providerId="LiveId" clId="{662C0930-B515-4910-93A9-1A499EB77362}" dt="2023-03-11T06:16:02.201" v="20" actId="26606"/>
          <ac:picMkLst>
            <pc:docMk/>
            <pc:sldMk cId="0" sldId="425"/>
            <ac:picMk id="20" creationId="{A6CA3DDE-1E9B-4539-F00E-B29E88290649}"/>
          </ac:picMkLst>
        </pc:picChg>
      </pc:sldChg>
      <pc:sldChg chg="delSp modSp mod">
        <pc:chgData name="强 李" userId="cd6c7ec7188785ae" providerId="LiveId" clId="{662C0930-B515-4910-93A9-1A499EB77362}" dt="2023-03-11T21:04:17.670" v="1464"/>
        <pc:sldMkLst>
          <pc:docMk/>
          <pc:sldMk cId="54695671" sldId="531"/>
        </pc:sldMkLst>
        <pc:spChg chg="mod">
          <ac:chgData name="强 李" userId="cd6c7ec7188785ae" providerId="LiveId" clId="{662C0930-B515-4910-93A9-1A499EB77362}" dt="2023-03-11T21:04:17.670" v="1464"/>
          <ac:spMkLst>
            <pc:docMk/>
            <pc:sldMk cId="54695671" sldId="531"/>
            <ac:spMk id="2" creationId="{00000000-0000-0000-0000-000000000000}"/>
          </ac:spMkLst>
        </pc:spChg>
        <pc:spChg chg="mod">
          <ac:chgData name="强 李" userId="cd6c7ec7188785ae" providerId="LiveId" clId="{662C0930-B515-4910-93A9-1A499EB77362}" dt="2023-03-11T06:27:12.221" v="84"/>
          <ac:spMkLst>
            <pc:docMk/>
            <pc:sldMk cId="54695671" sldId="531"/>
            <ac:spMk id="18" creationId="{00000000-0000-0000-0000-000000000000}"/>
          </ac:spMkLst>
        </pc:spChg>
        <pc:grpChg chg="del">
          <ac:chgData name="强 李" userId="cd6c7ec7188785ae" providerId="LiveId" clId="{662C0930-B515-4910-93A9-1A499EB77362}" dt="2023-03-11T06:34:20.452" v="247" actId="478"/>
          <ac:grpSpMkLst>
            <pc:docMk/>
            <pc:sldMk cId="54695671" sldId="531"/>
            <ac:grpSpMk id="5" creationId="{66B526DA-78B5-EF99-F66F-28E8DE868CF9}"/>
          </ac:grpSpMkLst>
        </pc:grpChg>
      </pc:sldChg>
      <pc:sldChg chg="addSp delSp modSp mod setBg">
        <pc:chgData name="强 李" userId="cd6c7ec7188785ae" providerId="LiveId" clId="{662C0930-B515-4910-93A9-1A499EB77362}" dt="2023-03-11T21:23:37.300" v="1494" actId="1076"/>
        <pc:sldMkLst>
          <pc:docMk/>
          <pc:sldMk cId="3813767857" sldId="538"/>
        </pc:sldMkLst>
        <pc:spChg chg="mod">
          <ac:chgData name="强 李" userId="cd6c7ec7188785ae" providerId="LiveId" clId="{662C0930-B515-4910-93A9-1A499EB77362}" dt="2023-03-11T21:13:06.080" v="1482" actId="26606"/>
          <ac:spMkLst>
            <pc:docMk/>
            <pc:sldMk cId="3813767857" sldId="538"/>
            <ac:spMk id="5" creationId="{00000000-0000-0000-0000-000000000000}"/>
          </ac:spMkLst>
        </pc:spChg>
        <pc:spChg chg="ord">
          <ac:chgData name="强 李" userId="cd6c7ec7188785ae" providerId="LiveId" clId="{662C0930-B515-4910-93A9-1A499EB77362}" dt="2023-03-11T21:13:06.080" v="1482" actId="26606"/>
          <ac:spMkLst>
            <pc:docMk/>
            <pc:sldMk cId="3813767857" sldId="538"/>
            <ac:spMk id="7" creationId="{00000000-0000-0000-0000-000000000000}"/>
          </ac:spMkLst>
        </pc:spChg>
        <pc:spChg chg="add del">
          <ac:chgData name="强 李" userId="cd6c7ec7188785ae" providerId="LiveId" clId="{662C0930-B515-4910-93A9-1A499EB77362}" dt="2023-03-11T21:12:54.660" v="1474" actId="26606"/>
          <ac:spMkLst>
            <pc:docMk/>
            <pc:sldMk cId="3813767857" sldId="538"/>
            <ac:spMk id="17" creationId="{6753252F-4873-4F63-801D-CC719279A7D5}"/>
          </ac:spMkLst>
        </pc:spChg>
        <pc:spChg chg="add del">
          <ac:chgData name="强 李" userId="cd6c7ec7188785ae" providerId="LiveId" clId="{662C0930-B515-4910-93A9-1A499EB77362}" dt="2023-03-11T21:12:54.660" v="1474" actId="26606"/>
          <ac:spMkLst>
            <pc:docMk/>
            <pc:sldMk cId="3813767857" sldId="538"/>
            <ac:spMk id="19" creationId="{047C8CCB-F95D-4249-92DD-651249D3535A}"/>
          </ac:spMkLst>
        </pc:spChg>
        <pc:spChg chg="add del">
          <ac:chgData name="强 李" userId="cd6c7ec7188785ae" providerId="LiveId" clId="{662C0930-B515-4910-93A9-1A499EB77362}" dt="2023-03-11T21:13:01.608" v="1480" actId="26606"/>
          <ac:spMkLst>
            <pc:docMk/>
            <pc:sldMk cId="3813767857" sldId="538"/>
            <ac:spMk id="20" creationId="{D4771268-CB57-404A-9271-370EB28F6090}"/>
          </ac:spMkLst>
        </pc:spChg>
        <pc:spChg chg="add del">
          <ac:chgData name="强 李" userId="cd6c7ec7188785ae" providerId="LiveId" clId="{662C0930-B515-4910-93A9-1A499EB77362}" dt="2023-03-11T21:12:56.105" v="1476" actId="26606"/>
          <ac:spMkLst>
            <pc:docMk/>
            <pc:sldMk cId="3813767857" sldId="538"/>
            <ac:spMk id="21" creationId="{D12DDE76-C203-4047-9998-63900085B5E8}"/>
          </ac:spMkLst>
        </pc:spChg>
        <pc:spChg chg="add del">
          <ac:chgData name="强 李" userId="cd6c7ec7188785ae" providerId="LiveId" clId="{662C0930-B515-4910-93A9-1A499EB77362}" dt="2023-03-11T21:13:06.080" v="1482" actId="26606"/>
          <ac:spMkLst>
            <pc:docMk/>
            <pc:sldMk cId="3813767857" sldId="538"/>
            <ac:spMk id="22" creationId="{665DBBEF-238B-476B-96AB-8AAC3224ECEA}"/>
          </ac:spMkLst>
        </pc:spChg>
        <pc:spChg chg="add del">
          <ac:chgData name="强 李" userId="cd6c7ec7188785ae" providerId="LiveId" clId="{662C0930-B515-4910-93A9-1A499EB77362}" dt="2023-03-11T21:13:06.080" v="1482" actId="26606"/>
          <ac:spMkLst>
            <pc:docMk/>
            <pc:sldMk cId="3813767857" sldId="538"/>
            <ac:spMk id="23" creationId="{3FCFB1DE-0B7E-48CC-BA90-B2AB0889F9D6}"/>
          </ac:spMkLst>
        </pc:spChg>
        <pc:picChg chg="add del mod">
          <ac:chgData name="强 李" userId="cd6c7ec7188785ae" providerId="LiveId" clId="{662C0930-B515-4910-93A9-1A499EB77362}" dt="2023-03-11T21:23:33.938" v="1493" actId="478"/>
          <ac:picMkLst>
            <pc:docMk/>
            <pc:sldMk cId="3813767857" sldId="538"/>
            <ac:picMk id="3" creationId="{877DAC93-31F9-D8DC-2138-FF06CC7B4922}"/>
          </ac:picMkLst>
        </pc:picChg>
        <pc:picChg chg="add del mod">
          <ac:chgData name="强 李" userId="cd6c7ec7188785ae" providerId="LiveId" clId="{662C0930-B515-4910-93A9-1A499EB77362}" dt="2023-03-11T06:21:34.653" v="55" actId="478"/>
          <ac:picMkLst>
            <pc:docMk/>
            <pc:sldMk cId="3813767857" sldId="538"/>
            <ac:picMk id="3" creationId="{DAE608FA-1FF2-061B-BF61-D12B4953FA25}"/>
          </ac:picMkLst>
        </pc:picChg>
        <pc:picChg chg="add mod">
          <ac:chgData name="强 李" userId="cd6c7ec7188785ae" providerId="LiveId" clId="{662C0930-B515-4910-93A9-1A499EB77362}" dt="2023-03-11T21:23:37.300" v="1494" actId="1076"/>
          <ac:picMkLst>
            <pc:docMk/>
            <pc:sldMk cId="3813767857" sldId="538"/>
            <ac:picMk id="6" creationId="{081A24BA-7881-FC8E-B899-CACD3C0C8414}"/>
          </ac:picMkLst>
        </pc:picChg>
        <pc:picChg chg="add del mod">
          <ac:chgData name="强 李" userId="cd6c7ec7188785ae" providerId="LiveId" clId="{662C0930-B515-4910-93A9-1A499EB77362}" dt="2023-03-11T06:21:58.529" v="59" actId="478"/>
          <ac:picMkLst>
            <pc:docMk/>
            <pc:sldMk cId="3813767857" sldId="538"/>
            <ac:picMk id="6" creationId="{ABF06EAE-B543-58AD-ED11-5B08AC0C283C}"/>
          </ac:picMkLst>
        </pc:picChg>
        <pc:picChg chg="add del">
          <ac:chgData name="强 李" userId="cd6c7ec7188785ae" providerId="LiveId" clId="{662C0930-B515-4910-93A9-1A499EB77362}" dt="2023-03-11T06:22:03.490" v="62" actId="478"/>
          <ac:picMkLst>
            <pc:docMk/>
            <pc:sldMk cId="3813767857" sldId="538"/>
            <ac:picMk id="9" creationId="{C6323978-F3A5-FE19-AD29-B0149918A7F2}"/>
          </ac:picMkLst>
        </pc:picChg>
        <pc:picChg chg="add del">
          <ac:chgData name="强 李" userId="cd6c7ec7188785ae" providerId="LiveId" clId="{662C0930-B515-4910-93A9-1A499EB77362}" dt="2023-03-11T06:22:02.165" v="61" actId="478"/>
          <ac:picMkLst>
            <pc:docMk/>
            <pc:sldMk cId="3813767857" sldId="538"/>
            <ac:picMk id="11" creationId="{EEEF987B-B847-2967-566F-64E0010EE3AA}"/>
          </ac:picMkLst>
        </pc:picChg>
        <pc:picChg chg="add del mod">
          <ac:chgData name="强 李" userId="cd6c7ec7188785ae" providerId="LiveId" clId="{662C0930-B515-4910-93A9-1A499EB77362}" dt="2023-03-11T06:22:31.211" v="66" actId="478"/>
          <ac:picMkLst>
            <pc:docMk/>
            <pc:sldMk cId="3813767857" sldId="538"/>
            <ac:picMk id="13" creationId="{6A9E429C-2035-0197-B924-60FD3DBFC912}"/>
          </ac:picMkLst>
        </pc:picChg>
        <pc:picChg chg="add del">
          <ac:chgData name="强 李" userId="cd6c7ec7188785ae" providerId="LiveId" clId="{662C0930-B515-4910-93A9-1A499EB77362}" dt="2023-03-11T06:22:57.632" v="68" actId="478"/>
          <ac:picMkLst>
            <pc:docMk/>
            <pc:sldMk cId="3813767857" sldId="538"/>
            <ac:picMk id="15" creationId="{72DF1AFE-8543-A49E-B635-2AD9C8ADC2C2}"/>
          </ac:picMkLst>
        </pc:picChg>
        <pc:picChg chg="del">
          <ac:chgData name="强 李" userId="cd6c7ec7188785ae" providerId="LiveId" clId="{662C0930-B515-4910-93A9-1A499EB77362}" dt="2023-03-11T06:21:16.534" v="52" actId="478"/>
          <ac:picMkLst>
            <pc:docMk/>
            <pc:sldMk cId="3813767857" sldId="538"/>
            <ac:picMk id="16" creationId="{74056DEE-0819-4B10-D7F5-CEF8EFDB20AE}"/>
          </ac:picMkLst>
        </pc:picChg>
        <pc:picChg chg="add del mod">
          <ac:chgData name="强 李" userId="cd6c7ec7188785ae" providerId="LiveId" clId="{662C0930-B515-4910-93A9-1A499EB77362}" dt="2023-03-11T21:12:36.585" v="1471" actId="478"/>
          <ac:picMkLst>
            <pc:docMk/>
            <pc:sldMk cId="3813767857" sldId="538"/>
            <ac:picMk id="18" creationId="{568CFC25-C18C-025E-AE16-5F348191025A}"/>
          </ac:picMkLst>
        </pc:picChg>
      </pc:sldChg>
      <pc:sldChg chg="addSp delSp modSp mod">
        <pc:chgData name="强 李" userId="cd6c7ec7188785ae" providerId="LiveId" clId="{662C0930-B515-4910-93A9-1A499EB77362}" dt="2023-03-11T08:03:28.033" v="1213"/>
        <pc:sldMkLst>
          <pc:docMk/>
          <pc:sldMk cId="188333421" sldId="541"/>
        </pc:sldMkLst>
        <pc:spChg chg="mod">
          <ac:chgData name="强 李" userId="cd6c7ec7188785ae" providerId="LiveId" clId="{662C0930-B515-4910-93A9-1A499EB77362}" dt="2023-03-11T07:08:08.428" v="762"/>
          <ac:spMkLst>
            <pc:docMk/>
            <pc:sldMk cId="188333421" sldId="541"/>
            <ac:spMk id="2" creationId="{00000000-0000-0000-0000-000000000000}"/>
          </ac:spMkLst>
        </pc:spChg>
        <pc:spChg chg="add del">
          <ac:chgData name="强 李" userId="cd6c7ec7188785ae" providerId="LiveId" clId="{662C0930-B515-4910-93A9-1A499EB77362}" dt="2023-03-11T07:07:36.768" v="734"/>
          <ac:spMkLst>
            <pc:docMk/>
            <pc:sldMk cId="188333421" sldId="541"/>
            <ac:spMk id="3" creationId="{6D883AE3-D7CE-8761-FAE5-A378DF6AE52C}"/>
          </ac:spMkLst>
        </pc:spChg>
        <pc:spChg chg="mod">
          <ac:chgData name="强 李" userId="cd6c7ec7188785ae" providerId="LiveId" clId="{662C0930-B515-4910-93A9-1A499EB77362}" dt="2023-03-11T08:03:28.033" v="1213"/>
          <ac:spMkLst>
            <pc:docMk/>
            <pc:sldMk cId="188333421" sldId="541"/>
            <ac:spMk id="18" creationId="{00000000-0000-0000-0000-000000000000}"/>
          </ac:spMkLst>
        </pc:spChg>
      </pc:sldChg>
      <pc:sldChg chg="modSp mod modNotesTx">
        <pc:chgData name="强 李" userId="cd6c7ec7188785ae" providerId="LiveId" clId="{662C0930-B515-4910-93A9-1A499EB77362}" dt="2023-03-11T22:09:09.929" v="1842" actId="20577"/>
        <pc:sldMkLst>
          <pc:docMk/>
          <pc:sldMk cId="3014528576" sldId="542"/>
        </pc:sldMkLst>
        <pc:spChg chg="mod">
          <ac:chgData name="强 李" userId="cd6c7ec7188785ae" providerId="LiveId" clId="{662C0930-B515-4910-93A9-1A499EB77362}" dt="2023-03-11T22:05:07.512" v="1826" actId="404"/>
          <ac:spMkLst>
            <pc:docMk/>
            <pc:sldMk cId="3014528576" sldId="542"/>
            <ac:spMk id="2" creationId="{00000000-0000-0000-0000-000000000000}"/>
          </ac:spMkLst>
        </pc:spChg>
        <pc:spChg chg="mod">
          <ac:chgData name="强 李" userId="cd6c7ec7188785ae" providerId="LiveId" clId="{662C0930-B515-4910-93A9-1A499EB77362}" dt="2023-03-11T08:02:11.025" v="1196" actId="20577"/>
          <ac:spMkLst>
            <pc:docMk/>
            <pc:sldMk cId="3014528576" sldId="542"/>
            <ac:spMk id="5" creationId="{4A5AC82D-48F1-5DA2-0A95-193BBCEEA933}"/>
          </ac:spMkLst>
        </pc:spChg>
        <pc:spChg chg="mod">
          <ac:chgData name="强 李" userId="cd6c7ec7188785ae" providerId="LiveId" clId="{662C0930-B515-4910-93A9-1A499EB77362}" dt="2023-03-11T07:36:57.021" v="1071"/>
          <ac:spMkLst>
            <pc:docMk/>
            <pc:sldMk cId="3014528576" sldId="542"/>
            <ac:spMk id="18" creationId="{00000000-0000-0000-0000-000000000000}"/>
          </ac:spMkLst>
        </pc:spChg>
      </pc:sldChg>
      <pc:sldChg chg="modSp mod">
        <pc:chgData name="强 李" userId="cd6c7ec7188785ae" providerId="LiveId" clId="{662C0930-B515-4910-93A9-1A499EB77362}" dt="2023-03-11T22:12:46.885" v="1858"/>
        <pc:sldMkLst>
          <pc:docMk/>
          <pc:sldMk cId="1242525785" sldId="543"/>
        </pc:sldMkLst>
        <pc:spChg chg="mod">
          <ac:chgData name="强 李" userId="cd6c7ec7188785ae" providerId="LiveId" clId="{662C0930-B515-4910-93A9-1A499EB77362}" dt="2023-03-11T22:12:46.885" v="1858"/>
          <ac:spMkLst>
            <pc:docMk/>
            <pc:sldMk cId="1242525785" sldId="543"/>
            <ac:spMk id="2" creationId="{00000000-0000-0000-0000-000000000000}"/>
          </ac:spMkLst>
        </pc:spChg>
      </pc:sldChg>
      <pc:sldChg chg="delSp modSp mod">
        <pc:chgData name="强 李" userId="cd6c7ec7188785ae" providerId="LiveId" clId="{662C0930-B515-4910-93A9-1A499EB77362}" dt="2023-03-11T22:01:09.085" v="1804" actId="1076"/>
        <pc:sldMkLst>
          <pc:docMk/>
          <pc:sldMk cId="1236072088" sldId="546"/>
        </pc:sldMkLst>
        <pc:spChg chg="mod">
          <ac:chgData name="强 李" userId="cd6c7ec7188785ae" providerId="LiveId" clId="{662C0930-B515-4910-93A9-1A499EB77362}" dt="2023-03-11T22:01:09.085" v="1804" actId="1076"/>
          <ac:spMkLst>
            <pc:docMk/>
            <pc:sldMk cId="1236072088" sldId="546"/>
            <ac:spMk id="2" creationId="{00000000-0000-0000-0000-000000000000}"/>
          </ac:spMkLst>
        </pc:spChg>
        <pc:spChg chg="mod">
          <ac:chgData name="强 李" userId="cd6c7ec7188785ae" providerId="LiveId" clId="{662C0930-B515-4910-93A9-1A499EB77362}" dt="2023-03-11T07:36:31.771" v="1066" actId="20577"/>
          <ac:spMkLst>
            <pc:docMk/>
            <pc:sldMk cId="1236072088" sldId="546"/>
            <ac:spMk id="18" creationId="{00000000-0000-0000-0000-000000000000}"/>
          </ac:spMkLst>
        </pc:spChg>
        <pc:grpChg chg="del">
          <ac:chgData name="强 李" userId="cd6c7ec7188785ae" providerId="LiveId" clId="{662C0930-B515-4910-93A9-1A499EB77362}" dt="2023-03-11T07:24:07.685" v="892" actId="478"/>
          <ac:grpSpMkLst>
            <pc:docMk/>
            <pc:sldMk cId="1236072088" sldId="546"/>
            <ac:grpSpMk id="7" creationId="{8415C2D7-F2C8-1C6F-5DD8-9970E53E2F4E}"/>
          </ac:grpSpMkLst>
        </pc:grpChg>
      </pc:sldChg>
      <pc:sldChg chg="del">
        <pc:chgData name="强 李" userId="cd6c7ec7188785ae" providerId="LiveId" clId="{662C0930-B515-4910-93A9-1A499EB77362}" dt="2023-03-11T07:37:13.824" v="1072" actId="47"/>
        <pc:sldMkLst>
          <pc:docMk/>
          <pc:sldMk cId="30193004" sldId="547"/>
        </pc:sldMkLst>
      </pc:sldChg>
      <pc:sldChg chg="del">
        <pc:chgData name="强 李" userId="cd6c7ec7188785ae" providerId="LiveId" clId="{662C0930-B515-4910-93A9-1A499EB77362}" dt="2023-03-11T08:00:49.455" v="1191" actId="47"/>
        <pc:sldMkLst>
          <pc:docMk/>
          <pc:sldMk cId="1850033319" sldId="548"/>
        </pc:sldMkLst>
      </pc:sldChg>
      <pc:sldChg chg="del">
        <pc:chgData name="强 李" userId="cd6c7ec7188785ae" providerId="LiveId" clId="{662C0930-B515-4910-93A9-1A499EB77362}" dt="2023-03-11T08:00:49.455" v="1191" actId="47"/>
        <pc:sldMkLst>
          <pc:docMk/>
          <pc:sldMk cId="2628862028" sldId="549"/>
        </pc:sldMkLst>
      </pc:sldChg>
      <pc:sldChg chg="del">
        <pc:chgData name="强 李" userId="cd6c7ec7188785ae" providerId="LiveId" clId="{662C0930-B515-4910-93A9-1A499EB77362}" dt="2023-03-11T08:00:49.455" v="1191" actId="47"/>
        <pc:sldMkLst>
          <pc:docMk/>
          <pc:sldMk cId="2538769747" sldId="550"/>
        </pc:sldMkLst>
      </pc:sldChg>
      <pc:sldChg chg="addSp delSp modSp mod modNotesTx">
        <pc:chgData name="强 李" userId="cd6c7ec7188785ae" providerId="LiveId" clId="{662C0930-B515-4910-93A9-1A499EB77362}" dt="2023-03-11T22:11:13.239" v="1854" actId="20577"/>
        <pc:sldMkLst>
          <pc:docMk/>
          <pc:sldMk cId="2632320746" sldId="551"/>
        </pc:sldMkLst>
        <pc:spChg chg="mod">
          <ac:chgData name="强 李" userId="cd6c7ec7188785ae" providerId="LiveId" clId="{662C0930-B515-4910-93A9-1A499EB77362}" dt="2023-03-11T22:11:13.239" v="1854" actId="20577"/>
          <ac:spMkLst>
            <pc:docMk/>
            <pc:sldMk cId="2632320746" sldId="551"/>
            <ac:spMk id="2" creationId="{00000000-0000-0000-0000-000000000000}"/>
          </ac:spMkLst>
        </pc:spChg>
        <pc:spChg chg="del mod">
          <ac:chgData name="强 李" userId="cd6c7ec7188785ae" providerId="LiveId" clId="{662C0930-B515-4910-93A9-1A499EB77362}" dt="2023-03-11T08:11:59.443" v="1319" actId="478"/>
          <ac:spMkLst>
            <pc:docMk/>
            <pc:sldMk cId="2632320746" sldId="551"/>
            <ac:spMk id="4" creationId="{4B362D96-9962-5976-8E72-0BB5DA524421}"/>
          </ac:spMkLst>
        </pc:spChg>
        <pc:spChg chg="mod">
          <ac:chgData name="强 李" userId="cd6c7ec7188785ae" providerId="LiveId" clId="{662C0930-B515-4910-93A9-1A499EB77362}" dt="2023-03-11T08:02:24.613" v="1210"/>
          <ac:spMkLst>
            <pc:docMk/>
            <pc:sldMk cId="2632320746" sldId="551"/>
            <ac:spMk id="6" creationId="{F138545E-EEB5-75B7-72C1-16AD99D34E81}"/>
          </ac:spMkLst>
        </pc:spChg>
        <pc:spChg chg="add del">
          <ac:chgData name="强 李" userId="cd6c7ec7188785ae" providerId="LiveId" clId="{662C0930-B515-4910-93A9-1A499EB77362}" dt="2023-03-11T08:05:51.320" v="1238"/>
          <ac:spMkLst>
            <pc:docMk/>
            <pc:sldMk cId="2632320746" sldId="551"/>
            <ac:spMk id="7" creationId="{EBABDC6E-11C8-7A0D-A5A8-05D18BEDA806}"/>
          </ac:spMkLst>
        </pc:spChg>
        <pc:spChg chg="mod">
          <ac:chgData name="强 李" userId="cd6c7ec7188785ae" providerId="LiveId" clId="{662C0930-B515-4910-93A9-1A499EB77362}" dt="2023-03-11T08:13:20.952" v="1341"/>
          <ac:spMkLst>
            <pc:docMk/>
            <pc:sldMk cId="2632320746" sldId="551"/>
            <ac:spMk id="10" creationId="{EC74C576-B331-C48E-B2C7-E8CA8BAB4C49}"/>
          </ac:spMkLst>
        </pc:spChg>
        <pc:spChg chg="mod">
          <ac:chgData name="强 李" userId="cd6c7ec7188785ae" providerId="LiveId" clId="{662C0930-B515-4910-93A9-1A499EB77362}" dt="2023-03-11T08:04:14.289" v="1224"/>
          <ac:spMkLst>
            <pc:docMk/>
            <pc:sldMk cId="2632320746" sldId="551"/>
            <ac:spMk id="18" creationId="{00000000-0000-0000-0000-000000000000}"/>
          </ac:spMkLst>
        </pc:spChg>
        <pc:grpChg chg="add del mod">
          <ac:chgData name="强 李" userId="cd6c7ec7188785ae" providerId="LiveId" clId="{662C0930-B515-4910-93A9-1A499EB77362}" dt="2023-03-11T08:04:09.917" v="1220" actId="478"/>
          <ac:grpSpMkLst>
            <pc:docMk/>
            <pc:sldMk cId="2632320746" sldId="551"/>
            <ac:grpSpMk id="3" creationId="{18652D06-F0C5-C1C8-8FEF-8216D94914AD}"/>
          </ac:grpSpMkLst>
        </pc:grpChg>
        <pc:grpChg chg="add mod">
          <ac:chgData name="强 李" userId="cd6c7ec7188785ae" providerId="LiveId" clId="{662C0930-B515-4910-93A9-1A499EB77362}" dt="2023-03-11T08:13:20.952" v="1341"/>
          <ac:grpSpMkLst>
            <pc:docMk/>
            <pc:sldMk cId="2632320746" sldId="551"/>
            <ac:grpSpMk id="8" creationId="{E7EAC2EE-5648-1224-46AA-160F6F6F3300}"/>
          </ac:grpSpMkLst>
        </pc:grpChg>
        <pc:picChg chg="mod">
          <ac:chgData name="强 李" userId="cd6c7ec7188785ae" providerId="LiveId" clId="{662C0930-B515-4910-93A9-1A499EB77362}" dt="2023-03-11T08:02:19.531" v="1198"/>
          <ac:picMkLst>
            <pc:docMk/>
            <pc:sldMk cId="2632320746" sldId="551"/>
            <ac:picMk id="5" creationId="{BCEA5273-9AB5-27D8-15DA-1612685627DA}"/>
          </ac:picMkLst>
        </pc:picChg>
        <pc:picChg chg="mod">
          <ac:chgData name="强 李" userId="cd6c7ec7188785ae" providerId="LiveId" clId="{662C0930-B515-4910-93A9-1A499EB77362}" dt="2023-03-11T08:13:20.952" v="1341"/>
          <ac:picMkLst>
            <pc:docMk/>
            <pc:sldMk cId="2632320746" sldId="551"/>
            <ac:picMk id="9" creationId="{8D1923FB-E975-9E82-558F-CA71CA93388D}"/>
          </ac:picMkLst>
        </pc:picChg>
      </pc:sldChg>
      <pc:sldChg chg="modSp mod">
        <pc:chgData name="强 李" userId="cd6c7ec7188785ae" providerId="LiveId" clId="{662C0930-B515-4910-93A9-1A499EB77362}" dt="2023-03-11T07:38:22.251" v="1081" actId="20577"/>
        <pc:sldMkLst>
          <pc:docMk/>
          <pc:sldMk cId="419382719" sldId="552"/>
        </pc:sldMkLst>
        <pc:spChg chg="mod">
          <ac:chgData name="强 李" userId="cd6c7ec7188785ae" providerId="LiveId" clId="{662C0930-B515-4910-93A9-1A499EB77362}" dt="2023-03-11T07:38:22.251" v="1081" actId="20577"/>
          <ac:spMkLst>
            <pc:docMk/>
            <pc:sldMk cId="419382719" sldId="552"/>
            <ac:spMk id="2" creationId="{00000000-0000-0000-0000-000000000000}"/>
          </ac:spMkLst>
        </pc:spChg>
      </pc:sldChg>
      <pc:sldChg chg="addSp delSp modSp add mod ord">
        <pc:chgData name="强 李" userId="cd6c7ec7188785ae" providerId="LiveId" clId="{662C0930-B515-4910-93A9-1A499EB77362}" dt="2023-03-11T21:33:40.081" v="1608" actId="113"/>
        <pc:sldMkLst>
          <pc:docMk/>
          <pc:sldMk cId="530530540" sldId="553"/>
        </pc:sldMkLst>
        <pc:spChg chg="mod">
          <ac:chgData name="强 李" userId="cd6c7ec7188785ae" providerId="LiveId" clId="{662C0930-B515-4910-93A9-1A499EB77362}" dt="2023-03-11T21:33:40.081" v="1608" actId="113"/>
          <ac:spMkLst>
            <pc:docMk/>
            <pc:sldMk cId="530530540" sldId="553"/>
            <ac:spMk id="2" creationId="{00000000-0000-0000-0000-000000000000}"/>
          </ac:spMkLst>
        </pc:spChg>
        <pc:spChg chg="add del">
          <ac:chgData name="强 李" userId="cd6c7ec7188785ae" providerId="LiveId" clId="{662C0930-B515-4910-93A9-1A499EB77362}" dt="2023-03-11T06:37:14.192" v="302"/>
          <ac:spMkLst>
            <pc:docMk/>
            <pc:sldMk cId="530530540" sldId="553"/>
            <ac:spMk id="3" creationId="{A1973529-9132-C3AF-D21F-CA9FB739F487}"/>
          </ac:spMkLst>
        </pc:spChg>
        <pc:spChg chg="add del">
          <ac:chgData name="强 李" userId="cd6c7ec7188785ae" providerId="LiveId" clId="{662C0930-B515-4910-93A9-1A499EB77362}" dt="2023-03-11T06:50:29.427" v="440"/>
          <ac:spMkLst>
            <pc:docMk/>
            <pc:sldMk cId="530530540" sldId="553"/>
            <ac:spMk id="4" creationId="{62BC4176-1488-834D-2BF5-D925B7A75354}"/>
          </ac:spMkLst>
        </pc:spChg>
        <pc:spChg chg="mod">
          <ac:chgData name="强 李" userId="cd6c7ec7188785ae" providerId="LiveId" clId="{662C0930-B515-4910-93A9-1A499EB77362}" dt="2023-03-11T21:32:57.781" v="1606" actId="20577"/>
          <ac:spMkLst>
            <pc:docMk/>
            <pc:sldMk cId="530530540" sldId="553"/>
            <ac:spMk id="18" creationId="{00000000-0000-0000-0000-000000000000}"/>
          </ac:spMkLst>
        </pc:spChg>
        <pc:grpChg chg="del">
          <ac:chgData name="强 李" userId="cd6c7ec7188785ae" providerId="LiveId" clId="{662C0930-B515-4910-93A9-1A499EB77362}" dt="2023-03-11T06:54:22.696" v="540" actId="478"/>
          <ac:grpSpMkLst>
            <pc:docMk/>
            <pc:sldMk cId="530530540" sldId="553"/>
            <ac:grpSpMk id="5" creationId="{66B526DA-78B5-EF99-F66F-28E8DE868CF9}"/>
          </ac:grpSpMkLst>
        </pc:grpChg>
      </pc:sldChg>
      <pc:sldChg chg="addSp modSp add mod ord">
        <pc:chgData name="强 李" userId="cd6c7ec7188785ae" providerId="LiveId" clId="{662C0930-B515-4910-93A9-1A499EB77362}" dt="2023-03-11T21:05:54.468" v="1469" actId="1076"/>
        <pc:sldMkLst>
          <pc:docMk/>
          <pc:sldMk cId="3418790839" sldId="554"/>
        </pc:sldMkLst>
        <pc:spChg chg="mod">
          <ac:chgData name="强 李" userId="cd6c7ec7188785ae" providerId="LiveId" clId="{662C0930-B515-4910-93A9-1A499EB77362}" dt="2023-03-11T21:05:54.468" v="1469" actId="1076"/>
          <ac:spMkLst>
            <pc:docMk/>
            <pc:sldMk cId="3418790839" sldId="554"/>
            <ac:spMk id="2" creationId="{00000000-0000-0000-0000-000000000000}"/>
          </ac:spMkLst>
        </pc:spChg>
        <pc:spChg chg="mod">
          <ac:chgData name="强 李" userId="cd6c7ec7188785ae" providerId="LiveId" clId="{662C0930-B515-4910-93A9-1A499EB77362}" dt="2023-03-11T08:19:43.130" v="1425" actId="20577"/>
          <ac:spMkLst>
            <pc:docMk/>
            <pc:sldMk cId="3418790839" sldId="554"/>
            <ac:spMk id="18" creationId="{00000000-0000-0000-0000-000000000000}"/>
          </ac:spMkLst>
        </pc:spChg>
        <pc:graphicFrameChg chg="add mod modGraphic">
          <ac:chgData name="强 李" userId="cd6c7ec7188785ae" providerId="LiveId" clId="{662C0930-B515-4910-93A9-1A499EB77362}" dt="2023-03-11T06:47:45.154" v="418" actId="404"/>
          <ac:graphicFrameMkLst>
            <pc:docMk/>
            <pc:sldMk cId="3418790839" sldId="554"/>
            <ac:graphicFrameMk id="3" creationId="{834FEE26-B6D8-F604-DE97-236834A9A579}"/>
          </ac:graphicFrameMkLst>
        </pc:graphicFrameChg>
        <pc:cxnChg chg="add">
          <ac:chgData name="强 李" userId="cd6c7ec7188785ae" providerId="LiveId" clId="{662C0930-B515-4910-93A9-1A499EB77362}" dt="2023-03-11T21:05:37.552" v="1467" actId="11529"/>
          <ac:cxnSpMkLst>
            <pc:docMk/>
            <pc:sldMk cId="3418790839" sldId="554"/>
            <ac:cxnSpMk id="5" creationId="{9CA26DAA-ACC3-E965-66E4-F6A39B93A5B3}"/>
          </ac:cxnSpMkLst>
        </pc:cxnChg>
      </pc:sldChg>
      <pc:sldChg chg="addSp modSp add del mod ord setBg">
        <pc:chgData name="强 李" userId="cd6c7ec7188785ae" providerId="LiveId" clId="{662C0930-B515-4910-93A9-1A499EB77362}" dt="2023-03-11T06:45:36.380" v="396" actId="47"/>
        <pc:sldMkLst>
          <pc:docMk/>
          <pc:sldMk cId="1782103472" sldId="555"/>
        </pc:sldMkLst>
        <pc:spChg chg="mod">
          <ac:chgData name="强 李" userId="cd6c7ec7188785ae" providerId="LiveId" clId="{662C0930-B515-4910-93A9-1A499EB77362}" dt="2023-03-11T06:40:21.913" v="364"/>
          <ac:spMkLst>
            <pc:docMk/>
            <pc:sldMk cId="1782103472" sldId="555"/>
            <ac:spMk id="18" creationId="{00000000-0000-0000-0000-000000000000}"/>
          </ac:spMkLst>
        </pc:spChg>
        <pc:spChg chg="add">
          <ac:chgData name="强 李" userId="cd6c7ec7188785ae" providerId="LiveId" clId="{662C0930-B515-4910-93A9-1A499EB77362}" dt="2023-03-11T06:39:41.993" v="351" actId="26606"/>
          <ac:spMkLst>
            <pc:docMk/>
            <pc:sldMk cId="1782103472" sldId="555"/>
            <ac:spMk id="23" creationId="{56E9B3E6-E277-4D68-BA48-9CB43FFBD6E2}"/>
          </ac:spMkLst>
        </pc:spChg>
        <pc:spChg chg="add">
          <ac:chgData name="强 李" userId="cd6c7ec7188785ae" providerId="LiveId" clId="{662C0930-B515-4910-93A9-1A499EB77362}" dt="2023-03-11T06:39:41.993" v="351" actId="26606"/>
          <ac:spMkLst>
            <pc:docMk/>
            <pc:sldMk cId="1782103472" sldId="555"/>
            <ac:spMk id="30" creationId="{D5B0017B-2ECA-49AF-B397-DC140825DF8D}"/>
          </ac:spMkLst>
        </pc:spChg>
        <pc:grpChg chg="add">
          <ac:chgData name="强 李" userId="cd6c7ec7188785ae" providerId="LiveId" clId="{662C0930-B515-4910-93A9-1A499EB77362}" dt="2023-03-11T06:39:41.993" v="351" actId="26606"/>
          <ac:grpSpMkLst>
            <pc:docMk/>
            <pc:sldMk cId="1782103472" sldId="555"/>
            <ac:grpSpMk id="25" creationId="{AE1C45F0-260A-458C-96ED-C1F6D2151219}"/>
          </ac:grpSpMkLst>
        </pc:grpChg>
        <pc:graphicFrameChg chg="mod modGraphic">
          <ac:chgData name="强 李" userId="cd6c7ec7188785ae" providerId="LiveId" clId="{662C0930-B515-4910-93A9-1A499EB77362}" dt="2023-03-11T06:42:03.512" v="377" actId="403"/>
          <ac:graphicFrameMkLst>
            <pc:docMk/>
            <pc:sldMk cId="1782103472" sldId="555"/>
            <ac:graphicFrameMk id="5" creationId="{6AB369E9-7320-DE30-3AFD-31DAAE20458E}"/>
          </ac:graphicFrameMkLst>
        </pc:graphicFrameChg>
        <pc:cxnChg chg="add">
          <ac:chgData name="强 李" userId="cd6c7ec7188785ae" providerId="LiveId" clId="{662C0930-B515-4910-93A9-1A499EB77362}" dt="2023-03-11T06:39:41.993" v="351" actId="26606"/>
          <ac:cxnSpMkLst>
            <pc:docMk/>
            <pc:sldMk cId="1782103472" sldId="555"/>
            <ac:cxnSpMk id="32" creationId="{6CF1BAF6-AD41-4082-B212-8A1F9A2E8779}"/>
          </ac:cxnSpMkLst>
        </pc:cxnChg>
      </pc:sldChg>
      <pc:sldChg chg="addSp delSp modSp add mod">
        <pc:chgData name="强 李" userId="cd6c7ec7188785ae" providerId="LiveId" clId="{662C0930-B515-4910-93A9-1A499EB77362}" dt="2023-03-11T21:48:20.335" v="1671" actId="403"/>
        <pc:sldMkLst>
          <pc:docMk/>
          <pc:sldMk cId="3692116085" sldId="555"/>
        </pc:sldMkLst>
        <pc:spChg chg="mod">
          <ac:chgData name="强 李" userId="cd6c7ec7188785ae" providerId="LiveId" clId="{662C0930-B515-4910-93A9-1A499EB77362}" dt="2023-03-11T21:48:20.335" v="1671" actId="403"/>
          <ac:spMkLst>
            <pc:docMk/>
            <pc:sldMk cId="3692116085" sldId="555"/>
            <ac:spMk id="2" creationId="{00000000-0000-0000-0000-000000000000}"/>
          </ac:spMkLst>
        </pc:spChg>
        <pc:spChg chg="mod">
          <ac:chgData name="强 李" userId="cd6c7ec7188785ae" providerId="LiveId" clId="{662C0930-B515-4910-93A9-1A499EB77362}" dt="2023-03-11T07:27:25.286" v="955" actId="20577"/>
          <ac:spMkLst>
            <pc:docMk/>
            <pc:sldMk cId="3692116085" sldId="555"/>
            <ac:spMk id="5" creationId="{F26E2100-C214-5D1E-3B58-C2ED1ECE553C}"/>
          </ac:spMkLst>
        </pc:spChg>
        <pc:spChg chg="add del">
          <ac:chgData name="强 李" userId="cd6c7ec7188785ae" providerId="LiveId" clId="{662C0930-B515-4910-93A9-1A499EB77362}" dt="2023-03-11T07:03:04.489" v="660"/>
          <ac:spMkLst>
            <pc:docMk/>
            <pc:sldMk cId="3692116085" sldId="555"/>
            <ac:spMk id="6" creationId="{1667CC5F-FC83-D413-8A20-3CC1CD282029}"/>
          </ac:spMkLst>
        </pc:spChg>
        <pc:spChg chg="add del">
          <ac:chgData name="强 李" userId="cd6c7ec7188785ae" providerId="LiveId" clId="{662C0930-B515-4910-93A9-1A499EB77362}" dt="2023-03-11T21:47:41.639" v="1664"/>
          <ac:spMkLst>
            <pc:docMk/>
            <pc:sldMk cId="3692116085" sldId="555"/>
            <ac:spMk id="6" creationId="{E24A43C6-6F7B-B2D9-C7C7-8FF2ED55D25A}"/>
          </ac:spMkLst>
        </pc:spChg>
        <pc:spChg chg="mod">
          <ac:chgData name="强 李" userId="cd6c7ec7188785ae" providerId="LiveId" clId="{662C0930-B515-4910-93A9-1A499EB77362}" dt="2023-03-11T07:06:53.417" v="720" actId="20577"/>
          <ac:spMkLst>
            <pc:docMk/>
            <pc:sldMk cId="3692116085" sldId="555"/>
            <ac:spMk id="18" creationId="{00000000-0000-0000-0000-000000000000}"/>
          </ac:spMkLst>
        </pc:spChg>
        <pc:grpChg chg="add mod">
          <ac:chgData name="强 李" userId="cd6c7ec7188785ae" providerId="LiveId" clId="{662C0930-B515-4910-93A9-1A499EB77362}" dt="2023-03-11T07:02:18.831" v="643"/>
          <ac:grpSpMkLst>
            <pc:docMk/>
            <pc:sldMk cId="3692116085" sldId="555"/>
            <ac:grpSpMk id="3" creationId="{396B3AF0-3B7B-BB39-F9D1-6251432A74D1}"/>
          </ac:grpSpMkLst>
        </pc:grpChg>
        <pc:picChg chg="mod">
          <ac:chgData name="强 李" userId="cd6c7ec7188785ae" providerId="LiveId" clId="{662C0930-B515-4910-93A9-1A499EB77362}" dt="2023-03-11T07:02:18.831" v="643"/>
          <ac:picMkLst>
            <pc:docMk/>
            <pc:sldMk cId="3692116085" sldId="555"/>
            <ac:picMk id="4" creationId="{A8A77838-51F2-553E-DE91-246079D7696B}"/>
          </ac:picMkLst>
        </pc:picChg>
      </pc:sldChg>
      <pc:sldChg chg="delSp modSp add mod">
        <pc:chgData name="强 李" userId="cd6c7ec7188785ae" providerId="LiveId" clId="{662C0930-B515-4910-93A9-1A499EB77362}" dt="2023-03-11T21:52:05.085" v="1753"/>
        <pc:sldMkLst>
          <pc:docMk/>
          <pc:sldMk cId="996529028" sldId="556"/>
        </pc:sldMkLst>
        <pc:spChg chg="mod">
          <ac:chgData name="强 李" userId="cd6c7ec7188785ae" providerId="LiveId" clId="{662C0930-B515-4910-93A9-1A499EB77362}" dt="2023-03-11T21:52:05.085" v="1753"/>
          <ac:spMkLst>
            <pc:docMk/>
            <pc:sldMk cId="996529028" sldId="556"/>
            <ac:spMk id="2" creationId="{00000000-0000-0000-0000-000000000000}"/>
          </ac:spMkLst>
        </pc:spChg>
        <pc:spChg chg="mod">
          <ac:chgData name="强 李" userId="cd6c7ec7188785ae" providerId="LiveId" clId="{662C0930-B515-4910-93A9-1A499EB77362}" dt="2023-03-11T07:04:15.180" v="683"/>
          <ac:spMkLst>
            <pc:docMk/>
            <pc:sldMk cId="996529028" sldId="556"/>
            <ac:spMk id="18" creationId="{00000000-0000-0000-0000-000000000000}"/>
          </ac:spMkLst>
        </pc:spChg>
        <pc:grpChg chg="del">
          <ac:chgData name="强 李" userId="cd6c7ec7188785ae" providerId="LiveId" clId="{662C0930-B515-4910-93A9-1A499EB77362}" dt="2023-03-11T07:05:49.780" v="712" actId="478"/>
          <ac:grpSpMkLst>
            <pc:docMk/>
            <pc:sldMk cId="996529028" sldId="556"/>
            <ac:grpSpMk id="3" creationId="{396B3AF0-3B7B-BB39-F9D1-6251432A74D1}"/>
          </ac:grpSpMkLst>
        </pc:grpChg>
      </pc:sldChg>
      <pc:sldChg chg="new del">
        <pc:chgData name="强 李" userId="cd6c7ec7188785ae" providerId="LiveId" clId="{662C0930-B515-4910-93A9-1A499EB77362}" dt="2023-03-11T07:03:19.054" v="666" actId="47"/>
        <pc:sldMkLst>
          <pc:docMk/>
          <pc:sldMk cId="2356210197" sldId="556"/>
        </pc:sldMkLst>
      </pc:sldChg>
      <pc:sldChg chg="addSp delSp modSp add mod">
        <pc:chgData name="强 李" userId="cd6c7ec7188785ae" providerId="LiveId" clId="{662C0930-B515-4910-93A9-1A499EB77362}" dt="2023-03-11T22:03:15.695" v="1820"/>
        <pc:sldMkLst>
          <pc:docMk/>
          <pc:sldMk cId="1560840645" sldId="557"/>
        </pc:sldMkLst>
        <pc:spChg chg="mod">
          <ac:chgData name="强 李" userId="cd6c7ec7188785ae" providerId="LiveId" clId="{662C0930-B515-4910-93A9-1A499EB77362}" dt="2023-03-11T22:03:15.695" v="1820"/>
          <ac:spMkLst>
            <pc:docMk/>
            <pc:sldMk cId="1560840645" sldId="557"/>
            <ac:spMk id="2" creationId="{00000000-0000-0000-0000-000000000000}"/>
          </ac:spMkLst>
        </pc:spChg>
        <pc:spChg chg="mod">
          <ac:chgData name="强 李" userId="cd6c7ec7188785ae" providerId="LiveId" clId="{662C0930-B515-4910-93A9-1A499EB77362}" dt="2023-03-11T07:27:32.565" v="958" actId="20577"/>
          <ac:spMkLst>
            <pc:docMk/>
            <pc:sldMk cId="1560840645" sldId="557"/>
            <ac:spMk id="5" creationId="{D2EF1E1C-FCA8-3AB8-BA6B-18883F543FA0}"/>
          </ac:spMkLst>
        </pc:spChg>
        <pc:spChg chg="add mod">
          <ac:chgData name="强 李" userId="cd6c7ec7188785ae" providerId="LiveId" clId="{662C0930-B515-4910-93A9-1A499EB77362}" dt="2023-03-11T07:36:36.837" v="1067" actId="20577"/>
          <ac:spMkLst>
            <pc:docMk/>
            <pc:sldMk cId="1560840645" sldId="557"/>
            <ac:spMk id="6" creationId="{E9162F18-D987-C5F3-DE29-50E61F685379}"/>
          </ac:spMkLst>
        </pc:spChg>
        <pc:spChg chg="del">
          <ac:chgData name="强 李" userId="cd6c7ec7188785ae" providerId="LiveId" clId="{662C0930-B515-4910-93A9-1A499EB77362}" dt="2023-03-11T07:36:04.326" v="1056" actId="478"/>
          <ac:spMkLst>
            <pc:docMk/>
            <pc:sldMk cId="1560840645" sldId="557"/>
            <ac:spMk id="18" creationId="{00000000-0000-0000-0000-000000000000}"/>
          </ac:spMkLst>
        </pc:spChg>
        <pc:grpChg chg="add del mod">
          <ac:chgData name="强 李" userId="cd6c7ec7188785ae" providerId="LiveId" clId="{662C0930-B515-4910-93A9-1A499EB77362}" dt="2023-03-11T07:32:55.346" v="1009" actId="478"/>
          <ac:grpSpMkLst>
            <pc:docMk/>
            <pc:sldMk cId="1560840645" sldId="557"/>
            <ac:grpSpMk id="3" creationId="{5AB7B9BB-BF5F-1016-F7B7-FFAEAEFD6106}"/>
          </ac:grpSpMkLst>
        </pc:grpChg>
        <pc:picChg chg="mod">
          <ac:chgData name="强 李" userId="cd6c7ec7188785ae" providerId="LiveId" clId="{662C0930-B515-4910-93A9-1A499EB77362}" dt="2023-03-11T07:27:07.525" v="929"/>
          <ac:picMkLst>
            <pc:docMk/>
            <pc:sldMk cId="1560840645" sldId="557"/>
            <ac:picMk id="4" creationId="{093C7B6F-EB40-A533-DCE7-A0EBFF60C517}"/>
          </ac:picMkLst>
        </pc:picChg>
      </pc:sldChg>
      <pc:sldChg chg="addSp delSp modSp add mod">
        <pc:chgData name="强 李" userId="cd6c7ec7188785ae" providerId="LiveId" clId="{662C0930-B515-4910-93A9-1A499EB77362}" dt="2023-03-11T22:04:12.835" v="1825" actId="1076"/>
        <pc:sldMkLst>
          <pc:docMk/>
          <pc:sldMk cId="3879874253" sldId="558"/>
        </pc:sldMkLst>
        <pc:spChg chg="mod">
          <ac:chgData name="强 李" userId="cd6c7ec7188785ae" providerId="LiveId" clId="{662C0930-B515-4910-93A9-1A499EB77362}" dt="2023-03-11T22:04:12.835" v="1825" actId="1076"/>
          <ac:spMkLst>
            <pc:docMk/>
            <pc:sldMk cId="3879874253" sldId="558"/>
            <ac:spMk id="2" creationId="{00000000-0000-0000-0000-000000000000}"/>
          </ac:spMkLst>
        </pc:spChg>
        <pc:spChg chg="mod">
          <ac:chgData name="强 李" userId="cd6c7ec7188785ae" providerId="LiveId" clId="{662C0930-B515-4910-93A9-1A499EB77362}" dt="2023-03-11T22:03:36.413" v="1822" actId="20577"/>
          <ac:spMkLst>
            <pc:docMk/>
            <pc:sldMk cId="3879874253" sldId="558"/>
            <ac:spMk id="5" creationId="{D2EF1E1C-FCA8-3AB8-BA6B-18883F543FA0}"/>
          </ac:spMkLst>
        </pc:spChg>
        <pc:spChg chg="add mod">
          <ac:chgData name="强 李" userId="cd6c7ec7188785ae" providerId="LiveId" clId="{662C0930-B515-4910-93A9-1A499EB77362}" dt="2023-03-11T07:36:40.016" v="1068" actId="20577"/>
          <ac:spMkLst>
            <pc:docMk/>
            <pc:sldMk cId="3879874253" sldId="558"/>
            <ac:spMk id="6" creationId="{EF23C510-2016-A407-597D-D4AC06000692}"/>
          </ac:spMkLst>
        </pc:spChg>
        <pc:spChg chg="del">
          <ac:chgData name="强 李" userId="cd6c7ec7188785ae" providerId="LiveId" clId="{662C0930-B515-4910-93A9-1A499EB77362}" dt="2023-03-11T07:36:09.088" v="1058" actId="478"/>
          <ac:spMkLst>
            <pc:docMk/>
            <pc:sldMk cId="3879874253" sldId="558"/>
            <ac:spMk id="18" creationId="{00000000-0000-0000-0000-000000000000}"/>
          </ac:spMkLst>
        </pc:spChg>
        <pc:grpChg chg="mod">
          <ac:chgData name="强 李" userId="cd6c7ec7188785ae" providerId="LiveId" clId="{662C0930-B515-4910-93A9-1A499EB77362}" dt="2023-03-11T07:32:18.022" v="1007" actId="1076"/>
          <ac:grpSpMkLst>
            <pc:docMk/>
            <pc:sldMk cId="3879874253" sldId="558"/>
            <ac:grpSpMk id="3" creationId="{5AB7B9BB-BF5F-1016-F7B7-FFAEAEFD6106}"/>
          </ac:grpSpMkLst>
        </pc:grpChg>
      </pc:sldChg>
      <pc:sldChg chg="add del">
        <pc:chgData name="强 李" userId="cd6c7ec7188785ae" providerId="LiveId" clId="{662C0930-B515-4910-93A9-1A499EB77362}" dt="2023-03-11T22:12:27.879" v="1855" actId="47"/>
        <pc:sldMkLst>
          <pc:docMk/>
          <pc:sldMk cId="3306781835" sldId="559"/>
        </pc:sldMkLst>
      </pc:sldChg>
      <pc:sldChg chg="modSp add del mod ord setBg">
        <pc:chgData name="强 李" userId="cd6c7ec7188785ae" providerId="LiveId" clId="{662C0930-B515-4910-93A9-1A499EB77362}" dt="2023-03-11T08:18:53.822" v="1415" actId="20577"/>
        <pc:sldMkLst>
          <pc:docMk/>
          <pc:sldMk cId="1911491714" sldId="560"/>
        </pc:sldMkLst>
        <pc:spChg chg="mod">
          <ac:chgData name="强 李" userId="cd6c7ec7188785ae" providerId="LiveId" clId="{662C0930-B515-4910-93A9-1A499EB77362}" dt="2023-03-11T08:18:50.703" v="1413" actId="20577"/>
          <ac:spMkLst>
            <pc:docMk/>
            <pc:sldMk cId="1911491714" sldId="560"/>
            <ac:spMk id="4" creationId="{00000000-0000-0000-0000-000000000000}"/>
          </ac:spMkLst>
        </pc:spChg>
        <pc:spChg chg="mod">
          <ac:chgData name="强 李" userId="cd6c7ec7188785ae" providerId="LiveId" clId="{662C0930-B515-4910-93A9-1A499EB77362}" dt="2023-03-11T08:18:53.822" v="1415" actId="20577"/>
          <ac:spMkLst>
            <pc:docMk/>
            <pc:sldMk cId="1911491714" sldId="560"/>
            <ac:spMk id="5" creationId="{00000000-0000-0000-0000-000000000000}"/>
          </ac:spMkLst>
        </pc:spChg>
      </pc:sldChg>
      <pc:sldChg chg="modSp add mod">
        <pc:chgData name="强 李" userId="cd6c7ec7188785ae" providerId="LiveId" clId="{662C0930-B515-4910-93A9-1A499EB77362}" dt="2023-03-11T21:52:35.144" v="1759" actId="14100"/>
        <pc:sldMkLst>
          <pc:docMk/>
          <pc:sldMk cId="158457568" sldId="561"/>
        </pc:sldMkLst>
        <pc:spChg chg="mod">
          <ac:chgData name="强 李" userId="cd6c7ec7188785ae" providerId="LiveId" clId="{662C0930-B515-4910-93A9-1A499EB77362}" dt="2023-03-11T21:39:38.828" v="1631"/>
          <ac:spMkLst>
            <pc:docMk/>
            <pc:sldMk cId="158457568" sldId="561"/>
            <ac:spMk id="2" creationId="{00000000-0000-0000-0000-000000000000}"/>
          </ac:spMkLst>
        </pc:spChg>
        <pc:spChg chg="mod">
          <ac:chgData name="强 李" userId="cd6c7ec7188785ae" providerId="LiveId" clId="{662C0930-B515-4910-93A9-1A499EB77362}" dt="2023-03-11T21:52:35.144" v="1759" actId="14100"/>
          <ac:spMkLst>
            <pc:docMk/>
            <pc:sldMk cId="158457568" sldId="561"/>
            <ac:spMk id="18" creationId="{00000000-0000-0000-0000-000000000000}"/>
          </ac:spMkLst>
        </pc:spChg>
      </pc:sldChg>
    </pc:docChg>
  </pc:docChgLst>
  <pc:docChgLst>
    <pc:chgData name="李 强" userId="cd6c7ec7188785ae" providerId="LiveId" clId="{A0AD0D13-0BFD-4F11-9585-DCCAE7360DFB}"/>
    <pc:docChg chg="undo custSel addSld delSld modSld sldOrd">
      <pc:chgData name="李 强" userId="cd6c7ec7188785ae" providerId="LiveId" clId="{A0AD0D13-0BFD-4F11-9585-DCCAE7360DFB}" dt="2023-02-18T22:02:41.586" v="492" actId="255"/>
      <pc:docMkLst>
        <pc:docMk/>
      </pc:docMkLst>
      <pc:sldChg chg="modSp mod">
        <pc:chgData name="李 强" userId="cd6c7ec7188785ae" providerId="LiveId" clId="{A0AD0D13-0BFD-4F11-9585-DCCAE7360DFB}" dt="2023-02-18T14:05:07.474" v="2" actId="20577"/>
        <pc:sldMkLst>
          <pc:docMk/>
          <pc:sldMk cId="0" sldId="413"/>
        </pc:sldMkLst>
        <pc:spChg chg="mod">
          <ac:chgData name="李 强" userId="cd6c7ec7188785ae" providerId="LiveId" clId="{A0AD0D13-0BFD-4F11-9585-DCCAE7360DFB}" dt="2023-02-18T14:05:07.474" v="2" actId="20577"/>
          <ac:spMkLst>
            <pc:docMk/>
            <pc:sldMk cId="0" sldId="413"/>
            <ac:spMk id="4" creationId="{00000000-0000-0000-0000-000000000000}"/>
          </ac:spMkLst>
        </pc:spChg>
      </pc:sldChg>
      <pc:sldChg chg="addSp delSp modSp mod modShow">
        <pc:chgData name="李 强" userId="cd6c7ec7188785ae" providerId="LiveId" clId="{A0AD0D13-0BFD-4F11-9585-DCCAE7360DFB}" dt="2023-02-18T21:02:35.854" v="197"/>
        <pc:sldMkLst>
          <pc:docMk/>
          <pc:sldMk cId="0" sldId="425"/>
        </pc:sldMkLst>
        <pc:spChg chg="del mod">
          <ac:chgData name="李 强" userId="cd6c7ec7188785ae" providerId="LiveId" clId="{A0AD0D13-0BFD-4F11-9585-DCCAE7360DFB}" dt="2023-02-18T21:00:06.895" v="170" actId="12084"/>
          <ac:spMkLst>
            <pc:docMk/>
            <pc:sldMk cId="0" sldId="425"/>
            <ac:spMk id="2" creationId="{00000000-0000-0000-0000-000000000000}"/>
          </ac:spMkLst>
        </pc:spChg>
        <pc:spChg chg="mod">
          <ac:chgData name="李 强" userId="cd6c7ec7188785ae" providerId="LiveId" clId="{A0AD0D13-0BFD-4F11-9585-DCCAE7360DFB}" dt="2023-02-18T21:01:38.486" v="195" actId="14100"/>
          <ac:spMkLst>
            <pc:docMk/>
            <pc:sldMk cId="0" sldId="425"/>
            <ac:spMk id="18" creationId="{00000000-0000-0000-0000-000000000000}"/>
          </ac:spMkLst>
        </pc:spChg>
        <pc:graphicFrameChg chg="add mod">
          <ac:chgData name="李 强" userId="cd6c7ec7188785ae" providerId="LiveId" clId="{A0AD0D13-0BFD-4F11-9585-DCCAE7360DFB}" dt="2023-02-18T21:02:35.854" v="197"/>
          <ac:graphicFrameMkLst>
            <pc:docMk/>
            <pc:sldMk cId="0" sldId="425"/>
            <ac:graphicFrameMk id="5" creationId="{6AB369E9-7320-DE30-3AFD-31DAAE20458E}"/>
          </ac:graphicFrameMkLst>
        </pc:graphicFrameChg>
        <pc:picChg chg="add del mod">
          <ac:chgData name="李 强" userId="cd6c7ec7188785ae" providerId="LiveId" clId="{A0AD0D13-0BFD-4F11-9585-DCCAE7360DFB}" dt="2023-02-18T20:57:43.430" v="165" actId="478"/>
          <ac:picMkLst>
            <pc:docMk/>
            <pc:sldMk cId="0" sldId="425"/>
            <ac:picMk id="4" creationId="{27225987-7E0F-6DA0-ECD3-734739A316A7}"/>
          </ac:picMkLst>
        </pc:picChg>
      </pc:sldChg>
      <pc:sldChg chg="del">
        <pc:chgData name="李 强" userId="cd6c7ec7188785ae" providerId="LiveId" clId="{A0AD0D13-0BFD-4F11-9585-DCCAE7360DFB}" dt="2023-02-18T14:05:02.428" v="1" actId="47"/>
        <pc:sldMkLst>
          <pc:docMk/>
          <pc:sldMk cId="0" sldId="427"/>
        </pc:sldMkLst>
      </pc:sldChg>
      <pc:sldChg chg="del">
        <pc:chgData name="李 强" userId="cd6c7ec7188785ae" providerId="LiveId" clId="{A0AD0D13-0BFD-4F11-9585-DCCAE7360DFB}" dt="2023-02-18T14:05:02.428" v="1" actId="47"/>
        <pc:sldMkLst>
          <pc:docMk/>
          <pc:sldMk cId="3608494230" sldId="530"/>
        </pc:sldMkLst>
      </pc:sldChg>
      <pc:sldChg chg="addSp delSp modSp add del mod ord">
        <pc:chgData name="李 强" userId="cd6c7ec7188785ae" providerId="LiveId" clId="{A0AD0D13-0BFD-4F11-9585-DCCAE7360DFB}" dt="2023-02-18T21:13:58.400" v="255" actId="1076"/>
        <pc:sldMkLst>
          <pc:docMk/>
          <pc:sldMk cId="54695671" sldId="531"/>
        </pc:sldMkLst>
        <pc:spChg chg="mod">
          <ac:chgData name="李 强" userId="cd6c7ec7188785ae" providerId="LiveId" clId="{A0AD0D13-0BFD-4F11-9585-DCCAE7360DFB}" dt="2023-02-18T21:13:51.529" v="253" actId="6549"/>
          <ac:spMkLst>
            <pc:docMk/>
            <pc:sldMk cId="54695671" sldId="531"/>
            <ac:spMk id="2" creationId="{00000000-0000-0000-0000-000000000000}"/>
          </ac:spMkLst>
        </pc:spChg>
        <pc:spChg chg="mod">
          <ac:chgData name="李 强" userId="cd6c7ec7188785ae" providerId="LiveId" clId="{A0AD0D13-0BFD-4F11-9585-DCCAE7360DFB}" dt="2023-02-18T21:13:48.208" v="252"/>
          <ac:spMkLst>
            <pc:docMk/>
            <pc:sldMk cId="54695671" sldId="531"/>
            <ac:spMk id="7" creationId="{2D1A8CAF-63CC-1BAD-13AD-0325E43D050B}"/>
          </ac:spMkLst>
        </pc:spChg>
        <pc:spChg chg="mod">
          <ac:chgData name="李 强" userId="cd6c7ec7188785ae" providerId="LiveId" clId="{A0AD0D13-0BFD-4F11-9585-DCCAE7360DFB}" dt="2023-02-18T14:19:59.465" v="15"/>
          <ac:spMkLst>
            <pc:docMk/>
            <pc:sldMk cId="54695671" sldId="531"/>
            <ac:spMk id="18" creationId="{00000000-0000-0000-0000-000000000000}"/>
          </ac:spMkLst>
        </pc:spChg>
        <pc:grpChg chg="add mod">
          <ac:chgData name="李 强" userId="cd6c7ec7188785ae" providerId="LiveId" clId="{A0AD0D13-0BFD-4F11-9585-DCCAE7360DFB}" dt="2023-02-18T21:13:58.400" v="255" actId="1076"/>
          <ac:grpSpMkLst>
            <pc:docMk/>
            <pc:sldMk cId="54695671" sldId="531"/>
            <ac:grpSpMk id="5" creationId="{66B526DA-78B5-EF99-F66F-28E8DE868CF9}"/>
          </ac:grpSpMkLst>
        </pc:grpChg>
        <pc:picChg chg="add del mod">
          <ac:chgData name="李 强" userId="cd6c7ec7188785ae" providerId="LiveId" clId="{A0AD0D13-0BFD-4F11-9585-DCCAE7360DFB}" dt="2023-02-18T21:13:54.098" v="254" actId="478"/>
          <ac:picMkLst>
            <pc:docMk/>
            <pc:sldMk cId="54695671" sldId="531"/>
            <ac:picMk id="4" creationId="{A334C737-564D-2E1B-D7F5-75244E536269}"/>
          </ac:picMkLst>
        </pc:picChg>
        <pc:picChg chg="mod">
          <ac:chgData name="李 强" userId="cd6c7ec7188785ae" providerId="LiveId" clId="{A0AD0D13-0BFD-4F11-9585-DCCAE7360DFB}" dt="2023-02-18T21:13:31.748" v="247"/>
          <ac:picMkLst>
            <pc:docMk/>
            <pc:sldMk cId="54695671" sldId="531"/>
            <ac:picMk id="6" creationId="{7ED050C9-E1B9-1C8B-E9AC-6460500E2DCD}"/>
          </ac:picMkLst>
        </pc:picChg>
      </pc:sldChg>
      <pc:sldChg chg="del">
        <pc:chgData name="李 强" userId="cd6c7ec7188785ae" providerId="LiveId" clId="{A0AD0D13-0BFD-4F11-9585-DCCAE7360DFB}" dt="2023-02-18T14:05:02.428" v="1" actId="47"/>
        <pc:sldMkLst>
          <pc:docMk/>
          <pc:sldMk cId="3098698452" sldId="539"/>
        </pc:sldMkLst>
      </pc:sldChg>
      <pc:sldChg chg="del">
        <pc:chgData name="李 强" userId="cd6c7ec7188785ae" providerId="LiveId" clId="{A0AD0D13-0BFD-4F11-9585-DCCAE7360DFB}" dt="2023-02-18T14:05:02.428" v="1" actId="47"/>
        <pc:sldMkLst>
          <pc:docMk/>
          <pc:sldMk cId="1804281116" sldId="540"/>
        </pc:sldMkLst>
      </pc:sldChg>
      <pc:sldChg chg="modSp mod">
        <pc:chgData name="李 强" userId="cd6c7ec7188785ae" providerId="LiveId" clId="{A0AD0D13-0BFD-4F11-9585-DCCAE7360DFB}" dt="2023-02-18T21:23:04.632" v="330" actId="20577"/>
        <pc:sldMkLst>
          <pc:docMk/>
          <pc:sldMk cId="188333421" sldId="541"/>
        </pc:sldMkLst>
        <pc:spChg chg="mod">
          <ac:chgData name="李 强" userId="cd6c7ec7188785ae" providerId="LiveId" clId="{A0AD0D13-0BFD-4F11-9585-DCCAE7360DFB}" dt="2023-02-18T21:23:04.632" v="330" actId="20577"/>
          <ac:spMkLst>
            <pc:docMk/>
            <pc:sldMk cId="188333421" sldId="541"/>
            <ac:spMk id="2" creationId="{00000000-0000-0000-0000-000000000000}"/>
          </ac:spMkLst>
        </pc:spChg>
      </pc:sldChg>
      <pc:sldChg chg="addSp modSp mod">
        <pc:chgData name="李 强" userId="cd6c7ec7188785ae" providerId="LiveId" clId="{A0AD0D13-0BFD-4F11-9585-DCCAE7360DFB}" dt="2023-02-18T21:59:06.009" v="472" actId="108"/>
        <pc:sldMkLst>
          <pc:docMk/>
          <pc:sldMk cId="3014528576" sldId="542"/>
        </pc:sldMkLst>
        <pc:spChg chg="mod">
          <ac:chgData name="李 强" userId="cd6c7ec7188785ae" providerId="LiveId" clId="{A0AD0D13-0BFD-4F11-9585-DCCAE7360DFB}" dt="2023-02-18T21:59:06.009" v="472" actId="108"/>
          <ac:spMkLst>
            <pc:docMk/>
            <pc:sldMk cId="3014528576" sldId="542"/>
            <ac:spMk id="2" creationId="{00000000-0000-0000-0000-000000000000}"/>
          </ac:spMkLst>
        </pc:spChg>
        <pc:spChg chg="mod">
          <ac:chgData name="李 强" userId="cd6c7ec7188785ae" providerId="LiveId" clId="{A0AD0D13-0BFD-4F11-9585-DCCAE7360DFB}" dt="2023-02-18T21:16:15.920" v="307"/>
          <ac:spMkLst>
            <pc:docMk/>
            <pc:sldMk cId="3014528576" sldId="542"/>
            <ac:spMk id="5" creationId="{4A5AC82D-48F1-5DA2-0A95-193BBCEEA933}"/>
          </ac:spMkLst>
        </pc:spChg>
        <pc:grpChg chg="add mod">
          <ac:chgData name="李 强" userId="cd6c7ec7188785ae" providerId="LiveId" clId="{A0AD0D13-0BFD-4F11-9585-DCCAE7360DFB}" dt="2023-02-18T21:16:03.447" v="301" actId="1076"/>
          <ac:grpSpMkLst>
            <pc:docMk/>
            <pc:sldMk cId="3014528576" sldId="542"/>
            <ac:grpSpMk id="3" creationId="{726480B9-F738-F9C4-A3A9-291FDBCBE60B}"/>
          </ac:grpSpMkLst>
        </pc:grpChg>
        <pc:picChg chg="mod">
          <ac:chgData name="李 强" userId="cd6c7ec7188785ae" providerId="LiveId" clId="{A0AD0D13-0BFD-4F11-9585-DCCAE7360DFB}" dt="2023-02-18T21:15:58.004" v="299"/>
          <ac:picMkLst>
            <pc:docMk/>
            <pc:sldMk cId="3014528576" sldId="542"/>
            <ac:picMk id="4" creationId="{515BC975-09A1-48C6-8FED-743CBD34CC3B}"/>
          </ac:picMkLst>
        </pc:picChg>
      </pc:sldChg>
      <pc:sldChg chg="del">
        <pc:chgData name="李 强" userId="cd6c7ec7188785ae" providerId="LiveId" clId="{A0AD0D13-0BFD-4F11-9585-DCCAE7360DFB}" dt="2023-02-18T14:05:02.428" v="1" actId="47"/>
        <pc:sldMkLst>
          <pc:docMk/>
          <pc:sldMk cId="2346705434" sldId="544"/>
        </pc:sldMkLst>
      </pc:sldChg>
      <pc:sldChg chg="addSp delSp modSp mod">
        <pc:chgData name="李 强" userId="cd6c7ec7188785ae" providerId="LiveId" clId="{A0AD0D13-0BFD-4F11-9585-DCCAE7360DFB}" dt="2023-02-18T21:27:48.110" v="340" actId="20577"/>
        <pc:sldMkLst>
          <pc:docMk/>
          <pc:sldMk cId="1236072088" sldId="546"/>
        </pc:sldMkLst>
        <pc:spChg chg="mod">
          <ac:chgData name="李 强" userId="cd6c7ec7188785ae" providerId="LiveId" clId="{A0AD0D13-0BFD-4F11-9585-DCCAE7360DFB}" dt="2023-02-18T21:27:48.110" v="340" actId="20577"/>
          <ac:spMkLst>
            <pc:docMk/>
            <pc:sldMk cId="1236072088" sldId="546"/>
            <ac:spMk id="2" creationId="{00000000-0000-0000-0000-000000000000}"/>
          </ac:spMkLst>
        </pc:spChg>
        <pc:spChg chg="add del">
          <ac:chgData name="李 强" userId="cd6c7ec7188785ae" providerId="LiveId" clId="{A0AD0D13-0BFD-4F11-9585-DCCAE7360DFB}" dt="2023-02-18T21:12:00.948" v="222"/>
          <ac:spMkLst>
            <pc:docMk/>
            <pc:sldMk cId="1236072088" sldId="546"/>
            <ac:spMk id="4" creationId="{A40F4468-0073-3ECA-9CD9-F87616BD0B00}"/>
          </ac:spMkLst>
        </pc:spChg>
        <pc:spChg chg="add mod">
          <ac:chgData name="李 强" userId="cd6c7ec7188785ae" providerId="LiveId" clId="{A0AD0D13-0BFD-4F11-9585-DCCAE7360DFB}" dt="2023-02-18T21:12:38.373" v="226" actId="164"/>
          <ac:spMkLst>
            <pc:docMk/>
            <pc:sldMk cId="1236072088" sldId="546"/>
            <ac:spMk id="6" creationId="{C7DDE0EC-59DE-48FE-924A-E11B03032422}"/>
          </ac:spMkLst>
        </pc:spChg>
        <pc:grpChg chg="add mod">
          <ac:chgData name="李 强" userId="cd6c7ec7188785ae" providerId="LiveId" clId="{A0AD0D13-0BFD-4F11-9585-DCCAE7360DFB}" dt="2023-02-18T21:13:23.063" v="246" actId="1076"/>
          <ac:grpSpMkLst>
            <pc:docMk/>
            <pc:sldMk cId="1236072088" sldId="546"/>
            <ac:grpSpMk id="7" creationId="{8415C2D7-F2C8-1C6F-5DD8-9970E53E2F4E}"/>
          </ac:grpSpMkLst>
        </pc:grpChg>
        <pc:picChg chg="add mod">
          <ac:chgData name="李 强" userId="cd6c7ec7188785ae" providerId="LiveId" clId="{A0AD0D13-0BFD-4F11-9585-DCCAE7360DFB}" dt="2023-02-18T21:12:38.373" v="226" actId="164"/>
          <ac:picMkLst>
            <pc:docMk/>
            <pc:sldMk cId="1236072088" sldId="546"/>
            <ac:picMk id="3" creationId="{970178CA-16A9-F886-F888-C097DE33FCD7}"/>
          </ac:picMkLst>
        </pc:picChg>
      </pc:sldChg>
      <pc:sldChg chg="addSp modSp mod">
        <pc:chgData name="李 强" userId="cd6c7ec7188785ae" providerId="LiveId" clId="{A0AD0D13-0BFD-4F11-9585-DCCAE7360DFB}" dt="2023-02-18T21:47:29.054" v="348" actId="20577"/>
        <pc:sldMkLst>
          <pc:docMk/>
          <pc:sldMk cId="30193004" sldId="547"/>
        </pc:sldMkLst>
        <pc:spChg chg="mod">
          <ac:chgData name="李 强" userId="cd6c7ec7188785ae" providerId="LiveId" clId="{A0AD0D13-0BFD-4F11-9585-DCCAE7360DFB}" dt="2023-02-18T21:47:29.054" v="348" actId="20577"/>
          <ac:spMkLst>
            <pc:docMk/>
            <pc:sldMk cId="30193004" sldId="547"/>
            <ac:spMk id="2" creationId="{00000000-0000-0000-0000-000000000000}"/>
          </ac:spMkLst>
        </pc:spChg>
        <pc:spChg chg="mod">
          <ac:chgData name="李 强" userId="cd6c7ec7188785ae" providerId="LiveId" clId="{A0AD0D13-0BFD-4F11-9585-DCCAE7360DFB}" dt="2023-02-18T21:43:53.150" v="344"/>
          <ac:spMkLst>
            <pc:docMk/>
            <pc:sldMk cId="30193004" sldId="547"/>
            <ac:spMk id="5" creationId="{119776E6-13D0-E3C6-B0AF-0AE81EC32EB1}"/>
          </ac:spMkLst>
        </pc:spChg>
        <pc:grpChg chg="add mod">
          <ac:chgData name="李 强" userId="cd6c7ec7188785ae" providerId="LiveId" clId="{A0AD0D13-0BFD-4F11-9585-DCCAE7360DFB}" dt="2023-02-18T21:44:00.314" v="345" actId="1076"/>
          <ac:grpSpMkLst>
            <pc:docMk/>
            <pc:sldMk cId="30193004" sldId="547"/>
            <ac:grpSpMk id="3" creationId="{09E1F726-1044-0820-13BF-1422AEAF8B9A}"/>
          </ac:grpSpMkLst>
        </pc:grpChg>
        <pc:picChg chg="mod">
          <ac:chgData name="李 强" userId="cd6c7ec7188785ae" providerId="LiveId" clId="{A0AD0D13-0BFD-4F11-9585-DCCAE7360DFB}" dt="2023-02-18T21:12:53.547" v="227"/>
          <ac:picMkLst>
            <pc:docMk/>
            <pc:sldMk cId="30193004" sldId="547"/>
            <ac:picMk id="4" creationId="{338F6CE7-DF82-8F79-312B-B5451C1B1882}"/>
          </ac:picMkLst>
        </pc:picChg>
      </pc:sldChg>
      <pc:sldChg chg="addSp delSp modSp mod">
        <pc:chgData name="李 强" userId="cd6c7ec7188785ae" providerId="LiveId" clId="{A0AD0D13-0BFD-4F11-9585-DCCAE7360DFB}" dt="2023-02-18T22:02:41.586" v="492" actId="255"/>
        <pc:sldMkLst>
          <pc:docMk/>
          <pc:sldMk cId="1850033319" sldId="548"/>
        </pc:sldMkLst>
        <pc:spChg chg="mod">
          <ac:chgData name="李 强" userId="cd6c7ec7188785ae" providerId="LiveId" clId="{A0AD0D13-0BFD-4F11-9585-DCCAE7360DFB}" dt="2023-02-18T22:02:41.586" v="492" actId="255"/>
          <ac:spMkLst>
            <pc:docMk/>
            <pc:sldMk cId="1850033319" sldId="548"/>
            <ac:spMk id="2" creationId="{00000000-0000-0000-0000-000000000000}"/>
          </ac:spMkLst>
        </pc:spChg>
        <pc:spChg chg="mod">
          <ac:chgData name="李 强" userId="cd6c7ec7188785ae" providerId="LiveId" clId="{A0AD0D13-0BFD-4F11-9585-DCCAE7360DFB}" dt="2023-02-18T21:16:26.672" v="314"/>
          <ac:spMkLst>
            <pc:docMk/>
            <pc:sldMk cId="1850033319" sldId="548"/>
            <ac:spMk id="5" creationId="{AD90000D-A3AB-4A8E-D619-ACF05C853ADF}"/>
          </ac:spMkLst>
        </pc:spChg>
        <pc:spChg chg="add del">
          <ac:chgData name="李 强" userId="cd6c7ec7188785ae" providerId="LiveId" clId="{A0AD0D13-0BFD-4F11-9585-DCCAE7360DFB}" dt="2023-02-18T22:01:14.038" v="478"/>
          <ac:spMkLst>
            <pc:docMk/>
            <pc:sldMk cId="1850033319" sldId="548"/>
            <ac:spMk id="6" creationId="{0D605B4C-1607-2DBB-D37E-6709AAD130B0}"/>
          </ac:spMkLst>
        </pc:spChg>
        <pc:grpChg chg="add mod">
          <ac:chgData name="李 强" userId="cd6c7ec7188785ae" providerId="LiveId" clId="{A0AD0D13-0BFD-4F11-9585-DCCAE7360DFB}" dt="2023-02-18T21:14:25" v="258" actId="1076"/>
          <ac:grpSpMkLst>
            <pc:docMk/>
            <pc:sldMk cId="1850033319" sldId="548"/>
            <ac:grpSpMk id="3" creationId="{E3F25E25-2780-0BA4-5F1E-81FE86C42EC9}"/>
          </ac:grpSpMkLst>
        </pc:grpChg>
        <pc:picChg chg="mod">
          <ac:chgData name="李 强" userId="cd6c7ec7188785ae" providerId="LiveId" clId="{A0AD0D13-0BFD-4F11-9585-DCCAE7360DFB}" dt="2023-02-18T21:14:17.826" v="256"/>
          <ac:picMkLst>
            <pc:docMk/>
            <pc:sldMk cId="1850033319" sldId="548"/>
            <ac:picMk id="4" creationId="{1CFAAF72-0F47-0A47-6A0E-E70AE1FF0468}"/>
          </ac:picMkLst>
        </pc:picChg>
      </pc:sldChg>
      <pc:sldChg chg="addSp modSp mod">
        <pc:chgData name="李 强" userId="cd6c7ec7188785ae" providerId="LiveId" clId="{A0AD0D13-0BFD-4F11-9585-DCCAE7360DFB}" dt="2023-02-18T21:16:36.566" v="321"/>
        <pc:sldMkLst>
          <pc:docMk/>
          <pc:sldMk cId="2628862028" sldId="549"/>
        </pc:sldMkLst>
        <pc:spChg chg="mod">
          <ac:chgData name="李 强" userId="cd6c7ec7188785ae" providerId="LiveId" clId="{A0AD0D13-0BFD-4F11-9585-DCCAE7360DFB}" dt="2023-02-18T21:16:36.566" v="321"/>
          <ac:spMkLst>
            <pc:docMk/>
            <pc:sldMk cId="2628862028" sldId="549"/>
            <ac:spMk id="5" creationId="{B32F6395-DF06-AC0E-506A-B0C2FC26362A}"/>
          </ac:spMkLst>
        </pc:spChg>
        <pc:grpChg chg="add mod">
          <ac:chgData name="李 强" userId="cd6c7ec7188785ae" providerId="LiveId" clId="{A0AD0D13-0BFD-4F11-9585-DCCAE7360DFB}" dt="2023-02-18T21:14:49.153" v="270" actId="1076"/>
          <ac:grpSpMkLst>
            <pc:docMk/>
            <pc:sldMk cId="2628862028" sldId="549"/>
            <ac:grpSpMk id="3" creationId="{15504A29-F313-2069-DA9C-4A5EEF8D8768}"/>
          </ac:grpSpMkLst>
        </pc:grpChg>
        <pc:picChg chg="mod">
          <ac:chgData name="李 强" userId="cd6c7ec7188785ae" providerId="LiveId" clId="{A0AD0D13-0BFD-4F11-9585-DCCAE7360DFB}" dt="2023-02-18T21:14:44.258" v="268"/>
          <ac:picMkLst>
            <pc:docMk/>
            <pc:sldMk cId="2628862028" sldId="549"/>
            <ac:picMk id="4" creationId="{1E0EB8D9-2C07-D2D1-3B8A-D9C73D2496CC}"/>
          </ac:picMkLst>
        </pc:picChg>
      </pc:sldChg>
      <pc:sldChg chg="addSp modSp mod">
        <pc:chgData name="李 强" userId="cd6c7ec7188785ae" providerId="LiveId" clId="{A0AD0D13-0BFD-4F11-9585-DCCAE7360DFB}" dt="2023-02-18T21:16:41.711" v="324"/>
        <pc:sldMkLst>
          <pc:docMk/>
          <pc:sldMk cId="2538769747" sldId="550"/>
        </pc:sldMkLst>
        <pc:spChg chg="mod">
          <ac:chgData name="李 强" userId="cd6c7ec7188785ae" providerId="LiveId" clId="{A0AD0D13-0BFD-4F11-9585-DCCAE7360DFB}" dt="2023-02-18T21:16:41.711" v="324"/>
          <ac:spMkLst>
            <pc:docMk/>
            <pc:sldMk cId="2538769747" sldId="550"/>
            <ac:spMk id="5" creationId="{BBDB9439-D752-AD3A-8991-38100E75641C}"/>
          </ac:spMkLst>
        </pc:spChg>
        <pc:grpChg chg="add mod">
          <ac:chgData name="李 强" userId="cd6c7ec7188785ae" providerId="LiveId" clId="{A0AD0D13-0BFD-4F11-9585-DCCAE7360DFB}" dt="2023-02-18T21:15:18.529" v="286" actId="1076"/>
          <ac:grpSpMkLst>
            <pc:docMk/>
            <pc:sldMk cId="2538769747" sldId="550"/>
            <ac:grpSpMk id="3" creationId="{54B3D18A-B537-B68D-5B83-792788905E8E}"/>
          </ac:grpSpMkLst>
        </pc:grpChg>
        <pc:picChg chg="mod">
          <ac:chgData name="李 强" userId="cd6c7ec7188785ae" providerId="LiveId" clId="{A0AD0D13-0BFD-4F11-9585-DCCAE7360DFB}" dt="2023-02-18T21:15:12.816" v="284"/>
          <ac:picMkLst>
            <pc:docMk/>
            <pc:sldMk cId="2538769747" sldId="550"/>
            <ac:picMk id="4" creationId="{97CEEC7A-6ADE-618A-42EC-AD3DE6C4EF02}"/>
          </ac:picMkLst>
        </pc:picChg>
      </pc:sldChg>
      <pc:sldChg chg="addSp modSp mod">
        <pc:chgData name="李 强" userId="cd6c7ec7188785ae" providerId="LiveId" clId="{A0AD0D13-0BFD-4F11-9585-DCCAE7360DFB}" dt="2023-02-18T21:21:05.188" v="329" actId="404"/>
        <pc:sldMkLst>
          <pc:docMk/>
          <pc:sldMk cId="2632320746" sldId="551"/>
        </pc:sldMkLst>
        <pc:spChg chg="add mod">
          <ac:chgData name="李 强" userId="cd6c7ec7188785ae" providerId="LiveId" clId="{A0AD0D13-0BFD-4F11-9585-DCCAE7360DFB}" dt="2023-02-18T21:21:05.188" v="329" actId="404"/>
          <ac:spMkLst>
            <pc:docMk/>
            <pc:sldMk cId="2632320746" sldId="551"/>
            <ac:spMk id="4" creationId="{4B362D96-9962-5976-8E72-0BB5DA524421}"/>
          </ac:spMkLst>
        </pc:spChg>
      </pc:sldChg>
      <pc:sldChg chg="modSp add mod">
        <pc:chgData name="李 强" userId="cd6c7ec7188785ae" providerId="LiveId" clId="{A0AD0D13-0BFD-4F11-9585-DCCAE7360DFB}" dt="2023-02-18T20:54:01.742" v="156"/>
        <pc:sldMkLst>
          <pc:docMk/>
          <pc:sldMk cId="419382719" sldId="552"/>
        </pc:sldMkLst>
        <pc:spChg chg="mod">
          <ac:chgData name="李 强" userId="cd6c7ec7188785ae" providerId="LiveId" clId="{A0AD0D13-0BFD-4F11-9585-DCCAE7360DFB}" dt="2023-02-18T20:54:01.742" v="156"/>
          <ac:spMkLst>
            <pc:docMk/>
            <pc:sldMk cId="419382719" sldId="552"/>
            <ac:spMk id="2" creationId="{00000000-0000-0000-0000-000000000000}"/>
          </ac:spMkLst>
        </pc:spChg>
        <pc:spChg chg="mod">
          <ac:chgData name="李 强" userId="cd6c7ec7188785ae" providerId="LiveId" clId="{A0AD0D13-0BFD-4F11-9585-DCCAE7360DFB}" dt="2023-02-18T20:48:54.926" v="20"/>
          <ac:spMkLst>
            <pc:docMk/>
            <pc:sldMk cId="419382719" sldId="552"/>
            <ac:spMk id="18" creationId="{00000000-0000-0000-0000-000000000000}"/>
          </ac:spMkLst>
        </pc:spChg>
      </pc:sldChg>
    </pc:docChg>
  </pc:docChgLst>
  <pc:docChgLst>
    <pc:chgData name="强 李" userId="cd6c7ec7188785ae" providerId="LiveId" clId="{F21C8F05-9C28-4EFA-A0E5-88388D2AEF0C}"/>
    <pc:docChg chg="modSld">
      <pc:chgData name="强 李" userId="cd6c7ec7188785ae" providerId="LiveId" clId="{F21C8F05-9C28-4EFA-A0E5-88388D2AEF0C}" dt="2023-09-23T01:20:49.784" v="51" actId="20577"/>
      <pc:docMkLst>
        <pc:docMk/>
      </pc:docMkLst>
    </pc:docChg>
  </pc:docChgLst>
  <pc:docChgLst>
    <pc:chgData name="强 李" userId="cd6c7ec7188785ae" providerId="LiveId" clId="{E0EEEAD3-6AF6-4BF1-A7F2-844E1D56509A}"/>
    <pc:docChg chg="undo custSel modSld">
      <pc:chgData name="强 李" userId="cd6c7ec7188785ae" providerId="LiveId" clId="{E0EEEAD3-6AF6-4BF1-A7F2-844E1D56509A}" dt="2024-04-14T13:20:11.078" v="800" actId="404"/>
      <pc:docMkLst>
        <pc:docMk/>
      </pc:docMkLst>
      <pc:sldChg chg="modSp mod">
        <pc:chgData name="强 李" userId="cd6c7ec7188785ae" providerId="LiveId" clId="{E0EEEAD3-6AF6-4BF1-A7F2-844E1D56509A}" dt="2024-04-14T13:15:23.462" v="509" actId="113"/>
        <pc:sldMkLst>
          <pc:docMk/>
          <pc:sldMk cId="1242525785" sldId="543"/>
        </pc:sldMkLst>
        <pc:spChg chg="mod">
          <ac:chgData name="强 李" userId="cd6c7ec7188785ae" providerId="LiveId" clId="{E0EEEAD3-6AF6-4BF1-A7F2-844E1D56509A}" dt="2024-04-14T13:15:23.462" v="509" actId="113"/>
          <ac:spMkLst>
            <pc:docMk/>
            <pc:sldMk cId="1242525785" sldId="543"/>
            <ac:spMk id="2" creationId="{00000000-0000-0000-0000-000000000000}"/>
          </ac:spMkLst>
        </pc:spChg>
        <pc:spChg chg="mod">
          <ac:chgData name="强 李" userId="cd6c7ec7188785ae" providerId="LiveId" clId="{E0EEEAD3-6AF6-4BF1-A7F2-844E1D56509A}" dt="2024-04-14T13:15:00.384" v="502" actId="207"/>
          <ac:spMkLst>
            <pc:docMk/>
            <pc:sldMk cId="1242525785" sldId="543"/>
            <ac:spMk id="18" creationId="{00000000-0000-0000-0000-000000000000}"/>
          </ac:spMkLst>
        </pc:spChg>
      </pc:sldChg>
      <pc:sldChg chg="modSp mod">
        <pc:chgData name="强 李" userId="cd6c7ec7188785ae" providerId="LiveId" clId="{E0EEEAD3-6AF6-4BF1-A7F2-844E1D56509A}" dt="2024-04-14T13:07:43.147" v="272" actId="1038"/>
        <pc:sldMkLst>
          <pc:docMk/>
          <pc:sldMk cId="530530540" sldId="553"/>
        </pc:sldMkLst>
        <pc:spChg chg="mod">
          <ac:chgData name="强 李" userId="cd6c7ec7188785ae" providerId="LiveId" clId="{E0EEEAD3-6AF6-4BF1-A7F2-844E1D56509A}" dt="2024-04-14T13:07:43.147" v="272" actId="1038"/>
          <ac:spMkLst>
            <pc:docMk/>
            <pc:sldMk cId="530530540" sldId="553"/>
            <ac:spMk id="18" creationId="{00000000-0000-0000-0000-000000000000}"/>
          </ac:spMkLst>
        </pc:spChg>
      </pc:sldChg>
      <pc:sldChg chg="modSp mod">
        <pc:chgData name="强 李" userId="cd6c7ec7188785ae" providerId="LiveId" clId="{E0EEEAD3-6AF6-4BF1-A7F2-844E1D56509A}" dt="2024-04-14T13:07:19.895" v="220" actId="1037"/>
        <pc:sldMkLst>
          <pc:docMk/>
          <pc:sldMk cId="159884778" sldId="574"/>
        </pc:sldMkLst>
        <pc:spChg chg="mod">
          <ac:chgData name="强 李" userId="cd6c7ec7188785ae" providerId="LiveId" clId="{E0EEEAD3-6AF6-4BF1-A7F2-844E1D56509A}" dt="2024-04-14T13:05:21.311" v="154" actId="20577"/>
          <ac:spMkLst>
            <pc:docMk/>
            <pc:sldMk cId="159884778" sldId="574"/>
            <ac:spMk id="2" creationId="{00000000-0000-0000-0000-000000000000}"/>
          </ac:spMkLst>
        </pc:spChg>
        <pc:spChg chg="mod">
          <ac:chgData name="强 李" userId="cd6c7ec7188785ae" providerId="LiveId" clId="{E0EEEAD3-6AF6-4BF1-A7F2-844E1D56509A}" dt="2024-04-14T13:07:19.895" v="220" actId="1037"/>
          <ac:spMkLst>
            <pc:docMk/>
            <pc:sldMk cId="159884778" sldId="574"/>
            <ac:spMk id="18" creationId="{00000000-0000-0000-0000-000000000000}"/>
          </ac:spMkLst>
        </pc:spChg>
      </pc:sldChg>
      <pc:sldChg chg="modSp mod">
        <pc:chgData name="强 李" userId="cd6c7ec7188785ae" providerId="LiveId" clId="{E0EEEAD3-6AF6-4BF1-A7F2-844E1D56509A}" dt="2024-04-14T13:07:31.464" v="243" actId="1038"/>
        <pc:sldMkLst>
          <pc:docMk/>
          <pc:sldMk cId="3921434846" sldId="587"/>
        </pc:sldMkLst>
        <pc:spChg chg="mod">
          <ac:chgData name="强 李" userId="cd6c7ec7188785ae" providerId="LiveId" clId="{E0EEEAD3-6AF6-4BF1-A7F2-844E1D56509A}" dt="2024-04-14T13:03:52.498" v="149" actId="20578"/>
          <ac:spMkLst>
            <pc:docMk/>
            <pc:sldMk cId="3921434846" sldId="587"/>
            <ac:spMk id="2" creationId="{00000000-0000-0000-0000-000000000000}"/>
          </ac:spMkLst>
        </pc:spChg>
        <pc:spChg chg="mod">
          <ac:chgData name="强 李" userId="cd6c7ec7188785ae" providerId="LiveId" clId="{E0EEEAD3-6AF6-4BF1-A7F2-844E1D56509A}" dt="2024-04-14T13:07:31.464" v="243" actId="1038"/>
          <ac:spMkLst>
            <pc:docMk/>
            <pc:sldMk cId="3921434846" sldId="587"/>
            <ac:spMk id="18" creationId="{00000000-0000-0000-0000-000000000000}"/>
          </ac:spMkLst>
        </pc:spChg>
      </pc:sldChg>
      <pc:sldChg chg="modSp mod">
        <pc:chgData name="强 李" userId="cd6c7ec7188785ae" providerId="LiveId" clId="{E0EEEAD3-6AF6-4BF1-A7F2-844E1D56509A}" dt="2024-04-14T13:11:00.308" v="332" actId="403"/>
        <pc:sldMkLst>
          <pc:docMk/>
          <pc:sldMk cId="2648053192" sldId="588"/>
        </pc:sldMkLst>
        <pc:spChg chg="mod">
          <ac:chgData name="强 李" userId="cd6c7ec7188785ae" providerId="LiveId" clId="{E0EEEAD3-6AF6-4BF1-A7F2-844E1D56509A}" dt="2024-04-14T13:11:00.308" v="332" actId="403"/>
          <ac:spMkLst>
            <pc:docMk/>
            <pc:sldMk cId="2648053192" sldId="588"/>
            <ac:spMk id="2" creationId="{00000000-0000-0000-0000-000000000000}"/>
          </ac:spMkLst>
        </pc:spChg>
        <pc:spChg chg="mod">
          <ac:chgData name="强 李" userId="cd6c7ec7188785ae" providerId="LiveId" clId="{E0EEEAD3-6AF6-4BF1-A7F2-844E1D56509A}" dt="2024-04-14T13:07:00.483" v="189" actId="1038"/>
          <ac:spMkLst>
            <pc:docMk/>
            <pc:sldMk cId="2648053192" sldId="588"/>
            <ac:spMk id="18" creationId="{00000000-0000-0000-0000-000000000000}"/>
          </ac:spMkLst>
        </pc:spChg>
      </pc:sldChg>
      <pc:sldChg chg="modSp mod">
        <pc:chgData name="强 李" userId="cd6c7ec7188785ae" providerId="LiveId" clId="{E0EEEAD3-6AF6-4BF1-A7F2-844E1D56509A}" dt="2024-04-14T13:08:30.120" v="276" actId="403"/>
        <pc:sldMkLst>
          <pc:docMk/>
          <pc:sldMk cId="534191096" sldId="589"/>
        </pc:sldMkLst>
        <pc:spChg chg="mod">
          <ac:chgData name="强 李" userId="cd6c7ec7188785ae" providerId="LiveId" clId="{E0EEEAD3-6AF6-4BF1-A7F2-844E1D56509A}" dt="2024-04-14T13:08:30.120" v="276" actId="403"/>
          <ac:spMkLst>
            <pc:docMk/>
            <pc:sldMk cId="534191096" sldId="589"/>
            <ac:spMk id="2" creationId="{00000000-0000-0000-0000-000000000000}"/>
          </ac:spMkLst>
        </pc:spChg>
        <pc:spChg chg="mod">
          <ac:chgData name="强 李" userId="cd6c7ec7188785ae" providerId="LiveId" clId="{E0EEEAD3-6AF6-4BF1-A7F2-844E1D56509A}" dt="2024-04-14T13:06:47.978" v="172" actId="14100"/>
          <ac:spMkLst>
            <pc:docMk/>
            <pc:sldMk cId="534191096" sldId="589"/>
            <ac:spMk id="18" creationId="{00000000-0000-0000-0000-000000000000}"/>
          </ac:spMkLst>
        </pc:spChg>
      </pc:sldChg>
      <pc:sldChg chg="addSp delSp modSp mod">
        <pc:chgData name="强 李" userId="cd6c7ec7188785ae" providerId="LiveId" clId="{E0EEEAD3-6AF6-4BF1-A7F2-844E1D56509A}" dt="2024-04-14T13:10:52.862" v="330" actId="6549"/>
        <pc:sldMkLst>
          <pc:docMk/>
          <pc:sldMk cId="4207264488" sldId="590"/>
        </pc:sldMkLst>
        <pc:spChg chg="mod">
          <ac:chgData name="强 李" userId="cd6c7ec7188785ae" providerId="LiveId" clId="{E0EEEAD3-6AF6-4BF1-A7F2-844E1D56509A}" dt="2024-04-14T13:10:52.862" v="330" actId="6549"/>
          <ac:spMkLst>
            <pc:docMk/>
            <pc:sldMk cId="4207264488" sldId="590"/>
            <ac:spMk id="2" creationId="{00000000-0000-0000-0000-000000000000}"/>
          </ac:spMkLst>
        </pc:spChg>
        <pc:spChg chg="add mod">
          <ac:chgData name="强 李" userId="cd6c7ec7188785ae" providerId="LiveId" clId="{E0EEEAD3-6AF6-4BF1-A7F2-844E1D56509A}" dt="2024-04-14T13:08:52.458" v="278"/>
          <ac:spMkLst>
            <pc:docMk/>
            <pc:sldMk cId="4207264488" sldId="590"/>
            <ac:spMk id="3" creationId="{4A596321-B78F-A68F-F6CC-FFD464CE31FD}"/>
          </ac:spMkLst>
        </pc:spChg>
        <pc:spChg chg="del">
          <ac:chgData name="强 李" userId="cd6c7ec7188785ae" providerId="LiveId" clId="{E0EEEAD3-6AF6-4BF1-A7F2-844E1D56509A}" dt="2024-04-14T13:08:52.157" v="277" actId="478"/>
          <ac:spMkLst>
            <pc:docMk/>
            <pc:sldMk cId="4207264488" sldId="590"/>
            <ac:spMk id="18" creationId="{00000000-0000-0000-0000-000000000000}"/>
          </ac:spMkLst>
        </pc:spChg>
      </pc:sldChg>
      <pc:sldChg chg="modSp mod">
        <pc:chgData name="强 李" userId="cd6c7ec7188785ae" providerId="LiveId" clId="{E0EEEAD3-6AF6-4BF1-A7F2-844E1D56509A}" dt="2024-04-14T13:10:46.095" v="328" actId="403"/>
        <pc:sldMkLst>
          <pc:docMk/>
          <pc:sldMk cId="3491062220" sldId="591"/>
        </pc:sldMkLst>
        <pc:spChg chg="mod">
          <ac:chgData name="强 李" userId="cd6c7ec7188785ae" providerId="LiveId" clId="{E0EEEAD3-6AF6-4BF1-A7F2-844E1D56509A}" dt="2024-04-14T13:10:46.095" v="328" actId="403"/>
          <ac:spMkLst>
            <pc:docMk/>
            <pc:sldMk cId="3491062220" sldId="591"/>
            <ac:spMk id="2" creationId="{00000000-0000-0000-0000-000000000000}"/>
          </ac:spMkLst>
        </pc:spChg>
        <pc:spChg chg="mod">
          <ac:chgData name="强 李" userId="cd6c7ec7188785ae" providerId="LiveId" clId="{E0EEEAD3-6AF6-4BF1-A7F2-844E1D56509A}" dt="2024-04-14T13:09:34.888" v="283"/>
          <ac:spMkLst>
            <pc:docMk/>
            <pc:sldMk cId="3491062220" sldId="591"/>
            <ac:spMk id="18" creationId="{00000000-0000-0000-0000-000000000000}"/>
          </ac:spMkLst>
        </pc:spChg>
      </pc:sldChg>
      <pc:sldChg chg="addSp delSp modSp mod">
        <pc:chgData name="强 李" userId="cd6c7ec7188785ae" providerId="LiveId" clId="{E0EEEAD3-6AF6-4BF1-A7F2-844E1D56509A}" dt="2024-04-14T13:11:39.229" v="337" actId="403"/>
        <pc:sldMkLst>
          <pc:docMk/>
          <pc:sldMk cId="4046377894" sldId="592"/>
        </pc:sldMkLst>
        <pc:spChg chg="mod">
          <ac:chgData name="强 李" userId="cd6c7ec7188785ae" providerId="LiveId" clId="{E0EEEAD3-6AF6-4BF1-A7F2-844E1D56509A}" dt="2024-04-14T13:11:39.229" v="337" actId="403"/>
          <ac:spMkLst>
            <pc:docMk/>
            <pc:sldMk cId="4046377894" sldId="592"/>
            <ac:spMk id="2" creationId="{00000000-0000-0000-0000-000000000000}"/>
          </ac:spMkLst>
        </pc:spChg>
        <pc:spChg chg="add mod">
          <ac:chgData name="强 李" userId="cd6c7ec7188785ae" providerId="LiveId" clId="{E0EEEAD3-6AF6-4BF1-A7F2-844E1D56509A}" dt="2024-04-14T13:11:19.078" v="333"/>
          <ac:spMkLst>
            <pc:docMk/>
            <pc:sldMk cId="4046377894" sldId="592"/>
            <ac:spMk id="3" creationId="{B1CB2B0B-1994-1C36-09C5-1EC64FC64C5A}"/>
          </ac:spMkLst>
        </pc:spChg>
        <pc:spChg chg="add mod">
          <ac:chgData name="强 李" userId="cd6c7ec7188785ae" providerId="LiveId" clId="{E0EEEAD3-6AF6-4BF1-A7F2-844E1D56509A}" dt="2024-04-14T13:11:22.559" v="335"/>
          <ac:spMkLst>
            <pc:docMk/>
            <pc:sldMk cId="4046377894" sldId="592"/>
            <ac:spMk id="4" creationId="{04F693BE-D3F5-9A06-FC54-A1D34A776B2D}"/>
          </ac:spMkLst>
        </pc:spChg>
        <pc:spChg chg="del">
          <ac:chgData name="强 李" userId="cd6c7ec7188785ae" providerId="LiveId" clId="{E0EEEAD3-6AF6-4BF1-A7F2-844E1D56509A}" dt="2024-04-14T13:11:22.279" v="334" actId="478"/>
          <ac:spMkLst>
            <pc:docMk/>
            <pc:sldMk cId="4046377894" sldId="592"/>
            <ac:spMk id="18" creationId="{00000000-0000-0000-0000-000000000000}"/>
          </ac:spMkLst>
        </pc:spChg>
      </pc:sldChg>
    </pc:docChg>
  </pc:docChgLst>
  <pc:docChgLst>
    <pc:chgData name="强 李" userId="cd6c7ec7188785ae" providerId="LiveId" clId="{D87E970D-CF4E-4F5F-B8B8-3124DB836EA1}"/>
    <pc:docChg chg="undo custSel addSld delSld modSld">
      <pc:chgData name="强 李" userId="cd6c7ec7188785ae" providerId="LiveId" clId="{D87E970D-CF4E-4F5F-B8B8-3124DB836EA1}" dt="2024-12-07T23:39:23.830" v="902" actId="6549"/>
      <pc:docMkLst>
        <pc:docMk/>
      </pc:docMkLst>
      <pc:sldChg chg="modSp mod">
        <pc:chgData name="强 李" userId="cd6c7ec7188785ae" providerId="LiveId" clId="{D87E970D-CF4E-4F5F-B8B8-3124DB836EA1}" dt="2024-12-07T17:01:41.313" v="216" actId="20577"/>
        <pc:sldMkLst>
          <pc:docMk/>
          <pc:sldMk cId="0" sldId="425"/>
        </pc:sldMkLst>
        <pc:spChg chg="mod">
          <ac:chgData name="强 李" userId="cd6c7ec7188785ae" providerId="LiveId" clId="{D87E970D-CF4E-4F5F-B8B8-3124DB836EA1}" dt="2024-12-07T17:01:00.721" v="210" actId="1076"/>
          <ac:spMkLst>
            <pc:docMk/>
            <pc:sldMk cId="0" sldId="425"/>
            <ac:spMk id="3" creationId="{FF9BF7C3-9929-69BC-A1CA-30EBD45BF72F}"/>
          </ac:spMkLst>
        </pc:spChg>
        <pc:spChg chg="mod">
          <ac:chgData name="强 李" userId="cd6c7ec7188785ae" providerId="LiveId" clId="{D87E970D-CF4E-4F5F-B8B8-3124DB836EA1}" dt="2024-12-07T17:01:41.313" v="216" actId="20577"/>
          <ac:spMkLst>
            <pc:docMk/>
            <pc:sldMk cId="0" sldId="425"/>
            <ac:spMk id="18" creationId="{00000000-0000-0000-0000-000000000000}"/>
          </ac:spMkLst>
        </pc:spChg>
      </pc:sldChg>
      <pc:sldChg chg="modSp mod">
        <pc:chgData name="强 李" userId="cd6c7ec7188785ae" providerId="LiveId" clId="{D87E970D-CF4E-4F5F-B8B8-3124DB836EA1}" dt="2024-12-07T17:05:24.505" v="414" actId="14100"/>
        <pc:sldMkLst>
          <pc:docMk/>
          <pc:sldMk cId="54695671" sldId="531"/>
        </pc:sldMkLst>
        <pc:spChg chg="mod">
          <ac:chgData name="强 李" userId="cd6c7ec7188785ae" providerId="LiveId" clId="{D87E970D-CF4E-4F5F-B8B8-3124DB836EA1}" dt="2024-12-07T17:05:24.505" v="414" actId="14100"/>
          <ac:spMkLst>
            <pc:docMk/>
            <pc:sldMk cId="54695671" sldId="531"/>
            <ac:spMk id="10" creationId="{0F8C0306-423C-7746-A3D2-2A3513F35A44}"/>
          </ac:spMkLst>
        </pc:spChg>
      </pc:sldChg>
      <pc:sldChg chg="modSp">
        <pc:chgData name="强 李" userId="cd6c7ec7188785ae" providerId="LiveId" clId="{D87E970D-CF4E-4F5F-B8B8-3124DB836EA1}" dt="2024-12-07T17:16:08.364" v="728"/>
        <pc:sldMkLst>
          <pc:docMk/>
          <pc:sldMk cId="419382719" sldId="552"/>
        </pc:sldMkLst>
        <pc:graphicFrameChg chg="mod">
          <ac:chgData name="强 李" userId="cd6c7ec7188785ae" providerId="LiveId" clId="{D87E970D-CF4E-4F5F-B8B8-3124DB836EA1}" dt="2024-12-07T17:16:08.364" v="728"/>
          <ac:graphicFrameMkLst>
            <pc:docMk/>
            <pc:sldMk cId="419382719" sldId="552"/>
            <ac:graphicFrameMk id="47" creationId="{C4743AA0-529F-EA4A-5AAF-9A09C2CB0EAC}"/>
          </ac:graphicFrameMkLst>
        </pc:graphicFrameChg>
      </pc:sldChg>
      <pc:sldChg chg="modSp">
        <pc:chgData name="强 李" userId="cd6c7ec7188785ae" providerId="LiveId" clId="{D87E970D-CF4E-4F5F-B8B8-3124DB836EA1}" dt="2024-12-07T17:00:30.318" v="206"/>
        <pc:sldMkLst>
          <pc:docMk/>
          <pc:sldMk cId="3418790839" sldId="554"/>
        </pc:sldMkLst>
        <pc:graphicFrameChg chg="mod">
          <ac:chgData name="强 李" userId="cd6c7ec7188785ae" providerId="LiveId" clId="{D87E970D-CF4E-4F5F-B8B8-3124DB836EA1}" dt="2024-12-07T17:00:30.318" v="206"/>
          <ac:graphicFrameMkLst>
            <pc:docMk/>
            <pc:sldMk cId="3418790839" sldId="554"/>
            <ac:graphicFrameMk id="3" creationId="{7EB314CC-7FA2-2824-BC32-28291A20FBE2}"/>
          </ac:graphicFrameMkLst>
        </pc:graphicFrameChg>
      </pc:sldChg>
      <pc:sldChg chg="modSp mod">
        <pc:chgData name="强 李" userId="cd6c7ec7188785ae" providerId="LiveId" clId="{D87E970D-CF4E-4F5F-B8B8-3124DB836EA1}" dt="2024-12-07T17:20:26.316" v="746"/>
        <pc:sldMkLst>
          <pc:docMk/>
          <pc:sldMk cId="1911491714" sldId="560"/>
        </pc:sldMkLst>
        <pc:spChg chg="mod">
          <ac:chgData name="强 李" userId="cd6c7ec7188785ae" providerId="LiveId" clId="{D87E970D-CF4E-4F5F-B8B8-3124DB836EA1}" dt="2024-12-07T17:20:26.316" v="746"/>
          <ac:spMkLst>
            <pc:docMk/>
            <pc:sldMk cId="1911491714" sldId="560"/>
            <ac:spMk id="4" creationId="{00000000-0000-0000-0000-000000000000}"/>
          </ac:spMkLst>
        </pc:spChg>
      </pc:sldChg>
      <pc:sldChg chg="modSp mod">
        <pc:chgData name="强 李" userId="cd6c7ec7188785ae" providerId="LiveId" clId="{D87E970D-CF4E-4F5F-B8B8-3124DB836EA1}" dt="2024-12-07T17:07:28.609" v="441" actId="207"/>
        <pc:sldMkLst>
          <pc:docMk/>
          <pc:sldMk cId="340286292" sldId="594"/>
        </pc:sldMkLst>
        <pc:spChg chg="mod">
          <ac:chgData name="强 李" userId="cd6c7ec7188785ae" providerId="LiveId" clId="{D87E970D-CF4E-4F5F-B8B8-3124DB836EA1}" dt="2024-12-07T17:07:28.609" v="441" actId="207"/>
          <ac:spMkLst>
            <pc:docMk/>
            <pc:sldMk cId="340286292" sldId="594"/>
            <ac:spMk id="2" creationId="{00000000-0000-0000-0000-000000000000}"/>
          </ac:spMkLst>
        </pc:spChg>
        <pc:spChg chg="mod">
          <ac:chgData name="强 李" userId="cd6c7ec7188785ae" providerId="LiveId" clId="{D87E970D-CF4E-4F5F-B8B8-3124DB836EA1}" dt="2024-12-07T17:05:46.343" v="415"/>
          <ac:spMkLst>
            <pc:docMk/>
            <pc:sldMk cId="340286292" sldId="594"/>
            <ac:spMk id="18" creationId="{00000000-0000-0000-0000-000000000000}"/>
          </ac:spMkLst>
        </pc:spChg>
      </pc:sldChg>
      <pc:sldChg chg="del mod modShow">
        <pc:chgData name="强 李" userId="cd6c7ec7188785ae" providerId="LiveId" clId="{D87E970D-CF4E-4F5F-B8B8-3124DB836EA1}" dt="2024-12-07T17:20:12.053" v="729" actId="47"/>
        <pc:sldMkLst>
          <pc:docMk/>
          <pc:sldMk cId="1301125905" sldId="608"/>
        </pc:sldMkLst>
      </pc:sldChg>
      <pc:sldChg chg="modSp mod">
        <pc:chgData name="强 李" userId="cd6c7ec7188785ae" providerId="LiveId" clId="{D87E970D-CF4E-4F5F-B8B8-3124DB836EA1}" dt="2024-12-07T17:03:14.953" v="229" actId="1076"/>
        <pc:sldMkLst>
          <pc:docMk/>
          <pc:sldMk cId="1722492924" sldId="609"/>
        </pc:sldMkLst>
        <pc:spChg chg="mod">
          <ac:chgData name="强 李" userId="cd6c7ec7188785ae" providerId="LiveId" clId="{D87E970D-CF4E-4F5F-B8B8-3124DB836EA1}" dt="2024-12-07T17:01:33.530" v="212" actId="20577"/>
          <ac:spMkLst>
            <pc:docMk/>
            <pc:sldMk cId="1722492924" sldId="609"/>
            <ac:spMk id="2" creationId="{00000000-0000-0000-0000-000000000000}"/>
          </ac:spMkLst>
        </pc:spChg>
        <pc:spChg chg="mod">
          <ac:chgData name="强 李" userId="cd6c7ec7188785ae" providerId="LiveId" clId="{D87E970D-CF4E-4F5F-B8B8-3124DB836EA1}" dt="2024-12-07T17:03:10.144" v="228" actId="1076"/>
          <ac:spMkLst>
            <pc:docMk/>
            <pc:sldMk cId="1722492924" sldId="609"/>
            <ac:spMk id="10" creationId="{7BEE8677-CFAD-6942-832E-87D52B896121}"/>
          </ac:spMkLst>
        </pc:spChg>
        <pc:spChg chg="mod">
          <ac:chgData name="强 李" userId="cd6c7ec7188785ae" providerId="LiveId" clId="{D87E970D-CF4E-4F5F-B8B8-3124DB836EA1}" dt="2024-12-07T17:02:23.232" v="223" actId="1076"/>
          <ac:spMkLst>
            <pc:docMk/>
            <pc:sldMk cId="1722492924" sldId="609"/>
            <ac:spMk id="11" creationId="{3CAB36DD-1A23-5A1B-C9B0-3F43FAF7A79F}"/>
          </ac:spMkLst>
        </pc:spChg>
        <pc:spChg chg="mod">
          <ac:chgData name="强 李" userId="cd6c7ec7188785ae" providerId="LiveId" clId="{D87E970D-CF4E-4F5F-B8B8-3124DB836EA1}" dt="2024-12-07T17:01:54.327" v="217"/>
          <ac:spMkLst>
            <pc:docMk/>
            <pc:sldMk cId="1722492924" sldId="609"/>
            <ac:spMk id="13" creationId="{7DAB6BBF-A107-5EDA-C988-F2FCC0FA4ADA}"/>
          </ac:spMkLst>
        </pc:spChg>
        <pc:spChg chg="mod">
          <ac:chgData name="强 李" userId="cd6c7ec7188785ae" providerId="LiveId" clId="{D87E970D-CF4E-4F5F-B8B8-3124DB836EA1}" dt="2024-12-07T17:02:49.065" v="225" actId="20577"/>
          <ac:spMkLst>
            <pc:docMk/>
            <pc:sldMk cId="1722492924" sldId="609"/>
            <ac:spMk id="16" creationId="{7DE16206-6F61-BEC3-0DA4-3625D631A8E6}"/>
          </ac:spMkLst>
        </pc:spChg>
        <pc:grpChg chg="mod">
          <ac:chgData name="强 李" userId="cd6c7ec7188785ae" providerId="LiveId" clId="{D87E970D-CF4E-4F5F-B8B8-3124DB836EA1}" dt="2024-12-07T17:03:07.106" v="226" actId="1076"/>
          <ac:grpSpMkLst>
            <pc:docMk/>
            <pc:sldMk cId="1722492924" sldId="609"/>
            <ac:grpSpMk id="4" creationId="{67CFBFED-23BA-58E2-0492-595457A1DA5E}"/>
          </ac:grpSpMkLst>
        </pc:grpChg>
        <pc:grpChg chg="mod">
          <ac:chgData name="强 李" userId="cd6c7ec7188785ae" providerId="LiveId" clId="{D87E970D-CF4E-4F5F-B8B8-3124DB836EA1}" dt="2024-12-07T17:03:14.953" v="229" actId="1076"/>
          <ac:grpSpMkLst>
            <pc:docMk/>
            <pc:sldMk cId="1722492924" sldId="609"/>
            <ac:grpSpMk id="6" creationId="{56CD5BD2-A0CC-7D0E-3BD1-0613845A3BF3}"/>
          </ac:grpSpMkLst>
        </pc:grpChg>
      </pc:sldChg>
      <pc:sldChg chg="del">
        <pc:chgData name="强 李" userId="cd6c7ec7188785ae" providerId="LiveId" clId="{D87E970D-CF4E-4F5F-B8B8-3124DB836EA1}" dt="2024-12-07T17:10:26.639" v="478" actId="47"/>
        <pc:sldMkLst>
          <pc:docMk/>
          <pc:sldMk cId="2849952193" sldId="617"/>
        </pc:sldMkLst>
      </pc:sldChg>
      <pc:sldChg chg="del">
        <pc:chgData name="强 李" userId="cd6c7ec7188785ae" providerId="LiveId" clId="{D87E970D-CF4E-4F5F-B8B8-3124DB836EA1}" dt="2024-12-07T17:10:26.639" v="478" actId="47"/>
        <pc:sldMkLst>
          <pc:docMk/>
          <pc:sldMk cId="2691584882" sldId="618"/>
        </pc:sldMkLst>
      </pc:sldChg>
      <pc:sldChg chg="del">
        <pc:chgData name="强 李" userId="cd6c7ec7188785ae" providerId="LiveId" clId="{D87E970D-CF4E-4F5F-B8B8-3124DB836EA1}" dt="2024-12-07T17:10:26.639" v="478" actId="47"/>
        <pc:sldMkLst>
          <pc:docMk/>
          <pc:sldMk cId="1157853694" sldId="619"/>
        </pc:sldMkLst>
      </pc:sldChg>
      <pc:sldChg chg="del">
        <pc:chgData name="强 李" userId="cd6c7ec7188785ae" providerId="LiveId" clId="{D87E970D-CF4E-4F5F-B8B8-3124DB836EA1}" dt="2024-12-07T17:10:26.639" v="478" actId="47"/>
        <pc:sldMkLst>
          <pc:docMk/>
          <pc:sldMk cId="2792115915" sldId="620"/>
        </pc:sldMkLst>
      </pc:sldChg>
      <pc:sldChg chg="del">
        <pc:chgData name="强 李" userId="cd6c7ec7188785ae" providerId="LiveId" clId="{D87E970D-CF4E-4F5F-B8B8-3124DB836EA1}" dt="2024-12-07T17:10:26.639" v="478" actId="47"/>
        <pc:sldMkLst>
          <pc:docMk/>
          <pc:sldMk cId="3157673540" sldId="621"/>
        </pc:sldMkLst>
      </pc:sldChg>
      <pc:sldChg chg="del">
        <pc:chgData name="强 李" userId="cd6c7ec7188785ae" providerId="LiveId" clId="{D87E970D-CF4E-4F5F-B8B8-3124DB836EA1}" dt="2024-12-07T17:10:26.639" v="478" actId="47"/>
        <pc:sldMkLst>
          <pc:docMk/>
          <pc:sldMk cId="1593641506" sldId="622"/>
        </pc:sldMkLst>
      </pc:sldChg>
      <pc:sldChg chg="del">
        <pc:chgData name="强 李" userId="cd6c7ec7188785ae" providerId="LiveId" clId="{D87E970D-CF4E-4F5F-B8B8-3124DB836EA1}" dt="2024-12-07T17:10:26.639" v="478" actId="47"/>
        <pc:sldMkLst>
          <pc:docMk/>
          <pc:sldMk cId="3875507822" sldId="623"/>
        </pc:sldMkLst>
      </pc:sldChg>
      <pc:sldChg chg="del">
        <pc:chgData name="强 李" userId="cd6c7ec7188785ae" providerId="LiveId" clId="{D87E970D-CF4E-4F5F-B8B8-3124DB836EA1}" dt="2024-12-07T17:10:26.639" v="478" actId="47"/>
        <pc:sldMkLst>
          <pc:docMk/>
          <pc:sldMk cId="1276158091" sldId="624"/>
        </pc:sldMkLst>
      </pc:sldChg>
      <pc:sldChg chg="del">
        <pc:chgData name="强 李" userId="cd6c7ec7188785ae" providerId="LiveId" clId="{D87E970D-CF4E-4F5F-B8B8-3124DB836EA1}" dt="2024-12-07T17:10:26.639" v="478" actId="47"/>
        <pc:sldMkLst>
          <pc:docMk/>
          <pc:sldMk cId="3770578822" sldId="625"/>
        </pc:sldMkLst>
      </pc:sldChg>
      <pc:sldChg chg="del">
        <pc:chgData name="强 李" userId="cd6c7ec7188785ae" providerId="LiveId" clId="{D87E970D-CF4E-4F5F-B8B8-3124DB836EA1}" dt="2024-12-07T17:10:26.639" v="478" actId="47"/>
        <pc:sldMkLst>
          <pc:docMk/>
          <pc:sldMk cId="435738991" sldId="626"/>
        </pc:sldMkLst>
      </pc:sldChg>
      <pc:sldChg chg="del">
        <pc:chgData name="强 李" userId="cd6c7ec7188785ae" providerId="LiveId" clId="{D87E970D-CF4E-4F5F-B8B8-3124DB836EA1}" dt="2024-12-07T17:10:26.639" v="478" actId="47"/>
        <pc:sldMkLst>
          <pc:docMk/>
          <pc:sldMk cId="691257325" sldId="627"/>
        </pc:sldMkLst>
      </pc:sldChg>
      <pc:sldChg chg="del">
        <pc:chgData name="强 李" userId="cd6c7ec7188785ae" providerId="LiveId" clId="{D87E970D-CF4E-4F5F-B8B8-3124DB836EA1}" dt="2024-12-07T17:10:26.639" v="478" actId="47"/>
        <pc:sldMkLst>
          <pc:docMk/>
          <pc:sldMk cId="1661463099" sldId="628"/>
        </pc:sldMkLst>
      </pc:sldChg>
      <pc:sldChg chg="modSp add mod">
        <pc:chgData name="强 李" userId="cd6c7ec7188785ae" providerId="LiveId" clId="{D87E970D-CF4E-4F5F-B8B8-3124DB836EA1}" dt="2024-12-07T17:12:28.688" v="605" actId="108"/>
        <pc:sldMkLst>
          <pc:docMk/>
          <pc:sldMk cId="1982839360" sldId="629"/>
        </pc:sldMkLst>
        <pc:spChg chg="mod">
          <ac:chgData name="强 李" userId="cd6c7ec7188785ae" providerId="LiveId" clId="{D87E970D-CF4E-4F5F-B8B8-3124DB836EA1}" dt="2024-12-07T17:12:28.688" v="605" actId="108"/>
          <ac:spMkLst>
            <pc:docMk/>
            <pc:sldMk cId="1982839360" sldId="629"/>
            <ac:spMk id="2" creationId="{BA826FC8-533B-1BC5-7F89-1F1139D02C3D}"/>
          </ac:spMkLst>
        </pc:spChg>
        <pc:spChg chg="mod">
          <ac:chgData name="强 李" userId="cd6c7ec7188785ae" providerId="LiveId" clId="{D87E970D-CF4E-4F5F-B8B8-3124DB836EA1}" dt="2024-12-07T17:10:38.944" v="479"/>
          <ac:spMkLst>
            <pc:docMk/>
            <pc:sldMk cId="1982839360" sldId="629"/>
            <ac:spMk id="18" creationId="{94729565-49FB-3556-2AE0-DD8994834B21}"/>
          </ac:spMkLst>
        </pc:spChg>
      </pc:sldChg>
      <pc:sldChg chg="modSp add mod">
        <pc:chgData name="强 李" userId="cd6c7ec7188785ae" providerId="LiveId" clId="{D87E970D-CF4E-4F5F-B8B8-3124DB836EA1}" dt="2024-12-07T23:36:42.019" v="812" actId="20577"/>
        <pc:sldMkLst>
          <pc:docMk/>
          <pc:sldMk cId="2710679571" sldId="630"/>
        </pc:sldMkLst>
        <pc:spChg chg="mod">
          <ac:chgData name="强 李" userId="cd6c7ec7188785ae" providerId="LiveId" clId="{D87E970D-CF4E-4F5F-B8B8-3124DB836EA1}" dt="2024-12-07T23:36:42.019" v="812" actId="20577"/>
          <ac:spMkLst>
            <pc:docMk/>
            <pc:sldMk cId="2710679571" sldId="630"/>
            <ac:spMk id="2" creationId="{22AF334C-6459-8AE2-94B6-2FCC119BB29A}"/>
          </ac:spMkLst>
        </pc:spChg>
      </pc:sldChg>
      <pc:sldChg chg="modSp add mod">
        <pc:chgData name="强 李" userId="cd6c7ec7188785ae" providerId="LiveId" clId="{D87E970D-CF4E-4F5F-B8B8-3124DB836EA1}" dt="2024-12-07T23:39:23.830" v="902" actId="6549"/>
        <pc:sldMkLst>
          <pc:docMk/>
          <pc:sldMk cId="226442056" sldId="631"/>
        </pc:sldMkLst>
        <pc:spChg chg="mod">
          <ac:chgData name="强 李" userId="cd6c7ec7188785ae" providerId="LiveId" clId="{D87E970D-CF4E-4F5F-B8B8-3124DB836EA1}" dt="2024-12-07T23:39:23.830" v="902" actId="6549"/>
          <ac:spMkLst>
            <pc:docMk/>
            <pc:sldMk cId="226442056" sldId="631"/>
            <ac:spMk id="2" creationId="{901CA968-512C-9918-E4A6-0384542DDA2C}"/>
          </ac:spMkLst>
        </pc:spChg>
      </pc:sldChg>
    </pc:docChg>
  </pc:docChgLst>
  <pc:docChgLst>
    <pc:chgData name="强 李" userId="cd6c7ec7188785ae" providerId="LiveId" clId="{C0D944F3-8C60-42D3-8287-9054FF582414}"/>
    <pc:docChg chg="undo custSel modSld">
      <pc:chgData name="强 李" userId="cd6c7ec7188785ae" providerId="LiveId" clId="{C0D944F3-8C60-42D3-8287-9054FF582414}" dt="2024-06-29T22:23:03.727" v="215" actId="1076"/>
      <pc:docMkLst>
        <pc:docMk/>
      </pc:docMkLst>
      <pc:sldChg chg="modSp mod">
        <pc:chgData name="强 李" userId="cd6c7ec7188785ae" providerId="LiveId" clId="{C0D944F3-8C60-42D3-8287-9054FF582414}" dt="2024-06-29T22:22:39.800" v="214" actId="20577"/>
        <pc:sldMkLst>
          <pc:docMk/>
          <pc:sldMk cId="1242525785" sldId="543"/>
        </pc:sldMkLst>
        <pc:spChg chg="mod">
          <ac:chgData name="强 李" userId="cd6c7ec7188785ae" providerId="LiveId" clId="{C0D944F3-8C60-42D3-8287-9054FF582414}" dt="2024-06-29T22:22:39.800" v="214" actId="20577"/>
          <ac:spMkLst>
            <pc:docMk/>
            <pc:sldMk cId="1242525785" sldId="543"/>
            <ac:spMk id="2" creationId="{00000000-0000-0000-0000-000000000000}"/>
          </ac:spMkLst>
        </pc:spChg>
      </pc:sldChg>
      <pc:sldChg chg="modSp mod">
        <pc:chgData name="强 李" userId="cd6c7ec7188785ae" providerId="LiveId" clId="{C0D944F3-8C60-42D3-8287-9054FF582414}" dt="2024-06-29T22:14:33.277" v="111"/>
        <pc:sldMkLst>
          <pc:docMk/>
          <pc:sldMk cId="4207264488" sldId="590"/>
        </pc:sldMkLst>
        <pc:spChg chg="mod">
          <ac:chgData name="强 李" userId="cd6c7ec7188785ae" providerId="LiveId" clId="{C0D944F3-8C60-42D3-8287-9054FF582414}" dt="2024-06-29T22:14:33.277" v="111"/>
          <ac:spMkLst>
            <pc:docMk/>
            <pc:sldMk cId="4207264488" sldId="590"/>
            <ac:spMk id="2" creationId="{00000000-0000-0000-0000-000000000000}"/>
          </ac:spMkLst>
        </pc:spChg>
      </pc:sldChg>
      <pc:sldChg chg="modSp mod">
        <pc:chgData name="强 李" userId="cd6c7ec7188785ae" providerId="LiveId" clId="{C0D944F3-8C60-42D3-8287-9054FF582414}" dt="2024-06-29T22:15:20.741" v="123"/>
        <pc:sldMkLst>
          <pc:docMk/>
          <pc:sldMk cId="3491062220" sldId="591"/>
        </pc:sldMkLst>
        <pc:spChg chg="mod">
          <ac:chgData name="强 李" userId="cd6c7ec7188785ae" providerId="LiveId" clId="{C0D944F3-8C60-42D3-8287-9054FF582414}" dt="2024-06-29T22:15:20.741" v="123"/>
          <ac:spMkLst>
            <pc:docMk/>
            <pc:sldMk cId="3491062220" sldId="591"/>
            <ac:spMk id="2" creationId="{00000000-0000-0000-0000-000000000000}"/>
          </ac:spMkLst>
        </pc:spChg>
      </pc:sldChg>
      <pc:sldChg chg="modSp mod">
        <pc:chgData name="强 李" userId="cd6c7ec7188785ae" providerId="LiveId" clId="{C0D944F3-8C60-42D3-8287-9054FF582414}" dt="2024-06-29T22:23:03.727" v="215" actId="1076"/>
        <pc:sldMkLst>
          <pc:docMk/>
          <pc:sldMk cId="1164883511" sldId="596"/>
        </pc:sldMkLst>
        <pc:picChg chg="mod">
          <ac:chgData name="强 李" userId="cd6c7ec7188785ae" providerId="LiveId" clId="{C0D944F3-8C60-42D3-8287-9054FF582414}" dt="2024-06-29T22:23:03.727" v="215" actId="1076"/>
          <ac:picMkLst>
            <pc:docMk/>
            <pc:sldMk cId="1164883511" sldId="596"/>
            <ac:picMk id="5" creationId="{2ADD046A-1E76-1E25-D210-434E5BDA978C}"/>
          </ac:picMkLst>
        </pc:picChg>
      </pc:sldChg>
    </pc:docChg>
  </pc:docChgLst>
  <pc:docChgLst>
    <pc:chgData name="强 李" userId="cd6c7ec7188785ae" providerId="LiveId" clId="{5EF4142E-4844-4CF2-B9D3-B00A388B0DD4}"/>
    <pc:docChg chg="undo custSel modSld">
      <pc:chgData name="强 李" userId="cd6c7ec7188785ae" providerId="LiveId" clId="{5EF4142E-4844-4CF2-B9D3-B00A388B0DD4}" dt="2024-09-14T14:12:58.930" v="2186"/>
      <pc:docMkLst>
        <pc:docMk/>
      </pc:docMkLst>
      <pc:sldChg chg="addSp modSp mod">
        <pc:chgData name="强 李" userId="cd6c7ec7188785ae" providerId="LiveId" clId="{5EF4142E-4844-4CF2-B9D3-B00A388B0DD4}" dt="2024-09-14T13:07:46.596" v="449"/>
        <pc:sldMkLst>
          <pc:docMk/>
          <pc:sldMk cId="530530540" sldId="553"/>
        </pc:sldMkLst>
        <pc:spChg chg="mod">
          <ac:chgData name="强 李" userId="cd6c7ec7188785ae" providerId="LiveId" clId="{5EF4142E-4844-4CF2-B9D3-B00A388B0DD4}" dt="2024-09-14T13:07:46.596" v="449"/>
          <ac:spMkLst>
            <pc:docMk/>
            <pc:sldMk cId="530530540" sldId="553"/>
            <ac:spMk id="2" creationId="{00000000-0000-0000-0000-000000000000}"/>
          </ac:spMkLst>
        </pc:spChg>
        <pc:spChg chg="add mod">
          <ac:chgData name="强 李" userId="cd6c7ec7188785ae" providerId="LiveId" clId="{5EF4142E-4844-4CF2-B9D3-B00A388B0DD4}" dt="2024-09-14T12:59:42.146" v="150" actId="1035"/>
          <ac:spMkLst>
            <pc:docMk/>
            <pc:sldMk cId="530530540" sldId="553"/>
            <ac:spMk id="4" creationId="{D871C0DE-EFD9-CB2D-04F8-FAAE31FAFEBB}"/>
          </ac:spMkLst>
        </pc:spChg>
        <pc:cxnChg chg="add mod">
          <ac:chgData name="强 李" userId="cd6c7ec7188785ae" providerId="LiveId" clId="{5EF4142E-4844-4CF2-B9D3-B00A388B0DD4}" dt="2024-09-14T12:59:20.593" v="149" actId="208"/>
          <ac:cxnSpMkLst>
            <pc:docMk/>
            <pc:sldMk cId="530530540" sldId="553"/>
            <ac:cxnSpMk id="7" creationId="{A7BDF325-4788-387F-AF1B-880737B9E5A3}"/>
          </ac:cxnSpMkLst>
        </pc:cxnChg>
      </pc:sldChg>
      <pc:sldChg chg="modSp mod">
        <pc:chgData name="强 李" userId="cd6c7ec7188785ae" providerId="LiveId" clId="{5EF4142E-4844-4CF2-B9D3-B00A388B0DD4}" dt="2024-09-14T13:22:36.645" v="812" actId="2710"/>
        <pc:sldMkLst>
          <pc:docMk/>
          <pc:sldMk cId="159884778" sldId="574"/>
        </pc:sldMkLst>
        <pc:spChg chg="mod">
          <ac:chgData name="强 李" userId="cd6c7ec7188785ae" providerId="LiveId" clId="{5EF4142E-4844-4CF2-B9D3-B00A388B0DD4}" dt="2024-09-14T13:22:36.645" v="812" actId="2710"/>
          <ac:spMkLst>
            <pc:docMk/>
            <pc:sldMk cId="159884778" sldId="574"/>
            <ac:spMk id="2" creationId="{00000000-0000-0000-0000-000000000000}"/>
          </ac:spMkLst>
        </pc:spChg>
      </pc:sldChg>
      <pc:sldChg chg="addSp modSp mod">
        <pc:chgData name="强 李" userId="cd6c7ec7188785ae" providerId="LiveId" clId="{5EF4142E-4844-4CF2-B9D3-B00A388B0DD4}" dt="2024-09-14T13:17:02.786" v="741" actId="1036"/>
        <pc:sldMkLst>
          <pc:docMk/>
          <pc:sldMk cId="3921434846" sldId="587"/>
        </pc:sldMkLst>
        <pc:spChg chg="mod">
          <ac:chgData name="强 李" userId="cd6c7ec7188785ae" providerId="LiveId" clId="{5EF4142E-4844-4CF2-B9D3-B00A388B0DD4}" dt="2024-09-14T13:16:55.444" v="734" actId="403"/>
          <ac:spMkLst>
            <pc:docMk/>
            <pc:sldMk cId="3921434846" sldId="587"/>
            <ac:spMk id="2" creationId="{00000000-0000-0000-0000-000000000000}"/>
          </ac:spMkLst>
        </pc:spChg>
        <pc:spChg chg="mod">
          <ac:chgData name="强 李" userId="cd6c7ec7188785ae" providerId="LiveId" clId="{5EF4142E-4844-4CF2-B9D3-B00A388B0DD4}" dt="2024-09-14T13:17:02.786" v="741" actId="1036"/>
          <ac:spMkLst>
            <pc:docMk/>
            <pc:sldMk cId="3921434846" sldId="587"/>
            <ac:spMk id="3" creationId="{003D761B-E889-B91D-BD41-4C84CF49A89F}"/>
          </ac:spMkLst>
        </pc:spChg>
        <pc:spChg chg="mod">
          <ac:chgData name="强 李" userId="cd6c7ec7188785ae" providerId="LiveId" clId="{5EF4142E-4844-4CF2-B9D3-B00A388B0DD4}" dt="2024-09-14T13:17:02.786" v="741" actId="1036"/>
          <ac:spMkLst>
            <pc:docMk/>
            <pc:sldMk cId="3921434846" sldId="587"/>
            <ac:spMk id="4" creationId="{37DDADB6-FEDE-F371-AEA9-C5A37A96DB50}"/>
          </ac:spMkLst>
        </pc:spChg>
        <pc:spChg chg="mod">
          <ac:chgData name="强 李" userId="cd6c7ec7188785ae" providerId="LiveId" clId="{5EF4142E-4844-4CF2-B9D3-B00A388B0DD4}" dt="2024-09-14T13:17:02.786" v="741" actId="1036"/>
          <ac:spMkLst>
            <pc:docMk/>
            <pc:sldMk cId="3921434846" sldId="587"/>
            <ac:spMk id="5" creationId="{EA83E63F-1A84-4C77-F88A-67457B349D94}"/>
          </ac:spMkLst>
        </pc:spChg>
        <pc:spChg chg="add mod">
          <ac:chgData name="强 李" userId="cd6c7ec7188785ae" providerId="LiveId" clId="{5EF4142E-4844-4CF2-B9D3-B00A388B0DD4}" dt="2024-09-14T13:12:28.509" v="566" actId="14100"/>
          <ac:spMkLst>
            <pc:docMk/>
            <pc:sldMk cId="3921434846" sldId="587"/>
            <ac:spMk id="6" creationId="{443E6CD7-0548-F919-EBC8-5A5B1BB6327C}"/>
          </ac:spMkLst>
        </pc:spChg>
        <pc:spChg chg="mod">
          <ac:chgData name="强 李" userId="cd6c7ec7188785ae" providerId="LiveId" clId="{5EF4142E-4844-4CF2-B9D3-B00A388B0DD4}" dt="2024-09-14T13:17:02.786" v="741" actId="1036"/>
          <ac:spMkLst>
            <pc:docMk/>
            <pc:sldMk cId="3921434846" sldId="587"/>
            <ac:spMk id="8" creationId="{16D8AC54-27F5-A2FE-FDAD-C66FFAE80155}"/>
          </ac:spMkLst>
        </pc:spChg>
        <pc:grpChg chg="add mod">
          <ac:chgData name="强 李" userId="cd6c7ec7188785ae" providerId="LiveId" clId="{5EF4142E-4844-4CF2-B9D3-B00A388B0DD4}" dt="2024-09-14T13:16:07.871" v="725" actId="14100"/>
          <ac:grpSpMkLst>
            <pc:docMk/>
            <pc:sldMk cId="3921434846" sldId="587"/>
            <ac:grpSpMk id="7" creationId="{01FDC4AC-DC19-8216-7F2D-118A5C6E3CD0}"/>
          </ac:grpSpMkLst>
        </pc:grpChg>
      </pc:sldChg>
      <pc:sldChg chg="modSp mod">
        <pc:chgData name="强 李" userId="cd6c7ec7188785ae" providerId="LiveId" clId="{5EF4142E-4844-4CF2-B9D3-B00A388B0DD4}" dt="2024-09-14T13:48:48.344" v="2019"/>
        <pc:sldMkLst>
          <pc:docMk/>
          <pc:sldMk cId="534191096" sldId="589"/>
        </pc:sldMkLst>
        <pc:spChg chg="mod">
          <ac:chgData name="强 李" userId="cd6c7ec7188785ae" providerId="LiveId" clId="{5EF4142E-4844-4CF2-B9D3-B00A388B0DD4}" dt="2024-09-14T13:48:48.344" v="2019"/>
          <ac:spMkLst>
            <pc:docMk/>
            <pc:sldMk cId="534191096" sldId="589"/>
            <ac:spMk id="2" creationId="{00000000-0000-0000-0000-000000000000}"/>
          </ac:spMkLst>
        </pc:spChg>
      </pc:sldChg>
      <pc:sldChg chg="modSp mod">
        <pc:chgData name="强 李" userId="cd6c7ec7188785ae" providerId="LiveId" clId="{5EF4142E-4844-4CF2-B9D3-B00A388B0DD4}" dt="2024-09-14T13:52:07.298" v="2029" actId="6549"/>
        <pc:sldMkLst>
          <pc:docMk/>
          <pc:sldMk cId="4207264488" sldId="590"/>
        </pc:sldMkLst>
        <pc:spChg chg="mod">
          <ac:chgData name="强 李" userId="cd6c7ec7188785ae" providerId="LiveId" clId="{5EF4142E-4844-4CF2-B9D3-B00A388B0DD4}" dt="2024-09-14T13:52:07.298" v="2029" actId="6549"/>
          <ac:spMkLst>
            <pc:docMk/>
            <pc:sldMk cId="4207264488" sldId="590"/>
            <ac:spMk id="2" creationId="{00000000-0000-0000-0000-000000000000}"/>
          </ac:spMkLst>
        </pc:spChg>
      </pc:sldChg>
      <pc:sldChg chg="modSp mod">
        <pc:chgData name="强 李" userId="cd6c7ec7188785ae" providerId="LiveId" clId="{5EF4142E-4844-4CF2-B9D3-B00A388B0DD4}" dt="2024-09-14T14:08:01.462" v="2035" actId="404"/>
        <pc:sldMkLst>
          <pc:docMk/>
          <pc:sldMk cId="3491062220" sldId="591"/>
        </pc:sldMkLst>
        <pc:spChg chg="mod">
          <ac:chgData name="强 李" userId="cd6c7ec7188785ae" providerId="LiveId" clId="{5EF4142E-4844-4CF2-B9D3-B00A388B0DD4}" dt="2024-09-14T14:08:01.462" v="2035" actId="404"/>
          <ac:spMkLst>
            <pc:docMk/>
            <pc:sldMk cId="3491062220" sldId="591"/>
            <ac:spMk id="2" creationId="{00000000-0000-0000-0000-000000000000}"/>
          </ac:spMkLst>
        </pc:spChg>
      </pc:sldChg>
      <pc:sldChg chg="modSp mod">
        <pc:chgData name="强 李" userId="cd6c7ec7188785ae" providerId="LiveId" clId="{5EF4142E-4844-4CF2-B9D3-B00A388B0DD4}" dt="2024-09-14T14:11:29.010" v="2088" actId="108"/>
        <pc:sldMkLst>
          <pc:docMk/>
          <pc:sldMk cId="4046377894" sldId="592"/>
        </pc:sldMkLst>
        <pc:spChg chg="mod">
          <ac:chgData name="强 李" userId="cd6c7ec7188785ae" providerId="LiveId" clId="{5EF4142E-4844-4CF2-B9D3-B00A388B0DD4}" dt="2024-09-14T14:11:29.010" v="2088" actId="108"/>
          <ac:spMkLst>
            <pc:docMk/>
            <pc:sldMk cId="4046377894" sldId="592"/>
            <ac:spMk id="2" creationId="{00000000-0000-0000-0000-000000000000}"/>
          </ac:spMkLst>
        </pc:spChg>
      </pc:sldChg>
      <pc:sldChg chg="modSp mod">
        <pc:chgData name="强 李" userId="cd6c7ec7188785ae" providerId="LiveId" clId="{5EF4142E-4844-4CF2-B9D3-B00A388B0DD4}" dt="2024-09-14T13:39:18.199" v="1599" actId="403"/>
        <pc:sldMkLst>
          <pc:docMk/>
          <pc:sldMk cId="3468762565" sldId="593"/>
        </pc:sldMkLst>
        <pc:spChg chg="mod">
          <ac:chgData name="强 李" userId="cd6c7ec7188785ae" providerId="LiveId" clId="{5EF4142E-4844-4CF2-B9D3-B00A388B0DD4}" dt="2024-09-14T13:39:18.199" v="1599" actId="403"/>
          <ac:spMkLst>
            <pc:docMk/>
            <pc:sldMk cId="3468762565" sldId="593"/>
            <ac:spMk id="2" creationId="{00000000-0000-0000-0000-000000000000}"/>
          </ac:spMkLst>
        </pc:spChg>
      </pc:sldChg>
      <pc:sldChg chg="modSp mod">
        <pc:chgData name="强 李" userId="cd6c7ec7188785ae" providerId="LiveId" clId="{5EF4142E-4844-4CF2-B9D3-B00A388B0DD4}" dt="2024-09-14T13:18:04.631" v="762" actId="20577"/>
        <pc:sldMkLst>
          <pc:docMk/>
          <pc:sldMk cId="340286292" sldId="594"/>
        </pc:sldMkLst>
        <pc:spChg chg="mod">
          <ac:chgData name="强 李" userId="cd6c7ec7188785ae" providerId="LiveId" clId="{5EF4142E-4844-4CF2-B9D3-B00A388B0DD4}" dt="2024-09-14T13:18:04.631" v="762" actId="20577"/>
          <ac:spMkLst>
            <pc:docMk/>
            <pc:sldMk cId="340286292" sldId="594"/>
            <ac:spMk id="2" creationId="{00000000-0000-0000-0000-000000000000}"/>
          </ac:spMkLst>
        </pc:spChg>
      </pc:sldChg>
      <pc:sldChg chg="modSp mod">
        <pc:chgData name="强 李" userId="cd6c7ec7188785ae" providerId="LiveId" clId="{5EF4142E-4844-4CF2-B9D3-B00A388B0DD4}" dt="2024-09-14T12:51:23.089" v="61" actId="1036"/>
        <pc:sldMkLst>
          <pc:docMk/>
          <pc:sldMk cId="3965997736" sldId="598"/>
        </pc:sldMkLst>
        <pc:spChg chg="mod">
          <ac:chgData name="强 李" userId="cd6c7ec7188785ae" providerId="LiveId" clId="{5EF4142E-4844-4CF2-B9D3-B00A388B0DD4}" dt="2024-09-14T12:51:01.614" v="48"/>
          <ac:spMkLst>
            <pc:docMk/>
            <pc:sldMk cId="3965997736" sldId="598"/>
            <ac:spMk id="2" creationId="{00000000-0000-0000-0000-000000000000}"/>
          </ac:spMkLst>
        </pc:spChg>
        <pc:grpChg chg="mod">
          <ac:chgData name="强 李" userId="cd6c7ec7188785ae" providerId="LiveId" clId="{5EF4142E-4844-4CF2-B9D3-B00A388B0DD4}" dt="2024-09-14T12:51:23.089" v="61" actId="1036"/>
          <ac:grpSpMkLst>
            <pc:docMk/>
            <pc:sldMk cId="3965997736" sldId="598"/>
            <ac:grpSpMk id="4" creationId="{67CFBFED-23BA-58E2-0492-595457A1DA5E}"/>
          </ac:grpSpMkLst>
        </pc:grpChg>
        <pc:grpChg chg="mod">
          <ac:chgData name="强 李" userId="cd6c7ec7188785ae" providerId="LiveId" clId="{5EF4142E-4844-4CF2-B9D3-B00A388B0DD4}" dt="2024-09-14T12:51:23.089" v="61" actId="1036"/>
          <ac:grpSpMkLst>
            <pc:docMk/>
            <pc:sldMk cId="3965997736" sldId="598"/>
            <ac:grpSpMk id="6" creationId="{56CD5BD2-A0CC-7D0E-3BD1-0613845A3BF3}"/>
          </ac:grpSpMkLst>
        </pc:grpChg>
        <pc:grpChg chg="mod">
          <ac:chgData name="强 李" userId="cd6c7ec7188785ae" providerId="LiveId" clId="{5EF4142E-4844-4CF2-B9D3-B00A388B0DD4}" dt="2024-09-14T12:51:23.089" v="61" actId="1036"/>
          <ac:grpSpMkLst>
            <pc:docMk/>
            <pc:sldMk cId="3965997736" sldId="598"/>
            <ac:grpSpMk id="7" creationId="{4910B73A-3062-7867-777F-E107D91F1F13}"/>
          </ac:grpSpMkLst>
        </pc:grpChg>
      </pc:sldChg>
      <pc:sldChg chg="modSp mod">
        <pc:chgData name="强 李" userId="cd6c7ec7188785ae" providerId="LiveId" clId="{5EF4142E-4844-4CF2-B9D3-B00A388B0DD4}" dt="2024-09-14T13:29:35.058" v="1303"/>
        <pc:sldMkLst>
          <pc:docMk/>
          <pc:sldMk cId="4003489816" sldId="599"/>
        </pc:sldMkLst>
        <pc:spChg chg="mod">
          <ac:chgData name="强 李" userId="cd6c7ec7188785ae" providerId="LiveId" clId="{5EF4142E-4844-4CF2-B9D3-B00A388B0DD4}" dt="2024-09-14T13:29:35.058" v="1303"/>
          <ac:spMkLst>
            <pc:docMk/>
            <pc:sldMk cId="4003489816" sldId="599"/>
            <ac:spMk id="2" creationId="{00000000-0000-0000-0000-000000000000}"/>
          </ac:spMkLst>
        </pc:spChg>
      </pc:sldChg>
      <pc:sldChg chg="modSp mod">
        <pc:chgData name="强 李" userId="cd6c7ec7188785ae" providerId="LiveId" clId="{5EF4142E-4844-4CF2-B9D3-B00A388B0DD4}" dt="2024-09-14T14:12:58.930" v="2186"/>
        <pc:sldMkLst>
          <pc:docMk/>
          <pc:sldMk cId="125507599" sldId="601"/>
        </pc:sldMkLst>
        <pc:spChg chg="mod">
          <ac:chgData name="强 李" userId="cd6c7ec7188785ae" providerId="LiveId" clId="{5EF4142E-4844-4CF2-B9D3-B00A388B0DD4}" dt="2024-09-14T14:12:58.930" v="2186"/>
          <ac:spMkLst>
            <pc:docMk/>
            <pc:sldMk cId="125507599" sldId="601"/>
            <ac:spMk id="2" creationId="{00000000-0000-0000-0000-000000000000}"/>
          </ac:spMkLst>
        </pc:spChg>
        <pc:spChg chg="mod">
          <ac:chgData name="强 李" userId="cd6c7ec7188785ae" providerId="LiveId" clId="{5EF4142E-4844-4CF2-B9D3-B00A388B0DD4}" dt="2024-09-14T14:11:42.436" v="2102" actId="1038"/>
          <ac:spMkLst>
            <pc:docMk/>
            <pc:sldMk cId="125507599" sldId="601"/>
            <ac:spMk id="18" creationId="{00000000-0000-0000-0000-000000000000}"/>
          </ac:spMkLst>
        </pc:spChg>
      </pc:sldChg>
    </pc:docChg>
  </pc:docChgLst>
  <pc:docChgLst>
    <pc:chgData name="强 李" userId="cd6c7ec7188785ae" providerId="LiveId" clId="{59B04525-367E-458D-A292-D07252BFEF77}"/>
    <pc:docChg chg="undo custSel delSld modSld">
      <pc:chgData name="强 李" userId="cd6c7ec7188785ae" providerId="LiveId" clId="{59B04525-367E-458D-A292-D07252BFEF77}" dt="2023-05-13T21:33:54.200" v="52"/>
      <pc:docMkLst>
        <pc:docMk/>
      </pc:docMkLst>
      <pc:sldChg chg="modSp mod">
        <pc:chgData name="强 李" userId="cd6c7ec7188785ae" providerId="LiveId" clId="{59B04525-367E-458D-A292-D07252BFEF77}" dt="2023-05-13T21:14:42.483" v="10"/>
        <pc:sldMkLst>
          <pc:docMk/>
          <pc:sldMk cId="3813767857" sldId="538"/>
        </pc:sldMkLst>
        <pc:spChg chg="mod">
          <ac:chgData name="强 李" userId="cd6c7ec7188785ae" providerId="LiveId" clId="{59B04525-367E-458D-A292-D07252BFEF77}" dt="2023-05-13T21:14:42.483" v="10"/>
          <ac:spMkLst>
            <pc:docMk/>
            <pc:sldMk cId="3813767857" sldId="538"/>
            <ac:spMk id="5" creationId="{00000000-0000-0000-0000-000000000000}"/>
          </ac:spMkLst>
        </pc:spChg>
      </pc:sldChg>
      <pc:sldChg chg="modSp mod">
        <pc:chgData name="强 李" userId="cd6c7ec7188785ae" providerId="LiveId" clId="{59B04525-367E-458D-A292-D07252BFEF77}" dt="2023-05-13T21:21:25.855" v="18"/>
        <pc:sldMkLst>
          <pc:docMk/>
          <pc:sldMk cId="188333421" sldId="541"/>
        </pc:sldMkLst>
        <pc:spChg chg="mod">
          <ac:chgData name="强 李" userId="cd6c7ec7188785ae" providerId="LiveId" clId="{59B04525-367E-458D-A292-D07252BFEF77}" dt="2023-05-13T21:21:25.855" v="18"/>
          <ac:spMkLst>
            <pc:docMk/>
            <pc:sldMk cId="188333421" sldId="541"/>
            <ac:spMk id="2" creationId="{00000000-0000-0000-0000-000000000000}"/>
          </ac:spMkLst>
        </pc:spChg>
      </pc:sldChg>
      <pc:sldChg chg="modSp mod">
        <pc:chgData name="强 李" userId="cd6c7ec7188785ae" providerId="LiveId" clId="{59B04525-367E-458D-A292-D07252BFEF77}" dt="2023-05-13T21:32:44.141" v="49" actId="6549"/>
        <pc:sldMkLst>
          <pc:docMk/>
          <pc:sldMk cId="3014528576" sldId="542"/>
        </pc:sldMkLst>
        <pc:spChg chg="mod">
          <ac:chgData name="强 李" userId="cd6c7ec7188785ae" providerId="LiveId" clId="{59B04525-367E-458D-A292-D07252BFEF77}" dt="2023-05-13T21:32:44.141" v="49" actId="6549"/>
          <ac:spMkLst>
            <pc:docMk/>
            <pc:sldMk cId="3014528576" sldId="542"/>
            <ac:spMk id="2" creationId="{00000000-0000-0000-0000-000000000000}"/>
          </ac:spMkLst>
        </pc:spChg>
        <pc:grpChg chg="mod">
          <ac:chgData name="强 李" userId="cd6c7ec7188785ae" providerId="LiveId" clId="{59B04525-367E-458D-A292-D07252BFEF77}" dt="2023-05-13T21:32:28.012" v="48" actId="1076"/>
          <ac:grpSpMkLst>
            <pc:docMk/>
            <pc:sldMk cId="3014528576" sldId="542"/>
            <ac:grpSpMk id="3" creationId="{726480B9-F738-F9C4-A3A9-291FDBCBE60B}"/>
          </ac:grpSpMkLst>
        </pc:grpChg>
      </pc:sldChg>
      <pc:sldChg chg="modSp mod">
        <pc:chgData name="强 李" userId="cd6c7ec7188785ae" providerId="LiveId" clId="{59B04525-367E-458D-A292-D07252BFEF77}" dt="2023-05-13T21:33:54.200" v="52"/>
        <pc:sldMkLst>
          <pc:docMk/>
          <pc:sldMk cId="1242525785" sldId="543"/>
        </pc:sldMkLst>
        <pc:spChg chg="mod">
          <ac:chgData name="强 李" userId="cd6c7ec7188785ae" providerId="LiveId" clId="{59B04525-367E-458D-A292-D07252BFEF77}" dt="2023-05-13T21:33:54.200" v="52"/>
          <ac:spMkLst>
            <pc:docMk/>
            <pc:sldMk cId="1242525785" sldId="543"/>
            <ac:spMk id="2" creationId="{00000000-0000-0000-0000-000000000000}"/>
          </ac:spMkLst>
        </pc:spChg>
      </pc:sldChg>
      <pc:sldChg chg="del">
        <pc:chgData name="强 李" userId="cd6c7ec7188785ae" providerId="LiveId" clId="{59B04525-367E-458D-A292-D07252BFEF77}" dt="2023-05-13T21:21:02.253" v="16" actId="47"/>
        <pc:sldMkLst>
          <pc:docMk/>
          <pc:sldMk cId="996529028" sldId="556"/>
        </pc:sldMkLst>
      </pc:sldChg>
      <pc:sldChg chg="modSp mod">
        <pc:chgData name="强 李" userId="cd6c7ec7188785ae" providerId="LiveId" clId="{59B04525-367E-458D-A292-D07252BFEF77}" dt="2023-05-13T21:26:33.198" v="45"/>
        <pc:sldMkLst>
          <pc:docMk/>
          <pc:sldMk cId="1560840645" sldId="557"/>
        </pc:sldMkLst>
        <pc:spChg chg="mod">
          <ac:chgData name="强 李" userId="cd6c7ec7188785ae" providerId="LiveId" clId="{59B04525-367E-458D-A292-D07252BFEF77}" dt="2023-05-13T21:26:33.198" v="45"/>
          <ac:spMkLst>
            <pc:docMk/>
            <pc:sldMk cId="1560840645" sldId="557"/>
            <ac:spMk id="2" creationId="{00000000-0000-0000-0000-000000000000}"/>
          </ac:spMkLst>
        </pc:spChg>
      </pc:sldChg>
      <pc:sldChg chg="modSp mod">
        <pc:chgData name="强 李" userId="cd6c7ec7188785ae" providerId="LiveId" clId="{59B04525-367E-458D-A292-D07252BFEF77}" dt="2023-05-13T21:15:27.492" v="15" actId="20577"/>
        <pc:sldMkLst>
          <pc:docMk/>
          <pc:sldMk cId="158457568" sldId="561"/>
        </pc:sldMkLst>
        <pc:spChg chg="mod">
          <ac:chgData name="强 李" userId="cd6c7ec7188785ae" providerId="LiveId" clId="{59B04525-367E-458D-A292-D07252BFEF77}" dt="2023-05-13T21:15:27.492" v="15" actId="20577"/>
          <ac:spMkLst>
            <pc:docMk/>
            <pc:sldMk cId="158457568" sldId="561"/>
            <ac:spMk id="2" creationId="{00000000-0000-0000-0000-000000000000}"/>
          </ac:spMkLst>
        </pc:spChg>
      </pc:sldChg>
    </pc:docChg>
  </pc:docChgLst>
  <pc:docChgLst>
    <pc:chgData name="强 李" userId="cd6c7ec7188785ae" providerId="LiveId" clId="{1F788608-16AE-484E-BA0E-693D8C33E910}"/>
    <pc:docChg chg="undo custSel addSld delSld modSld sldOrd">
      <pc:chgData name="强 李" userId="cd6c7ec7188785ae" providerId="LiveId" clId="{1F788608-16AE-484E-BA0E-693D8C33E910}" dt="2024-08-24T03:18:54.421" v="1559" actId="1035"/>
      <pc:docMkLst>
        <pc:docMk/>
      </pc:docMkLst>
      <pc:sldChg chg="modSp mod">
        <pc:chgData name="强 李" userId="cd6c7ec7188785ae" providerId="LiveId" clId="{1F788608-16AE-484E-BA0E-693D8C33E910}" dt="2024-08-24T00:52:30.863" v="856"/>
        <pc:sldMkLst>
          <pc:docMk/>
          <pc:sldMk cId="54695671" sldId="531"/>
        </pc:sldMkLst>
        <pc:spChg chg="mod">
          <ac:chgData name="强 李" userId="cd6c7ec7188785ae" providerId="LiveId" clId="{1F788608-16AE-484E-BA0E-693D8C33E910}" dt="2024-08-23T12:05:41.124" v="837" actId="2711"/>
          <ac:spMkLst>
            <pc:docMk/>
            <pc:sldMk cId="54695671" sldId="531"/>
            <ac:spMk id="2" creationId="{00000000-0000-0000-0000-000000000000}"/>
          </ac:spMkLst>
        </pc:spChg>
        <pc:spChg chg="mod">
          <ac:chgData name="强 李" userId="cd6c7ec7188785ae" providerId="LiveId" clId="{1F788608-16AE-484E-BA0E-693D8C33E910}" dt="2024-08-23T12:05:41.124" v="837" actId="2711"/>
          <ac:spMkLst>
            <pc:docMk/>
            <pc:sldMk cId="54695671" sldId="531"/>
            <ac:spMk id="3" creationId="{B504861B-6EFA-BAFD-C2A3-DA811CA92353}"/>
          </ac:spMkLst>
        </pc:spChg>
        <pc:spChg chg="mod">
          <ac:chgData name="强 李" userId="cd6c7ec7188785ae" providerId="LiveId" clId="{1F788608-16AE-484E-BA0E-693D8C33E910}" dt="2024-08-23T12:05:41.124" v="837" actId="2711"/>
          <ac:spMkLst>
            <pc:docMk/>
            <pc:sldMk cId="54695671" sldId="531"/>
            <ac:spMk id="4" creationId="{813ADE0C-0A95-8BE0-FCB2-CDA44CEA64A3}"/>
          </ac:spMkLst>
        </pc:spChg>
        <pc:spChg chg="mod">
          <ac:chgData name="强 李" userId="cd6c7ec7188785ae" providerId="LiveId" clId="{1F788608-16AE-484E-BA0E-693D8C33E910}" dt="2024-08-23T12:05:41.124" v="837" actId="2711"/>
          <ac:spMkLst>
            <pc:docMk/>
            <pc:sldMk cId="54695671" sldId="531"/>
            <ac:spMk id="5" creationId="{6D756E38-44BB-893E-10F4-24648C1F9451}"/>
          </ac:spMkLst>
        </pc:spChg>
        <pc:spChg chg="mod">
          <ac:chgData name="强 李" userId="cd6c7ec7188785ae" providerId="LiveId" clId="{1F788608-16AE-484E-BA0E-693D8C33E910}" dt="2024-08-24T00:52:30.863" v="856"/>
          <ac:spMkLst>
            <pc:docMk/>
            <pc:sldMk cId="54695671" sldId="531"/>
            <ac:spMk id="6" creationId="{AA272FBC-B21D-C369-0141-9585E0210DD1}"/>
          </ac:spMkLst>
        </pc:spChg>
        <pc:spChg chg="mod">
          <ac:chgData name="强 李" userId="cd6c7ec7188785ae" providerId="LiveId" clId="{1F788608-16AE-484E-BA0E-693D8C33E910}" dt="2024-08-23T12:05:41.124" v="837" actId="2711"/>
          <ac:spMkLst>
            <pc:docMk/>
            <pc:sldMk cId="54695671" sldId="531"/>
            <ac:spMk id="7" creationId="{F80DDDB8-F32B-B7A7-73DA-9790F3B5DCB3}"/>
          </ac:spMkLst>
        </pc:spChg>
        <pc:spChg chg="mod">
          <ac:chgData name="强 李" userId="cd6c7ec7188785ae" providerId="LiveId" clId="{1F788608-16AE-484E-BA0E-693D8C33E910}" dt="2024-08-23T12:05:41.124" v="837" actId="2711"/>
          <ac:spMkLst>
            <pc:docMk/>
            <pc:sldMk cId="54695671" sldId="531"/>
            <ac:spMk id="11" creationId="{8F585226-39A8-96AE-40A3-878704581BB6}"/>
          </ac:spMkLst>
        </pc:spChg>
        <pc:spChg chg="mod">
          <ac:chgData name="强 李" userId="cd6c7ec7188785ae" providerId="LiveId" clId="{1F788608-16AE-484E-BA0E-693D8C33E910}" dt="2024-08-23T12:05:41.124" v="837" actId="2711"/>
          <ac:spMkLst>
            <pc:docMk/>
            <pc:sldMk cId="54695671" sldId="531"/>
            <ac:spMk id="18" creationId="{00000000-0000-0000-0000-000000000000}"/>
          </ac:spMkLst>
        </pc:spChg>
      </pc:sldChg>
      <pc:sldChg chg="addSp delSp modSp add del mod setBg">
        <pc:chgData name="强 李" userId="cd6c7ec7188785ae" providerId="LiveId" clId="{1F788608-16AE-484E-BA0E-693D8C33E910}" dt="2024-08-24T03:18:23.785" v="1553" actId="47"/>
        <pc:sldMkLst>
          <pc:docMk/>
          <pc:sldMk cId="1242525785" sldId="543"/>
        </pc:sldMkLst>
        <pc:spChg chg="add del mod">
          <ac:chgData name="强 李" userId="cd6c7ec7188785ae" providerId="LiveId" clId="{1F788608-16AE-484E-BA0E-693D8C33E910}" dt="2024-08-24T03:13:19.605" v="1412" actId="478"/>
          <ac:spMkLst>
            <pc:docMk/>
            <pc:sldMk cId="1242525785" sldId="543"/>
            <ac:spMk id="2" creationId="{00000000-0000-0000-0000-000000000000}"/>
          </ac:spMkLst>
        </pc:spChg>
        <pc:spChg chg="add mod">
          <ac:chgData name="强 李" userId="cd6c7ec7188785ae" providerId="LiveId" clId="{1F788608-16AE-484E-BA0E-693D8C33E910}" dt="2024-08-24T03:15:55.546" v="1470"/>
          <ac:spMkLst>
            <pc:docMk/>
            <pc:sldMk cId="1242525785" sldId="543"/>
            <ac:spMk id="4" creationId="{9744BC9E-F0B2-AD37-F3BD-19B461A4AF13}"/>
          </ac:spMkLst>
        </pc:spChg>
        <pc:spChg chg="del mod">
          <ac:chgData name="强 李" userId="cd6c7ec7188785ae" providerId="LiveId" clId="{1F788608-16AE-484E-BA0E-693D8C33E910}" dt="2024-08-24T03:13:48.477" v="1416" actId="478"/>
          <ac:spMkLst>
            <pc:docMk/>
            <pc:sldMk cId="1242525785" sldId="543"/>
            <ac:spMk id="18" creationId="{00000000-0000-0000-0000-000000000000}"/>
          </ac:spMkLst>
        </pc:spChg>
        <pc:spChg chg="add del">
          <ac:chgData name="强 李" userId="cd6c7ec7188785ae" providerId="LiveId" clId="{1F788608-16AE-484E-BA0E-693D8C33E910}" dt="2024-08-24T03:11:28.859" v="1397" actId="26606"/>
          <ac:spMkLst>
            <pc:docMk/>
            <pc:sldMk cId="1242525785" sldId="543"/>
            <ac:spMk id="21" creationId="{1D63C574-BFD2-41A1-A567-B0C3CC7FDD4F}"/>
          </ac:spMkLst>
        </pc:spChg>
        <pc:spChg chg="add del">
          <ac:chgData name="强 李" userId="cd6c7ec7188785ae" providerId="LiveId" clId="{1F788608-16AE-484E-BA0E-693D8C33E910}" dt="2024-08-24T03:11:28.859" v="1397" actId="26606"/>
          <ac:spMkLst>
            <pc:docMk/>
            <pc:sldMk cId="1242525785" sldId="543"/>
            <ac:spMk id="23" creationId="{E2A46BAB-8C31-42B2-90E8-B26DD3E81D37}"/>
          </ac:spMkLst>
        </pc:spChg>
        <pc:spChg chg="add del">
          <ac:chgData name="强 李" userId="cd6c7ec7188785ae" providerId="LiveId" clId="{1F788608-16AE-484E-BA0E-693D8C33E910}" dt="2024-08-24T03:09:18.316" v="1363" actId="26606"/>
          <ac:spMkLst>
            <pc:docMk/>
            <pc:sldMk cId="1242525785" sldId="543"/>
            <ac:spMk id="24" creationId="{1D63C574-BFD2-41A1-A567-B0C3CC7FDD4F}"/>
          </ac:spMkLst>
        </pc:spChg>
        <pc:spChg chg="add del">
          <ac:chgData name="强 李" userId="cd6c7ec7188785ae" providerId="LiveId" clId="{1F788608-16AE-484E-BA0E-693D8C33E910}" dt="2024-08-24T03:09:40.800" v="1373" actId="26606"/>
          <ac:spMkLst>
            <pc:docMk/>
            <pc:sldMk cId="1242525785" sldId="543"/>
            <ac:spMk id="25" creationId="{EDDBB197-D710-4A4F-A9CA-FD2177498BE8}"/>
          </ac:spMkLst>
        </pc:spChg>
        <pc:spChg chg="add del">
          <ac:chgData name="强 李" userId="cd6c7ec7188785ae" providerId="LiveId" clId="{1F788608-16AE-484E-BA0E-693D8C33E910}" dt="2024-08-24T03:09:18.316" v="1363" actId="26606"/>
          <ac:spMkLst>
            <pc:docMk/>
            <pc:sldMk cId="1242525785" sldId="543"/>
            <ac:spMk id="26" creationId="{E2A46BAB-8C31-42B2-90E8-B26DD3E81D37}"/>
          </ac:spMkLst>
        </pc:spChg>
        <pc:spChg chg="add del">
          <ac:chgData name="强 李" userId="cd6c7ec7188785ae" providerId="LiveId" clId="{1F788608-16AE-484E-BA0E-693D8C33E910}" dt="2024-08-24T03:09:40.800" v="1373" actId="26606"/>
          <ac:spMkLst>
            <pc:docMk/>
            <pc:sldMk cId="1242525785" sldId="543"/>
            <ac:spMk id="27" creationId="{975D1CFA-2CDB-4B64-BD9F-85744E8DA12F}"/>
          </ac:spMkLst>
        </pc:spChg>
        <pc:spChg chg="add del">
          <ac:chgData name="强 李" userId="cd6c7ec7188785ae" providerId="LiveId" clId="{1F788608-16AE-484E-BA0E-693D8C33E910}" dt="2024-08-24T03:09:22.790" v="1365" actId="26606"/>
          <ac:spMkLst>
            <pc:docMk/>
            <pc:sldMk cId="1242525785" sldId="543"/>
            <ac:spMk id="41" creationId="{AE2B703B-46F9-481A-A605-82E2A828C4FA}"/>
          </ac:spMkLst>
        </pc:spChg>
        <pc:spChg chg="add del">
          <ac:chgData name="强 李" userId="cd6c7ec7188785ae" providerId="LiveId" clId="{1F788608-16AE-484E-BA0E-693D8C33E910}" dt="2024-08-24T03:09:22.790" v="1365" actId="26606"/>
          <ac:spMkLst>
            <pc:docMk/>
            <pc:sldMk cId="1242525785" sldId="543"/>
            <ac:spMk id="42" creationId="{F13BE4D7-0C3D-4906-B230-A1C5B4665CCF}"/>
          </ac:spMkLst>
        </pc:spChg>
        <pc:spChg chg="add del">
          <ac:chgData name="强 李" userId="cd6c7ec7188785ae" providerId="LiveId" clId="{1F788608-16AE-484E-BA0E-693D8C33E910}" dt="2024-08-24T03:09:32.601" v="1367" actId="26606"/>
          <ac:spMkLst>
            <pc:docMk/>
            <pc:sldMk cId="1242525785" sldId="543"/>
            <ac:spMk id="45" creationId="{3A7E003E-EE76-4207-A774-A645C37F1D27}"/>
          </ac:spMkLst>
        </pc:spChg>
        <pc:spChg chg="add del">
          <ac:chgData name="强 李" userId="cd6c7ec7188785ae" providerId="LiveId" clId="{1F788608-16AE-484E-BA0E-693D8C33E910}" dt="2024-08-24T03:09:32.601" v="1367" actId="26606"/>
          <ac:spMkLst>
            <pc:docMk/>
            <pc:sldMk cId="1242525785" sldId="543"/>
            <ac:spMk id="46" creationId="{FBD77573-9EF2-4C35-8285-A1CF6FBB0EA5}"/>
          </ac:spMkLst>
        </pc:spChg>
        <pc:spChg chg="add del">
          <ac:chgData name="强 李" userId="cd6c7ec7188785ae" providerId="LiveId" clId="{1F788608-16AE-484E-BA0E-693D8C33E910}" dt="2024-08-24T03:09:33.968" v="1369" actId="26606"/>
          <ac:spMkLst>
            <pc:docMk/>
            <pc:sldMk cId="1242525785" sldId="543"/>
            <ac:spMk id="49" creationId="{2659FDB4-FCBE-4A89-B46D-43D4FA54464D}"/>
          </ac:spMkLst>
        </pc:spChg>
        <pc:spChg chg="add del">
          <ac:chgData name="强 李" userId="cd6c7ec7188785ae" providerId="LiveId" clId="{1F788608-16AE-484E-BA0E-693D8C33E910}" dt="2024-08-24T03:13:05.052" v="1409" actId="26606"/>
          <ac:spMkLst>
            <pc:docMk/>
            <pc:sldMk cId="1242525785" sldId="543"/>
            <ac:spMk id="52" creationId="{7517A47C-B2E5-4B79-8061-D74B1311AF6E}"/>
          </ac:spMkLst>
        </pc:spChg>
        <pc:spChg chg="add del">
          <ac:chgData name="强 李" userId="cd6c7ec7188785ae" providerId="LiveId" clId="{1F788608-16AE-484E-BA0E-693D8C33E910}" dt="2024-08-24T03:09:37.014" v="1371" actId="26606"/>
          <ac:spMkLst>
            <pc:docMk/>
            <pc:sldMk cId="1242525785" sldId="543"/>
            <ac:spMk id="53" creationId="{2E442304-DDBD-4F7B-8017-36BCC863FB40}"/>
          </ac:spMkLst>
        </pc:spChg>
        <pc:spChg chg="add del">
          <ac:chgData name="强 李" userId="cd6c7ec7188785ae" providerId="LiveId" clId="{1F788608-16AE-484E-BA0E-693D8C33E910}" dt="2024-08-24T03:09:37.014" v="1371" actId="26606"/>
          <ac:spMkLst>
            <pc:docMk/>
            <pc:sldMk cId="1242525785" sldId="543"/>
            <ac:spMk id="54" creationId="{5E107275-3853-46FD-A241-DE4355A42675}"/>
          </ac:spMkLst>
        </pc:spChg>
        <pc:spChg chg="add del">
          <ac:chgData name="强 李" userId="cd6c7ec7188785ae" providerId="LiveId" clId="{1F788608-16AE-484E-BA0E-693D8C33E910}" dt="2024-08-24T03:13:05.052" v="1409" actId="26606"/>
          <ac:spMkLst>
            <pc:docMk/>
            <pc:sldMk cId="1242525785" sldId="543"/>
            <ac:spMk id="56" creationId="{C505E780-2083-4CB5-A42A-5E0E2908ECC3}"/>
          </ac:spMkLst>
        </pc:spChg>
        <pc:spChg chg="add del">
          <ac:chgData name="强 李" userId="cd6c7ec7188785ae" providerId="LiveId" clId="{1F788608-16AE-484E-BA0E-693D8C33E910}" dt="2024-08-24T03:09:40.800" v="1373" actId="26606"/>
          <ac:spMkLst>
            <pc:docMk/>
            <pc:sldMk cId="1242525785" sldId="543"/>
            <ac:spMk id="57" creationId="{00000000-0000-0000-0000-000000000000}"/>
          </ac:spMkLst>
        </pc:spChg>
        <pc:spChg chg="add del">
          <ac:chgData name="强 李" userId="cd6c7ec7188785ae" providerId="LiveId" clId="{1F788608-16AE-484E-BA0E-693D8C33E910}" dt="2024-08-24T03:13:05.052" v="1409" actId="26606"/>
          <ac:spMkLst>
            <pc:docMk/>
            <pc:sldMk cId="1242525785" sldId="543"/>
            <ac:spMk id="58" creationId="{D2C0AE1C-0118-41AE-8A10-7CDCBF10E96F}"/>
          </ac:spMkLst>
        </pc:spChg>
        <pc:spChg chg="add del">
          <ac:chgData name="强 李" userId="cd6c7ec7188785ae" providerId="LiveId" clId="{1F788608-16AE-484E-BA0E-693D8C33E910}" dt="2024-08-24T03:13:05.052" v="1409" actId="26606"/>
          <ac:spMkLst>
            <pc:docMk/>
            <pc:sldMk cId="1242525785" sldId="543"/>
            <ac:spMk id="59" creationId="{463EEC44-1BA3-44ED-81FC-A644B04B2A44}"/>
          </ac:spMkLst>
        </pc:spChg>
        <pc:spChg chg="add del">
          <ac:chgData name="强 李" userId="cd6c7ec7188785ae" providerId="LiveId" clId="{1F788608-16AE-484E-BA0E-693D8C33E910}" dt="2024-08-24T03:12:25.241" v="1400" actId="26606"/>
          <ac:spMkLst>
            <pc:docMk/>
            <pc:sldMk cId="1242525785" sldId="543"/>
            <ac:spMk id="63" creationId="{C7CCC60B-4D42-4FE4-BCB2-A713F52D08DA}"/>
          </ac:spMkLst>
        </pc:spChg>
        <pc:spChg chg="add del">
          <ac:chgData name="强 李" userId="cd6c7ec7188785ae" providerId="LiveId" clId="{1F788608-16AE-484E-BA0E-693D8C33E910}" dt="2024-08-24T03:11:00.593" v="1395" actId="26606"/>
          <ac:spMkLst>
            <pc:docMk/>
            <pc:sldMk cId="1242525785" sldId="543"/>
            <ac:spMk id="64" creationId="{3A7E003E-EE76-4207-A774-A645C37F1D27}"/>
          </ac:spMkLst>
        </pc:spChg>
        <pc:spChg chg="add del">
          <ac:chgData name="强 李" userId="cd6c7ec7188785ae" providerId="LiveId" clId="{1F788608-16AE-484E-BA0E-693D8C33E910}" dt="2024-08-24T03:11:00.593" v="1395" actId="26606"/>
          <ac:spMkLst>
            <pc:docMk/>
            <pc:sldMk cId="1242525785" sldId="543"/>
            <ac:spMk id="65" creationId="{FBD77573-9EF2-4C35-8285-A1CF6FBB0EA5}"/>
          </ac:spMkLst>
        </pc:spChg>
        <pc:spChg chg="add del">
          <ac:chgData name="强 李" userId="cd6c7ec7188785ae" providerId="LiveId" clId="{1F788608-16AE-484E-BA0E-693D8C33E910}" dt="2024-08-24T03:12:48.533" v="1402" actId="26606"/>
          <ac:spMkLst>
            <pc:docMk/>
            <pc:sldMk cId="1242525785" sldId="543"/>
            <ac:spMk id="67" creationId="{B5416EBC-B41E-4F8A-BE9F-07301B682CBD}"/>
          </ac:spMkLst>
        </pc:spChg>
        <pc:spChg chg="add del">
          <ac:chgData name="强 李" userId="cd6c7ec7188785ae" providerId="LiveId" clId="{1F788608-16AE-484E-BA0E-693D8C33E910}" dt="2024-08-24T03:10:53.218" v="1389" actId="26606"/>
          <ac:spMkLst>
            <pc:docMk/>
            <pc:sldMk cId="1242525785" sldId="543"/>
            <ac:spMk id="69" creationId="{7AADB56C-BA56-4D1E-A42A-A07A474446EC}"/>
          </ac:spMkLst>
        </pc:spChg>
        <pc:spChg chg="add del">
          <ac:chgData name="强 李" userId="cd6c7ec7188785ae" providerId="LiveId" clId="{1F788608-16AE-484E-BA0E-693D8C33E910}" dt="2024-08-24T03:12:48.533" v="1402" actId="26606"/>
          <ac:spMkLst>
            <pc:docMk/>
            <pc:sldMk cId="1242525785" sldId="543"/>
            <ac:spMk id="71" creationId="{AFF79527-C7F1-4E06-8126-A8E8C5FEBFCA}"/>
          </ac:spMkLst>
        </pc:spChg>
        <pc:spChg chg="add del">
          <ac:chgData name="强 李" userId="cd6c7ec7188785ae" providerId="LiveId" clId="{1F788608-16AE-484E-BA0E-693D8C33E910}" dt="2024-08-24T03:10:35.651" v="1383" actId="26606"/>
          <ac:spMkLst>
            <pc:docMk/>
            <pc:sldMk cId="1242525785" sldId="543"/>
            <ac:spMk id="72" creationId="{D1D34770-47A8-402C-AF23-2B653F2D88C1}"/>
          </ac:spMkLst>
        </pc:spChg>
        <pc:spChg chg="add del">
          <ac:chgData name="强 李" userId="cd6c7ec7188785ae" providerId="LiveId" clId="{1F788608-16AE-484E-BA0E-693D8C33E910}" dt="2024-08-24T03:10:56.674" v="1391" actId="26606"/>
          <ac:spMkLst>
            <pc:docMk/>
            <pc:sldMk cId="1242525785" sldId="543"/>
            <ac:spMk id="73" creationId="{59E6688D-1DED-48EA-8368-FCD09C0B764D}"/>
          </ac:spMkLst>
        </pc:spChg>
        <pc:spChg chg="add del">
          <ac:chgData name="强 李" userId="cd6c7ec7188785ae" providerId="LiveId" clId="{1F788608-16AE-484E-BA0E-693D8C33E910}" dt="2024-08-24T03:10:38.512" v="1385" actId="26606"/>
          <ac:spMkLst>
            <pc:docMk/>
            <pc:sldMk cId="1242525785" sldId="543"/>
            <ac:spMk id="74" creationId="{835EF3DD-7D43-4A27-8967-A92FD8CC9365}"/>
          </ac:spMkLst>
        </pc:spChg>
        <pc:spChg chg="add del">
          <ac:chgData name="强 李" userId="cd6c7ec7188785ae" providerId="LiveId" clId="{1F788608-16AE-484E-BA0E-693D8C33E910}" dt="2024-08-24T03:10:38.512" v="1385" actId="26606"/>
          <ac:spMkLst>
            <pc:docMk/>
            <pc:sldMk cId="1242525785" sldId="543"/>
            <ac:spMk id="75" creationId="{7025EFD5-738C-41B9-87FE-0C00E211BD8B}"/>
          </ac:spMkLst>
        </pc:spChg>
        <pc:spChg chg="add del">
          <ac:chgData name="强 李" userId="cd6c7ec7188785ae" providerId="LiveId" clId="{1F788608-16AE-484E-BA0E-693D8C33E910}" dt="2024-08-24T03:10:42.484" v="1387" actId="26606"/>
          <ac:spMkLst>
            <pc:docMk/>
            <pc:sldMk cId="1242525785" sldId="543"/>
            <ac:spMk id="78" creationId="{DB304A14-32D0-4873-B914-423ED7B8DAFD}"/>
          </ac:spMkLst>
        </pc:spChg>
        <pc:spChg chg="add del">
          <ac:chgData name="强 李" userId="cd6c7ec7188785ae" providerId="LiveId" clId="{1F788608-16AE-484E-BA0E-693D8C33E910}" dt="2024-08-24T03:10:42.484" v="1387" actId="26606"/>
          <ac:spMkLst>
            <pc:docMk/>
            <pc:sldMk cId="1242525785" sldId="543"/>
            <ac:spMk id="80" creationId="{1D460C86-854F-4FB3-ABC2-E823D8FEB9DB}"/>
          </ac:spMkLst>
        </pc:spChg>
        <pc:spChg chg="add del">
          <ac:chgData name="强 李" userId="cd6c7ec7188785ae" providerId="LiveId" clId="{1F788608-16AE-484E-BA0E-693D8C33E910}" dt="2024-08-24T03:10:42.484" v="1387" actId="26606"/>
          <ac:spMkLst>
            <pc:docMk/>
            <pc:sldMk cId="1242525785" sldId="543"/>
            <ac:spMk id="81" creationId="{BB48116A-278A-4CC5-89D3-9DE8E8FF1245}"/>
          </ac:spMkLst>
        </pc:spChg>
        <pc:spChg chg="add del">
          <ac:chgData name="强 李" userId="cd6c7ec7188785ae" providerId="LiveId" clId="{1F788608-16AE-484E-BA0E-693D8C33E910}" dt="2024-08-24T03:12:48.533" v="1402" actId="26606"/>
          <ac:spMkLst>
            <pc:docMk/>
            <pc:sldMk cId="1242525785" sldId="543"/>
            <ac:spMk id="83" creationId="{55986208-8A53-4E92-9197-6B57BCCB2F37}"/>
          </ac:spMkLst>
        </pc:spChg>
        <pc:spChg chg="add del">
          <ac:chgData name="强 李" userId="cd6c7ec7188785ae" providerId="LiveId" clId="{1F788608-16AE-484E-BA0E-693D8C33E910}" dt="2024-08-24T03:12:51.443" v="1404" actId="26606"/>
          <ac:spMkLst>
            <pc:docMk/>
            <pc:sldMk cId="1242525785" sldId="543"/>
            <ac:spMk id="85" creationId="{DB304A14-32D0-4873-B914-423ED7B8DAFD}"/>
          </ac:spMkLst>
        </pc:spChg>
        <pc:spChg chg="add del">
          <ac:chgData name="强 李" userId="cd6c7ec7188785ae" providerId="LiveId" clId="{1F788608-16AE-484E-BA0E-693D8C33E910}" dt="2024-08-24T03:12:51.443" v="1404" actId="26606"/>
          <ac:spMkLst>
            <pc:docMk/>
            <pc:sldMk cId="1242525785" sldId="543"/>
            <ac:spMk id="87" creationId="{1D460C86-854F-4FB3-ABC2-E823D8FEB9DB}"/>
          </ac:spMkLst>
        </pc:spChg>
        <pc:spChg chg="add del">
          <ac:chgData name="强 李" userId="cd6c7ec7188785ae" providerId="LiveId" clId="{1F788608-16AE-484E-BA0E-693D8C33E910}" dt="2024-08-24T03:12:51.443" v="1404" actId="26606"/>
          <ac:spMkLst>
            <pc:docMk/>
            <pc:sldMk cId="1242525785" sldId="543"/>
            <ac:spMk id="88" creationId="{BB48116A-278A-4CC5-89D3-9DE8E8FF1245}"/>
          </ac:spMkLst>
        </pc:spChg>
        <pc:spChg chg="add del">
          <ac:chgData name="强 李" userId="cd6c7ec7188785ae" providerId="LiveId" clId="{1F788608-16AE-484E-BA0E-693D8C33E910}" dt="2024-08-24T03:12:57.914" v="1406" actId="26606"/>
          <ac:spMkLst>
            <pc:docMk/>
            <pc:sldMk cId="1242525785" sldId="543"/>
            <ac:spMk id="90" creationId="{590F0732-1310-424D-AA1D-6CB7D4862AF5}"/>
          </ac:spMkLst>
        </pc:spChg>
        <pc:spChg chg="add del">
          <ac:chgData name="强 李" userId="cd6c7ec7188785ae" providerId="LiveId" clId="{1F788608-16AE-484E-BA0E-693D8C33E910}" dt="2024-08-24T03:12:57.914" v="1406" actId="26606"/>
          <ac:spMkLst>
            <pc:docMk/>
            <pc:sldMk cId="1242525785" sldId="543"/>
            <ac:spMk id="91" creationId="{6C735625-AF2A-411F-ACEB-29A708A94EA6}"/>
          </ac:spMkLst>
        </pc:spChg>
        <pc:spChg chg="add del">
          <ac:chgData name="强 李" userId="cd6c7ec7188785ae" providerId="LiveId" clId="{1F788608-16AE-484E-BA0E-693D8C33E910}" dt="2024-08-24T03:13:03.773" v="1408" actId="26606"/>
          <ac:spMkLst>
            <pc:docMk/>
            <pc:sldMk cId="1242525785" sldId="543"/>
            <ac:spMk id="93" creationId="{AE5A632B-B15A-489E-8337-BC0F40DBC21F}"/>
          </ac:spMkLst>
        </pc:spChg>
        <pc:spChg chg="add del">
          <ac:chgData name="强 李" userId="cd6c7ec7188785ae" providerId="LiveId" clId="{1F788608-16AE-484E-BA0E-693D8C33E910}" dt="2024-08-24T03:13:03.773" v="1408" actId="26606"/>
          <ac:spMkLst>
            <pc:docMk/>
            <pc:sldMk cId="1242525785" sldId="543"/>
            <ac:spMk id="94" creationId="{6E895C8D-1379-40B8-8B1B-B6F5AEAF0A6C}"/>
          </ac:spMkLst>
        </pc:spChg>
        <pc:spChg chg="add del">
          <ac:chgData name="强 李" userId="cd6c7ec7188785ae" providerId="LiveId" clId="{1F788608-16AE-484E-BA0E-693D8C33E910}" dt="2024-08-24T03:13:03.773" v="1408" actId="26606"/>
          <ac:spMkLst>
            <pc:docMk/>
            <pc:sldMk cId="1242525785" sldId="543"/>
            <ac:spMk id="95" creationId="{651547D7-AD18-407B-A5F4-F8225B5DCFCC}"/>
          </ac:spMkLst>
        </pc:spChg>
        <pc:grpChg chg="add del">
          <ac:chgData name="强 李" userId="cd6c7ec7188785ae" providerId="LiveId" clId="{1F788608-16AE-484E-BA0E-693D8C33E910}" dt="2024-08-24T03:09:18.316" v="1363" actId="26606"/>
          <ac:grpSpMkLst>
            <pc:docMk/>
            <pc:sldMk cId="1242525785" sldId="543"/>
            <ac:grpSpMk id="28" creationId="{B3F7A3C7-0737-4E57-B30E-8EEFE638B401}"/>
          </ac:grpSpMkLst>
        </pc:grpChg>
        <pc:grpChg chg="add del">
          <ac:chgData name="强 李" userId="cd6c7ec7188785ae" providerId="LiveId" clId="{1F788608-16AE-484E-BA0E-693D8C33E910}" dt="2024-08-24T03:09:40.800" v="1373" actId="26606"/>
          <ac:grpSpMkLst>
            <pc:docMk/>
            <pc:sldMk cId="1242525785" sldId="543"/>
            <ac:grpSpMk id="29" creationId="{25EE5136-01F1-466C-962D-BA9B4C6757AA}"/>
          </ac:grpSpMkLst>
        </pc:grpChg>
        <pc:grpChg chg="add del">
          <ac:chgData name="强 李" userId="cd6c7ec7188785ae" providerId="LiveId" clId="{1F788608-16AE-484E-BA0E-693D8C33E910}" dt="2024-08-24T03:11:28.859" v="1397" actId="26606"/>
          <ac:grpSpMkLst>
            <pc:docMk/>
            <pc:sldMk cId="1242525785" sldId="543"/>
            <ac:grpSpMk id="31" creationId="{B3F7A3C7-0737-4E57-B30E-8EEFE638B401}"/>
          </ac:grpSpMkLst>
        </pc:grpChg>
        <pc:grpChg chg="add del">
          <ac:chgData name="强 李" userId="cd6c7ec7188785ae" providerId="LiveId" clId="{1F788608-16AE-484E-BA0E-693D8C33E910}" dt="2024-08-24T03:09:18.316" v="1363" actId="26606"/>
          <ac:grpSpMkLst>
            <pc:docMk/>
            <pc:sldMk cId="1242525785" sldId="543"/>
            <ac:grpSpMk id="32" creationId="{43F5E015-E085-4624-B431-B42414448684}"/>
          </ac:grpSpMkLst>
        </pc:grpChg>
        <pc:grpChg chg="add del">
          <ac:chgData name="强 李" userId="cd6c7ec7188785ae" providerId="LiveId" clId="{1F788608-16AE-484E-BA0E-693D8C33E910}" dt="2024-08-24T03:11:28.859" v="1397" actId="26606"/>
          <ac:grpSpMkLst>
            <pc:docMk/>
            <pc:sldMk cId="1242525785" sldId="543"/>
            <ac:grpSpMk id="44" creationId="{43F5E015-E085-4624-B431-B42414448684}"/>
          </ac:grpSpMkLst>
        </pc:grpChg>
        <pc:grpChg chg="add del">
          <ac:chgData name="强 李" userId="cd6c7ec7188785ae" providerId="LiveId" clId="{1F788608-16AE-484E-BA0E-693D8C33E910}" dt="2024-08-24T03:10:56.674" v="1391" actId="26606"/>
          <ac:grpSpMkLst>
            <pc:docMk/>
            <pc:sldMk cId="1242525785" sldId="543"/>
            <ac:grpSpMk id="82" creationId="{16BD38F4-5888-4B5B-836C-A316C5223270}"/>
          </ac:grpSpMkLst>
        </pc:grpChg>
        <pc:graphicFrameChg chg="add mod modGraphic">
          <ac:chgData name="强 李" userId="cd6c7ec7188785ae" providerId="LiveId" clId="{1F788608-16AE-484E-BA0E-693D8C33E910}" dt="2024-08-24T03:15:57.159" v="1477" actId="1076"/>
          <ac:graphicFrameMkLst>
            <pc:docMk/>
            <pc:sldMk cId="1242525785" sldId="543"/>
            <ac:graphicFrameMk id="3" creationId="{FBB59DDB-DEE3-D1A2-0F52-6A3E2F20A33E}"/>
          </ac:graphicFrameMkLst>
        </pc:graphicFrameChg>
        <pc:graphicFrameChg chg="add del">
          <ac:chgData name="强 李" userId="cd6c7ec7188785ae" providerId="LiveId" clId="{1F788608-16AE-484E-BA0E-693D8C33E910}" dt="2024-08-24T03:09:18.316" v="1363" actId="26606"/>
          <ac:graphicFrameMkLst>
            <pc:docMk/>
            <pc:sldMk cId="1242525785" sldId="543"/>
            <ac:graphicFrameMk id="20" creationId="{2A1B1BAD-45B8-A0EA-B430-3B82623A8759}"/>
          </ac:graphicFrameMkLst>
        </pc:graphicFrameChg>
        <pc:graphicFrameChg chg="add del">
          <ac:chgData name="强 李" userId="cd6c7ec7188785ae" providerId="LiveId" clId="{1F788608-16AE-484E-BA0E-693D8C33E910}" dt="2024-08-24T03:09:22.790" v="1365" actId="26606"/>
          <ac:graphicFrameMkLst>
            <pc:docMk/>
            <pc:sldMk cId="1242525785" sldId="543"/>
            <ac:graphicFrameMk id="43" creationId="{34D802D4-8054-A8A6-2DAF-466223B82652}"/>
          </ac:graphicFrameMkLst>
        </pc:graphicFrameChg>
        <pc:graphicFrameChg chg="add del">
          <ac:chgData name="强 李" userId="cd6c7ec7188785ae" providerId="LiveId" clId="{1F788608-16AE-484E-BA0E-693D8C33E910}" dt="2024-08-24T03:09:32.601" v="1367" actId="26606"/>
          <ac:graphicFrameMkLst>
            <pc:docMk/>
            <pc:sldMk cId="1242525785" sldId="543"/>
            <ac:graphicFrameMk id="47" creationId="{42B0B213-B12F-23DE-07EB-27937D180E08}"/>
          </ac:graphicFrameMkLst>
        </pc:graphicFrameChg>
        <pc:graphicFrameChg chg="add del">
          <ac:chgData name="强 李" userId="cd6c7ec7188785ae" providerId="LiveId" clId="{1F788608-16AE-484E-BA0E-693D8C33E910}" dt="2024-08-24T03:11:28.859" v="1397" actId="26606"/>
          <ac:graphicFrameMkLst>
            <pc:docMk/>
            <pc:sldMk cId="1242525785" sldId="543"/>
            <ac:graphicFrameMk id="48" creationId="{955A83CE-82F9-4FA2-5567-106F9D79EEC8}"/>
          </ac:graphicFrameMkLst>
        </pc:graphicFrameChg>
        <pc:graphicFrameChg chg="add del">
          <ac:chgData name="强 李" userId="cd6c7ec7188785ae" providerId="LiveId" clId="{1F788608-16AE-484E-BA0E-693D8C33E910}" dt="2024-08-24T03:09:33.968" v="1369" actId="26606"/>
          <ac:graphicFrameMkLst>
            <pc:docMk/>
            <pc:sldMk cId="1242525785" sldId="543"/>
            <ac:graphicFrameMk id="51" creationId="{CA4C2C80-BCC4-62A3-26DE-55543D4CF541}"/>
          </ac:graphicFrameMkLst>
        </pc:graphicFrameChg>
        <pc:graphicFrameChg chg="add del">
          <ac:chgData name="强 李" userId="cd6c7ec7188785ae" providerId="LiveId" clId="{1F788608-16AE-484E-BA0E-693D8C33E910}" dt="2024-08-24T03:09:37.014" v="1371" actId="26606"/>
          <ac:graphicFrameMkLst>
            <pc:docMk/>
            <pc:sldMk cId="1242525785" sldId="543"/>
            <ac:graphicFrameMk id="55" creationId="{6B6BBB9F-05AD-0E35-3563-F1D423A45B15}"/>
          </ac:graphicFrameMkLst>
        </pc:graphicFrameChg>
        <pc:graphicFrameChg chg="add del">
          <ac:chgData name="强 李" userId="cd6c7ec7188785ae" providerId="LiveId" clId="{1F788608-16AE-484E-BA0E-693D8C33E910}" dt="2024-08-24T03:09:42.743" v="1375" actId="26606"/>
          <ac:graphicFrameMkLst>
            <pc:docMk/>
            <pc:sldMk cId="1242525785" sldId="543"/>
            <ac:graphicFrameMk id="60" creationId="{53C2FF10-0D8D-A406-D8BD-068AA479EB41}"/>
          </ac:graphicFrameMkLst>
        </pc:graphicFrameChg>
        <pc:graphicFrameChg chg="add del mod modGraphic">
          <ac:chgData name="强 李" userId="cd6c7ec7188785ae" providerId="LiveId" clId="{1F788608-16AE-484E-BA0E-693D8C33E910}" dt="2024-08-24T03:13:05.052" v="1409" actId="26606"/>
          <ac:graphicFrameMkLst>
            <pc:docMk/>
            <pc:sldMk cId="1242525785" sldId="543"/>
            <ac:graphicFrameMk id="61" creationId="{CE444872-B963-636C-6B44-772EB40CCEA0}"/>
          </ac:graphicFrameMkLst>
        </pc:graphicFrameChg>
        <pc:graphicFrameChg chg="add del">
          <ac:chgData name="强 李" userId="cd6c7ec7188785ae" providerId="LiveId" clId="{1F788608-16AE-484E-BA0E-693D8C33E910}" dt="2024-08-24T03:09:46.172" v="1377" actId="26606"/>
          <ac:graphicFrameMkLst>
            <pc:docMk/>
            <pc:sldMk cId="1242525785" sldId="543"/>
            <ac:graphicFrameMk id="62" creationId="{53B6355C-8CEF-095A-93ED-BC3B0E8BF6F2}"/>
          </ac:graphicFrameMkLst>
        </pc:graphicFrameChg>
        <pc:graphicFrameChg chg="add del mod modGraphic">
          <ac:chgData name="强 李" userId="cd6c7ec7188785ae" providerId="LiveId" clId="{1F788608-16AE-484E-BA0E-693D8C33E910}" dt="2024-08-24T03:11:00.593" v="1395" actId="26606"/>
          <ac:graphicFrameMkLst>
            <pc:docMk/>
            <pc:sldMk cId="1242525785" sldId="543"/>
            <ac:graphicFrameMk id="66" creationId="{42B0B213-B12F-23DE-07EB-27937D180E08}"/>
          </ac:graphicFrameMkLst>
        </pc:graphicFrameChg>
        <pc:picChg chg="add del">
          <ac:chgData name="强 李" userId="cd6c7ec7188785ae" providerId="LiveId" clId="{1F788608-16AE-484E-BA0E-693D8C33E910}" dt="2024-08-24T03:09:40.800" v="1373" actId="26606"/>
          <ac:picMkLst>
            <pc:docMk/>
            <pc:sldMk cId="1242525785" sldId="543"/>
            <ac:picMk id="22" creationId="{FEE09F44-F9AA-A063-E627-65424AAADF11}"/>
          </ac:picMkLst>
        </pc:picChg>
        <pc:picChg chg="add del">
          <ac:chgData name="强 李" userId="cd6c7ec7188785ae" providerId="LiveId" clId="{1F788608-16AE-484E-BA0E-693D8C33E910}" dt="2024-08-24T03:10:35.651" v="1383" actId="26606"/>
          <ac:picMkLst>
            <pc:docMk/>
            <pc:sldMk cId="1242525785" sldId="543"/>
            <ac:picMk id="68" creationId="{000FCCA7-0488-9968-4A2B-0047F8254F02}"/>
          </ac:picMkLst>
        </pc:picChg>
        <pc:picChg chg="add del">
          <ac:chgData name="强 李" userId="cd6c7ec7188785ae" providerId="LiveId" clId="{1F788608-16AE-484E-BA0E-693D8C33E910}" dt="2024-08-24T03:10:53.218" v="1389" actId="26606"/>
          <ac:picMkLst>
            <pc:docMk/>
            <pc:sldMk cId="1242525785" sldId="543"/>
            <ac:picMk id="70" creationId="{51912864-9BA9-75DB-0713-7D834FA7B0AF}"/>
          </ac:picMkLst>
        </pc:picChg>
        <pc:picChg chg="add del">
          <ac:chgData name="强 李" userId="cd6c7ec7188785ae" providerId="LiveId" clId="{1F788608-16AE-484E-BA0E-693D8C33E910}" dt="2024-08-24T03:10:38.512" v="1385" actId="26606"/>
          <ac:picMkLst>
            <pc:docMk/>
            <pc:sldMk cId="1242525785" sldId="543"/>
            <ac:picMk id="76" creationId="{39BE5F5A-1109-2216-CB58-CFC82530BB1D}"/>
          </ac:picMkLst>
        </pc:picChg>
        <pc:picChg chg="add del">
          <ac:chgData name="强 李" userId="cd6c7ec7188785ae" providerId="LiveId" clId="{1F788608-16AE-484E-BA0E-693D8C33E910}" dt="2024-08-24T03:10:56.674" v="1391" actId="26606"/>
          <ac:picMkLst>
            <pc:docMk/>
            <pc:sldMk cId="1242525785" sldId="543"/>
            <ac:picMk id="77" creationId="{4028A757-201C-782F-1634-74308AC2C281}"/>
          </ac:picMkLst>
        </pc:picChg>
        <pc:picChg chg="add del">
          <ac:chgData name="强 李" userId="cd6c7ec7188785ae" providerId="LiveId" clId="{1F788608-16AE-484E-BA0E-693D8C33E910}" dt="2024-08-24T03:10:42.484" v="1387" actId="26606"/>
          <ac:picMkLst>
            <pc:docMk/>
            <pc:sldMk cId="1242525785" sldId="543"/>
            <ac:picMk id="79" creationId="{78225370-FEEE-7B6A-2155-D85AC10A75C1}"/>
          </ac:picMkLst>
        </pc:picChg>
        <pc:picChg chg="add del">
          <ac:chgData name="强 李" userId="cd6c7ec7188785ae" providerId="LiveId" clId="{1F788608-16AE-484E-BA0E-693D8C33E910}" dt="2024-08-24T03:12:51.443" v="1404" actId="26606"/>
          <ac:picMkLst>
            <pc:docMk/>
            <pc:sldMk cId="1242525785" sldId="543"/>
            <ac:picMk id="86" creationId="{7DCC1181-0B7D-7A76-3C71-0D7FD8A6835C}"/>
          </ac:picMkLst>
        </pc:picChg>
        <pc:cxnChg chg="add del">
          <ac:chgData name="强 李" userId="cd6c7ec7188785ae" providerId="LiveId" clId="{1F788608-16AE-484E-BA0E-693D8C33E910}" dt="2024-08-24T03:09:33.968" v="1369" actId="26606"/>
          <ac:cxnSpMkLst>
            <pc:docMk/>
            <pc:sldMk cId="1242525785" sldId="543"/>
            <ac:cxnSpMk id="50" creationId="{C8F51B3F-8331-4E4A-AE96-D47B1006EEAD}"/>
          </ac:cxnSpMkLst>
        </pc:cxnChg>
      </pc:sldChg>
      <pc:sldChg chg="addSp delSp modSp mod setBg">
        <pc:chgData name="强 李" userId="cd6c7ec7188785ae" providerId="LiveId" clId="{1F788608-16AE-484E-BA0E-693D8C33E910}" dt="2024-08-24T02:54:21.908" v="965" actId="14100"/>
        <pc:sldMkLst>
          <pc:docMk/>
          <pc:sldMk cId="530530540" sldId="553"/>
        </pc:sldMkLst>
        <pc:spChg chg="mod">
          <ac:chgData name="强 李" userId="cd6c7ec7188785ae" providerId="LiveId" clId="{1F788608-16AE-484E-BA0E-693D8C33E910}" dt="2024-08-24T02:51:05.540" v="938"/>
          <ac:spMkLst>
            <pc:docMk/>
            <pc:sldMk cId="530530540" sldId="553"/>
            <ac:spMk id="2" creationId="{00000000-0000-0000-0000-000000000000}"/>
          </ac:spMkLst>
        </pc:spChg>
        <pc:spChg chg="add mod">
          <ac:chgData name="强 李" userId="cd6c7ec7188785ae" providerId="LiveId" clId="{1F788608-16AE-484E-BA0E-693D8C33E910}" dt="2024-08-24T02:48:39.860" v="894" actId="1076"/>
          <ac:spMkLst>
            <pc:docMk/>
            <pc:sldMk cId="530530540" sldId="553"/>
            <ac:spMk id="6" creationId="{8D684FDC-0FF7-89F2-9187-5F0E9ED8CA01}"/>
          </ac:spMkLst>
        </pc:spChg>
        <pc:spChg chg="add mod">
          <ac:chgData name="强 李" userId="cd6c7ec7188785ae" providerId="LiveId" clId="{1F788608-16AE-484E-BA0E-693D8C33E910}" dt="2024-08-24T02:52:58.962" v="954" actId="1076"/>
          <ac:spMkLst>
            <pc:docMk/>
            <pc:sldMk cId="530530540" sldId="553"/>
            <ac:spMk id="8" creationId="{45389BD0-E388-0097-466C-F26299510F99}"/>
          </ac:spMkLst>
        </pc:spChg>
        <pc:spChg chg="add mod">
          <ac:chgData name="强 李" userId="cd6c7ec7188785ae" providerId="LiveId" clId="{1F788608-16AE-484E-BA0E-693D8C33E910}" dt="2024-08-24T02:53:56.302" v="963" actId="1038"/>
          <ac:spMkLst>
            <pc:docMk/>
            <pc:sldMk cId="530530540" sldId="553"/>
            <ac:spMk id="9" creationId="{90D08CFA-8FF2-B85A-F2F5-2DA8F5683277}"/>
          </ac:spMkLst>
        </pc:spChg>
        <pc:spChg chg="mod">
          <ac:chgData name="强 李" userId="cd6c7ec7188785ae" providerId="LiveId" clId="{1F788608-16AE-484E-BA0E-693D8C33E910}" dt="2024-08-23T11:49:33.655" v="765" actId="1076"/>
          <ac:spMkLst>
            <pc:docMk/>
            <pc:sldMk cId="530530540" sldId="553"/>
            <ac:spMk id="18" creationId="{00000000-0000-0000-0000-000000000000}"/>
          </ac:spMkLst>
        </pc:spChg>
        <pc:spChg chg="add del">
          <ac:chgData name="强 李" userId="cd6c7ec7188785ae" providerId="LiveId" clId="{1F788608-16AE-484E-BA0E-693D8C33E910}" dt="2024-08-23T11:46:43.755" v="710" actId="26606"/>
          <ac:spMkLst>
            <pc:docMk/>
            <pc:sldMk cId="530530540" sldId="553"/>
            <ac:spMk id="20" creationId="{5C8908E2-EE49-44D2-9428-A28D2312A8D5}"/>
          </ac:spMkLst>
        </pc:spChg>
        <pc:spChg chg="add del">
          <ac:chgData name="强 李" userId="cd6c7ec7188785ae" providerId="LiveId" clId="{1F788608-16AE-484E-BA0E-693D8C33E910}" dt="2024-08-23T11:46:43.755" v="710" actId="26606"/>
          <ac:spMkLst>
            <pc:docMk/>
            <pc:sldMk cId="530530540" sldId="553"/>
            <ac:spMk id="24" creationId="{8B88B599-C539-4F18-A32A-40207EC6E21A}"/>
          </ac:spMkLst>
        </pc:spChg>
        <pc:spChg chg="add del">
          <ac:chgData name="强 李" userId="cd6c7ec7188785ae" providerId="LiveId" clId="{1F788608-16AE-484E-BA0E-693D8C33E910}" dt="2024-08-23T11:46:43.755" v="710" actId="26606"/>
          <ac:spMkLst>
            <pc:docMk/>
            <pc:sldMk cId="530530540" sldId="553"/>
            <ac:spMk id="31" creationId="{ED888B23-07FA-482A-96DF-47E31AF1A603}"/>
          </ac:spMkLst>
        </pc:spChg>
        <pc:spChg chg="add del">
          <ac:chgData name="强 李" userId="cd6c7ec7188785ae" providerId="LiveId" clId="{1F788608-16AE-484E-BA0E-693D8C33E910}" dt="2024-08-23T11:46:45.938" v="713" actId="26606"/>
          <ac:spMkLst>
            <pc:docMk/>
            <pc:sldMk cId="530530540" sldId="553"/>
            <ac:spMk id="33" creationId="{2B97F24A-32CE-4C1C-A50D-3016B394DCFB}"/>
          </ac:spMkLst>
        </pc:spChg>
        <pc:spChg chg="add del">
          <ac:chgData name="强 李" userId="cd6c7ec7188785ae" providerId="LiveId" clId="{1F788608-16AE-484E-BA0E-693D8C33E910}" dt="2024-08-23T11:46:45.938" v="713" actId="26606"/>
          <ac:spMkLst>
            <pc:docMk/>
            <pc:sldMk cId="530530540" sldId="553"/>
            <ac:spMk id="34" creationId="{CD8B4F24-440B-49E9-B85D-733523DC064B}"/>
          </ac:spMkLst>
        </pc:spChg>
        <pc:spChg chg="add del">
          <ac:chgData name="强 李" userId="cd6c7ec7188785ae" providerId="LiveId" clId="{1F788608-16AE-484E-BA0E-693D8C33E910}" dt="2024-08-23T11:47:52.944" v="735" actId="26606"/>
          <ac:spMkLst>
            <pc:docMk/>
            <pc:sldMk cId="530530540" sldId="553"/>
            <ac:spMk id="36" creationId="{2EB492CD-616E-47F8-933B-5E2D952A0593}"/>
          </ac:spMkLst>
        </pc:spChg>
        <pc:spChg chg="add del">
          <ac:chgData name="强 李" userId="cd6c7ec7188785ae" providerId="LiveId" clId="{1F788608-16AE-484E-BA0E-693D8C33E910}" dt="2024-08-23T11:47:52.944" v="735" actId="26606"/>
          <ac:spMkLst>
            <pc:docMk/>
            <pc:sldMk cId="530530540" sldId="553"/>
            <ac:spMk id="37" creationId="{59383CF9-23B5-4335-9B21-1791C4CF1C75}"/>
          </ac:spMkLst>
        </pc:spChg>
        <pc:spChg chg="add del">
          <ac:chgData name="强 李" userId="cd6c7ec7188785ae" providerId="LiveId" clId="{1F788608-16AE-484E-BA0E-693D8C33E910}" dt="2024-08-23T11:47:52.944" v="735" actId="26606"/>
          <ac:spMkLst>
            <pc:docMk/>
            <pc:sldMk cId="530530540" sldId="553"/>
            <ac:spMk id="38" creationId="{0007FE00-9498-4706-B255-6437B0252C02}"/>
          </ac:spMkLst>
        </pc:spChg>
        <pc:spChg chg="add del">
          <ac:chgData name="强 李" userId="cd6c7ec7188785ae" providerId="LiveId" clId="{1F788608-16AE-484E-BA0E-693D8C33E910}" dt="2024-08-23T11:47:51.875" v="733" actId="26606"/>
          <ac:spMkLst>
            <pc:docMk/>
            <pc:sldMk cId="530530540" sldId="553"/>
            <ac:spMk id="68" creationId="{0007FE00-9498-4706-B255-6437B0252C02}"/>
          </ac:spMkLst>
        </pc:spChg>
        <pc:spChg chg="add del">
          <ac:chgData name="强 李" userId="cd6c7ec7188785ae" providerId="LiveId" clId="{1F788608-16AE-484E-BA0E-693D8C33E910}" dt="2024-08-23T11:47:51.875" v="733" actId="26606"/>
          <ac:spMkLst>
            <pc:docMk/>
            <pc:sldMk cId="530530540" sldId="553"/>
            <ac:spMk id="69" creationId="{2EB492CD-616E-47F8-933B-5E2D952A0593}"/>
          </ac:spMkLst>
        </pc:spChg>
        <pc:spChg chg="add del">
          <ac:chgData name="强 李" userId="cd6c7ec7188785ae" providerId="LiveId" clId="{1F788608-16AE-484E-BA0E-693D8C33E910}" dt="2024-08-23T11:47:51.875" v="733" actId="26606"/>
          <ac:spMkLst>
            <pc:docMk/>
            <pc:sldMk cId="530530540" sldId="553"/>
            <ac:spMk id="70" creationId="{59383CF9-23B5-4335-9B21-1791C4CF1C75}"/>
          </ac:spMkLst>
        </pc:spChg>
        <pc:grpChg chg="add del">
          <ac:chgData name="强 李" userId="cd6c7ec7188785ae" providerId="LiveId" clId="{1F788608-16AE-484E-BA0E-693D8C33E910}" dt="2024-08-23T11:46:43.755" v="710" actId="26606"/>
          <ac:grpSpMkLst>
            <pc:docMk/>
            <pc:sldMk cId="530530540" sldId="553"/>
            <ac:grpSpMk id="21" creationId="{B29018A0-5DE6-4CC9-AB25-675616AF7225}"/>
          </ac:grpSpMkLst>
        </pc:grpChg>
        <pc:grpChg chg="add del">
          <ac:chgData name="强 李" userId="cd6c7ec7188785ae" providerId="LiveId" clId="{1F788608-16AE-484E-BA0E-693D8C33E910}" dt="2024-08-23T11:47:00.530" v="716" actId="26606"/>
          <ac:grpSpMkLst>
            <pc:docMk/>
            <pc:sldMk cId="530530540" sldId="553"/>
            <ac:grpSpMk id="43" creationId="{1FD67D68-9B83-C338-8342-3348D8F22347}"/>
          </ac:grpSpMkLst>
        </pc:grpChg>
        <pc:grpChg chg="add del">
          <ac:chgData name="强 李" userId="cd6c7ec7188785ae" providerId="LiveId" clId="{1F788608-16AE-484E-BA0E-693D8C33E910}" dt="2024-08-23T11:47:02.266" v="718" actId="26606"/>
          <ac:grpSpMkLst>
            <pc:docMk/>
            <pc:sldMk cId="530530540" sldId="553"/>
            <ac:grpSpMk id="47" creationId="{1FD67D68-9B83-C338-8342-3348D8F22347}"/>
          </ac:grpSpMkLst>
        </pc:grpChg>
        <pc:grpChg chg="add del">
          <ac:chgData name="强 李" userId="cd6c7ec7188785ae" providerId="LiveId" clId="{1F788608-16AE-484E-BA0E-693D8C33E910}" dt="2024-08-23T11:47:11.451" v="722" actId="26606"/>
          <ac:grpSpMkLst>
            <pc:docMk/>
            <pc:sldMk cId="530530540" sldId="553"/>
            <ac:grpSpMk id="53" creationId="{6258F736-B256-8039-9DC6-F4E49A5C5AD5}"/>
          </ac:grpSpMkLst>
        </pc:grpChg>
        <pc:grpChg chg="add del">
          <ac:chgData name="强 李" userId="cd6c7ec7188785ae" providerId="LiveId" clId="{1F788608-16AE-484E-BA0E-693D8C33E910}" dt="2024-08-23T11:47:14.259" v="726" actId="26606"/>
          <ac:grpSpMkLst>
            <pc:docMk/>
            <pc:sldMk cId="530530540" sldId="553"/>
            <ac:grpSpMk id="57" creationId="{1FD67D68-9B83-C338-8342-3348D8F22347}"/>
          </ac:grpSpMkLst>
        </pc:grpChg>
        <pc:graphicFrameChg chg="add mod modGraphic">
          <ac:chgData name="强 李" userId="cd6c7ec7188785ae" providerId="LiveId" clId="{1F788608-16AE-484E-BA0E-693D8C33E910}" dt="2024-08-24T02:50:15.336" v="902" actId="12385"/>
          <ac:graphicFrameMkLst>
            <pc:docMk/>
            <pc:sldMk cId="530530540" sldId="553"/>
            <ac:graphicFrameMk id="3" creationId="{92FE9AF6-DC4E-CA6E-D418-D12FF887DACD}"/>
          </ac:graphicFrameMkLst>
        </pc:graphicFrameChg>
        <pc:graphicFrameChg chg="add del mod modGraphic">
          <ac:chgData name="强 李" userId="cd6c7ec7188785ae" providerId="LiveId" clId="{1F788608-16AE-484E-BA0E-693D8C33E910}" dt="2024-08-23T11:48:04.368" v="740" actId="478"/>
          <ac:graphicFrameMkLst>
            <pc:docMk/>
            <pc:sldMk cId="530530540" sldId="553"/>
            <ac:graphicFrameMk id="4" creationId="{782B3DCD-7954-89EF-6738-2619741EB758}"/>
          </ac:graphicFrameMkLst>
        </pc:graphicFrameChg>
        <pc:cxnChg chg="add mod">
          <ac:chgData name="强 李" userId="cd6c7ec7188785ae" providerId="LiveId" clId="{1F788608-16AE-484E-BA0E-693D8C33E910}" dt="2024-08-24T02:54:21.908" v="965" actId="14100"/>
          <ac:cxnSpMkLst>
            <pc:docMk/>
            <pc:sldMk cId="530530540" sldId="553"/>
            <ac:cxnSpMk id="11" creationId="{F08425F2-0B6C-B005-DB21-CFAD782922F2}"/>
          </ac:cxnSpMkLst>
        </pc:cxnChg>
        <pc:cxnChg chg="add">
          <ac:chgData name="强 李" userId="cd6c7ec7188785ae" providerId="LiveId" clId="{1F788608-16AE-484E-BA0E-693D8C33E910}" dt="2024-08-23T11:49:28.115" v="764" actId="26606"/>
          <ac:cxnSpMkLst>
            <pc:docMk/>
            <pc:sldMk cId="530530540" sldId="553"/>
            <ac:cxnSpMk id="22" creationId="{1503BFE4-729B-D9D0-C17B-501E6AF1127A}"/>
          </ac:cxnSpMkLst>
        </pc:cxnChg>
        <pc:cxnChg chg="add del">
          <ac:chgData name="强 李" userId="cd6c7ec7188785ae" providerId="LiveId" clId="{1F788608-16AE-484E-BA0E-693D8C33E910}" dt="2024-08-23T11:47:08.106" v="720" actId="26606"/>
          <ac:cxnSpMkLst>
            <pc:docMk/>
            <pc:sldMk cId="530530540" sldId="553"/>
            <ac:cxnSpMk id="51" creationId="{FC23E3B9-5ABF-58B3-E2B0-E9A5DAA90037}"/>
          </ac:cxnSpMkLst>
        </pc:cxnChg>
        <pc:cxnChg chg="add del">
          <ac:chgData name="强 李" userId="cd6c7ec7188785ae" providerId="LiveId" clId="{1F788608-16AE-484E-BA0E-693D8C33E910}" dt="2024-08-23T11:47:12.610" v="724" actId="26606"/>
          <ac:cxnSpMkLst>
            <pc:docMk/>
            <pc:sldMk cId="530530540" sldId="553"/>
            <ac:cxnSpMk id="55" creationId="{FC23E3B9-5ABF-58B3-E2B0-E9A5DAA90037}"/>
          </ac:cxnSpMkLst>
        </pc:cxnChg>
        <pc:cxnChg chg="add del">
          <ac:chgData name="强 李" userId="cd6c7ec7188785ae" providerId="LiveId" clId="{1F788608-16AE-484E-BA0E-693D8C33E910}" dt="2024-08-23T11:47:52.410" v="734" actId="26606"/>
          <ac:cxnSpMkLst>
            <pc:docMk/>
            <pc:sldMk cId="530530540" sldId="553"/>
            <ac:cxnSpMk id="59" creationId="{1503BFE4-729B-D9D0-C17B-501E6AF1127A}"/>
          </ac:cxnSpMkLst>
        </pc:cxnChg>
        <pc:cxnChg chg="add del">
          <ac:chgData name="强 李" userId="cd6c7ec7188785ae" providerId="LiveId" clId="{1F788608-16AE-484E-BA0E-693D8C33E910}" dt="2024-08-23T11:47:44.134" v="729" actId="26606"/>
          <ac:cxnSpMkLst>
            <pc:docMk/>
            <pc:sldMk cId="530530540" sldId="553"/>
            <ac:cxnSpMk id="64" creationId="{1503BFE4-729B-D9D0-C17B-501E6AF1127A}"/>
          </ac:cxnSpMkLst>
        </pc:cxnChg>
        <pc:cxnChg chg="add del">
          <ac:chgData name="强 李" userId="cd6c7ec7188785ae" providerId="LiveId" clId="{1F788608-16AE-484E-BA0E-693D8C33E910}" dt="2024-08-23T11:47:45.746" v="731" actId="26606"/>
          <ac:cxnSpMkLst>
            <pc:docMk/>
            <pc:sldMk cId="530530540" sldId="553"/>
            <ac:cxnSpMk id="66" creationId="{FC23E3B9-5ABF-58B3-E2B0-E9A5DAA90037}"/>
          </ac:cxnSpMkLst>
        </pc:cxnChg>
      </pc:sldChg>
      <pc:sldChg chg="addSp delSp modSp mod ord">
        <pc:chgData name="强 李" userId="cd6c7ec7188785ae" providerId="LiveId" clId="{1F788608-16AE-484E-BA0E-693D8C33E910}" dt="2024-08-24T02:43:55.075" v="876"/>
        <pc:sldMkLst>
          <pc:docMk/>
          <pc:sldMk cId="3418790839" sldId="554"/>
        </pc:sldMkLst>
        <pc:spChg chg="del mod">
          <ac:chgData name="强 李" userId="cd6c7ec7188785ae" providerId="LiveId" clId="{1F788608-16AE-484E-BA0E-693D8C33E910}" dt="2024-08-23T11:31:33.206" v="304" actId="478"/>
          <ac:spMkLst>
            <pc:docMk/>
            <pc:sldMk cId="3418790839" sldId="554"/>
            <ac:spMk id="2" creationId="{00000000-0000-0000-0000-000000000000}"/>
          </ac:spMkLst>
        </pc:spChg>
        <pc:spChg chg="del">
          <ac:chgData name="强 李" userId="cd6c7ec7188785ae" providerId="LiveId" clId="{1F788608-16AE-484E-BA0E-693D8C33E910}" dt="2024-08-23T11:32:03.242" v="312" actId="478"/>
          <ac:spMkLst>
            <pc:docMk/>
            <pc:sldMk cId="3418790839" sldId="554"/>
            <ac:spMk id="16" creationId="{7DE16206-6F61-BEC3-0DA4-3625D631A8E6}"/>
          </ac:spMkLst>
        </pc:spChg>
        <pc:spChg chg="mod">
          <ac:chgData name="强 李" userId="cd6c7ec7188785ae" providerId="LiveId" clId="{1F788608-16AE-484E-BA0E-693D8C33E910}" dt="2024-08-23T11:32:00.956" v="311" actId="14100"/>
          <ac:spMkLst>
            <pc:docMk/>
            <pc:sldMk cId="3418790839" sldId="554"/>
            <ac:spMk id="18" creationId="{00000000-0000-0000-0000-000000000000}"/>
          </ac:spMkLst>
        </pc:spChg>
        <pc:grpChg chg="del">
          <ac:chgData name="强 李" userId="cd6c7ec7188785ae" providerId="LiveId" clId="{1F788608-16AE-484E-BA0E-693D8C33E910}" dt="2024-08-23T11:31:25.855" v="303" actId="478"/>
          <ac:grpSpMkLst>
            <pc:docMk/>
            <pc:sldMk cId="3418790839" sldId="554"/>
            <ac:grpSpMk id="4" creationId="{67CFBFED-23BA-58E2-0492-595457A1DA5E}"/>
          </ac:grpSpMkLst>
        </pc:grpChg>
        <pc:grpChg chg="del">
          <ac:chgData name="强 李" userId="cd6c7ec7188785ae" providerId="LiveId" clId="{1F788608-16AE-484E-BA0E-693D8C33E910}" dt="2024-08-23T11:31:39.655" v="306" actId="478"/>
          <ac:grpSpMkLst>
            <pc:docMk/>
            <pc:sldMk cId="3418790839" sldId="554"/>
            <ac:grpSpMk id="6" creationId="{56CD5BD2-A0CC-7D0E-3BD1-0613845A3BF3}"/>
          </ac:grpSpMkLst>
        </pc:grpChg>
        <pc:grpChg chg="del">
          <ac:chgData name="强 李" userId="cd6c7ec7188785ae" providerId="LiveId" clId="{1F788608-16AE-484E-BA0E-693D8C33E910}" dt="2024-08-23T11:31:40.574" v="307" actId="478"/>
          <ac:grpSpMkLst>
            <pc:docMk/>
            <pc:sldMk cId="3418790839" sldId="554"/>
            <ac:grpSpMk id="7" creationId="{4910B73A-3062-7867-777F-E107D91F1F13}"/>
          </ac:grpSpMkLst>
        </pc:grpChg>
        <pc:graphicFrameChg chg="add mod modGraphic">
          <ac:chgData name="强 李" userId="cd6c7ec7188785ae" providerId="LiveId" clId="{1F788608-16AE-484E-BA0E-693D8C33E910}" dt="2024-08-24T02:43:55.075" v="876"/>
          <ac:graphicFrameMkLst>
            <pc:docMk/>
            <pc:sldMk cId="3418790839" sldId="554"/>
            <ac:graphicFrameMk id="3" creationId="{7EB314CC-7FA2-2824-BC32-28291A20FBE2}"/>
          </ac:graphicFrameMkLst>
        </pc:graphicFrameChg>
        <pc:cxnChg chg="del mod">
          <ac:chgData name="强 李" userId="cd6c7ec7188785ae" providerId="LiveId" clId="{1F788608-16AE-484E-BA0E-693D8C33E910}" dt="2024-08-23T11:31:41.915" v="308" actId="478"/>
          <ac:cxnSpMkLst>
            <pc:docMk/>
            <pc:sldMk cId="3418790839" sldId="554"/>
            <ac:cxnSpMk id="5" creationId="{9CA26DAA-ACC3-E965-66E4-F6A39B93A5B3}"/>
          </ac:cxnSpMkLst>
        </pc:cxnChg>
      </pc:sldChg>
      <pc:sldChg chg="modSp mod">
        <pc:chgData name="强 李" userId="cd6c7ec7188785ae" providerId="LiveId" clId="{1F788608-16AE-484E-BA0E-693D8C33E910}" dt="2024-08-22T09:14:03.896" v="0" actId="6549"/>
        <pc:sldMkLst>
          <pc:docMk/>
          <pc:sldMk cId="1911491714" sldId="560"/>
        </pc:sldMkLst>
        <pc:spChg chg="mod">
          <ac:chgData name="强 李" userId="cd6c7ec7188785ae" providerId="LiveId" clId="{1F788608-16AE-484E-BA0E-693D8C33E910}" dt="2024-08-22T09:14:03.896" v="0" actId="6549"/>
          <ac:spMkLst>
            <pc:docMk/>
            <pc:sldMk cId="1911491714" sldId="560"/>
            <ac:spMk id="4" creationId="{00000000-0000-0000-0000-000000000000}"/>
          </ac:spMkLst>
        </pc:spChg>
      </pc:sldChg>
      <pc:sldChg chg="modSp mod">
        <pc:chgData name="强 李" userId="cd6c7ec7188785ae" providerId="LiveId" clId="{1F788608-16AE-484E-BA0E-693D8C33E910}" dt="2024-08-24T02:59:04.488" v="1103" actId="6549"/>
        <pc:sldMkLst>
          <pc:docMk/>
          <pc:sldMk cId="159884778" sldId="574"/>
        </pc:sldMkLst>
        <pc:spChg chg="mod">
          <ac:chgData name="强 李" userId="cd6c7ec7188785ae" providerId="LiveId" clId="{1F788608-16AE-484E-BA0E-693D8C33E910}" dt="2024-08-24T02:59:04.488" v="1103" actId="6549"/>
          <ac:spMkLst>
            <pc:docMk/>
            <pc:sldMk cId="159884778" sldId="574"/>
            <ac:spMk id="2" creationId="{00000000-0000-0000-0000-000000000000}"/>
          </ac:spMkLst>
        </pc:spChg>
      </pc:sldChg>
      <pc:sldChg chg="delSp modSp mod">
        <pc:chgData name="强 李" userId="cd6c7ec7188785ae" providerId="LiveId" clId="{1F788608-16AE-484E-BA0E-693D8C33E910}" dt="2024-08-24T03:01:59.493" v="1191" actId="1036"/>
        <pc:sldMkLst>
          <pc:docMk/>
          <pc:sldMk cId="3921434846" sldId="587"/>
        </pc:sldMkLst>
        <pc:spChg chg="mod">
          <ac:chgData name="强 李" userId="cd6c7ec7188785ae" providerId="LiveId" clId="{1F788608-16AE-484E-BA0E-693D8C33E910}" dt="2024-08-24T02:56:14.606" v="992" actId="1036"/>
          <ac:spMkLst>
            <pc:docMk/>
            <pc:sldMk cId="3921434846" sldId="587"/>
            <ac:spMk id="2" creationId="{00000000-0000-0000-0000-000000000000}"/>
          </ac:spMkLst>
        </pc:spChg>
        <pc:spChg chg="mod">
          <ac:chgData name="强 李" userId="cd6c7ec7188785ae" providerId="LiveId" clId="{1F788608-16AE-484E-BA0E-693D8C33E910}" dt="2024-08-24T02:56:20.267" v="1006" actId="1035"/>
          <ac:spMkLst>
            <pc:docMk/>
            <pc:sldMk cId="3921434846" sldId="587"/>
            <ac:spMk id="3" creationId="{003D761B-E889-B91D-BD41-4C84CF49A89F}"/>
          </ac:spMkLst>
        </pc:spChg>
        <pc:spChg chg="mod">
          <ac:chgData name="强 李" userId="cd6c7ec7188785ae" providerId="LiveId" clId="{1F788608-16AE-484E-BA0E-693D8C33E910}" dt="2024-08-24T03:01:59.493" v="1191" actId="1036"/>
          <ac:spMkLst>
            <pc:docMk/>
            <pc:sldMk cId="3921434846" sldId="587"/>
            <ac:spMk id="4" creationId="{37DDADB6-FEDE-F371-AEA9-C5A37A96DB50}"/>
          </ac:spMkLst>
        </pc:spChg>
        <pc:spChg chg="mod">
          <ac:chgData name="强 李" userId="cd6c7ec7188785ae" providerId="LiveId" clId="{1F788608-16AE-484E-BA0E-693D8C33E910}" dt="2024-08-24T02:56:34.016" v="1042" actId="1035"/>
          <ac:spMkLst>
            <pc:docMk/>
            <pc:sldMk cId="3921434846" sldId="587"/>
            <ac:spMk id="5" creationId="{EA83E63F-1A84-4C77-F88A-67457B349D94}"/>
          </ac:spMkLst>
        </pc:spChg>
        <pc:spChg chg="del">
          <ac:chgData name="强 李" userId="cd6c7ec7188785ae" providerId="LiveId" clId="{1F788608-16AE-484E-BA0E-693D8C33E910}" dt="2024-08-24T02:55:07.630" v="966" actId="478"/>
          <ac:spMkLst>
            <pc:docMk/>
            <pc:sldMk cId="3921434846" sldId="587"/>
            <ac:spMk id="7" creationId="{A3AF7693-1B01-A7BF-B591-CA40ADA64FCF}"/>
          </ac:spMkLst>
        </pc:spChg>
        <pc:spChg chg="mod">
          <ac:chgData name="强 李" userId="cd6c7ec7188785ae" providerId="LiveId" clId="{1F788608-16AE-484E-BA0E-693D8C33E910}" dt="2024-08-24T02:56:30.188" v="1033" actId="1035"/>
          <ac:spMkLst>
            <pc:docMk/>
            <pc:sldMk cId="3921434846" sldId="587"/>
            <ac:spMk id="8" creationId="{16D8AC54-27F5-A2FE-FDAD-C66FFAE80155}"/>
          </ac:spMkLst>
        </pc:spChg>
      </pc:sldChg>
      <pc:sldChg chg="delSp modSp mod">
        <pc:chgData name="强 李" userId="cd6c7ec7188785ae" providerId="LiveId" clId="{1F788608-16AE-484E-BA0E-693D8C33E910}" dt="2024-08-23T11:44:40.504" v="696" actId="20577"/>
        <pc:sldMkLst>
          <pc:docMk/>
          <pc:sldMk cId="534191096" sldId="589"/>
        </pc:sldMkLst>
        <pc:spChg chg="mod">
          <ac:chgData name="强 李" userId="cd6c7ec7188785ae" providerId="LiveId" clId="{1F788608-16AE-484E-BA0E-693D8C33E910}" dt="2024-08-23T11:44:40.504" v="696" actId="20577"/>
          <ac:spMkLst>
            <pc:docMk/>
            <pc:sldMk cId="534191096" sldId="589"/>
            <ac:spMk id="2" creationId="{00000000-0000-0000-0000-000000000000}"/>
          </ac:spMkLst>
        </pc:spChg>
        <pc:spChg chg="del">
          <ac:chgData name="强 李" userId="cd6c7ec7188785ae" providerId="LiveId" clId="{1F788608-16AE-484E-BA0E-693D8C33E910}" dt="2024-08-23T11:42:36.228" v="448" actId="478"/>
          <ac:spMkLst>
            <pc:docMk/>
            <pc:sldMk cId="534191096" sldId="589"/>
            <ac:spMk id="3" creationId="{1AB8738D-A1FE-4D54-0F21-BB9DBE4AC2AD}"/>
          </ac:spMkLst>
        </pc:spChg>
        <pc:spChg chg="del">
          <ac:chgData name="强 李" userId="cd6c7ec7188785ae" providerId="LiveId" clId="{1F788608-16AE-484E-BA0E-693D8C33E910}" dt="2024-08-23T11:42:33.255" v="444" actId="478"/>
          <ac:spMkLst>
            <pc:docMk/>
            <pc:sldMk cId="534191096" sldId="589"/>
            <ac:spMk id="4" creationId="{EAC312E4-EEF7-BC10-CF40-D9DFE5074984}"/>
          </ac:spMkLst>
        </pc:spChg>
        <pc:spChg chg="del">
          <ac:chgData name="强 李" userId="cd6c7ec7188785ae" providerId="LiveId" clId="{1F788608-16AE-484E-BA0E-693D8C33E910}" dt="2024-08-23T11:42:35.621" v="447" actId="478"/>
          <ac:spMkLst>
            <pc:docMk/>
            <pc:sldMk cId="534191096" sldId="589"/>
            <ac:spMk id="5" creationId="{713DDF87-D3EF-705D-B73A-8E85BB5DCB86}"/>
          </ac:spMkLst>
        </pc:spChg>
        <pc:spChg chg="del">
          <ac:chgData name="强 李" userId="cd6c7ec7188785ae" providerId="LiveId" clId="{1F788608-16AE-484E-BA0E-693D8C33E910}" dt="2024-08-23T11:42:34.895" v="446" actId="478"/>
          <ac:spMkLst>
            <pc:docMk/>
            <pc:sldMk cId="534191096" sldId="589"/>
            <ac:spMk id="6" creationId="{1583CA6D-E2C8-47E3-C865-AB9466112C52}"/>
          </ac:spMkLst>
        </pc:spChg>
        <pc:spChg chg="del">
          <ac:chgData name="强 李" userId="cd6c7ec7188785ae" providerId="LiveId" clId="{1F788608-16AE-484E-BA0E-693D8C33E910}" dt="2024-08-23T11:42:34.285" v="445" actId="478"/>
          <ac:spMkLst>
            <pc:docMk/>
            <pc:sldMk cId="534191096" sldId="589"/>
            <ac:spMk id="7" creationId="{B2718F15-7977-70BB-162C-9682D1DBB0BD}"/>
          </ac:spMkLst>
        </pc:spChg>
      </pc:sldChg>
      <pc:sldChg chg="modSp mod">
        <pc:chgData name="强 李" userId="cd6c7ec7188785ae" providerId="LiveId" clId="{1F788608-16AE-484E-BA0E-693D8C33E910}" dt="2024-08-24T03:05:09.231" v="1246" actId="20577"/>
        <pc:sldMkLst>
          <pc:docMk/>
          <pc:sldMk cId="4207264488" sldId="590"/>
        </pc:sldMkLst>
        <pc:spChg chg="mod">
          <ac:chgData name="强 李" userId="cd6c7ec7188785ae" providerId="LiveId" clId="{1F788608-16AE-484E-BA0E-693D8C33E910}" dt="2024-08-24T03:05:09.231" v="1246" actId="20577"/>
          <ac:spMkLst>
            <pc:docMk/>
            <pc:sldMk cId="4207264488" sldId="590"/>
            <ac:spMk id="2" creationId="{00000000-0000-0000-0000-000000000000}"/>
          </ac:spMkLst>
        </pc:spChg>
      </pc:sldChg>
      <pc:sldChg chg="modSp mod">
        <pc:chgData name="强 李" userId="cd6c7ec7188785ae" providerId="LiveId" clId="{1F788608-16AE-484E-BA0E-693D8C33E910}" dt="2024-08-24T03:06:46.135" v="1249" actId="113"/>
        <pc:sldMkLst>
          <pc:docMk/>
          <pc:sldMk cId="3491062220" sldId="591"/>
        </pc:sldMkLst>
        <pc:spChg chg="mod">
          <ac:chgData name="强 李" userId="cd6c7ec7188785ae" providerId="LiveId" clId="{1F788608-16AE-484E-BA0E-693D8C33E910}" dt="2024-08-24T03:06:46.135" v="1249" actId="113"/>
          <ac:spMkLst>
            <pc:docMk/>
            <pc:sldMk cId="3491062220" sldId="591"/>
            <ac:spMk id="2" creationId="{00000000-0000-0000-0000-000000000000}"/>
          </ac:spMkLst>
        </pc:spChg>
      </pc:sldChg>
      <pc:sldChg chg="modSp mod">
        <pc:chgData name="强 李" userId="cd6c7ec7188785ae" providerId="LiveId" clId="{1F788608-16AE-484E-BA0E-693D8C33E910}" dt="2024-08-23T11:38:40.102" v="386" actId="20577"/>
        <pc:sldMkLst>
          <pc:docMk/>
          <pc:sldMk cId="4046377894" sldId="592"/>
        </pc:sldMkLst>
        <pc:spChg chg="mod">
          <ac:chgData name="强 李" userId="cd6c7ec7188785ae" providerId="LiveId" clId="{1F788608-16AE-484E-BA0E-693D8C33E910}" dt="2024-08-23T11:38:40.102" v="386" actId="20577"/>
          <ac:spMkLst>
            <pc:docMk/>
            <pc:sldMk cId="4046377894" sldId="592"/>
            <ac:spMk id="2" creationId="{00000000-0000-0000-0000-000000000000}"/>
          </ac:spMkLst>
        </pc:spChg>
      </pc:sldChg>
      <pc:sldChg chg="del">
        <pc:chgData name="强 李" userId="cd6c7ec7188785ae" providerId="LiveId" clId="{1F788608-16AE-484E-BA0E-693D8C33E910}" dt="2024-08-24T03:07:12.869" v="1250" actId="47"/>
        <pc:sldMkLst>
          <pc:docMk/>
          <pc:sldMk cId="1164883511" sldId="596"/>
        </pc:sldMkLst>
      </pc:sldChg>
      <pc:sldChg chg="addSp delSp modSp add del mod ord setBg modClrScheme chgLayout">
        <pc:chgData name="强 李" userId="cd6c7ec7188785ae" providerId="LiveId" clId="{1F788608-16AE-484E-BA0E-693D8C33E910}" dt="2024-08-23T11:32:05.568" v="313" actId="47"/>
        <pc:sldMkLst>
          <pc:docMk/>
          <pc:sldMk cId="245500765" sldId="597"/>
        </pc:sldMkLst>
        <pc:spChg chg="add del mod">
          <ac:chgData name="强 李" userId="cd6c7ec7188785ae" providerId="LiveId" clId="{1F788608-16AE-484E-BA0E-693D8C33E910}" dt="2024-08-23T10:44:13.154" v="207" actId="26606"/>
          <ac:spMkLst>
            <pc:docMk/>
            <pc:sldMk cId="245500765" sldId="597"/>
            <ac:spMk id="3" creationId="{FF9BF7C3-9929-69BC-A1CA-30EBD45BF72F}"/>
          </ac:spMkLst>
        </pc:spChg>
        <pc:spChg chg="mod">
          <ac:chgData name="强 李" userId="cd6c7ec7188785ae" providerId="LiveId" clId="{1F788608-16AE-484E-BA0E-693D8C33E910}" dt="2024-08-23T10:44:13.154" v="207" actId="26606"/>
          <ac:spMkLst>
            <pc:docMk/>
            <pc:sldMk cId="245500765" sldId="597"/>
            <ac:spMk id="18" creationId="{00000000-0000-0000-0000-000000000000}"/>
          </ac:spMkLst>
        </pc:spChg>
        <pc:graphicFrameChg chg="add del">
          <ac:chgData name="强 李" userId="cd6c7ec7188785ae" providerId="LiveId" clId="{1F788608-16AE-484E-BA0E-693D8C33E910}" dt="2024-08-23T10:44:13.138" v="206" actId="26606"/>
          <ac:graphicFrameMkLst>
            <pc:docMk/>
            <pc:sldMk cId="245500765" sldId="597"/>
            <ac:graphicFrameMk id="20" creationId="{90DF2DD1-0DF1-DEFE-EC3D-9E6F38B41F0D}"/>
          </ac:graphicFrameMkLst>
        </pc:graphicFrameChg>
        <pc:graphicFrameChg chg="add mod">
          <ac:chgData name="强 李" userId="cd6c7ec7188785ae" providerId="LiveId" clId="{1F788608-16AE-484E-BA0E-693D8C33E910}" dt="2024-08-23T11:27:52.918" v="251"/>
          <ac:graphicFrameMkLst>
            <pc:docMk/>
            <pc:sldMk cId="245500765" sldId="597"/>
            <ac:graphicFrameMk id="22" creationId="{9B09CA8F-84BF-FB29-2D15-27930842A84B}"/>
          </ac:graphicFrameMkLst>
        </pc:graphicFrameChg>
      </pc:sldChg>
      <pc:sldChg chg="modSp add mod">
        <pc:chgData name="强 李" userId="cd6c7ec7188785ae" providerId="LiveId" clId="{1F788608-16AE-484E-BA0E-693D8C33E910}" dt="2024-08-24T02:46:11.460" v="884" actId="108"/>
        <pc:sldMkLst>
          <pc:docMk/>
          <pc:sldMk cId="3965997736" sldId="598"/>
        </pc:sldMkLst>
        <pc:spChg chg="mod">
          <ac:chgData name="强 李" userId="cd6c7ec7188785ae" providerId="LiveId" clId="{1F788608-16AE-484E-BA0E-693D8C33E910}" dt="2024-08-23T12:05:27.590" v="836" actId="2711"/>
          <ac:spMkLst>
            <pc:docMk/>
            <pc:sldMk cId="3965997736" sldId="598"/>
            <ac:spMk id="2" creationId="{00000000-0000-0000-0000-000000000000}"/>
          </ac:spMkLst>
        </pc:spChg>
        <pc:spChg chg="mod">
          <ac:chgData name="强 李" userId="cd6c7ec7188785ae" providerId="LiveId" clId="{1F788608-16AE-484E-BA0E-693D8C33E910}" dt="2024-08-23T12:05:27.590" v="836" actId="2711"/>
          <ac:spMkLst>
            <pc:docMk/>
            <pc:sldMk cId="3965997736" sldId="598"/>
            <ac:spMk id="8" creationId="{18B966AB-7D3A-E7C3-B2B0-BBE50B313EC6}"/>
          </ac:spMkLst>
        </pc:spChg>
        <pc:spChg chg="mod">
          <ac:chgData name="强 李" userId="cd6c7ec7188785ae" providerId="LiveId" clId="{1F788608-16AE-484E-BA0E-693D8C33E910}" dt="2024-08-23T12:05:27.590" v="836" actId="2711"/>
          <ac:spMkLst>
            <pc:docMk/>
            <pc:sldMk cId="3965997736" sldId="598"/>
            <ac:spMk id="9" creationId="{1F5B6856-AF8A-4085-2AF6-D259C7449B9E}"/>
          </ac:spMkLst>
        </pc:spChg>
        <pc:spChg chg="mod">
          <ac:chgData name="强 李" userId="cd6c7ec7188785ae" providerId="LiveId" clId="{1F788608-16AE-484E-BA0E-693D8C33E910}" dt="2024-08-23T12:05:27.590" v="836" actId="2711"/>
          <ac:spMkLst>
            <pc:docMk/>
            <pc:sldMk cId="3965997736" sldId="598"/>
            <ac:spMk id="10" creationId="{7BEE8677-CFAD-6942-832E-87D52B896121}"/>
          </ac:spMkLst>
        </pc:spChg>
        <pc:spChg chg="mod">
          <ac:chgData name="强 李" userId="cd6c7ec7188785ae" providerId="LiveId" clId="{1F788608-16AE-484E-BA0E-693D8C33E910}" dt="2024-08-24T02:46:11.460" v="884" actId="108"/>
          <ac:spMkLst>
            <pc:docMk/>
            <pc:sldMk cId="3965997736" sldId="598"/>
            <ac:spMk id="11" creationId="{3CAB36DD-1A23-5A1B-C9B0-3F43FAF7A79F}"/>
          </ac:spMkLst>
        </pc:spChg>
        <pc:spChg chg="mod">
          <ac:chgData name="强 李" userId="cd6c7ec7188785ae" providerId="LiveId" clId="{1F788608-16AE-484E-BA0E-693D8C33E910}" dt="2024-08-23T12:05:27.590" v="836" actId="2711"/>
          <ac:spMkLst>
            <pc:docMk/>
            <pc:sldMk cId="3965997736" sldId="598"/>
            <ac:spMk id="12" creationId="{90FC4EF0-0582-7DC7-F53E-9A1A4B9AFC50}"/>
          </ac:spMkLst>
        </pc:spChg>
        <pc:spChg chg="mod">
          <ac:chgData name="强 李" userId="cd6c7ec7188785ae" providerId="LiveId" clId="{1F788608-16AE-484E-BA0E-693D8C33E910}" dt="2024-08-24T02:45:59.211" v="883" actId="108"/>
          <ac:spMkLst>
            <pc:docMk/>
            <pc:sldMk cId="3965997736" sldId="598"/>
            <ac:spMk id="13" creationId="{7DAB6BBF-A107-5EDA-C988-F2FCC0FA4ADA}"/>
          </ac:spMkLst>
        </pc:spChg>
        <pc:spChg chg="mod">
          <ac:chgData name="强 李" userId="cd6c7ec7188785ae" providerId="LiveId" clId="{1F788608-16AE-484E-BA0E-693D8C33E910}" dt="2024-08-23T12:05:27.590" v="836" actId="2711"/>
          <ac:spMkLst>
            <pc:docMk/>
            <pc:sldMk cId="3965997736" sldId="598"/>
            <ac:spMk id="16" creationId="{7DE16206-6F61-BEC3-0DA4-3625D631A8E6}"/>
          </ac:spMkLst>
        </pc:spChg>
        <pc:spChg chg="mod">
          <ac:chgData name="强 李" userId="cd6c7ec7188785ae" providerId="LiveId" clId="{1F788608-16AE-484E-BA0E-693D8C33E910}" dt="2024-08-23T12:05:27.590" v="836" actId="2711"/>
          <ac:spMkLst>
            <pc:docMk/>
            <pc:sldMk cId="3965997736" sldId="598"/>
            <ac:spMk id="18" creationId="{00000000-0000-0000-0000-000000000000}"/>
          </ac:spMkLst>
        </pc:spChg>
      </pc:sldChg>
      <pc:sldChg chg="addSp delSp modSp add mod">
        <pc:chgData name="强 李" userId="cd6c7ec7188785ae" providerId="LiveId" clId="{1F788608-16AE-484E-BA0E-693D8C33E910}" dt="2024-08-24T03:03:27.979" v="1244"/>
        <pc:sldMkLst>
          <pc:docMk/>
          <pc:sldMk cId="4003489816" sldId="599"/>
        </pc:sldMkLst>
        <pc:spChg chg="mod">
          <ac:chgData name="强 李" userId="cd6c7ec7188785ae" providerId="LiveId" clId="{1F788608-16AE-484E-BA0E-693D8C33E910}" dt="2024-08-24T03:03:27.979" v="1244"/>
          <ac:spMkLst>
            <pc:docMk/>
            <pc:sldMk cId="4003489816" sldId="599"/>
            <ac:spMk id="2" creationId="{00000000-0000-0000-0000-000000000000}"/>
          </ac:spMkLst>
        </pc:spChg>
        <pc:spChg chg="mod">
          <ac:chgData name="强 李" userId="cd6c7ec7188785ae" providerId="LiveId" clId="{1F788608-16AE-484E-BA0E-693D8C33E910}" dt="2024-08-24T03:03:11.101" v="1237" actId="164"/>
          <ac:spMkLst>
            <pc:docMk/>
            <pc:sldMk cId="4003489816" sldId="599"/>
            <ac:spMk id="3" creationId="{1AB8738D-A1FE-4D54-0F21-BB9DBE4AC2AD}"/>
          </ac:spMkLst>
        </pc:spChg>
        <pc:spChg chg="mod">
          <ac:chgData name="强 李" userId="cd6c7ec7188785ae" providerId="LiveId" clId="{1F788608-16AE-484E-BA0E-693D8C33E910}" dt="2024-08-24T03:03:11.101" v="1237" actId="164"/>
          <ac:spMkLst>
            <pc:docMk/>
            <pc:sldMk cId="4003489816" sldId="599"/>
            <ac:spMk id="4" creationId="{EAC312E4-EEF7-BC10-CF40-D9DFE5074984}"/>
          </ac:spMkLst>
        </pc:spChg>
        <pc:spChg chg="mod">
          <ac:chgData name="强 李" userId="cd6c7ec7188785ae" providerId="LiveId" clId="{1F788608-16AE-484E-BA0E-693D8C33E910}" dt="2024-08-24T03:03:11.101" v="1237" actId="164"/>
          <ac:spMkLst>
            <pc:docMk/>
            <pc:sldMk cId="4003489816" sldId="599"/>
            <ac:spMk id="5" creationId="{713DDF87-D3EF-705D-B73A-8E85BB5DCB86}"/>
          </ac:spMkLst>
        </pc:spChg>
        <pc:spChg chg="mod">
          <ac:chgData name="强 李" userId="cd6c7ec7188785ae" providerId="LiveId" clId="{1F788608-16AE-484E-BA0E-693D8C33E910}" dt="2024-08-24T03:03:11.101" v="1237" actId="164"/>
          <ac:spMkLst>
            <pc:docMk/>
            <pc:sldMk cId="4003489816" sldId="599"/>
            <ac:spMk id="6" creationId="{1583CA6D-E2C8-47E3-C865-AB9466112C52}"/>
          </ac:spMkLst>
        </pc:spChg>
        <pc:spChg chg="mod">
          <ac:chgData name="强 李" userId="cd6c7ec7188785ae" providerId="LiveId" clId="{1F788608-16AE-484E-BA0E-693D8C33E910}" dt="2024-08-24T03:03:11.101" v="1237" actId="164"/>
          <ac:spMkLst>
            <pc:docMk/>
            <pc:sldMk cId="4003489816" sldId="599"/>
            <ac:spMk id="7" creationId="{B2718F15-7977-70BB-162C-9682D1DBB0BD}"/>
          </ac:spMkLst>
        </pc:spChg>
        <pc:spChg chg="add mod">
          <ac:chgData name="强 李" userId="cd6c7ec7188785ae" providerId="LiveId" clId="{1F788608-16AE-484E-BA0E-693D8C33E910}" dt="2024-08-23T11:52:56.811" v="828"/>
          <ac:spMkLst>
            <pc:docMk/>
            <pc:sldMk cId="4003489816" sldId="599"/>
            <ac:spMk id="8" creationId="{5DDE919E-77A8-9BCA-6BF5-389C08FDA91D}"/>
          </ac:spMkLst>
        </pc:spChg>
        <pc:spChg chg="del">
          <ac:chgData name="强 李" userId="cd6c7ec7188785ae" providerId="LiveId" clId="{1F788608-16AE-484E-BA0E-693D8C33E910}" dt="2024-08-23T11:52:56.477" v="827" actId="478"/>
          <ac:spMkLst>
            <pc:docMk/>
            <pc:sldMk cId="4003489816" sldId="599"/>
            <ac:spMk id="18" creationId="{00000000-0000-0000-0000-000000000000}"/>
          </ac:spMkLst>
        </pc:spChg>
        <pc:grpChg chg="add mod">
          <ac:chgData name="强 李" userId="cd6c7ec7188785ae" providerId="LiveId" clId="{1F788608-16AE-484E-BA0E-693D8C33E910}" dt="2024-08-24T03:03:11.101" v="1237" actId="164"/>
          <ac:grpSpMkLst>
            <pc:docMk/>
            <pc:sldMk cId="4003489816" sldId="599"/>
            <ac:grpSpMk id="9" creationId="{53045446-0679-C760-647C-004E6EEE9EBF}"/>
          </ac:grpSpMkLst>
        </pc:grpChg>
      </pc:sldChg>
      <pc:sldChg chg="addSp delSp modSp add del mod setBg">
        <pc:chgData name="强 李" userId="cd6c7ec7188785ae" providerId="LiveId" clId="{1F788608-16AE-484E-BA0E-693D8C33E910}" dt="2024-08-24T03:18:23.785" v="1553" actId="47"/>
        <pc:sldMkLst>
          <pc:docMk/>
          <pc:sldMk cId="1048211412" sldId="600"/>
        </pc:sldMkLst>
        <pc:spChg chg="del">
          <ac:chgData name="强 李" userId="cd6c7ec7188785ae" providerId="LiveId" clId="{1F788608-16AE-484E-BA0E-693D8C33E910}" dt="2024-08-24T03:13:13.446" v="1411" actId="26606"/>
          <ac:spMkLst>
            <pc:docMk/>
            <pc:sldMk cId="1048211412" sldId="600"/>
            <ac:spMk id="2" creationId="{00000000-0000-0000-0000-000000000000}"/>
          </ac:spMkLst>
        </pc:spChg>
        <pc:spChg chg="mod">
          <ac:chgData name="强 李" userId="cd6c7ec7188785ae" providerId="LiveId" clId="{1F788608-16AE-484E-BA0E-693D8C33E910}" dt="2024-08-24T03:13:13.446" v="1411" actId="26606"/>
          <ac:spMkLst>
            <pc:docMk/>
            <pc:sldMk cId="1048211412" sldId="600"/>
            <ac:spMk id="18" creationId="{00000000-0000-0000-0000-000000000000}"/>
          </ac:spMkLst>
        </pc:spChg>
        <pc:spChg chg="add">
          <ac:chgData name="强 李" userId="cd6c7ec7188785ae" providerId="LiveId" clId="{1F788608-16AE-484E-BA0E-693D8C33E910}" dt="2024-08-24T03:13:13.446" v="1411" actId="26606"/>
          <ac:spMkLst>
            <pc:docMk/>
            <pc:sldMk cId="1048211412" sldId="600"/>
            <ac:spMk id="24" creationId="{7517A47C-B2E5-4B79-8061-D74B1311AF6E}"/>
          </ac:spMkLst>
        </pc:spChg>
        <pc:spChg chg="add">
          <ac:chgData name="强 李" userId="cd6c7ec7188785ae" providerId="LiveId" clId="{1F788608-16AE-484E-BA0E-693D8C33E910}" dt="2024-08-24T03:13:13.446" v="1411" actId="26606"/>
          <ac:spMkLst>
            <pc:docMk/>
            <pc:sldMk cId="1048211412" sldId="600"/>
            <ac:spMk id="26" creationId="{C505E780-2083-4CB5-A42A-5E0E2908ECC3}"/>
          </ac:spMkLst>
        </pc:spChg>
        <pc:spChg chg="add">
          <ac:chgData name="强 李" userId="cd6c7ec7188785ae" providerId="LiveId" clId="{1F788608-16AE-484E-BA0E-693D8C33E910}" dt="2024-08-24T03:13:13.446" v="1411" actId="26606"/>
          <ac:spMkLst>
            <pc:docMk/>
            <pc:sldMk cId="1048211412" sldId="600"/>
            <ac:spMk id="28" creationId="{D2C0AE1C-0118-41AE-8A10-7CDCBF10E96F}"/>
          </ac:spMkLst>
        </pc:spChg>
        <pc:spChg chg="add">
          <ac:chgData name="强 李" userId="cd6c7ec7188785ae" providerId="LiveId" clId="{1F788608-16AE-484E-BA0E-693D8C33E910}" dt="2024-08-24T03:13:13.446" v="1411" actId="26606"/>
          <ac:spMkLst>
            <pc:docMk/>
            <pc:sldMk cId="1048211412" sldId="600"/>
            <ac:spMk id="30" creationId="{463EEC44-1BA3-44ED-81FC-A644B04B2A44}"/>
          </ac:spMkLst>
        </pc:spChg>
        <pc:graphicFrameChg chg="add">
          <ac:chgData name="强 李" userId="cd6c7ec7188785ae" providerId="LiveId" clId="{1F788608-16AE-484E-BA0E-693D8C33E910}" dt="2024-08-24T03:13:13.446" v="1411" actId="26606"/>
          <ac:graphicFrameMkLst>
            <pc:docMk/>
            <pc:sldMk cId="1048211412" sldId="600"/>
            <ac:graphicFrameMk id="20" creationId="{221E2FA2-21A7-9A95-E0D8-63102CBE5389}"/>
          </ac:graphicFrameMkLst>
        </pc:graphicFrameChg>
      </pc:sldChg>
      <pc:sldChg chg="modSp add mod">
        <pc:chgData name="强 李" userId="cd6c7ec7188785ae" providerId="LiveId" clId="{1F788608-16AE-484E-BA0E-693D8C33E910}" dt="2024-08-24T03:18:54.421" v="1559" actId="1035"/>
        <pc:sldMkLst>
          <pc:docMk/>
          <pc:sldMk cId="125507599" sldId="601"/>
        </pc:sldMkLst>
        <pc:spChg chg="mod">
          <ac:chgData name="强 李" userId="cd6c7ec7188785ae" providerId="LiveId" clId="{1F788608-16AE-484E-BA0E-693D8C33E910}" dt="2024-08-24T03:18:18.576" v="1552" actId="6549"/>
          <ac:spMkLst>
            <pc:docMk/>
            <pc:sldMk cId="125507599" sldId="601"/>
            <ac:spMk id="2" creationId="{00000000-0000-0000-0000-000000000000}"/>
          </ac:spMkLst>
        </pc:spChg>
        <pc:spChg chg="mod">
          <ac:chgData name="强 李" userId="cd6c7ec7188785ae" providerId="LiveId" clId="{1F788608-16AE-484E-BA0E-693D8C33E910}" dt="2024-08-24T03:18:54.421" v="1559" actId="1035"/>
          <ac:spMkLst>
            <pc:docMk/>
            <pc:sldMk cId="125507599" sldId="601"/>
            <ac:spMk id="18" creationId="{00000000-0000-0000-0000-000000000000}"/>
          </ac:spMkLst>
        </pc:spChg>
      </pc:sldChg>
    </pc:docChg>
  </pc:docChgLst>
  <pc:docChgLst>
    <pc:chgData name="强 李" userId="cd6c7ec7188785ae" providerId="LiveId" clId="{4AB20E6F-2848-4974-B951-18355A4600C1}"/>
    <pc:docChg chg="undo custSel addSld delSld modSld sldOrd">
      <pc:chgData name="强 李" userId="cd6c7ec7188785ae" providerId="LiveId" clId="{4AB20E6F-2848-4974-B951-18355A4600C1}" dt="2024-10-13T00:11:02.643" v="1067"/>
      <pc:docMkLst>
        <pc:docMk/>
      </pc:docMkLst>
      <pc:sldChg chg="modSp mod">
        <pc:chgData name="强 李" userId="cd6c7ec7188785ae" providerId="LiveId" clId="{4AB20E6F-2848-4974-B951-18355A4600C1}" dt="2024-10-12T23:16:12.503" v="126" actId="403"/>
        <pc:sldMkLst>
          <pc:docMk/>
          <pc:sldMk cId="0" sldId="425"/>
        </pc:sldMkLst>
        <pc:spChg chg="mod">
          <ac:chgData name="强 李" userId="cd6c7ec7188785ae" providerId="LiveId" clId="{4AB20E6F-2848-4974-B951-18355A4600C1}" dt="2024-10-12T23:16:12.503" v="126" actId="403"/>
          <ac:spMkLst>
            <pc:docMk/>
            <pc:sldMk cId="0" sldId="425"/>
            <ac:spMk id="3" creationId="{FF9BF7C3-9929-69BC-A1CA-30EBD45BF72F}"/>
          </ac:spMkLst>
        </pc:spChg>
        <pc:spChg chg="mod">
          <ac:chgData name="强 李" userId="cd6c7ec7188785ae" providerId="LiveId" clId="{4AB20E6F-2848-4974-B951-18355A4600C1}" dt="2024-10-12T23:13:25.158" v="111" actId="20577"/>
          <ac:spMkLst>
            <pc:docMk/>
            <pc:sldMk cId="0" sldId="425"/>
            <ac:spMk id="18" creationId="{00000000-0000-0000-0000-000000000000}"/>
          </ac:spMkLst>
        </pc:spChg>
      </pc:sldChg>
      <pc:sldChg chg="addSp delSp modSp mod">
        <pc:chgData name="强 李" userId="cd6c7ec7188785ae" providerId="LiveId" clId="{4AB20E6F-2848-4974-B951-18355A4600C1}" dt="2024-10-12T23:38:01.854" v="259" actId="6549"/>
        <pc:sldMkLst>
          <pc:docMk/>
          <pc:sldMk cId="54695671" sldId="531"/>
        </pc:sldMkLst>
        <pc:spChg chg="del">
          <ac:chgData name="强 李" userId="cd6c7ec7188785ae" providerId="LiveId" clId="{4AB20E6F-2848-4974-B951-18355A4600C1}" dt="2024-10-12T23:36:25.030" v="233" actId="478"/>
          <ac:spMkLst>
            <pc:docMk/>
            <pc:sldMk cId="54695671" sldId="531"/>
            <ac:spMk id="4" creationId="{813ADE0C-0A95-8BE0-FCB2-CDA44CEA64A3}"/>
          </ac:spMkLst>
        </pc:spChg>
        <pc:spChg chg="del">
          <ac:chgData name="强 李" userId="cd6c7ec7188785ae" providerId="LiveId" clId="{4AB20E6F-2848-4974-B951-18355A4600C1}" dt="2024-10-12T23:36:22.596" v="232" actId="478"/>
          <ac:spMkLst>
            <pc:docMk/>
            <pc:sldMk cId="54695671" sldId="531"/>
            <ac:spMk id="5" creationId="{6D756E38-44BB-893E-10F4-24648C1F9451}"/>
          </ac:spMkLst>
        </pc:spChg>
        <pc:spChg chg="del">
          <ac:chgData name="强 李" userId="cd6c7ec7188785ae" providerId="LiveId" clId="{4AB20E6F-2848-4974-B951-18355A4600C1}" dt="2024-10-12T23:36:22.596" v="232" actId="478"/>
          <ac:spMkLst>
            <pc:docMk/>
            <pc:sldMk cId="54695671" sldId="531"/>
            <ac:spMk id="6" creationId="{AA272FBC-B21D-C369-0141-9585E0210DD1}"/>
          </ac:spMkLst>
        </pc:spChg>
        <pc:spChg chg="del">
          <ac:chgData name="强 李" userId="cd6c7ec7188785ae" providerId="LiveId" clId="{4AB20E6F-2848-4974-B951-18355A4600C1}" dt="2024-10-12T23:36:22.596" v="232" actId="478"/>
          <ac:spMkLst>
            <pc:docMk/>
            <pc:sldMk cId="54695671" sldId="531"/>
            <ac:spMk id="8" creationId="{80AFC5C0-E649-FDDA-99E5-171FAB08CA0F}"/>
          </ac:spMkLst>
        </pc:spChg>
        <pc:spChg chg="add mod">
          <ac:chgData name="强 李" userId="cd6c7ec7188785ae" providerId="LiveId" clId="{4AB20E6F-2848-4974-B951-18355A4600C1}" dt="2024-10-12T23:38:01.854" v="259" actId="6549"/>
          <ac:spMkLst>
            <pc:docMk/>
            <pc:sldMk cId="54695671" sldId="531"/>
            <ac:spMk id="10" creationId="{0F8C0306-423C-7746-A3D2-2A3513F35A44}"/>
          </ac:spMkLst>
        </pc:spChg>
        <pc:spChg chg="del">
          <ac:chgData name="强 李" userId="cd6c7ec7188785ae" providerId="LiveId" clId="{4AB20E6F-2848-4974-B951-18355A4600C1}" dt="2024-10-12T23:36:15.697" v="231" actId="478"/>
          <ac:spMkLst>
            <pc:docMk/>
            <pc:sldMk cId="54695671" sldId="531"/>
            <ac:spMk id="12" creationId="{D9CC1E38-202F-40CF-CD43-27927F4D1FA5}"/>
          </ac:spMkLst>
        </pc:spChg>
        <pc:spChg chg="del">
          <ac:chgData name="强 李" userId="cd6c7ec7188785ae" providerId="LiveId" clId="{4AB20E6F-2848-4974-B951-18355A4600C1}" dt="2024-10-12T23:36:22.596" v="232" actId="478"/>
          <ac:spMkLst>
            <pc:docMk/>
            <pc:sldMk cId="54695671" sldId="531"/>
            <ac:spMk id="13" creationId="{C20498D4-7AA0-18E1-5D4B-FAE5F48E8AC2}"/>
          </ac:spMkLst>
        </pc:spChg>
        <pc:grpChg chg="del">
          <ac:chgData name="强 李" userId="cd6c7ec7188785ae" providerId="LiveId" clId="{4AB20E6F-2848-4974-B951-18355A4600C1}" dt="2024-10-12T23:36:22.596" v="232" actId="478"/>
          <ac:grpSpMkLst>
            <pc:docMk/>
            <pc:sldMk cId="54695671" sldId="531"/>
            <ac:grpSpMk id="9" creationId="{87176265-B58D-673F-0145-44DE61D798A1}"/>
          </ac:grpSpMkLst>
        </pc:grpChg>
      </pc:sldChg>
      <pc:sldChg chg="modSp">
        <pc:chgData name="强 李" userId="cd6c7ec7188785ae" providerId="LiveId" clId="{4AB20E6F-2848-4974-B951-18355A4600C1}" dt="2024-10-13T00:11:02.643" v="1067"/>
        <pc:sldMkLst>
          <pc:docMk/>
          <pc:sldMk cId="419382719" sldId="552"/>
        </pc:sldMkLst>
        <pc:graphicFrameChg chg="mod">
          <ac:chgData name="强 李" userId="cd6c7ec7188785ae" providerId="LiveId" clId="{4AB20E6F-2848-4974-B951-18355A4600C1}" dt="2024-10-13T00:11:02.643" v="1067"/>
          <ac:graphicFrameMkLst>
            <pc:docMk/>
            <pc:sldMk cId="419382719" sldId="552"/>
            <ac:graphicFrameMk id="47" creationId="{C4743AA0-529F-EA4A-5AAF-9A09C2CB0EAC}"/>
          </ac:graphicFrameMkLst>
        </pc:graphicFrameChg>
      </pc:sldChg>
      <pc:sldChg chg="modSp">
        <pc:chgData name="强 李" userId="cd6c7ec7188785ae" providerId="LiveId" clId="{4AB20E6F-2848-4974-B951-18355A4600C1}" dt="2024-10-12T23:12:58.311" v="102"/>
        <pc:sldMkLst>
          <pc:docMk/>
          <pc:sldMk cId="3418790839" sldId="554"/>
        </pc:sldMkLst>
        <pc:graphicFrameChg chg="mod">
          <ac:chgData name="强 李" userId="cd6c7ec7188785ae" providerId="LiveId" clId="{4AB20E6F-2848-4974-B951-18355A4600C1}" dt="2024-10-12T23:12:58.311" v="102"/>
          <ac:graphicFrameMkLst>
            <pc:docMk/>
            <pc:sldMk cId="3418790839" sldId="554"/>
            <ac:graphicFrameMk id="3" creationId="{7EB314CC-7FA2-2824-BC32-28291A20FBE2}"/>
          </ac:graphicFrameMkLst>
        </pc:graphicFrameChg>
      </pc:sldChg>
      <pc:sldChg chg="modSp mod">
        <pc:chgData name="强 李" userId="cd6c7ec7188785ae" providerId="LiveId" clId="{4AB20E6F-2848-4974-B951-18355A4600C1}" dt="2024-10-12T23:11:10.756" v="8" actId="20577"/>
        <pc:sldMkLst>
          <pc:docMk/>
          <pc:sldMk cId="1911491714" sldId="560"/>
        </pc:sldMkLst>
        <pc:spChg chg="mod">
          <ac:chgData name="强 李" userId="cd6c7ec7188785ae" providerId="LiveId" clId="{4AB20E6F-2848-4974-B951-18355A4600C1}" dt="2024-10-12T23:11:02.085" v="0"/>
          <ac:spMkLst>
            <pc:docMk/>
            <pc:sldMk cId="1911491714" sldId="560"/>
            <ac:spMk id="4" creationId="{00000000-0000-0000-0000-000000000000}"/>
          </ac:spMkLst>
        </pc:spChg>
        <pc:spChg chg="mod">
          <ac:chgData name="强 李" userId="cd6c7ec7188785ae" providerId="LiveId" clId="{4AB20E6F-2848-4974-B951-18355A4600C1}" dt="2024-10-12T23:11:10.756" v="8" actId="20577"/>
          <ac:spMkLst>
            <pc:docMk/>
            <pc:sldMk cId="1911491714" sldId="560"/>
            <ac:spMk id="5" creationId="{00000000-0000-0000-0000-000000000000}"/>
          </ac:spMkLst>
        </pc:spChg>
      </pc:sldChg>
      <pc:sldChg chg="modSp mod">
        <pc:chgData name="强 李" userId="cd6c7ec7188785ae" providerId="LiveId" clId="{4AB20E6F-2848-4974-B951-18355A4600C1}" dt="2024-10-12T23:40:45.967" v="339" actId="6549"/>
        <pc:sldMkLst>
          <pc:docMk/>
          <pc:sldMk cId="340286292" sldId="594"/>
        </pc:sldMkLst>
        <pc:spChg chg="mod">
          <ac:chgData name="强 李" userId="cd6c7ec7188785ae" providerId="LiveId" clId="{4AB20E6F-2848-4974-B951-18355A4600C1}" dt="2024-10-12T23:40:45.967" v="339" actId="6549"/>
          <ac:spMkLst>
            <pc:docMk/>
            <pc:sldMk cId="340286292" sldId="594"/>
            <ac:spMk id="2" creationId="{00000000-0000-0000-0000-000000000000}"/>
          </ac:spMkLst>
        </pc:spChg>
        <pc:spChg chg="mod">
          <ac:chgData name="强 李" userId="cd6c7ec7188785ae" providerId="LiveId" clId="{4AB20E6F-2848-4974-B951-18355A4600C1}" dt="2024-10-12T23:38:48.200" v="262" actId="20577"/>
          <ac:spMkLst>
            <pc:docMk/>
            <pc:sldMk cId="340286292" sldId="594"/>
            <ac:spMk id="18" creationId="{00000000-0000-0000-0000-000000000000}"/>
          </ac:spMkLst>
        </pc:spChg>
      </pc:sldChg>
      <pc:sldChg chg="del">
        <pc:chgData name="强 李" userId="cd6c7ec7188785ae" providerId="LiveId" clId="{4AB20E6F-2848-4974-B951-18355A4600C1}" dt="2024-10-12T23:17:50.545" v="223" actId="47"/>
        <pc:sldMkLst>
          <pc:docMk/>
          <pc:sldMk cId="3965997736" sldId="598"/>
        </pc:sldMkLst>
      </pc:sldChg>
      <pc:sldChg chg="del">
        <pc:chgData name="强 李" userId="cd6c7ec7188785ae" providerId="LiveId" clId="{4AB20E6F-2848-4974-B951-18355A4600C1}" dt="2024-10-12T23:43:46.936" v="419" actId="47"/>
        <pc:sldMkLst>
          <pc:docMk/>
          <pc:sldMk cId="4081840699" sldId="599"/>
        </pc:sldMkLst>
      </pc:sldChg>
      <pc:sldChg chg="del">
        <pc:chgData name="强 李" userId="cd6c7ec7188785ae" providerId="LiveId" clId="{4AB20E6F-2848-4974-B951-18355A4600C1}" dt="2024-10-12T23:43:46.936" v="419" actId="47"/>
        <pc:sldMkLst>
          <pc:docMk/>
          <pc:sldMk cId="2538305957" sldId="601"/>
        </pc:sldMkLst>
      </pc:sldChg>
      <pc:sldChg chg="del">
        <pc:chgData name="强 李" userId="cd6c7ec7188785ae" providerId="LiveId" clId="{4AB20E6F-2848-4974-B951-18355A4600C1}" dt="2024-10-12T23:43:46.936" v="419" actId="47"/>
        <pc:sldMkLst>
          <pc:docMk/>
          <pc:sldMk cId="78345744" sldId="602"/>
        </pc:sldMkLst>
      </pc:sldChg>
      <pc:sldChg chg="del">
        <pc:chgData name="强 李" userId="cd6c7ec7188785ae" providerId="LiveId" clId="{4AB20E6F-2848-4974-B951-18355A4600C1}" dt="2024-10-12T23:43:46.936" v="419" actId="47"/>
        <pc:sldMkLst>
          <pc:docMk/>
          <pc:sldMk cId="1450588716" sldId="603"/>
        </pc:sldMkLst>
      </pc:sldChg>
      <pc:sldChg chg="del">
        <pc:chgData name="强 李" userId="cd6c7ec7188785ae" providerId="LiveId" clId="{4AB20E6F-2848-4974-B951-18355A4600C1}" dt="2024-10-12T23:43:46.936" v="419" actId="47"/>
        <pc:sldMkLst>
          <pc:docMk/>
          <pc:sldMk cId="359668770" sldId="604"/>
        </pc:sldMkLst>
      </pc:sldChg>
      <pc:sldChg chg="del">
        <pc:chgData name="强 李" userId="cd6c7ec7188785ae" providerId="LiveId" clId="{4AB20E6F-2848-4974-B951-18355A4600C1}" dt="2024-10-12T23:43:46.936" v="419" actId="47"/>
        <pc:sldMkLst>
          <pc:docMk/>
          <pc:sldMk cId="1727666922" sldId="605"/>
        </pc:sldMkLst>
      </pc:sldChg>
      <pc:sldChg chg="del">
        <pc:chgData name="强 李" userId="cd6c7ec7188785ae" providerId="LiveId" clId="{4AB20E6F-2848-4974-B951-18355A4600C1}" dt="2024-10-12T23:43:46.936" v="419" actId="47"/>
        <pc:sldMkLst>
          <pc:docMk/>
          <pc:sldMk cId="4035781716" sldId="606"/>
        </pc:sldMkLst>
      </pc:sldChg>
      <pc:sldChg chg="del">
        <pc:chgData name="强 李" userId="cd6c7ec7188785ae" providerId="LiveId" clId="{4AB20E6F-2848-4974-B951-18355A4600C1}" dt="2024-10-12T23:43:46.936" v="419" actId="47"/>
        <pc:sldMkLst>
          <pc:docMk/>
          <pc:sldMk cId="562774613" sldId="607"/>
        </pc:sldMkLst>
      </pc:sldChg>
      <pc:sldChg chg="modSp mod">
        <pc:chgData name="强 李" userId="cd6c7ec7188785ae" providerId="LiveId" clId="{4AB20E6F-2848-4974-B951-18355A4600C1}" dt="2024-10-13T00:10:26.284" v="1060" actId="14100"/>
        <pc:sldMkLst>
          <pc:docMk/>
          <pc:sldMk cId="1301125905" sldId="608"/>
        </pc:sldMkLst>
        <pc:spChg chg="mod">
          <ac:chgData name="强 李" userId="cd6c7ec7188785ae" providerId="LiveId" clId="{4AB20E6F-2848-4974-B951-18355A4600C1}" dt="2024-10-13T00:10:26.284" v="1060" actId="14100"/>
          <ac:spMkLst>
            <pc:docMk/>
            <pc:sldMk cId="1301125905" sldId="608"/>
            <ac:spMk id="2" creationId="{00000000-0000-0000-0000-000000000000}"/>
          </ac:spMkLst>
        </pc:spChg>
      </pc:sldChg>
      <pc:sldChg chg="modSp add mod">
        <pc:chgData name="强 李" userId="cd6c7ec7188785ae" providerId="LiveId" clId="{4AB20E6F-2848-4974-B951-18355A4600C1}" dt="2024-10-13T00:06:11.061" v="974"/>
        <pc:sldMkLst>
          <pc:docMk/>
          <pc:sldMk cId="1722492924" sldId="609"/>
        </pc:sldMkLst>
        <pc:spChg chg="mod">
          <ac:chgData name="强 李" userId="cd6c7ec7188785ae" providerId="LiveId" clId="{4AB20E6F-2848-4974-B951-18355A4600C1}" dt="2024-10-13T00:06:11.061" v="974"/>
          <ac:spMkLst>
            <pc:docMk/>
            <pc:sldMk cId="1722492924" sldId="609"/>
            <ac:spMk id="2" creationId="{00000000-0000-0000-0000-000000000000}"/>
          </ac:spMkLst>
        </pc:spChg>
        <pc:spChg chg="mod">
          <ac:chgData name="强 李" userId="cd6c7ec7188785ae" providerId="LiveId" clId="{4AB20E6F-2848-4974-B951-18355A4600C1}" dt="2024-10-12T23:16:42.399" v="129"/>
          <ac:spMkLst>
            <pc:docMk/>
            <pc:sldMk cId="1722492924" sldId="609"/>
            <ac:spMk id="9" creationId="{1F5B6856-AF8A-4085-2AF6-D259C7449B9E}"/>
          </ac:spMkLst>
        </pc:spChg>
        <pc:spChg chg="mod">
          <ac:chgData name="强 李" userId="cd6c7ec7188785ae" providerId="LiveId" clId="{4AB20E6F-2848-4974-B951-18355A4600C1}" dt="2024-10-12T23:16:33.281" v="128"/>
          <ac:spMkLst>
            <pc:docMk/>
            <pc:sldMk cId="1722492924" sldId="609"/>
            <ac:spMk id="11" creationId="{3CAB36DD-1A23-5A1B-C9B0-3F43FAF7A79F}"/>
          </ac:spMkLst>
        </pc:spChg>
        <pc:spChg chg="mod">
          <ac:chgData name="强 李" userId="cd6c7ec7188785ae" providerId="LiveId" clId="{4AB20E6F-2848-4974-B951-18355A4600C1}" dt="2024-10-12T23:16:26.398" v="127"/>
          <ac:spMkLst>
            <pc:docMk/>
            <pc:sldMk cId="1722492924" sldId="609"/>
            <ac:spMk id="13" creationId="{7DAB6BBF-A107-5EDA-C988-F2FCC0FA4ADA}"/>
          </ac:spMkLst>
        </pc:spChg>
        <pc:spChg chg="mod">
          <ac:chgData name="强 李" userId="cd6c7ec7188785ae" providerId="LiveId" clId="{4AB20E6F-2848-4974-B951-18355A4600C1}" dt="2024-10-12T23:35:53.760" v="230"/>
          <ac:spMkLst>
            <pc:docMk/>
            <pc:sldMk cId="1722492924" sldId="609"/>
            <ac:spMk id="16" creationId="{7DE16206-6F61-BEC3-0DA4-3625D631A8E6}"/>
          </ac:spMkLst>
        </pc:spChg>
      </pc:sldChg>
      <pc:sldChg chg="modSp add mod">
        <pc:chgData name="强 李" userId="cd6c7ec7188785ae" providerId="LiveId" clId="{4AB20E6F-2848-4974-B951-18355A4600C1}" dt="2024-10-12T23:43:36.919" v="417" actId="20577"/>
        <pc:sldMkLst>
          <pc:docMk/>
          <pc:sldMk cId="1283152500" sldId="610"/>
        </pc:sldMkLst>
        <pc:spChg chg="mod">
          <ac:chgData name="强 李" userId="cd6c7ec7188785ae" providerId="LiveId" clId="{4AB20E6F-2848-4974-B951-18355A4600C1}" dt="2024-10-12T23:43:36.919" v="417" actId="20577"/>
          <ac:spMkLst>
            <pc:docMk/>
            <pc:sldMk cId="1283152500" sldId="610"/>
            <ac:spMk id="2" creationId="{B47872A6-2EDA-9BFD-00E2-A90953C801F3}"/>
          </ac:spMkLst>
        </pc:spChg>
      </pc:sldChg>
      <pc:sldChg chg="add del">
        <pc:chgData name="强 李" userId="cd6c7ec7188785ae" providerId="LiveId" clId="{4AB20E6F-2848-4974-B951-18355A4600C1}" dt="2024-10-12T23:42:04.554" v="355"/>
        <pc:sldMkLst>
          <pc:docMk/>
          <pc:sldMk cId="979928206" sldId="611"/>
        </pc:sldMkLst>
      </pc:sldChg>
      <pc:sldChg chg="modSp add mod">
        <pc:chgData name="强 李" userId="cd6c7ec7188785ae" providerId="LiveId" clId="{4AB20E6F-2848-4974-B951-18355A4600C1}" dt="2024-10-12T23:44:58.693" v="453" actId="6549"/>
        <pc:sldMkLst>
          <pc:docMk/>
          <pc:sldMk cId="1793699087" sldId="611"/>
        </pc:sldMkLst>
        <pc:spChg chg="mod">
          <ac:chgData name="强 李" userId="cd6c7ec7188785ae" providerId="LiveId" clId="{4AB20E6F-2848-4974-B951-18355A4600C1}" dt="2024-10-12T23:44:58.693" v="453" actId="6549"/>
          <ac:spMkLst>
            <pc:docMk/>
            <pc:sldMk cId="1793699087" sldId="611"/>
            <ac:spMk id="2" creationId="{B557E1B5-AD9E-D0CB-EEBF-14FC0F404B64}"/>
          </ac:spMkLst>
        </pc:spChg>
      </pc:sldChg>
      <pc:sldChg chg="addSp delSp modSp add mod ord">
        <pc:chgData name="强 李" userId="cd6c7ec7188785ae" providerId="LiveId" clId="{4AB20E6F-2848-4974-B951-18355A4600C1}" dt="2024-10-12T23:50:14.733" v="712" actId="6549"/>
        <pc:sldMkLst>
          <pc:docMk/>
          <pc:sldMk cId="3072232056" sldId="612"/>
        </pc:sldMkLst>
        <pc:spChg chg="mod">
          <ac:chgData name="强 李" userId="cd6c7ec7188785ae" providerId="LiveId" clId="{4AB20E6F-2848-4974-B951-18355A4600C1}" dt="2024-10-12T23:50:14.733" v="712" actId="6549"/>
          <ac:spMkLst>
            <pc:docMk/>
            <pc:sldMk cId="3072232056" sldId="612"/>
            <ac:spMk id="2" creationId="{28E9087C-9226-10AB-F8BC-F7308C307E30}"/>
          </ac:spMkLst>
        </pc:spChg>
        <pc:spChg chg="add mod">
          <ac:chgData name="强 李" userId="cd6c7ec7188785ae" providerId="LiveId" clId="{4AB20E6F-2848-4974-B951-18355A4600C1}" dt="2024-10-12T23:46:07.206" v="468"/>
          <ac:spMkLst>
            <pc:docMk/>
            <pc:sldMk cId="3072232056" sldId="612"/>
            <ac:spMk id="3" creationId="{DD6326F1-FDD9-A2BA-D4E6-E8F713CE6F41}"/>
          </ac:spMkLst>
        </pc:spChg>
        <pc:spChg chg="del">
          <ac:chgData name="强 李" userId="cd6c7ec7188785ae" providerId="LiveId" clId="{4AB20E6F-2848-4974-B951-18355A4600C1}" dt="2024-10-12T23:46:06.900" v="467" actId="478"/>
          <ac:spMkLst>
            <pc:docMk/>
            <pc:sldMk cId="3072232056" sldId="612"/>
            <ac:spMk id="18" creationId="{9A103D3A-7C8F-D0CC-6C73-EC476B9DCAFC}"/>
          </ac:spMkLst>
        </pc:spChg>
      </pc:sldChg>
      <pc:sldChg chg="modSp add mod">
        <pc:chgData name="强 李" userId="cd6c7ec7188785ae" providerId="LiveId" clId="{4AB20E6F-2848-4974-B951-18355A4600C1}" dt="2024-10-13T00:03:12.491" v="836" actId="20577"/>
        <pc:sldMkLst>
          <pc:docMk/>
          <pc:sldMk cId="1832916219" sldId="613"/>
        </pc:sldMkLst>
        <pc:spChg chg="mod">
          <ac:chgData name="强 李" userId="cd6c7ec7188785ae" providerId="LiveId" clId="{4AB20E6F-2848-4974-B951-18355A4600C1}" dt="2024-10-13T00:03:12.491" v="836" actId="20577"/>
          <ac:spMkLst>
            <pc:docMk/>
            <pc:sldMk cId="1832916219" sldId="613"/>
            <ac:spMk id="2" creationId="{9E7E2889-1FE2-C1BE-F443-A4747B0A4400}"/>
          </ac:spMkLst>
        </pc:spChg>
        <pc:spChg chg="mod">
          <ac:chgData name="强 李" userId="cd6c7ec7188785ae" providerId="LiveId" clId="{4AB20E6F-2848-4974-B951-18355A4600C1}" dt="2024-10-12T23:45:49.633" v="466" actId="6549"/>
          <ac:spMkLst>
            <pc:docMk/>
            <pc:sldMk cId="1832916219" sldId="613"/>
            <ac:spMk id="18" creationId="{1499D7BD-5260-8CA4-B716-702E48782B70}"/>
          </ac:spMkLst>
        </pc:spChg>
      </pc:sldChg>
      <pc:sldChg chg="modSp add mod">
        <pc:chgData name="强 李" userId="cd6c7ec7188785ae" providerId="LiveId" clId="{4AB20E6F-2848-4974-B951-18355A4600C1}" dt="2024-10-13T00:05:26.909" v="951" actId="6549"/>
        <pc:sldMkLst>
          <pc:docMk/>
          <pc:sldMk cId="876084684" sldId="614"/>
        </pc:sldMkLst>
        <pc:spChg chg="mod">
          <ac:chgData name="强 李" userId="cd6c7ec7188785ae" providerId="LiveId" clId="{4AB20E6F-2848-4974-B951-18355A4600C1}" dt="2024-10-13T00:05:26.909" v="951" actId="6549"/>
          <ac:spMkLst>
            <pc:docMk/>
            <pc:sldMk cId="876084684" sldId="614"/>
            <ac:spMk id="2" creationId="{8828B4C2-31F2-AF68-B60C-316453E255AE}"/>
          </ac:spMkLst>
        </pc:spChg>
      </pc:sldChg>
      <pc:sldChg chg="modSp add mod">
        <pc:chgData name="强 李" userId="cd6c7ec7188785ae" providerId="LiveId" clId="{4AB20E6F-2848-4974-B951-18355A4600C1}" dt="2024-10-13T00:09:28.317" v="1031" actId="20577"/>
        <pc:sldMkLst>
          <pc:docMk/>
          <pc:sldMk cId="292999500" sldId="615"/>
        </pc:sldMkLst>
        <pc:spChg chg="mod">
          <ac:chgData name="强 李" userId="cd6c7ec7188785ae" providerId="LiveId" clId="{4AB20E6F-2848-4974-B951-18355A4600C1}" dt="2024-10-13T00:09:28.317" v="1031" actId="20577"/>
          <ac:spMkLst>
            <pc:docMk/>
            <pc:sldMk cId="292999500" sldId="615"/>
            <ac:spMk id="2" creationId="{676C864F-06BB-1288-B630-F1FA1D249DD1}"/>
          </ac:spMkLst>
        </pc:spChg>
        <pc:spChg chg="mod">
          <ac:chgData name="强 李" userId="cd6c7ec7188785ae" providerId="LiveId" clId="{4AB20E6F-2848-4974-B951-18355A4600C1}" dt="2024-10-13T00:06:21.826" v="976" actId="6549"/>
          <ac:spMkLst>
            <pc:docMk/>
            <pc:sldMk cId="292999500" sldId="615"/>
            <ac:spMk id="18" creationId="{FFE7E3C5-1166-3AC5-C276-9FA7E8FF7851}"/>
          </ac:spMkLst>
        </pc:spChg>
      </pc:sldChg>
      <pc:sldChg chg="modSp add del mod">
        <pc:chgData name="强 李" userId="cd6c7ec7188785ae" providerId="LiveId" clId="{4AB20E6F-2848-4974-B951-18355A4600C1}" dt="2024-10-13T00:09:57.637" v="1050" actId="47"/>
        <pc:sldMkLst>
          <pc:docMk/>
          <pc:sldMk cId="726664714" sldId="616"/>
        </pc:sldMkLst>
        <pc:spChg chg="mod">
          <ac:chgData name="强 李" userId="cd6c7ec7188785ae" providerId="LiveId" clId="{4AB20E6F-2848-4974-B951-18355A4600C1}" dt="2024-10-13T00:09:43.452" v="1046"/>
          <ac:spMkLst>
            <pc:docMk/>
            <pc:sldMk cId="726664714" sldId="616"/>
            <ac:spMk id="2" creationId="{73F8E4F1-FA51-F896-CE0A-55FFE9D07E35}"/>
          </ac:spMkLst>
        </pc:spChg>
      </pc:sldChg>
    </pc:docChg>
  </pc:docChgLst>
  <pc:docChgLst>
    <pc:chgData name="强 李" userId="cd6c7ec7188785ae" providerId="LiveId" clId="{D8AF1FA3-A15C-4469-BA9D-AFFCB1926A56}"/>
    <pc:docChg chg="undo custSel addSld delSld modSld sldOrd">
      <pc:chgData name="强 李" userId="cd6c7ec7188785ae" providerId="LiveId" clId="{D8AF1FA3-A15C-4469-BA9D-AFFCB1926A56}" dt="2023-07-29T22:36:46.709" v="3114"/>
      <pc:docMkLst>
        <pc:docMk/>
      </pc:docMkLst>
      <pc:sldChg chg="addSp delSp modSp mod ord">
        <pc:chgData name="强 李" userId="cd6c7ec7188785ae" providerId="LiveId" clId="{D8AF1FA3-A15C-4469-BA9D-AFFCB1926A56}" dt="2023-07-29T01:35:39.142" v="533" actId="1037"/>
        <pc:sldMkLst>
          <pc:docMk/>
          <pc:sldMk cId="3813767857" sldId="538"/>
        </pc:sldMkLst>
        <pc:spChg chg="mod">
          <ac:chgData name="强 李" userId="cd6c7ec7188785ae" providerId="LiveId" clId="{D8AF1FA3-A15C-4469-BA9D-AFFCB1926A56}" dt="2023-07-29T01:35:25.547" v="509"/>
          <ac:spMkLst>
            <pc:docMk/>
            <pc:sldMk cId="3813767857" sldId="538"/>
            <ac:spMk id="5" creationId="{00000000-0000-0000-0000-000000000000}"/>
          </ac:spMkLst>
        </pc:spChg>
        <pc:spChg chg="add mod">
          <ac:chgData name="强 李" userId="cd6c7ec7188785ae" providerId="LiveId" clId="{D8AF1FA3-A15C-4469-BA9D-AFFCB1926A56}" dt="2023-07-29T01:35:39.142" v="533" actId="1037"/>
          <ac:spMkLst>
            <pc:docMk/>
            <pc:sldMk cId="3813767857" sldId="538"/>
            <ac:spMk id="8" creationId="{B374C94C-C872-3511-AC0D-EF2D20228CEF}"/>
          </ac:spMkLst>
        </pc:spChg>
        <pc:spChg chg="add mod">
          <ac:chgData name="强 李" userId="cd6c7ec7188785ae" providerId="LiveId" clId="{D8AF1FA3-A15C-4469-BA9D-AFFCB1926A56}" dt="2023-07-29T01:35:39.142" v="533" actId="1037"/>
          <ac:spMkLst>
            <pc:docMk/>
            <pc:sldMk cId="3813767857" sldId="538"/>
            <ac:spMk id="10" creationId="{95EBD347-AA64-7E7D-C74C-CCE8BEC72C54}"/>
          </ac:spMkLst>
        </pc:spChg>
        <pc:spChg chg="add mod">
          <ac:chgData name="强 李" userId="cd6c7ec7188785ae" providerId="LiveId" clId="{D8AF1FA3-A15C-4469-BA9D-AFFCB1926A56}" dt="2023-07-29T01:35:39.142" v="533" actId="1037"/>
          <ac:spMkLst>
            <pc:docMk/>
            <pc:sldMk cId="3813767857" sldId="538"/>
            <ac:spMk id="12" creationId="{D3E28507-476B-B402-EFD7-BD3D8747D1C7}"/>
          </ac:spMkLst>
        </pc:spChg>
        <pc:spChg chg="add mod">
          <ac:chgData name="强 李" userId="cd6c7ec7188785ae" providerId="LiveId" clId="{D8AF1FA3-A15C-4469-BA9D-AFFCB1926A56}" dt="2023-07-29T01:35:39.142" v="533" actId="1037"/>
          <ac:spMkLst>
            <pc:docMk/>
            <pc:sldMk cId="3813767857" sldId="538"/>
            <ac:spMk id="14" creationId="{DF601F49-CE28-55CB-BA42-69838FC73280}"/>
          </ac:spMkLst>
        </pc:spChg>
        <pc:spChg chg="add del mod">
          <ac:chgData name="强 李" userId="cd6c7ec7188785ae" providerId="LiveId" clId="{D8AF1FA3-A15C-4469-BA9D-AFFCB1926A56}" dt="2023-07-29T01:33:39.171" v="492" actId="478"/>
          <ac:spMkLst>
            <pc:docMk/>
            <pc:sldMk cId="3813767857" sldId="538"/>
            <ac:spMk id="16" creationId="{DCC5009D-5795-3901-0BF3-FE700130DF41}"/>
          </ac:spMkLst>
        </pc:spChg>
        <pc:picChg chg="add mod">
          <ac:chgData name="强 李" userId="cd6c7ec7188785ae" providerId="LiveId" clId="{D8AF1FA3-A15C-4469-BA9D-AFFCB1926A56}" dt="2023-07-29T01:29:26.229" v="472" actId="1076"/>
          <ac:picMkLst>
            <pc:docMk/>
            <pc:sldMk cId="3813767857" sldId="538"/>
            <ac:picMk id="3" creationId="{9C1D11B1-F81B-5AD9-700F-83EB1E222057}"/>
          </ac:picMkLst>
        </pc:picChg>
        <pc:picChg chg="del">
          <ac:chgData name="强 李" userId="cd6c7ec7188785ae" providerId="LiveId" clId="{D8AF1FA3-A15C-4469-BA9D-AFFCB1926A56}" dt="2023-07-29T01:28:58.106" v="465" actId="478"/>
          <ac:picMkLst>
            <pc:docMk/>
            <pc:sldMk cId="3813767857" sldId="538"/>
            <ac:picMk id="6" creationId="{081A24BA-7881-FC8E-B899-CACD3C0C8414}"/>
          </ac:picMkLst>
        </pc:picChg>
      </pc:sldChg>
      <pc:sldChg chg="del">
        <pc:chgData name="强 李" userId="cd6c7ec7188785ae" providerId="LiveId" clId="{D8AF1FA3-A15C-4469-BA9D-AFFCB1926A56}" dt="2023-07-29T01:40:20.771" v="660" actId="47"/>
        <pc:sldMkLst>
          <pc:docMk/>
          <pc:sldMk cId="188333421" sldId="541"/>
        </pc:sldMkLst>
      </pc:sldChg>
      <pc:sldChg chg="del">
        <pc:chgData name="强 李" userId="cd6c7ec7188785ae" providerId="LiveId" clId="{D8AF1FA3-A15C-4469-BA9D-AFFCB1926A56}" dt="2023-07-29T01:40:20.771" v="660" actId="47"/>
        <pc:sldMkLst>
          <pc:docMk/>
          <pc:sldMk cId="3014528576" sldId="542"/>
        </pc:sldMkLst>
      </pc:sldChg>
      <pc:sldChg chg="del">
        <pc:chgData name="强 李" userId="cd6c7ec7188785ae" providerId="LiveId" clId="{D8AF1FA3-A15C-4469-BA9D-AFFCB1926A56}" dt="2023-07-29T01:40:20.771" v="660" actId="47"/>
        <pc:sldMkLst>
          <pc:docMk/>
          <pc:sldMk cId="1236072088" sldId="546"/>
        </pc:sldMkLst>
      </pc:sldChg>
      <pc:sldChg chg="del">
        <pc:chgData name="强 李" userId="cd6c7ec7188785ae" providerId="LiveId" clId="{D8AF1FA3-A15C-4469-BA9D-AFFCB1926A56}" dt="2023-07-29T01:40:20.771" v="660" actId="47"/>
        <pc:sldMkLst>
          <pc:docMk/>
          <pc:sldMk cId="2632320746" sldId="551"/>
        </pc:sldMkLst>
      </pc:sldChg>
      <pc:sldChg chg="del">
        <pc:chgData name="强 李" userId="cd6c7ec7188785ae" providerId="LiveId" clId="{D8AF1FA3-A15C-4469-BA9D-AFFCB1926A56}" dt="2023-07-29T01:40:20.771" v="660" actId="47"/>
        <pc:sldMkLst>
          <pc:docMk/>
          <pc:sldMk cId="3692116085" sldId="555"/>
        </pc:sldMkLst>
      </pc:sldChg>
      <pc:sldChg chg="del">
        <pc:chgData name="强 李" userId="cd6c7ec7188785ae" providerId="LiveId" clId="{D8AF1FA3-A15C-4469-BA9D-AFFCB1926A56}" dt="2023-07-29T01:40:20.771" v="660" actId="47"/>
        <pc:sldMkLst>
          <pc:docMk/>
          <pc:sldMk cId="1560840645" sldId="557"/>
        </pc:sldMkLst>
      </pc:sldChg>
      <pc:sldChg chg="del">
        <pc:chgData name="强 李" userId="cd6c7ec7188785ae" providerId="LiveId" clId="{D8AF1FA3-A15C-4469-BA9D-AFFCB1926A56}" dt="2023-07-29T01:40:20.771" v="660" actId="47"/>
        <pc:sldMkLst>
          <pc:docMk/>
          <pc:sldMk cId="3879874253" sldId="558"/>
        </pc:sldMkLst>
      </pc:sldChg>
      <pc:sldChg chg="del">
        <pc:chgData name="强 李" userId="cd6c7ec7188785ae" providerId="LiveId" clId="{D8AF1FA3-A15C-4469-BA9D-AFFCB1926A56}" dt="2023-07-29T01:40:20.771" v="660" actId="47"/>
        <pc:sldMkLst>
          <pc:docMk/>
          <pc:sldMk cId="158457568" sldId="561"/>
        </pc:sldMkLst>
      </pc:sldChg>
      <pc:sldChg chg="modSp add mod">
        <pc:chgData name="强 李" userId="cd6c7ec7188785ae" providerId="LiveId" clId="{D8AF1FA3-A15C-4469-BA9D-AFFCB1926A56}" dt="2023-07-29T01:16:11.494" v="430" actId="6549"/>
        <pc:sldMkLst>
          <pc:docMk/>
          <pc:sldMk cId="3703745998" sldId="562"/>
        </pc:sldMkLst>
        <pc:spChg chg="mod">
          <ac:chgData name="强 李" userId="cd6c7ec7188785ae" providerId="LiveId" clId="{D8AF1FA3-A15C-4469-BA9D-AFFCB1926A56}" dt="2023-07-29T01:16:11.494" v="430" actId="6549"/>
          <ac:spMkLst>
            <pc:docMk/>
            <pc:sldMk cId="3703745998" sldId="562"/>
            <ac:spMk id="2" creationId="{00000000-0000-0000-0000-000000000000}"/>
          </ac:spMkLst>
        </pc:spChg>
        <pc:spChg chg="mod">
          <ac:chgData name="强 李" userId="cd6c7ec7188785ae" providerId="LiveId" clId="{D8AF1FA3-A15C-4469-BA9D-AFFCB1926A56}" dt="2023-07-29T01:15:12.108" v="424"/>
          <ac:spMkLst>
            <pc:docMk/>
            <pc:sldMk cId="3703745998" sldId="562"/>
            <ac:spMk id="18" creationId="{00000000-0000-0000-0000-000000000000}"/>
          </ac:spMkLst>
        </pc:spChg>
      </pc:sldChg>
      <pc:sldChg chg="modSp add mod">
        <pc:chgData name="强 李" userId="cd6c7ec7188785ae" providerId="LiveId" clId="{D8AF1FA3-A15C-4469-BA9D-AFFCB1926A56}" dt="2023-07-29T02:12:58.949" v="1423" actId="1035"/>
        <pc:sldMkLst>
          <pc:docMk/>
          <pc:sldMk cId="377519088" sldId="563"/>
        </pc:sldMkLst>
        <pc:spChg chg="mod">
          <ac:chgData name="强 李" userId="cd6c7ec7188785ae" providerId="LiveId" clId="{D8AF1FA3-A15C-4469-BA9D-AFFCB1926A56}" dt="2023-07-29T02:12:58.949" v="1423" actId="1035"/>
          <ac:spMkLst>
            <pc:docMk/>
            <pc:sldMk cId="377519088" sldId="563"/>
            <ac:spMk id="2" creationId="{00000000-0000-0000-0000-000000000000}"/>
          </ac:spMkLst>
        </pc:spChg>
      </pc:sldChg>
      <pc:sldChg chg="modSp add mod">
        <pc:chgData name="强 李" userId="cd6c7ec7188785ae" providerId="LiveId" clId="{D8AF1FA3-A15C-4469-BA9D-AFFCB1926A56}" dt="2023-07-29T02:22:03.412" v="1680" actId="113"/>
        <pc:sldMkLst>
          <pc:docMk/>
          <pc:sldMk cId="3801954157" sldId="564"/>
        </pc:sldMkLst>
        <pc:spChg chg="mod">
          <ac:chgData name="强 李" userId="cd6c7ec7188785ae" providerId="LiveId" clId="{D8AF1FA3-A15C-4469-BA9D-AFFCB1926A56}" dt="2023-07-29T02:22:03.412" v="1680" actId="113"/>
          <ac:spMkLst>
            <pc:docMk/>
            <pc:sldMk cId="3801954157" sldId="564"/>
            <ac:spMk id="2" creationId="{00000000-0000-0000-0000-000000000000}"/>
          </ac:spMkLst>
        </pc:spChg>
      </pc:sldChg>
      <pc:sldChg chg="modSp add mod">
        <pc:chgData name="强 李" userId="cd6c7ec7188785ae" providerId="LiveId" clId="{D8AF1FA3-A15C-4469-BA9D-AFFCB1926A56}" dt="2023-07-29T02:37:30.538" v="1920" actId="207"/>
        <pc:sldMkLst>
          <pc:docMk/>
          <pc:sldMk cId="2258895756" sldId="565"/>
        </pc:sldMkLst>
        <pc:spChg chg="mod">
          <ac:chgData name="强 李" userId="cd6c7ec7188785ae" providerId="LiveId" clId="{D8AF1FA3-A15C-4469-BA9D-AFFCB1926A56}" dt="2023-07-29T02:37:30.538" v="1920" actId="207"/>
          <ac:spMkLst>
            <pc:docMk/>
            <pc:sldMk cId="2258895756" sldId="565"/>
            <ac:spMk id="2" creationId="{00000000-0000-0000-0000-000000000000}"/>
          </ac:spMkLst>
        </pc:spChg>
        <pc:spChg chg="mod">
          <ac:chgData name="强 李" userId="cd6c7ec7188785ae" providerId="LiveId" clId="{D8AF1FA3-A15C-4469-BA9D-AFFCB1926A56}" dt="2023-07-29T01:59:08.868" v="1083"/>
          <ac:spMkLst>
            <pc:docMk/>
            <pc:sldMk cId="2258895756" sldId="565"/>
            <ac:spMk id="18" creationId="{00000000-0000-0000-0000-000000000000}"/>
          </ac:spMkLst>
        </pc:spChg>
      </pc:sldChg>
      <pc:sldChg chg="modSp add mod">
        <pc:chgData name="强 李" userId="cd6c7ec7188785ae" providerId="LiveId" clId="{D8AF1FA3-A15C-4469-BA9D-AFFCB1926A56}" dt="2023-07-29T02:36:54.234" v="1916"/>
        <pc:sldMkLst>
          <pc:docMk/>
          <pc:sldMk cId="2967047043" sldId="566"/>
        </pc:sldMkLst>
        <pc:spChg chg="mod">
          <ac:chgData name="强 李" userId="cd6c7ec7188785ae" providerId="LiveId" clId="{D8AF1FA3-A15C-4469-BA9D-AFFCB1926A56}" dt="2023-07-29T02:36:54.234" v="1916"/>
          <ac:spMkLst>
            <pc:docMk/>
            <pc:sldMk cId="2967047043" sldId="566"/>
            <ac:spMk id="2" creationId="{00000000-0000-0000-0000-000000000000}"/>
          </ac:spMkLst>
        </pc:spChg>
        <pc:spChg chg="mod">
          <ac:chgData name="强 李" userId="cd6c7ec7188785ae" providerId="LiveId" clId="{D8AF1FA3-A15C-4469-BA9D-AFFCB1926A56}" dt="2023-07-29T02:00:12.484" v="1106"/>
          <ac:spMkLst>
            <pc:docMk/>
            <pc:sldMk cId="2967047043" sldId="566"/>
            <ac:spMk id="18" creationId="{00000000-0000-0000-0000-000000000000}"/>
          </ac:spMkLst>
        </pc:spChg>
      </pc:sldChg>
      <pc:sldChg chg="modSp add mod">
        <pc:chgData name="强 李" userId="cd6c7ec7188785ae" providerId="LiveId" clId="{D8AF1FA3-A15C-4469-BA9D-AFFCB1926A56}" dt="2023-07-29T02:37:36.342" v="1921" actId="207"/>
        <pc:sldMkLst>
          <pc:docMk/>
          <pc:sldMk cId="3236022374" sldId="567"/>
        </pc:sldMkLst>
        <pc:spChg chg="mod">
          <ac:chgData name="强 李" userId="cd6c7ec7188785ae" providerId="LiveId" clId="{D8AF1FA3-A15C-4469-BA9D-AFFCB1926A56}" dt="2023-07-29T02:37:36.342" v="1921" actId="207"/>
          <ac:spMkLst>
            <pc:docMk/>
            <pc:sldMk cId="3236022374" sldId="567"/>
            <ac:spMk id="2" creationId="{00000000-0000-0000-0000-000000000000}"/>
          </ac:spMkLst>
        </pc:spChg>
      </pc:sldChg>
      <pc:sldChg chg="addSp delSp modSp add mod setBg">
        <pc:chgData name="强 李" userId="cd6c7ec7188785ae" providerId="LiveId" clId="{D8AF1FA3-A15C-4469-BA9D-AFFCB1926A56}" dt="2023-07-29T05:07:35.510" v="3106" actId="6549"/>
        <pc:sldMkLst>
          <pc:docMk/>
          <pc:sldMk cId="281334666" sldId="568"/>
        </pc:sldMkLst>
        <pc:spChg chg="mod ord">
          <ac:chgData name="强 李" userId="cd6c7ec7188785ae" providerId="LiveId" clId="{D8AF1FA3-A15C-4469-BA9D-AFFCB1926A56}" dt="2023-07-29T02:33:33.098" v="1851" actId="14100"/>
          <ac:spMkLst>
            <pc:docMk/>
            <pc:sldMk cId="281334666" sldId="568"/>
            <ac:spMk id="2" creationId="{00000000-0000-0000-0000-000000000000}"/>
          </ac:spMkLst>
        </pc:spChg>
        <pc:spChg chg="add mod">
          <ac:chgData name="强 李" userId="cd6c7ec7188785ae" providerId="LiveId" clId="{D8AF1FA3-A15C-4469-BA9D-AFFCB1926A56}" dt="2023-07-29T05:07:29.040" v="3105"/>
          <ac:spMkLst>
            <pc:docMk/>
            <pc:sldMk cId="281334666" sldId="568"/>
            <ac:spMk id="4" creationId="{CC335C20-388B-F120-9503-2E05FBEE5326}"/>
          </ac:spMkLst>
        </pc:spChg>
        <pc:spChg chg="mod">
          <ac:chgData name="强 李" userId="cd6c7ec7188785ae" providerId="LiveId" clId="{D8AF1FA3-A15C-4469-BA9D-AFFCB1926A56}" dt="2023-07-29T05:07:35.510" v="3106" actId="6549"/>
          <ac:spMkLst>
            <pc:docMk/>
            <pc:sldMk cId="281334666" sldId="568"/>
            <ac:spMk id="18" creationId="{00000000-0000-0000-0000-000000000000}"/>
          </ac:spMkLst>
        </pc:spChg>
        <pc:spChg chg="add del">
          <ac:chgData name="强 李" userId="cd6c7ec7188785ae" providerId="LiveId" clId="{D8AF1FA3-A15C-4469-BA9D-AFFCB1926A56}" dt="2023-07-29T02:32:39.784" v="1837" actId="26606"/>
          <ac:spMkLst>
            <pc:docMk/>
            <pc:sldMk cId="281334666" sldId="568"/>
            <ac:spMk id="23" creationId="{0E3596DD-156A-473E-9BB3-C6A29F7574E9}"/>
          </ac:spMkLst>
        </pc:spChg>
        <pc:spChg chg="add del">
          <ac:chgData name="强 李" userId="cd6c7ec7188785ae" providerId="LiveId" clId="{D8AF1FA3-A15C-4469-BA9D-AFFCB1926A56}" dt="2023-07-29T02:32:39.784" v="1837" actId="26606"/>
          <ac:spMkLst>
            <pc:docMk/>
            <pc:sldMk cId="281334666" sldId="568"/>
            <ac:spMk id="25" creationId="{2C46C4D6-C474-4E92-B52E-944C1118F7B6}"/>
          </ac:spMkLst>
        </pc:spChg>
        <pc:spChg chg="add del">
          <ac:chgData name="强 李" userId="cd6c7ec7188785ae" providerId="LiveId" clId="{D8AF1FA3-A15C-4469-BA9D-AFFCB1926A56}" dt="2023-07-29T02:32:41.122" v="1839" actId="26606"/>
          <ac:spMkLst>
            <pc:docMk/>
            <pc:sldMk cId="281334666" sldId="568"/>
            <ac:spMk id="28" creationId="{A2679492-7988-4050-9056-542444452411}"/>
          </ac:spMkLst>
        </pc:spChg>
        <pc:spChg chg="add del">
          <ac:chgData name="强 李" userId="cd6c7ec7188785ae" providerId="LiveId" clId="{D8AF1FA3-A15C-4469-BA9D-AFFCB1926A56}" dt="2023-07-29T02:32:41.122" v="1839" actId="26606"/>
          <ac:spMkLst>
            <pc:docMk/>
            <pc:sldMk cId="281334666" sldId="568"/>
            <ac:spMk id="29" creationId="{B091B163-7D61-4891-ABCF-5C13D9C418D0}"/>
          </ac:spMkLst>
        </pc:spChg>
        <pc:spChg chg="add del">
          <ac:chgData name="强 李" userId="cd6c7ec7188785ae" providerId="LiveId" clId="{D8AF1FA3-A15C-4469-BA9D-AFFCB1926A56}" dt="2023-07-29T02:32:42.204" v="1841" actId="26606"/>
          <ac:spMkLst>
            <pc:docMk/>
            <pc:sldMk cId="281334666" sldId="568"/>
            <ac:spMk id="31" creationId="{2B97F24A-32CE-4C1C-A50D-3016B394DCFB}"/>
          </ac:spMkLst>
        </pc:spChg>
        <pc:spChg chg="add del">
          <ac:chgData name="强 李" userId="cd6c7ec7188785ae" providerId="LiveId" clId="{D8AF1FA3-A15C-4469-BA9D-AFFCB1926A56}" dt="2023-07-29T02:32:42.204" v="1841" actId="26606"/>
          <ac:spMkLst>
            <pc:docMk/>
            <pc:sldMk cId="281334666" sldId="568"/>
            <ac:spMk id="32" creationId="{CD8B4F24-440B-49E9-B85D-733523DC064B}"/>
          </ac:spMkLst>
        </pc:spChg>
        <pc:spChg chg="add del">
          <ac:chgData name="强 李" userId="cd6c7ec7188785ae" providerId="LiveId" clId="{D8AF1FA3-A15C-4469-BA9D-AFFCB1926A56}" dt="2023-07-29T02:32:44.285" v="1843" actId="26606"/>
          <ac:spMkLst>
            <pc:docMk/>
            <pc:sldMk cId="281334666" sldId="568"/>
            <ac:spMk id="34" creationId="{2EB492CD-616E-47F8-933B-5E2D952A0593}"/>
          </ac:spMkLst>
        </pc:spChg>
        <pc:spChg chg="add del">
          <ac:chgData name="强 李" userId="cd6c7ec7188785ae" providerId="LiveId" clId="{D8AF1FA3-A15C-4469-BA9D-AFFCB1926A56}" dt="2023-07-29T02:32:44.285" v="1843" actId="26606"/>
          <ac:spMkLst>
            <pc:docMk/>
            <pc:sldMk cId="281334666" sldId="568"/>
            <ac:spMk id="35" creationId="{59383CF9-23B5-4335-9B21-1791C4CF1C75}"/>
          </ac:spMkLst>
        </pc:spChg>
        <pc:spChg chg="add del">
          <ac:chgData name="强 李" userId="cd6c7ec7188785ae" providerId="LiveId" clId="{D8AF1FA3-A15C-4469-BA9D-AFFCB1926A56}" dt="2023-07-29T02:32:44.285" v="1843" actId="26606"/>
          <ac:spMkLst>
            <pc:docMk/>
            <pc:sldMk cId="281334666" sldId="568"/>
            <ac:spMk id="36" creationId="{0007FE00-9498-4706-B255-6437B0252C02}"/>
          </ac:spMkLst>
        </pc:spChg>
        <pc:spChg chg="add del">
          <ac:chgData name="强 李" userId="cd6c7ec7188785ae" providerId="LiveId" clId="{D8AF1FA3-A15C-4469-BA9D-AFFCB1926A56}" dt="2023-07-29T02:32:47.910" v="1845" actId="26606"/>
          <ac:spMkLst>
            <pc:docMk/>
            <pc:sldMk cId="281334666" sldId="568"/>
            <ac:spMk id="38" creationId="{743AA782-23D1-4521-8CAD-47662984AA08}"/>
          </ac:spMkLst>
        </pc:spChg>
        <pc:spChg chg="add del">
          <ac:chgData name="强 李" userId="cd6c7ec7188785ae" providerId="LiveId" clId="{D8AF1FA3-A15C-4469-BA9D-AFFCB1926A56}" dt="2023-07-29T02:32:47.910" v="1845" actId="26606"/>
          <ac:spMkLst>
            <pc:docMk/>
            <pc:sldMk cId="281334666" sldId="568"/>
            <ac:spMk id="39" creationId="{71877DBC-BB60-40F0-AC93-2ACDBAAE60CE}"/>
          </ac:spMkLst>
        </pc:spChg>
        <pc:picChg chg="add mod">
          <ac:chgData name="强 李" userId="cd6c7ec7188785ae" providerId="LiveId" clId="{D8AF1FA3-A15C-4469-BA9D-AFFCB1926A56}" dt="2023-07-29T02:32:47.914" v="1846" actId="26606"/>
          <ac:picMkLst>
            <pc:docMk/>
            <pc:sldMk cId="281334666" sldId="568"/>
            <ac:picMk id="3" creationId="{D4545395-AC25-66C9-5BB7-B74CB411FAF6}"/>
          </ac:picMkLst>
        </pc:picChg>
        <pc:cxnChg chg="add del">
          <ac:chgData name="强 李" userId="cd6c7ec7188785ae" providerId="LiveId" clId="{D8AF1FA3-A15C-4469-BA9D-AFFCB1926A56}" dt="2023-07-29T02:32:41.122" v="1839" actId="26606"/>
          <ac:cxnSpMkLst>
            <pc:docMk/>
            <pc:sldMk cId="281334666" sldId="568"/>
            <ac:cxnSpMk id="27" creationId="{C49DA8F6-BCC1-4447-B54C-57856834B94B}"/>
          </ac:cxnSpMkLst>
        </pc:cxnChg>
        <pc:cxnChg chg="add">
          <ac:chgData name="强 李" userId="cd6c7ec7188785ae" providerId="LiveId" clId="{D8AF1FA3-A15C-4469-BA9D-AFFCB1926A56}" dt="2023-07-29T02:32:47.914" v="1846" actId="26606"/>
          <ac:cxnSpMkLst>
            <pc:docMk/>
            <pc:sldMk cId="281334666" sldId="568"/>
            <ac:cxnSpMk id="41" creationId="{1503BFE4-729B-D9D0-C17B-501E6AF1127A}"/>
          </ac:cxnSpMkLst>
        </pc:cxnChg>
      </pc:sldChg>
      <pc:sldChg chg="modSp add mod">
        <pc:chgData name="强 李" userId="cd6c7ec7188785ae" providerId="LiveId" clId="{D8AF1FA3-A15C-4469-BA9D-AFFCB1926A56}" dt="2023-07-29T02:44:40.569" v="2172"/>
        <pc:sldMkLst>
          <pc:docMk/>
          <pc:sldMk cId="4016849052" sldId="569"/>
        </pc:sldMkLst>
        <pc:spChg chg="mod">
          <ac:chgData name="强 李" userId="cd6c7ec7188785ae" providerId="LiveId" clId="{D8AF1FA3-A15C-4469-BA9D-AFFCB1926A56}" dt="2023-07-29T02:44:40.569" v="2172"/>
          <ac:spMkLst>
            <pc:docMk/>
            <pc:sldMk cId="4016849052" sldId="569"/>
            <ac:spMk id="2" creationId="{00000000-0000-0000-0000-000000000000}"/>
          </ac:spMkLst>
        </pc:spChg>
      </pc:sldChg>
      <pc:sldChg chg="modSp add mod">
        <pc:chgData name="强 李" userId="cd6c7ec7188785ae" providerId="LiveId" clId="{D8AF1FA3-A15C-4469-BA9D-AFFCB1926A56}" dt="2023-07-29T05:01:38.704" v="2925"/>
        <pc:sldMkLst>
          <pc:docMk/>
          <pc:sldMk cId="2942047470" sldId="570"/>
        </pc:sldMkLst>
        <pc:spChg chg="mod">
          <ac:chgData name="强 李" userId="cd6c7ec7188785ae" providerId="LiveId" clId="{D8AF1FA3-A15C-4469-BA9D-AFFCB1926A56}" dt="2023-07-29T05:01:38.704" v="2925"/>
          <ac:spMkLst>
            <pc:docMk/>
            <pc:sldMk cId="2942047470" sldId="570"/>
            <ac:spMk id="2" creationId="{00000000-0000-0000-0000-000000000000}"/>
          </ac:spMkLst>
        </pc:spChg>
      </pc:sldChg>
      <pc:sldChg chg="add del">
        <pc:chgData name="强 李" userId="cd6c7ec7188785ae" providerId="LiveId" clId="{D8AF1FA3-A15C-4469-BA9D-AFFCB1926A56}" dt="2023-07-29T02:47:39.464" v="2232" actId="47"/>
        <pc:sldMkLst>
          <pc:docMk/>
          <pc:sldMk cId="1503566936" sldId="571"/>
        </pc:sldMkLst>
      </pc:sldChg>
      <pc:sldChg chg="modSp add mod">
        <pc:chgData name="强 李" userId="cd6c7ec7188785ae" providerId="LiveId" clId="{D8AF1FA3-A15C-4469-BA9D-AFFCB1926A56}" dt="2023-07-29T04:52:02.797" v="2654" actId="113"/>
        <pc:sldMkLst>
          <pc:docMk/>
          <pc:sldMk cId="3443116219" sldId="572"/>
        </pc:sldMkLst>
        <pc:spChg chg="mod">
          <ac:chgData name="强 李" userId="cd6c7ec7188785ae" providerId="LiveId" clId="{D8AF1FA3-A15C-4469-BA9D-AFFCB1926A56}" dt="2023-07-29T04:52:02.797" v="2654" actId="113"/>
          <ac:spMkLst>
            <pc:docMk/>
            <pc:sldMk cId="3443116219" sldId="572"/>
            <ac:spMk id="2" creationId="{00000000-0000-0000-0000-000000000000}"/>
          </ac:spMkLst>
        </pc:spChg>
      </pc:sldChg>
    </pc:docChg>
  </pc:docChgLst>
  <pc:docChgLst>
    <pc:chgData name="强 李" userId="cd6c7ec7188785ae" providerId="LiveId" clId="{1FDC375D-313A-463B-9367-FB4EBD5D56AE}"/>
    <pc:docChg chg="undo custSel addSld delSld modSld sldOrd">
      <pc:chgData name="强 李" userId="cd6c7ec7188785ae" providerId="LiveId" clId="{1FDC375D-313A-463B-9367-FB4EBD5D56AE}" dt="2023-08-26T22:43:00.917" v="2972"/>
      <pc:docMkLst>
        <pc:docMk/>
      </pc:docMkLst>
      <pc:sldChg chg="modSp mod">
        <pc:chgData name="强 李" userId="cd6c7ec7188785ae" providerId="LiveId" clId="{1FDC375D-313A-463B-9367-FB4EBD5D56AE}" dt="2023-08-26T20:05:23.464" v="33" actId="404"/>
        <pc:sldMkLst>
          <pc:docMk/>
          <pc:sldMk cId="0" sldId="425"/>
        </pc:sldMkLst>
        <pc:spChg chg="mod">
          <ac:chgData name="强 李" userId="cd6c7ec7188785ae" providerId="LiveId" clId="{1FDC375D-313A-463B-9367-FB4EBD5D56AE}" dt="2023-08-26T20:03:50.932" v="21" actId="20577"/>
          <ac:spMkLst>
            <pc:docMk/>
            <pc:sldMk cId="0" sldId="425"/>
            <ac:spMk id="18" creationId="{00000000-0000-0000-0000-000000000000}"/>
          </ac:spMkLst>
        </pc:spChg>
        <pc:graphicFrameChg chg="mod modGraphic">
          <ac:chgData name="强 李" userId="cd6c7ec7188785ae" providerId="LiveId" clId="{1FDC375D-313A-463B-9367-FB4EBD5D56AE}" dt="2023-08-26T20:05:23.464" v="33" actId="404"/>
          <ac:graphicFrameMkLst>
            <pc:docMk/>
            <pc:sldMk cId="0" sldId="425"/>
            <ac:graphicFrameMk id="5" creationId="{6AB369E9-7320-DE30-3AFD-31DAAE20458E}"/>
          </ac:graphicFrameMkLst>
        </pc:graphicFrameChg>
      </pc:sldChg>
      <pc:sldChg chg="del">
        <pc:chgData name="强 李" userId="cd6c7ec7188785ae" providerId="LiveId" clId="{1FDC375D-313A-463B-9367-FB4EBD5D56AE}" dt="2023-08-26T20:44:35.865" v="458" actId="47"/>
        <pc:sldMkLst>
          <pc:docMk/>
          <pc:sldMk cId="3813767857" sldId="538"/>
        </pc:sldMkLst>
      </pc:sldChg>
      <pc:sldChg chg="modSp mod">
        <pc:chgData name="强 李" userId="cd6c7ec7188785ae" providerId="LiveId" clId="{1FDC375D-313A-463B-9367-FB4EBD5D56AE}" dt="2023-08-26T22:43:00.917" v="2972"/>
        <pc:sldMkLst>
          <pc:docMk/>
          <pc:sldMk cId="1242525785" sldId="543"/>
        </pc:sldMkLst>
        <pc:spChg chg="mod">
          <ac:chgData name="强 李" userId="cd6c7ec7188785ae" providerId="LiveId" clId="{1FDC375D-313A-463B-9367-FB4EBD5D56AE}" dt="2023-08-26T22:43:00.917" v="2972"/>
          <ac:spMkLst>
            <pc:docMk/>
            <pc:sldMk cId="1242525785" sldId="543"/>
            <ac:spMk id="2" creationId="{00000000-0000-0000-0000-000000000000}"/>
          </ac:spMkLst>
        </pc:spChg>
      </pc:sldChg>
      <pc:sldChg chg="modSp mod">
        <pc:chgData name="强 李" userId="cd6c7ec7188785ae" providerId="LiveId" clId="{1FDC375D-313A-463B-9367-FB4EBD5D56AE}" dt="2023-08-26T22:42:45.026" v="2964" actId="20577"/>
        <pc:sldMkLst>
          <pc:docMk/>
          <pc:sldMk cId="419382719" sldId="552"/>
        </pc:sldMkLst>
        <pc:spChg chg="mod">
          <ac:chgData name="强 李" userId="cd6c7ec7188785ae" providerId="LiveId" clId="{1FDC375D-313A-463B-9367-FB4EBD5D56AE}" dt="2023-08-26T22:42:45.026" v="2964" actId="20577"/>
          <ac:spMkLst>
            <pc:docMk/>
            <pc:sldMk cId="419382719" sldId="552"/>
            <ac:spMk id="2" creationId="{00000000-0000-0000-0000-000000000000}"/>
          </ac:spMkLst>
        </pc:spChg>
      </pc:sldChg>
      <pc:sldChg chg="modSp mod ord">
        <pc:chgData name="强 李" userId="cd6c7ec7188785ae" providerId="LiveId" clId="{1FDC375D-313A-463B-9367-FB4EBD5D56AE}" dt="2023-08-26T21:23:16.716" v="933" actId="404"/>
        <pc:sldMkLst>
          <pc:docMk/>
          <pc:sldMk cId="530530540" sldId="553"/>
        </pc:sldMkLst>
        <pc:spChg chg="mod">
          <ac:chgData name="强 李" userId="cd6c7ec7188785ae" providerId="LiveId" clId="{1FDC375D-313A-463B-9367-FB4EBD5D56AE}" dt="2023-08-26T21:23:16.716" v="933" actId="404"/>
          <ac:spMkLst>
            <pc:docMk/>
            <pc:sldMk cId="530530540" sldId="553"/>
            <ac:spMk id="2" creationId="{00000000-0000-0000-0000-000000000000}"/>
          </ac:spMkLst>
        </pc:spChg>
        <pc:spChg chg="mod">
          <ac:chgData name="强 李" userId="cd6c7ec7188785ae" providerId="LiveId" clId="{1FDC375D-313A-463B-9367-FB4EBD5D56AE}" dt="2023-08-26T20:48:43.084" v="497"/>
          <ac:spMkLst>
            <pc:docMk/>
            <pc:sldMk cId="530530540" sldId="553"/>
            <ac:spMk id="18" creationId="{00000000-0000-0000-0000-000000000000}"/>
          </ac:spMkLst>
        </pc:spChg>
      </pc:sldChg>
      <pc:sldChg chg="modSp mod ord">
        <pc:chgData name="强 李" userId="cd6c7ec7188785ae" providerId="LiveId" clId="{1FDC375D-313A-463B-9367-FB4EBD5D56AE}" dt="2023-08-26T20:47:55.954" v="495" actId="207"/>
        <pc:sldMkLst>
          <pc:docMk/>
          <pc:sldMk cId="3418790839" sldId="554"/>
        </pc:sldMkLst>
        <pc:spChg chg="mod">
          <ac:chgData name="强 李" userId="cd6c7ec7188785ae" providerId="LiveId" clId="{1FDC375D-313A-463B-9367-FB4EBD5D56AE}" dt="2023-08-26T20:46:04.661" v="471" actId="14100"/>
          <ac:spMkLst>
            <pc:docMk/>
            <pc:sldMk cId="3418790839" sldId="554"/>
            <ac:spMk id="2" creationId="{00000000-0000-0000-0000-000000000000}"/>
          </ac:spMkLst>
        </pc:spChg>
        <pc:spChg chg="mod">
          <ac:chgData name="强 李" userId="cd6c7ec7188785ae" providerId="LiveId" clId="{1FDC375D-313A-463B-9367-FB4EBD5D56AE}" dt="2023-08-26T20:47:36.165" v="493" actId="20577"/>
          <ac:spMkLst>
            <pc:docMk/>
            <pc:sldMk cId="3418790839" sldId="554"/>
            <ac:spMk id="9" creationId="{1F5B6856-AF8A-4085-2AF6-D259C7449B9E}"/>
          </ac:spMkLst>
        </pc:spChg>
        <pc:spChg chg="mod">
          <ac:chgData name="强 李" userId="cd6c7ec7188785ae" providerId="LiveId" clId="{1FDC375D-313A-463B-9367-FB4EBD5D56AE}" dt="2023-08-26T20:47:55.954" v="495" actId="207"/>
          <ac:spMkLst>
            <pc:docMk/>
            <pc:sldMk cId="3418790839" sldId="554"/>
            <ac:spMk id="11" creationId="{3CAB36DD-1A23-5A1B-C9B0-3F43FAF7A79F}"/>
          </ac:spMkLst>
        </pc:spChg>
        <pc:spChg chg="mod">
          <ac:chgData name="强 李" userId="cd6c7ec7188785ae" providerId="LiveId" clId="{1FDC375D-313A-463B-9367-FB4EBD5D56AE}" dt="2023-08-26T20:46:42.875" v="477" actId="113"/>
          <ac:spMkLst>
            <pc:docMk/>
            <pc:sldMk cId="3418790839" sldId="554"/>
            <ac:spMk id="13" creationId="{7DAB6BBF-A107-5EDA-C988-F2FCC0FA4ADA}"/>
          </ac:spMkLst>
        </pc:spChg>
        <pc:grpChg chg="mod">
          <ac:chgData name="强 李" userId="cd6c7ec7188785ae" providerId="LiveId" clId="{1FDC375D-313A-463B-9367-FB4EBD5D56AE}" dt="2023-08-26T20:47:03.188" v="482" actId="14100"/>
          <ac:grpSpMkLst>
            <pc:docMk/>
            <pc:sldMk cId="3418790839" sldId="554"/>
            <ac:grpSpMk id="7" creationId="{4910B73A-3062-7867-777F-E107D91F1F13}"/>
          </ac:grpSpMkLst>
        </pc:grpChg>
      </pc:sldChg>
      <pc:sldChg chg="modSp mod">
        <pc:chgData name="强 李" userId="cd6c7ec7188785ae" providerId="LiveId" clId="{1FDC375D-313A-463B-9367-FB4EBD5D56AE}" dt="2023-08-26T20:03:39.245" v="14" actId="20577"/>
        <pc:sldMkLst>
          <pc:docMk/>
          <pc:sldMk cId="1911491714" sldId="560"/>
        </pc:sldMkLst>
        <pc:spChg chg="mod">
          <ac:chgData name="强 李" userId="cd6c7ec7188785ae" providerId="LiveId" clId="{1FDC375D-313A-463B-9367-FB4EBD5D56AE}" dt="2023-08-26T20:03:28.743" v="7" actId="14100"/>
          <ac:spMkLst>
            <pc:docMk/>
            <pc:sldMk cId="1911491714" sldId="560"/>
            <ac:spMk id="4" creationId="{00000000-0000-0000-0000-000000000000}"/>
          </ac:spMkLst>
        </pc:spChg>
        <pc:spChg chg="mod">
          <ac:chgData name="强 李" userId="cd6c7ec7188785ae" providerId="LiveId" clId="{1FDC375D-313A-463B-9367-FB4EBD5D56AE}" dt="2023-08-26T20:03:39.245" v="14" actId="20577"/>
          <ac:spMkLst>
            <pc:docMk/>
            <pc:sldMk cId="1911491714" sldId="560"/>
            <ac:spMk id="5" creationId="{00000000-0000-0000-0000-000000000000}"/>
          </ac:spMkLst>
        </pc:spChg>
      </pc:sldChg>
      <pc:sldChg chg="del">
        <pc:chgData name="强 李" userId="cd6c7ec7188785ae" providerId="LiveId" clId="{1FDC375D-313A-463B-9367-FB4EBD5D56AE}" dt="2023-08-26T20:44:35.098" v="457" actId="47"/>
        <pc:sldMkLst>
          <pc:docMk/>
          <pc:sldMk cId="3703745998" sldId="562"/>
        </pc:sldMkLst>
      </pc:sldChg>
      <pc:sldChg chg="modSp mod">
        <pc:chgData name="强 李" userId="cd6c7ec7188785ae" providerId="LiveId" clId="{1FDC375D-313A-463B-9367-FB4EBD5D56AE}" dt="2023-08-26T21:40:00.831" v="1377" actId="113"/>
        <pc:sldMkLst>
          <pc:docMk/>
          <pc:sldMk cId="377519088" sldId="563"/>
        </pc:sldMkLst>
        <pc:spChg chg="mod">
          <ac:chgData name="强 李" userId="cd6c7ec7188785ae" providerId="LiveId" clId="{1FDC375D-313A-463B-9367-FB4EBD5D56AE}" dt="2023-08-26T21:40:00.831" v="1377" actId="113"/>
          <ac:spMkLst>
            <pc:docMk/>
            <pc:sldMk cId="377519088" sldId="563"/>
            <ac:spMk id="2" creationId="{00000000-0000-0000-0000-000000000000}"/>
          </ac:spMkLst>
        </pc:spChg>
        <pc:spChg chg="mod">
          <ac:chgData name="强 李" userId="cd6c7ec7188785ae" providerId="LiveId" clId="{1FDC375D-313A-463B-9367-FB4EBD5D56AE}" dt="2023-08-26T21:35:42.888" v="1260" actId="14100"/>
          <ac:spMkLst>
            <pc:docMk/>
            <pc:sldMk cId="377519088" sldId="563"/>
            <ac:spMk id="18" creationId="{00000000-0000-0000-0000-000000000000}"/>
          </ac:spMkLst>
        </pc:spChg>
      </pc:sldChg>
      <pc:sldChg chg="del">
        <pc:chgData name="强 李" userId="cd6c7ec7188785ae" providerId="LiveId" clId="{1FDC375D-313A-463B-9367-FB4EBD5D56AE}" dt="2023-08-26T21:40:17.791" v="1378" actId="47"/>
        <pc:sldMkLst>
          <pc:docMk/>
          <pc:sldMk cId="3801954157" sldId="564"/>
        </pc:sldMkLst>
      </pc:sldChg>
      <pc:sldChg chg="del">
        <pc:chgData name="强 李" userId="cd6c7ec7188785ae" providerId="LiveId" clId="{1FDC375D-313A-463B-9367-FB4EBD5D56AE}" dt="2023-08-26T21:40:17.791" v="1378" actId="47"/>
        <pc:sldMkLst>
          <pc:docMk/>
          <pc:sldMk cId="2258895756" sldId="565"/>
        </pc:sldMkLst>
      </pc:sldChg>
      <pc:sldChg chg="del">
        <pc:chgData name="强 李" userId="cd6c7ec7188785ae" providerId="LiveId" clId="{1FDC375D-313A-463B-9367-FB4EBD5D56AE}" dt="2023-08-26T21:40:17.791" v="1378" actId="47"/>
        <pc:sldMkLst>
          <pc:docMk/>
          <pc:sldMk cId="2967047043" sldId="566"/>
        </pc:sldMkLst>
      </pc:sldChg>
      <pc:sldChg chg="del">
        <pc:chgData name="强 李" userId="cd6c7ec7188785ae" providerId="LiveId" clId="{1FDC375D-313A-463B-9367-FB4EBD5D56AE}" dt="2023-08-26T21:40:17.791" v="1378" actId="47"/>
        <pc:sldMkLst>
          <pc:docMk/>
          <pc:sldMk cId="3236022374" sldId="567"/>
        </pc:sldMkLst>
      </pc:sldChg>
      <pc:sldChg chg="del">
        <pc:chgData name="强 李" userId="cd6c7ec7188785ae" providerId="LiveId" clId="{1FDC375D-313A-463B-9367-FB4EBD5D56AE}" dt="2023-08-26T21:40:17.791" v="1378" actId="47"/>
        <pc:sldMkLst>
          <pc:docMk/>
          <pc:sldMk cId="281334666" sldId="568"/>
        </pc:sldMkLst>
      </pc:sldChg>
      <pc:sldChg chg="del">
        <pc:chgData name="强 李" userId="cd6c7ec7188785ae" providerId="LiveId" clId="{1FDC375D-313A-463B-9367-FB4EBD5D56AE}" dt="2023-08-26T21:40:17.791" v="1378" actId="47"/>
        <pc:sldMkLst>
          <pc:docMk/>
          <pc:sldMk cId="4016849052" sldId="569"/>
        </pc:sldMkLst>
      </pc:sldChg>
      <pc:sldChg chg="del">
        <pc:chgData name="强 李" userId="cd6c7ec7188785ae" providerId="LiveId" clId="{1FDC375D-313A-463B-9367-FB4EBD5D56AE}" dt="2023-08-26T21:40:17.791" v="1378" actId="47"/>
        <pc:sldMkLst>
          <pc:docMk/>
          <pc:sldMk cId="2942047470" sldId="570"/>
        </pc:sldMkLst>
      </pc:sldChg>
      <pc:sldChg chg="del">
        <pc:chgData name="强 李" userId="cd6c7ec7188785ae" providerId="LiveId" clId="{1FDC375D-313A-463B-9367-FB4EBD5D56AE}" dt="2023-08-26T21:40:17.791" v="1378" actId="47"/>
        <pc:sldMkLst>
          <pc:docMk/>
          <pc:sldMk cId="3443116219" sldId="572"/>
        </pc:sldMkLst>
      </pc:sldChg>
      <pc:sldChg chg="addSp modSp add mod ord">
        <pc:chgData name="强 李" userId="cd6c7ec7188785ae" providerId="LiveId" clId="{1FDC375D-313A-463B-9367-FB4EBD5D56AE}" dt="2023-08-26T21:16:51.231" v="833" actId="1036"/>
        <pc:sldMkLst>
          <pc:docMk/>
          <pc:sldMk cId="2582865884" sldId="573"/>
        </pc:sldMkLst>
        <pc:spChg chg="mod">
          <ac:chgData name="强 李" userId="cd6c7ec7188785ae" providerId="LiveId" clId="{1FDC375D-313A-463B-9367-FB4EBD5D56AE}" dt="2023-08-26T21:16:32.249" v="811" actId="113"/>
          <ac:spMkLst>
            <pc:docMk/>
            <pc:sldMk cId="2582865884" sldId="573"/>
            <ac:spMk id="2" creationId="{00000000-0000-0000-0000-000000000000}"/>
          </ac:spMkLst>
        </pc:spChg>
        <pc:spChg chg="mod">
          <ac:chgData name="强 李" userId="cd6c7ec7188785ae" providerId="LiveId" clId="{1FDC375D-313A-463B-9367-FB4EBD5D56AE}" dt="2023-08-26T21:16:51.231" v="833" actId="1036"/>
          <ac:spMkLst>
            <pc:docMk/>
            <pc:sldMk cId="2582865884" sldId="573"/>
            <ac:spMk id="18" creationId="{00000000-0000-0000-0000-000000000000}"/>
          </ac:spMkLst>
        </pc:spChg>
        <pc:picChg chg="add mod">
          <ac:chgData name="强 李" userId="cd6c7ec7188785ae" providerId="LiveId" clId="{1FDC375D-313A-463B-9367-FB4EBD5D56AE}" dt="2023-08-26T21:16:13.558" v="809" actId="1076"/>
          <ac:picMkLst>
            <pc:docMk/>
            <pc:sldMk cId="2582865884" sldId="573"/>
            <ac:picMk id="4" creationId="{B7930A95-A326-32C9-622E-E700B82B42CB}"/>
          </ac:picMkLst>
        </pc:picChg>
      </pc:sldChg>
      <pc:sldChg chg="modSp add mod">
        <pc:chgData name="强 李" userId="cd6c7ec7188785ae" providerId="LiveId" clId="{1FDC375D-313A-463B-9367-FB4EBD5D56AE}" dt="2023-08-26T21:27:55.857" v="1139" actId="404"/>
        <pc:sldMkLst>
          <pc:docMk/>
          <pc:sldMk cId="159884778" sldId="574"/>
        </pc:sldMkLst>
        <pc:spChg chg="mod">
          <ac:chgData name="强 李" userId="cd6c7ec7188785ae" providerId="LiveId" clId="{1FDC375D-313A-463B-9367-FB4EBD5D56AE}" dt="2023-08-26T21:27:55.857" v="1139" actId="404"/>
          <ac:spMkLst>
            <pc:docMk/>
            <pc:sldMk cId="159884778" sldId="574"/>
            <ac:spMk id="2" creationId="{00000000-0000-0000-0000-000000000000}"/>
          </ac:spMkLst>
        </pc:spChg>
      </pc:sldChg>
      <pc:sldChg chg="delSp modSp add del mod">
        <pc:chgData name="强 李" userId="cd6c7ec7188785ae" providerId="LiveId" clId="{1FDC375D-313A-463B-9367-FB4EBD5D56AE}" dt="2023-08-26T20:31:24.293" v="280" actId="47"/>
        <pc:sldMkLst>
          <pc:docMk/>
          <pc:sldMk cId="2541167030" sldId="574"/>
        </pc:sldMkLst>
        <pc:spChg chg="mod">
          <ac:chgData name="强 李" userId="cd6c7ec7188785ae" providerId="LiveId" clId="{1FDC375D-313A-463B-9367-FB4EBD5D56AE}" dt="2023-08-26T20:26:48.530" v="207"/>
          <ac:spMkLst>
            <pc:docMk/>
            <pc:sldMk cId="2541167030" sldId="574"/>
            <ac:spMk id="2" creationId="{00000000-0000-0000-0000-000000000000}"/>
          </ac:spMkLst>
        </pc:spChg>
        <pc:picChg chg="del">
          <ac:chgData name="强 李" userId="cd6c7ec7188785ae" providerId="LiveId" clId="{1FDC375D-313A-463B-9367-FB4EBD5D56AE}" dt="2023-08-26T20:25:42.428" v="154" actId="478"/>
          <ac:picMkLst>
            <pc:docMk/>
            <pc:sldMk cId="2541167030" sldId="574"/>
            <ac:picMk id="4" creationId="{B7930A95-A326-32C9-622E-E700B82B42CB}"/>
          </ac:picMkLst>
        </pc:picChg>
      </pc:sldChg>
      <pc:sldChg chg="modSp add mod">
        <pc:chgData name="强 李" userId="cd6c7ec7188785ae" providerId="LiveId" clId="{1FDC375D-313A-463B-9367-FB4EBD5D56AE}" dt="2023-08-26T21:35:12.948" v="1253"/>
        <pc:sldMkLst>
          <pc:docMk/>
          <pc:sldMk cId="3225081264" sldId="575"/>
        </pc:sldMkLst>
        <pc:spChg chg="mod">
          <ac:chgData name="强 李" userId="cd6c7ec7188785ae" providerId="LiveId" clId="{1FDC375D-313A-463B-9367-FB4EBD5D56AE}" dt="2023-08-26T21:35:12.948" v="1253"/>
          <ac:spMkLst>
            <pc:docMk/>
            <pc:sldMk cId="3225081264" sldId="575"/>
            <ac:spMk id="2" creationId="{00000000-0000-0000-0000-000000000000}"/>
          </ac:spMkLst>
        </pc:spChg>
      </pc:sldChg>
      <pc:sldChg chg="modSp add del mod">
        <pc:chgData name="强 李" userId="cd6c7ec7188785ae" providerId="LiveId" clId="{1FDC375D-313A-463B-9367-FB4EBD5D56AE}" dt="2023-08-26T21:51:19.739" v="1478" actId="47"/>
        <pc:sldMkLst>
          <pc:docMk/>
          <pc:sldMk cId="1033393571" sldId="576"/>
        </pc:sldMkLst>
        <pc:spChg chg="mod">
          <ac:chgData name="强 李" userId="cd6c7ec7188785ae" providerId="LiveId" clId="{1FDC375D-313A-463B-9367-FB4EBD5D56AE}" dt="2023-08-26T21:50:07.402" v="1442" actId="113"/>
          <ac:spMkLst>
            <pc:docMk/>
            <pc:sldMk cId="1033393571" sldId="576"/>
            <ac:spMk id="2" creationId="{00000000-0000-0000-0000-000000000000}"/>
          </ac:spMkLst>
        </pc:spChg>
      </pc:sldChg>
      <pc:sldChg chg="modSp add mod ord">
        <pc:chgData name="强 李" userId="cd6c7ec7188785ae" providerId="LiveId" clId="{1FDC375D-313A-463B-9367-FB4EBD5D56AE}" dt="2023-08-26T21:51:01.809" v="1476"/>
        <pc:sldMkLst>
          <pc:docMk/>
          <pc:sldMk cId="285165969" sldId="577"/>
        </pc:sldMkLst>
        <pc:spChg chg="mod">
          <ac:chgData name="强 李" userId="cd6c7ec7188785ae" providerId="LiveId" clId="{1FDC375D-313A-463B-9367-FB4EBD5D56AE}" dt="2023-08-26T21:50:57.225" v="1474"/>
          <ac:spMkLst>
            <pc:docMk/>
            <pc:sldMk cId="285165969" sldId="577"/>
            <ac:spMk id="2" creationId="{00000000-0000-0000-0000-000000000000}"/>
          </ac:spMkLst>
        </pc:spChg>
      </pc:sldChg>
      <pc:sldChg chg="modSp add mod">
        <pc:chgData name="强 李" userId="cd6c7ec7188785ae" providerId="LiveId" clId="{1FDC375D-313A-463B-9367-FB4EBD5D56AE}" dt="2023-08-26T21:57:22.415" v="1560" actId="20577"/>
        <pc:sldMkLst>
          <pc:docMk/>
          <pc:sldMk cId="3107274554" sldId="578"/>
        </pc:sldMkLst>
        <pc:spChg chg="mod">
          <ac:chgData name="强 李" userId="cd6c7ec7188785ae" providerId="LiveId" clId="{1FDC375D-313A-463B-9367-FB4EBD5D56AE}" dt="2023-08-26T21:57:22.415" v="1560" actId="20577"/>
          <ac:spMkLst>
            <pc:docMk/>
            <pc:sldMk cId="3107274554" sldId="578"/>
            <ac:spMk id="2" creationId="{00000000-0000-0000-0000-000000000000}"/>
          </ac:spMkLst>
        </pc:spChg>
      </pc:sldChg>
      <pc:sldChg chg="modSp add mod">
        <pc:chgData name="强 李" userId="cd6c7ec7188785ae" providerId="LiveId" clId="{1FDC375D-313A-463B-9367-FB4EBD5D56AE}" dt="2023-08-26T22:12:12.851" v="1875" actId="113"/>
        <pc:sldMkLst>
          <pc:docMk/>
          <pc:sldMk cId="3941516956" sldId="579"/>
        </pc:sldMkLst>
        <pc:spChg chg="mod">
          <ac:chgData name="强 李" userId="cd6c7ec7188785ae" providerId="LiveId" clId="{1FDC375D-313A-463B-9367-FB4EBD5D56AE}" dt="2023-08-26T22:12:12.851" v="1875" actId="113"/>
          <ac:spMkLst>
            <pc:docMk/>
            <pc:sldMk cId="3941516956" sldId="579"/>
            <ac:spMk id="2" creationId="{00000000-0000-0000-0000-000000000000}"/>
          </ac:spMkLst>
        </pc:spChg>
      </pc:sldChg>
      <pc:sldChg chg="modSp add mod">
        <pc:chgData name="强 李" userId="cd6c7ec7188785ae" providerId="LiveId" clId="{1FDC375D-313A-463B-9367-FB4EBD5D56AE}" dt="2023-08-26T22:13:19.658" v="1916" actId="20577"/>
        <pc:sldMkLst>
          <pc:docMk/>
          <pc:sldMk cId="401985542" sldId="580"/>
        </pc:sldMkLst>
        <pc:spChg chg="mod">
          <ac:chgData name="强 李" userId="cd6c7ec7188785ae" providerId="LiveId" clId="{1FDC375D-313A-463B-9367-FB4EBD5D56AE}" dt="2023-08-26T22:13:19.658" v="1916" actId="20577"/>
          <ac:spMkLst>
            <pc:docMk/>
            <pc:sldMk cId="401985542" sldId="580"/>
            <ac:spMk id="2" creationId="{00000000-0000-0000-0000-000000000000}"/>
          </ac:spMkLst>
        </pc:spChg>
      </pc:sldChg>
      <pc:sldChg chg="modSp add mod">
        <pc:chgData name="强 李" userId="cd6c7ec7188785ae" providerId="LiveId" clId="{1FDC375D-313A-463B-9367-FB4EBD5D56AE}" dt="2023-08-26T22:18:05.501" v="2054" actId="6549"/>
        <pc:sldMkLst>
          <pc:docMk/>
          <pc:sldMk cId="3652969572" sldId="581"/>
        </pc:sldMkLst>
        <pc:spChg chg="mod">
          <ac:chgData name="强 李" userId="cd6c7ec7188785ae" providerId="LiveId" clId="{1FDC375D-313A-463B-9367-FB4EBD5D56AE}" dt="2023-08-26T22:18:05.501" v="2054" actId="6549"/>
          <ac:spMkLst>
            <pc:docMk/>
            <pc:sldMk cId="3652969572" sldId="581"/>
            <ac:spMk id="2" creationId="{00000000-0000-0000-0000-000000000000}"/>
          </ac:spMkLst>
        </pc:spChg>
      </pc:sldChg>
      <pc:sldChg chg="modSp add mod ord">
        <pc:chgData name="强 李" userId="cd6c7ec7188785ae" providerId="LiveId" clId="{1FDC375D-313A-463B-9367-FB4EBD5D56AE}" dt="2023-08-26T22:27:52.004" v="2398"/>
        <pc:sldMkLst>
          <pc:docMk/>
          <pc:sldMk cId="1488126517" sldId="582"/>
        </pc:sldMkLst>
        <pc:spChg chg="mod">
          <ac:chgData name="强 李" userId="cd6c7ec7188785ae" providerId="LiveId" clId="{1FDC375D-313A-463B-9367-FB4EBD5D56AE}" dt="2023-08-26T22:27:52.004" v="2398"/>
          <ac:spMkLst>
            <pc:docMk/>
            <pc:sldMk cId="1488126517" sldId="582"/>
            <ac:spMk id="2" creationId="{00000000-0000-0000-0000-000000000000}"/>
          </ac:spMkLst>
        </pc:spChg>
      </pc:sldChg>
      <pc:sldChg chg="modSp add mod">
        <pc:chgData name="强 李" userId="cd6c7ec7188785ae" providerId="LiveId" clId="{1FDC375D-313A-463B-9367-FB4EBD5D56AE}" dt="2023-08-26T22:21:51.930" v="2212"/>
        <pc:sldMkLst>
          <pc:docMk/>
          <pc:sldMk cId="599750978" sldId="583"/>
        </pc:sldMkLst>
        <pc:spChg chg="mod">
          <ac:chgData name="强 李" userId="cd6c7ec7188785ae" providerId="LiveId" clId="{1FDC375D-313A-463B-9367-FB4EBD5D56AE}" dt="2023-08-26T22:21:51.930" v="2212"/>
          <ac:spMkLst>
            <pc:docMk/>
            <pc:sldMk cId="599750978" sldId="583"/>
            <ac:spMk id="2" creationId="{00000000-0000-0000-0000-000000000000}"/>
          </ac:spMkLst>
        </pc:spChg>
      </pc:sldChg>
      <pc:sldChg chg="modSp add mod">
        <pc:chgData name="强 李" userId="cd6c7ec7188785ae" providerId="LiveId" clId="{1FDC375D-313A-463B-9367-FB4EBD5D56AE}" dt="2023-08-26T22:31:47.387" v="2612"/>
        <pc:sldMkLst>
          <pc:docMk/>
          <pc:sldMk cId="3883622925" sldId="584"/>
        </pc:sldMkLst>
        <pc:spChg chg="mod">
          <ac:chgData name="强 李" userId="cd6c7ec7188785ae" providerId="LiveId" clId="{1FDC375D-313A-463B-9367-FB4EBD5D56AE}" dt="2023-08-26T22:31:47.387" v="2612"/>
          <ac:spMkLst>
            <pc:docMk/>
            <pc:sldMk cId="3883622925" sldId="584"/>
            <ac:spMk id="2" creationId="{00000000-0000-0000-0000-000000000000}"/>
          </ac:spMkLst>
        </pc:spChg>
      </pc:sldChg>
      <pc:sldChg chg="modSp add mod">
        <pc:chgData name="强 李" userId="cd6c7ec7188785ae" providerId="LiveId" clId="{1FDC375D-313A-463B-9367-FB4EBD5D56AE}" dt="2023-08-26T22:39:24.450" v="2799" actId="6549"/>
        <pc:sldMkLst>
          <pc:docMk/>
          <pc:sldMk cId="2093064981" sldId="585"/>
        </pc:sldMkLst>
        <pc:spChg chg="mod">
          <ac:chgData name="强 李" userId="cd6c7ec7188785ae" providerId="LiveId" clId="{1FDC375D-313A-463B-9367-FB4EBD5D56AE}" dt="2023-08-26T22:39:24.450" v="2799" actId="6549"/>
          <ac:spMkLst>
            <pc:docMk/>
            <pc:sldMk cId="2093064981" sldId="585"/>
            <ac:spMk id="2" creationId="{00000000-0000-0000-0000-000000000000}"/>
          </ac:spMkLst>
        </pc:spChg>
        <pc:spChg chg="mod">
          <ac:chgData name="强 李" userId="cd6c7ec7188785ae" providerId="LiveId" clId="{1FDC375D-313A-463B-9367-FB4EBD5D56AE}" dt="2023-08-26T22:32:54.220" v="2629" actId="14100"/>
          <ac:spMkLst>
            <pc:docMk/>
            <pc:sldMk cId="2093064981" sldId="585"/>
            <ac:spMk id="18" creationId="{00000000-0000-0000-0000-000000000000}"/>
          </ac:spMkLst>
        </pc:spChg>
      </pc:sldChg>
      <pc:sldChg chg="modSp add mod">
        <pc:chgData name="强 李" userId="cd6c7ec7188785ae" providerId="LiveId" clId="{1FDC375D-313A-463B-9367-FB4EBD5D56AE}" dt="2023-08-26T22:39:38.356" v="2801" actId="20577"/>
        <pc:sldMkLst>
          <pc:docMk/>
          <pc:sldMk cId="4127907290" sldId="586"/>
        </pc:sldMkLst>
        <pc:spChg chg="mod">
          <ac:chgData name="强 李" userId="cd6c7ec7188785ae" providerId="LiveId" clId="{1FDC375D-313A-463B-9367-FB4EBD5D56AE}" dt="2023-08-26T22:39:38.356" v="2801" actId="20577"/>
          <ac:spMkLst>
            <pc:docMk/>
            <pc:sldMk cId="4127907290" sldId="586"/>
            <ac:spMk id="2" creationId="{00000000-0000-0000-0000-000000000000}"/>
          </ac:spMkLst>
        </pc:spChg>
      </pc:sldChg>
    </pc:docChg>
  </pc:docChgLst>
  <pc:docChgLst>
    <pc:chgData name="强 李" userId="cd6c7ec7188785ae" providerId="LiveId" clId="{4C67824B-4ABF-4026-A5FF-7EB9DA765689}"/>
    <pc:docChg chg="undo custSel addSld delSld modSld sldOrd">
      <pc:chgData name="强 李" userId="cd6c7ec7188785ae" providerId="LiveId" clId="{4C67824B-4ABF-4026-A5FF-7EB9DA765689}" dt="2023-02-18T14:02:46.036" v="776" actId="729"/>
      <pc:docMkLst>
        <pc:docMk/>
      </pc:docMkLst>
      <pc:sldChg chg="modSp mod">
        <pc:chgData name="强 李" userId="cd6c7ec7188785ae" providerId="LiveId" clId="{4C67824B-4ABF-4026-A5FF-7EB9DA765689}" dt="2023-02-18T12:35:14.244" v="25" actId="20577"/>
        <pc:sldMkLst>
          <pc:docMk/>
          <pc:sldMk cId="0" sldId="413"/>
        </pc:sldMkLst>
        <pc:spChg chg="mod">
          <ac:chgData name="强 李" userId="cd6c7ec7188785ae" providerId="LiveId" clId="{4C67824B-4ABF-4026-A5FF-7EB9DA765689}" dt="2023-02-18T12:35:14.244" v="25" actId="20577"/>
          <ac:spMkLst>
            <pc:docMk/>
            <pc:sldMk cId="0" sldId="413"/>
            <ac:spMk id="4" creationId="{00000000-0000-0000-0000-000000000000}"/>
          </ac:spMkLst>
        </pc:spChg>
      </pc:sldChg>
      <pc:sldChg chg="mod modShow">
        <pc:chgData name="强 李" userId="cd6c7ec7188785ae" providerId="LiveId" clId="{4C67824B-4ABF-4026-A5FF-7EB9DA765689}" dt="2023-02-18T14:02:46.036" v="776" actId="729"/>
        <pc:sldMkLst>
          <pc:docMk/>
          <pc:sldMk cId="0" sldId="425"/>
        </pc:sldMkLst>
      </pc:sldChg>
      <pc:sldChg chg="mod modShow">
        <pc:chgData name="强 李" userId="cd6c7ec7188785ae" providerId="LiveId" clId="{4C67824B-4ABF-4026-A5FF-7EB9DA765689}" dt="2023-02-18T14:02:06.289" v="773" actId="729"/>
        <pc:sldMkLst>
          <pc:docMk/>
          <pc:sldMk cId="0" sldId="427"/>
        </pc:sldMkLst>
      </pc:sldChg>
      <pc:sldChg chg="mod modShow">
        <pc:chgData name="强 李" userId="cd6c7ec7188785ae" providerId="LiveId" clId="{4C67824B-4ABF-4026-A5FF-7EB9DA765689}" dt="2023-02-18T14:02:06.289" v="773" actId="729"/>
        <pc:sldMkLst>
          <pc:docMk/>
          <pc:sldMk cId="3608494230" sldId="530"/>
        </pc:sldMkLst>
      </pc:sldChg>
      <pc:sldChg chg="mod modShow">
        <pc:chgData name="强 李" userId="cd6c7ec7188785ae" providerId="LiveId" clId="{4C67824B-4ABF-4026-A5FF-7EB9DA765689}" dt="2023-02-18T14:02:06.289" v="773" actId="729"/>
        <pc:sldMkLst>
          <pc:docMk/>
          <pc:sldMk cId="54695671" sldId="531"/>
        </pc:sldMkLst>
      </pc:sldChg>
      <pc:sldChg chg="addSp delSp modSp mod ord">
        <pc:chgData name="强 李" userId="cd6c7ec7188785ae" providerId="LiveId" clId="{4C67824B-4ABF-4026-A5FF-7EB9DA765689}" dt="2023-02-18T12:46:27.700" v="37" actId="1076"/>
        <pc:sldMkLst>
          <pc:docMk/>
          <pc:sldMk cId="3813767857" sldId="538"/>
        </pc:sldMkLst>
        <pc:spChg chg="add del mod">
          <ac:chgData name="强 李" userId="cd6c7ec7188785ae" providerId="LiveId" clId="{4C67824B-4ABF-4026-A5FF-7EB9DA765689}" dt="2023-02-18T10:52:22.626" v="17"/>
          <ac:spMkLst>
            <pc:docMk/>
            <pc:sldMk cId="3813767857" sldId="538"/>
            <ac:spMk id="5" creationId="{00000000-0000-0000-0000-000000000000}"/>
          </ac:spMkLst>
        </pc:spChg>
        <pc:spChg chg="mod">
          <ac:chgData name="强 李" userId="cd6c7ec7188785ae" providerId="LiveId" clId="{4C67824B-4ABF-4026-A5FF-7EB9DA765689}" dt="2023-02-18T10:51:49.104" v="6" actId="6549"/>
          <ac:spMkLst>
            <pc:docMk/>
            <pc:sldMk cId="3813767857" sldId="538"/>
            <ac:spMk id="7" creationId="{00000000-0000-0000-0000-000000000000}"/>
          </ac:spMkLst>
        </pc:spChg>
        <pc:picChg chg="add del">
          <ac:chgData name="强 李" userId="cd6c7ec7188785ae" providerId="LiveId" clId="{4C67824B-4ABF-4026-A5FF-7EB9DA765689}" dt="2023-02-18T10:51:45.415" v="5" actId="22"/>
          <ac:picMkLst>
            <pc:docMk/>
            <pc:sldMk cId="3813767857" sldId="538"/>
            <ac:picMk id="3" creationId="{F858E885-3B4C-08E6-D706-338787AC8643}"/>
          </ac:picMkLst>
        </pc:picChg>
        <pc:picChg chg="add del mod">
          <ac:chgData name="强 李" userId="cd6c7ec7188785ae" providerId="LiveId" clId="{4C67824B-4ABF-4026-A5FF-7EB9DA765689}" dt="2023-02-18T10:51:44.375" v="4"/>
          <ac:picMkLst>
            <pc:docMk/>
            <pc:sldMk cId="3813767857" sldId="538"/>
            <ac:picMk id="4" creationId="{C215FE08-B064-D2BA-685A-B158F7698996}"/>
          </ac:picMkLst>
        </pc:picChg>
        <pc:picChg chg="add del mod">
          <ac:chgData name="强 李" userId="cd6c7ec7188785ae" providerId="LiveId" clId="{4C67824B-4ABF-4026-A5FF-7EB9DA765689}" dt="2023-02-18T12:40:13.868" v="27" actId="478"/>
          <ac:picMkLst>
            <pc:docMk/>
            <pc:sldMk cId="3813767857" sldId="538"/>
            <ac:picMk id="8" creationId="{D89F7F07-7A5E-961F-E5FC-4808EC192D29}"/>
          </ac:picMkLst>
        </pc:picChg>
        <pc:picChg chg="add del mod">
          <ac:chgData name="强 李" userId="cd6c7ec7188785ae" providerId="LiveId" clId="{4C67824B-4ABF-4026-A5FF-7EB9DA765689}" dt="2023-02-18T12:43:48.669" v="30" actId="478"/>
          <ac:picMkLst>
            <pc:docMk/>
            <pc:sldMk cId="3813767857" sldId="538"/>
            <ac:picMk id="10" creationId="{820B0367-8E8D-3FA2-9F7E-E58140356AAC}"/>
          </ac:picMkLst>
        </pc:picChg>
        <pc:picChg chg="add del mod">
          <ac:chgData name="强 李" userId="cd6c7ec7188785ae" providerId="LiveId" clId="{4C67824B-4ABF-4026-A5FF-7EB9DA765689}" dt="2023-02-18T12:45:31.621" v="33" actId="478"/>
          <ac:picMkLst>
            <pc:docMk/>
            <pc:sldMk cId="3813767857" sldId="538"/>
            <ac:picMk id="12" creationId="{B66D3BAF-CA7F-958C-A675-CAF8E57A7390}"/>
          </ac:picMkLst>
        </pc:picChg>
        <pc:picChg chg="add del">
          <ac:chgData name="强 李" userId="cd6c7ec7188785ae" providerId="LiveId" clId="{4C67824B-4ABF-4026-A5FF-7EB9DA765689}" dt="2023-02-18T12:46:25.397" v="35" actId="478"/>
          <ac:picMkLst>
            <pc:docMk/>
            <pc:sldMk cId="3813767857" sldId="538"/>
            <ac:picMk id="14" creationId="{FA0BC33C-1022-A907-488D-F18274D526B9}"/>
          </ac:picMkLst>
        </pc:picChg>
        <pc:picChg chg="add mod">
          <ac:chgData name="强 李" userId="cd6c7ec7188785ae" providerId="LiveId" clId="{4C67824B-4ABF-4026-A5FF-7EB9DA765689}" dt="2023-02-18T12:46:27.700" v="37" actId="1076"/>
          <ac:picMkLst>
            <pc:docMk/>
            <pc:sldMk cId="3813767857" sldId="538"/>
            <ac:picMk id="16" creationId="{74056DEE-0819-4B10-D7F5-CEF8EFDB20AE}"/>
          </ac:picMkLst>
        </pc:picChg>
      </pc:sldChg>
      <pc:sldChg chg="mod modShow">
        <pc:chgData name="强 李" userId="cd6c7ec7188785ae" providerId="LiveId" clId="{4C67824B-4ABF-4026-A5FF-7EB9DA765689}" dt="2023-02-18T14:02:34.493" v="775" actId="729"/>
        <pc:sldMkLst>
          <pc:docMk/>
          <pc:sldMk cId="3098698452" sldId="539"/>
        </pc:sldMkLst>
      </pc:sldChg>
      <pc:sldChg chg="mod modShow">
        <pc:chgData name="强 李" userId="cd6c7ec7188785ae" providerId="LiveId" clId="{4C67824B-4ABF-4026-A5FF-7EB9DA765689}" dt="2023-02-18T14:02:06.289" v="773" actId="729"/>
        <pc:sldMkLst>
          <pc:docMk/>
          <pc:sldMk cId="1804281116" sldId="540"/>
        </pc:sldMkLst>
      </pc:sldChg>
      <pc:sldChg chg="modSp mod">
        <pc:chgData name="强 李" userId="cd6c7ec7188785ae" providerId="LiveId" clId="{4C67824B-4ABF-4026-A5FF-7EB9DA765689}" dt="2023-02-18T12:52:04.687" v="135" actId="15"/>
        <pc:sldMkLst>
          <pc:docMk/>
          <pc:sldMk cId="188333421" sldId="541"/>
        </pc:sldMkLst>
        <pc:spChg chg="mod">
          <ac:chgData name="强 李" userId="cd6c7ec7188785ae" providerId="LiveId" clId="{4C67824B-4ABF-4026-A5FF-7EB9DA765689}" dt="2023-02-18T12:52:04.687" v="135" actId="15"/>
          <ac:spMkLst>
            <pc:docMk/>
            <pc:sldMk cId="188333421" sldId="541"/>
            <ac:spMk id="2" creationId="{00000000-0000-0000-0000-000000000000}"/>
          </ac:spMkLst>
        </pc:spChg>
        <pc:spChg chg="mod">
          <ac:chgData name="强 李" userId="cd6c7ec7188785ae" providerId="LiveId" clId="{4C67824B-4ABF-4026-A5FF-7EB9DA765689}" dt="2023-02-18T12:48:37.085" v="48" actId="14100"/>
          <ac:spMkLst>
            <pc:docMk/>
            <pc:sldMk cId="188333421" sldId="541"/>
            <ac:spMk id="18" creationId="{00000000-0000-0000-0000-000000000000}"/>
          </ac:spMkLst>
        </pc:spChg>
      </pc:sldChg>
      <pc:sldChg chg="addSp delSp modSp mod">
        <pc:chgData name="强 李" userId="cd6c7ec7188785ae" providerId="LiveId" clId="{4C67824B-4ABF-4026-A5FF-7EB9DA765689}" dt="2023-02-18T13:21:42.955" v="486" actId="20577"/>
        <pc:sldMkLst>
          <pc:docMk/>
          <pc:sldMk cId="3014528576" sldId="542"/>
        </pc:sldMkLst>
        <pc:spChg chg="mod">
          <ac:chgData name="强 李" userId="cd6c7ec7188785ae" providerId="LiveId" clId="{4C67824B-4ABF-4026-A5FF-7EB9DA765689}" dt="2023-02-18T13:21:42.955" v="486" actId="20577"/>
          <ac:spMkLst>
            <pc:docMk/>
            <pc:sldMk cId="3014528576" sldId="542"/>
            <ac:spMk id="2" creationId="{00000000-0000-0000-0000-000000000000}"/>
          </ac:spMkLst>
        </pc:spChg>
        <pc:spChg chg="add del">
          <ac:chgData name="强 李" userId="cd6c7ec7188785ae" providerId="LiveId" clId="{4C67824B-4ABF-4026-A5FF-7EB9DA765689}" dt="2023-02-18T13:20:43.996" v="424"/>
          <ac:spMkLst>
            <pc:docMk/>
            <pc:sldMk cId="3014528576" sldId="542"/>
            <ac:spMk id="3" creationId="{BDB90018-EE78-A5D7-1768-C00C120955C9}"/>
          </ac:spMkLst>
        </pc:spChg>
        <pc:spChg chg="mod">
          <ac:chgData name="强 李" userId="cd6c7ec7188785ae" providerId="LiveId" clId="{4C67824B-4ABF-4026-A5FF-7EB9DA765689}" dt="2023-02-18T13:16:37.422" v="387"/>
          <ac:spMkLst>
            <pc:docMk/>
            <pc:sldMk cId="3014528576" sldId="542"/>
            <ac:spMk id="18" creationId="{00000000-0000-0000-0000-000000000000}"/>
          </ac:spMkLst>
        </pc:spChg>
      </pc:sldChg>
      <pc:sldChg chg="addSp delSp modSp mod ord">
        <pc:chgData name="强 李" userId="cd6c7ec7188785ae" providerId="LiveId" clId="{4C67824B-4ABF-4026-A5FF-7EB9DA765689}" dt="2023-02-18T13:46:48.445" v="772" actId="113"/>
        <pc:sldMkLst>
          <pc:docMk/>
          <pc:sldMk cId="1242525785" sldId="543"/>
        </pc:sldMkLst>
        <pc:spChg chg="mod">
          <ac:chgData name="强 李" userId="cd6c7ec7188785ae" providerId="LiveId" clId="{4C67824B-4ABF-4026-A5FF-7EB9DA765689}" dt="2023-02-18T13:46:48.445" v="772" actId="113"/>
          <ac:spMkLst>
            <pc:docMk/>
            <pc:sldMk cId="1242525785" sldId="543"/>
            <ac:spMk id="2" creationId="{00000000-0000-0000-0000-000000000000}"/>
          </ac:spMkLst>
        </pc:spChg>
        <pc:spChg chg="add del">
          <ac:chgData name="强 李" userId="cd6c7ec7188785ae" providerId="LiveId" clId="{4C67824B-4ABF-4026-A5FF-7EB9DA765689}" dt="2023-02-18T13:45:34.636" v="744"/>
          <ac:spMkLst>
            <pc:docMk/>
            <pc:sldMk cId="1242525785" sldId="543"/>
            <ac:spMk id="3" creationId="{0EAF7D6E-4E37-4798-68A6-56ECDF8E3B3A}"/>
          </ac:spMkLst>
        </pc:spChg>
        <pc:spChg chg="mod">
          <ac:chgData name="强 李" userId="cd6c7ec7188785ae" providerId="LiveId" clId="{4C67824B-4ABF-4026-A5FF-7EB9DA765689}" dt="2023-02-18T13:45:24.868" v="742"/>
          <ac:spMkLst>
            <pc:docMk/>
            <pc:sldMk cId="1242525785" sldId="543"/>
            <ac:spMk id="18" creationId="{00000000-0000-0000-0000-000000000000}"/>
          </ac:spMkLst>
        </pc:spChg>
      </pc:sldChg>
      <pc:sldChg chg="mod modShow">
        <pc:chgData name="强 李" userId="cd6c7ec7188785ae" providerId="LiveId" clId="{4C67824B-4ABF-4026-A5FF-7EB9DA765689}" dt="2023-02-18T14:02:06.289" v="773" actId="729"/>
        <pc:sldMkLst>
          <pc:docMk/>
          <pc:sldMk cId="2346705434" sldId="544"/>
        </pc:sldMkLst>
      </pc:sldChg>
      <pc:sldChg chg="addSp modSp del mod">
        <pc:chgData name="强 李" userId="cd6c7ec7188785ae" providerId="LiveId" clId="{4C67824B-4ABF-4026-A5FF-7EB9DA765689}" dt="2023-02-18T14:02:24.641" v="774" actId="47"/>
        <pc:sldMkLst>
          <pc:docMk/>
          <pc:sldMk cId="3594653571" sldId="545"/>
        </pc:sldMkLst>
        <pc:spChg chg="add mod">
          <ac:chgData name="强 李" userId="cd6c7ec7188785ae" providerId="LiveId" clId="{4C67824B-4ABF-4026-A5FF-7EB9DA765689}" dt="2023-02-18T13:18:04.519" v="403" actId="207"/>
          <ac:spMkLst>
            <pc:docMk/>
            <pc:sldMk cId="3594653571" sldId="545"/>
            <ac:spMk id="3" creationId="{93B5B640-A200-0186-2651-3F5529A19A41}"/>
          </ac:spMkLst>
        </pc:spChg>
        <pc:spChg chg="mod">
          <ac:chgData name="强 李" userId="cd6c7ec7188785ae" providerId="LiveId" clId="{4C67824B-4ABF-4026-A5FF-7EB9DA765689}" dt="2023-02-18T13:16:46.750" v="388" actId="6549"/>
          <ac:spMkLst>
            <pc:docMk/>
            <pc:sldMk cId="3594653571" sldId="545"/>
            <ac:spMk id="7" creationId="{00000000-0000-0000-0000-000000000000}"/>
          </ac:spMkLst>
        </pc:spChg>
      </pc:sldChg>
      <pc:sldChg chg="modSp add mod">
        <pc:chgData name="强 李" userId="cd6c7ec7188785ae" providerId="LiveId" clId="{4C67824B-4ABF-4026-A5FF-7EB9DA765689}" dt="2023-02-18T13:05:32.564" v="255" actId="20577"/>
        <pc:sldMkLst>
          <pc:docMk/>
          <pc:sldMk cId="1236072088" sldId="546"/>
        </pc:sldMkLst>
        <pc:spChg chg="mod">
          <ac:chgData name="强 李" userId="cd6c7ec7188785ae" providerId="LiveId" clId="{4C67824B-4ABF-4026-A5FF-7EB9DA765689}" dt="2023-02-18T13:05:14.894" v="248" actId="6549"/>
          <ac:spMkLst>
            <pc:docMk/>
            <pc:sldMk cId="1236072088" sldId="546"/>
            <ac:spMk id="2" creationId="{00000000-0000-0000-0000-000000000000}"/>
          </ac:spMkLst>
        </pc:spChg>
        <pc:spChg chg="mod">
          <ac:chgData name="强 李" userId="cd6c7ec7188785ae" providerId="LiveId" clId="{4C67824B-4ABF-4026-A5FF-7EB9DA765689}" dt="2023-02-18T13:05:32.564" v="255" actId="20577"/>
          <ac:spMkLst>
            <pc:docMk/>
            <pc:sldMk cId="1236072088" sldId="546"/>
            <ac:spMk id="18" creationId="{00000000-0000-0000-0000-000000000000}"/>
          </ac:spMkLst>
        </pc:spChg>
      </pc:sldChg>
      <pc:sldChg chg="add del">
        <pc:chgData name="强 李" userId="cd6c7ec7188785ae" providerId="LiveId" clId="{4C67824B-4ABF-4026-A5FF-7EB9DA765689}" dt="2023-02-18T10:51:44.157" v="3"/>
        <pc:sldMkLst>
          <pc:docMk/>
          <pc:sldMk cId="2033925912" sldId="546"/>
        </pc:sldMkLst>
      </pc:sldChg>
      <pc:sldChg chg="add del">
        <pc:chgData name="强 李" userId="cd6c7ec7188785ae" providerId="LiveId" clId="{4C67824B-4ABF-4026-A5FF-7EB9DA765689}" dt="2023-02-18T10:51:53.170" v="8"/>
        <pc:sldMkLst>
          <pc:docMk/>
          <pc:sldMk cId="2511412543" sldId="546"/>
        </pc:sldMkLst>
      </pc:sldChg>
      <pc:sldChg chg="addSp delSp modSp add mod">
        <pc:chgData name="强 李" userId="cd6c7ec7188785ae" providerId="LiveId" clId="{4C67824B-4ABF-4026-A5FF-7EB9DA765689}" dt="2023-02-18T13:16:04.879" v="383" actId="6549"/>
        <pc:sldMkLst>
          <pc:docMk/>
          <pc:sldMk cId="30193004" sldId="547"/>
        </pc:sldMkLst>
        <pc:spChg chg="mod">
          <ac:chgData name="强 李" userId="cd6c7ec7188785ae" providerId="LiveId" clId="{4C67824B-4ABF-4026-A5FF-7EB9DA765689}" dt="2023-02-18T13:16:04.879" v="383" actId="6549"/>
          <ac:spMkLst>
            <pc:docMk/>
            <pc:sldMk cId="30193004" sldId="547"/>
            <ac:spMk id="2" creationId="{00000000-0000-0000-0000-000000000000}"/>
          </ac:spMkLst>
        </pc:spChg>
        <pc:spChg chg="add del">
          <ac:chgData name="强 李" userId="cd6c7ec7188785ae" providerId="LiveId" clId="{4C67824B-4ABF-4026-A5FF-7EB9DA765689}" dt="2023-02-18T13:09:29.527" v="286"/>
          <ac:spMkLst>
            <pc:docMk/>
            <pc:sldMk cId="30193004" sldId="547"/>
            <ac:spMk id="3" creationId="{8C1620A6-FDB1-5B29-AACA-B0B0E969F671}"/>
          </ac:spMkLst>
        </pc:spChg>
        <pc:spChg chg="mod">
          <ac:chgData name="强 李" userId="cd6c7ec7188785ae" providerId="LiveId" clId="{4C67824B-4ABF-4026-A5FF-7EB9DA765689}" dt="2023-02-18T13:05:01.668" v="247"/>
          <ac:spMkLst>
            <pc:docMk/>
            <pc:sldMk cId="30193004" sldId="547"/>
            <ac:spMk id="18" creationId="{00000000-0000-0000-0000-000000000000}"/>
          </ac:spMkLst>
        </pc:spChg>
      </pc:sldChg>
      <pc:sldChg chg="modSp add mod">
        <pc:chgData name="强 李" userId="cd6c7ec7188785ae" providerId="LiveId" clId="{4C67824B-4ABF-4026-A5FF-7EB9DA765689}" dt="2023-02-18T13:26:33.938" v="574"/>
        <pc:sldMkLst>
          <pc:docMk/>
          <pc:sldMk cId="1850033319" sldId="548"/>
        </pc:sldMkLst>
        <pc:spChg chg="mod">
          <ac:chgData name="强 李" userId="cd6c7ec7188785ae" providerId="LiveId" clId="{4C67824B-4ABF-4026-A5FF-7EB9DA765689}" dt="2023-02-18T13:26:33.938" v="574"/>
          <ac:spMkLst>
            <pc:docMk/>
            <pc:sldMk cId="1850033319" sldId="548"/>
            <ac:spMk id="2" creationId="{00000000-0000-0000-0000-000000000000}"/>
          </ac:spMkLst>
        </pc:spChg>
      </pc:sldChg>
      <pc:sldChg chg="modSp add mod">
        <pc:chgData name="强 李" userId="cd6c7ec7188785ae" providerId="LiveId" clId="{4C67824B-4ABF-4026-A5FF-7EB9DA765689}" dt="2023-02-18T13:33:13.180" v="650" actId="404"/>
        <pc:sldMkLst>
          <pc:docMk/>
          <pc:sldMk cId="2628862028" sldId="549"/>
        </pc:sldMkLst>
        <pc:spChg chg="mod">
          <ac:chgData name="强 李" userId="cd6c7ec7188785ae" providerId="LiveId" clId="{4C67824B-4ABF-4026-A5FF-7EB9DA765689}" dt="2023-02-18T13:33:13.180" v="650" actId="404"/>
          <ac:spMkLst>
            <pc:docMk/>
            <pc:sldMk cId="2628862028" sldId="549"/>
            <ac:spMk id="2" creationId="{00000000-0000-0000-0000-000000000000}"/>
          </ac:spMkLst>
        </pc:spChg>
      </pc:sldChg>
      <pc:sldChg chg="modSp add mod setBg">
        <pc:chgData name="强 李" userId="cd6c7ec7188785ae" providerId="LiveId" clId="{4C67824B-4ABF-4026-A5FF-7EB9DA765689}" dt="2023-02-18T13:35:53.684" v="691"/>
        <pc:sldMkLst>
          <pc:docMk/>
          <pc:sldMk cId="2538769747" sldId="550"/>
        </pc:sldMkLst>
        <pc:spChg chg="mod">
          <ac:chgData name="强 李" userId="cd6c7ec7188785ae" providerId="LiveId" clId="{4C67824B-4ABF-4026-A5FF-7EB9DA765689}" dt="2023-02-18T13:35:53.684" v="691"/>
          <ac:spMkLst>
            <pc:docMk/>
            <pc:sldMk cId="2538769747" sldId="550"/>
            <ac:spMk id="2" creationId="{00000000-0000-0000-0000-000000000000}"/>
          </ac:spMkLst>
        </pc:spChg>
      </pc:sldChg>
      <pc:sldChg chg="modSp add mod">
        <pc:chgData name="强 李" userId="cd6c7ec7188785ae" providerId="LiveId" clId="{4C67824B-4ABF-4026-A5FF-7EB9DA765689}" dt="2023-02-18T13:45:07.955" v="738" actId="20577"/>
        <pc:sldMkLst>
          <pc:docMk/>
          <pc:sldMk cId="2632320746" sldId="551"/>
        </pc:sldMkLst>
        <pc:spChg chg="mod">
          <ac:chgData name="强 李" userId="cd6c7ec7188785ae" providerId="LiveId" clId="{4C67824B-4ABF-4026-A5FF-7EB9DA765689}" dt="2023-02-18T13:45:07.955" v="738" actId="20577"/>
          <ac:spMkLst>
            <pc:docMk/>
            <pc:sldMk cId="2632320746" sldId="551"/>
            <ac:spMk id="2" creationId="{00000000-0000-0000-0000-000000000000}"/>
          </ac:spMkLst>
        </pc:spChg>
      </pc:sldChg>
    </pc:docChg>
  </pc:docChgLst>
  <pc:docChgLst>
    <pc:chgData name="强 李" userId="cd6c7ec7188785ae" providerId="LiveId" clId="{C4BB4458-5026-43D6-8C8F-02924DFE1BAF}"/>
    <pc:docChg chg="undo custSel addSld delSld modSld">
      <pc:chgData name="强 李" userId="cd6c7ec7188785ae" providerId="LiveId" clId="{C4BB4458-5026-43D6-8C8F-02924DFE1BAF}" dt="2024-05-18T14:17:39.797" v="1781" actId="6549"/>
      <pc:docMkLst>
        <pc:docMk/>
      </pc:docMkLst>
      <pc:sldChg chg="addSp delSp modSp mod">
        <pc:chgData name="强 李" userId="cd6c7ec7188785ae" providerId="LiveId" clId="{C4BB4458-5026-43D6-8C8F-02924DFE1BAF}" dt="2024-05-18T03:11:11.939" v="64" actId="13926"/>
        <pc:sldMkLst>
          <pc:docMk/>
          <pc:sldMk cId="0" sldId="425"/>
        </pc:sldMkLst>
        <pc:spChg chg="add del mod ord">
          <ac:chgData name="强 李" userId="cd6c7ec7188785ae" providerId="LiveId" clId="{C4BB4458-5026-43D6-8C8F-02924DFE1BAF}" dt="2024-05-18T03:09:33.807" v="50" actId="11529"/>
          <ac:spMkLst>
            <pc:docMk/>
            <pc:sldMk cId="0" sldId="425"/>
            <ac:spMk id="2" creationId="{16FE6A48-C840-A242-D5A1-FA5D70CA1A15}"/>
          </ac:spMkLst>
        </pc:spChg>
        <pc:spChg chg="mod">
          <ac:chgData name="强 李" userId="cd6c7ec7188785ae" providerId="LiveId" clId="{C4BB4458-5026-43D6-8C8F-02924DFE1BAF}" dt="2024-05-18T03:11:11.939" v="64" actId="13926"/>
          <ac:spMkLst>
            <pc:docMk/>
            <pc:sldMk cId="0" sldId="425"/>
            <ac:spMk id="3" creationId="{FF9BF7C3-9929-69BC-A1CA-30EBD45BF72F}"/>
          </ac:spMkLst>
        </pc:spChg>
        <pc:spChg chg="add del mod">
          <ac:chgData name="强 李" userId="cd6c7ec7188785ae" providerId="LiveId" clId="{C4BB4458-5026-43D6-8C8F-02924DFE1BAF}" dt="2024-05-18T03:10:25.547" v="59" actId="478"/>
          <ac:spMkLst>
            <pc:docMk/>
            <pc:sldMk cId="0" sldId="425"/>
            <ac:spMk id="6" creationId="{45B47BA0-D9C6-6525-99A0-E8B33459CE51}"/>
          </ac:spMkLst>
        </pc:spChg>
        <pc:cxnChg chg="add del">
          <ac:chgData name="强 李" userId="cd6c7ec7188785ae" providerId="LiveId" clId="{C4BB4458-5026-43D6-8C8F-02924DFE1BAF}" dt="2024-05-18T03:10:02.278" v="52" actId="11529"/>
          <ac:cxnSpMkLst>
            <pc:docMk/>
            <pc:sldMk cId="0" sldId="425"/>
            <ac:cxnSpMk id="5" creationId="{BF3A31AA-A401-7904-93EA-D474FE1D4618}"/>
          </ac:cxnSpMkLst>
        </pc:cxnChg>
      </pc:sldChg>
      <pc:sldChg chg="addSp modSp mod">
        <pc:chgData name="强 李" userId="cd6c7ec7188785ae" providerId="LiveId" clId="{C4BB4458-5026-43D6-8C8F-02924DFE1BAF}" dt="2024-05-18T13:46:35.739" v="1306" actId="1037"/>
        <pc:sldMkLst>
          <pc:docMk/>
          <pc:sldMk cId="54695671" sldId="531"/>
        </pc:sldMkLst>
        <pc:spChg chg="mod">
          <ac:chgData name="强 李" userId="cd6c7ec7188785ae" providerId="LiveId" clId="{C4BB4458-5026-43D6-8C8F-02924DFE1BAF}" dt="2024-05-18T13:44:16.194" v="1289" actId="14100"/>
          <ac:spMkLst>
            <pc:docMk/>
            <pc:sldMk cId="54695671" sldId="531"/>
            <ac:spMk id="2" creationId="{00000000-0000-0000-0000-000000000000}"/>
          </ac:spMkLst>
        </pc:spChg>
        <pc:spChg chg="add mod">
          <ac:chgData name="强 李" userId="cd6c7ec7188785ae" providerId="LiveId" clId="{C4BB4458-5026-43D6-8C8F-02924DFE1BAF}" dt="2024-05-17T23:17:53.121" v="15"/>
          <ac:spMkLst>
            <pc:docMk/>
            <pc:sldMk cId="54695671" sldId="531"/>
            <ac:spMk id="3" creationId="{B504861B-6EFA-BAFD-C2A3-DA811CA92353}"/>
          </ac:spMkLst>
        </pc:spChg>
        <pc:spChg chg="add mod">
          <ac:chgData name="强 李" userId="cd6c7ec7188785ae" providerId="LiveId" clId="{C4BB4458-5026-43D6-8C8F-02924DFE1BAF}" dt="2024-05-17T23:18:07.335" v="28"/>
          <ac:spMkLst>
            <pc:docMk/>
            <pc:sldMk cId="54695671" sldId="531"/>
            <ac:spMk id="4" creationId="{813ADE0C-0A95-8BE0-FCB2-CDA44CEA64A3}"/>
          </ac:spMkLst>
        </pc:spChg>
        <pc:spChg chg="mod">
          <ac:chgData name="强 李" userId="cd6c7ec7188785ae" providerId="LiveId" clId="{C4BB4458-5026-43D6-8C8F-02924DFE1BAF}" dt="2024-05-18T03:58:19.517" v="65" actId="2711"/>
          <ac:spMkLst>
            <pc:docMk/>
            <pc:sldMk cId="54695671" sldId="531"/>
            <ac:spMk id="5" creationId="{6D756E38-44BB-893E-10F4-24648C1F9451}"/>
          </ac:spMkLst>
        </pc:spChg>
        <pc:spChg chg="mod">
          <ac:chgData name="强 李" userId="cd6c7ec7188785ae" providerId="LiveId" clId="{C4BB4458-5026-43D6-8C8F-02924DFE1BAF}" dt="2024-05-18T03:58:24.056" v="66" actId="2711"/>
          <ac:spMkLst>
            <pc:docMk/>
            <pc:sldMk cId="54695671" sldId="531"/>
            <ac:spMk id="6" creationId="{AA272FBC-B21D-C369-0141-9585E0210DD1}"/>
          </ac:spMkLst>
        </pc:spChg>
        <pc:spChg chg="add mod">
          <ac:chgData name="强 李" userId="cd6c7ec7188785ae" providerId="LiveId" clId="{C4BB4458-5026-43D6-8C8F-02924DFE1BAF}" dt="2024-05-17T23:18:23.340" v="42" actId="1076"/>
          <ac:spMkLst>
            <pc:docMk/>
            <pc:sldMk cId="54695671" sldId="531"/>
            <ac:spMk id="7" creationId="{F80DDDB8-F32B-B7A7-73DA-9790F3B5DCB3}"/>
          </ac:spMkLst>
        </pc:spChg>
        <pc:spChg chg="mod">
          <ac:chgData name="强 李" userId="cd6c7ec7188785ae" providerId="LiveId" clId="{C4BB4458-5026-43D6-8C8F-02924DFE1BAF}" dt="2024-05-18T13:46:26.199" v="1290" actId="14100"/>
          <ac:spMkLst>
            <pc:docMk/>
            <pc:sldMk cId="54695671" sldId="531"/>
            <ac:spMk id="11" creationId="{8F585226-39A8-96AE-40A3-878704581BB6}"/>
          </ac:spMkLst>
        </pc:spChg>
        <pc:cxnChg chg="mod">
          <ac:chgData name="强 李" userId="cd6c7ec7188785ae" providerId="LiveId" clId="{C4BB4458-5026-43D6-8C8F-02924DFE1BAF}" dt="2024-05-18T13:46:35.739" v="1306" actId="1037"/>
          <ac:cxnSpMkLst>
            <pc:docMk/>
            <pc:sldMk cId="54695671" sldId="531"/>
            <ac:cxnSpMk id="8" creationId="{A82D5C8F-64C1-A4EE-87A4-62170D321C35}"/>
          </ac:cxnSpMkLst>
        </pc:cxnChg>
      </pc:sldChg>
      <pc:sldChg chg="modSp mod">
        <pc:chgData name="强 李" userId="cd6c7ec7188785ae" providerId="LiveId" clId="{C4BB4458-5026-43D6-8C8F-02924DFE1BAF}" dt="2024-05-18T05:39:51.284" v="1181"/>
        <pc:sldMkLst>
          <pc:docMk/>
          <pc:sldMk cId="1242525785" sldId="543"/>
        </pc:sldMkLst>
        <pc:spChg chg="mod">
          <ac:chgData name="强 李" userId="cd6c7ec7188785ae" providerId="LiveId" clId="{C4BB4458-5026-43D6-8C8F-02924DFE1BAF}" dt="2024-05-18T05:39:51.284" v="1181"/>
          <ac:spMkLst>
            <pc:docMk/>
            <pc:sldMk cId="1242525785" sldId="543"/>
            <ac:spMk id="2" creationId="{00000000-0000-0000-0000-000000000000}"/>
          </ac:spMkLst>
        </pc:spChg>
      </pc:sldChg>
      <pc:sldChg chg="addSp delSp modSp mod setBg">
        <pc:chgData name="强 李" userId="cd6c7ec7188785ae" providerId="LiveId" clId="{C4BB4458-5026-43D6-8C8F-02924DFE1BAF}" dt="2024-05-18T05:53:37.086" v="1249"/>
        <pc:sldMkLst>
          <pc:docMk/>
          <pc:sldMk cId="419382719" sldId="552"/>
        </pc:sldMkLst>
        <pc:spChg chg="add del">
          <ac:chgData name="强 李" userId="cd6c7ec7188785ae" providerId="LiveId" clId="{C4BB4458-5026-43D6-8C8F-02924DFE1BAF}" dt="2024-05-18T05:52:44.602" v="1238" actId="26606"/>
          <ac:spMkLst>
            <pc:docMk/>
            <pc:sldMk cId="419382719" sldId="552"/>
            <ac:spMk id="2" creationId="{00000000-0000-0000-0000-000000000000}"/>
          </ac:spMkLst>
        </pc:spChg>
        <pc:spChg chg="mod">
          <ac:chgData name="强 李" userId="cd6c7ec7188785ae" providerId="LiveId" clId="{C4BB4458-5026-43D6-8C8F-02924DFE1BAF}" dt="2024-05-18T05:52:44.602" v="1238" actId="26606"/>
          <ac:spMkLst>
            <pc:docMk/>
            <pc:sldMk cId="419382719" sldId="552"/>
            <ac:spMk id="18" creationId="{00000000-0000-0000-0000-000000000000}"/>
          </ac:spMkLst>
        </pc:spChg>
        <pc:spChg chg="add del">
          <ac:chgData name="强 李" userId="cd6c7ec7188785ae" providerId="LiveId" clId="{C4BB4458-5026-43D6-8C8F-02924DFE1BAF}" dt="2024-05-18T05:52:41.236" v="1235" actId="26606"/>
          <ac:spMkLst>
            <pc:docMk/>
            <pc:sldMk cId="419382719" sldId="552"/>
            <ac:spMk id="24" creationId="{CB49665F-0298-4449-8D2D-209989CB9EE3}"/>
          </ac:spMkLst>
        </pc:spChg>
        <pc:spChg chg="add del">
          <ac:chgData name="强 李" userId="cd6c7ec7188785ae" providerId="LiveId" clId="{C4BB4458-5026-43D6-8C8F-02924DFE1BAF}" dt="2024-05-18T05:52:41.236" v="1235" actId="26606"/>
          <ac:spMkLst>
            <pc:docMk/>
            <pc:sldMk cId="419382719" sldId="552"/>
            <ac:spMk id="26" creationId="{A71EEC14-174A-46FA-B046-474750457130}"/>
          </ac:spMkLst>
        </pc:spChg>
        <pc:spChg chg="add del">
          <ac:chgData name="强 李" userId="cd6c7ec7188785ae" providerId="LiveId" clId="{C4BB4458-5026-43D6-8C8F-02924DFE1BAF}" dt="2024-05-18T05:52:44.584" v="1237" actId="26606"/>
          <ac:spMkLst>
            <pc:docMk/>
            <pc:sldMk cId="419382719" sldId="552"/>
            <ac:spMk id="41" creationId="{2659FDB4-FCBE-4A89-B46D-43D4FA54464D}"/>
          </ac:spMkLst>
        </pc:spChg>
        <pc:spChg chg="add">
          <ac:chgData name="强 李" userId="cd6c7ec7188785ae" providerId="LiveId" clId="{C4BB4458-5026-43D6-8C8F-02924DFE1BAF}" dt="2024-05-18T05:52:44.602" v="1238" actId="26606"/>
          <ac:spMkLst>
            <pc:docMk/>
            <pc:sldMk cId="419382719" sldId="552"/>
            <ac:spMk id="45" creationId="{2E442304-DDBD-4F7B-8017-36BCC863FB40}"/>
          </ac:spMkLst>
        </pc:spChg>
        <pc:spChg chg="add">
          <ac:chgData name="强 李" userId="cd6c7ec7188785ae" providerId="LiveId" clId="{C4BB4458-5026-43D6-8C8F-02924DFE1BAF}" dt="2024-05-18T05:52:44.602" v="1238" actId="26606"/>
          <ac:spMkLst>
            <pc:docMk/>
            <pc:sldMk cId="419382719" sldId="552"/>
            <ac:spMk id="46" creationId="{5E107275-3853-46FD-A241-DE4355A42675}"/>
          </ac:spMkLst>
        </pc:spChg>
        <pc:grpChg chg="add del">
          <ac:chgData name="强 李" userId="cd6c7ec7188785ae" providerId="LiveId" clId="{C4BB4458-5026-43D6-8C8F-02924DFE1BAF}" dt="2024-05-18T05:52:41.236" v="1235" actId="26606"/>
          <ac:grpSpMkLst>
            <pc:docMk/>
            <pc:sldMk cId="419382719" sldId="552"/>
            <ac:grpSpMk id="28" creationId="{EEB6CB95-E653-4C6C-AE51-62FD848E8D5B}"/>
          </ac:grpSpMkLst>
        </pc:grpChg>
        <pc:grpChg chg="add del">
          <ac:chgData name="强 李" userId="cd6c7ec7188785ae" providerId="LiveId" clId="{C4BB4458-5026-43D6-8C8F-02924DFE1BAF}" dt="2024-05-18T05:52:41.236" v="1235" actId="26606"/>
          <ac:grpSpMkLst>
            <pc:docMk/>
            <pc:sldMk cId="419382719" sldId="552"/>
            <ac:grpSpMk id="32" creationId="{43F5E015-E085-4624-B431-B42414448684}"/>
          </ac:grpSpMkLst>
        </pc:grpChg>
        <pc:graphicFrameChg chg="add del">
          <ac:chgData name="强 李" userId="cd6c7ec7188785ae" providerId="LiveId" clId="{C4BB4458-5026-43D6-8C8F-02924DFE1BAF}" dt="2024-05-18T05:52:41.236" v="1235" actId="26606"/>
          <ac:graphicFrameMkLst>
            <pc:docMk/>
            <pc:sldMk cId="419382719" sldId="552"/>
            <ac:graphicFrameMk id="20" creationId="{4323BF3C-B2A4-A173-AEA9-BB94E5E503C5}"/>
          </ac:graphicFrameMkLst>
        </pc:graphicFrameChg>
        <pc:graphicFrameChg chg="add del">
          <ac:chgData name="强 李" userId="cd6c7ec7188785ae" providerId="LiveId" clId="{C4BB4458-5026-43D6-8C8F-02924DFE1BAF}" dt="2024-05-18T05:52:44.584" v="1237" actId="26606"/>
          <ac:graphicFrameMkLst>
            <pc:docMk/>
            <pc:sldMk cId="419382719" sldId="552"/>
            <ac:graphicFrameMk id="43" creationId="{699F94FD-C55E-4713-5FAB-1A97B009C0D6}"/>
          </ac:graphicFrameMkLst>
        </pc:graphicFrameChg>
        <pc:graphicFrameChg chg="add mod modGraphic">
          <ac:chgData name="强 李" userId="cd6c7ec7188785ae" providerId="LiveId" clId="{C4BB4458-5026-43D6-8C8F-02924DFE1BAF}" dt="2024-05-18T05:53:37.086" v="1249"/>
          <ac:graphicFrameMkLst>
            <pc:docMk/>
            <pc:sldMk cId="419382719" sldId="552"/>
            <ac:graphicFrameMk id="47" creationId="{C4743AA0-529F-EA4A-5AAF-9A09C2CB0EAC}"/>
          </ac:graphicFrameMkLst>
        </pc:graphicFrameChg>
        <pc:cxnChg chg="add del">
          <ac:chgData name="强 李" userId="cd6c7ec7188785ae" providerId="LiveId" clId="{C4BB4458-5026-43D6-8C8F-02924DFE1BAF}" dt="2024-05-18T05:52:44.584" v="1237" actId="26606"/>
          <ac:cxnSpMkLst>
            <pc:docMk/>
            <pc:sldMk cId="419382719" sldId="552"/>
            <ac:cxnSpMk id="42" creationId="{C8F51B3F-8331-4E4A-AE96-D47B1006EEAD}"/>
          </ac:cxnSpMkLst>
        </pc:cxnChg>
      </pc:sldChg>
      <pc:sldChg chg="modSp mod">
        <pc:chgData name="强 李" userId="cd6c7ec7188785ae" providerId="LiveId" clId="{C4BB4458-5026-43D6-8C8F-02924DFE1BAF}" dt="2024-05-18T13:47:20.799" v="1308" actId="6549"/>
        <pc:sldMkLst>
          <pc:docMk/>
          <pc:sldMk cId="530530540" sldId="553"/>
        </pc:sldMkLst>
        <pc:spChg chg="mod">
          <ac:chgData name="强 李" userId="cd6c7ec7188785ae" providerId="LiveId" clId="{C4BB4458-5026-43D6-8C8F-02924DFE1BAF}" dt="2024-05-18T04:01:17.522" v="82"/>
          <ac:spMkLst>
            <pc:docMk/>
            <pc:sldMk cId="530530540" sldId="553"/>
            <ac:spMk id="2" creationId="{00000000-0000-0000-0000-000000000000}"/>
          </ac:spMkLst>
        </pc:spChg>
        <pc:graphicFrameChg chg="mod modGraphic">
          <ac:chgData name="强 李" userId="cd6c7ec7188785ae" providerId="LiveId" clId="{C4BB4458-5026-43D6-8C8F-02924DFE1BAF}" dt="2024-05-18T13:47:20.799" v="1308" actId="6549"/>
          <ac:graphicFrameMkLst>
            <pc:docMk/>
            <pc:sldMk cId="530530540" sldId="553"/>
            <ac:graphicFrameMk id="4" creationId="{782B3DCD-7954-89EF-6738-2619741EB758}"/>
          </ac:graphicFrameMkLst>
        </pc:graphicFrameChg>
      </pc:sldChg>
      <pc:sldChg chg="modSp mod">
        <pc:chgData name="强 李" userId="cd6c7ec7188785ae" providerId="LiveId" clId="{C4BB4458-5026-43D6-8C8F-02924DFE1BAF}" dt="2024-05-18T05:40:48.111" v="1200" actId="121"/>
        <pc:sldMkLst>
          <pc:docMk/>
          <pc:sldMk cId="1911491714" sldId="560"/>
        </pc:sldMkLst>
        <pc:spChg chg="mod">
          <ac:chgData name="强 李" userId="cd6c7ec7188785ae" providerId="LiveId" clId="{C4BB4458-5026-43D6-8C8F-02924DFE1BAF}" dt="2024-05-18T05:40:48.111" v="1200" actId="121"/>
          <ac:spMkLst>
            <pc:docMk/>
            <pc:sldMk cId="1911491714" sldId="560"/>
            <ac:spMk id="4" creationId="{00000000-0000-0000-0000-000000000000}"/>
          </ac:spMkLst>
        </pc:spChg>
      </pc:sldChg>
      <pc:sldChg chg="modSp mod">
        <pc:chgData name="强 李" userId="cd6c7ec7188785ae" providerId="LiveId" clId="{C4BB4458-5026-43D6-8C8F-02924DFE1BAF}" dt="2024-05-18T05:11:18.361" v="688" actId="20577"/>
        <pc:sldMkLst>
          <pc:docMk/>
          <pc:sldMk cId="159884778" sldId="574"/>
        </pc:sldMkLst>
        <pc:spChg chg="mod">
          <ac:chgData name="强 李" userId="cd6c7ec7188785ae" providerId="LiveId" clId="{C4BB4458-5026-43D6-8C8F-02924DFE1BAF}" dt="2024-05-18T05:11:18.361" v="688" actId="20577"/>
          <ac:spMkLst>
            <pc:docMk/>
            <pc:sldMk cId="159884778" sldId="574"/>
            <ac:spMk id="2" creationId="{00000000-0000-0000-0000-000000000000}"/>
          </ac:spMkLst>
        </pc:spChg>
      </pc:sldChg>
      <pc:sldChg chg="addSp delSp modSp mod">
        <pc:chgData name="强 李" userId="cd6c7ec7188785ae" providerId="LiveId" clId="{C4BB4458-5026-43D6-8C8F-02924DFE1BAF}" dt="2024-05-18T14:15:43.178" v="1600"/>
        <pc:sldMkLst>
          <pc:docMk/>
          <pc:sldMk cId="3921434846" sldId="587"/>
        </pc:sldMkLst>
        <pc:spChg chg="mod">
          <ac:chgData name="强 李" userId="cd6c7ec7188785ae" providerId="LiveId" clId="{C4BB4458-5026-43D6-8C8F-02924DFE1BAF}" dt="2024-05-18T14:15:43.178" v="1600"/>
          <ac:spMkLst>
            <pc:docMk/>
            <pc:sldMk cId="3921434846" sldId="587"/>
            <ac:spMk id="2" creationId="{00000000-0000-0000-0000-000000000000}"/>
          </ac:spMkLst>
        </pc:spChg>
        <pc:spChg chg="add mod">
          <ac:chgData name="强 李" userId="cd6c7ec7188785ae" providerId="LiveId" clId="{C4BB4458-5026-43D6-8C8F-02924DFE1BAF}" dt="2024-05-18T05:02:17.956" v="501" actId="1038"/>
          <ac:spMkLst>
            <pc:docMk/>
            <pc:sldMk cId="3921434846" sldId="587"/>
            <ac:spMk id="3" creationId="{003D761B-E889-B91D-BD41-4C84CF49A89F}"/>
          </ac:spMkLst>
        </pc:spChg>
        <pc:spChg chg="add mod">
          <ac:chgData name="强 李" userId="cd6c7ec7188785ae" providerId="LiveId" clId="{C4BB4458-5026-43D6-8C8F-02924DFE1BAF}" dt="2024-05-18T05:03:05.550" v="530" actId="1076"/>
          <ac:spMkLst>
            <pc:docMk/>
            <pc:sldMk cId="3921434846" sldId="587"/>
            <ac:spMk id="4" creationId="{37DDADB6-FEDE-F371-AEA9-C5A37A96DB50}"/>
          </ac:spMkLst>
        </pc:spChg>
        <pc:spChg chg="add mod">
          <ac:chgData name="强 李" userId="cd6c7ec7188785ae" providerId="LiveId" clId="{C4BB4458-5026-43D6-8C8F-02924DFE1BAF}" dt="2024-05-18T14:13:16.409" v="1392" actId="1037"/>
          <ac:spMkLst>
            <pc:docMk/>
            <pc:sldMk cId="3921434846" sldId="587"/>
            <ac:spMk id="5" creationId="{EA83E63F-1A84-4C77-F88A-67457B349D94}"/>
          </ac:spMkLst>
        </pc:spChg>
        <pc:spChg chg="add mod">
          <ac:chgData name="强 李" userId="cd6c7ec7188785ae" providerId="LiveId" clId="{C4BB4458-5026-43D6-8C8F-02924DFE1BAF}" dt="2024-05-18T05:02:51.301" v="515" actId="1076"/>
          <ac:spMkLst>
            <pc:docMk/>
            <pc:sldMk cId="3921434846" sldId="587"/>
            <ac:spMk id="7" creationId="{A3AF7693-1B01-A7BF-B591-CA40ADA64FCF}"/>
          </ac:spMkLst>
        </pc:spChg>
        <pc:spChg chg="add mod">
          <ac:chgData name="强 李" userId="cd6c7ec7188785ae" providerId="LiveId" clId="{C4BB4458-5026-43D6-8C8F-02924DFE1BAF}" dt="2024-05-18T05:03:45.310" v="565" actId="1037"/>
          <ac:spMkLst>
            <pc:docMk/>
            <pc:sldMk cId="3921434846" sldId="587"/>
            <ac:spMk id="8" creationId="{16D8AC54-27F5-A2FE-FDAD-C66FFAE80155}"/>
          </ac:spMkLst>
        </pc:spChg>
        <pc:picChg chg="add del mod">
          <ac:chgData name="强 李" userId="cd6c7ec7188785ae" providerId="LiveId" clId="{C4BB4458-5026-43D6-8C8F-02924DFE1BAF}" dt="2024-05-18T05:05:37.660" v="585" actId="478"/>
          <ac:picMkLst>
            <pc:docMk/>
            <pc:sldMk cId="3921434846" sldId="587"/>
            <ac:picMk id="6" creationId="{3563A147-73CE-0E77-4EB7-6F12D9EAA0A5}"/>
          </ac:picMkLst>
        </pc:picChg>
        <pc:picChg chg="add mod">
          <ac:chgData name="强 李" userId="cd6c7ec7188785ae" providerId="LiveId" clId="{C4BB4458-5026-43D6-8C8F-02924DFE1BAF}" dt="2024-05-18T05:16:46.154" v="764" actId="14100"/>
          <ac:picMkLst>
            <pc:docMk/>
            <pc:sldMk cId="3921434846" sldId="587"/>
            <ac:picMk id="10" creationId="{02F96101-F061-483B-59C8-DAE652A14EFE}"/>
          </ac:picMkLst>
        </pc:picChg>
      </pc:sldChg>
      <pc:sldChg chg="addSp modSp mod">
        <pc:chgData name="强 李" userId="cd6c7ec7188785ae" providerId="LiveId" clId="{C4BB4458-5026-43D6-8C8F-02924DFE1BAF}" dt="2024-05-18T05:25:30.847" v="889"/>
        <pc:sldMkLst>
          <pc:docMk/>
          <pc:sldMk cId="2648053192" sldId="588"/>
        </pc:sldMkLst>
        <pc:spChg chg="mod">
          <ac:chgData name="强 李" userId="cd6c7ec7188785ae" providerId="LiveId" clId="{C4BB4458-5026-43D6-8C8F-02924DFE1BAF}" dt="2024-05-18T05:25:30.847" v="889"/>
          <ac:spMkLst>
            <pc:docMk/>
            <pc:sldMk cId="2648053192" sldId="588"/>
            <ac:spMk id="2" creationId="{00000000-0000-0000-0000-000000000000}"/>
          </ac:spMkLst>
        </pc:spChg>
        <pc:spChg chg="add mod ord">
          <ac:chgData name="强 李" userId="cd6c7ec7188785ae" providerId="LiveId" clId="{C4BB4458-5026-43D6-8C8F-02924DFE1BAF}" dt="2024-05-18T05:15:15.219" v="748" actId="171"/>
          <ac:spMkLst>
            <pc:docMk/>
            <pc:sldMk cId="2648053192" sldId="588"/>
            <ac:spMk id="3" creationId="{2F44D04F-DD6A-1675-150F-0D830C44AF9C}"/>
          </ac:spMkLst>
        </pc:spChg>
        <pc:spChg chg="add mod">
          <ac:chgData name="强 李" userId="cd6c7ec7188785ae" providerId="LiveId" clId="{C4BB4458-5026-43D6-8C8F-02924DFE1BAF}" dt="2024-05-18T05:22:35.894" v="799" actId="1038"/>
          <ac:spMkLst>
            <pc:docMk/>
            <pc:sldMk cId="2648053192" sldId="588"/>
            <ac:spMk id="4" creationId="{6727A4CA-1768-94A4-5B86-43070B44DF2C}"/>
          </ac:spMkLst>
        </pc:spChg>
        <pc:spChg chg="add mod">
          <ac:chgData name="强 李" userId="cd6c7ec7188785ae" providerId="LiveId" clId="{C4BB4458-5026-43D6-8C8F-02924DFE1BAF}" dt="2024-05-18T05:22:44.750" v="808" actId="1076"/>
          <ac:spMkLst>
            <pc:docMk/>
            <pc:sldMk cId="2648053192" sldId="588"/>
            <ac:spMk id="5" creationId="{8B7F548D-0B51-9956-B283-BDB03CA5C763}"/>
          </ac:spMkLst>
        </pc:spChg>
      </pc:sldChg>
      <pc:sldChg chg="addSp modSp mod modNotesTx">
        <pc:chgData name="强 李" userId="cd6c7ec7188785ae" providerId="LiveId" clId="{C4BB4458-5026-43D6-8C8F-02924DFE1BAF}" dt="2024-05-18T05:33:38.994" v="1079"/>
        <pc:sldMkLst>
          <pc:docMk/>
          <pc:sldMk cId="534191096" sldId="589"/>
        </pc:sldMkLst>
        <pc:spChg chg="mod">
          <ac:chgData name="强 李" userId="cd6c7ec7188785ae" providerId="LiveId" clId="{C4BB4458-5026-43D6-8C8F-02924DFE1BAF}" dt="2024-05-18T05:33:38.994" v="1079"/>
          <ac:spMkLst>
            <pc:docMk/>
            <pc:sldMk cId="534191096" sldId="589"/>
            <ac:spMk id="2" creationId="{00000000-0000-0000-0000-000000000000}"/>
          </ac:spMkLst>
        </pc:spChg>
        <pc:spChg chg="add mod">
          <ac:chgData name="强 李" userId="cd6c7ec7188785ae" providerId="LiveId" clId="{C4BB4458-5026-43D6-8C8F-02924DFE1BAF}" dt="2024-05-18T05:31:28.548" v="1009" actId="1038"/>
          <ac:spMkLst>
            <pc:docMk/>
            <pc:sldMk cId="534191096" sldId="589"/>
            <ac:spMk id="3" creationId="{1AB8738D-A1FE-4D54-0F21-BB9DBE4AC2AD}"/>
          </ac:spMkLst>
        </pc:spChg>
        <pc:spChg chg="add mod">
          <ac:chgData name="强 李" userId="cd6c7ec7188785ae" providerId="LiveId" clId="{C4BB4458-5026-43D6-8C8F-02924DFE1BAF}" dt="2024-05-18T05:31:38.807" v="1016" actId="1076"/>
          <ac:spMkLst>
            <pc:docMk/>
            <pc:sldMk cId="534191096" sldId="589"/>
            <ac:spMk id="4" creationId="{EAC312E4-EEF7-BC10-CF40-D9DFE5074984}"/>
          </ac:spMkLst>
        </pc:spChg>
        <pc:spChg chg="add mod">
          <ac:chgData name="强 李" userId="cd6c7ec7188785ae" providerId="LiveId" clId="{C4BB4458-5026-43D6-8C8F-02924DFE1BAF}" dt="2024-05-18T05:32:21.841" v="1025" actId="1076"/>
          <ac:spMkLst>
            <pc:docMk/>
            <pc:sldMk cId="534191096" sldId="589"/>
            <ac:spMk id="5" creationId="{713DDF87-D3EF-705D-B73A-8E85BB5DCB86}"/>
          </ac:spMkLst>
        </pc:spChg>
        <pc:spChg chg="add mod">
          <ac:chgData name="强 李" userId="cd6c7ec7188785ae" providerId="LiveId" clId="{C4BB4458-5026-43D6-8C8F-02924DFE1BAF}" dt="2024-05-18T05:32:35.401" v="1047" actId="1076"/>
          <ac:spMkLst>
            <pc:docMk/>
            <pc:sldMk cId="534191096" sldId="589"/>
            <ac:spMk id="6" creationId="{1583CA6D-E2C8-47E3-C865-AB9466112C52}"/>
          </ac:spMkLst>
        </pc:spChg>
        <pc:spChg chg="add mod">
          <ac:chgData name="强 李" userId="cd6c7ec7188785ae" providerId="LiveId" clId="{C4BB4458-5026-43D6-8C8F-02924DFE1BAF}" dt="2024-05-18T05:32:46.396" v="1061" actId="1076"/>
          <ac:spMkLst>
            <pc:docMk/>
            <pc:sldMk cId="534191096" sldId="589"/>
            <ac:spMk id="7" creationId="{B2718F15-7977-70BB-162C-9682D1DBB0BD}"/>
          </ac:spMkLst>
        </pc:spChg>
      </pc:sldChg>
      <pc:sldChg chg="modSp mod">
        <pc:chgData name="强 李" userId="cd6c7ec7188785ae" providerId="LiveId" clId="{C4BB4458-5026-43D6-8C8F-02924DFE1BAF}" dt="2024-05-18T05:34:49.979" v="1089" actId="6549"/>
        <pc:sldMkLst>
          <pc:docMk/>
          <pc:sldMk cId="4207264488" sldId="590"/>
        </pc:sldMkLst>
        <pc:spChg chg="mod">
          <ac:chgData name="强 李" userId="cd6c7ec7188785ae" providerId="LiveId" clId="{C4BB4458-5026-43D6-8C8F-02924DFE1BAF}" dt="2024-05-18T05:34:49.979" v="1089" actId="6549"/>
          <ac:spMkLst>
            <pc:docMk/>
            <pc:sldMk cId="4207264488" sldId="590"/>
            <ac:spMk id="2" creationId="{00000000-0000-0000-0000-000000000000}"/>
          </ac:spMkLst>
        </pc:spChg>
      </pc:sldChg>
      <pc:sldChg chg="modSp mod">
        <pc:chgData name="强 李" userId="cd6c7ec7188785ae" providerId="LiveId" clId="{C4BB4458-5026-43D6-8C8F-02924DFE1BAF}" dt="2024-05-18T05:37:46.107" v="1143"/>
        <pc:sldMkLst>
          <pc:docMk/>
          <pc:sldMk cId="3491062220" sldId="591"/>
        </pc:sldMkLst>
        <pc:spChg chg="mod">
          <ac:chgData name="强 李" userId="cd6c7ec7188785ae" providerId="LiveId" clId="{C4BB4458-5026-43D6-8C8F-02924DFE1BAF}" dt="2024-05-18T05:37:46.107" v="1143"/>
          <ac:spMkLst>
            <pc:docMk/>
            <pc:sldMk cId="3491062220" sldId="591"/>
            <ac:spMk id="2" creationId="{00000000-0000-0000-0000-000000000000}"/>
          </ac:spMkLst>
        </pc:spChg>
      </pc:sldChg>
      <pc:sldChg chg="modSp mod">
        <pc:chgData name="强 李" userId="cd6c7ec7188785ae" providerId="LiveId" clId="{C4BB4458-5026-43D6-8C8F-02924DFE1BAF}" dt="2024-05-18T05:38:25.684" v="1153"/>
        <pc:sldMkLst>
          <pc:docMk/>
          <pc:sldMk cId="4046377894" sldId="592"/>
        </pc:sldMkLst>
        <pc:spChg chg="mod">
          <ac:chgData name="强 李" userId="cd6c7ec7188785ae" providerId="LiveId" clId="{C4BB4458-5026-43D6-8C8F-02924DFE1BAF}" dt="2024-05-18T05:38:25.684" v="1153"/>
          <ac:spMkLst>
            <pc:docMk/>
            <pc:sldMk cId="4046377894" sldId="592"/>
            <ac:spMk id="2" creationId="{00000000-0000-0000-0000-000000000000}"/>
          </ac:spMkLst>
        </pc:spChg>
      </pc:sldChg>
      <pc:sldChg chg="modSp add mod">
        <pc:chgData name="强 李" userId="cd6c7ec7188785ae" providerId="LiveId" clId="{C4BB4458-5026-43D6-8C8F-02924DFE1BAF}" dt="2024-05-18T05:12:18.317" v="689" actId="6549"/>
        <pc:sldMkLst>
          <pc:docMk/>
          <pc:sldMk cId="3468762565" sldId="593"/>
        </pc:sldMkLst>
        <pc:spChg chg="mod">
          <ac:chgData name="强 李" userId="cd6c7ec7188785ae" providerId="LiveId" clId="{C4BB4458-5026-43D6-8C8F-02924DFE1BAF}" dt="2024-05-18T05:12:18.317" v="689" actId="6549"/>
          <ac:spMkLst>
            <pc:docMk/>
            <pc:sldMk cId="3468762565" sldId="593"/>
            <ac:spMk id="2" creationId="{00000000-0000-0000-0000-000000000000}"/>
          </ac:spMkLst>
        </pc:spChg>
      </pc:sldChg>
      <pc:sldChg chg="modSp add mod">
        <pc:chgData name="强 李" userId="cd6c7ec7188785ae" providerId="LiveId" clId="{C4BB4458-5026-43D6-8C8F-02924DFE1BAF}" dt="2024-05-18T14:17:39.797" v="1781" actId="6549"/>
        <pc:sldMkLst>
          <pc:docMk/>
          <pc:sldMk cId="340286292" sldId="594"/>
        </pc:sldMkLst>
        <pc:spChg chg="mod">
          <ac:chgData name="强 李" userId="cd6c7ec7188785ae" providerId="LiveId" clId="{C4BB4458-5026-43D6-8C8F-02924DFE1BAF}" dt="2024-05-18T14:17:39.797" v="1781" actId="6549"/>
          <ac:spMkLst>
            <pc:docMk/>
            <pc:sldMk cId="340286292" sldId="594"/>
            <ac:spMk id="2" creationId="{00000000-0000-0000-0000-000000000000}"/>
          </ac:spMkLst>
        </pc:spChg>
      </pc:sldChg>
      <pc:sldChg chg="add del">
        <pc:chgData name="强 李" userId="cd6c7ec7188785ae" providerId="LiveId" clId="{C4BB4458-5026-43D6-8C8F-02924DFE1BAF}" dt="2024-05-18T05:50:53.623" v="1203" actId="47"/>
        <pc:sldMkLst>
          <pc:docMk/>
          <pc:sldMk cId="2907531891" sldId="595"/>
        </pc:sldMkLst>
      </pc:sldChg>
      <pc:sldChg chg="addSp delSp modSp add mod setBg">
        <pc:chgData name="强 李" userId="cd6c7ec7188785ae" providerId="LiveId" clId="{C4BB4458-5026-43D6-8C8F-02924DFE1BAF}" dt="2024-05-18T05:51:56.279" v="1233" actId="1076"/>
        <pc:sldMkLst>
          <pc:docMk/>
          <pc:sldMk cId="1164883511" sldId="596"/>
        </pc:sldMkLst>
        <pc:spChg chg="mod ord">
          <ac:chgData name="强 李" userId="cd6c7ec7188785ae" providerId="LiveId" clId="{C4BB4458-5026-43D6-8C8F-02924DFE1BAF}" dt="2024-05-18T05:51:50.698" v="1232" actId="27636"/>
          <ac:spMkLst>
            <pc:docMk/>
            <pc:sldMk cId="1164883511" sldId="596"/>
            <ac:spMk id="2" creationId="{00000000-0000-0000-0000-000000000000}"/>
          </ac:spMkLst>
        </pc:spChg>
        <pc:spChg chg="mod">
          <ac:chgData name="强 李" userId="cd6c7ec7188785ae" providerId="LiveId" clId="{C4BB4458-5026-43D6-8C8F-02924DFE1BAF}" dt="2024-05-18T05:51:56.279" v="1233" actId="1076"/>
          <ac:spMkLst>
            <pc:docMk/>
            <pc:sldMk cId="1164883511" sldId="596"/>
            <ac:spMk id="4" creationId="{04F693BE-D3F5-9A06-FC54-A1D34A776B2D}"/>
          </ac:spMkLst>
        </pc:spChg>
        <pc:spChg chg="add del">
          <ac:chgData name="强 李" userId="cd6c7ec7188785ae" providerId="LiveId" clId="{C4BB4458-5026-43D6-8C8F-02924DFE1BAF}" dt="2024-05-18T05:51:11.224" v="1208" actId="26606"/>
          <ac:spMkLst>
            <pc:docMk/>
            <pc:sldMk cId="1164883511" sldId="596"/>
            <ac:spMk id="10" creationId="{F0A604E4-7307-451C-93BE-F1F7E1BF3BF8}"/>
          </ac:spMkLst>
        </pc:spChg>
        <pc:spChg chg="add del">
          <ac:chgData name="强 李" userId="cd6c7ec7188785ae" providerId="LiveId" clId="{C4BB4458-5026-43D6-8C8F-02924DFE1BAF}" dt="2024-05-18T05:51:11.224" v="1208" actId="26606"/>
          <ac:spMkLst>
            <pc:docMk/>
            <pc:sldMk cId="1164883511" sldId="596"/>
            <ac:spMk id="12" creationId="{F7F3A0AA-35E5-4085-942B-737839030604}"/>
          </ac:spMkLst>
        </pc:spChg>
        <pc:spChg chg="add del">
          <ac:chgData name="强 李" userId="cd6c7ec7188785ae" providerId="LiveId" clId="{C4BB4458-5026-43D6-8C8F-02924DFE1BAF}" dt="2024-05-18T05:51:11.224" v="1208" actId="26606"/>
          <ac:spMkLst>
            <pc:docMk/>
            <pc:sldMk cId="1164883511" sldId="596"/>
            <ac:spMk id="14" creationId="{402F5C38-C747-4173-ABBF-656E39E82130}"/>
          </ac:spMkLst>
        </pc:spChg>
        <pc:spChg chg="add del">
          <ac:chgData name="强 李" userId="cd6c7ec7188785ae" providerId="LiveId" clId="{C4BB4458-5026-43D6-8C8F-02924DFE1BAF}" dt="2024-05-18T05:51:11.224" v="1208" actId="26606"/>
          <ac:spMkLst>
            <pc:docMk/>
            <pc:sldMk cId="1164883511" sldId="596"/>
            <ac:spMk id="16" creationId="{E37EECFC-A684-4391-AE85-4CDAF5565F61}"/>
          </ac:spMkLst>
        </pc:spChg>
        <pc:spChg chg="add del">
          <ac:chgData name="强 李" userId="cd6c7ec7188785ae" providerId="LiveId" clId="{C4BB4458-5026-43D6-8C8F-02924DFE1BAF}" dt="2024-05-18T05:51:13.043" v="1210" actId="26606"/>
          <ac:spMkLst>
            <pc:docMk/>
            <pc:sldMk cId="1164883511" sldId="596"/>
            <ac:spMk id="18" creationId="{A8384FB5-9ADC-4DDC-881B-597D56F5B15D}"/>
          </ac:spMkLst>
        </pc:spChg>
        <pc:spChg chg="add del">
          <ac:chgData name="强 李" userId="cd6c7ec7188785ae" providerId="LiveId" clId="{C4BB4458-5026-43D6-8C8F-02924DFE1BAF}" dt="2024-05-18T05:51:13.043" v="1210" actId="26606"/>
          <ac:spMkLst>
            <pc:docMk/>
            <pc:sldMk cId="1164883511" sldId="596"/>
            <ac:spMk id="19" creationId="{1199E1B1-A8C0-4FE8-A5A8-1CB41D69F857}"/>
          </ac:spMkLst>
        </pc:spChg>
        <pc:spChg chg="add del">
          <ac:chgData name="强 李" userId="cd6c7ec7188785ae" providerId="LiveId" clId="{C4BB4458-5026-43D6-8C8F-02924DFE1BAF}" dt="2024-05-18T05:51:13.043" v="1210" actId="26606"/>
          <ac:spMkLst>
            <pc:docMk/>
            <pc:sldMk cId="1164883511" sldId="596"/>
            <ac:spMk id="20" creationId="{84A8DE83-DE75-4B41-9DB4-A7EC0B0DEC0B}"/>
          </ac:spMkLst>
        </pc:spChg>
        <pc:spChg chg="add del">
          <ac:chgData name="强 李" userId="cd6c7ec7188785ae" providerId="LiveId" clId="{C4BB4458-5026-43D6-8C8F-02924DFE1BAF}" dt="2024-05-18T05:51:13.043" v="1210" actId="26606"/>
          <ac:spMkLst>
            <pc:docMk/>
            <pc:sldMk cId="1164883511" sldId="596"/>
            <ac:spMk id="21" creationId="{A7009A0A-BEF5-4EAC-AF15-E4F9F002E239}"/>
          </ac:spMkLst>
        </pc:spChg>
        <pc:spChg chg="add del">
          <ac:chgData name="强 李" userId="cd6c7ec7188785ae" providerId="LiveId" clId="{C4BB4458-5026-43D6-8C8F-02924DFE1BAF}" dt="2024-05-18T05:51:18.471" v="1212" actId="26606"/>
          <ac:spMkLst>
            <pc:docMk/>
            <pc:sldMk cId="1164883511" sldId="596"/>
            <ac:spMk id="25" creationId="{23D09407-53BC-485E-B4CE-BC5E4FC4B25B}"/>
          </ac:spMkLst>
        </pc:spChg>
        <pc:spChg chg="add del">
          <ac:chgData name="强 李" userId="cd6c7ec7188785ae" providerId="LiveId" clId="{C4BB4458-5026-43D6-8C8F-02924DFE1BAF}" dt="2024-05-18T05:51:18.471" v="1212" actId="26606"/>
          <ac:spMkLst>
            <pc:docMk/>
            <pc:sldMk cId="1164883511" sldId="596"/>
            <ac:spMk id="26" creationId="{921DB988-49FC-4608-B0A2-E2F3A4019041}"/>
          </ac:spMkLst>
        </pc:spChg>
        <pc:spChg chg="add">
          <ac:chgData name="强 李" userId="cd6c7ec7188785ae" providerId="LiveId" clId="{C4BB4458-5026-43D6-8C8F-02924DFE1BAF}" dt="2024-05-18T05:51:18.475" v="1213" actId="26606"/>
          <ac:spMkLst>
            <pc:docMk/>
            <pc:sldMk cId="1164883511" sldId="596"/>
            <ac:spMk id="33" creationId="{5E395AE0-8789-FAD6-A987-32E65C185100}"/>
          </ac:spMkLst>
        </pc:spChg>
        <pc:grpChg chg="add del">
          <ac:chgData name="强 李" userId="cd6c7ec7188785ae" providerId="LiveId" clId="{C4BB4458-5026-43D6-8C8F-02924DFE1BAF}" dt="2024-05-18T05:51:18.471" v="1212" actId="26606"/>
          <ac:grpSpMkLst>
            <pc:docMk/>
            <pc:sldMk cId="1164883511" sldId="596"/>
            <ac:grpSpMk id="27" creationId="{E9B930FD-8671-4C4C-ADCF-73AC1D0CD417}"/>
          </ac:grpSpMkLst>
        </pc:grpChg>
        <pc:grpChg chg="add del">
          <ac:chgData name="强 李" userId="cd6c7ec7188785ae" providerId="LiveId" clId="{C4BB4458-5026-43D6-8C8F-02924DFE1BAF}" dt="2024-05-18T05:51:18.471" v="1212" actId="26606"/>
          <ac:grpSpMkLst>
            <pc:docMk/>
            <pc:sldMk cId="1164883511" sldId="596"/>
            <ac:grpSpMk id="30" creationId="{383C2651-AE0C-4AE4-8725-E2F9414FE219}"/>
          </ac:grpSpMkLst>
        </pc:grpChg>
        <pc:picChg chg="add mod">
          <ac:chgData name="强 李" userId="cd6c7ec7188785ae" providerId="LiveId" clId="{C4BB4458-5026-43D6-8C8F-02924DFE1BAF}" dt="2024-05-18T05:51:29.715" v="1214" actId="14100"/>
          <ac:picMkLst>
            <pc:docMk/>
            <pc:sldMk cId="1164883511" sldId="596"/>
            <ac:picMk id="5" creationId="{2ADD046A-1E76-1E25-D210-434E5BDA978C}"/>
          </ac:picMkLst>
        </pc:picChg>
        <pc:cxnChg chg="add">
          <ac:chgData name="强 李" userId="cd6c7ec7188785ae" providerId="LiveId" clId="{C4BB4458-5026-43D6-8C8F-02924DFE1BAF}" dt="2024-05-18T05:51:18.475" v="1213" actId="26606"/>
          <ac:cxnSpMkLst>
            <pc:docMk/>
            <pc:sldMk cId="1164883511" sldId="596"/>
            <ac:cxnSpMk id="34" creationId="{7667AA61-5C27-F30F-D229-06CBE5709F33}"/>
          </ac:cxnSpMkLst>
        </pc:cxnChg>
      </pc:sldChg>
    </pc:docChg>
  </pc:docChgLst>
  <pc:docChgLst>
    <pc:chgData name="强 李" userId="cd6c7ec7188785ae" providerId="LiveId" clId="{3434C14B-4913-45F3-BF5C-E36635063320}"/>
    <pc:docChg chg="undo custSel modSld">
      <pc:chgData name="强 李" userId="cd6c7ec7188785ae" providerId="LiveId" clId="{3434C14B-4913-45F3-BF5C-E36635063320}" dt="2023-09-23T06:39:32.905" v="1065"/>
      <pc:docMkLst>
        <pc:docMk/>
      </pc:docMkLst>
      <pc:sldChg chg="modSp mod">
        <pc:chgData name="强 李" userId="cd6c7ec7188785ae" providerId="LiveId" clId="{3434C14B-4913-45F3-BF5C-E36635063320}" dt="2023-09-23T04:52:43.328" v="441"/>
        <pc:sldMkLst>
          <pc:docMk/>
          <pc:sldMk cId="1242525785" sldId="543"/>
        </pc:sldMkLst>
        <pc:spChg chg="mod">
          <ac:chgData name="强 李" userId="cd6c7ec7188785ae" providerId="LiveId" clId="{3434C14B-4913-45F3-BF5C-E36635063320}" dt="2023-09-23T04:52:43.328" v="441"/>
          <ac:spMkLst>
            <pc:docMk/>
            <pc:sldMk cId="1242525785" sldId="543"/>
            <ac:spMk id="2" creationId="{00000000-0000-0000-0000-000000000000}"/>
          </ac:spMkLst>
        </pc:spChg>
      </pc:sldChg>
      <pc:sldChg chg="modSp mod">
        <pc:chgData name="强 李" userId="cd6c7ec7188785ae" providerId="LiveId" clId="{3434C14B-4913-45F3-BF5C-E36635063320}" dt="2023-09-23T04:45:23.447" v="322" actId="20577"/>
        <pc:sldMkLst>
          <pc:docMk/>
          <pc:sldMk cId="419382719" sldId="552"/>
        </pc:sldMkLst>
        <pc:spChg chg="mod">
          <ac:chgData name="强 李" userId="cd6c7ec7188785ae" providerId="LiveId" clId="{3434C14B-4913-45F3-BF5C-E36635063320}" dt="2023-09-23T04:45:23.447" v="322" actId="20577"/>
          <ac:spMkLst>
            <pc:docMk/>
            <pc:sldMk cId="419382719" sldId="552"/>
            <ac:spMk id="2" creationId="{00000000-0000-0000-0000-000000000000}"/>
          </ac:spMkLst>
        </pc:spChg>
      </pc:sldChg>
      <pc:sldChg chg="modSp mod">
        <pc:chgData name="强 李" userId="cd6c7ec7188785ae" providerId="LiveId" clId="{3434C14B-4913-45F3-BF5C-E36635063320}" dt="2023-09-23T06:32:50.075" v="909"/>
        <pc:sldMkLst>
          <pc:docMk/>
          <pc:sldMk cId="530530540" sldId="553"/>
        </pc:sldMkLst>
        <pc:spChg chg="mod">
          <ac:chgData name="强 李" userId="cd6c7ec7188785ae" providerId="LiveId" clId="{3434C14B-4913-45F3-BF5C-E36635063320}" dt="2023-09-23T06:32:50.075" v="909"/>
          <ac:spMkLst>
            <pc:docMk/>
            <pc:sldMk cId="530530540" sldId="553"/>
            <ac:spMk id="2" creationId="{00000000-0000-0000-0000-000000000000}"/>
          </ac:spMkLst>
        </pc:spChg>
      </pc:sldChg>
      <pc:sldChg chg="addSp delSp modSp mod">
        <pc:chgData name="强 李" userId="cd6c7ec7188785ae" providerId="LiveId" clId="{3434C14B-4913-45F3-BF5C-E36635063320}" dt="2023-09-23T03:57:19.217" v="233" actId="1036"/>
        <pc:sldMkLst>
          <pc:docMk/>
          <pc:sldMk cId="3418790839" sldId="554"/>
        </pc:sldMkLst>
        <pc:spChg chg="mod">
          <ac:chgData name="强 李" userId="cd6c7ec7188785ae" providerId="LiveId" clId="{3434C14B-4913-45F3-BF5C-E36635063320}" dt="2023-09-23T03:56:03.363" v="187" actId="1076"/>
          <ac:spMkLst>
            <pc:docMk/>
            <pc:sldMk cId="3418790839" sldId="554"/>
            <ac:spMk id="2" creationId="{00000000-0000-0000-0000-000000000000}"/>
          </ac:spMkLst>
        </pc:spChg>
        <pc:spChg chg="add del mod">
          <ac:chgData name="强 李" userId="cd6c7ec7188785ae" providerId="LiveId" clId="{3434C14B-4913-45F3-BF5C-E36635063320}" dt="2023-09-23T03:55:52.445" v="184" actId="478"/>
          <ac:spMkLst>
            <pc:docMk/>
            <pc:sldMk cId="3418790839" sldId="554"/>
            <ac:spMk id="14" creationId="{F53D6637-E2BB-DFFB-F2A7-CBCCBA49687C}"/>
          </ac:spMkLst>
        </pc:spChg>
        <pc:spChg chg="add mod">
          <ac:chgData name="强 李" userId="cd6c7ec7188785ae" providerId="LiveId" clId="{3434C14B-4913-45F3-BF5C-E36635063320}" dt="2023-09-23T03:57:19.217" v="233" actId="1036"/>
          <ac:spMkLst>
            <pc:docMk/>
            <pc:sldMk cId="3418790839" sldId="554"/>
            <ac:spMk id="16" creationId="{7DE16206-6F61-BEC3-0DA4-3625D631A8E6}"/>
          </ac:spMkLst>
        </pc:spChg>
      </pc:sldChg>
      <pc:sldChg chg="modSp mod">
        <pc:chgData name="强 李" userId="cd6c7ec7188785ae" providerId="LiveId" clId="{3434C14B-4913-45F3-BF5C-E36635063320}" dt="2023-09-23T05:05:12.370" v="571"/>
        <pc:sldMkLst>
          <pc:docMk/>
          <pc:sldMk cId="377519088" sldId="563"/>
        </pc:sldMkLst>
        <pc:spChg chg="mod">
          <ac:chgData name="强 李" userId="cd6c7ec7188785ae" providerId="LiveId" clId="{3434C14B-4913-45F3-BF5C-E36635063320}" dt="2023-09-23T05:05:12.370" v="571"/>
          <ac:spMkLst>
            <pc:docMk/>
            <pc:sldMk cId="377519088" sldId="563"/>
            <ac:spMk id="2" creationId="{00000000-0000-0000-0000-000000000000}"/>
          </ac:spMkLst>
        </pc:spChg>
      </pc:sldChg>
      <pc:sldChg chg="modSp mod addCm modCm">
        <pc:chgData name="强 李" userId="cd6c7ec7188785ae" providerId="LiveId" clId="{3434C14B-4913-45F3-BF5C-E36635063320}" dt="2023-09-23T05:03:49.027" v="552" actId="948"/>
        <pc:sldMkLst>
          <pc:docMk/>
          <pc:sldMk cId="159884778" sldId="574"/>
        </pc:sldMkLst>
        <pc:spChg chg="mod">
          <ac:chgData name="强 李" userId="cd6c7ec7188785ae" providerId="LiveId" clId="{3434C14B-4913-45F3-BF5C-E36635063320}" dt="2023-09-23T05:03:49.027" v="552" actId="948"/>
          <ac:spMkLst>
            <pc:docMk/>
            <pc:sldMk cId="159884778" sldId="574"/>
            <ac:spMk id="2" creationId="{00000000-0000-0000-0000-000000000000}"/>
          </ac:spMkLst>
        </pc:spChg>
        <pc:extLst>
          <p:ext xmlns:p="http://schemas.openxmlformats.org/presentationml/2006/main" uri="{D6D511B9-2390-475A-947B-AFAB55BFBCF1}">
            <pc226:cmChg xmlns:pc226="http://schemas.microsoft.com/office/powerpoint/2022/06/main/command" chg="add mod">
              <pc226:chgData name="强 李" userId="cd6c7ec7188785ae" providerId="LiveId" clId="{3434C14B-4913-45F3-BF5C-E36635063320}" dt="2023-09-23T05:02:07.680" v="548" actId="20577"/>
              <pc2:cmMkLst xmlns:pc2="http://schemas.microsoft.com/office/powerpoint/2019/9/main/command">
                <pc:docMk/>
                <pc:sldMk cId="159884778" sldId="574"/>
                <pc2:cmMk id="{49F27449-9C59-4030-BC86-B1BEB531CBBD}"/>
              </pc2:cmMkLst>
            </pc226:cmChg>
          </p:ext>
        </pc:extLst>
      </pc:sldChg>
      <pc:sldChg chg="modSp mod">
        <pc:chgData name="强 李" userId="cd6c7ec7188785ae" providerId="LiveId" clId="{3434C14B-4913-45F3-BF5C-E36635063320}" dt="2023-09-23T06:35:24.952" v="983"/>
        <pc:sldMkLst>
          <pc:docMk/>
          <pc:sldMk cId="3225081264" sldId="575"/>
        </pc:sldMkLst>
        <pc:spChg chg="mod">
          <ac:chgData name="强 李" userId="cd6c7ec7188785ae" providerId="LiveId" clId="{3434C14B-4913-45F3-BF5C-E36635063320}" dt="2023-09-23T06:35:24.952" v="983"/>
          <ac:spMkLst>
            <pc:docMk/>
            <pc:sldMk cId="3225081264" sldId="575"/>
            <ac:spMk id="2" creationId="{00000000-0000-0000-0000-000000000000}"/>
          </ac:spMkLst>
        </pc:spChg>
      </pc:sldChg>
      <pc:sldChg chg="modSp mod">
        <pc:chgData name="强 李" userId="cd6c7ec7188785ae" providerId="LiveId" clId="{3434C14B-4913-45F3-BF5C-E36635063320}" dt="2023-09-23T06:36:01.585" v="987" actId="404"/>
        <pc:sldMkLst>
          <pc:docMk/>
          <pc:sldMk cId="285165969" sldId="577"/>
        </pc:sldMkLst>
        <pc:spChg chg="mod">
          <ac:chgData name="强 李" userId="cd6c7ec7188785ae" providerId="LiveId" clId="{3434C14B-4913-45F3-BF5C-E36635063320}" dt="2023-09-23T06:36:01.585" v="987" actId="404"/>
          <ac:spMkLst>
            <pc:docMk/>
            <pc:sldMk cId="285165969" sldId="577"/>
            <ac:spMk id="2" creationId="{00000000-0000-0000-0000-000000000000}"/>
          </ac:spMkLst>
        </pc:spChg>
      </pc:sldChg>
      <pc:sldChg chg="modSp mod">
        <pc:chgData name="强 李" userId="cd6c7ec7188785ae" providerId="LiveId" clId="{3434C14B-4913-45F3-BF5C-E36635063320}" dt="2023-09-23T05:09:44.251" v="645" actId="20577"/>
        <pc:sldMkLst>
          <pc:docMk/>
          <pc:sldMk cId="3107274554" sldId="578"/>
        </pc:sldMkLst>
        <pc:spChg chg="mod">
          <ac:chgData name="强 李" userId="cd6c7ec7188785ae" providerId="LiveId" clId="{3434C14B-4913-45F3-BF5C-E36635063320}" dt="2023-09-23T05:09:44.251" v="645" actId="20577"/>
          <ac:spMkLst>
            <pc:docMk/>
            <pc:sldMk cId="3107274554" sldId="578"/>
            <ac:spMk id="2" creationId="{00000000-0000-0000-0000-000000000000}"/>
          </ac:spMkLst>
        </pc:spChg>
      </pc:sldChg>
      <pc:sldChg chg="modSp mod">
        <pc:chgData name="强 李" userId="cd6c7ec7188785ae" providerId="LiveId" clId="{3434C14B-4913-45F3-BF5C-E36635063320}" dt="2023-09-23T05:13:42.555" v="752" actId="404"/>
        <pc:sldMkLst>
          <pc:docMk/>
          <pc:sldMk cId="3941516956" sldId="579"/>
        </pc:sldMkLst>
        <pc:spChg chg="mod">
          <ac:chgData name="强 李" userId="cd6c7ec7188785ae" providerId="LiveId" clId="{3434C14B-4913-45F3-BF5C-E36635063320}" dt="2023-09-23T05:13:42.555" v="752" actId="404"/>
          <ac:spMkLst>
            <pc:docMk/>
            <pc:sldMk cId="3941516956" sldId="579"/>
            <ac:spMk id="2" creationId="{00000000-0000-0000-0000-000000000000}"/>
          </ac:spMkLst>
        </pc:spChg>
      </pc:sldChg>
      <pc:sldChg chg="modSp mod">
        <pc:chgData name="强 李" userId="cd6c7ec7188785ae" providerId="LiveId" clId="{3434C14B-4913-45F3-BF5C-E36635063320}" dt="2023-09-23T06:36:33.383" v="988" actId="2711"/>
        <pc:sldMkLst>
          <pc:docMk/>
          <pc:sldMk cId="599750978" sldId="583"/>
        </pc:sldMkLst>
        <pc:spChg chg="mod">
          <ac:chgData name="强 李" userId="cd6c7ec7188785ae" providerId="LiveId" clId="{3434C14B-4913-45F3-BF5C-E36635063320}" dt="2023-09-23T06:36:33.383" v="988" actId="2711"/>
          <ac:spMkLst>
            <pc:docMk/>
            <pc:sldMk cId="599750978" sldId="583"/>
            <ac:spMk id="2" creationId="{00000000-0000-0000-0000-000000000000}"/>
          </ac:spMkLst>
        </pc:spChg>
      </pc:sldChg>
      <pc:sldChg chg="modSp mod">
        <pc:chgData name="强 李" userId="cd6c7ec7188785ae" providerId="LiveId" clId="{3434C14B-4913-45F3-BF5C-E36635063320}" dt="2023-09-23T06:38:24.616" v="1044" actId="20577"/>
        <pc:sldMkLst>
          <pc:docMk/>
          <pc:sldMk cId="3883622925" sldId="584"/>
        </pc:sldMkLst>
        <pc:spChg chg="mod">
          <ac:chgData name="强 李" userId="cd6c7ec7188785ae" providerId="LiveId" clId="{3434C14B-4913-45F3-BF5C-E36635063320}" dt="2023-09-23T06:38:24.616" v="1044" actId="20577"/>
          <ac:spMkLst>
            <pc:docMk/>
            <pc:sldMk cId="3883622925" sldId="584"/>
            <ac:spMk id="2" creationId="{00000000-0000-0000-0000-000000000000}"/>
          </ac:spMkLst>
        </pc:spChg>
      </pc:sldChg>
      <pc:sldChg chg="modSp mod">
        <pc:chgData name="强 李" userId="cd6c7ec7188785ae" providerId="LiveId" clId="{3434C14B-4913-45F3-BF5C-E36635063320}" dt="2023-09-23T06:39:32.905" v="1065"/>
        <pc:sldMkLst>
          <pc:docMk/>
          <pc:sldMk cId="4127907290" sldId="586"/>
        </pc:sldMkLst>
        <pc:spChg chg="mod">
          <ac:chgData name="强 李" userId="cd6c7ec7188785ae" providerId="LiveId" clId="{3434C14B-4913-45F3-BF5C-E36635063320}" dt="2023-09-23T06:39:32.905" v="1065"/>
          <ac:spMkLst>
            <pc:docMk/>
            <pc:sldMk cId="4127907290" sldId="586"/>
            <ac:spMk id="2" creationId="{00000000-0000-0000-0000-000000000000}"/>
          </ac:spMkLst>
        </pc:spChg>
      </pc:sldChg>
    </pc:docChg>
  </pc:docChgLst>
  <pc:docChgLst>
    <pc:chgData name="强 李" userId="cd6c7ec7188785ae" providerId="LiveId" clId="{57F995F4-A061-40B7-A2D8-F33AF6A8A4CC}"/>
    <pc:docChg chg="undo custSel addSld delSld modSld sldOrd">
      <pc:chgData name="强 李" userId="cd6c7ec7188785ae" providerId="LiveId" clId="{57F995F4-A061-40B7-A2D8-F33AF6A8A4CC}" dt="2024-11-02T13:30:08.488" v="3023"/>
      <pc:docMkLst>
        <pc:docMk/>
      </pc:docMkLst>
      <pc:sldChg chg="addSp delSp modSp mod">
        <pc:chgData name="强 李" userId="cd6c7ec7188785ae" providerId="LiveId" clId="{57F995F4-A061-40B7-A2D8-F33AF6A8A4CC}" dt="2024-11-02T09:43:18.732" v="21" actId="6549"/>
        <pc:sldMkLst>
          <pc:docMk/>
          <pc:sldMk cId="1911491714" sldId="560"/>
        </pc:sldMkLst>
        <pc:spChg chg="mod">
          <ac:chgData name="强 李" userId="cd6c7ec7188785ae" providerId="LiveId" clId="{57F995F4-A061-40B7-A2D8-F33AF6A8A4CC}" dt="2024-11-02T09:43:18.732" v="21" actId="6549"/>
          <ac:spMkLst>
            <pc:docMk/>
            <pc:sldMk cId="1911491714" sldId="560"/>
            <ac:spMk id="4" creationId="{00000000-0000-0000-0000-000000000000}"/>
          </ac:spMkLst>
        </pc:spChg>
        <pc:spChg chg="add del">
          <ac:chgData name="强 李" userId="cd6c7ec7188785ae" providerId="LiveId" clId="{57F995F4-A061-40B7-A2D8-F33AF6A8A4CC}" dt="2024-11-02T09:43:04.901" v="15" actId="22"/>
          <ac:spMkLst>
            <pc:docMk/>
            <pc:sldMk cId="1911491714" sldId="560"/>
            <ac:spMk id="6" creationId="{A1E03BFE-99F1-951D-A450-59A653F507D7}"/>
          </ac:spMkLst>
        </pc:spChg>
        <pc:picChg chg="add del mod">
          <ac:chgData name="强 李" userId="cd6c7ec7188785ae" providerId="LiveId" clId="{57F995F4-A061-40B7-A2D8-F33AF6A8A4CC}" dt="2024-11-02T09:40:45.808" v="7" actId="21"/>
          <ac:picMkLst>
            <pc:docMk/>
            <pc:sldMk cId="1911491714" sldId="560"/>
            <ac:picMk id="2" creationId="{6804890F-3296-1FDE-7C4B-8DF67840EBA1}"/>
          </ac:picMkLst>
        </pc:picChg>
        <pc:picChg chg="add mod">
          <ac:chgData name="强 李" userId="cd6c7ec7188785ae" providerId="LiveId" clId="{57F995F4-A061-40B7-A2D8-F33AF6A8A4CC}" dt="2024-11-02T09:42:05.620" v="13" actId="1440"/>
          <ac:picMkLst>
            <pc:docMk/>
            <pc:sldMk cId="1911491714" sldId="560"/>
            <ac:picMk id="3" creationId="{38BAA1DA-E384-D0A6-6F7C-80DBC7CDBC06}"/>
          </ac:picMkLst>
        </pc:picChg>
      </pc:sldChg>
      <pc:sldChg chg="modSp mod">
        <pc:chgData name="强 李" userId="cd6c7ec7188785ae" providerId="LiveId" clId="{57F995F4-A061-40B7-A2D8-F33AF6A8A4CC}" dt="2024-11-02T12:19:03.849" v="1276" actId="6549"/>
        <pc:sldMkLst>
          <pc:docMk/>
          <pc:sldMk cId="340286292" sldId="594"/>
        </pc:sldMkLst>
        <pc:spChg chg="mod">
          <ac:chgData name="强 李" userId="cd6c7ec7188785ae" providerId="LiveId" clId="{57F995F4-A061-40B7-A2D8-F33AF6A8A4CC}" dt="2024-11-02T12:19:03.849" v="1276" actId="6549"/>
          <ac:spMkLst>
            <pc:docMk/>
            <pc:sldMk cId="340286292" sldId="594"/>
            <ac:spMk id="2" creationId="{00000000-0000-0000-0000-000000000000}"/>
          </ac:spMkLst>
        </pc:spChg>
        <pc:spChg chg="mod">
          <ac:chgData name="强 李" userId="cd6c7ec7188785ae" providerId="LiveId" clId="{57F995F4-A061-40B7-A2D8-F33AF6A8A4CC}" dt="2024-11-02T12:12:50" v="1139"/>
          <ac:spMkLst>
            <pc:docMk/>
            <pc:sldMk cId="340286292" sldId="594"/>
            <ac:spMk id="18" creationId="{00000000-0000-0000-0000-000000000000}"/>
          </ac:spMkLst>
        </pc:spChg>
      </pc:sldChg>
      <pc:sldChg chg="addSp delSp modSp mod">
        <pc:chgData name="强 李" userId="cd6c7ec7188785ae" providerId="LiveId" clId="{57F995F4-A061-40B7-A2D8-F33AF6A8A4CC}" dt="2024-11-02T13:29:06.519" v="3016" actId="26606"/>
        <pc:sldMkLst>
          <pc:docMk/>
          <pc:sldMk cId="1301125905" sldId="608"/>
        </pc:sldMkLst>
        <pc:spChg chg="add del mod">
          <ac:chgData name="强 李" userId="cd6c7ec7188785ae" providerId="LiveId" clId="{57F995F4-A061-40B7-A2D8-F33AF6A8A4CC}" dt="2024-11-02T13:29:06.519" v="3016" actId="26606"/>
          <ac:spMkLst>
            <pc:docMk/>
            <pc:sldMk cId="1301125905" sldId="608"/>
            <ac:spMk id="2" creationId="{00000000-0000-0000-0000-000000000000}"/>
          </ac:spMkLst>
        </pc:spChg>
        <pc:spChg chg="mod">
          <ac:chgData name="强 李" userId="cd6c7ec7188785ae" providerId="LiveId" clId="{57F995F4-A061-40B7-A2D8-F33AF6A8A4CC}" dt="2024-11-02T13:29:06.519" v="3016" actId="26606"/>
          <ac:spMkLst>
            <pc:docMk/>
            <pc:sldMk cId="1301125905" sldId="608"/>
            <ac:spMk id="18" creationId="{00000000-0000-0000-0000-000000000000}"/>
          </ac:spMkLst>
        </pc:spChg>
        <pc:spChg chg="add del">
          <ac:chgData name="强 李" userId="cd6c7ec7188785ae" providerId="LiveId" clId="{57F995F4-A061-40B7-A2D8-F33AF6A8A4CC}" dt="2024-11-02T13:29:06.519" v="3016" actId="26606"/>
          <ac:spMkLst>
            <pc:docMk/>
            <pc:sldMk cId="1301125905" sldId="608"/>
            <ac:spMk id="74" creationId="{081EA652-8C6A-4E69-BEB9-170809474553}"/>
          </ac:spMkLst>
        </pc:spChg>
        <pc:spChg chg="add del">
          <ac:chgData name="强 李" userId="cd6c7ec7188785ae" providerId="LiveId" clId="{57F995F4-A061-40B7-A2D8-F33AF6A8A4CC}" dt="2024-11-02T13:29:06.519" v="3016" actId="26606"/>
          <ac:spMkLst>
            <pc:docMk/>
            <pc:sldMk cId="1301125905" sldId="608"/>
            <ac:spMk id="75" creationId="{5298780A-33B9-4EA2-8F67-DE68AD62841B}"/>
          </ac:spMkLst>
        </pc:spChg>
        <pc:spChg chg="add del">
          <ac:chgData name="强 李" userId="cd6c7ec7188785ae" providerId="LiveId" clId="{57F995F4-A061-40B7-A2D8-F33AF6A8A4CC}" dt="2024-11-02T13:29:06.519" v="3016" actId="26606"/>
          <ac:spMkLst>
            <pc:docMk/>
            <pc:sldMk cId="1301125905" sldId="608"/>
            <ac:spMk id="76" creationId="{7F488E8B-4E1E-4402-8935-D4E6C02615C7}"/>
          </ac:spMkLst>
        </pc:spChg>
        <pc:spChg chg="add del">
          <ac:chgData name="强 李" userId="cd6c7ec7188785ae" providerId="LiveId" clId="{57F995F4-A061-40B7-A2D8-F33AF6A8A4CC}" dt="2024-11-02T13:29:06.495" v="3015" actId="26606"/>
          <ac:spMkLst>
            <pc:docMk/>
            <pc:sldMk cId="1301125905" sldId="608"/>
            <ac:spMk id="83" creationId="{BACC6370-2D7E-4714-9D71-7542949D7D5D}"/>
          </ac:spMkLst>
        </pc:spChg>
        <pc:spChg chg="add del">
          <ac:chgData name="强 李" userId="cd6c7ec7188785ae" providerId="LiveId" clId="{57F995F4-A061-40B7-A2D8-F33AF6A8A4CC}" dt="2024-11-02T13:29:06.495" v="3015" actId="26606"/>
          <ac:spMkLst>
            <pc:docMk/>
            <pc:sldMk cId="1301125905" sldId="608"/>
            <ac:spMk id="85" creationId="{F68B3F68-107C-434F-AA38-110D5EA91B85}"/>
          </ac:spMkLst>
        </pc:spChg>
        <pc:spChg chg="add del">
          <ac:chgData name="强 李" userId="cd6c7ec7188785ae" providerId="LiveId" clId="{57F995F4-A061-40B7-A2D8-F33AF6A8A4CC}" dt="2024-11-02T13:29:06.495" v="3015" actId="26606"/>
          <ac:spMkLst>
            <pc:docMk/>
            <pc:sldMk cId="1301125905" sldId="608"/>
            <ac:spMk id="87" creationId="{AAD0DBB9-1A4B-4391-81D4-CB19F9AB918A}"/>
          </ac:spMkLst>
        </pc:spChg>
        <pc:spChg chg="add del">
          <ac:chgData name="强 李" userId="cd6c7ec7188785ae" providerId="LiveId" clId="{57F995F4-A061-40B7-A2D8-F33AF6A8A4CC}" dt="2024-11-02T13:29:06.495" v="3015" actId="26606"/>
          <ac:spMkLst>
            <pc:docMk/>
            <pc:sldMk cId="1301125905" sldId="608"/>
            <ac:spMk id="89" creationId="{063BBA22-50EA-4C4D-BE05-F1CE4E63AA56}"/>
          </ac:spMkLst>
        </pc:spChg>
        <pc:spChg chg="add">
          <ac:chgData name="强 李" userId="cd6c7ec7188785ae" providerId="LiveId" clId="{57F995F4-A061-40B7-A2D8-F33AF6A8A4CC}" dt="2024-11-02T13:29:06.519" v="3016" actId="26606"/>
          <ac:spMkLst>
            <pc:docMk/>
            <pc:sldMk cId="1301125905" sldId="608"/>
            <ac:spMk id="91" creationId="{955A2079-FA98-4876-80F0-72364A7D2EA4}"/>
          </ac:spMkLst>
        </pc:spChg>
        <pc:graphicFrameChg chg="add del">
          <ac:chgData name="强 李" userId="cd6c7ec7188785ae" providerId="LiveId" clId="{57F995F4-A061-40B7-A2D8-F33AF6A8A4CC}" dt="2024-11-02T13:29:06.495" v="3015" actId="26606"/>
          <ac:graphicFrameMkLst>
            <pc:docMk/>
            <pc:sldMk cId="1301125905" sldId="608"/>
            <ac:graphicFrameMk id="79" creationId="{A25B8A34-C49A-2BD2-D6EF-E3BF6E41A924}"/>
          </ac:graphicFrameMkLst>
        </pc:graphicFrameChg>
        <pc:graphicFrameChg chg="add">
          <ac:chgData name="强 李" userId="cd6c7ec7188785ae" providerId="LiveId" clId="{57F995F4-A061-40B7-A2D8-F33AF6A8A4CC}" dt="2024-11-02T13:29:06.519" v="3016" actId="26606"/>
          <ac:graphicFrameMkLst>
            <pc:docMk/>
            <pc:sldMk cId="1301125905" sldId="608"/>
            <ac:graphicFrameMk id="92" creationId="{D538D9A6-7FFD-E3B6-74C7-3744D3E3A4C9}"/>
          </ac:graphicFrameMkLst>
        </pc:graphicFrameChg>
        <pc:cxnChg chg="add del">
          <ac:chgData name="强 李" userId="cd6c7ec7188785ae" providerId="LiveId" clId="{57F995F4-A061-40B7-A2D8-F33AF6A8A4CC}" dt="2024-11-02T13:29:06.519" v="3016" actId="26606"/>
          <ac:cxnSpMkLst>
            <pc:docMk/>
            <pc:sldMk cId="1301125905" sldId="608"/>
            <ac:cxnSpMk id="77" creationId="{23AAC9B5-8015-485C-ACF9-A750390E9A56}"/>
          </ac:cxnSpMkLst>
        </pc:cxnChg>
      </pc:sldChg>
      <pc:sldChg chg="delSp modSp mod modNotesTx">
        <pc:chgData name="强 李" userId="cd6c7ec7188785ae" providerId="LiveId" clId="{57F995F4-A061-40B7-A2D8-F33AF6A8A4CC}" dt="2024-11-02T11:31:15.239" v="498" actId="20577"/>
        <pc:sldMkLst>
          <pc:docMk/>
          <pc:sldMk cId="1722492924" sldId="609"/>
        </pc:sldMkLst>
        <pc:spChg chg="mod">
          <ac:chgData name="强 李" userId="cd6c7ec7188785ae" providerId="LiveId" clId="{57F995F4-A061-40B7-A2D8-F33AF6A8A4CC}" dt="2024-11-02T09:53:27.250" v="302" actId="1076"/>
          <ac:spMkLst>
            <pc:docMk/>
            <pc:sldMk cId="1722492924" sldId="609"/>
            <ac:spMk id="2" creationId="{00000000-0000-0000-0000-000000000000}"/>
          </ac:spMkLst>
        </pc:spChg>
        <pc:spChg chg="mod">
          <ac:chgData name="强 李" userId="cd6c7ec7188785ae" providerId="LiveId" clId="{57F995F4-A061-40B7-A2D8-F33AF6A8A4CC}" dt="2024-11-02T09:54:17.126" v="311" actId="403"/>
          <ac:spMkLst>
            <pc:docMk/>
            <pc:sldMk cId="1722492924" sldId="609"/>
            <ac:spMk id="10" creationId="{7BEE8677-CFAD-6942-832E-87D52B896121}"/>
          </ac:spMkLst>
        </pc:spChg>
        <pc:spChg chg="mod">
          <ac:chgData name="强 李" userId="cd6c7ec7188785ae" providerId="LiveId" clId="{57F995F4-A061-40B7-A2D8-F33AF6A8A4CC}" dt="2024-11-02T09:54:17.126" v="311" actId="403"/>
          <ac:spMkLst>
            <pc:docMk/>
            <pc:sldMk cId="1722492924" sldId="609"/>
            <ac:spMk id="11" creationId="{3CAB36DD-1A23-5A1B-C9B0-3F43FAF7A79F}"/>
          </ac:spMkLst>
        </pc:spChg>
        <pc:spChg chg="mod">
          <ac:chgData name="强 李" userId="cd6c7ec7188785ae" providerId="LiveId" clId="{57F995F4-A061-40B7-A2D8-F33AF6A8A4CC}" dt="2024-11-02T09:54:17.126" v="311" actId="403"/>
          <ac:spMkLst>
            <pc:docMk/>
            <pc:sldMk cId="1722492924" sldId="609"/>
            <ac:spMk id="12" creationId="{90FC4EF0-0582-7DC7-F53E-9A1A4B9AFC50}"/>
          </ac:spMkLst>
        </pc:spChg>
        <pc:spChg chg="mod">
          <ac:chgData name="强 李" userId="cd6c7ec7188785ae" providerId="LiveId" clId="{57F995F4-A061-40B7-A2D8-F33AF6A8A4CC}" dt="2024-11-02T09:54:17.126" v="311" actId="403"/>
          <ac:spMkLst>
            <pc:docMk/>
            <pc:sldMk cId="1722492924" sldId="609"/>
            <ac:spMk id="13" creationId="{7DAB6BBF-A107-5EDA-C988-F2FCC0FA4ADA}"/>
          </ac:spMkLst>
        </pc:spChg>
        <pc:spChg chg="mod">
          <ac:chgData name="强 李" userId="cd6c7ec7188785ae" providerId="LiveId" clId="{57F995F4-A061-40B7-A2D8-F33AF6A8A4CC}" dt="2024-11-02T09:54:01.815" v="309"/>
          <ac:spMkLst>
            <pc:docMk/>
            <pc:sldMk cId="1722492924" sldId="609"/>
            <ac:spMk id="16" creationId="{7DE16206-6F61-BEC3-0DA4-3625D631A8E6}"/>
          </ac:spMkLst>
        </pc:spChg>
        <pc:spChg chg="mod">
          <ac:chgData name="强 李" userId="cd6c7ec7188785ae" providerId="LiveId" clId="{57F995F4-A061-40B7-A2D8-F33AF6A8A4CC}" dt="2024-11-02T09:54:29.195" v="313" actId="14100"/>
          <ac:spMkLst>
            <pc:docMk/>
            <pc:sldMk cId="1722492924" sldId="609"/>
            <ac:spMk id="18" creationId="{00000000-0000-0000-0000-000000000000}"/>
          </ac:spMkLst>
        </pc:spChg>
        <pc:grpChg chg="mod">
          <ac:chgData name="强 李" userId="cd6c7ec7188785ae" providerId="LiveId" clId="{57F995F4-A061-40B7-A2D8-F33AF6A8A4CC}" dt="2024-11-02T09:52:56.155" v="242" actId="14100"/>
          <ac:grpSpMkLst>
            <pc:docMk/>
            <pc:sldMk cId="1722492924" sldId="609"/>
            <ac:grpSpMk id="4" creationId="{67CFBFED-23BA-58E2-0492-595457A1DA5E}"/>
          </ac:grpSpMkLst>
        </pc:grpChg>
        <pc:grpChg chg="mod">
          <ac:chgData name="强 李" userId="cd6c7ec7188785ae" providerId="LiveId" clId="{57F995F4-A061-40B7-A2D8-F33AF6A8A4CC}" dt="2024-11-02T09:52:48.075" v="239" actId="14100"/>
          <ac:grpSpMkLst>
            <pc:docMk/>
            <pc:sldMk cId="1722492924" sldId="609"/>
            <ac:grpSpMk id="6" creationId="{56CD5BD2-A0CC-7D0E-3BD1-0613845A3BF3}"/>
          </ac:grpSpMkLst>
        </pc:grpChg>
        <pc:grpChg chg="del">
          <ac:chgData name="强 李" userId="cd6c7ec7188785ae" providerId="LiveId" clId="{57F995F4-A061-40B7-A2D8-F33AF6A8A4CC}" dt="2024-11-02T09:52:39.346" v="211" actId="478"/>
          <ac:grpSpMkLst>
            <pc:docMk/>
            <pc:sldMk cId="1722492924" sldId="609"/>
            <ac:grpSpMk id="7" creationId="{4910B73A-3062-7867-777F-E107D91F1F13}"/>
          </ac:grpSpMkLst>
        </pc:grpChg>
      </pc:sldChg>
      <pc:sldChg chg="del">
        <pc:chgData name="强 李" userId="cd6c7ec7188785ae" providerId="LiveId" clId="{57F995F4-A061-40B7-A2D8-F33AF6A8A4CC}" dt="2024-11-02T12:54:21.178" v="1832" actId="47"/>
        <pc:sldMkLst>
          <pc:docMk/>
          <pc:sldMk cId="1283152500" sldId="610"/>
        </pc:sldMkLst>
      </pc:sldChg>
      <pc:sldChg chg="del">
        <pc:chgData name="强 李" userId="cd6c7ec7188785ae" providerId="LiveId" clId="{57F995F4-A061-40B7-A2D8-F33AF6A8A4CC}" dt="2024-11-02T12:54:21.178" v="1832" actId="47"/>
        <pc:sldMkLst>
          <pc:docMk/>
          <pc:sldMk cId="1793699087" sldId="611"/>
        </pc:sldMkLst>
      </pc:sldChg>
      <pc:sldChg chg="del">
        <pc:chgData name="强 李" userId="cd6c7ec7188785ae" providerId="LiveId" clId="{57F995F4-A061-40B7-A2D8-F33AF6A8A4CC}" dt="2024-11-02T12:54:21.178" v="1832" actId="47"/>
        <pc:sldMkLst>
          <pc:docMk/>
          <pc:sldMk cId="3072232056" sldId="612"/>
        </pc:sldMkLst>
      </pc:sldChg>
      <pc:sldChg chg="del">
        <pc:chgData name="强 李" userId="cd6c7ec7188785ae" providerId="LiveId" clId="{57F995F4-A061-40B7-A2D8-F33AF6A8A4CC}" dt="2024-11-02T12:54:21.178" v="1832" actId="47"/>
        <pc:sldMkLst>
          <pc:docMk/>
          <pc:sldMk cId="1832916219" sldId="613"/>
        </pc:sldMkLst>
      </pc:sldChg>
      <pc:sldChg chg="del">
        <pc:chgData name="强 李" userId="cd6c7ec7188785ae" providerId="LiveId" clId="{57F995F4-A061-40B7-A2D8-F33AF6A8A4CC}" dt="2024-11-02T12:54:21.178" v="1832" actId="47"/>
        <pc:sldMkLst>
          <pc:docMk/>
          <pc:sldMk cId="876084684" sldId="614"/>
        </pc:sldMkLst>
      </pc:sldChg>
      <pc:sldChg chg="del">
        <pc:chgData name="强 李" userId="cd6c7ec7188785ae" providerId="LiveId" clId="{57F995F4-A061-40B7-A2D8-F33AF6A8A4CC}" dt="2024-11-02T12:54:21.178" v="1832" actId="47"/>
        <pc:sldMkLst>
          <pc:docMk/>
          <pc:sldMk cId="292999500" sldId="615"/>
        </pc:sldMkLst>
      </pc:sldChg>
      <pc:sldChg chg="addSp modSp new del mod">
        <pc:chgData name="强 李" userId="cd6c7ec7188785ae" providerId="LiveId" clId="{57F995F4-A061-40B7-A2D8-F33AF6A8A4CC}" dt="2024-11-02T12:54:23.409" v="1833" actId="47"/>
        <pc:sldMkLst>
          <pc:docMk/>
          <pc:sldMk cId="3450422405" sldId="616"/>
        </pc:sldMkLst>
        <pc:picChg chg="add mod">
          <ac:chgData name="强 李" userId="cd6c7ec7188785ae" providerId="LiveId" clId="{57F995F4-A061-40B7-A2D8-F33AF6A8A4CC}" dt="2024-11-02T10:03:57.971" v="390" actId="1440"/>
          <ac:picMkLst>
            <pc:docMk/>
            <pc:sldMk cId="3450422405" sldId="616"/>
            <ac:picMk id="2" creationId="{F8B0A1BE-7AF9-34E1-BD2E-C7DDB260D3C4}"/>
          </ac:picMkLst>
        </pc:picChg>
      </pc:sldChg>
      <pc:sldChg chg="addSp delSp modSp add mod setBg">
        <pc:chgData name="强 李" userId="cd6c7ec7188785ae" providerId="LiveId" clId="{57F995F4-A061-40B7-A2D8-F33AF6A8A4CC}" dt="2024-11-02T12:50:09.222" v="1776" actId="167"/>
        <pc:sldMkLst>
          <pc:docMk/>
          <pc:sldMk cId="2849952193" sldId="617"/>
        </pc:sldMkLst>
        <pc:spChg chg="mod">
          <ac:chgData name="强 李" userId="cd6c7ec7188785ae" providerId="LiveId" clId="{57F995F4-A061-40B7-A2D8-F33AF6A8A4CC}" dt="2024-11-02T12:49:45" v="1772" actId="26606"/>
          <ac:spMkLst>
            <pc:docMk/>
            <pc:sldMk cId="2849952193" sldId="617"/>
            <ac:spMk id="2" creationId="{F4A9A56D-9C72-1B2C-5B04-34EBA7337D77}"/>
          </ac:spMkLst>
        </pc:spChg>
        <pc:spChg chg="mod">
          <ac:chgData name="强 李" userId="cd6c7ec7188785ae" providerId="LiveId" clId="{57F995F4-A061-40B7-A2D8-F33AF6A8A4CC}" dt="2024-11-02T12:49:45" v="1772" actId="26606"/>
          <ac:spMkLst>
            <pc:docMk/>
            <pc:sldMk cId="2849952193" sldId="617"/>
            <ac:spMk id="18" creationId="{28738A40-5093-8BC8-D4FB-505F66F80CBB}"/>
          </ac:spMkLst>
        </pc:spChg>
        <pc:spChg chg="add del">
          <ac:chgData name="强 李" userId="cd6c7ec7188785ae" providerId="LiveId" clId="{57F995F4-A061-40B7-A2D8-F33AF6A8A4CC}" dt="2024-11-02T12:49:45" v="1772" actId="26606"/>
          <ac:spMkLst>
            <pc:docMk/>
            <pc:sldMk cId="2849952193" sldId="617"/>
            <ac:spMk id="23" creationId="{04812C46-200A-4DEB-A05E-3ED6C68C2387}"/>
          </ac:spMkLst>
        </pc:spChg>
        <pc:spChg chg="add del">
          <ac:chgData name="强 李" userId="cd6c7ec7188785ae" providerId="LiveId" clId="{57F995F4-A061-40B7-A2D8-F33AF6A8A4CC}" dt="2024-11-02T12:49:45" v="1772" actId="26606"/>
          <ac:spMkLst>
            <pc:docMk/>
            <pc:sldMk cId="2849952193" sldId="617"/>
            <ac:spMk id="25" creationId="{D1EA859B-E555-4109-94F3-6700E046E008}"/>
          </ac:spMkLst>
        </pc:spChg>
        <pc:picChg chg="add mod ord">
          <ac:chgData name="强 李" userId="cd6c7ec7188785ae" providerId="LiveId" clId="{57F995F4-A061-40B7-A2D8-F33AF6A8A4CC}" dt="2024-11-02T12:50:09.222" v="1776" actId="167"/>
          <ac:picMkLst>
            <pc:docMk/>
            <pc:sldMk cId="2849952193" sldId="617"/>
            <ac:picMk id="3" creationId="{3E2146B7-7446-C2E8-0380-A4055EBCF5E4}"/>
          </ac:picMkLst>
        </pc:picChg>
      </pc:sldChg>
      <pc:sldChg chg="modSp add mod">
        <pc:chgData name="强 李" userId="cd6c7ec7188785ae" providerId="LiveId" clId="{57F995F4-A061-40B7-A2D8-F33AF6A8A4CC}" dt="2024-11-02T12:53:43.549" v="1830"/>
        <pc:sldMkLst>
          <pc:docMk/>
          <pc:sldMk cId="2691584882" sldId="618"/>
        </pc:sldMkLst>
        <pc:spChg chg="mod">
          <ac:chgData name="强 李" userId="cd6c7ec7188785ae" providerId="LiveId" clId="{57F995F4-A061-40B7-A2D8-F33AF6A8A4CC}" dt="2024-11-02T12:53:43.549" v="1830"/>
          <ac:spMkLst>
            <pc:docMk/>
            <pc:sldMk cId="2691584882" sldId="618"/>
            <ac:spMk id="2" creationId="{8CFE9FA0-5B45-C92C-4BB9-77D1DB9B18FF}"/>
          </ac:spMkLst>
        </pc:spChg>
      </pc:sldChg>
      <pc:sldChg chg="modSp add mod">
        <pc:chgData name="强 李" userId="cd6c7ec7188785ae" providerId="LiveId" clId="{57F995F4-A061-40B7-A2D8-F33AF6A8A4CC}" dt="2024-11-02T12:53:14.374" v="1827" actId="20577"/>
        <pc:sldMkLst>
          <pc:docMk/>
          <pc:sldMk cId="1157853694" sldId="619"/>
        </pc:sldMkLst>
        <pc:spChg chg="mod">
          <ac:chgData name="强 李" userId="cd6c7ec7188785ae" providerId="LiveId" clId="{57F995F4-A061-40B7-A2D8-F33AF6A8A4CC}" dt="2024-11-02T12:53:14.374" v="1827" actId="20577"/>
          <ac:spMkLst>
            <pc:docMk/>
            <pc:sldMk cId="1157853694" sldId="619"/>
            <ac:spMk id="2" creationId="{58483D90-E768-7523-F9DD-BE94C16ECFA3}"/>
          </ac:spMkLst>
        </pc:spChg>
      </pc:sldChg>
      <pc:sldChg chg="modSp add mod">
        <pc:chgData name="强 李" userId="cd6c7ec7188785ae" providerId="LiveId" clId="{57F995F4-A061-40B7-A2D8-F33AF6A8A4CC}" dt="2024-11-02T13:07:36.257" v="2111" actId="6549"/>
        <pc:sldMkLst>
          <pc:docMk/>
          <pc:sldMk cId="2792115915" sldId="620"/>
        </pc:sldMkLst>
        <pc:spChg chg="mod">
          <ac:chgData name="强 李" userId="cd6c7ec7188785ae" providerId="LiveId" clId="{57F995F4-A061-40B7-A2D8-F33AF6A8A4CC}" dt="2024-11-02T13:07:36.257" v="2111" actId="6549"/>
          <ac:spMkLst>
            <pc:docMk/>
            <pc:sldMk cId="2792115915" sldId="620"/>
            <ac:spMk id="2" creationId="{890C0403-C3F5-99A7-BDF4-FBFEF09017E5}"/>
          </ac:spMkLst>
        </pc:spChg>
        <pc:spChg chg="mod">
          <ac:chgData name="强 李" userId="cd6c7ec7188785ae" providerId="LiveId" clId="{57F995F4-A061-40B7-A2D8-F33AF6A8A4CC}" dt="2024-11-02T12:55:10.242" v="1844"/>
          <ac:spMkLst>
            <pc:docMk/>
            <pc:sldMk cId="2792115915" sldId="620"/>
            <ac:spMk id="18" creationId="{5CE35AD2-F4FA-5352-7B1A-27CD3D4E02FD}"/>
          </ac:spMkLst>
        </pc:spChg>
      </pc:sldChg>
      <pc:sldChg chg="modSp add mod ord">
        <pc:chgData name="强 李" userId="cd6c7ec7188785ae" providerId="LiveId" clId="{57F995F4-A061-40B7-A2D8-F33AF6A8A4CC}" dt="2024-11-02T13:05:29.614" v="2036"/>
        <pc:sldMkLst>
          <pc:docMk/>
          <pc:sldMk cId="3157673540" sldId="621"/>
        </pc:sldMkLst>
        <pc:spChg chg="mod">
          <ac:chgData name="强 李" userId="cd6c7ec7188785ae" providerId="LiveId" clId="{57F995F4-A061-40B7-A2D8-F33AF6A8A4CC}" dt="2024-11-02T13:05:29.614" v="2036"/>
          <ac:spMkLst>
            <pc:docMk/>
            <pc:sldMk cId="3157673540" sldId="621"/>
            <ac:spMk id="2" creationId="{A19DDBC7-E39D-A475-4597-2F630F7B06D2}"/>
          </ac:spMkLst>
        </pc:spChg>
      </pc:sldChg>
      <pc:sldChg chg="modSp add mod">
        <pc:chgData name="强 李" userId="cd6c7ec7188785ae" providerId="LiveId" clId="{57F995F4-A061-40B7-A2D8-F33AF6A8A4CC}" dt="2024-11-02T13:09:06.139" v="2174" actId="6549"/>
        <pc:sldMkLst>
          <pc:docMk/>
          <pc:sldMk cId="1593641506" sldId="622"/>
        </pc:sldMkLst>
        <pc:spChg chg="mod">
          <ac:chgData name="强 李" userId="cd6c7ec7188785ae" providerId="LiveId" clId="{57F995F4-A061-40B7-A2D8-F33AF6A8A4CC}" dt="2024-11-02T13:09:06.139" v="2174" actId="6549"/>
          <ac:spMkLst>
            <pc:docMk/>
            <pc:sldMk cId="1593641506" sldId="622"/>
            <ac:spMk id="2" creationId="{8EC62038-A889-1C8A-AF37-EE47C74F3247}"/>
          </ac:spMkLst>
        </pc:spChg>
      </pc:sldChg>
      <pc:sldChg chg="modSp add mod">
        <pc:chgData name="强 李" userId="cd6c7ec7188785ae" providerId="LiveId" clId="{57F995F4-A061-40B7-A2D8-F33AF6A8A4CC}" dt="2024-11-02T13:16:48.252" v="2499" actId="6549"/>
        <pc:sldMkLst>
          <pc:docMk/>
          <pc:sldMk cId="3875507822" sldId="623"/>
        </pc:sldMkLst>
        <pc:spChg chg="mod">
          <ac:chgData name="强 李" userId="cd6c7ec7188785ae" providerId="LiveId" clId="{57F995F4-A061-40B7-A2D8-F33AF6A8A4CC}" dt="2024-11-02T13:16:48.252" v="2499" actId="6549"/>
          <ac:spMkLst>
            <pc:docMk/>
            <pc:sldMk cId="3875507822" sldId="623"/>
            <ac:spMk id="2" creationId="{8AEE340B-638C-3B5B-0CB1-93659AF10D8B}"/>
          </ac:spMkLst>
        </pc:spChg>
      </pc:sldChg>
      <pc:sldChg chg="modSp add mod">
        <pc:chgData name="强 李" userId="cd6c7ec7188785ae" providerId="LiveId" clId="{57F995F4-A061-40B7-A2D8-F33AF6A8A4CC}" dt="2024-11-02T13:19:23.631" v="2540" actId="6549"/>
        <pc:sldMkLst>
          <pc:docMk/>
          <pc:sldMk cId="1276158091" sldId="624"/>
        </pc:sldMkLst>
        <pc:spChg chg="mod">
          <ac:chgData name="强 李" userId="cd6c7ec7188785ae" providerId="LiveId" clId="{57F995F4-A061-40B7-A2D8-F33AF6A8A4CC}" dt="2024-11-02T13:19:23.631" v="2540" actId="6549"/>
          <ac:spMkLst>
            <pc:docMk/>
            <pc:sldMk cId="1276158091" sldId="624"/>
            <ac:spMk id="2" creationId="{BA6AAA3A-5E21-21C6-CE9D-7D088081E8CA}"/>
          </ac:spMkLst>
        </pc:spChg>
      </pc:sldChg>
      <pc:sldChg chg="modSp add mod">
        <pc:chgData name="强 李" userId="cd6c7ec7188785ae" providerId="LiveId" clId="{57F995F4-A061-40B7-A2D8-F33AF6A8A4CC}" dt="2024-11-02T13:20:26.388" v="2546" actId="6549"/>
        <pc:sldMkLst>
          <pc:docMk/>
          <pc:sldMk cId="3770578822" sldId="625"/>
        </pc:sldMkLst>
        <pc:spChg chg="mod">
          <ac:chgData name="强 李" userId="cd6c7ec7188785ae" providerId="LiveId" clId="{57F995F4-A061-40B7-A2D8-F33AF6A8A4CC}" dt="2024-11-02T13:20:26.388" v="2546" actId="6549"/>
          <ac:spMkLst>
            <pc:docMk/>
            <pc:sldMk cId="3770578822" sldId="625"/>
            <ac:spMk id="2" creationId="{F36D0FF2-8C1B-FC90-3A2D-771CB5F75037}"/>
          </ac:spMkLst>
        </pc:spChg>
      </pc:sldChg>
      <pc:sldChg chg="modSp add mod">
        <pc:chgData name="强 李" userId="cd6c7ec7188785ae" providerId="LiveId" clId="{57F995F4-A061-40B7-A2D8-F33AF6A8A4CC}" dt="2024-11-02T13:21:40.327" v="2640" actId="15"/>
        <pc:sldMkLst>
          <pc:docMk/>
          <pc:sldMk cId="435738991" sldId="626"/>
        </pc:sldMkLst>
        <pc:spChg chg="mod">
          <ac:chgData name="强 李" userId="cd6c7ec7188785ae" providerId="LiveId" clId="{57F995F4-A061-40B7-A2D8-F33AF6A8A4CC}" dt="2024-11-02T13:21:40.327" v="2640" actId="15"/>
          <ac:spMkLst>
            <pc:docMk/>
            <pc:sldMk cId="435738991" sldId="626"/>
            <ac:spMk id="2" creationId="{6A03688F-B9ED-BBED-4C87-C603632AB3E4}"/>
          </ac:spMkLst>
        </pc:spChg>
      </pc:sldChg>
      <pc:sldChg chg="modSp add mod">
        <pc:chgData name="强 李" userId="cd6c7ec7188785ae" providerId="LiveId" clId="{57F995F4-A061-40B7-A2D8-F33AF6A8A4CC}" dt="2024-11-02T13:23:17.901" v="2664" actId="6549"/>
        <pc:sldMkLst>
          <pc:docMk/>
          <pc:sldMk cId="691257325" sldId="627"/>
        </pc:sldMkLst>
        <pc:spChg chg="mod">
          <ac:chgData name="强 李" userId="cd6c7ec7188785ae" providerId="LiveId" clId="{57F995F4-A061-40B7-A2D8-F33AF6A8A4CC}" dt="2024-11-02T13:23:17.901" v="2664" actId="6549"/>
          <ac:spMkLst>
            <pc:docMk/>
            <pc:sldMk cId="691257325" sldId="627"/>
            <ac:spMk id="2" creationId="{A39EB7F4-EC9D-7BF9-3C71-30FD3DC940BE}"/>
          </ac:spMkLst>
        </pc:spChg>
      </pc:sldChg>
      <pc:sldChg chg="modSp add mod">
        <pc:chgData name="强 李" userId="cd6c7ec7188785ae" providerId="LiveId" clId="{57F995F4-A061-40B7-A2D8-F33AF6A8A4CC}" dt="2024-11-02T13:24:27.704" v="2686" actId="6549"/>
        <pc:sldMkLst>
          <pc:docMk/>
          <pc:sldMk cId="1661463099" sldId="628"/>
        </pc:sldMkLst>
        <pc:spChg chg="mod">
          <ac:chgData name="强 李" userId="cd6c7ec7188785ae" providerId="LiveId" clId="{57F995F4-A061-40B7-A2D8-F33AF6A8A4CC}" dt="2024-11-02T13:24:27.704" v="2686" actId="6549"/>
          <ac:spMkLst>
            <pc:docMk/>
            <pc:sldMk cId="1661463099" sldId="628"/>
            <ac:spMk id="2" creationId="{76682896-B38F-2862-F6E0-F08815A686A8}"/>
          </ac:spMkLst>
        </pc:spChg>
      </pc:sldChg>
      <pc:sldChg chg="add del">
        <pc:chgData name="强 李" userId="cd6c7ec7188785ae" providerId="LiveId" clId="{57F995F4-A061-40B7-A2D8-F33AF6A8A4CC}" dt="2024-11-02T13:24:48.333" v="2688" actId="47"/>
        <pc:sldMkLst>
          <pc:docMk/>
          <pc:sldMk cId="2950844517" sldId="629"/>
        </pc:sldMkLst>
      </pc:sldChg>
    </pc:docChg>
  </pc:docChgLst>
  <pc:docChgLst>
    <pc:chgData name="李 强" userId="cd6c7ec7188785ae" providerId="Windows Live" clId="Web-{E46B53FF-9A88-47C2-AE39-26A84E1195D8}"/>
    <pc:docChg chg="modSld sldOrd">
      <pc:chgData name="李 强" userId="cd6c7ec7188785ae" providerId="Windows Live" clId="Web-{E46B53FF-9A88-47C2-AE39-26A84E1195D8}" dt="2023-03-11T20:57:51.575" v="3"/>
      <pc:docMkLst>
        <pc:docMk/>
      </pc:docMkLst>
    </pc:docChg>
  </pc:docChgLst>
  <pc:docChgLst>
    <pc:chgData name="强 李" userId="cd6c7ec7188785ae" providerId="LiveId" clId="{F0E3CB0B-2BB1-4E48-B7AA-F2A551CEEF7D}"/>
    <pc:docChg chg="undo custSel addSld delSld modSld sldOrd">
      <pc:chgData name="强 李" userId="cd6c7ec7188785ae" providerId="LiveId" clId="{F0E3CB0B-2BB1-4E48-B7AA-F2A551CEEF7D}" dt="2025-01-11T22:29:23.014" v="1810" actId="47"/>
      <pc:docMkLst>
        <pc:docMk/>
      </pc:docMkLst>
      <pc:sldChg chg="modSp mod">
        <pc:chgData name="强 李" userId="cd6c7ec7188785ae" providerId="LiveId" clId="{F0E3CB0B-2BB1-4E48-B7AA-F2A551CEEF7D}" dt="2025-01-11T22:17:42.793" v="1767" actId="207"/>
        <pc:sldMkLst>
          <pc:docMk/>
          <pc:sldMk cId="0" sldId="425"/>
        </pc:sldMkLst>
        <pc:spChg chg="mod">
          <ac:chgData name="强 李" userId="cd6c7ec7188785ae" providerId="LiveId" clId="{F0E3CB0B-2BB1-4E48-B7AA-F2A551CEEF7D}" dt="2025-01-11T22:17:42.793" v="1767" actId="207"/>
          <ac:spMkLst>
            <pc:docMk/>
            <pc:sldMk cId="0" sldId="425"/>
            <ac:spMk id="3" creationId="{FF9BF7C3-9929-69BC-A1CA-30EBD45BF72F}"/>
          </ac:spMkLst>
        </pc:spChg>
        <pc:spChg chg="mod">
          <ac:chgData name="强 李" userId="cd6c7ec7188785ae" providerId="LiveId" clId="{F0E3CB0B-2BB1-4E48-B7AA-F2A551CEEF7D}" dt="2025-01-11T07:17:42.646" v="302" actId="14100"/>
          <ac:spMkLst>
            <pc:docMk/>
            <pc:sldMk cId="0" sldId="425"/>
            <ac:spMk id="18" creationId="{00000000-0000-0000-0000-000000000000}"/>
          </ac:spMkLst>
        </pc:spChg>
      </pc:sldChg>
      <pc:sldChg chg="modSp mod">
        <pc:chgData name="强 李" userId="cd6c7ec7188785ae" providerId="LiveId" clId="{F0E3CB0B-2BB1-4E48-B7AA-F2A551CEEF7D}" dt="2025-01-11T22:23:22.639" v="1778"/>
        <pc:sldMkLst>
          <pc:docMk/>
          <pc:sldMk cId="54695671" sldId="531"/>
        </pc:sldMkLst>
        <pc:spChg chg="mod">
          <ac:chgData name="强 李" userId="cd6c7ec7188785ae" providerId="LiveId" clId="{F0E3CB0B-2BB1-4E48-B7AA-F2A551CEEF7D}" dt="2025-01-11T22:23:22.639" v="1778"/>
          <ac:spMkLst>
            <pc:docMk/>
            <pc:sldMk cId="54695671" sldId="531"/>
            <ac:spMk id="10" creationId="{0F8C0306-423C-7746-A3D2-2A3513F35A44}"/>
          </ac:spMkLst>
        </pc:spChg>
      </pc:sldChg>
      <pc:sldChg chg="modSp">
        <pc:chgData name="强 李" userId="cd6c7ec7188785ae" providerId="LiveId" clId="{F0E3CB0B-2BB1-4E48-B7AA-F2A551CEEF7D}" dt="2025-01-11T14:57:47.021" v="1733"/>
        <pc:sldMkLst>
          <pc:docMk/>
          <pc:sldMk cId="419382719" sldId="552"/>
        </pc:sldMkLst>
        <pc:graphicFrameChg chg="mod">
          <ac:chgData name="强 李" userId="cd6c7ec7188785ae" providerId="LiveId" clId="{F0E3CB0B-2BB1-4E48-B7AA-F2A551CEEF7D}" dt="2025-01-11T14:57:47.021" v="1733"/>
          <ac:graphicFrameMkLst>
            <pc:docMk/>
            <pc:sldMk cId="419382719" sldId="552"/>
            <ac:graphicFrameMk id="47" creationId="{C4743AA0-529F-EA4A-5AAF-9A09C2CB0EAC}"/>
          </ac:graphicFrameMkLst>
        </pc:graphicFrameChg>
      </pc:sldChg>
      <pc:sldChg chg="modSp mod">
        <pc:chgData name="强 李" userId="cd6c7ec7188785ae" providerId="LiveId" clId="{F0E3CB0B-2BB1-4E48-B7AA-F2A551CEEF7D}" dt="2025-01-11T22:11:25.219" v="1753" actId="14100"/>
        <pc:sldMkLst>
          <pc:docMk/>
          <pc:sldMk cId="3418790839" sldId="554"/>
        </pc:sldMkLst>
        <pc:spChg chg="mod">
          <ac:chgData name="强 李" userId="cd6c7ec7188785ae" providerId="LiveId" clId="{F0E3CB0B-2BB1-4E48-B7AA-F2A551CEEF7D}" dt="2025-01-11T22:11:25.219" v="1753" actId="14100"/>
          <ac:spMkLst>
            <pc:docMk/>
            <pc:sldMk cId="3418790839" sldId="554"/>
            <ac:spMk id="2" creationId="{F19E7EA4-ECED-F7AC-62F4-4917E6F8E7F3}"/>
          </ac:spMkLst>
        </pc:spChg>
        <pc:graphicFrameChg chg="mod">
          <ac:chgData name="强 李" userId="cd6c7ec7188785ae" providerId="LiveId" clId="{F0E3CB0B-2BB1-4E48-B7AA-F2A551CEEF7D}" dt="2025-01-11T07:17:12.080" v="290"/>
          <ac:graphicFrameMkLst>
            <pc:docMk/>
            <pc:sldMk cId="3418790839" sldId="554"/>
            <ac:graphicFrameMk id="3" creationId="{7EB314CC-7FA2-2824-BC32-28291A20FBE2}"/>
          </ac:graphicFrameMkLst>
        </pc:graphicFrameChg>
      </pc:sldChg>
      <pc:sldChg chg="addSp delSp modSp mod">
        <pc:chgData name="强 李" userId="cd6c7ec7188785ae" providerId="LiveId" clId="{F0E3CB0B-2BB1-4E48-B7AA-F2A551CEEF7D}" dt="2025-01-11T22:11:37.848" v="1754" actId="14100"/>
        <pc:sldMkLst>
          <pc:docMk/>
          <pc:sldMk cId="1911491714" sldId="560"/>
        </pc:sldMkLst>
        <pc:spChg chg="mod">
          <ac:chgData name="强 李" userId="cd6c7ec7188785ae" providerId="LiveId" clId="{F0E3CB0B-2BB1-4E48-B7AA-F2A551CEEF7D}" dt="2025-01-11T07:11:43.449" v="0"/>
          <ac:spMkLst>
            <pc:docMk/>
            <pc:sldMk cId="1911491714" sldId="560"/>
            <ac:spMk id="4" creationId="{00000000-0000-0000-0000-000000000000}"/>
          </ac:spMkLst>
        </pc:spChg>
        <pc:spChg chg="mod">
          <ac:chgData name="强 李" userId="cd6c7ec7188785ae" providerId="LiveId" clId="{F0E3CB0B-2BB1-4E48-B7AA-F2A551CEEF7D}" dt="2025-01-11T07:11:50.854" v="3"/>
          <ac:spMkLst>
            <pc:docMk/>
            <pc:sldMk cId="1911491714" sldId="560"/>
            <ac:spMk id="5" creationId="{00000000-0000-0000-0000-000000000000}"/>
          </ac:spMkLst>
        </pc:spChg>
        <pc:picChg chg="del">
          <ac:chgData name="强 李" userId="cd6c7ec7188785ae" providerId="LiveId" clId="{F0E3CB0B-2BB1-4E48-B7AA-F2A551CEEF7D}" dt="2025-01-11T15:10:16.104" v="1734" actId="478"/>
          <ac:picMkLst>
            <pc:docMk/>
            <pc:sldMk cId="1911491714" sldId="560"/>
            <ac:picMk id="3" creationId="{38BAA1DA-E384-D0A6-6F7C-80DBC7CDBC06}"/>
          </ac:picMkLst>
        </pc:picChg>
        <pc:picChg chg="add mod">
          <ac:chgData name="强 李" userId="cd6c7ec7188785ae" providerId="LiveId" clId="{F0E3CB0B-2BB1-4E48-B7AA-F2A551CEEF7D}" dt="2025-01-11T22:11:37.848" v="1754" actId="14100"/>
          <ac:picMkLst>
            <pc:docMk/>
            <pc:sldMk cId="1911491714" sldId="560"/>
            <ac:picMk id="6" creationId="{E6E5D9A9-F0E5-8623-F3B2-B11B2801CB4B}"/>
          </ac:picMkLst>
        </pc:picChg>
      </pc:sldChg>
      <pc:sldChg chg="modSp mod">
        <pc:chgData name="强 李" userId="cd6c7ec7188785ae" providerId="LiveId" clId="{F0E3CB0B-2BB1-4E48-B7AA-F2A551CEEF7D}" dt="2025-01-11T07:40:51.935" v="825" actId="6549"/>
        <pc:sldMkLst>
          <pc:docMk/>
          <pc:sldMk cId="340286292" sldId="594"/>
        </pc:sldMkLst>
        <pc:spChg chg="mod">
          <ac:chgData name="强 李" userId="cd6c7ec7188785ae" providerId="LiveId" clId="{F0E3CB0B-2BB1-4E48-B7AA-F2A551CEEF7D}" dt="2025-01-11T07:40:51.935" v="825" actId="6549"/>
          <ac:spMkLst>
            <pc:docMk/>
            <pc:sldMk cId="340286292" sldId="594"/>
            <ac:spMk id="2" creationId="{00000000-0000-0000-0000-000000000000}"/>
          </ac:spMkLst>
        </pc:spChg>
        <pc:spChg chg="mod">
          <ac:chgData name="强 李" userId="cd6c7ec7188785ae" providerId="LiveId" clId="{F0E3CB0B-2BB1-4E48-B7AA-F2A551CEEF7D}" dt="2025-01-11T07:33:22.930" v="622"/>
          <ac:spMkLst>
            <pc:docMk/>
            <pc:sldMk cId="340286292" sldId="594"/>
            <ac:spMk id="18" creationId="{00000000-0000-0000-0000-000000000000}"/>
          </ac:spMkLst>
        </pc:spChg>
      </pc:sldChg>
      <pc:sldChg chg="modSp mod">
        <pc:chgData name="强 李" userId="cd6c7ec7188785ae" providerId="LiveId" clId="{F0E3CB0B-2BB1-4E48-B7AA-F2A551CEEF7D}" dt="2025-01-11T07:34:42.863" v="658" actId="20577"/>
        <pc:sldMkLst>
          <pc:docMk/>
          <pc:sldMk cId="1722492924" sldId="609"/>
        </pc:sldMkLst>
        <pc:spChg chg="mod">
          <ac:chgData name="强 李" userId="cd6c7ec7188785ae" providerId="LiveId" clId="{F0E3CB0B-2BB1-4E48-B7AA-F2A551CEEF7D}" dt="2025-01-11T07:34:42.863" v="658" actId="20577"/>
          <ac:spMkLst>
            <pc:docMk/>
            <pc:sldMk cId="1722492924" sldId="609"/>
            <ac:spMk id="2" creationId="{00000000-0000-0000-0000-000000000000}"/>
          </ac:spMkLst>
        </pc:spChg>
        <pc:spChg chg="mod">
          <ac:chgData name="强 李" userId="cd6c7ec7188785ae" providerId="LiveId" clId="{F0E3CB0B-2BB1-4E48-B7AA-F2A551CEEF7D}" dt="2025-01-11T07:19:54.950" v="412" actId="14100"/>
          <ac:spMkLst>
            <pc:docMk/>
            <pc:sldMk cId="1722492924" sldId="609"/>
            <ac:spMk id="10" creationId="{7BEE8677-CFAD-6942-832E-87D52B896121}"/>
          </ac:spMkLst>
        </pc:spChg>
        <pc:spChg chg="mod">
          <ac:chgData name="强 李" userId="cd6c7ec7188785ae" providerId="LiveId" clId="{F0E3CB0B-2BB1-4E48-B7AA-F2A551CEEF7D}" dt="2025-01-11T07:18:37.900" v="311"/>
          <ac:spMkLst>
            <pc:docMk/>
            <pc:sldMk cId="1722492924" sldId="609"/>
            <ac:spMk id="11" creationId="{3CAB36DD-1A23-5A1B-C9B0-3F43FAF7A79F}"/>
          </ac:spMkLst>
        </pc:spChg>
        <pc:spChg chg="mod">
          <ac:chgData name="强 李" userId="cd6c7ec7188785ae" providerId="LiveId" clId="{F0E3CB0B-2BB1-4E48-B7AA-F2A551CEEF7D}" dt="2025-01-11T07:20:06.286" v="414" actId="1076"/>
          <ac:spMkLst>
            <pc:docMk/>
            <pc:sldMk cId="1722492924" sldId="609"/>
            <ac:spMk id="13" creationId="{7DAB6BBF-A107-5EDA-C988-F2FCC0FA4ADA}"/>
          </ac:spMkLst>
        </pc:spChg>
        <pc:spChg chg="mod">
          <ac:chgData name="强 李" userId="cd6c7ec7188785ae" providerId="LiveId" clId="{F0E3CB0B-2BB1-4E48-B7AA-F2A551CEEF7D}" dt="2025-01-11T07:19:39.305" v="411"/>
          <ac:spMkLst>
            <pc:docMk/>
            <pc:sldMk cId="1722492924" sldId="609"/>
            <ac:spMk id="16" creationId="{7DE16206-6F61-BEC3-0DA4-3625D631A8E6}"/>
          </ac:spMkLst>
        </pc:spChg>
        <pc:grpChg chg="mod">
          <ac:chgData name="强 李" userId="cd6c7ec7188785ae" providerId="LiveId" clId="{F0E3CB0B-2BB1-4E48-B7AA-F2A551CEEF7D}" dt="2025-01-11T07:20:03.544" v="413" actId="14100"/>
          <ac:grpSpMkLst>
            <pc:docMk/>
            <pc:sldMk cId="1722492924" sldId="609"/>
            <ac:grpSpMk id="4" creationId="{67CFBFED-23BA-58E2-0492-595457A1DA5E}"/>
          </ac:grpSpMkLst>
        </pc:grpChg>
      </pc:sldChg>
      <pc:sldChg chg="modSp add mod">
        <pc:chgData name="强 李" userId="cd6c7ec7188785ae" providerId="LiveId" clId="{F0E3CB0B-2BB1-4E48-B7AA-F2A551CEEF7D}" dt="2025-01-11T07:42:34.995" v="869" actId="1035"/>
        <pc:sldMkLst>
          <pc:docMk/>
          <pc:sldMk cId="2760210375" sldId="610"/>
        </pc:sldMkLst>
        <pc:spChg chg="mod">
          <ac:chgData name="强 李" userId="cd6c7ec7188785ae" providerId="LiveId" clId="{F0E3CB0B-2BB1-4E48-B7AA-F2A551CEEF7D}" dt="2025-01-11T07:42:34.995" v="869" actId="1035"/>
          <ac:spMkLst>
            <pc:docMk/>
            <pc:sldMk cId="2760210375" sldId="610"/>
            <ac:spMk id="2" creationId="{45AA316C-C6B9-85EF-8BAE-82CC8FD18727}"/>
          </ac:spMkLst>
        </pc:spChg>
      </pc:sldChg>
      <pc:sldChg chg="modSp add mod">
        <pc:chgData name="强 李" userId="cd6c7ec7188785ae" providerId="LiveId" clId="{F0E3CB0B-2BB1-4E48-B7AA-F2A551CEEF7D}" dt="2025-01-11T14:24:39.250" v="966" actId="6549"/>
        <pc:sldMkLst>
          <pc:docMk/>
          <pc:sldMk cId="198999163" sldId="611"/>
        </pc:sldMkLst>
        <pc:spChg chg="mod">
          <ac:chgData name="强 李" userId="cd6c7ec7188785ae" providerId="LiveId" clId="{F0E3CB0B-2BB1-4E48-B7AA-F2A551CEEF7D}" dt="2025-01-11T14:24:39.250" v="966" actId="6549"/>
          <ac:spMkLst>
            <pc:docMk/>
            <pc:sldMk cId="198999163" sldId="611"/>
            <ac:spMk id="2" creationId="{44344371-D4AC-2471-7149-C3FD3D7A38B0}"/>
          </ac:spMkLst>
        </pc:spChg>
      </pc:sldChg>
      <pc:sldChg chg="modSp add mod">
        <pc:chgData name="强 李" userId="cd6c7ec7188785ae" providerId="LiveId" clId="{F0E3CB0B-2BB1-4E48-B7AA-F2A551CEEF7D}" dt="2025-01-11T07:45:14.843" v="891"/>
        <pc:sldMkLst>
          <pc:docMk/>
          <pc:sldMk cId="3764677725" sldId="612"/>
        </pc:sldMkLst>
        <pc:spChg chg="mod">
          <ac:chgData name="强 李" userId="cd6c7ec7188785ae" providerId="LiveId" clId="{F0E3CB0B-2BB1-4E48-B7AA-F2A551CEEF7D}" dt="2025-01-11T07:45:14.843" v="891"/>
          <ac:spMkLst>
            <pc:docMk/>
            <pc:sldMk cId="3764677725" sldId="612"/>
            <ac:spMk id="2" creationId="{8E9BDF51-0BEB-2E3D-3CE3-D93B31ECF06D}"/>
          </ac:spMkLst>
        </pc:spChg>
      </pc:sldChg>
      <pc:sldChg chg="modSp add mod">
        <pc:chgData name="强 李" userId="cd6c7ec7188785ae" providerId="LiveId" clId="{F0E3CB0B-2BB1-4E48-B7AA-F2A551CEEF7D}" dt="2025-01-11T14:30:41.460" v="1315"/>
        <pc:sldMkLst>
          <pc:docMk/>
          <pc:sldMk cId="405129243" sldId="613"/>
        </pc:sldMkLst>
        <pc:spChg chg="mod">
          <ac:chgData name="强 李" userId="cd6c7ec7188785ae" providerId="LiveId" clId="{F0E3CB0B-2BB1-4E48-B7AA-F2A551CEEF7D}" dt="2025-01-11T14:30:41.460" v="1315"/>
          <ac:spMkLst>
            <pc:docMk/>
            <pc:sldMk cId="405129243" sldId="613"/>
            <ac:spMk id="2" creationId="{3CBB34D4-39D8-F05B-4927-5120C6118A87}"/>
          </ac:spMkLst>
        </pc:spChg>
      </pc:sldChg>
      <pc:sldChg chg="modSp add mod">
        <pc:chgData name="强 李" userId="cd6c7ec7188785ae" providerId="LiveId" clId="{F0E3CB0B-2BB1-4E48-B7AA-F2A551CEEF7D}" dt="2025-01-11T22:28:18.734" v="1809"/>
        <pc:sldMkLst>
          <pc:docMk/>
          <pc:sldMk cId="204469289" sldId="614"/>
        </pc:sldMkLst>
        <pc:spChg chg="mod">
          <ac:chgData name="强 李" userId="cd6c7ec7188785ae" providerId="LiveId" clId="{F0E3CB0B-2BB1-4E48-B7AA-F2A551CEEF7D}" dt="2025-01-11T22:28:18.734" v="1809"/>
          <ac:spMkLst>
            <pc:docMk/>
            <pc:sldMk cId="204469289" sldId="614"/>
            <ac:spMk id="2" creationId="{3035AB54-A642-F5C6-4C52-5192A1AC4E54}"/>
          </ac:spMkLst>
        </pc:spChg>
      </pc:sldChg>
      <pc:sldChg chg="modSp add mod">
        <pc:chgData name="强 李" userId="cd6c7ec7188785ae" providerId="LiveId" clId="{F0E3CB0B-2BB1-4E48-B7AA-F2A551CEEF7D}" dt="2025-01-11T14:42:47.809" v="1428" actId="6549"/>
        <pc:sldMkLst>
          <pc:docMk/>
          <pc:sldMk cId="2085745645" sldId="615"/>
        </pc:sldMkLst>
        <pc:spChg chg="mod">
          <ac:chgData name="强 李" userId="cd6c7ec7188785ae" providerId="LiveId" clId="{F0E3CB0B-2BB1-4E48-B7AA-F2A551CEEF7D}" dt="2025-01-11T14:42:47.809" v="1428" actId="6549"/>
          <ac:spMkLst>
            <pc:docMk/>
            <pc:sldMk cId="2085745645" sldId="615"/>
            <ac:spMk id="2" creationId="{D678CC49-A27D-13C8-920F-3DF5B95A7F81}"/>
          </ac:spMkLst>
        </pc:spChg>
      </pc:sldChg>
      <pc:sldChg chg="modSp add mod">
        <pc:chgData name="强 李" userId="cd6c7ec7188785ae" providerId="LiveId" clId="{F0E3CB0B-2BB1-4E48-B7AA-F2A551CEEF7D}" dt="2025-01-11T14:45:07.326" v="1521" actId="6549"/>
        <pc:sldMkLst>
          <pc:docMk/>
          <pc:sldMk cId="3279614268" sldId="616"/>
        </pc:sldMkLst>
        <pc:spChg chg="mod">
          <ac:chgData name="强 李" userId="cd6c7ec7188785ae" providerId="LiveId" clId="{F0E3CB0B-2BB1-4E48-B7AA-F2A551CEEF7D}" dt="2025-01-11T14:45:07.326" v="1521" actId="6549"/>
          <ac:spMkLst>
            <pc:docMk/>
            <pc:sldMk cId="3279614268" sldId="616"/>
            <ac:spMk id="2" creationId="{3F15811A-34FE-4D76-0856-6BE29B4C4E84}"/>
          </ac:spMkLst>
        </pc:spChg>
      </pc:sldChg>
      <pc:sldChg chg="add del ord">
        <pc:chgData name="强 李" userId="cd6c7ec7188785ae" providerId="LiveId" clId="{F0E3CB0B-2BB1-4E48-B7AA-F2A551CEEF7D}" dt="2025-01-11T22:29:23.014" v="1810" actId="47"/>
        <pc:sldMkLst>
          <pc:docMk/>
          <pc:sldMk cId="3110420441" sldId="617"/>
        </pc:sldMkLst>
      </pc:sldChg>
      <pc:sldChg chg="modSp add mod">
        <pc:chgData name="强 李" userId="cd6c7ec7188785ae" providerId="LiveId" clId="{F0E3CB0B-2BB1-4E48-B7AA-F2A551CEEF7D}" dt="2025-01-11T14:49:47.238" v="1618"/>
        <pc:sldMkLst>
          <pc:docMk/>
          <pc:sldMk cId="3450556773" sldId="618"/>
        </pc:sldMkLst>
        <pc:spChg chg="mod">
          <ac:chgData name="强 李" userId="cd6c7ec7188785ae" providerId="LiveId" clId="{F0E3CB0B-2BB1-4E48-B7AA-F2A551CEEF7D}" dt="2025-01-11T14:49:47.238" v="1618"/>
          <ac:spMkLst>
            <pc:docMk/>
            <pc:sldMk cId="3450556773" sldId="618"/>
            <ac:spMk id="2" creationId="{B69B2D74-3EF3-62D4-E8B9-CC9DCBB83DBA}"/>
          </ac:spMkLst>
        </pc:spChg>
      </pc:sldChg>
      <pc:sldChg chg="modSp add mod">
        <pc:chgData name="强 李" userId="cd6c7ec7188785ae" providerId="LiveId" clId="{F0E3CB0B-2BB1-4E48-B7AA-F2A551CEEF7D}" dt="2025-01-11T14:51:42.725" v="1637" actId="20577"/>
        <pc:sldMkLst>
          <pc:docMk/>
          <pc:sldMk cId="688691075" sldId="619"/>
        </pc:sldMkLst>
        <pc:spChg chg="mod">
          <ac:chgData name="强 李" userId="cd6c7ec7188785ae" providerId="LiveId" clId="{F0E3CB0B-2BB1-4E48-B7AA-F2A551CEEF7D}" dt="2025-01-11T14:51:42.725" v="1637" actId="20577"/>
          <ac:spMkLst>
            <pc:docMk/>
            <pc:sldMk cId="688691075" sldId="619"/>
            <ac:spMk id="2" creationId="{DE58AFDC-F5A8-873C-1286-C76C8B1C6961}"/>
          </ac:spMkLst>
        </pc:spChg>
      </pc:sldChg>
      <pc:sldChg chg="modSp add mod ord">
        <pc:chgData name="强 李" userId="cd6c7ec7188785ae" providerId="LiveId" clId="{F0E3CB0B-2BB1-4E48-B7AA-F2A551CEEF7D}" dt="2025-01-11T14:54:02.747" v="1697" actId="20577"/>
        <pc:sldMkLst>
          <pc:docMk/>
          <pc:sldMk cId="2358058328" sldId="620"/>
        </pc:sldMkLst>
        <pc:spChg chg="mod">
          <ac:chgData name="强 李" userId="cd6c7ec7188785ae" providerId="LiveId" clId="{F0E3CB0B-2BB1-4E48-B7AA-F2A551CEEF7D}" dt="2025-01-11T14:54:02.747" v="1697" actId="20577"/>
          <ac:spMkLst>
            <pc:docMk/>
            <pc:sldMk cId="2358058328" sldId="620"/>
            <ac:spMk id="2" creationId="{0653CDAF-5BBF-F90D-BB16-01AA636B5944}"/>
          </ac:spMkLst>
        </pc:spChg>
      </pc:sldChg>
      <pc:sldChg chg="modSp add mod">
        <pc:chgData name="强 李" userId="cd6c7ec7188785ae" providerId="LiveId" clId="{F0E3CB0B-2BB1-4E48-B7AA-F2A551CEEF7D}" dt="2025-01-11T14:55:54.043" v="1709" actId="15"/>
        <pc:sldMkLst>
          <pc:docMk/>
          <pc:sldMk cId="1993124358" sldId="621"/>
        </pc:sldMkLst>
        <pc:spChg chg="mod">
          <ac:chgData name="强 李" userId="cd6c7ec7188785ae" providerId="LiveId" clId="{F0E3CB0B-2BB1-4E48-B7AA-F2A551CEEF7D}" dt="2025-01-11T14:55:54.043" v="1709" actId="15"/>
          <ac:spMkLst>
            <pc:docMk/>
            <pc:sldMk cId="1993124358" sldId="621"/>
            <ac:spMk id="2" creationId="{D4DF3B31-55B7-6770-EC56-AEF16A0EBB6B}"/>
          </ac:spMkLst>
        </pc:spChg>
      </pc:sldChg>
      <pc:sldChg chg="modSp add mod">
        <pc:chgData name="强 李" userId="cd6c7ec7188785ae" providerId="LiveId" clId="{F0E3CB0B-2BB1-4E48-B7AA-F2A551CEEF7D}" dt="2025-01-11T14:56:59.479" v="1729" actId="6549"/>
        <pc:sldMkLst>
          <pc:docMk/>
          <pc:sldMk cId="2742710798" sldId="622"/>
        </pc:sldMkLst>
        <pc:spChg chg="mod">
          <ac:chgData name="强 李" userId="cd6c7ec7188785ae" providerId="LiveId" clId="{F0E3CB0B-2BB1-4E48-B7AA-F2A551CEEF7D}" dt="2025-01-11T14:56:59.479" v="1729" actId="6549"/>
          <ac:spMkLst>
            <pc:docMk/>
            <pc:sldMk cId="2742710798" sldId="622"/>
            <ac:spMk id="2" creationId="{AB5D7D6A-677A-6DEA-ABC7-7BF0ACEBB2D4}"/>
          </ac:spMkLst>
        </pc:spChg>
      </pc:sldChg>
      <pc:sldChg chg="add del">
        <pc:chgData name="强 李" userId="cd6c7ec7188785ae" providerId="LiveId" clId="{F0E3CB0B-2BB1-4E48-B7AA-F2A551CEEF7D}" dt="2025-01-11T14:56:00.964" v="1710" actId="47"/>
        <pc:sldMkLst>
          <pc:docMk/>
          <pc:sldMk cId="3128709468" sldId="622"/>
        </pc:sldMkLst>
      </pc:sldChg>
      <pc:sldChg chg="add del">
        <pc:chgData name="强 李" userId="cd6c7ec7188785ae" providerId="LiveId" clId="{F0E3CB0B-2BB1-4E48-B7AA-F2A551CEEF7D}" dt="2025-01-11T14:56:04.837" v="1711" actId="47"/>
        <pc:sldMkLst>
          <pc:docMk/>
          <pc:sldMk cId="794234258" sldId="623"/>
        </pc:sldMkLst>
      </pc:sldChg>
      <pc:sldChg chg="del">
        <pc:chgData name="强 李" userId="cd6c7ec7188785ae" providerId="LiveId" clId="{F0E3CB0B-2BB1-4E48-B7AA-F2A551CEEF7D}" dt="2025-01-11T07:37:06.195" v="753" actId="47"/>
        <pc:sldMkLst>
          <pc:docMk/>
          <pc:sldMk cId="1982839360" sldId="629"/>
        </pc:sldMkLst>
      </pc:sldChg>
      <pc:sldChg chg="del">
        <pc:chgData name="强 李" userId="cd6c7ec7188785ae" providerId="LiveId" clId="{F0E3CB0B-2BB1-4E48-B7AA-F2A551CEEF7D}" dt="2025-01-11T07:37:06.195" v="753" actId="47"/>
        <pc:sldMkLst>
          <pc:docMk/>
          <pc:sldMk cId="2710679571" sldId="630"/>
        </pc:sldMkLst>
      </pc:sldChg>
      <pc:sldChg chg="del">
        <pc:chgData name="强 李" userId="cd6c7ec7188785ae" providerId="LiveId" clId="{F0E3CB0B-2BB1-4E48-B7AA-F2A551CEEF7D}" dt="2025-01-11T07:37:06.195" v="753" actId="47"/>
        <pc:sldMkLst>
          <pc:docMk/>
          <pc:sldMk cId="226442056" sldId="631"/>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8FDC3B-6E93-441B-AE75-0AB5019C446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4562A41-EFF0-4AC1-89E7-BE8FF560234B}">
      <dgm:prSet/>
      <dgm:spPr/>
      <dgm:t>
        <a:bodyPr/>
        <a:lstStyle/>
        <a:p>
          <a:pPr>
            <a:lnSpc>
              <a:spcPct val="100000"/>
            </a:lnSpc>
          </a:pPr>
          <a:r>
            <a:rPr lang="zh-CN" altLang="en-US" dirty="0">
              <a:latin typeface="方正屏显雅宋_GBK" panose="02010600010101010101" pitchFamily="2" charset="-122"/>
              <a:ea typeface="方正屏显雅宋_GBK" panose="02010600010101010101" pitchFamily="2" charset="-122"/>
            </a:rPr>
            <a:t>作为神的儿女我们的计划是否与神的命令有关？</a:t>
          </a:r>
          <a:endParaRPr lang="en-US" dirty="0">
            <a:latin typeface="方正屏显雅宋_GBK" panose="02010600010101010101" pitchFamily="2" charset="-122"/>
            <a:ea typeface="方正屏显雅宋_GBK" panose="02010600010101010101" pitchFamily="2" charset="-122"/>
          </a:endParaRPr>
        </a:p>
      </dgm:t>
    </dgm:pt>
    <dgm:pt modelId="{66810DFE-177A-4756-AE20-58AE984CEFE7}" type="parTrans" cxnId="{CFBD0E7D-43C2-4C2D-8998-F5E96A64DECC}">
      <dgm:prSet/>
      <dgm:spPr/>
      <dgm:t>
        <a:bodyPr/>
        <a:lstStyle/>
        <a:p>
          <a:endParaRPr lang="en-US">
            <a:latin typeface="方正屏显雅宋_GBK" panose="02010600010101010101" pitchFamily="2" charset="-122"/>
            <a:ea typeface="方正屏显雅宋_GBK" panose="02010600010101010101" pitchFamily="2" charset="-122"/>
          </a:endParaRPr>
        </a:p>
      </dgm:t>
    </dgm:pt>
    <dgm:pt modelId="{67CE562A-D820-4453-AAFE-210D66D2CD39}" type="sibTrans" cxnId="{CFBD0E7D-43C2-4C2D-8998-F5E96A64DECC}">
      <dgm:prSet/>
      <dgm:spPr/>
      <dgm:t>
        <a:bodyPr/>
        <a:lstStyle/>
        <a:p>
          <a:endParaRPr lang="en-US">
            <a:latin typeface="方正屏显雅宋_GBK" panose="02010600010101010101" pitchFamily="2" charset="-122"/>
            <a:ea typeface="方正屏显雅宋_GBK" panose="02010600010101010101" pitchFamily="2" charset="-122"/>
          </a:endParaRPr>
        </a:p>
      </dgm:t>
    </dgm:pt>
    <dgm:pt modelId="{9560837B-6C5D-4140-8FB8-A3D015EE0CE3}">
      <dgm:prSet/>
      <dgm:spPr/>
      <dgm:t>
        <a:bodyPr/>
        <a:lstStyle/>
        <a:p>
          <a:pPr>
            <a:lnSpc>
              <a:spcPct val="100000"/>
            </a:lnSpc>
          </a:pPr>
          <a:r>
            <a:rPr lang="zh-CN" altLang="en-US" dirty="0">
              <a:latin typeface="方正屏显雅宋_GBK" panose="02010600010101010101" pitchFamily="2" charset="-122"/>
              <a:ea typeface="方正屏显雅宋_GBK" panose="02010600010101010101" pitchFamily="2" charset="-122"/>
            </a:rPr>
            <a:t>新年伊始我们在新的一年中我们的计划是什么？</a:t>
          </a:r>
          <a:endParaRPr lang="en-US" dirty="0">
            <a:latin typeface="方正屏显雅宋_GBK" panose="02010600010101010101" pitchFamily="2" charset="-122"/>
            <a:ea typeface="方正屏显雅宋_GBK" panose="02010600010101010101" pitchFamily="2" charset="-122"/>
          </a:endParaRPr>
        </a:p>
      </dgm:t>
    </dgm:pt>
    <dgm:pt modelId="{23396744-A72A-4748-8321-A140457BB116}" type="parTrans" cxnId="{C8532AE3-B1F0-41AF-B6A7-4F510230B6AB}">
      <dgm:prSet/>
      <dgm:spPr/>
      <dgm:t>
        <a:bodyPr/>
        <a:lstStyle/>
        <a:p>
          <a:endParaRPr lang="en-US">
            <a:latin typeface="方正屏显雅宋_GBK" panose="02010600010101010101" pitchFamily="2" charset="-122"/>
            <a:ea typeface="方正屏显雅宋_GBK" panose="02010600010101010101" pitchFamily="2" charset="-122"/>
          </a:endParaRPr>
        </a:p>
      </dgm:t>
    </dgm:pt>
    <dgm:pt modelId="{0F9BA7B3-9CBC-4650-BA6D-125C111485DF}" type="sibTrans" cxnId="{C8532AE3-B1F0-41AF-B6A7-4F510230B6AB}">
      <dgm:prSet/>
      <dgm:spPr/>
      <dgm:t>
        <a:bodyPr/>
        <a:lstStyle/>
        <a:p>
          <a:endParaRPr lang="en-US">
            <a:latin typeface="方正屏显雅宋_GBK" panose="02010600010101010101" pitchFamily="2" charset="-122"/>
            <a:ea typeface="方正屏显雅宋_GBK" panose="02010600010101010101" pitchFamily="2" charset="-122"/>
          </a:endParaRPr>
        </a:p>
      </dgm:t>
    </dgm:pt>
    <dgm:pt modelId="{51FB5E3B-C39E-4BBD-A265-2C104DFE0B10}" type="pres">
      <dgm:prSet presAssocID="{6C8FDC3B-6E93-441B-AE75-0AB5019C4468}" presName="root" presStyleCnt="0">
        <dgm:presLayoutVars>
          <dgm:dir/>
          <dgm:resizeHandles val="exact"/>
        </dgm:presLayoutVars>
      </dgm:prSet>
      <dgm:spPr/>
    </dgm:pt>
    <dgm:pt modelId="{FE28A877-1997-43E9-BE50-32CA8445AE8B}" type="pres">
      <dgm:prSet presAssocID="{9560837B-6C5D-4140-8FB8-A3D015EE0CE3}" presName="compNode" presStyleCnt="0"/>
      <dgm:spPr/>
    </dgm:pt>
    <dgm:pt modelId="{E64D890F-767D-4E95-A66B-4DC9AE9169B2}" type="pres">
      <dgm:prSet presAssocID="{9560837B-6C5D-4140-8FB8-A3D015EE0CE3}" presName="bgRect" presStyleLbl="bgShp" presStyleIdx="0" presStyleCnt="2"/>
      <dgm:spPr/>
    </dgm:pt>
    <dgm:pt modelId="{0069E9D1-00C8-4A7D-A7E5-FF47AC853351}" type="pres">
      <dgm:prSet presAssocID="{9560837B-6C5D-4140-8FB8-A3D015EE0CE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ircles with Arrows"/>
        </a:ext>
      </dgm:extLst>
    </dgm:pt>
    <dgm:pt modelId="{89A76834-4A4E-4278-915E-2FFF6CB92353}" type="pres">
      <dgm:prSet presAssocID="{9560837B-6C5D-4140-8FB8-A3D015EE0CE3}" presName="spaceRect" presStyleCnt="0"/>
      <dgm:spPr/>
    </dgm:pt>
    <dgm:pt modelId="{DF44F7BB-85CD-467D-8D84-6D4163CCECA7}" type="pres">
      <dgm:prSet presAssocID="{9560837B-6C5D-4140-8FB8-A3D015EE0CE3}" presName="parTx" presStyleLbl="revTx" presStyleIdx="0" presStyleCnt="2">
        <dgm:presLayoutVars>
          <dgm:chMax val="0"/>
          <dgm:chPref val="0"/>
        </dgm:presLayoutVars>
      </dgm:prSet>
      <dgm:spPr/>
    </dgm:pt>
    <dgm:pt modelId="{7E4D72D9-925E-4C29-B2EA-091D9E6C55F4}" type="pres">
      <dgm:prSet presAssocID="{0F9BA7B3-9CBC-4650-BA6D-125C111485DF}" presName="sibTrans" presStyleCnt="0"/>
      <dgm:spPr/>
    </dgm:pt>
    <dgm:pt modelId="{1880E83A-9BD8-420E-B078-45BC06C3AEA2}" type="pres">
      <dgm:prSet presAssocID="{B4562A41-EFF0-4AC1-89E7-BE8FF560234B}" presName="compNode" presStyleCnt="0"/>
      <dgm:spPr/>
    </dgm:pt>
    <dgm:pt modelId="{34E1AEC9-CBF3-44C5-B2CE-901E44470EE1}" type="pres">
      <dgm:prSet presAssocID="{B4562A41-EFF0-4AC1-89E7-BE8FF560234B}" presName="bgRect" presStyleLbl="bgShp" presStyleIdx="1" presStyleCnt="2"/>
      <dgm:spPr/>
    </dgm:pt>
    <dgm:pt modelId="{1C53FEA1-DA41-431B-B646-5BCD6C1FEA1B}" type="pres">
      <dgm:prSet presAssocID="{B4562A41-EFF0-4AC1-89E7-BE8FF560234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ayer Candle"/>
        </a:ext>
      </dgm:extLst>
    </dgm:pt>
    <dgm:pt modelId="{1A6690A5-513A-4F9F-8A62-45D9624591FB}" type="pres">
      <dgm:prSet presAssocID="{B4562A41-EFF0-4AC1-89E7-BE8FF560234B}" presName="spaceRect" presStyleCnt="0"/>
      <dgm:spPr/>
    </dgm:pt>
    <dgm:pt modelId="{18A96B3A-EB32-454E-B01A-02C2A2A6D1F8}" type="pres">
      <dgm:prSet presAssocID="{B4562A41-EFF0-4AC1-89E7-BE8FF560234B}" presName="parTx" presStyleLbl="revTx" presStyleIdx="1" presStyleCnt="2">
        <dgm:presLayoutVars>
          <dgm:chMax val="0"/>
          <dgm:chPref val="0"/>
        </dgm:presLayoutVars>
      </dgm:prSet>
      <dgm:spPr/>
    </dgm:pt>
  </dgm:ptLst>
  <dgm:cxnLst>
    <dgm:cxn modelId="{CFBD0E7D-43C2-4C2D-8998-F5E96A64DECC}" srcId="{6C8FDC3B-6E93-441B-AE75-0AB5019C4468}" destId="{B4562A41-EFF0-4AC1-89E7-BE8FF560234B}" srcOrd="1" destOrd="0" parTransId="{66810DFE-177A-4756-AE20-58AE984CEFE7}" sibTransId="{67CE562A-D820-4453-AAFE-210D66D2CD39}"/>
    <dgm:cxn modelId="{FF456F94-0F41-4EC6-B358-F5E9FFF2BF7C}" type="presOf" srcId="{6C8FDC3B-6E93-441B-AE75-0AB5019C4468}" destId="{51FB5E3B-C39E-4BBD-A265-2C104DFE0B10}" srcOrd="0" destOrd="0" presId="urn:microsoft.com/office/officeart/2018/2/layout/IconVerticalSolidList"/>
    <dgm:cxn modelId="{95BE84CD-661F-4892-A99E-DC11FD500758}" type="presOf" srcId="{9560837B-6C5D-4140-8FB8-A3D015EE0CE3}" destId="{DF44F7BB-85CD-467D-8D84-6D4163CCECA7}" srcOrd="0" destOrd="0" presId="urn:microsoft.com/office/officeart/2018/2/layout/IconVerticalSolidList"/>
    <dgm:cxn modelId="{205455DF-B91F-44B2-AEBD-87D7BE55C8BC}" type="presOf" srcId="{B4562A41-EFF0-4AC1-89E7-BE8FF560234B}" destId="{18A96B3A-EB32-454E-B01A-02C2A2A6D1F8}" srcOrd="0" destOrd="0" presId="urn:microsoft.com/office/officeart/2018/2/layout/IconVerticalSolidList"/>
    <dgm:cxn modelId="{C8532AE3-B1F0-41AF-B6A7-4F510230B6AB}" srcId="{6C8FDC3B-6E93-441B-AE75-0AB5019C4468}" destId="{9560837B-6C5D-4140-8FB8-A3D015EE0CE3}" srcOrd="0" destOrd="0" parTransId="{23396744-A72A-4748-8321-A140457BB116}" sibTransId="{0F9BA7B3-9CBC-4650-BA6D-125C111485DF}"/>
    <dgm:cxn modelId="{E6D107C5-652D-41BD-84E7-6C5043F53E41}" type="presParOf" srcId="{51FB5E3B-C39E-4BBD-A265-2C104DFE0B10}" destId="{FE28A877-1997-43E9-BE50-32CA8445AE8B}" srcOrd="0" destOrd="0" presId="urn:microsoft.com/office/officeart/2018/2/layout/IconVerticalSolidList"/>
    <dgm:cxn modelId="{5E5E9FEA-4612-4E39-A62D-4D6CC0C06A4C}" type="presParOf" srcId="{FE28A877-1997-43E9-BE50-32CA8445AE8B}" destId="{E64D890F-767D-4E95-A66B-4DC9AE9169B2}" srcOrd="0" destOrd="0" presId="urn:microsoft.com/office/officeart/2018/2/layout/IconVerticalSolidList"/>
    <dgm:cxn modelId="{157BBA22-CF8A-4933-B6DB-5DB8CEF2003A}" type="presParOf" srcId="{FE28A877-1997-43E9-BE50-32CA8445AE8B}" destId="{0069E9D1-00C8-4A7D-A7E5-FF47AC853351}" srcOrd="1" destOrd="0" presId="urn:microsoft.com/office/officeart/2018/2/layout/IconVerticalSolidList"/>
    <dgm:cxn modelId="{7A7337AF-29EA-4DFE-A0AE-C9F38D47306C}" type="presParOf" srcId="{FE28A877-1997-43E9-BE50-32CA8445AE8B}" destId="{89A76834-4A4E-4278-915E-2FFF6CB92353}" srcOrd="2" destOrd="0" presId="urn:microsoft.com/office/officeart/2018/2/layout/IconVerticalSolidList"/>
    <dgm:cxn modelId="{9775B993-AA32-4BBD-AB7A-F0D70A0DEC4E}" type="presParOf" srcId="{FE28A877-1997-43E9-BE50-32CA8445AE8B}" destId="{DF44F7BB-85CD-467D-8D84-6D4163CCECA7}" srcOrd="3" destOrd="0" presId="urn:microsoft.com/office/officeart/2018/2/layout/IconVerticalSolidList"/>
    <dgm:cxn modelId="{D3CA5FEA-E2D8-4C47-987D-0840AD5E504A}" type="presParOf" srcId="{51FB5E3B-C39E-4BBD-A265-2C104DFE0B10}" destId="{7E4D72D9-925E-4C29-B2EA-091D9E6C55F4}" srcOrd="1" destOrd="0" presId="urn:microsoft.com/office/officeart/2018/2/layout/IconVerticalSolidList"/>
    <dgm:cxn modelId="{7035481C-D4D5-421C-AB76-E0B3FB8F4426}" type="presParOf" srcId="{51FB5E3B-C39E-4BBD-A265-2C104DFE0B10}" destId="{1880E83A-9BD8-420E-B078-45BC06C3AEA2}" srcOrd="2" destOrd="0" presId="urn:microsoft.com/office/officeart/2018/2/layout/IconVerticalSolidList"/>
    <dgm:cxn modelId="{7F0E274A-5835-4416-B156-73E31F3EF786}" type="presParOf" srcId="{1880E83A-9BD8-420E-B078-45BC06C3AEA2}" destId="{34E1AEC9-CBF3-44C5-B2CE-901E44470EE1}" srcOrd="0" destOrd="0" presId="urn:microsoft.com/office/officeart/2018/2/layout/IconVerticalSolidList"/>
    <dgm:cxn modelId="{53E1E5AA-41C8-4EDB-B803-EDC74BA13D2A}" type="presParOf" srcId="{1880E83A-9BD8-420E-B078-45BC06C3AEA2}" destId="{1C53FEA1-DA41-431B-B646-5BCD6C1FEA1B}" srcOrd="1" destOrd="0" presId="urn:microsoft.com/office/officeart/2018/2/layout/IconVerticalSolidList"/>
    <dgm:cxn modelId="{704E49B1-0D06-47FF-91DD-6B6B06D96E8E}" type="presParOf" srcId="{1880E83A-9BD8-420E-B078-45BC06C3AEA2}" destId="{1A6690A5-513A-4F9F-8A62-45D9624591FB}" srcOrd="2" destOrd="0" presId="urn:microsoft.com/office/officeart/2018/2/layout/IconVerticalSolidList"/>
    <dgm:cxn modelId="{3EEAABB1-334A-4673-AD5E-2F5A72FEC3CC}" type="presParOf" srcId="{1880E83A-9BD8-420E-B078-45BC06C3AEA2}" destId="{18A96B3A-EB32-454E-B01A-02C2A2A6D1F8}"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FEBC65-5800-49C2-ACE8-714124562FFC}"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1BD2C2BE-D1DB-44A1-A52A-A722D32DCBC6}">
      <dgm:prSet custT="1"/>
      <dgm:spPr/>
      <dgm:t>
        <a:bodyPr/>
        <a:lstStyle/>
        <a:p>
          <a:r>
            <a:rPr lang="en-US" altLang="zh-CN" sz="2800" b="1" dirty="0"/>
            <a:t>1</a:t>
          </a:r>
          <a:r>
            <a:rPr lang="zh-CN" altLang="zh-CN" sz="2800" b="1" dirty="0"/>
            <a:t>，</a:t>
          </a:r>
          <a:r>
            <a:rPr lang="zh-CN" sz="2800" dirty="0"/>
            <a:t>《彼前》二章</a:t>
          </a:r>
          <a:r>
            <a:rPr lang="en-US" sz="2800" dirty="0"/>
            <a:t>9</a:t>
          </a:r>
          <a:r>
            <a:rPr lang="zh-CN" sz="2800" dirty="0"/>
            <a:t>节中用了四个“是”具体内容是什么？</a:t>
          </a:r>
          <a:endParaRPr lang="en-US" sz="2800" b="1" dirty="0"/>
        </a:p>
      </dgm:t>
    </dgm:pt>
    <dgm:pt modelId="{F295D86C-A72D-4FE1-BA0F-ECD2D1B9C750}" type="parTrans" cxnId="{B594F1BB-1A14-405C-BBDF-D80CF027887F}">
      <dgm:prSet/>
      <dgm:spPr/>
      <dgm:t>
        <a:bodyPr/>
        <a:lstStyle/>
        <a:p>
          <a:endParaRPr lang="zh-CN" altLang="en-US" sz="1800" b="1"/>
        </a:p>
      </dgm:t>
    </dgm:pt>
    <dgm:pt modelId="{AEDDFA7B-84F9-476C-A965-8E5CC57127E9}" type="sibTrans" cxnId="{B594F1BB-1A14-405C-BBDF-D80CF027887F}">
      <dgm:prSet/>
      <dgm:spPr/>
      <dgm:t>
        <a:bodyPr/>
        <a:lstStyle/>
        <a:p>
          <a:endParaRPr lang="zh-CN" altLang="en-US" sz="1800" b="1"/>
        </a:p>
      </dgm:t>
    </dgm:pt>
    <dgm:pt modelId="{7C874045-28E7-4914-A5A3-556E6D8CBF38}">
      <dgm:prSet custT="1"/>
      <dgm:spPr/>
      <dgm:t>
        <a:bodyPr/>
        <a:lstStyle/>
        <a:p>
          <a:r>
            <a:rPr lang="en-US" altLang="zh-CN" sz="2800" b="1" dirty="0"/>
            <a:t>2</a:t>
          </a:r>
          <a:r>
            <a:rPr lang="zh-CN" altLang="zh-CN" sz="2800" b="1" dirty="0"/>
            <a:t>，</a:t>
          </a:r>
          <a:r>
            <a:rPr lang="zh-CN" sz="2800" dirty="0"/>
            <a:t>在这四个“是”中，挑选其中一、二个简述你自己认识？</a:t>
          </a:r>
          <a:endParaRPr lang="zh-CN" altLang="zh-CN" sz="2800" b="1" dirty="0"/>
        </a:p>
      </dgm:t>
    </dgm:pt>
    <dgm:pt modelId="{74144C16-FA93-452E-B592-50993A6B454D}" type="sibTrans" cxnId="{E38A05AA-CA47-4986-8A50-F48C70DFEE01}">
      <dgm:prSet/>
      <dgm:spPr/>
      <dgm:t>
        <a:bodyPr/>
        <a:lstStyle/>
        <a:p>
          <a:endParaRPr lang="zh-CN" altLang="en-US"/>
        </a:p>
      </dgm:t>
    </dgm:pt>
    <dgm:pt modelId="{30530BA6-44FC-4433-AA46-D8907D8E01F7}" type="parTrans" cxnId="{E38A05AA-CA47-4986-8A50-F48C70DFEE01}">
      <dgm:prSet/>
      <dgm:spPr/>
      <dgm:t>
        <a:bodyPr/>
        <a:lstStyle/>
        <a:p>
          <a:endParaRPr lang="zh-CN" altLang="en-US"/>
        </a:p>
      </dgm:t>
    </dgm:pt>
    <dgm:pt modelId="{DABA82B8-B209-4D8A-89A2-B4D291F3C488}">
      <dgm:prSet custT="1"/>
      <dgm:spPr/>
      <dgm:t>
        <a:bodyPr/>
        <a:lstStyle/>
        <a:p>
          <a:r>
            <a:rPr lang="en-US" altLang="zh-CN" sz="2800" b="1"/>
            <a:t>3</a:t>
          </a:r>
          <a:r>
            <a:rPr lang="zh-CN" altLang="zh-CN" sz="2800" b="1"/>
            <a:t>，</a:t>
          </a:r>
          <a:r>
            <a:rPr lang="zh-CN" sz="2800"/>
            <a:t>请详细列举你准备如何回应神给我们的命令（内容、方法）？</a:t>
          </a:r>
          <a:endParaRPr lang="zh-CN" altLang="zh-CN" sz="2800" b="1" dirty="0"/>
        </a:p>
      </dgm:t>
    </dgm:pt>
    <dgm:pt modelId="{11EAFC05-D0A4-43EC-B7E7-E461F32B688A}" type="sibTrans" cxnId="{96F23E8A-E118-4B4A-9420-BFE40D3CFF3E}">
      <dgm:prSet/>
      <dgm:spPr/>
      <dgm:t>
        <a:bodyPr/>
        <a:lstStyle/>
        <a:p>
          <a:endParaRPr lang="zh-CN" altLang="en-US"/>
        </a:p>
      </dgm:t>
    </dgm:pt>
    <dgm:pt modelId="{368AA0CF-B6A4-4183-95C5-4D76BFF2AF3F}" type="parTrans" cxnId="{96F23E8A-E118-4B4A-9420-BFE40D3CFF3E}">
      <dgm:prSet/>
      <dgm:spPr/>
      <dgm:t>
        <a:bodyPr/>
        <a:lstStyle/>
        <a:p>
          <a:endParaRPr lang="zh-CN" altLang="en-US"/>
        </a:p>
      </dgm:t>
    </dgm:pt>
    <dgm:pt modelId="{1F12DA8F-2D73-42EB-96BB-B7F23E046792}" type="pres">
      <dgm:prSet presAssocID="{0FFEBC65-5800-49C2-ACE8-714124562FFC}" presName="linear" presStyleCnt="0">
        <dgm:presLayoutVars>
          <dgm:dir/>
          <dgm:animLvl val="lvl"/>
          <dgm:resizeHandles val="exact"/>
        </dgm:presLayoutVars>
      </dgm:prSet>
      <dgm:spPr/>
    </dgm:pt>
    <dgm:pt modelId="{9134DFA7-315A-455C-8F1E-BFFCB82F4F45}" type="pres">
      <dgm:prSet presAssocID="{1BD2C2BE-D1DB-44A1-A52A-A722D32DCBC6}" presName="parentLin" presStyleCnt="0"/>
      <dgm:spPr/>
    </dgm:pt>
    <dgm:pt modelId="{D51987C1-F5DF-469C-A830-CDBF3FD9E040}" type="pres">
      <dgm:prSet presAssocID="{1BD2C2BE-D1DB-44A1-A52A-A722D32DCBC6}" presName="parentLeftMargin" presStyleLbl="node1" presStyleIdx="0" presStyleCnt="3"/>
      <dgm:spPr/>
    </dgm:pt>
    <dgm:pt modelId="{F537915A-F02E-4C70-B158-3DD0830C6921}" type="pres">
      <dgm:prSet presAssocID="{1BD2C2BE-D1DB-44A1-A52A-A722D32DCBC6}" presName="parentText" presStyleLbl="node1" presStyleIdx="0" presStyleCnt="3" custScaleX="142857">
        <dgm:presLayoutVars>
          <dgm:chMax val="0"/>
          <dgm:bulletEnabled val="1"/>
        </dgm:presLayoutVars>
      </dgm:prSet>
      <dgm:spPr/>
    </dgm:pt>
    <dgm:pt modelId="{66D370ED-B6F4-4B0D-864E-171D2A337CC1}" type="pres">
      <dgm:prSet presAssocID="{1BD2C2BE-D1DB-44A1-A52A-A722D32DCBC6}" presName="negativeSpace" presStyleCnt="0"/>
      <dgm:spPr/>
    </dgm:pt>
    <dgm:pt modelId="{82564448-F98C-468D-8F9B-875EAB96C2D0}" type="pres">
      <dgm:prSet presAssocID="{1BD2C2BE-D1DB-44A1-A52A-A722D32DCBC6}" presName="childText" presStyleLbl="conFgAcc1" presStyleIdx="0" presStyleCnt="3">
        <dgm:presLayoutVars>
          <dgm:bulletEnabled val="1"/>
        </dgm:presLayoutVars>
      </dgm:prSet>
      <dgm:spPr/>
    </dgm:pt>
    <dgm:pt modelId="{13F66DDF-9AF5-40E5-AEEB-44A134952028}" type="pres">
      <dgm:prSet presAssocID="{AEDDFA7B-84F9-476C-A965-8E5CC57127E9}" presName="spaceBetweenRectangles" presStyleCnt="0"/>
      <dgm:spPr/>
    </dgm:pt>
    <dgm:pt modelId="{173ABEFF-7287-4705-8E23-E6A64D07E687}" type="pres">
      <dgm:prSet presAssocID="{7C874045-28E7-4914-A5A3-556E6D8CBF38}" presName="parentLin" presStyleCnt="0"/>
      <dgm:spPr/>
    </dgm:pt>
    <dgm:pt modelId="{91FDBF6A-E982-4BB6-8930-E267221513D0}" type="pres">
      <dgm:prSet presAssocID="{7C874045-28E7-4914-A5A3-556E6D8CBF38}" presName="parentLeftMargin" presStyleLbl="node1" presStyleIdx="0" presStyleCnt="3"/>
      <dgm:spPr/>
    </dgm:pt>
    <dgm:pt modelId="{74E4AF59-869D-4E92-83F4-8F3B4B134F9D}" type="pres">
      <dgm:prSet presAssocID="{7C874045-28E7-4914-A5A3-556E6D8CBF38}" presName="parentText" presStyleLbl="node1" presStyleIdx="1" presStyleCnt="3" custScaleX="142857">
        <dgm:presLayoutVars>
          <dgm:chMax val="0"/>
          <dgm:bulletEnabled val="1"/>
        </dgm:presLayoutVars>
      </dgm:prSet>
      <dgm:spPr/>
    </dgm:pt>
    <dgm:pt modelId="{C2B47A78-DAE6-4172-BB8D-31D4670E0F6E}" type="pres">
      <dgm:prSet presAssocID="{7C874045-28E7-4914-A5A3-556E6D8CBF38}" presName="negativeSpace" presStyleCnt="0"/>
      <dgm:spPr/>
    </dgm:pt>
    <dgm:pt modelId="{A8E50910-6A72-4290-9BEC-DE430449B9A4}" type="pres">
      <dgm:prSet presAssocID="{7C874045-28E7-4914-A5A3-556E6D8CBF38}" presName="childText" presStyleLbl="conFgAcc1" presStyleIdx="1" presStyleCnt="3">
        <dgm:presLayoutVars>
          <dgm:bulletEnabled val="1"/>
        </dgm:presLayoutVars>
      </dgm:prSet>
      <dgm:spPr/>
    </dgm:pt>
    <dgm:pt modelId="{CC426161-6948-4896-B31B-F82E522DF115}" type="pres">
      <dgm:prSet presAssocID="{74144C16-FA93-452E-B592-50993A6B454D}" presName="spaceBetweenRectangles" presStyleCnt="0"/>
      <dgm:spPr/>
    </dgm:pt>
    <dgm:pt modelId="{520A94F8-15EC-4373-B835-90A4FC4C970D}" type="pres">
      <dgm:prSet presAssocID="{DABA82B8-B209-4D8A-89A2-B4D291F3C488}" presName="parentLin" presStyleCnt="0"/>
      <dgm:spPr/>
    </dgm:pt>
    <dgm:pt modelId="{9AFC99EA-BCFA-4E8E-8A12-57AA733C89B5}" type="pres">
      <dgm:prSet presAssocID="{DABA82B8-B209-4D8A-89A2-B4D291F3C488}" presName="parentLeftMargin" presStyleLbl="node1" presStyleIdx="1" presStyleCnt="3"/>
      <dgm:spPr/>
    </dgm:pt>
    <dgm:pt modelId="{931BAF88-011D-4BD5-B742-67BC90139E82}" type="pres">
      <dgm:prSet presAssocID="{DABA82B8-B209-4D8A-89A2-B4D291F3C488}" presName="parentText" presStyleLbl="node1" presStyleIdx="2" presStyleCnt="3" custScaleX="142857">
        <dgm:presLayoutVars>
          <dgm:chMax val="0"/>
          <dgm:bulletEnabled val="1"/>
        </dgm:presLayoutVars>
      </dgm:prSet>
      <dgm:spPr/>
    </dgm:pt>
    <dgm:pt modelId="{7201097C-0DAE-4657-A6C2-875B37A51AB5}" type="pres">
      <dgm:prSet presAssocID="{DABA82B8-B209-4D8A-89A2-B4D291F3C488}" presName="negativeSpace" presStyleCnt="0"/>
      <dgm:spPr/>
    </dgm:pt>
    <dgm:pt modelId="{0FE397FF-B9A0-42F4-9A01-177CA6EBDA61}" type="pres">
      <dgm:prSet presAssocID="{DABA82B8-B209-4D8A-89A2-B4D291F3C488}" presName="childText" presStyleLbl="conFgAcc1" presStyleIdx="2" presStyleCnt="3">
        <dgm:presLayoutVars>
          <dgm:bulletEnabled val="1"/>
        </dgm:presLayoutVars>
      </dgm:prSet>
      <dgm:spPr/>
    </dgm:pt>
  </dgm:ptLst>
  <dgm:cxnLst>
    <dgm:cxn modelId="{7122512D-52F1-41E2-86E3-6E9C2783E480}" type="presOf" srcId="{DABA82B8-B209-4D8A-89A2-B4D291F3C488}" destId="{9AFC99EA-BCFA-4E8E-8A12-57AA733C89B5}" srcOrd="0" destOrd="0" presId="urn:microsoft.com/office/officeart/2005/8/layout/list1"/>
    <dgm:cxn modelId="{B950487E-1EE2-4B68-B38F-57044BF6EB1A}" type="presOf" srcId="{0FFEBC65-5800-49C2-ACE8-714124562FFC}" destId="{1F12DA8F-2D73-42EB-96BB-B7F23E046792}" srcOrd="0" destOrd="0" presId="urn:microsoft.com/office/officeart/2005/8/layout/list1"/>
    <dgm:cxn modelId="{96F23E8A-E118-4B4A-9420-BFE40D3CFF3E}" srcId="{0FFEBC65-5800-49C2-ACE8-714124562FFC}" destId="{DABA82B8-B209-4D8A-89A2-B4D291F3C488}" srcOrd="2" destOrd="0" parTransId="{368AA0CF-B6A4-4183-95C5-4D76BFF2AF3F}" sibTransId="{11EAFC05-D0A4-43EC-B7E7-E461F32B688A}"/>
    <dgm:cxn modelId="{B2585397-9267-47D5-887B-6FDCCE516AE3}" type="presOf" srcId="{DABA82B8-B209-4D8A-89A2-B4D291F3C488}" destId="{931BAF88-011D-4BD5-B742-67BC90139E82}" srcOrd="1" destOrd="0" presId="urn:microsoft.com/office/officeart/2005/8/layout/list1"/>
    <dgm:cxn modelId="{D0545E9D-A51F-4E1D-8423-7BC0944A85A4}" type="presOf" srcId="{7C874045-28E7-4914-A5A3-556E6D8CBF38}" destId="{74E4AF59-869D-4E92-83F4-8F3B4B134F9D}" srcOrd="1" destOrd="0" presId="urn:microsoft.com/office/officeart/2005/8/layout/list1"/>
    <dgm:cxn modelId="{96E8A9A3-C6B6-4D6B-ADF5-DA797B4F98B3}" type="presOf" srcId="{1BD2C2BE-D1DB-44A1-A52A-A722D32DCBC6}" destId="{D51987C1-F5DF-469C-A830-CDBF3FD9E040}" srcOrd="0" destOrd="0" presId="urn:microsoft.com/office/officeart/2005/8/layout/list1"/>
    <dgm:cxn modelId="{E38A05AA-CA47-4986-8A50-F48C70DFEE01}" srcId="{0FFEBC65-5800-49C2-ACE8-714124562FFC}" destId="{7C874045-28E7-4914-A5A3-556E6D8CBF38}" srcOrd="1" destOrd="0" parTransId="{30530BA6-44FC-4433-AA46-D8907D8E01F7}" sibTransId="{74144C16-FA93-452E-B592-50993A6B454D}"/>
    <dgm:cxn modelId="{B594F1BB-1A14-405C-BBDF-D80CF027887F}" srcId="{0FFEBC65-5800-49C2-ACE8-714124562FFC}" destId="{1BD2C2BE-D1DB-44A1-A52A-A722D32DCBC6}" srcOrd="0" destOrd="0" parTransId="{F295D86C-A72D-4FE1-BA0F-ECD2D1B9C750}" sibTransId="{AEDDFA7B-84F9-476C-A965-8E5CC57127E9}"/>
    <dgm:cxn modelId="{C1108BD3-4D53-46D1-99C9-E701595D07B0}" type="presOf" srcId="{7C874045-28E7-4914-A5A3-556E6D8CBF38}" destId="{91FDBF6A-E982-4BB6-8930-E267221513D0}" srcOrd="0" destOrd="0" presId="urn:microsoft.com/office/officeart/2005/8/layout/list1"/>
    <dgm:cxn modelId="{99AC38F6-1CFB-4076-9029-E344EB8B6F7E}" type="presOf" srcId="{1BD2C2BE-D1DB-44A1-A52A-A722D32DCBC6}" destId="{F537915A-F02E-4C70-B158-3DD0830C6921}" srcOrd="1" destOrd="0" presId="urn:microsoft.com/office/officeart/2005/8/layout/list1"/>
    <dgm:cxn modelId="{189D8AA7-6F8C-4B14-9598-3AFBA88BCCA4}" type="presParOf" srcId="{1F12DA8F-2D73-42EB-96BB-B7F23E046792}" destId="{9134DFA7-315A-455C-8F1E-BFFCB82F4F45}" srcOrd="0" destOrd="0" presId="urn:microsoft.com/office/officeart/2005/8/layout/list1"/>
    <dgm:cxn modelId="{FD7AD0AA-BF06-45F3-BD09-9BF4684BC096}" type="presParOf" srcId="{9134DFA7-315A-455C-8F1E-BFFCB82F4F45}" destId="{D51987C1-F5DF-469C-A830-CDBF3FD9E040}" srcOrd="0" destOrd="0" presId="urn:microsoft.com/office/officeart/2005/8/layout/list1"/>
    <dgm:cxn modelId="{6B91E6E4-29B7-46DB-9C41-7F41518F24F3}" type="presParOf" srcId="{9134DFA7-315A-455C-8F1E-BFFCB82F4F45}" destId="{F537915A-F02E-4C70-B158-3DD0830C6921}" srcOrd="1" destOrd="0" presId="urn:microsoft.com/office/officeart/2005/8/layout/list1"/>
    <dgm:cxn modelId="{B9AE5DD0-5A86-43B3-B715-69E34F11DD50}" type="presParOf" srcId="{1F12DA8F-2D73-42EB-96BB-B7F23E046792}" destId="{66D370ED-B6F4-4B0D-864E-171D2A337CC1}" srcOrd="1" destOrd="0" presId="urn:microsoft.com/office/officeart/2005/8/layout/list1"/>
    <dgm:cxn modelId="{6215B631-704B-4034-90D6-71EC7402E2B6}" type="presParOf" srcId="{1F12DA8F-2D73-42EB-96BB-B7F23E046792}" destId="{82564448-F98C-468D-8F9B-875EAB96C2D0}" srcOrd="2" destOrd="0" presId="urn:microsoft.com/office/officeart/2005/8/layout/list1"/>
    <dgm:cxn modelId="{7A74B518-639C-4B89-B591-DDAFED119D5E}" type="presParOf" srcId="{1F12DA8F-2D73-42EB-96BB-B7F23E046792}" destId="{13F66DDF-9AF5-40E5-AEEB-44A134952028}" srcOrd="3" destOrd="0" presId="urn:microsoft.com/office/officeart/2005/8/layout/list1"/>
    <dgm:cxn modelId="{06485E8F-6838-4DC3-991D-01193CA68647}" type="presParOf" srcId="{1F12DA8F-2D73-42EB-96BB-B7F23E046792}" destId="{173ABEFF-7287-4705-8E23-E6A64D07E687}" srcOrd="4" destOrd="0" presId="urn:microsoft.com/office/officeart/2005/8/layout/list1"/>
    <dgm:cxn modelId="{0395DA82-BF86-4872-8E36-38D84BD0222D}" type="presParOf" srcId="{173ABEFF-7287-4705-8E23-E6A64D07E687}" destId="{91FDBF6A-E982-4BB6-8930-E267221513D0}" srcOrd="0" destOrd="0" presId="urn:microsoft.com/office/officeart/2005/8/layout/list1"/>
    <dgm:cxn modelId="{61EFD572-5B2C-4E19-8310-46B9A1DD757A}" type="presParOf" srcId="{173ABEFF-7287-4705-8E23-E6A64D07E687}" destId="{74E4AF59-869D-4E92-83F4-8F3B4B134F9D}" srcOrd="1" destOrd="0" presId="urn:microsoft.com/office/officeart/2005/8/layout/list1"/>
    <dgm:cxn modelId="{F82616AF-4D4A-4DD2-BD66-83A9B71542C2}" type="presParOf" srcId="{1F12DA8F-2D73-42EB-96BB-B7F23E046792}" destId="{C2B47A78-DAE6-4172-BB8D-31D4670E0F6E}" srcOrd="5" destOrd="0" presId="urn:microsoft.com/office/officeart/2005/8/layout/list1"/>
    <dgm:cxn modelId="{A17D6410-7D18-4A04-8626-64246883F003}" type="presParOf" srcId="{1F12DA8F-2D73-42EB-96BB-B7F23E046792}" destId="{A8E50910-6A72-4290-9BEC-DE430449B9A4}" srcOrd="6" destOrd="0" presId="urn:microsoft.com/office/officeart/2005/8/layout/list1"/>
    <dgm:cxn modelId="{D89609AF-0625-47A0-9609-0CC93646CF3B}" type="presParOf" srcId="{1F12DA8F-2D73-42EB-96BB-B7F23E046792}" destId="{CC426161-6948-4896-B31B-F82E522DF115}" srcOrd="7" destOrd="0" presId="urn:microsoft.com/office/officeart/2005/8/layout/list1"/>
    <dgm:cxn modelId="{788C62FD-DCCF-4D03-907B-7A62A7B51FEC}" type="presParOf" srcId="{1F12DA8F-2D73-42EB-96BB-B7F23E046792}" destId="{520A94F8-15EC-4373-B835-90A4FC4C970D}" srcOrd="8" destOrd="0" presId="urn:microsoft.com/office/officeart/2005/8/layout/list1"/>
    <dgm:cxn modelId="{D8B3A7EF-3571-4A57-82F4-AC0BAEA22F78}" type="presParOf" srcId="{520A94F8-15EC-4373-B835-90A4FC4C970D}" destId="{9AFC99EA-BCFA-4E8E-8A12-57AA733C89B5}" srcOrd="0" destOrd="0" presId="urn:microsoft.com/office/officeart/2005/8/layout/list1"/>
    <dgm:cxn modelId="{9761D704-A52E-4F1B-9DBF-95C84696655D}" type="presParOf" srcId="{520A94F8-15EC-4373-B835-90A4FC4C970D}" destId="{931BAF88-011D-4BD5-B742-67BC90139E82}" srcOrd="1" destOrd="0" presId="urn:microsoft.com/office/officeart/2005/8/layout/list1"/>
    <dgm:cxn modelId="{94F50305-CFCC-4DD1-8C01-CE6907D93415}" type="presParOf" srcId="{1F12DA8F-2D73-42EB-96BB-B7F23E046792}" destId="{7201097C-0DAE-4657-A6C2-875B37A51AB5}" srcOrd="9" destOrd="0" presId="urn:microsoft.com/office/officeart/2005/8/layout/list1"/>
    <dgm:cxn modelId="{5D9B0E90-129A-4F93-9B50-1ADA685B45B2}" type="presParOf" srcId="{1F12DA8F-2D73-42EB-96BB-B7F23E046792}" destId="{0FE397FF-B9A0-42F4-9A01-177CA6EBDA61}" srcOrd="10"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4D890F-767D-4E95-A66B-4DC9AE9169B2}">
      <dsp:nvSpPr>
        <dsp:cNvPr id="0" name=""/>
        <dsp:cNvSpPr/>
      </dsp:nvSpPr>
      <dsp:spPr>
        <a:xfrm>
          <a:off x="0" y="707288"/>
          <a:ext cx="10944225" cy="13057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69E9D1-00C8-4A7D-A7E5-FF47AC853351}">
      <dsp:nvSpPr>
        <dsp:cNvPr id="0" name=""/>
        <dsp:cNvSpPr/>
      </dsp:nvSpPr>
      <dsp:spPr>
        <a:xfrm>
          <a:off x="394993" y="1001085"/>
          <a:ext cx="718169" cy="7181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44F7BB-85CD-467D-8D84-6D4163CCECA7}">
      <dsp:nvSpPr>
        <dsp:cNvPr id="0" name=""/>
        <dsp:cNvSpPr/>
      </dsp:nvSpPr>
      <dsp:spPr>
        <a:xfrm>
          <a:off x="1508156" y="707288"/>
          <a:ext cx="9436068"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1111250">
            <a:lnSpc>
              <a:spcPct val="100000"/>
            </a:lnSpc>
            <a:spcBef>
              <a:spcPct val="0"/>
            </a:spcBef>
            <a:spcAft>
              <a:spcPct val="35000"/>
            </a:spcAft>
            <a:buNone/>
          </a:pPr>
          <a:r>
            <a:rPr lang="zh-CN" altLang="en-US" sz="2500" kern="1200" dirty="0">
              <a:latin typeface="方正屏显雅宋_GBK" panose="02010600010101010101" pitchFamily="2" charset="-122"/>
              <a:ea typeface="方正屏显雅宋_GBK" panose="02010600010101010101" pitchFamily="2" charset="-122"/>
            </a:rPr>
            <a:t>新年伊始我们在新的一年中我们的计划是什么？</a:t>
          </a:r>
          <a:endParaRPr lang="en-US" sz="2500" kern="1200" dirty="0">
            <a:latin typeface="方正屏显雅宋_GBK" panose="02010600010101010101" pitchFamily="2" charset="-122"/>
            <a:ea typeface="方正屏显雅宋_GBK" panose="02010600010101010101" pitchFamily="2" charset="-122"/>
          </a:endParaRPr>
        </a:p>
      </dsp:txBody>
      <dsp:txXfrm>
        <a:off x="1508156" y="707288"/>
        <a:ext cx="9436068" cy="1305763"/>
      </dsp:txXfrm>
    </dsp:sp>
    <dsp:sp modelId="{34E1AEC9-CBF3-44C5-B2CE-901E44470EE1}">
      <dsp:nvSpPr>
        <dsp:cNvPr id="0" name=""/>
        <dsp:cNvSpPr/>
      </dsp:nvSpPr>
      <dsp:spPr>
        <a:xfrm>
          <a:off x="0" y="2339492"/>
          <a:ext cx="10944225" cy="13057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53FEA1-DA41-431B-B646-5BCD6C1FEA1B}">
      <dsp:nvSpPr>
        <dsp:cNvPr id="0" name=""/>
        <dsp:cNvSpPr/>
      </dsp:nvSpPr>
      <dsp:spPr>
        <a:xfrm>
          <a:off x="394993" y="2633289"/>
          <a:ext cx="718169" cy="7181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A96B3A-EB32-454E-B01A-02C2A2A6D1F8}">
      <dsp:nvSpPr>
        <dsp:cNvPr id="0" name=""/>
        <dsp:cNvSpPr/>
      </dsp:nvSpPr>
      <dsp:spPr>
        <a:xfrm>
          <a:off x="1508156" y="2339492"/>
          <a:ext cx="9436068"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1111250">
            <a:lnSpc>
              <a:spcPct val="100000"/>
            </a:lnSpc>
            <a:spcBef>
              <a:spcPct val="0"/>
            </a:spcBef>
            <a:spcAft>
              <a:spcPct val="35000"/>
            </a:spcAft>
            <a:buNone/>
          </a:pPr>
          <a:r>
            <a:rPr lang="zh-CN" altLang="en-US" sz="2500" kern="1200" dirty="0">
              <a:latin typeface="方正屏显雅宋_GBK" panose="02010600010101010101" pitchFamily="2" charset="-122"/>
              <a:ea typeface="方正屏显雅宋_GBK" panose="02010600010101010101" pitchFamily="2" charset="-122"/>
            </a:rPr>
            <a:t>作为神的儿女我们的计划是否与神的命令有关？</a:t>
          </a:r>
          <a:endParaRPr lang="en-US" sz="2500" kern="1200" dirty="0">
            <a:latin typeface="方正屏显雅宋_GBK" panose="02010600010101010101" pitchFamily="2" charset="-122"/>
            <a:ea typeface="方正屏显雅宋_GBK" panose="02010600010101010101" pitchFamily="2" charset="-122"/>
          </a:endParaRPr>
        </a:p>
      </dsp:txBody>
      <dsp:txXfrm>
        <a:off x="1508156" y="2339492"/>
        <a:ext cx="9436068" cy="13057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564448-F98C-468D-8F9B-875EAB96C2D0}">
      <dsp:nvSpPr>
        <dsp:cNvPr id="0" name=""/>
        <dsp:cNvSpPr/>
      </dsp:nvSpPr>
      <dsp:spPr>
        <a:xfrm>
          <a:off x="0" y="668008"/>
          <a:ext cx="9293352" cy="1083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537915A-F02E-4C70-B158-3DD0830C6921}">
      <dsp:nvSpPr>
        <dsp:cNvPr id="0" name=""/>
        <dsp:cNvSpPr/>
      </dsp:nvSpPr>
      <dsp:spPr>
        <a:xfrm>
          <a:off x="442432" y="33328"/>
          <a:ext cx="8848641" cy="12693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5887" tIns="0" rIns="245887" bIns="0" numCol="1" spcCol="1270" anchor="ctr" anchorCtr="0">
          <a:noAutofit/>
        </a:bodyPr>
        <a:lstStyle/>
        <a:p>
          <a:pPr marL="0" lvl="0" indent="0" algn="l" defTabSz="1244600">
            <a:lnSpc>
              <a:spcPct val="90000"/>
            </a:lnSpc>
            <a:spcBef>
              <a:spcPct val="0"/>
            </a:spcBef>
            <a:spcAft>
              <a:spcPct val="35000"/>
            </a:spcAft>
            <a:buNone/>
          </a:pPr>
          <a:r>
            <a:rPr lang="en-US" altLang="zh-CN" sz="2800" b="1" kern="1200" dirty="0"/>
            <a:t>1</a:t>
          </a:r>
          <a:r>
            <a:rPr lang="zh-CN" altLang="zh-CN" sz="2800" b="1" kern="1200" dirty="0"/>
            <a:t>，</a:t>
          </a:r>
          <a:r>
            <a:rPr lang="zh-CN" sz="2800" kern="1200" dirty="0"/>
            <a:t>《彼前》二章</a:t>
          </a:r>
          <a:r>
            <a:rPr lang="en-US" sz="2800" kern="1200" dirty="0"/>
            <a:t>9</a:t>
          </a:r>
          <a:r>
            <a:rPr lang="zh-CN" sz="2800" kern="1200" dirty="0"/>
            <a:t>节中用了四个“是”具体内容是什么？</a:t>
          </a:r>
          <a:endParaRPr lang="en-US" sz="2800" b="1" kern="1200" dirty="0"/>
        </a:p>
      </dsp:txBody>
      <dsp:txXfrm>
        <a:off x="504397" y="95293"/>
        <a:ext cx="8724711" cy="1145430"/>
      </dsp:txXfrm>
    </dsp:sp>
    <dsp:sp modelId="{A8E50910-6A72-4290-9BEC-DE430449B9A4}">
      <dsp:nvSpPr>
        <dsp:cNvPr id="0" name=""/>
        <dsp:cNvSpPr/>
      </dsp:nvSpPr>
      <dsp:spPr>
        <a:xfrm>
          <a:off x="0" y="2618488"/>
          <a:ext cx="9293352" cy="1083600"/>
        </a:xfrm>
        <a:prstGeom prst="rect">
          <a:avLst/>
        </a:prstGeom>
        <a:solidFill>
          <a:schemeClr val="lt1">
            <a:alpha val="90000"/>
            <a:hueOff val="0"/>
            <a:satOff val="0"/>
            <a:lumOff val="0"/>
            <a:alphaOff val="0"/>
          </a:schemeClr>
        </a:solidFill>
        <a:ln w="12700" cap="flat" cmpd="sng" algn="ctr">
          <a:solidFill>
            <a:schemeClr val="accent2">
              <a:hueOff val="-3844825"/>
              <a:satOff val="-20000"/>
              <a:lumOff val="7059"/>
              <a:alphaOff val="0"/>
            </a:schemeClr>
          </a:solidFill>
          <a:prstDash val="solid"/>
          <a:miter lim="800000"/>
        </a:ln>
        <a:effectLst/>
      </dsp:spPr>
      <dsp:style>
        <a:lnRef idx="2">
          <a:scrgbClr r="0" g="0" b="0"/>
        </a:lnRef>
        <a:fillRef idx="1">
          <a:scrgbClr r="0" g="0" b="0"/>
        </a:fillRef>
        <a:effectRef idx="0">
          <a:scrgbClr r="0" g="0" b="0"/>
        </a:effectRef>
        <a:fontRef idx="minor"/>
      </dsp:style>
    </dsp:sp>
    <dsp:sp modelId="{74E4AF59-869D-4E92-83F4-8F3B4B134F9D}">
      <dsp:nvSpPr>
        <dsp:cNvPr id="0" name=""/>
        <dsp:cNvSpPr/>
      </dsp:nvSpPr>
      <dsp:spPr>
        <a:xfrm>
          <a:off x="442432" y="1983808"/>
          <a:ext cx="8848641" cy="1269360"/>
        </a:xfrm>
        <a:prstGeom prst="roundRect">
          <a:avLst/>
        </a:prstGeom>
        <a:solidFill>
          <a:schemeClr val="accent2">
            <a:hueOff val="-3844825"/>
            <a:satOff val="-20000"/>
            <a:lumOff val="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5887" tIns="0" rIns="245887" bIns="0" numCol="1" spcCol="1270" anchor="ctr" anchorCtr="0">
          <a:noAutofit/>
        </a:bodyPr>
        <a:lstStyle/>
        <a:p>
          <a:pPr marL="0" lvl="0" indent="0" algn="l" defTabSz="1244600">
            <a:lnSpc>
              <a:spcPct val="90000"/>
            </a:lnSpc>
            <a:spcBef>
              <a:spcPct val="0"/>
            </a:spcBef>
            <a:spcAft>
              <a:spcPct val="35000"/>
            </a:spcAft>
            <a:buNone/>
          </a:pPr>
          <a:r>
            <a:rPr lang="en-US" altLang="zh-CN" sz="2800" b="1" kern="1200" dirty="0"/>
            <a:t>2</a:t>
          </a:r>
          <a:r>
            <a:rPr lang="zh-CN" altLang="zh-CN" sz="2800" b="1" kern="1200" dirty="0"/>
            <a:t>，</a:t>
          </a:r>
          <a:r>
            <a:rPr lang="zh-CN" sz="2800" kern="1200" dirty="0"/>
            <a:t>在这四个“是”中，挑选其中一、二个简述你自己认识？</a:t>
          </a:r>
          <a:endParaRPr lang="zh-CN" altLang="zh-CN" sz="2800" b="1" kern="1200" dirty="0"/>
        </a:p>
      </dsp:txBody>
      <dsp:txXfrm>
        <a:off x="504397" y="2045773"/>
        <a:ext cx="8724711" cy="1145430"/>
      </dsp:txXfrm>
    </dsp:sp>
    <dsp:sp modelId="{0FE397FF-B9A0-42F4-9A01-177CA6EBDA61}">
      <dsp:nvSpPr>
        <dsp:cNvPr id="0" name=""/>
        <dsp:cNvSpPr/>
      </dsp:nvSpPr>
      <dsp:spPr>
        <a:xfrm>
          <a:off x="0" y="4568968"/>
          <a:ext cx="9293352" cy="1083600"/>
        </a:xfrm>
        <a:prstGeom prst="rect">
          <a:avLst/>
        </a:prstGeom>
        <a:solidFill>
          <a:schemeClr val="lt1">
            <a:alpha val="90000"/>
            <a:hueOff val="0"/>
            <a:satOff val="0"/>
            <a:lumOff val="0"/>
            <a:alphaOff val="0"/>
          </a:schemeClr>
        </a:solidFill>
        <a:ln w="12700" cap="flat" cmpd="sng" algn="ctr">
          <a:solidFill>
            <a:schemeClr val="accent2">
              <a:hueOff val="-7689651"/>
              <a:satOff val="-40001"/>
              <a:lumOff val="14118"/>
              <a:alphaOff val="0"/>
            </a:schemeClr>
          </a:solidFill>
          <a:prstDash val="solid"/>
          <a:miter lim="800000"/>
        </a:ln>
        <a:effectLst/>
      </dsp:spPr>
      <dsp:style>
        <a:lnRef idx="2">
          <a:scrgbClr r="0" g="0" b="0"/>
        </a:lnRef>
        <a:fillRef idx="1">
          <a:scrgbClr r="0" g="0" b="0"/>
        </a:fillRef>
        <a:effectRef idx="0">
          <a:scrgbClr r="0" g="0" b="0"/>
        </a:effectRef>
        <a:fontRef idx="minor"/>
      </dsp:style>
    </dsp:sp>
    <dsp:sp modelId="{931BAF88-011D-4BD5-B742-67BC90139E82}">
      <dsp:nvSpPr>
        <dsp:cNvPr id="0" name=""/>
        <dsp:cNvSpPr/>
      </dsp:nvSpPr>
      <dsp:spPr>
        <a:xfrm>
          <a:off x="442432" y="3934288"/>
          <a:ext cx="8848641" cy="1269360"/>
        </a:xfrm>
        <a:prstGeom prst="roundRect">
          <a:avLst/>
        </a:prstGeom>
        <a:solidFill>
          <a:schemeClr val="accent2">
            <a:hueOff val="-7689651"/>
            <a:satOff val="-40001"/>
            <a:lumOff val="141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5887" tIns="0" rIns="245887" bIns="0" numCol="1" spcCol="1270" anchor="ctr" anchorCtr="0">
          <a:noAutofit/>
        </a:bodyPr>
        <a:lstStyle/>
        <a:p>
          <a:pPr marL="0" lvl="0" indent="0" algn="l" defTabSz="1244600">
            <a:lnSpc>
              <a:spcPct val="90000"/>
            </a:lnSpc>
            <a:spcBef>
              <a:spcPct val="0"/>
            </a:spcBef>
            <a:spcAft>
              <a:spcPct val="35000"/>
            </a:spcAft>
            <a:buNone/>
          </a:pPr>
          <a:r>
            <a:rPr lang="en-US" altLang="zh-CN" sz="2800" b="1" kern="1200"/>
            <a:t>3</a:t>
          </a:r>
          <a:r>
            <a:rPr lang="zh-CN" altLang="zh-CN" sz="2800" b="1" kern="1200"/>
            <a:t>，</a:t>
          </a:r>
          <a:r>
            <a:rPr lang="zh-CN" sz="2800" kern="1200"/>
            <a:t>请详细列举你准备如何回应神给我们的命令（内容、方法）？</a:t>
          </a:r>
          <a:endParaRPr lang="zh-CN" altLang="zh-CN" sz="2800" b="1" kern="1200" dirty="0"/>
        </a:p>
      </dsp:txBody>
      <dsp:txXfrm>
        <a:off x="504397" y="3996253"/>
        <a:ext cx="8724711" cy="114543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3750215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，身体健康状态。</a:t>
            </a:r>
            <a:endParaRPr lang="en-US" altLang="zh-CN" dirty="0"/>
          </a:p>
          <a:p>
            <a:r>
              <a:rPr lang="en-US" altLang="zh-CN" dirty="0"/>
              <a:t>2</a:t>
            </a:r>
            <a:r>
              <a:rPr lang="zh-CN" altLang="en-US" dirty="0"/>
              <a:t>，我们现在将来。</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1222240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对比：</a:t>
            </a:r>
            <a:endParaRPr lang="en-US" altLang="zh-CN" dirty="0"/>
          </a:p>
          <a:p>
            <a:pPr marL="228600" indent="-228600">
              <a:buAutoNum type="arabicPeriod"/>
            </a:pPr>
            <a:r>
              <a:rPr lang="zh-CN" altLang="en-US" dirty="0"/>
              <a:t>耶稣基督被人和神的对比。</a:t>
            </a:r>
            <a:endParaRPr lang="en-US" altLang="zh-CN" dirty="0"/>
          </a:p>
          <a:p>
            <a:pPr marL="228600" indent="-228600">
              <a:buAutoNum type="arabicPeriod"/>
            </a:pPr>
            <a:r>
              <a:rPr lang="zh-CN" altLang="en-US" dirty="0"/>
              <a:t>耶稣基督与我们类比。</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3539276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920069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3961402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60F93-CC4B-D59C-B573-F345D18EDE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315401E-D155-11D4-84AE-0DD2261068C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F08D52-7080-130C-CB12-7849A266B6F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D1D9924-249D-4743-03A0-8944448E5D46}"/>
              </a:ext>
            </a:extLst>
          </p:cNvPr>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1628549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6694E-1A5C-D105-08DC-A1A3FB57DA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50AC1D-3500-CB18-5A7B-1741AC55DE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6BC807-2817-D22A-175E-2ECDD11602A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2BD383E-7696-6D78-5C5E-77C582DE9AB3}"/>
              </a:ext>
            </a:extLst>
          </p:cNvPr>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2449656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41FDB-A7C7-581D-53D9-06D7725D76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9A7EBE-360D-E0DC-161C-6B8FC6013C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CA8BA64-59A9-E94E-4954-4612E5DC8E4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98EDD22-6CDC-0787-F586-854BF976D2EC}"/>
              </a:ext>
            </a:extLst>
          </p:cNvPr>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1895933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72B43-3772-2A75-4145-67ED19CA29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FFAC04-A35C-384B-1976-E7E8470E152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6A7955-C6E7-E1CA-7E1B-246A7A6F3F7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8110599-D146-3769-45D6-FB5DF63111DE}"/>
              </a:ext>
            </a:extLst>
          </p:cNvPr>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29911777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BEA57-C328-7A56-CDB8-8AC71F3A6F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62B3BE-365F-D70A-ACFD-4FD012C365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6C678A-B5B6-30E1-6638-A8497F538D6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AE0D67A-512F-9E28-30C9-F81DB686EB01}"/>
              </a:ext>
            </a:extLst>
          </p:cNvPr>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4279537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CDFEF-A441-7A40-A154-569A028404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4D714E-9F91-CD07-666F-7102A41E32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70421B-CFA4-376B-E1B7-B24516D74C1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4130CEB-14D2-038C-0EB9-8EA1A8F372A0}"/>
              </a:ext>
            </a:extLst>
          </p:cNvPr>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4139002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9DCB9-3275-E6AC-212F-6AB526E2F0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79C505-8EFB-E67E-FA8A-B71784ECDE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05CE70-9393-EF97-315A-1AA80E763E4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B9D626A-6A39-670F-C953-158717081F3C}"/>
              </a:ext>
            </a:extLst>
          </p:cNvPr>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41290784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DC81D-C164-090D-FE1A-D8D42032B7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A6691E-C27B-BBCC-1A8F-61EBA36C99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53CE5D-FDD5-0E66-15A4-124E77A7CE5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F30FCDA-6B72-FD4C-D5B9-DC78A3322A12}"/>
              </a:ext>
            </a:extLst>
          </p:cNvPr>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21505054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B621-2994-930D-6B5B-3F3CBB540F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B502FF-9C4B-9183-CA78-67283B44C89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5B186D-1493-47CF-F6B9-8E0E78F16B0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8183D6D-F839-8ED9-F2F2-B202FBBAD65D}"/>
              </a:ext>
            </a:extLst>
          </p:cNvPr>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9964649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082F6-4690-1FAE-2FDD-7A44A24018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09E13E-8D23-C2EB-E95E-93A8FDB7A6B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48DD5F3-0B97-5C16-77DF-1B3604449B7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DAD4AF4-B167-BD6C-4E0C-B20964C329AE}"/>
              </a:ext>
            </a:extLst>
          </p:cNvPr>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1992876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2041B-9B56-26E9-D456-1A5092D12C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18D028-5781-A05F-B2F3-AA1067EB09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32947E0-3327-C6DB-0A4A-6A42C468470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D729195-62F6-F279-1011-6007FAEFF368}"/>
              </a:ext>
            </a:extLst>
          </p:cNvPr>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3642125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19CB7-B3DF-18AA-3C34-BF7C360F2E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4C4013-5C22-EFA5-3F56-D8C7E73AA9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048A72-90BC-71F7-B59B-576D1DD8B19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A37AE6A-25A6-1940-ED92-EC2864DD4F9F}"/>
              </a:ext>
            </a:extLst>
          </p:cNvPr>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11600973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25672271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tags" Target="../tags/tag28.xml"/><Relationship Id="rId3" Type="http://schemas.openxmlformats.org/officeDocument/2006/relationships/tags" Target="../tags/tag13.xml"/><Relationship Id="rId21" Type="http://schemas.openxmlformats.org/officeDocument/2006/relationships/tags" Target="../tags/tag31.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tags" Target="../tags/tag27.xm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tags" Target="../tags/tag30.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tags" Target="../tags/tag25.xml"/><Relationship Id="rId10" Type="http://schemas.openxmlformats.org/officeDocument/2006/relationships/tags" Target="../tags/tag20.xml"/><Relationship Id="rId19" Type="http://schemas.openxmlformats.org/officeDocument/2006/relationships/tags" Target="../tags/tag29.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 Id="rId2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2331537" y="2195875"/>
            <a:ext cx="7528927" cy="1515717"/>
          </a:xfrm>
        </p:spPr>
        <p:txBody>
          <a:bodyPr lIns="90000" tIns="46800" rIns="90000" bIns="46800" anchor="ctr">
            <a:normAutofit/>
          </a:bodyPr>
          <a:lstStyle>
            <a:lvl1pPr algn="ctr">
              <a:defRPr sz="7200" spc="600">
                <a:gradFill>
                  <a:gsLst>
                    <a:gs pos="0">
                      <a:schemeClr val="accent5"/>
                    </a:gs>
                    <a:gs pos="100000">
                      <a:schemeClr val="accent2"/>
                    </a:gs>
                  </a:gsLst>
                  <a:lin ang="0" scaled="0"/>
                </a:gradFill>
              </a:defRPr>
            </a:lvl1pPr>
          </a:lstStyle>
          <a:p>
            <a:r>
              <a:rPr lang="zh-CN" altLang="en-US"/>
              <a:t>编辑标题</a:t>
            </a:r>
          </a:p>
        </p:txBody>
      </p:sp>
      <p:sp>
        <p:nvSpPr>
          <p:cNvPr id="16" name="日期占位符 15"/>
          <p:cNvSpPr>
            <a:spLocks noGrp="1"/>
          </p:cNvSpPr>
          <p:nvPr>
            <p:ph type="dt" sz="half" idx="10"/>
            <p:custDataLst>
              <p:tags r:id="rId2"/>
            </p:custDataLst>
          </p:nvPr>
        </p:nvSpPr>
        <p:spPr/>
        <p:txBody>
          <a:bodyPr/>
          <a:lstStyle>
            <a:lvl1pPr>
              <a:defRPr>
                <a:solidFill>
                  <a:schemeClr val="bg1">
                    <a:lumMod val="50000"/>
                  </a:schemeClr>
                </a:solidFill>
              </a:defRPr>
            </a:lvl1pPr>
          </a:lstStyle>
          <a:p>
            <a:fld id="{760FBDFE-C587-4B4C-A407-44438C67B59E}" type="datetimeFigureOut">
              <a:rPr lang="zh-CN" altLang="en-US" smtClean="0"/>
              <a:t>2025/1/12</a:t>
            </a:fld>
            <a:endParaRPr lang="zh-CN" altLang="en-US"/>
          </a:p>
        </p:txBody>
      </p:sp>
      <p:sp>
        <p:nvSpPr>
          <p:cNvPr id="17" name="页脚占位符 16"/>
          <p:cNvSpPr>
            <a:spLocks noGrp="1"/>
          </p:cNvSpPr>
          <p:nvPr>
            <p:ph type="ftr" sz="quarter" idx="11"/>
            <p:custDataLst>
              <p:tags r:id="rId3"/>
            </p:custDataLst>
          </p:nvPr>
        </p:nvSpPr>
        <p:spPr/>
        <p:txBody>
          <a:bodyPr/>
          <a:lstStyle>
            <a:lvl1pPr>
              <a:defRPr>
                <a:solidFill>
                  <a:schemeClr val="bg1">
                    <a:lumMod val="50000"/>
                  </a:schemeClr>
                </a:solidFill>
              </a:defRPr>
            </a:lvl1pPr>
          </a:lstStyle>
          <a:p>
            <a:endParaRPr lang="zh-CN" altLang="en-US"/>
          </a:p>
        </p:txBody>
      </p:sp>
      <p:sp>
        <p:nvSpPr>
          <p:cNvPr id="18" name="灯片编号占位符 17"/>
          <p:cNvSpPr>
            <a:spLocks noGrp="1"/>
          </p:cNvSpPr>
          <p:nvPr>
            <p:ph type="sldNum" sz="quarter" idx="12"/>
            <p:custDataLst>
              <p:tags r:id="rId4"/>
            </p:custDataLst>
          </p:nvPr>
        </p:nvSpPr>
        <p:spPr/>
        <p:txBody>
          <a:bodyPr/>
          <a:lstStyle>
            <a:lvl1pPr>
              <a:defRPr>
                <a:solidFill>
                  <a:schemeClr val="bg1">
                    <a:lumMod val="50000"/>
                  </a:schemeClr>
                </a:solidFill>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0">
          <a:gsLst>
            <a:gs pos="50000">
              <a:schemeClr val="accent1">
                <a:lumMod val="5000"/>
                <a:lumOff val="95000"/>
                <a:alpha val="27000"/>
              </a:schemeClr>
            </a:gs>
            <a:gs pos="15000">
              <a:schemeClr val="bg1">
                <a:lumMod val="95000"/>
                <a:alpha val="100000"/>
              </a:schemeClr>
            </a:gs>
            <a:gs pos="100000">
              <a:schemeClr val="bg1">
                <a:lumMod val="85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grpSp>
        <p:nvGrpSpPr>
          <p:cNvPr id="10" name="组合 9"/>
          <p:cNvGrpSpPr/>
          <p:nvPr userDrawn="1">
            <p:custDataLst>
              <p:tags r:id="rId1"/>
            </p:custDataLst>
          </p:nvPr>
        </p:nvGrpSpPr>
        <p:grpSpPr>
          <a:xfrm>
            <a:off x="11298538" y="0"/>
            <a:ext cx="893461" cy="716280"/>
            <a:chOff x="9044119" y="-15877"/>
            <a:chExt cx="2624337" cy="2103905"/>
          </a:xfrm>
          <a:solidFill>
            <a:srgbClr val="FFC000">
              <a:alpha val="50000"/>
            </a:srgbClr>
          </a:solidFill>
        </p:grpSpPr>
        <p:sp>
          <p:nvSpPr>
            <p:cNvPr id="11" name="任意多边形 122"/>
            <p:cNvSpPr/>
            <p:nvPr>
              <p:custDataLst>
                <p:tags r:id="rId5"/>
              </p:custDataLst>
            </p:nvPr>
          </p:nvSpPr>
          <p:spPr>
            <a:xfrm>
              <a:off x="9044119" y="-15876"/>
              <a:ext cx="407785" cy="706307"/>
            </a:xfrm>
            <a:custGeom>
              <a:avLst/>
              <a:gdLst>
                <a:gd name="connsiteX0" fmla="*/ 255661 w 302156"/>
                <a:gd name="connsiteY0" fmla="*/ 0 h 523351"/>
                <a:gd name="connsiteX1" fmla="*/ 302156 w 302156"/>
                <a:gd name="connsiteY1" fmla="*/ 0 h 523351"/>
                <a:gd name="connsiteX2" fmla="*/ 285876 w 302156"/>
                <a:gd name="connsiteY2" fmla="*/ 28198 h 523351"/>
                <a:gd name="connsiteX3" fmla="*/ 0 w 302156"/>
                <a:gd name="connsiteY3" fmla="*/ 523351 h 523351"/>
                <a:gd name="connsiteX4" fmla="*/ 86860 w 302156"/>
                <a:gd name="connsiteY4" fmla="*/ 292372 h 523351"/>
                <a:gd name="connsiteX5" fmla="*/ 207463 w 302156"/>
                <a:gd name="connsiteY5" fmla="*/ 83480 h 523351"/>
                <a:gd name="connsiteX6" fmla="*/ 255661 w 302156"/>
                <a:gd name="connsiteY6" fmla="*/ 0 h 523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156" h="523351">
                  <a:moveTo>
                    <a:pt x="255661" y="0"/>
                  </a:moveTo>
                  <a:lnTo>
                    <a:pt x="302156" y="0"/>
                  </a:lnTo>
                  <a:lnTo>
                    <a:pt x="285876" y="28198"/>
                  </a:lnTo>
                  <a:cubicBezTo>
                    <a:pt x="223325" y="136541"/>
                    <a:pt x="132341" y="294130"/>
                    <a:pt x="0" y="523351"/>
                  </a:cubicBezTo>
                  <a:cubicBezTo>
                    <a:pt x="21737" y="448790"/>
                    <a:pt x="51262" y="370808"/>
                    <a:pt x="86860" y="292372"/>
                  </a:cubicBezTo>
                  <a:cubicBezTo>
                    <a:pt x="86860" y="292372"/>
                    <a:pt x="86860" y="292372"/>
                    <a:pt x="207463" y="83480"/>
                  </a:cubicBezTo>
                  <a:lnTo>
                    <a:pt x="2556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21"/>
            <p:cNvSpPr/>
            <p:nvPr>
              <p:custDataLst>
                <p:tags r:id="rId6"/>
              </p:custDataLst>
            </p:nvPr>
          </p:nvSpPr>
          <p:spPr>
            <a:xfrm>
              <a:off x="9058874" y="-15876"/>
              <a:ext cx="575657" cy="997070"/>
            </a:xfrm>
            <a:custGeom>
              <a:avLst/>
              <a:gdLst>
                <a:gd name="connsiteX0" fmla="*/ 380051 w 426544"/>
                <a:gd name="connsiteY0" fmla="*/ 0 h 738797"/>
                <a:gd name="connsiteX1" fmla="*/ 426544 w 426544"/>
                <a:gd name="connsiteY1" fmla="*/ 0 h 738797"/>
                <a:gd name="connsiteX2" fmla="*/ 408138 w 426544"/>
                <a:gd name="connsiteY2" fmla="*/ 31881 h 738797"/>
                <a:gd name="connsiteX3" fmla="*/ 0 w 426544"/>
                <a:gd name="connsiteY3" fmla="*/ 738797 h 738797"/>
                <a:gd name="connsiteX4" fmla="*/ 23528 w 426544"/>
                <a:gd name="connsiteY4" fmla="*/ 617513 h 738797"/>
                <a:gd name="connsiteX5" fmla="*/ 350321 w 426544"/>
                <a:gd name="connsiteY5" fmla="*/ 51493 h 738797"/>
                <a:gd name="connsiteX6" fmla="*/ 380051 w 426544"/>
                <a:gd name="connsiteY6" fmla="*/ 0 h 738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44" h="738797">
                  <a:moveTo>
                    <a:pt x="380051" y="0"/>
                  </a:moveTo>
                  <a:lnTo>
                    <a:pt x="426544" y="0"/>
                  </a:lnTo>
                  <a:lnTo>
                    <a:pt x="408138" y="31881"/>
                  </a:lnTo>
                  <a:cubicBezTo>
                    <a:pt x="318835" y="186559"/>
                    <a:pt x="188939" y="411545"/>
                    <a:pt x="0" y="738797"/>
                  </a:cubicBezTo>
                  <a:cubicBezTo>
                    <a:pt x="4959" y="700009"/>
                    <a:pt x="13087" y="659086"/>
                    <a:pt x="23528" y="617513"/>
                  </a:cubicBezTo>
                  <a:cubicBezTo>
                    <a:pt x="23528" y="617513"/>
                    <a:pt x="23528" y="617513"/>
                    <a:pt x="350321" y="51493"/>
                  </a:cubicBezTo>
                  <a:lnTo>
                    <a:pt x="38005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0"/>
            <p:cNvSpPr/>
            <p:nvPr>
              <p:custDataLst>
                <p:tags r:id="rId7"/>
              </p:custDataLst>
            </p:nvPr>
          </p:nvSpPr>
          <p:spPr>
            <a:xfrm>
              <a:off x="9113492" y="-15876"/>
              <a:ext cx="700903" cy="1213998"/>
            </a:xfrm>
            <a:custGeom>
              <a:avLst/>
              <a:gdLst>
                <a:gd name="connsiteX0" fmla="*/ 472852 w 519347"/>
                <a:gd name="connsiteY0" fmla="*/ 0 h 899534"/>
                <a:gd name="connsiteX1" fmla="*/ 519347 w 519347"/>
                <a:gd name="connsiteY1" fmla="*/ 0 h 899534"/>
                <a:gd name="connsiteX2" fmla="*/ 488447 w 519347"/>
                <a:gd name="connsiteY2" fmla="*/ 53520 h 899534"/>
                <a:gd name="connsiteX3" fmla="*/ 0 w 519347"/>
                <a:gd name="connsiteY3" fmla="*/ 899534 h 899534"/>
                <a:gd name="connsiteX4" fmla="*/ 4566 w 519347"/>
                <a:gd name="connsiteY4" fmla="*/ 811095 h 899534"/>
                <a:gd name="connsiteX5" fmla="*/ 436464 w 519347"/>
                <a:gd name="connsiteY5" fmla="*/ 63025 h 899534"/>
                <a:gd name="connsiteX6" fmla="*/ 472852 w 519347"/>
                <a:gd name="connsiteY6" fmla="*/ 0 h 899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347" h="899534">
                  <a:moveTo>
                    <a:pt x="472852" y="0"/>
                  </a:moveTo>
                  <a:lnTo>
                    <a:pt x="519347" y="0"/>
                  </a:lnTo>
                  <a:lnTo>
                    <a:pt x="488447" y="53520"/>
                  </a:lnTo>
                  <a:cubicBezTo>
                    <a:pt x="381572" y="238633"/>
                    <a:pt x="226117" y="507889"/>
                    <a:pt x="0" y="899534"/>
                  </a:cubicBezTo>
                  <a:cubicBezTo>
                    <a:pt x="510" y="870130"/>
                    <a:pt x="1746" y="841145"/>
                    <a:pt x="4566" y="811095"/>
                  </a:cubicBezTo>
                  <a:cubicBezTo>
                    <a:pt x="4566" y="811095"/>
                    <a:pt x="4566" y="811095"/>
                    <a:pt x="436464" y="63025"/>
                  </a:cubicBezTo>
                  <a:lnTo>
                    <a:pt x="4728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19"/>
            <p:cNvSpPr/>
            <p:nvPr>
              <p:custDataLst>
                <p:tags r:id="rId8"/>
              </p:custDataLst>
            </p:nvPr>
          </p:nvSpPr>
          <p:spPr>
            <a:xfrm>
              <a:off x="9184090" y="-15876"/>
              <a:ext cx="812932" cy="1394769"/>
            </a:xfrm>
            <a:custGeom>
              <a:avLst/>
              <a:gdLst>
                <a:gd name="connsiteX0" fmla="*/ 555861 w 602357"/>
                <a:gd name="connsiteY0" fmla="*/ 0 h 1033480"/>
                <a:gd name="connsiteX1" fmla="*/ 602357 w 602357"/>
                <a:gd name="connsiteY1" fmla="*/ 0 h 1033480"/>
                <a:gd name="connsiteX2" fmla="*/ 552857 w 602357"/>
                <a:gd name="connsiteY2" fmla="*/ 85735 h 1033480"/>
                <a:gd name="connsiteX3" fmla="*/ 5677 w 602357"/>
                <a:gd name="connsiteY3" fmla="*/ 1033480 h 1033480"/>
                <a:gd name="connsiteX4" fmla="*/ 0 w 602357"/>
                <a:gd name="connsiteY4" fmla="*/ 962780 h 1033480"/>
                <a:gd name="connsiteX5" fmla="*/ 503909 w 602357"/>
                <a:gd name="connsiteY5" fmla="*/ 89985 h 1033480"/>
                <a:gd name="connsiteX6" fmla="*/ 555861 w 602357"/>
                <a:gd name="connsiteY6" fmla="*/ 0 h 103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357" h="1033480">
                  <a:moveTo>
                    <a:pt x="555861" y="0"/>
                  </a:moveTo>
                  <a:lnTo>
                    <a:pt x="602357" y="0"/>
                  </a:lnTo>
                  <a:lnTo>
                    <a:pt x="552857" y="85735"/>
                  </a:lnTo>
                  <a:cubicBezTo>
                    <a:pt x="433131" y="293108"/>
                    <a:pt x="258983" y="594741"/>
                    <a:pt x="5677" y="1033480"/>
                  </a:cubicBezTo>
                  <a:cubicBezTo>
                    <a:pt x="1914" y="1011477"/>
                    <a:pt x="594" y="986919"/>
                    <a:pt x="0" y="962780"/>
                  </a:cubicBezTo>
                  <a:cubicBezTo>
                    <a:pt x="0" y="962780"/>
                    <a:pt x="0" y="962780"/>
                    <a:pt x="503909" y="89985"/>
                  </a:cubicBezTo>
                  <a:lnTo>
                    <a:pt x="5558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18"/>
            <p:cNvSpPr/>
            <p:nvPr>
              <p:custDataLst>
                <p:tags r:id="rId9"/>
              </p:custDataLst>
            </p:nvPr>
          </p:nvSpPr>
          <p:spPr>
            <a:xfrm>
              <a:off x="9267546" y="-15876"/>
              <a:ext cx="912104" cy="1546484"/>
            </a:xfrm>
            <a:custGeom>
              <a:avLst/>
              <a:gdLst>
                <a:gd name="connsiteX0" fmla="*/ 629345 w 675840"/>
                <a:gd name="connsiteY0" fmla="*/ 0 h 1145896"/>
                <a:gd name="connsiteX1" fmla="*/ 675840 w 675840"/>
                <a:gd name="connsiteY1" fmla="*/ 0 h 1145896"/>
                <a:gd name="connsiteX2" fmla="*/ 673914 w 675840"/>
                <a:gd name="connsiteY2" fmla="*/ 3335 h 1145896"/>
                <a:gd name="connsiteX3" fmla="*/ 14256 w 675840"/>
                <a:gd name="connsiteY3" fmla="*/ 1145896 h 1145896"/>
                <a:gd name="connsiteX4" fmla="*/ 0 w 675840"/>
                <a:gd name="connsiteY4" fmla="*/ 1090056 h 1145896"/>
                <a:gd name="connsiteX5" fmla="*/ 618876 w 675840"/>
                <a:gd name="connsiteY5" fmla="*/ 18132 h 1145896"/>
                <a:gd name="connsiteX6" fmla="*/ 629345 w 675840"/>
                <a:gd name="connsiteY6" fmla="*/ 0 h 114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5840" h="1145896">
                  <a:moveTo>
                    <a:pt x="629345" y="0"/>
                  </a:moveTo>
                  <a:lnTo>
                    <a:pt x="675840" y="0"/>
                  </a:lnTo>
                  <a:lnTo>
                    <a:pt x="673914" y="3335"/>
                  </a:lnTo>
                  <a:cubicBezTo>
                    <a:pt x="546073" y="224762"/>
                    <a:pt x="341528" y="579044"/>
                    <a:pt x="14256" y="1145896"/>
                  </a:cubicBezTo>
                  <a:cubicBezTo>
                    <a:pt x="8645" y="1128771"/>
                    <a:pt x="3893" y="1110157"/>
                    <a:pt x="0" y="1090056"/>
                  </a:cubicBezTo>
                  <a:cubicBezTo>
                    <a:pt x="0" y="1090056"/>
                    <a:pt x="0" y="1090056"/>
                    <a:pt x="618876" y="18132"/>
                  </a:cubicBezTo>
                  <a:lnTo>
                    <a:pt x="629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17"/>
            <p:cNvSpPr/>
            <p:nvPr>
              <p:custDataLst>
                <p:tags r:id="rId10"/>
              </p:custDataLst>
            </p:nvPr>
          </p:nvSpPr>
          <p:spPr>
            <a:xfrm>
              <a:off x="9366478" y="-15876"/>
              <a:ext cx="995799" cy="1675374"/>
            </a:xfrm>
            <a:custGeom>
              <a:avLst/>
              <a:gdLst>
                <a:gd name="connsiteX0" fmla="*/ 691359 w 737856"/>
                <a:gd name="connsiteY0" fmla="*/ 0 h 1241399"/>
                <a:gd name="connsiteX1" fmla="*/ 737856 w 737856"/>
                <a:gd name="connsiteY1" fmla="*/ 0 h 1241399"/>
                <a:gd name="connsiteX2" fmla="*/ 713003 w 737856"/>
                <a:gd name="connsiteY2" fmla="*/ 43046 h 1241399"/>
                <a:gd name="connsiteX3" fmla="*/ 21133 w 737856"/>
                <a:gd name="connsiteY3" fmla="*/ 1241399 h 1241399"/>
                <a:gd name="connsiteX4" fmla="*/ 0 w 737856"/>
                <a:gd name="connsiteY4" fmla="*/ 1197470 h 1241399"/>
                <a:gd name="connsiteX5" fmla="*/ 660831 w 737856"/>
                <a:gd name="connsiteY5" fmla="*/ 52877 h 1241399"/>
                <a:gd name="connsiteX6" fmla="*/ 691359 w 737856"/>
                <a:gd name="connsiteY6" fmla="*/ 0 h 1241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7856" h="1241399">
                  <a:moveTo>
                    <a:pt x="691359" y="0"/>
                  </a:moveTo>
                  <a:lnTo>
                    <a:pt x="737856" y="0"/>
                  </a:lnTo>
                  <a:lnTo>
                    <a:pt x="713003" y="43046"/>
                  </a:lnTo>
                  <a:cubicBezTo>
                    <a:pt x="578920" y="275285"/>
                    <a:pt x="364386" y="646867"/>
                    <a:pt x="21133" y="1241399"/>
                  </a:cubicBezTo>
                  <a:cubicBezTo>
                    <a:pt x="13803" y="1227252"/>
                    <a:pt x="6472" y="1213104"/>
                    <a:pt x="0" y="1197470"/>
                  </a:cubicBezTo>
                  <a:cubicBezTo>
                    <a:pt x="0" y="1197470"/>
                    <a:pt x="0" y="1197470"/>
                    <a:pt x="660831" y="52877"/>
                  </a:cubicBezTo>
                  <a:lnTo>
                    <a:pt x="69135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16"/>
            <p:cNvSpPr/>
            <p:nvPr>
              <p:custDataLst>
                <p:tags r:id="rId11"/>
              </p:custDataLst>
            </p:nvPr>
          </p:nvSpPr>
          <p:spPr>
            <a:xfrm>
              <a:off x="9478515" y="-15876"/>
              <a:ext cx="1066392" cy="1785584"/>
            </a:xfrm>
            <a:custGeom>
              <a:avLst/>
              <a:gdLst>
                <a:gd name="connsiteX0" fmla="*/ 743667 w 790163"/>
                <a:gd name="connsiteY0" fmla="*/ 0 h 1323061"/>
                <a:gd name="connsiteX1" fmla="*/ 790163 w 790163"/>
                <a:gd name="connsiteY1" fmla="*/ 0 h 1323061"/>
                <a:gd name="connsiteX2" fmla="*/ 738294 w 790163"/>
                <a:gd name="connsiteY2" fmla="*/ 89838 h 1323061"/>
                <a:gd name="connsiteX3" fmla="*/ 26293 w 790163"/>
                <a:gd name="connsiteY3" fmla="*/ 1323061 h 1323061"/>
                <a:gd name="connsiteX4" fmla="*/ 0 w 790163"/>
                <a:gd name="connsiteY4" fmla="*/ 1288068 h 1323061"/>
                <a:gd name="connsiteX5" fmla="*/ 688336 w 790163"/>
                <a:gd name="connsiteY5" fmla="*/ 95836 h 1323061"/>
                <a:gd name="connsiteX6" fmla="*/ 743667 w 790163"/>
                <a:gd name="connsiteY6" fmla="*/ 0 h 13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163" h="1323061">
                  <a:moveTo>
                    <a:pt x="743667" y="0"/>
                  </a:moveTo>
                  <a:lnTo>
                    <a:pt x="790163" y="0"/>
                  </a:lnTo>
                  <a:lnTo>
                    <a:pt x="738294" y="89838"/>
                  </a:lnTo>
                  <a:cubicBezTo>
                    <a:pt x="600310" y="328835"/>
                    <a:pt x="379534" y="711229"/>
                    <a:pt x="26293" y="1323061"/>
                  </a:cubicBezTo>
                  <a:cubicBezTo>
                    <a:pt x="17243" y="1311892"/>
                    <a:pt x="8193" y="1300723"/>
                    <a:pt x="0" y="1288068"/>
                  </a:cubicBezTo>
                  <a:cubicBezTo>
                    <a:pt x="0" y="1288068"/>
                    <a:pt x="0" y="1288068"/>
                    <a:pt x="688336" y="95836"/>
                  </a:cubicBezTo>
                  <a:lnTo>
                    <a:pt x="74366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15"/>
            <p:cNvSpPr/>
            <p:nvPr>
              <p:custDataLst>
                <p:tags r:id="rId12"/>
              </p:custDataLst>
            </p:nvPr>
          </p:nvSpPr>
          <p:spPr>
            <a:xfrm>
              <a:off x="9598080" y="-15877"/>
              <a:ext cx="1126689" cy="1877994"/>
            </a:xfrm>
            <a:custGeom>
              <a:avLst/>
              <a:gdLst>
                <a:gd name="connsiteX0" fmla="*/ 788345 w 834841"/>
                <a:gd name="connsiteY0" fmla="*/ 0 h 1391534"/>
                <a:gd name="connsiteX1" fmla="*/ 834841 w 834841"/>
                <a:gd name="connsiteY1" fmla="*/ 0 h 1391534"/>
                <a:gd name="connsiteX2" fmla="*/ 815980 w 834841"/>
                <a:gd name="connsiteY2" fmla="*/ 32668 h 1391534"/>
                <a:gd name="connsiteX3" fmla="*/ 31438 w 834841"/>
                <a:gd name="connsiteY3" fmla="*/ 1391534 h 1391534"/>
                <a:gd name="connsiteX4" fmla="*/ 0 w 834841"/>
                <a:gd name="connsiteY4" fmla="*/ 1365455 h 1391534"/>
                <a:gd name="connsiteX5" fmla="*/ 780748 w 834841"/>
                <a:gd name="connsiteY5" fmla="*/ 13159 h 1391534"/>
                <a:gd name="connsiteX6" fmla="*/ 788345 w 834841"/>
                <a:gd name="connsiteY6" fmla="*/ 0 h 13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4841" h="1391534">
                  <a:moveTo>
                    <a:pt x="788345" y="0"/>
                  </a:moveTo>
                  <a:lnTo>
                    <a:pt x="834841" y="0"/>
                  </a:lnTo>
                  <a:lnTo>
                    <a:pt x="815980" y="32668"/>
                  </a:lnTo>
                  <a:cubicBezTo>
                    <a:pt x="683864" y="261500"/>
                    <a:pt x="448991" y="668312"/>
                    <a:pt x="31438" y="1391534"/>
                  </a:cubicBezTo>
                  <a:cubicBezTo>
                    <a:pt x="20672" y="1383337"/>
                    <a:pt x="9907" y="1375139"/>
                    <a:pt x="0" y="1365455"/>
                  </a:cubicBezTo>
                  <a:cubicBezTo>
                    <a:pt x="0" y="1365455"/>
                    <a:pt x="0" y="1365455"/>
                    <a:pt x="780748" y="13159"/>
                  </a:cubicBezTo>
                  <a:lnTo>
                    <a:pt x="788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14"/>
            <p:cNvSpPr/>
            <p:nvPr>
              <p:custDataLst>
                <p:tags r:id="rId13"/>
              </p:custDataLst>
            </p:nvPr>
          </p:nvSpPr>
          <p:spPr>
            <a:xfrm>
              <a:off x="9730418" y="-15876"/>
              <a:ext cx="1176980" cy="1953062"/>
            </a:xfrm>
            <a:custGeom>
              <a:avLst/>
              <a:gdLst>
                <a:gd name="connsiteX0" fmla="*/ 825609 w 872105"/>
                <a:gd name="connsiteY0" fmla="*/ 0 h 1447157"/>
                <a:gd name="connsiteX1" fmla="*/ 872105 w 872105"/>
                <a:gd name="connsiteY1" fmla="*/ 0 h 1447157"/>
                <a:gd name="connsiteX2" fmla="*/ 868689 w 872105"/>
                <a:gd name="connsiteY2" fmla="*/ 5916 h 1447157"/>
                <a:gd name="connsiteX3" fmla="*/ 36588 w 872105"/>
                <a:gd name="connsiteY3" fmla="*/ 1447157 h 1447157"/>
                <a:gd name="connsiteX4" fmla="*/ 1453 w 872105"/>
                <a:gd name="connsiteY4" fmla="*/ 1430836 h 1447157"/>
                <a:gd name="connsiteX5" fmla="*/ 0 w 872105"/>
                <a:gd name="connsiteY5" fmla="*/ 1429997 h 1447157"/>
                <a:gd name="connsiteX6" fmla="*/ 786405 w 872105"/>
                <a:gd name="connsiteY6" fmla="*/ 67903 h 1447157"/>
                <a:gd name="connsiteX7" fmla="*/ 825609 w 872105"/>
                <a:gd name="connsiteY7" fmla="*/ 0 h 14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2105" h="1447157">
                  <a:moveTo>
                    <a:pt x="825609" y="0"/>
                  </a:moveTo>
                  <a:lnTo>
                    <a:pt x="872105" y="0"/>
                  </a:lnTo>
                  <a:lnTo>
                    <a:pt x="868689" y="5916"/>
                  </a:lnTo>
                  <a:cubicBezTo>
                    <a:pt x="749817" y="211808"/>
                    <a:pt x="512074" y="623591"/>
                    <a:pt x="36588" y="1447157"/>
                  </a:cubicBezTo>
                  <a:cubicBezTo>
                    <a:pt x="24832" y="1442352"/>
                    <a:pt x="12350" y="1437128"/>
                    <a:pt x="1453" y="1430836"/>
                  </a:cubicBezTo>
                  <a:cubicBezTo>
                    <a:pt x="726" y="1430417"/>
                    <a:pt x="726" y="1430417"/>
                    <a:pt x="0" y="1429997"/>
                  </a:cubicBezTo>
                  <a:cubicBezTo>
                    <a:pt x="0" y="1429997"/>
                    <a:pt x="0" y="1429997"/>
                    <a:pt x="786405" y="67903"/>
                  </a:cubicBezTo>
                  <a:lnTo>
                    <a:pt x="82560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13"/>
            <p:cNvSpPr/>
            <p:nvPr>
              <p:custDataLst>
                <p:tags r:id="rId14"/>
              </p:custDataLst>
            </p:nvPr>
          </p:nvSpPr>
          <p:spPr>
            <a:xfrm>
              <a:off x="9872180" y="-15876"/>
              <a:ext cx="1217844" cy="2011807"/>
            </a:xfrm>
            <a:custGeom>
              <a:avLst/>
              <a:gdLst>
                <a:gd name="connsiteX0" fmla="*/ 855889 w 902384"/>
                <a:gd name="connsiteY0" fmla="*/ 0 h 1490685"/>
                <a:gd name="connsiteX1" fmla="*/ 902384 w 902384"/>
                <a:gd name="connsiteY1" fmla="*/ 0 h 1490685"/>
                <a:gd name="connsiteX2" fmla="*/ 897132 w 902384"/>
                <a:gd name="connsiteY2" fmla="*/ 9096 h 1490685"/>
                <a:gd name="connsiteX3" fmla="*/ 41736 w 902384"/>
                <a:gd name="connsiteY3" fmla="*/ 1490685 h 1490685"/>
                <a:gd name="connsiteX4" fmla="*/ 0 w 902384"/>
                <a:gd name="connsiteY4" fmla="*/ 1482442 h 1490685"/>
                <a:gd name="connsiteX5" fmla="*/ 780554 w 902384"/>
                <a:gd name="connsiteY5" fmla="*/ 130483 h 1490685"/>
                <a:gd name="connsiteX6" fmla="*/ 855889 w 902384"/>
                <a:gd name="connsiteY6" fmla="*/ 0 h 14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384" h="1490685">
                  <a:moveTo>
                    <a:pt x="855889" y="0"/>
                  </a:moveTo>
                  <a:lnTo>
                    <a:pt x="902384" y="0"/>
                  </a:lnTo>
                  <a:lnTo>
                    <a:pt x="897132" y="9096"/>
                  </a:lnTo>
                  <a:cubicBezTo>
                    <a:pt x="796618" y="183191"/>
                    <a:pt x="566871" y="581124"/>
                    <a:pt x="41736" y="1490685"/>
                  </a:cubicBezTo>
                  <a:cubicBezTo>
                    <a:pt x="26680" y="1489919"/>
                    <a:pt x="13340" y="1486181"/>
                    <a:pt x="0" y="1482442"/>
                  </a:cubicBezTo>
                  <a:cubicBezTo>
                    <a:pt x="0" y="1482442"/>
                    <a:pt x="0" y="1482442"/>
                    <a:pt x="780554" y="130483"/>
                  </a:cubicBezTo>
                  <a:lnTo>
                    <a:pt x="8558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112"/>
            <p:cNvSpPr/>
            <p:nvPr>
              <p:custDataLst>
                <p:tags r:id="rId15"/>
              </p:custDataLst>
            </p:nvPr>
          </p:nvSpPr>
          <p:spPr>
            <a:xfrm>
              <a:off x="10022332" y="-15876"/>
              <a:ext cx="1250320" cy="2057325"/>
            </a:xfrm>
            <a:custGeom>
              <a:avLst/>
              <a:gdLst>
                <a:gd name="connsiteX0" fmla="*/ 879952 w 926448"/>
                <a:gd name="connsiteY0" fmla="*/ 0 h 1524413"/>
                <a:gd name="connsiteX1" fmla="*/ 926448 w 926448"/>
                <a:gd name="connsiteY1" fmla="*/ 0 h 1524413"/>
                <a:gd name="connsiteX2" fmla="*/ 922230 w 926448"/>
                <a:gd name="connsiteY2" fmla="*/ 7306 h 1524413"/>
                <a:gd name="connsiteX3" fmla="*/ 47757 w 926448"/>
                <a:gd name="connsiteY3" fmla="*/ 1521937 h 1524413"/>
                <a:gd name="connsiteX4" fmla="*/ 0 w 926448"/>
                <a:gd name="connsiteY4" fmla="*/ 1524123 h 1524413"/>
                <a:gd name="connsiteX5" fmla="*/ 843482 w 926448"/>
                <a:gd name="connsiteY5" fmla="*/ 63168 h 1524413"/>
                <a:gd name="connsiteX6" fmla="*/ 879952 w 926448"/>
                <a:gd name="connsiteY6" fmla="*/ 0 h 152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448" h="1524413">
                  <a:moveTo>
                    <a:pt x="879952" y="0"/>
                  </a:moveTo>
                  <a:lnTo>
                    <a:pt x="926448" y="0"/>
                  </a:lnTo>
                  <a:lnTo>
                    <a:pt x="922230" y="7306"/>
                  </a:lnTo>
                  <a:cubicBezTo>
                    <a:pt x="861671" y="112197"/>
                    <a:pt x="667882" y="447850"/>
                    <a:pt x="47757" y="1521937"/>
                  </a:cubicBezTo>
                  <a:cubicBezTo>
                    <a:pt x="30979" y="1524154"/>
                    <a:pt x="15060" y="1524882"/>
                    <a:pt x="0" y="1524123"/>
                  </a:cubicBezTo>
                  <a:cubicBezTo>
                    <a:pt x="0" y="1524123"/>
                    <a:pt x="0" y="1524123"/>
                    <a:pt x="843482" y="63168"/>
                  </a:cubicBezTo>
                  <a:lnTo>
                    <a:pt x="8799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111"/>
            <p:cNvSpPr/>
            <p:nvPr>
              <p:custDataLst>
                <p:tags r:id="rId16"/>
              </p:custDataLst>
            </p:nvPr>
          </p:nvSpPr>
          <p:spPr>
            <a:xfrm>
              <a:off x="10185663" y="-2916"/>
              <a:ext cx="1222136" cy="2077396"/>
            </a:xfrm>
            <a:custGeom>
              <a:avLst/>
              <a:gdLst>
                <a:gd name="connsiteX0" fmla="*/ 888707 w 905564"/>
                <a:gd name="connsiteY0" fmla="*/ 0 h 1539285"/>
                <a:gd name="connsiteX1" fmla="*/ 905564 w 905564"/>
                <a:gd name="connsiteY1" fmla="*/ 51334 h 1539285"/>
                <a:gd name="connsiteX2" fmla="*/ 52886 w 905564"/>
                <a:gd name="connsiteY2" fmla="*/ 1528217 h 1539285"/>
                <a:gd name="connsiteX3" fmla="*/ 0 w 905564"/>
                <a:gd name="connsiteY3" fmla="*/ 1539285 h 1539285"/>
                <a:gd name="connsiteX4" fmla="*/ 888707 w 905564"/>
                <a:gd name="connsiteY4" fmla="*/ 0 h 1539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564" h="1539285">
                  <a:moveTo>
                    <a:pt x="888707" y="0"/>
                  </a:moveTo>
                  <a:cubicBezTo>
                    <a:pt x="895184" y="15625"/>
                    <a:pt x="900803" y="32737"/>
                    <a:pt x="905564" y="51334"/>
                  </a:cubicBezTo>
                  <a:cubicBezTo>
                    <a:pt x="905564" y="51334"/>
                    <a:pt x="905564" y="51334"/>
                    <a:pt x="52886" y="1528217"/>
                  </a:cubicBezTo>
                  <a:cubicBezTo>
                    <a:pt x="34399" y="1533392"/>
                    <a:pt x="16771" y="1537082"/>
                    <a:pt x="0" y="1539285"/>
                  </a:cubicBezTo>
                  <a:cubicBezTo>
                    <a:pt x="0" y="1539285"/>
                    <a:pt x="0" y="1539285"/>
                    <a:pt x="88870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110"/>
            <p:cNvSpPr/>
            <p:nvPr>
              <p:custDataLst>
                <p:tags r:id="rId17"/>
              </p:custDataLst>
            </p:nvPr>
          </p:nvSpPr>
          <p:spPr>
            <a:xfrm>
              <a:off x="10357701" y="139301"/>
              <a:ext cx="1137436" cy="1948727"/>
            </a:xfrm>
            <a:custGeom>
              <a:avLst/>
              <a:gdLst>
                <a:gd name="connsiteX0" fmla="*/ 833662 w 842804"/>
                <a:gd name="connsiteY0" fmla="*/ 0 h 1443945"/>
                <a:gd name="connsiteX1" fmla="*/ 842804 w 842804"/>
                <a:gd name="connsiteY1" fmla="*/ 64699 h 1443945"/>
                <a:gd name="connsiteX2" fmla="*/ 60602 w 842804"/>
                <a:gd name="connsiteY2" fmla="*/ 1419512 h 1443945"/>
                <a:gd name="connsiteX3" fmla="*/ 0 w 842804"/>
                <a:gd name="connsiteY3" fmla="*/ 1443945 h 1443945"/>
                <a:gd name="connsiteX4" fmla="*/ 833662 w 842804"/>
                <a:gd name="connsiteY4" fmla="*/ 0 h 1443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804" h="1443945">
                  <a:moveTo>
                    <a:pt x="833662" y="0"/>
                  </a:moveTo>
                  <a:cubicBezTo>
                    <a:pt x="838294" y="20500"/>
                    <a:pt x="841341" y="42067"/>
                    <a:pt x="842804" y="64699"/>
                  </a:cubicBezTo>
                  <a:cubicBezTo>
                    <a:pt x="842804" y="64699"/>
                    <a:pt x="842804" y="64699"/>
                    <a:pt x="60602" y="1419512"/>
                  </a:cubicBezTo>
                  <a:cubicBezTo>
                    <a:pt x="40270" y="1429561"/>
                    <a:pt x="20070" y="1437706"/>
                    <a:pt x="0" y="1443945"/>
                  </a:cubicBezTo>
                  <a:cubicBezTo>
                    <a:pt x="0" y="1443945"/>
                    <a:pt x="0" y="1443945"/>
                    <a:pt x="83366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109"/>
            <p:cNvSpPr/>
            <p:nvPr>
              <p:custDataLst>
                <p:tags r:id="rId18"/>
              </p:custDataLst>
            </p:nvPr>
          </p:nvSpPr>
          <p:spPr>
            <a:xfrm>
              <a:off x="10546195" y="307619"/>
              <a:ext cx="1023884" cy="1770248"/>
            </a:xfrm>
            <a:custGeom>
              <a:avLst/>
              <a:gdLst>
                <a:gd name="connsiteX0" fmla="*/ 757309 w 758666"/>
                <a:gd name="connsiteY0" fmla="*/ 0 h 1311698"/>
                <a:gd name="connsiteX1" fmla="*/ 756977 w 758666"/>
                <a:gd name="connsiteY1" fmla="*/ 81107 h 1311698"/>
                <a:gd name="connsiteX2" fmla="*/ 70075 w 758666"/>
                <a:gd name="connsiteY2" fmla="*/ 1270857 h 1311698"/>
                <a:gd name="connsiteX3" fmla="*/ 0 w 758666"/>
                <a:gd name="connsiteY3" fmla="*/ 1311698 h 1311698"/>
                <a:gd name="connsiteX4" fmla="*/ 757309 w 758666"/>
                <a:gd name="connsiteY4" fmla="*/ 0 h 1311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666" h="1311698">
                  <a:moveTo>
                    <a:pt x="757309" y="0"/>
                  </a:moveTo>
                  <a:cubicBezTo>
                    <a:pt x="759356" y="24976"/>
                    <a:pt x="758959" y="52508"/>
                    <a:pt x="756977" y="81107"/>
                  </a:cubicBezTo>
                  <a:cubicBezTo>
                    <a:pt x="756977" y="81107"/>
                    <a:pt x="756977" y="81107"/>
                    <a:pt x="70075" y="1270857"/>
                  </a:cubicBezTo>
                  <a:cubicBezTo>
                    <a:pt x="46298" y="1286873"/>
                    <a:pt x="22653" y="1300983"/>
                    <a:pt x="0" y="1311698"/>
                  </a:cubicBezTo>
                  <a:cubicBezTo>
                    <a:pt x="0" y="1311698"/>
                    <a:pt x="0" y="1311698"/>
                    <a:pt x="7573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108"/>
            <p:cNvSpPr/>
            <p:nvPr>
              <p:custDataLst>
                <p:tags r:id="rId19"/>
              </p:custDataLst>
            </p:nvPr>
          </p:nvSpPr>
          <p:spPr>
            <a:xfrm>
              <a:off x="10753860" y="509144"/>
              <a:ext cx="880668" cy="1525362"/>
            </a:xfrm>
            <a:custGeom>
              <a:avLst/>
              <a:gdLst>
                <a:gd name="connsiteX0" fmla="*/ 652547 w 652547"/>
                <a:gd name="connsiteY0" fmla="*/ 0 h 1130245"/>
                <a:gd name="connsiteX1" fmla="*/ 636760 w 652547"/>
                <a:gd name="connsiteY1" fmla="*/ 107876 h 1130245"/>
                <a:gd name="connsiteX2" fmla="*/ 85530 w 652547"/>
                <a:gd name="connsiteY2" fmla="*/ 1062635 h 1130245"/>
                <a:gd name="connsiteX3" fmla="*/ 0 w 652547"/>
                <a:gd name="connsiteY3" fmla="*/ 1130245 h 1130245"/>
                <a:gd name="connsiteX4" fmla="*/ 652547 w 652547"/>
                <a:gd name="connsiteY4" fmla="*/ 0 h 1130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547" h="1130245">
                  <a:moveTo>
                    <a:pt x="652547" y="0"/>
                  </a:moveTo>
                  <a:cubicBezTo>
                    <a:pt x="648584" y="35387"/>
                    <a:pt x="643894" y="70354"/>
                    <a:pt x="636760" y="107876"/>
                  </a:cubicBezTo>
                  <a:cubicBezTo>
                    <a:pt x="636760" y="107876"/>
                    <a:pt x="636760" y="107876"/>
                    <a:pt x="85530" y="1062635"/>
                  </a:cubicBezTo>
                  <a:cubicBezTo>
                    <a:pt x="56601" y="1087574"/>
                    <a:pt x="28664" y="1109119"/>
                    <a:pt x="0" y="1130245"/>
                  </a:cubicBezTo>
                  <a:cubicBezTo>
                    <a:pt x="0" y="1130245"/>
                    <a:pt x="0" y="1130245"/>
                    <a:pt x="65254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107"/>
            <p:cNvSpPr/>
            <p:nvPr>
              <p:custDataLst>
                <p:tags r:id="rId20"/>
              </p:custDataLst>
            </p:nvPr>
          </p:nvSpPr>
          <p:spPr>
            <a:xfrm>
              <a:off x="10993875" y="766703"/>
              <a:ext cx="674581" cy="1168406"/>
            </a:xfrm>
            <a:custGeom>
              <a:avLst/>
              <a:gdLst>
                <a:gd name="connsiteX0" fmla="*/ 499843 w 499843"/>
                <a:gd name="connsiteY0" fmla="*/ 0 h 865752"/>
                <a:gd name="connsiteX1" fmla="*/ 449689 w 499843"/>
                <a:gd name="connsiteY1" fmla="*/ 167400 h 865752"/>
                <a:gd name="connsiteX2" fmla="*/ 119896 w 499843"/>
                <a:gd name="connsiteY2" fmla="*/ 738618 h 865752"/>
                <a:gd name="connsiteX3" fmla="*/ 0 w 499843"/>
                <a:gd name="connsiteY3" fmla="*/ 865752 h 865752"/>
                <a:gd name="connsiteX4" fmla="*/ 499843 w 499843"/>
                <a:gd name="connsiteY4" fmla="*/ 0 h 865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43" h="865752">
                  <a:moveTo>
                    <a:pt x="499843" y="0"/>
                  </a:moveTo>
                  <a:cubicBezTo>
                    <a:pt x="487022" y="54083"/>
                    <a:pt x="470304" y="109883"/>
                    <a:pt x="449689" y="167400"/>
                  </a:cubicBezTo>
                  <a:cubicBezTo>
                    <a:pt x="449689" y="167400"/>
                    <a:pt x="449689" y="167400"/>
                    <a:pt x="119896" y="738618"/>
                  </a:cubicBezTo>
                  <a:cubicBezTo>
                    <a:pt x="80393" y="785230"/>
                    <a:pt x="40427" y="827608"/>
                    <a:pt x="0" y="865752"/>
                  </a:cubicBezTo>
                  <a:cubicBezTo>
                    <a:pt x="0" y="865752"/>
                    <a:pt x="0" y="865752"/>
                    <a:pt x="49984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106"/>
            <p:cNvSpPr/>
            <p:nvPr>
              <p:custDataLst>
                <p:tags r:id="rId21"/>
              </p:custDataLst>
            </p:nvPr>
          </p:nvSpPr>
          <p:spPr>
            <a:xfrm>
              <a:off x="11322880" y="1180787"/>
              <a:ext cx="286367" cy="496002"/>
            </a:xfrm>
            <a:custGeom>
              <a:avLst/>
              <a:gdLst>
                <a:gd name="connsiteX0" fmla="*/ 212189 w 212189"/>
                <a:gd name="connsiteY0" fmla="*/ 0 h 367522"/>
                <a:gd name="connsiteX1" fmla="*/ 127623 w 212189"/>
                <a:gd name="connsiteY1" fmla="*/ 196191 h 367522"/>
                <a:gd name="connsiteX2" fmla="*/ 0 w 212189"/>
                <a:gd name="connsiteY2" fmla="*/ 367522 h 367522"/>
                <a:gd name="connsiteX3" fmla="*/ 212189 w 212189"/>
                <a:gd name="connsiteY3" fmla="*/ 0 h 367522"/>
              </a:gdLst>
              <a:ahLst/>
              <a:cxnLst>
                <a:cxn ang="0">
                  <a:pos x="connsiteX0" y="connsiteY0"/>
                </a:cxn>
                <a:cxn ang="0">
                  <a:pos x="connsiteX1" y="connsiteY1"/>
                </a:cxn>
                <a:cxn ang="0">
                  <a:pos x="connsiteX2" y="connsiteY2"/>
                </a:cxn>
                <a:cxn ang="0">
                  <a:pos x="connsiteX3" y="connsiteY3"/>
                </a:cxn>
              </a:cxnLst>
              <a:rect l="l" t="t" r="r" b="b"/>
              <a:pathLst>
                <a:path w="212189" h="367522">
                  <a:moveTo>
                    <a:pt x="212189" y="0"/>
                  </a:moveTo>
                  <a:cubicBezTo>
                    <a:pt x="191805" y="67268"/>
                    <a:pt x="164414" y="132467"/>
                    <a:pt x="127623" y="196191"/>
                  </a:cubicBezTo>
                  <a:cubicBezTo>
                    <a:pt x="90832" y="259914"/>
                    <a:pt x="48064" y="316235"/>
                    <a:pt x="0" y="367522"/>
                  </a:cubicBezTo>
                  <a:lnTo>
                    <a:pt x="2121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2025/1/12</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2" name="矩形 1"/>
          <p:cNvSpPr/>
          <p:nvPr userDrawn="1"/>
        </p:nvSpPr>
        <p:spPr>
          <a:xfrm>
            <a:off x="7018655" y="862330"/>
            <a:ext cx="5173345" cy="24955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2025/1/12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2025/1/12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2025/1/12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ags" Target="../tags/tag1.xml"/><Relationship Id="rId12" Type="http://schemas.openxmlformats.org/officeDocument/2006/relationships/tags" Target="../tags/tag6.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5.xml"/><Relationship Id="rId5" Type="http://schemas.openxmlformats.org/officeDocument/2006/relationships/slideLayout" Target="../slideLayouts/slideLayout5.xml"/><Relationship Id="rId10"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50000">
              <a:schemeClr val="accent1">
                <a:lumMod val="5000"/>
                <a:lumOff val="95000"/>
                <a:alpha val="27000"/>
              </a:schemeClr>
            </a:gs>
            <a:gs pos="15000">
              <a:schemeClr val="bg1">
                <a:lumMod val="95000"/>
                <a:alpha val="100000"/>
              </a:schemeClr>
            </a:gs>
            <a:gs pos="100000">
              <a:schemeClr val="bg1">
                <a:lumMod val="65000"/>
                <a:alpha val="8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7"/>
            </p:custDataLst>
          </p:nvPr>
        </p:nvSpPr>
        <p:spPr>
          <a:xfrm>
            <a:off x="623888" y="407239"/>
            <a:ext cx="10944225" cy="864000"/>
          </a:xfrm>
          <a:prstGeom prst="rect">
            <a:avLst/>
          </a:prstGeom>
        </p:spPr>
        <p:txBody>
          <a:bodyPr vert="horz" lIns="91440" tIns="45720" rIns="91440" bIns="46800" rtlCol="0" anchor="b">
            <a:normAutofit/>
          </a:bodyPr>
          <a:lstStyle/>
          <a:p>
            <a:r>
              <a:rPr lang="zh-CN" altLang="en-US"/>
              <a:t>单击此处编辑母版标题样式</a:t>
            </a:r>
          </a:p>
        </p:txBody>
      </p:sp>
      <p:sp>
        <p:nvSpPr>
          <p:cNvPr id="3" name="文本占位符 2"/>
          <p:cNvSpPr>
            <a:spLocks noGrp="1"/>
          </p:cNvSpPr>
          <p:nvPr>
            <p:ph type="body" idx="1"/>
            <p:custDataLst>
              <p:tags r:id="rId8"/>
            </p:custDataLst>
          </p:nvPr>
        </p:nvSpPr>
        <p:spPr>
          <a:xfrm>
            <a:off x="623888" y="1414800"/>
            <a:ext cx="10944225" cy="4895850"/>
          </a:xfrm>
          <a:prstGeom prst="rect">
            <a:avLst/>
          </a:prstGeom>
        </p:spPr>
        <p:txBody>
          <a:bodyPr vert="horz" lIns="91440" tIns="45720" rIns="9144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9"/>
            </p:custDataLst>
          </p:nvPr>
        </p:nvSpPr>
        <p:spPr>
          <a:xfrm>
            <a:off x="879742" y="6349833"/>
            <a:ext cx="2700000" cy="316800"/>
          </a:xfrm>
          <a:prstGeom prst="rect">
            <a:avLst/>
          </a:prstGeom>
        </p:spPr>
        <p:txBody>
          <a:bodyPr vert="horz" lIns="91440" tIns="45720" rIns="91440" bIns="46800" rtlCol="0" anchor="ctr">
            <a:normAutofit/>
          </a:bodyPr>
          <a:lstStyle>
            <a:lvl1pPr algn="l">
              <a:defRPr sz="1200">
                <a:solidFill>
                  <a:schemeClr val="tx1">
                    <a:lumMod val="85000"/>
                    <a:lumOff val="15000"/>
                  </a:schemeClr>
                </a:solidFill>
              </a:defRPr>
            </a:lvl1pPr>
          </a:lstStyle>
          <a:p>
            <a:fld id="{760FBDFE-C587-4B4C-A407-44438C67B59E}" type="datetimeFigureOut">
              <a:rPr lang="zh-CN" altLang="en-US" smtClean="0"/>
              <a:t>2025/1/12</a:t>
            </a:fld>
            <a:endParaRPr lang="zh-CN" altLang="en-US"/>
          </a:p>
        </p:txBody>
      </p:sp>
      <p:sp>
        <p:nvSpPr>
          <p:cNvPr id="5" name="页脚占位符 4"/>
          <p:cNvSpPr>
            <a:spLocks noGrp="1"/>
          </p:cNvSpPr>
          <p:nvPr>
            <p:ph type="ftr" sz="quarter" idx="3"/>
            <p:custDataLst>
              <p:tags r:id="rId10"/>
            </p:custDataLst>
          </p:nvPr>
        </p:nvSpPr>
        <p:spPr>
          <a:xfrm>
            <a:off x="4116000" y="6349833"/>
            <a:ext cx="3960000" cy="316800"/>
          </a:xfrm>
          <a:prstGeom prst="rect">
            <a:avLst/>
          </a:prstGeom>
        </p:spPr>
        <p:txBody>
          <a:bodyPr vert="horz" lIns="91440" tIns="45720" rIns="91440" bIns="46800" rtlCol="0" anchor="ctr">
            <a:normAutofit/>
          </a:bodyPr>
          <a:lstStyle>
            <a:lvl1pPr algn="ctr">
              <a:defRPr sz="1200">
                <a:solidFill>
                  <a:schemeClr val="tx1">
                    <a:lumMod val="85000"/>
                    <a:lumOff val="15000"/>
                  </a:schemeClr>
                </a:solidFill>
              </a:defRPr>
            </a:lvl1pPr>
          </a:lstStyle>
          <a:p>
            <a:endParaRPr lang="zh-CN" altLang="en-US"/>
          </a:p>
        </p:txBody>
      </p:sp>
      <p:sp>
        <p:nvSpPr>
          <p:cNvPr id="6" name="灯片编号占位符 5"/>
          <p:cNvSpPr>
            <a:spLocks noGrp="1"/>
          </p:cNvSpPr>
          <p:nvPr>
            <p:ph type="sldNum" sz="quarter" idx="4"/>
            <p:custDataLst>
              <p:tags r:id="rId11"/>
            </p:custDataLst>
          </p:nvPr>
        </p:nvSpPr>
        <p:spPr>
          <a:xfrm>
            <a:off x="8610600" y="6349833"/>
            <a:ext cx="2700000" cy="316800"/>
          </a:xfrm>
          <a:prstGeom prst="rect">
            <a:avLst/>
          </a:prstGeom>
        </p:spPr>
        <p:txBody>
          <a:bodyPr vert="horz" lIns="91440" tIns="45720" rIns="91440" bIns="46800" rtlCol="0" anchor="ctr">
            <a:normAutofit/>
          </a:bodyPr>
          <a:lstStyle>
            <a:lvl1pPr algn="r">
              <a:defRPr sz="1200">
                <a:solidFill>
                  <a:schemeClr val="tx1">
                    <a:lumMod val="85000"/>
                    <a:lumOff val="15000"/>
                  </a:schemeClr>
                </a:solidFill>
              </a:defRPr>
            </a:lvl1pPr>
          </a:lstStyle>
          <a:p>
            <a:fld id="{49AE70B2-8BF9-45C0-BB95-33D1B9D3A854}" type="slidenum">
              <a:rPr lang="zh-CN" altLang="en-US" smtClean="0"/>
              <a:t>‹#›</a:t>
            </a:fld>
            <a:endParaRPr lang="zh-CN" altLang="en-US"/>
          </a:p>
        </p:txBody>
      </p:sp>
      <p:sp>
        <p:nvSpPr>
          <p:cNvPr id="7" name="KSO_TEMPLATE" hidden="1"/>
          <p:cNvSpPr/>
          <p:nvPr>
            <p:custDataLst>
              <p:tags r:id="rId1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120000"/>
        </a:lnSpc>
        <a:spcBef>
          <a:spcPct val="0"/>
        </a:spcBef>
        <a:buNone/>
        <a:defRPr sz="2800" b="1"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image" Target="../media/image2.jp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jpeg"/><Relationship Id="rId5" Type="http://schemas.openxmlformats.org/officeDocument/2006/relationships/notesSlide" Target="../notesSlides/notesSlide1.xml"/><Relationship Id="rId4"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2.xml"/><Relationship Id="rId7" Type="http://schemas.openxmlformats.org/officeDocument/2006/relationships/diagramQuickStyle" Target="../diagrams/quickStyle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notesSlide" Target="../notesSlides/notesSlide2.xm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s>
</file>

<file path=ppt/slides/_rels/slide4.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slideLayout" Target="../slideLayouts/slideLayout2.xml"/><Relationship Id="rId7" Type="http://schemas.openxmlformats.org/officeDocument/2006/relationships/diagramQuickStyle" Target="../diagrams/quickStyle2.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notesSlide" Target="../notesSlides/notesSlide18.xml"/><Relationship Id="rId9" Type="http://schemas.microsoft.com/office/2007/relationships/diagramDrawing" Target="../diagrams/drawing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6"/>
          <a:stretch>
            <a:fillRect/>
          </a:stretch>
        </a:blipFill>
        <a:effectLst/>
      </p:bgPr>
    </p:bg>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7110787" y="4414022"/>
            <a:ext cx="4613737" cy="883512"/>
          </a:xfrm>
          <a:prstGeom prst="rect">
            <a:avLst/>
          </a:prstGeom>
          <a:noFill/>
          <a:ln>
            <a:noFill/>
          </a:ln>
        </p:spPr>
        <p:style>
          <a:lnRef idx="0">
            <a:scrgbClr r="0" g="0" b="0"/>
          </a:lnRef>
          <a:fillRef idx="0">
            <a:scrgbClr r="0" g="0" b="0"/>
          </a:fillRef>
          <a:effectRef idx="0">
            <a:scrgbClr r="0" g="0" b="0"/>
          </a:effectRef>
          <a:fontRef idx="minor">
            <a:schemeClr val="accent6"/>
          </a:fontRef>
        </p:style>
        <p:txBody>
          <a:bodyPr wrap="square" rtlCol="0" anchor="t">
            <a:spAutoFit/>
          </a:bodyPr>
          <a:lstStyle/>
          <a:p>
            <a:pPr marL="2424430" marR="0" lvl="0" indent="-2424430" algn="l" defTabSz="914400" rtl="0" eaLnBrk="1" fontAlgn="auto" latinLnBrk="0" hangingPunct="1">
              <a:lnSpc>
                <a:spcPct val="120000"/>
              </a:lnSpc>
              <a:spcBef>
                <a:spcPts val="0"/>
              </a:spcBef>
              <a:spcAft>
                <a:spcPts val="0"/>
              </a:spcAft>
              <a:buClrTx/>
              <a:buSzTx/>
              <a:buFontTx/>
              <a:buNone/>
              <a:tabLst/>
              <a:defRPr sz="2500">
                <a:solidFill>
                  <a:srgbClr val="FFFFFF"/>
                </a:solidFill>
              </a:defRPr>
            </a:pPr>
            <a:r>
              <a:rPr kumimoji="0" lang="zh-CN" altLang="en-US" sz="2400" b="1" i="0" u="none" strike="noStrike" kern="1200" cap="none" spc="0" normalizeH="0" baseline="0" noProof="0" dirty="0">
                <a:ln>
                  <a:noFill/>
                </a:ln>
                <a:solidFill>
                  <a:srgbClr val="FFFFFF"/>
                </a:solidFill>
                <a:effectLst/>
                <a:uLnTx/>
                <a:uFillTx/>
                <a:latin typeface="Arial"/>
                <a:ea typeface="苹方-简"/>
                <a:cs typeface="+mn-ea"/>
                <a:sym typeface="+mn-lt"/>
              </a:rPr>
              <a:t>经文：彼前二章</a:t>
            </a:r>
            <a:r>
              <a:rPr kumimoji="0" lang="en-US" altLang="zh-CN" sz="2400" b="1" i="0" u="none" strike="noStrike" kern="1200" cap="none" spc="0" normalizeH="0" baseline="0" noProof="0" dirty="0">
                <a:ln>
                  <a:noFill/>
                </a:ln>
                <a:solidFill>
                  <a:srgbClr val="FFFFFF"/>
                </a:solidFill>
                <a:effectLst/>
                <a:uLnTx/>
                <a:uFillTx/>
                <a:latin typeface="Arial"/>
                <a:ea typeface="苹方-简"/>
                <a:cs typeface="+mn-ea"/>
                <a:sym typeface="+mn-lt"/>
              </a:rPr>
              <a:t>9</a:t>
            </a:r>
            <a:r>
              <a:rPr kumimoji="0" lang="zh-CN" altLang="en-US" sz="2400" b="1" i="0" u="none" strike="noStrike" kern="1200" cap="none" spc="0" normalizeH="0" baseline="0" noProof="0" dirty="0">
                <a:ln>
                  <a:noFill/>
                </a:ln>
                <a:solidFill>
                  <a:srgbClr val="FFFFFF"/>
                </a:solidFill>
                <a:effectLst/>
                <a:uLnTx/>
                <a:uFillTx/>
                <a:latin typeface="Arial"/>
                <a:ea typeface="苹方-简"/>
                <a:cs typeface="+mn-ea"/>
                <a:sym typeface="+mn-lt"/>
              </a:rPr>
              <a:t>、</a:t>
            </a:r>
            <a:r>
              <a:rPr kumimoji="0" lang="en-US" altLang="zh-CN" sz="2400" b="1" i="0" u="none" strike="noStrike" kern="1200" cap="none" spc="0" normalizeH="0" baseline="0" noProof="0" dirty="0">
                <a:ln>
                  <a:noFill/>
                </a:ln>
                <a:solidFill>
                  <a:srgbClr val="FFFFFF"/>
                </a:solidFill>
                <a:effectLst/>
                <a:uLnTx/>
                <a:uFillTx/>
                <a:latin typeface="Arial"/>
                <a:ea typeface="苹方-简"/>
                <a:cs typeface="+mn-ea"/>
                <a:sym typeface="+mn-lt"/>
              </a:rPr>
              <a:t>10</a:t>
            </a:r>
            <a:r>
              <a:rPr kumimoji="0" lang="zh-CN" altLang="en-US" sz="2400" b="1" i="0" u="none" strike="noStrike" kern="1200" cap="none" spc="0" normalizeH="0" baseline="0" noProof="0" dirty="0">
                <a:ln>
                  <a:noFill/>
                </a:ln>
                <a:solidFill>
                  <a:srgbClr val="FFFFFF"/>
                </a:solidFill>
                <a:effectLst/>
                <a:uLnTx/>
                <a:uFillTx/>
                <a:latin typeface="Arial"/>
                <a:ea typeface="苹方-简"/>
                <a:cs typeface="+mn-ea"/>
                <a:sym typeface="+mn-lt"/>
              </a:rPr>
              <a:t>节</a:t>
            </a:r>
            <a:endParaRPr kumimoji="0" lang="en-US" altLang="zh-CN" sz="2400" b="1" i="0" u="none" strike="noStrike" kern="1200" cap="none" spc="0" normalizeH="0" baseline="0" noProof="0" dirty="0">
              <a:ln>
                <a:noFill/>
              </a:ln>
              <a:solidFill>
                <a:srgbClr val="FFFFFF"/>
              </a:solidFill>
              <a:effectLst/>
              <a:uLnTx/>
              <a:uFillTx/>
              <a:latin typeface="Arial"/>
              <a:ea typeface="苹方-简"/>
              <a:cs typeface="+mn-ea"/>
              <a:sym typeface="+mn-lt"/>
            </a:endParaRPr>
          </a:p>
          <a:p>
            <a:pPr marL="2424430" marR="0" lvl="0" indent="-2424430" algn="ctr" defTabSz="914400" rtl="0" eaLnBrk="1" fontAlgn="auto" latinLnBrk="0" hangingPunct="1">
              <a:lnSpc>
                <a:spcPct val="120000"/>
              </a:lnSpc>
              <a:spcBef>
                <a:spcPts val="0"/>
              </a:spcBef>
              <a:spcAft>
                <a:spcPts val="0"/>
              </a:spcAft>
              <a:buClrTx/>
              <a:buSzTx/>
              <a:buFontTx/>
              <a:buNone/>
              <a:tabLst/>
              <a:defRPr sz="2500">
                <a:solidFill>
                  <a:srgbClr val="FFFFFF"/>
                </a:solidFill>
              </a:defRPr>
            </a:pPr>
            <a:fld id="{88256563-0538-44E2-8648-D6C63C24681B}" type="datetime2">
              <a:rPr lang="zh-CN" altLang="zh-CN" sz="2000">
                <a:solidFill>
                  <a:srgbClr val="FFFFFF"/>
                </a:solidFill>
                <a:latin typeface="Arial"/>
                <a:ea typeface="苹方-简"/>
                <a:cs typeface="+mn-ea"/>
                <a:sym typeface="+mn-lt"/>
              </a:rPr>
              <a:t>2025年1月12日 Sunday</a:t>
            </a:fld>
            <a:endParaRPr kumimoji="0" lang="en-US" altLang="zh-CN" sz="2000" i="0" u="none" strike="noStrike" kern="1200" cap="none" spc="0" normalizeH="0" baseline="0" noProof="0" dirty="0">
              <a:ln>
                <a:noFill/>
              </a:ln>
              <a:solidFill>
                <a:srgbClr val="FFFFFF"/>
              </a:solidFill>
              <a:effectLst/>
              <a:uLnTx/>
              <a:uFillTx/>
              <a:latin typeface="Arial"/>
              <a:ea typeface="苹方-简"/>
              <a:cs typeface="+mn-ea"/>
              <a:sym typeface="+mn-lt"/>
            </a:endParaRPr>
          </a:p>
        </p:txBody>
      </p:sp>
      <p:sp>
        <p:nvSpPr>
          <p:cNvPr id="4" name="矩形 3"/>
          <p:cNvSpPr/>
          <p:nvPr>
            <p:custDataLst>
              <p:tags r:id="rId3"/>
            </p:custDataLst>
          </p:nvPr>
        </p:nvSpPr>
        <p:spPr>
          <a:xfrm>
            <a:off x="4926464" y="2295027"/>
            <a:ext cx="7265536" cy="21189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rial"/>
                <a:ea typeface="苹方-简"/>
                <a:cs typeface="+mn-ea"/>
                <a:sym typeface="+mn-lt"/>
              </a:rPr>
              <a:t>宣扬神的大作为</a:t>
            </a:r>
            <a:endParaRPr kumimoji="0" lang="en-US" altLang="zh-CN" sz="5400" b="1"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rial"/>
              <a:ea typeface="苹方-简"/>
              <a:cs typeface="+mn-ea"/>
              <a:sym typeface="+mn-lt"/>
            </a:endParaRPr>
          </a:p>
        </p:txBody>
      </p:sp>
      <p:pic>
        <p:nvPicPr>
          <p:cNvPr id="6" name="图片 5" descr="山上的风景&#10;&#10;描述已自动生成">
            <a:extLst>
              <a:ext uri="{FF2B5EF4-FFF2-40B4-BE49-F238E27FC236}">
                <a16:creationId xmlns:a16="http://schemas.microsoft.com/office/drawing/2014/main" id="{E6E5D9A9-F0E5-8623-F3B2-B11B2801CB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4042063"/>
            <a:ext cx="4223906" cy="2815937"/>
          </a:xfrm>
          <a:prstGeom prst="rect">
            <a:avLst/>
          </a:prstGeom>
          <a:ln>
            <a:noFill/>
          </a:ln>
          <a:effectLst>
            <a:softEdge rad="112500"/>
          </a:effectLst>
        </p:spPr>
      </p:pic>
    </p:spTree>
    <p:custDataLst>
      <p:tags r:id="rId1"/>
    </p:custDataLst>
    <p:extLst>
      <p:ext uri="{BB962C8B-B14F-4D97-AF65-F5344CB8AC3E}">
        <p14:creationId xmlns:p14="http://schemas.microsoft.com/office/powerpoint/2010/main" val="191149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文本框 2">
            <a:extLst>
              <a:ext uri="{FF2B5EF4-FFF2-40B4-BE49-F238E27FC236}">
                <a16:creationId xmlns:a16="http://schemas.microsoft.com/office/drawing/2014/main" id="{7EB314CC-7FA2-2824-BC32-28291A20FBE2}"/>
              </a:ext>
            </a:extLst>
          </p:cNvPr>
          <p:cNvGraphicFramePr/>
          <p:nvPr>
            <p:extLst>
              <p:ext uri="{D42A27DB-BD31-4B8C-83A1-F6EECF244321}">
                <p14:modId xmlns:p14="http://schemas.microsoft.com/office/powerpoint/2010/main" val="3515475261"/>
              </p:ext>
            </p:extLst>
          </p:nvPr>
        </p:nvGraphicFramePr>
        <p:xfrm>
          <a:off x="623888" y="1461739"/>
          <a:ext cx="10944225" cy="435254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 name="文本框 1">
            <a:extLst>
              <a:ext uri="{FF2B5EF4-FFF2-40B4-BE49-F238E27FC236}">
                <a16:creationId xmlns:a16="http://schemas.microsoft.com/office/drawing/2014/main" id="{F19E7EA4-ECED-F7AC-62F4-4917E6F8E7F3}"/>
              </a:ext>
            </a:extLst>
          </p:cNvPr>
          <p:cNvSpPr txBox="1"/>
          <p:nvPr>
            <p:custDataLst>
              <p:tags r:id="rId2"/>
            </p:custDataLst>
          </p:nvPr>
        </p:nvSpPr>
        <p:spPr>
          <a:xfrm>
            <a:off x="6525491" y="150152"/>
            <a:ext cx="5666509" cy="830997"/>
          </a:xfrm>
          <a:prstGeom prst="rect">
            <a:avLst/>
          </a:prstGeom>
          <a:noFill/>
        </p:spPr>
        <p:txBody>
          <a:bodyPr wrap="square" lIns="91440" tIns="45720" rIns="91440" bIns="45720" rtlCol="0" anchor="t">
            <a:spAutoFit/>
          </a:bodyPr>
          <a:lstStyle/>
          <a:p>
            <a:pPr>
              <a:spcAft>
                <a:spcPts val="600"/>
              </a:spcAft>
            </a:pPr>
            <a:r>
              <a:rPr lang="zh-CN" altLang="en-US" sz="4800" b="1" dirty="0">
                <a:solidFill>
                  <a:schemeClr val="tx1">
                    <a:lumMod val="85000"/>
                    <a:lumOff val="15000"/>
                  </a:schemeClr>
                </a:solidFill>
                <a:cs typeface="+mn-ea"/>
                <a:sym typeface="+mn-lt"/>
              </a:rPr>
              <a:t>经文：彼前二</a:t>
            </a:r>
            <a:r>
              <a:rPr lang="en-US" altLang="zh-CN" sz="4800" b="1" dirty="0">
                <a:solidFill>
                  <a:schemeClr val="tx1">
                    <a:lumMod val="85000"/>
                    <a:lumOff val="15000"/>
                  </a:schemeClr>
                </a:solidFill>
                <a:cs typeface="+mn-ea"/>
                <a:sym typeface="+mn-lt"/>
              </a:rPr>
              <a:t>9</a:t>
            </a:r>
            <a:r>
              <a:rPr lang="zh-CN" altLang="en-US" sz="4800" b="1" dirty="0">
                <a:solidFill>
                  <a:schemeClr val="tx1">
                    <a:lumMod val="85000"/>
                    <a:lumOff val="15000"/>
                  </a:schemeClr>
                </a:solidFill>
                <a:cs typeface="+mn-ea"/>
                <a:sym typeface="+mn-lt"/>
              </a:rPr>
              <a:t>、</a:t>
            </a:r>
            <a:r>
              <a:rPr lang="en-US" altLang="zh-CN" sz="4800" b="1" dirty="0">
                <a:solidFill>
                  <a:schemeClr val="tx1">
                    <a:lumMod val="85000"/>
                    <a:lumOff val="15000"/>
                  </a:schemeClr>
                </a:solidFill>
                <a:cs typeface="+mn-ea"/>
                <a:sym typeface="+mn-lt"/>
              </a:rPr>
              <a:t>10</a:t>
            </a:r>
            <a:endParaRPr lang="zh-CN" altLang="en-US" sz="4800" b="1" dirty="0">
              <a:solidFill>
                <a:schemeClr val="tx1">
                  <a:lumMod val="85000"/>
                  <a:lumOff val="15000"/>
                </a:schemeClr>
              </a:solidFill>
              <a:cs typeface="+mn-ea"/>
            </a:endParaRPr>
          </a:p>
        </p:txBody>
      </p:sp>
    </p:spTree>
    <p:custDataLst>
      <p:tags r:id="rId1"/>
    </p:custDataLst>
    <p:extLst>
      <p:ext uri="{BB962C8B-B14F-4D97-AF65-F5344CB8AC3E}">
        <p14:creationId xmlns:p14="http://schemas.microsoft.com/office/powerpoint/2010/main" val="3418790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583680" y="150152"/>
            <a:ext cx="5608320" cy="830997"/>
          </a:xfrm>
          <a:prstGeom prst="rect">
            <a:avLst/>
          </a:prstGeom>
          <a:noFill/>
        </p:spPr>
        <p:txBody>
          <a:bodyPr wrap="square" lIns="91440" tIns="45720" rIns="91440" bIns="45720" rtlCol="0" anchor="t">
            <a:spAutoFit/>
          </a:bodyPr>
          <a:lstStyle/>
          <a:p>
            <a:pPr>
              <a:spcAft>
                <a:spcPts val="600"/>
              </a:spcAft>
            </a:pPr>
            <a:r>
              <a:rPr lang="zh-CN" altLang="en-US" sz="4800" b="1" dirty="0">
                <a:solidFill>
                  <a:schemeClr val="tx1">
                    <a:lumMod val="85000"/>
                    <a:lumOff val="15000"/>
                  </a:schemeClr>
                </a:solidFill>
                <a:cs typeface="+mn-ea"/>
                <a:sym typeface="+mn-lt"/>
              </a:rPr>
              <a:t>经文：彼前二</a:t>
            </a:r>
            <a:r>
              <a:rPr lang="en-US" altLang="zh-CN" sz="4800" b="1" dirty="0">
                <a:solidFill>
                  <a:schemeClr val="tx1">
                    <a:lumMod val="85000"/>
                    <a:lumOff val="15000"/>
                  </a:schemeClr>
                </a:solidFill>
                <a:cs typeface="+mn-ea"/>
                <a:sym typeface="+mn-lt"/>
              </a:rPr>
              <a:t>9</a:t>
            </a:r>
            <a:r>
              <a:rPr lang="zh-CN" altLang="en-US" sz="4800" b="1" dirty="0">
                <a:solidFill>
                  <a:schemeClr val="tx1">
                    <a:lumMod val="85000"/>
                    <a:lumOff val="15000"/>
                  </a:schemeClr>
                </a:solidFill>
                <a:cs typeface="+mn-ea"/>
                <a:sym typeface="+mn-lt"/>
              </a:rPr>
              <a:t>、</a:t>
            </a:r>
            <a:r>
              <a:rPr lang="en-US" altLang="zh-CN" sz="4800" b="1" dirty="0">
                <a:solidFill>
                  <a:schemeClr val="tx1">
                    <a:lumMod val="85000"/>
                    <a:lumOff val="15000"/>
                  </a:schemeClr>
                </a:solidFill>
                <a:cs typeface="+mn-ea"/>
                <a:sym typeface="+mn-lt"/>
              </a:rPr>
              <a:t>10</a:t>
            </a:r>
            <a:endParaRPr lang="zh-CN" altLang="en-US" sz="4800" b="1" dirty="0">
              <a:solidFill>
                <a:schemeClr val="tx1">
                  <a:lumMod val="85000"/>
                  <a:lumOff val="15000"/>
                </a:schemeClr>
              </a:solidFill>
              <a:cs typeface="+mn-ea"/>
            </a:endParaRPr>
          </a:p>
        </p:txBody>
      </p:sp>
      <p:sp>
        <p:nvSpPr>
          <p:cNvPr id="3" name="文本框 2">
            <a:extLst>
              <a:ext uri="{FF2B5EF4-FFF2-40B4-BE49-F238E27FC236}">
                <a16:creationId xmlns:a16="http://schemas.microsoft.com/office/drawing/2014/main" id="{FF9BF7C3-9929-69BC-A1CA-30EBD45BF72F}"/>
              </a:ext>
            </a:extLst>
          </p:cNvPr>
          <p:cNvSpPr txBox="1"/>
          <p:nvPr/>
        </p:nvSpPr>
        <p:spPr>
          <a:xfrm>
            <a:off x="38100" y="1137012"/>
            <a:ext cx="12115800" cy="4659096"/>
          </a:xfrm>
          <a:prstGeom prst="rect">
            <a:avLst/>
          </a:prstGeom>
          <a:noFill/>
        </p:spPr>
        <p:txBody>
          <a:bodyPr wrap="square">
            <a:spAutoFit/>
          </a:bodyPr>
          <a:lstStyle/>
          <a:p>
            <a:pPr indent="266700" algn="just">
              <a:lnSpc>
                <a:spcPct val="125000"/>
              </a:lnSpc>
            </a:pP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【彼前</a:t>
            </a:r>
            <a:r>
              <a:rPr lang="en-US" altLang="zh-CN" sz="4000" kern="100" dirty="0">
                <a:effectLst/>
                <a:latin typeface="等线" panose="02010600030101010101" pitchFamily="2" charset="-122"/>
                <a:ea typeface="等线" panose="02010600030101010101" pitchFamily="2" charset="-122"/>
                <a:cs typeface="Times New Roman" panose="02020603050405020304" pitchFamily="18" charset="0"/>
              </a:rPr>
              <a:t>2:9</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a:t>
            </a:r>
            <a:r>
              <a:rPr lang="zh-CN" altLang="zh-CN" sz="4000" b="1" kern="100" dirty="0">
                <a:solidFill>
                  <a:srgbClr val="C00000"/>
                </a:solidFill>
                <a:effectLst/>
                <a:latin typeface="等线" panose="02010600030101010101" pitchFamily="2" charset="-122"/>
                <a:ea typeface="方正屏显雅宋_GBK" panose="02010600010101010101" pitchFamily="2" charset="-122"/>
                <a:cs typeface="Times New Roman" panose="02020603050405020304" pitchFamily="18" charset="0"/>
              </a:rPr>
              <a:t>惟有</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你们</a:t>
            </a:r>
            <a:r>
              <a:rPr lang="zh-CN" altLang="zh-CN" sz="4000"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是</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被</a:t>
            </a:r>
            <a:r>
              <a:rPr lang="zh-CN" altLang="zh-CN" sz="4000" b="1" kern="100" dirty="0">
                <a:effectLst/>
                <a:latin typeface="等线" panose="02010600030101010101" pitchFamily="2" charset="-122"/>
                <a:ea typeface="方正屏显雅宋_GBK" panose="02010600010101010101" pitchFamily="2" charset="-122"/>
                <a:cs typeface="Times New Roman" panose="02020603050405020304" pitchFamily="18" charset="0"/>
              </a:rPr>
              <a:t>拣选</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的族类，</a:t>
            </a:r>
            <a:r>
              <a:rPr lang="zh-CN" altLang="zh-CN" sz="4000"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是</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有</a:t>
            </a:r>
            <a:r>
              <a:rPr lang="zh-CN" altLang="zh-CN" sz="4000" b="1" kern="100" dirty="0">
                <a:effectLst/>
                <a:latin typeface="等线" panose="02010600030101010101" pitchFamily="2" charset="-122"/>
                <a:ea typeface="方正屏显雅宋_GBK" panose="02010600010101010101" pitchFamily="2" charset="-122"/>
                <a:cs typeface="Times New Roman" panose="02020603050405020304" pitchFamily="18" charset="0"/>
              </a:rPr>
              <a:t>君尊的祭司</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a:t>
            </a:r>
            <a:r>
              <a:rPr lang="zh-CN" altLang="zh-CN" sz="4000"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是</a:t>
            </a:r>
            <a:r>
              <a:rPr lang="zh-CN" altLang="zh-CN" sz="4000" b="1" kern="100" dirty="0">
                <a:effectLst/>
                <a:latin typeface="等线" panose="02010600030101010101" pitchFamily="2" charset="-122"/>
                <a:ea typeface="方正屏显雅宋_GBK" panose="02010600010101010101" pitchFamily="2" charset="-122"/>
                <a:cs typeface="Times New Roman" panose="02020603050405020304" pitchFamily="18" charset="0"/>
              </a:rPr>
              <a:t>圣洁的国度</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a:t>
            </a:r>
            <a:r>
              <a:rPr lang="zh-CN" altLang="zh-CN" sz="4000"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是</a:t>
            </a:r>
            <a:r>
              <a:rPr lang="zh-CN" altLang="zh-CN" sz="4000" b="1" kern="100" dirty="0">
                <a:effectLst/>
                <a:latin typeface="等线" panose="02010600030101010101" pitchFamily="2" charset="-122"/>
                <a:ea typeface="方正屏显雅宋_GBK" panose="02010600010101010101" pitchFamily="2" charset="-122"/>
                <a:cs typeface="Times New Roman" panose="02020603050405020304" pitchFamily="18" charset="0"/>
              </a:rPr>
              <a:t>属　神的子民</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a:t>
            </a:r>
            <a:r>
              <a:rPr lang="zh-CN" altLang="zh-CN" sz="4000" kern="100" dirty="0">
                <a:solidFill>
                  <a:srgbClr val="7030A0"/>
                </a:solidFill>
                <a:effectLst/>
                <a:latin typeface="等线" panose="02010600030101010101" pitchFamily="2" charset="-122"/>
                <a:ea typeface="方正屏显雅宋_GBK" panose="02010600010101010101" pitchFamily="2" charset="-122"/>
                <a:cs typeface="Times New Roman" panose="02020603050405020304" pitchFamily="18" charset="0"/>
              </a:rPr>
              <a:t>要</a:t>
            </a:r>
            <a:r>
              <a:rPr lang="zh-CN" altLang="zh-CN" sz="4000" b="1" kern="100" dirty="0">
                <a:solidFill>
                  <a:srgbClr val="7030A0"/>
                </a:solidFill>
                <a:effectLst/>
                <a:latin typeface="等线" panose="02010600030101010101" pitchFamily="2" charset="-122"/>
                <a:ea typeface="方正屏显雅宋_GBK" panose="02010600010101010101" pitchFamily="2" charset="-122"/>
                <a:cs typeface="Times New Roman" panose="02020603050405020304" pitchFamily="18" charset="0"/>
              </a:rPr>
              <a:t>叫</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你们</a:t>
            </a:r>
            <a:r>
              <a:rPr lang="zh-CN" altLang="zh-CN" sz="4000" b="1" kern="100" dirty="0">
                <a:effectLst/>
                <a:latin typeface="等线" panose="02010600030101010101" pitchFamily="2" charset="-122"/>
                <a:ea typeface="方正屏显雅宋_GBK" panose="02010600010101010101" pitchFamily="2" charset="-122"/>
                <a:cs typeface="Times New Roman" panose="02020603050405020304" pitchFamily="18" charset="0"/>
              </a:rPr>
              <a:t>宣扬</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那召你们出黑暗、入奇妙光明者的</a:t>
            </a:r>
            <a:r>
              <a:rPr lang="zh-CN" altLang="zh-CN" sz="4000" b="1" kern="100" dirty="0">
                <a:effectLst/>
                <a:latin typeface="等线" panose="02010600030101010101" pitchFamily="2" charset="-122"/>
                <a:ea typeface="方正屏显雅宋_GBK" panose="02010600010101010101" pitchFamily="2" charset="-122"/>
                <a:cs typeface="Times New Roman" panose="02020603050405020304" pitchFamily="18" charset="0"/>
              </a:rPr>
              <a:t>美德</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a:t>
            </a:r>
            <a:endParaRPr lang="en-US"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indent="266700" algn="just">
              <a:lnSpc>
                <a:spcPct val="125000"/>
              </a:lnSpc>
            </a:pPr>
            <a:endParaRPr lang="zh-CN" altLang="zh-CN" sz="4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5000"/>
              </a:lnSpc>
            </a:pP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【彼前</a:t>
            </a:r>
            <a:r>
              <a:rPr lang="en-US" altLang="zh-CN" sz="4000" kern="100" dirty="0">
                <a:effectLst/>
                <a:latin typeface="等线" panose="02010600030101010101" pitchFamily="2" charset="-122"/>
                <a:ea typeface="等线" panose="02010600030101010101" pitchFamily="2" charset="-122"/>
                <a:cs typeface="Times New Roman" panose="02020603050405020304" pitchFamily="18" charset="0"/>
              </a:rPr>
              <a:t>2:10</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】你们</a:t>
            </a:r>
            <a:r>
              <a:rPr lang="zh-CN" altLang="zh-CN" sz="4000" b="1" kern="100" dirty="0">
                <a:effectLst/>
                <a:latin typeface="等线" panose="02010600030101010101" pitchFamily="2" charset="-122"/>
                <a:ea typeface="方正屏显雅宋_GBK" panose="02010600010101010101" pitchFamily="2" charset="-122"/>
                <a:cs typeface="Times New Roman" panose="02020603050405020304" pitchFamily="18" charset="0"/>
              </a:rPr>
              <a:t>从前</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算不得</a:t>
            </a:r>
            <a:r>
              <a:rPr lang="zh-CN" altLang="zh-CN" sz="4000" kern="100" dirty="0">
                <a:solidFill>
                  <a:srgbClr val="0F9ED5"/>
                </a:solidFill>
                <a:effectLst/>
                <a:latin typeface="等线" panose="02010600030101010101" pitchFamily="2" charset="-122"/>
                <a:ea typeface="方正屏显雅宋_GBK" panose="02010600010101010101" pitchFamily="2" charset="-122"/>
                <a:cs typeface="Times New Roman" panose="02020603050405020304" pitchFamily="18" charset="0"/>
              </a:rPr>
              <a:t>子民</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a:t>
            </a:r>
            <a:r>
              <a:rPr lang="zh-CN" altLang="zh-CN" sz="4000" b="1" kern="100" dirty="0">
                <a:effectLst/>
                <a:latin typeface="等线" panose="02010600030101010101" pitchFamily="2" charset="-122"/>
                <a:ea typeface="方正屏显雅宋_GBK" panose="02010600010101010101" pitchFamily="2" charset="-122"/>
                <a:cs typeface="Times New Roman" panose="02020603050405020304" pitchFamily="18" charset="0"/>
              </a:rPr>
              <a:t>现在却</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作了　神的</a:t>
            </a:r>
            <a:r>
              <a:rPr lang="zh-CN" altLang="zh-CN" sz="4000" kern="100" dirty="0">
                <a:solidFill>
                  <a:srgbClr val="0F9ED5"/>
                </a:solidFill>
                <a:effectLst/>
                <a:latin typeface="等线" panose="02010600030101010101" pitchFamily="2" charset="-122"/>
                <a:ea typeface="方正屏显雅宋_GBK" panose="02010600010101010101" pitchFamily="2" charset="-122"/>
                <a:cs typeface="Times New Roman" panose="02020603050405020304" pitchFamily="18" charset="0"/>
              </a:rPr>
              <a:t>子民</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a:t>
            </a:r>
            <a:r>
              <a:rPr lang="zh-CN" altLang="zh-CN" sz="4000" b="1" kern="100" dirty="0">
                <a:effectLst/>
                <a:latin typeface="等线" panose="02010600030101010101" pitchFamily="2" charset="-122"/>
                <a:ea typeface="方正屏显雅宋_GBK" panose="02010600010101010101" pitchFamily="2" charset="-122"/>
                <a:cs typeface="Times New Roman" panose="02020603050405020304" pitchFamily="18" charset="0"/>
              </a:rPr>
              <a:t>从前</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未曾蒙</a:t>
            </a:r>
            <a:r>
              <a:rPr lang="zh-CN" altLang="zh-CN" sz="4000" kern="100" dirty="0">
                <a:solidFill>
                  <a:srgbClr val="0F9ED5"/>
                </a:solidFill>
                <a:effectLst/>
                <a:latin typeface="等线" panose="02010600030101010101" pitchFamily="2" charset="-122"/>
                <a:ea typeface="方正屏显雅宋_GBK" panose="02010600010101010101" pitchFamily="2" charset="-122"/>
                <a:cs typeface="Times New Roman" panose="02020603050405020304" pitchFamily="18" charset="0"/>
              </a:rPr>
              <a:t>怜恤</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a:t>
            </a:r>
            <a:r>
              <a:rPr lang="zh-CN" altLang="zh-CN" sz="4000" b="1" kern="100" dirty="0">
                <a:effectLst/>
                <a:latin typeface="等线" panose="02010600030101010101" pitchFamily="2" charset="-122"/>
                <a:ea typeface="方正屏显雅宋_GBK" panose="02010600010101010101" pitchFamily="2" charset="-122"/>
                <a:cs typeface="Times New Roman" panose="02020603050405020304" pitchFamily="18" charset="0"/>
              </a:rPr>
              <a:t>现在</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却蒙了</a:t>
            </a:r>
            <a:r>
              <a:rPr lang="zh-CN" altLang="zh-CN" sz="4000" kern="100" dirty="0">
                <a:solidFill>
                  <a:srgbClr val="0F9ED5"/>
                </a:solidFill>
                <a:effectLst/>
                <a:latin typeface="等线" panose="02010600030101010101" pitchFamily="2" charset="-122"/>
                <a:ea typeface="方正屏显雅宋_GBK" panose="02010600010101010101" pitchFamily="2" charset="-122"/>
                <a:cs typeface="Times New Roman" panose="02020603050405020304" pitchFamily="18" charset="0"/>
              </a:rPr>
              <a:t>怜恤</a:t>
            </a:r>
            <a:r>
              <a:rPr lang="zh-CN" altLang="zh-CN" sz="4000" kern="100" dirty="0">
                <a:effectLst/>
                <a:latin typeface="等线" panose="02010600030101010101" pitchFamily="2" charset="-122"/>
                <a:ea typeface="方正屏显雅宋_GBK" panose="02010600010101010101" pitchFamily="2" charset="-122"/>
                <a:cs typeface="Times New Roman" panose="02020603050405020304" pitchFamily="18" charset="0"/>
              </a:rPr>
              <a:t>。</a:t>
            </a:r>
            <a:endParaRPr lang="zh-CN" altLang="zh-CN" sz="4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10644904" y="149519"/>
            <a:ext cx="1547096" cy="830997"/>
          </a:xfrm>
          <a:prstGeom prst="rect">
            <a:avLst/>
          </a:prstGeom>
          <a:noFill/>
        </p:spPr>
        <p:txBody>
          <a:bodyPr wrap="square" rtlCol="0">
            <a:spAutoFit/>
          </a:bodyPr>
          <a:lstStyle/>
          <a:p>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分段</a:t>
            </a:r>
          </a:p>
        </p:txBody>
      </p:sp>
      <p:sp>
        <p:nvSpPr>
          <p:cNvPr id="2" name="文本框 1"/>
          <p:cNvSpPr txBox="1"/>
          <p:nvPr>
            <p:custDataLst>
              <p:tags r:id="rId3"/>
            </p:custDataLst>
          </p:nvPr>
        </p:nvSpPr>
        <p:spPr>
          <a:xfrm>
            <a:off x="191837" y="1565721"/>
            <a:ext cx="4065490" cy="3465885"/>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latin typeface="方正屏显雅宋_GBK" panose="02010600010101010101" pitchFamily="2" charset="-122"/>
                <a:ea typeface="方正屏显雅宋_GBK" panose="02010600010101010101" pitchFamily="2" charset="-122"/>
                <a:cs typeface="+mn-ea"/>
                <a:sym typeface="+mn-lt"/>
              </a:rPr>
              <a:t>1</a:t>
            </a:r>
            <a:r>
              <a:rPr lang="zh-CN" altLang="en-US" sz="2400" dirty="0">
                <a:solidFill>
                  <a:srgbClr val="000000"/>
                </a:solidFill>
                <a:latin typeface="方正屏显雅宋_GBK" panose="02010600010101010101" pitchFamily="2" charset="-122"/>
                <a:ea typeface="方正屏显雅宋_GBK" panose="02010600010101010101" pitchFamily="2" charset="-122"/>
                <a:cs typeface="+mn-ea"/>
                <a:sym typeface="+mn-lt"/>
              </a:rPr>
              <a:t>：  </a:t>
            </a:r>
            <a:r>
              <a:rPr lang="en-US" altLang="zh-CN" sz="2400" dirty="0">
                <a:solidFill>
                  <a:srgbClr val="000000"/>
                </a:solidFill>
                <a:latin typeface="方正屏显雅宋_GBK" panose="02010600010101010101" pitchFamily="2" charset="-122"/>
                <a:ea typeface="方正屏显雅宋_GBK" panose="02010600010101010101" pitchFamily="2" charset="-122"/>
                <a:cs typeface="+mn-ea"/>
                <a:sym typeface="+mn-lt"/>
              </a:rPr>
              <a:t>9</a:t>
            </a:r>
            <a:r>
              <a:rPr lang="zh-CN" altLang="en-US" sz="2400" dirty="0">
                <a:solidFill>
                  <a:srgbClr val="000000"/>
                </a:solidFill>
                <a:latin typeface="方正屏显雅宋_GBK" panose="02010600010101010101" pitchFamily="2" charset="-122"/>
                <a:ea typeface="方正屏显雅宋_GBK" panose="02010600010101010101" pitchFamily="2" charset="-122"/>
                <a:cs typeface="+mn-ea"/>
                <a:sym typeface="+mn-lt"/>
              </a:rPr>
              <a:t>节，现在的我们。</a:t>
            </a:r>
            <a:endParaRPr lang="en-US" altLang="zh-CN" sz="2400" dirty="0">
              <a:solidFill>
                <a:srgbClr val="000000"/>
              </a:solidFill>
              <a:latin typeface="方正屏显雅宋_GBK" panose="02010600010101010101" pitchFamily="2" charset="-122"/>
              <a:ea typeface="方正屏显雅宋_GBK" panose="02010600010101010101" pitchFamily="2" charset="-122"/>
              <a:cs typeface="+mn-ea"/>
              <a:sym typeface="+mn-lt"/>
            </a:endParaRPr>
          </a:p>
          <a:p>
            <a:pPr marL="0" indent="0">
              <a:lnSpc>
                <a:spcPct val="120000"/>
              </a:lnSpc>
              <a:buNone/>
            </a:pPr>
            <a:r>
              <a:rPr lang="en-US" altLang="zh-CN" sz="1600" dirty="0">
                <a:solidFill>
                  <a:srgbClr val="000000"/>
                </a:solidFill>
                <a:latin typeface="方正屏显雅宋_GBK" panose="02010600010101010101" pitchFamily="2" charset="-122"/>
                <a:ea typeface="方正屏显雅宋_GBK" panose="02010600010101010101" pitchFamily="2" charset="-122"/>
                <a:cs typeface="+mn-ea"/>
                <a:sym typeface="+mn-lt"/>
              </a:rPr>
              <a:t>	</a:t>
            </a:r>
            <a:r>
              <a:rPr lang="zh-CN" altLang="en-US" sz="1600" dirty="0">
                <a:solidFill>
                  <a:srgbClr val="000000"/>
                </a:solidFill>
                <a:latin typeface="方正屏显雅宋_GBK" panose="02010600010101010101" pitchFamily="2" charset="-122"/>
                <a:ea typeface="方正屏显雅宋_GBK" panose="02010600010101010101" pitchFamily="2" charset="-122"/>
                <a:cs typeface="+mn-ea"/>
                <a:sym typeface="+mn-lt"/>
              </a:rPr>
              <a:t>五个身份：</a:t>
            </a:r>
          </a:p>
          <a:p>
            <a:pPr marL="0" indent="0">
              <a:lnSpc>
                <a:spcPct val="120000"/>
              </a:lnSpc>
              <a:buNone/>
            </a:pPr>
            <a:r>
              <a:rPr lang="en-US" altLang="zh-CN" sz="1600" dirty="0">
                <a:solidFill>
                  <a:srgbClr val="000000"/>
                </a:solidFill>
                <a:latin typeface="方正屏显雅宋_GBK" panose="02010600010101010101" pitchFamily="2" charset="-122"/>
                <a:ea typeface="方正屏显雅宋_GBK" panose="02010600010101010101" pitchFamily="2" charset="-122"/>
                <a:cs typeface="+mn-ea"/>
                <a:sym typeface="+mn-lt"/>
              </a:rPr>
              <a:t>	1) </a:t>
            </a:r>
            <a:r>
              <a:rPr lang="zh-CN" altLang="en-US" sz="1600" dirty="0">
                <a:solidFill>
                  <a:srgbClr val="000000"/>
                </a:solidFill>
                <a:latin typeface="方正屏显雅宋_GBK" panose="02010600010101010101" pitchFamily="2" charset="-122"/>
                <a:ea typeface="方正屏显雅宋_GBK" panose="02010600010101010101" pitchFamily="2" charset="-122"/>
                <a:cs typeface="+mn-ea"/>
                <a:sym typeface="+mn-lt"/>
              </a:rPr>
              <a:t>被拣选族类</a:t>
            </a:r>
          </a:p>
          <a:p>
            <a:pPr marL="0" indent="0">
              <a:lnSpc>
                <a:spcPct val="120000"/>
              </a:lnSpc>
              <a:buNone/>
            </a:pPr>
            <a:r>
              <a:rPr lang="en-US" altLang="zh-CN" sz="1600" dirty="0">
                <a:solidFill>
                  <a:srgbClr val="000000"/>
                </a:solidFill>
                <a:latin typeface="方正屏显雅宋_GBK" panose="02010600010101010101" pitchFamily="2" charset="-122"/>
                <a:ea typeface="方正屏显雅宋_GBK" panose="02010600010101010101" pitchFamily="2" charset="-122"/>
                <a:cs typeface="+mn-ea"/>
                <a:sym typeface="+mn-lt"/>
              </a:rPr>
              <a:t>	2) </a:t>
            </a:r>
            <a:r>
              <a:rPr lang="zh-CN" altLang="en-US" sz="1600" dirty="0">
                <a:solidFill>
                  <a:srgbClr val="000000"/>
                </a:solidFill>
                <a:latin typeface="方正屏显雅宋_GBK" panose="02010600010101010101" pitchFamily="2" charset="-122"/>
                <a:ea typeface="方正屏显雅宋_GBK" panose="02010600010101010101" pitchFamily="2" charset="-122"/>
                <a:cs typeface="+mn-ea"/>
                <a:sym typeface="+mn-lt"/>
              </a:rPr>
              <a:t>君尊的祭司</a:t>
            </a:r>
          </a:p>
          <a:p>
            <a:pPr marL="0" indent="0">
              <a:lnSpc>
                <a:spcPct val="120000"/>
              </a:lnSpc>
              <a:buNone/>
            </a:pPr>
            <a:r>
              <a:rPr lang="en-US" altLang="zh-CN" sz="1600" dirty="0">
                <a:solidFill>
                  <a:srgbClr val="000000"/>
                </a:solidFill>
                <a:latin typeface="方正屏显雅宋_GBK" panose="02010600010101010101" pitchFamily="2" charset="-122"/>
                <a:ea typeface="方正屏显雅宋_GBK" panose="02010600010101010101" pitchFamily="2" charset="-122"/>
                <a:cs typeface="+mn-ea"/>
                <a:sym typeface="+mn-lt"/>
              </a:rPr>
              <a:t>	3) </a:t>
            </a:r>
            <a:r>
              <a:rPr lang="zh-CN" altLang="en-US" sz="1600" dirty="0">
                <a:solidFill>
                  <a:srgbClr val="000000"/>
                </a:solidFill>
                <a:latin typeface="方正屏显雅宋_GBK" panose="02010600010101010101" pitchFamily="2" charset="-122"/>
                <a:ea typeface="方正屏显雅宋_GBK" panose="02010600010101010101" pitchFamily="2" charset="-122"/>
                <a:cs typeface="+mn-ea"/>
                <a:sym typeface="+mn-lt"/>
              </a:rPr>
              <a:t>圣洁的国度</a:t>
            </a:r>
          </a:p>
          <a:p>
            <a:pPr marL="0" indent="0">
              <a:lnSpc>
                <a:spcPct val="120000"/>
              </a:lnSpc>
              <a:buNone/>
            </a:pPr>
            <a:r>
              <a:rPr lang="en-US" altLang="zh-CN" sz="1600" dirty="0">
                <a:solidFill>
                  <a:srgbClr val="000000"/>
                </a:solidFill>
                <a:latin typeface="方正屏显雅宋_GBK" panose="02010600010101010101" pitchFamily="2" charset="-122"/>
                <a:ea typeface="方正屏显雅宋_GBK" panose="02010600010101010101" pitchFamily="2" charset="-122"/>
                <a:cs typeface="+mn-ea"/>
                <a:sym typeface="+mn-lt"/>
              </a:rPr>
              <a:t>	4) </a:t>
            </a:r>
            <a:r>
              <a:rPr lang="zh-CN" altLang="en-US" sz="1600" dirty="0">
                <a:solidFill>
                  <a:srgbClr val="000000"/>
                </a:solidFill>
                <a:latin typeface="方正屏显雅宋_GBK" panose="02010600010101010101" pitchFamily="2" charset="-122"/>
                <a:ea typeface="方正屏显雅宋_GBK" panose="02010600010101010101" pitchFamily="2" charset="-122"/>
                <a:cs typeface="+mn-ea"/>
                <a:sym typeface="+mn-lt"/>
              </a:rPr>
              <a:t>属神的子民</a:t>
            </a:r>
          </a:p>
          <a:p>
            <a:pPr marL="0" indent="0">
              <a:lnSpc>
                <a:spcPct val="120000"/>
              </a:lnSpc>
              <a:buNone/>
            </a:pPr>
            <a:r>
              <a:rPr lang="en-US" altLang="zh-CN" sz="1600" dirty="0">
                <a:solidFill>
                  <a:srgbClr val="000000"/>
                </a:solidFill>
                <a:latin typeface="方正屏显雅宋_GBK" panose="02010600010101010101" pitchFamily="2" charset="-122"/>
                <a:ea typeface="方正屏显雅宋_GBK" panose="02010600010101010101" pitchFamily="2" charset="-122"/>
                <a:cs typeface="+mn-ea"/>
                <a:sym typeface="+mn-lt"/>
              </a:rPr>
              <a:t>	</a:t>
            </a:r>
            <a:r>
              <a:rPr lang="zh-CN" altLang="en-US" sz="1600" dirty="0">
                <a:solidFill>
                  <a:srgbClr val="000000"/>
                </a:solidFill>
                <a:latin typeface="方正屏显雅宋_GBK" panose="02010600010101010101" pitchFamily="2" charset="-122"/>
                <a:ea typeface="方正屏显雅宋_GBK" panose="02010600010101010101" pitchFamily="2" charset="-122"/>
                <a:cs typeface="+mn-ea"/>
                <a:sym typeface="+mn-lt"/>
              </a:rPr>
              <a:t>一个命令：</a:t>
            </a:r>
          </a:p>
          <a:p>
            <a:pPr marL="0" indent="0">
              <a:lnSpc>
                <a:spcPct val="120000"/>
              </a:lnSpc>
              <a:buNone/>
            </a:pPr>
            <a:r>
              <a:rPr lang="en-US" altLang="zh-CN" sz="1600" dirty="0">
                <a:solidFill>
                  <a:srgbClr val="000000"/>
                </a:solidFill>
                <a:latin typeface="方正屏显雅宋_GBK" panose="02010600010101010101" pitchFamily="2" charset="-122"/>
                <a:ea typeface="方正屏显雅宋_GBK" panose="02010600010101010101" pitchFamily="2" charset="-122"/>
                <a:cs typeface="+mn-ea"/>
                <a:sym typeface="+mn-lt"/>
              </a:rPr>
              <a:t>	1) </a:t>
            </a:r>
            <a:r>
              <a:rPr lang="zh-CN" altLang="en-US" sz="1600" dirty="0">
                <a:solidFill>
                  <a:srgbClr val="000000"/>
                </a:solidFill>
                <a:latin typeface="方正屏显雅宋_GBK" panose="02010600010101010101" pitchFamily="2" charset="-122"/>
                <a:ea typeface="方正屏显雅宋_GBK" panose="02010600010101010101" pitchFamily="2" charset="-122"/>
                <a:cs typeface="+mn-ea"/>
                <a:sym typeface="+mn-lt"/>
              </a:rPr>
              <a:t>宣扬神的大作为</a:t>
            </a:r>
          </a:p>
          <a:p>
            <a:pPr marL="0" indent="0">
              <a:lnSpc>
                <a:spcPct val="120000"/>
              </a:lnSpc>
              <a:buNone/>
            </a:pPr>
            <a:endParaRPr lang="zh-CN" altLang="en-US" sz="2400" dirty="0">
              <a:solidFill>
                <a:srgbClr val="000000"/>
              </a:solidFill>
              <a:latin typeface="方正屏显雅宋_GBK" panose="02010600010101010101" pitchFamily="2" charset="-122"/>
              <a:ea typeface="方正屏显雅宋_GBK" panose="02010600010101010101" pitchFamily="2" charset="-122"/>
              <a:cs typeface="+mn-ea"/>
              <a:sym typeface="+mn-lt"/>
            </a:endParaRPr>
          </a:p>
          <a:p>
            <a:pPr marL="0" indent="0">
              <a:lnSpc>
                <a:spcPct val="120000"/>
              </a:lnSpc>
              <a:buNone/>
            </a:pPr>
            <a:r>
              <a:rPr lang="en-US" altLang="zh-CN" sz="2400" dirty="0">
                <a:solidFill>
                  <a:srgbClr val="000000"/>
                </a:solidFill>
                <a:latin typeface="方正屏显雅宋_GBK" panose="02010600010101010101" pitchFamily="2" charset="-122"/>
                <a:ea typeface="方正屏显雅宋_GBK" panose="02010600010101010101" pitchFamily="2" charset="-122"/>
                <a:cs typeface="+mn-ea"/>
                <a:sym typeface="+mn-lt"/>
              </a:rPr>
              <a:t>2</a:t>
            </a:r>
            <a:r>
              <a:rPr lang="zh-CN" altLang="en-US" sz="2400" dirty="0">
                <a:solidFill>
                  <a:srgbClr val="000000"/>
                </a:solidFill>
                <a:latin typeface="方正屏显雅宋_GBK" panose="02010600010101010101" pitchFamily="2" charset="-122"/>
                <a:ea typeface="方正屏显雅宋_GBK" panose="02010600010101010101" pitchFamily="2" charset="-122"/>
                <a:cs typeface="+mn-ea"/>
                <a:sym typeface="+mn-lt"/>
              </a:rPr>
              <a:t>：</a:t>
            </a:r>
            <a:r>
              <a:rPr lang="en-US" altLang="zh-CN" sz="2400" dirty="0">
                <a:solidFill>
                  <a:srgbClr val="000000"/>
                </a:solidFill>
                <a:latin typeface="方正屏显雅宋_GBK" panose="02010600010101010101" pitchFamily="2" charset="-122"/>
                <a:ea typeface="方正屏显雅宋_GBK" panose="02010600010101010101" pitchFamily="2" charset="-122"/>
                <a:cs typeface="+mn-ea"/>
                <a:sym typeface="+mn-lt"/>
              </a:rPr>
              <a:t>10</a:t>
            </a:r>
            <a:r>
              <a:rPr lang="zh-CN" altLang="en-US" sz="2400" dirty="0">
                <a:solidFill>
                  <a:srgbClr val="000000"/>
                </a:solidFill>
                <a:latin typeface="方正屏显雅宋_GBK" panose="02010600010101010101" pitchFamily="2" charset="-122"/>
                <a:ea typeface="方正屏显雅宋_GBK" panose="02010600010101010101" pitchFamily="2" charset="-122"/>
                <a:cs typeface="+mn-ea"/>
                <a:sym typeface="+mn-lt"/>
              </a:rPr>
              <a:t>节，过去与现在。</a:t>
            </a:r>
          </a:p>
        </p:txBody>
      </p:sp>
      <p:cxnSp>
        <p:nvCxnSpPr>
          <p:cNvPr id="5" name="直接连接符 4">
            <a:extLst>
              <a:ext uri="{FF2B5EF4-FFF2-40B4-BE49-F238E27FC236}">
                <a16:creationId xmlns:a16="http://schemas.microsoft.com/office/drawing/2014/main" id="{9CA26DAA-ACC3-E965-66E4-F6A39B93A5B3}"/>
              </a:ext>
            </a:extLst>
          </p:cNvPr>
          <p:cNvCxnSpPr/>
          <p:nvPr/>
        </p:nvCxnSpPr>
        <p:spPr>
          <a:xfrm>
            <a:off x="4057177" y="1311965"/>
            <a:ext cx="0" cy="4544291"/>
          </a:xfrm>
          <a:prstGeom prst="line">
            <a:avLst/>
          </a:prstGeom>
        </p:spPr>
        <p:style>
          <a:lnRef idx="1">
            <a:schemeClr val="accent1"/>
          </a:lnRef>
          <a:fillRef idx="0">
            <a:schemeClr val="accent1"/>
          </a:fillRef>
          <a:effectRef idx="0">
            <a:schemeClr val="accent1"/>
          </a:effectRef>
          <a:fontRef idx="minor">
            <a:schemeClr val="tx1"/>
          </a:fontRef>
        </p:style>
      </p:cxnSp>
      <p:grpSp>
        <p:nvGrpSpPr>
          <p:cNvPr id="4" name="组合 3">
            <a:extLst>
              <a:ext uri="{FF2B5EF4-FFF2-40B4-BE49-F238E27FC236}">
                <a16:creationId xmlns:a16="http://schemas.microsoft.com/office/drawing/2014/main" id="{67CFBFED-23BA-58E2-0492-595457A1DA5E}"/>
              </a:ext>
            </a:extLst>
          </p:cNvPr>
          <p:cNvGrpSpPr/>
          <p:nvPr/>
        </p:nvGrpSpPr>
        <p:grpSpPr>
          <a:xfrm>
            <a:off x="4181785" y="1565721"/>
            <a:ext cx="8052589" cy="1863278"/>
            <a:chOff x="-840331" y="460553"/>
            <a:chExt cx="13155747" cy="1192893"/>
          </a:xfrm>
        </p:grpSpPr>
        <p:sp>
          <p:nvSpPr>
            <p:cNvPr id="12" name="矩形: 圆角 11">
              <a:extLst>
                <a:ext uri="{FF2B5EF4-FFF2-40B4-BE49-F238E27FC236}">
                  <a16:creationId xmlns:a16="http://schemas.microsoft.com/office/drawing/2014/main" id="{90FC4EF0-0582-7DC7-F53E-9A1A4B9AFC50}"/>
                </a:ext>
              </a:extLst>
            </p:cNvPr>
            <p:cNvSpPr/>
            <p:nvPr/>
          </p:nvSpPr>
          <p:spPr>
            <a:xfrm>
              <a:off x="-840331" y="460553"/>
              <a:ext cx="13032332" cy="1192893"/>
            </a:xfrm>
            <a:prstGeom prst="roundRect">
              <a:avLst/>
            </a:prstGeom>
            <a:noFill/>
            <a:ln>
              <a:solidFill>
                <a:srgbClr val="7030A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zh-CN" altLang="en-US" sz="2400">
                <a:latin typeface="方正屏显雅宋_GBK" panose="02010600010101010101" pitchFamily="2" charset="-122"/>
                <a:ea typeface="方正屏显雅宋_GBK" panose="02010600010101010101" pitchFamily="2" charset="-122"/>
              </a:endParaRPr>
            </a:p>
          </p:txBody>
        </p:sp>
        <p:sp>
          <p:nvSpPr>
            <p:cNvPr id="13" name="矩形: 圆角 4">
              <a:extLst>
                <a:ext uri="{FF2B5EF4-FFF2-40B4-BE49-F238E27FC236}">
                  <a16:creationId xmlns:a16="http://schemas.microsoft.com/office/drawing/2014/main" id="{7DAB6BBF-A107-5EDA-C988-F2FCC0FA4ADA}"/>
                </a:ext>
              </a:extLst>
            </p:cNvPr>
            <p:cNvSpPr txBox="1"/>
            <p:nvPr/>
          </p:nvSpPr>
          <p:spPr>
            <a:xfrm>
              <a:off x="-716916" y="655800"/>
              <a:ext cx="13032332" cy="88030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a:lnSpc>
                  <a:spcPct val="150000"/>
                </a:lnSpc>
                <a:spcBef>
                  <a:spcPts val="0"/>
                </a:spcBef>
                <a:spcAft>
                  <a:spcPts val="0"/>
                </a:spcAft>
              </a:pPr>
              <a:r>
                <a:rPr lang="en-US" altLang="zh-CN" sz="2000" dirty="0">
                  <a:solidFill>
                    <a:schemeClr val="tx1"/>
                  </a:solidFill>
                  <a:effectLst/>
                  <a:latin typeface="方正屏显雅宋_GBK" panose="02010600010101010101" pitchFamily="2" charset="-122"/>
                  <a:ea typeface="方正屏显雅宋_GBK" panose="02010600010101010101" pitchFamily="2" charset="-122"/>
                </a:rPr>
                <a:t>【</a:t>
              </a:r>
              <a:r>
                <a:rPr lang="zh-CN" altLang="en-US" sz="2000" dirty="0">
                  <a:solidFill>
                    <a:schemeClr val="tx1"/>
                  </a:solidFill>
                  <a:effectLst/>
                  <a:latin typeface="方正屏显雅宋_GBK" panose="02010600010101010101" pitchFamily="2" charset="-122"/>
                  <a:ea typeface="方正屏显雅宋_GBK" panose="02010600010101010101" pitchFamily="2" charset="-122"/>
                </a:rPr>
                <a:t>彼前</a:t>
              </a:r>
              <a:r>
                <a:rPr lang="en-US" altLang="zh-CN" sz="2000" dirty="0">
                  <a:solidFill>
                    <a:schemeClr val="tx1"/>
                  </a:solidFill>
                  <a:effectLst/>
                  <a:latin typeface="方正屏显雅宋_GBK" panose="02010600010101010101" pitchFamily="2" charset="-122"/>
                  <a:ea typeface="方正屏显雅宋_GBK" panose="02010600010101010101" pitchFamily="2" charset="-122"/>
                </a:rPr>
                <a:t>2:9】</a:t>
              </a:r>
              <a:r>
                <a:rPr lang="zh-CN" altLang="en-US" sz="2000" dirty="0">
                  <a:solidFill>
                    <a:schemeClr val="tx1"/>
                  </a:solidFill>
                  <a:effectLst/>
                  <a:latin typeface="方正屏显雅宋_GBK" panose="02010600010101010101" pitchFamily="2" charset="-122"/>
                  <a:ea typeface="方正屏显雅宋_GBK" panose="02010600010101010101" pitchFamily="2" charset="-122"/>
                </a:rPr>
                <a:t>惟有你们是被拣选的族类，是有君尊的祭司，是圣洁的国度，是属　神的子民，要叫你们宣扬那召你们出黑暗、入奇妙光明者的美德。</a:t>
              </a:r>
            </a:p>
          </p:txBody>
        </p:sp>
      </p:grpSp>
      <p:grpSp>
        <p:nvGrpSpPr>
          <p:cNvPr id="6" name="组合 5">
            <a:extLst>
              <a:ext uri="{FF2B5EF4-FFF2-40B4-BE49-F238E27FC236}">
                <a16:creationId xmlns:a16="http://schemas.microsoft.com/office/drawing/2014/main" id="{56CD5BD2-A0CC-7D0E-3BD1-0613845A3BF3}"/>
              </a:ext>
            </a:extLst>
          </p:cNvPr>
          <p:cNvGrpSpPr/>
          <p:nvPr/>
        </p:nvGrpSpPr>
        <p:grpSpPr>
          <a:xfrm>
            <a:off x="4181785" y="3780056"/>
            <a:ext cx="7977048" cy="2244372"/>
            <a:chOff x="0" y="1534658"/>
            <a:chExt cx="12192001" cy="1301473"/>
          </a:xfrm>
        </p:grpSpPr>
        <p:sp>
          <p:nvSpPr>
            <p:cNvPr id="10" name="矩形: 圆角 9">
              <a:extLst>
                <a:ext uri="{FF2B5EF4-FFF2-40B4-BE49-F238E27FC236}">
                  <a16:creationId xmlns:a16="http://schemas.microsoft.com/office/drawing/2014/main" id="{7BEE8677-CFAD-6942-832E-87D52B896121}"/>
                </a:ext>
              </a:extLst>
            </p:cNvPr>
            <p:cNvSpPr/>
            <p:nvPr/>
          </p:nvSpPr>
          <p:spPr>
            <a:xfrm>
              <a:off x="0" y="1534658"/>
              <a:ext cx="12192001" cy="1301473"/>
            </a:xfrm>
            <a:prstGeom prst="roundRect">
              <a:avLst/>
            </a:prstGeom>
            <a:noFill/>
            <a:ln w="12700" cap="flat" cmpd="sng" algn="ctr">
              <a:solidFill>
                <a:srgbClr val="C00000"/>
              </a:solidFill>
              <a:prstDash val="solid"/>
              <a:miter lim="800000"/>
            </a:ln>
            <a:effectLst/>
          </p:spPr>
          <p:style>
            <a:lnRef idx="2">
              <a:scrgbClr r="0" g="0" b="0"/>
            </a:lnRef>
            <a:fillRef idx="1">
              <a:scrgbClr r="0" g="0" b="0"/>
            </a:fillRef>
            <a:effectRef idx="0">
              <a:scrgbClr r="0" g="0" b="0"/>
            </a:effectRef>
            <a:fontRef idx="minor">
              <a:schemeClr val="lt1"/>
            </a:fontRef>
          </p:style>
          <p:txBody>
            <a:bodyPr/>
            <a:lstStyle/>
            <a:p>
              <a:endParaRPr lang="zh-CN" altLang="en-US" sz="2400">
                <a:latin typeface="方正屏显雅宋_GBK" panose="02010600010101010101" pitchFamily="2" charset="-122"/>
                <a:ea typeface="方正屏显雅宋_GBK" panose="02010600010101010101" pitchFamily="2" charset="-122"/>
              </a:endParaRPr>
            </a:p>
          </p:txBody>
        </p:sp>
        <p:sp>
          <p:nvSpPr>
            <p:cNvPr id="11" name="矩形: 圆角 6">
              <a:extLst>
                <a:ext uri="{FF2B5EF4-FFF2-40B4-BE49-F238E27FC236}">
                  <a16:creationId xmlns:a16="http://schemas.microsoft.com/office/drawing/2014/main" id="{3CAB36DD-1A23-5A1B-C9B0-3F43FAF7A79F}"/>
                </a:ext>
              </a:extLst>
            </p:cNvPr>
            <p:cNvSpPr txBox="1"/>
            <p:nvPr/>
          </p:nvSpPr>
          <p:spPr>
            <a:xfrm>
              <a:off x="64762" y="1783770"/>
              <a:ext cx="12062476" cy="59967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marR="0">
                <a:lnSpc>
                  <a:spcPct val="150000"/>
                </a:lnSpc>
                <a:spcBef>
                  <a:spcPts val="0"/>
                </a:spcBef>
                <a:spcAft>
                  <a:spcPts val="0"/>
                </a:spcAft>
              </a:pPr>
              <a:r>
                <a:rPr lang="en-US" altLang="zh-CN" sz="2000" dirty="0">
                  <a:solidFill>
                    <a:schemeClr val="tx1"/>
                  </a:solidFill>
                  <a:effectLst/>
                  <a:latin typeface="方正屏显雅宋_GBK" panose="02010600010101010101" pitchFamily="2" charset="-122"/>
                  <a:ea typeface="方正屏显雅宋_GBK" panose="02010600010101010101" pitchFamily="2" charset="-122"/>
                </a:rPr>
                <a:t>【</a:t>
              </a:r>
              <a:r>
                <a:rPr lang="zh-CN" altLang="en-US" sz="2000" dirty="0">
                  <a:solidFill>
                    <a:schemeClr val="tx1"/>
                  </a:solidFill>
                  <a:effectLst/>
                  <a:latin typeface="方正屏显雅宋_GBK" panose="02010600010101010101" pitchFamily="2" charset="-122"/>
                  <a:ea typeface="方正屏显雅宋_GBK" panose="02010600010101010101" pitchFamily="2" charset="-122"/>
                </a:rPr>
                <a:t>彼前</a:t>
              </a:r>
              <a:r>
                <a:rPr lang="en-US" altLang="zh-CN" sz="2000" dirty="0">
                  <a:solidFill>
                    <a:schemeClr val="tx1"/>
                  </a:solidFill>
                  <a:effectLst/>
                  <a:latin typeface="方正屏显雅宋_GBK" panose="02010600010101010101" pitchFamily="2" charset="-122"/>
                  <a:ea typeface="方正屏显雅宋_GBK" panose="02010600010101010101" pitchFamily="2" charset="-122"/>
                </a:rPr>
                <a:t>2:10】</a:t>
              </a:r>
              <a:r>
                <a:rPr lang="zh-CN" altLang="en-US" sz="2000" dirty="0">
                  <a:solidFill>
                    <a:schemeClr val="tx1"/>
                  </a:solidFill>
                  <a:effectLst/>
                  <a:latin typeface="方正屏显雅宋_GBK" panose="02010600010101010101" pitchFamily="2" charset="-122"/>
                  <a:ea typeface="方正屏显雅宋_GBK" panose="02010600010101010101" pitchFamily="2" charset="-122"/>
                </a:rPr>
                <a:t>你们从前算不得子民，现在却作了　神的子民；从前未曾蒙怜恤，现在却蒙了怜恤。</a:t>
              </a:r>
            </a:p>
          </p:txBody>
        </p:sp>
      </p:grpSp>
      <p:sp>
        <p:nvSpPr>
          <p:cNvPr id="16" name="文本框 15">
            <a:extLst>
              <a:ext uri="{FF2B5EF4-FFF2-40B4-BE49-F238E27FC236}">
                <a16:creationId xmlns:a16="http://schemas.microsoft.com/office/drawing/2014/main" id="{7DE16206-6F61-BEC3-0DA4-3625D631A8E6}"/>
              </a:ext>
            </a:extLst>
          </p:cNvPr>
          <p:cNvSpPr txBox="1"/>
          <p:nvPr/>
        </p:nvSpPr>
        <p:spPr>
          <a:xfrm>
            <a:off x="0" y="6399926"/>
            <a:ext cx="12108871" cy="369332"/>
          </a:xfrm>
          <a:prstGeom prst="rect">
            <a:avLst/>
          </a:prstGeom>
          <a:noFill/>
        </p:spPr>
        <p:txBody>
          <a:bodyPr wrap="square">
            <a:spAutoFit/>
          </a:bodyPr>
          <a:lstStyle/>
          <a:p>
            <a:r>
              <a:rPr lang="zh-CN" altLang="en-US" dirty="0">
                <a:latin typeface="方正屏显雅宋_GBK" panose="02010600010101010101" pitchFamily="2" charset="-122"/>
                <a:ea typeface="方正屏显雅宋_GBK" panose="02010600010101010101" pitchFamily="2" charset="-122"/>
              </a:rPr>
              <a:t>钥节：</a:t>
            </a:r>
            <a:r>
              <a:rPr lang="en-US" altLang="zh-CN" sz="1800" dirty="0">
                <a:solidFill>
                  <a:schemeClr val="tx1"/>
                </a:solidFill>
                <a:effectLst/>
                <a:latin typeface="方正屏显雅宋_GBK" panose="02010600010101010101" pitchFamily="2" charset="-122"/>
                <a:ea typeface="方正屏显雅宋_GBK" panose="02010600010101010101" pitchFamily="2" charset="-122"/>
              </a:rPr>
              <a:t> 【</a:t>
            </a:r>
            <a:r>
              <a:rPr lang="zh-CN" altLang="en-US" sz="1800" dirty="0">
                <a:solidFill>
                  <a:schemeClr val="tx1"/>
                </a:solidFill>
                <a:effectLst/>
                <a:latin typeface="方正屏显雅宋_GBK" panose="02010600010101010101" pitchFamily="2" charset="-122"/>
                <a:ea typeface="方正屏显雅宋_GBK" panose="02010600010101010101" pitchFamily="2" charset="-122"/>
              </a:rPr>
              <a:t>彼前</a:t>
            </a:r>
            <a:r>
              <a:rPr lang="en-US" altLang="zh-CN" sz="1800" dirty="0">
                <a:solidFill>
                  <a:schemeClr val="tx1"/>
                </a:solidFill>
                <a:effectLst/>
                <a:latin typeface="方正屏显雅宋_GBK" panose="02010600010101010101" pitchFamily="2" charset="-122"/>
                <a:ea typeface="方正屏显雅宋_GBK" panose="02010600010101010101" pitchFamily="2" charset="-122"/>
              </a:rPr>
              <a:t>2:9】</a:t>
            </a:r>
            <a:r>
              <a:rPr lang="zh-CN" altLang="en-US" sz="1800" dirty="0">
                <a:solidFill>
                  <a:schemeClr val="tx1"/>
                </a:solidFill>
                <a:effectLst/>
                <a:latin typeface="方正屏显雅宋_GBK" panose="02010600010101010101" pitchFamily="2" charset="-122"/>
                <a:ea typeface="方正屏显雅宋_GBK" panose="02010600010101010101" pitchFamily="2" charset="-122"/>
              </a:rPr>
              <a:t>被拣选</a:t>
            </a:r>
            <a:r>
              <a:rPr lang="en-US" altLang="zh-CN" sz="1800" dirty="0">
                <a:solidFill>
                  <a:schemeClr val="tx1"/>
                </a:solidFill>
                <a:effectLst/>
                <a:latin typeface="方正屏显雅宋_GBK" panose="02010600010101010101" pitchFamily="2" charset="-122"/>
                <a:ea typeface="方正屏显雅宋_GBK" panose="02010600010101010101" pitchFamily="2" charset="-122"/>
              </a:rPr>
              <a:t>……</a:t>
            </a:r>
            <a:r>
              <a:rPr lang="zh-CN" altLang="en-US" sz="1800" dirty="0">
                <a:solidFill>
                  <a:schemeClr val="tx1"/>
                </a:solidFill>
                <a:effectLst/>
                <a:latin typeface="方正屏显雅宋_GBK" panose="02010600010101010101" pitchFamily="2" charset="-122"/>
                <a:ea typeface="方正屏显雅宋_GBK" panose="02010600010101010101" pitchFamily="2" charset="-122"/>
              </a:rPr>
              <a:t>要宣扬</a:t>
            </a:r>
            <a:endParaRPr lang="zh-CN" altLang="en-US" dirty="0">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1722492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8990848" y="113635"/>
            <a:ext cx="3187294" cy="830997"/>
          </a:xfrm>
          <a:prstGeom prst="rect">
            <a:avLst/>
          </a:prstGeom>
          <a:noFill/>
        </p:spPr>
        <p:txBody>
          <a:bodyPr wrap="square" rtlCol="0">
            <a:spAutoFit/>
          </a:bodyPr>
          <a:lstStyle/>
          <a:p>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背景</a:t>
            </a:r>
            <a:r>
              <a:rPr lang="en-US" altLang="zh-CN"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&amp;</a:t>
            </a: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整体</a:t>
            </a:r>
          </a:p>
        </p:txBody>
      </p:sp>
      <p:sp>
        <p:nvSpPr>
          <p:cNvPr id="10" name="文本框 9">
            <a:extLst>
              <a:ext uri="{FF2B5EF4-FFF2-40B4-BE49-F238E27FC236}">
                <a16:creationId xmlns:a16="http://schemas.microsoft.com/office/drawing/2014/main" id="{0F8C0306-423C-7746-A3D2-2A3513F35A44}"/>
              </a:ext>
            </a:extLst>
          </p:cNvPr>
          <p:cNvSpPr txBox="1"/>
          <p:nvPr/>
        </p:nvSpPr>
        <p:spPr>
          <a:xfrm>
            <a:off x="895349" y="1749625"/>
            <a:ext cx="10877551" cy="3798412"/>
          </a:xfrm>
          <a:prstGeom prst="rect">
            <a:avLst/>
          </a:prstGeom>
          <a:noFill/>
        </p:spPr>
        <p:txBody>
          <a:bodyPr wrap="square">
            <a:spAutoFit/>
          </a:bodyPr>
          <a:lstStyle/>
          <a:p>
            <a:pPr marL="285750" indent="-285750">
              <a:lnSpc>
                <a:spcPct val="115000"/>
              </a:lnSpc>
              <a:spcAft>
                <a:spcPts val="800"/>
              </a:spcAft>
              <a:buFont typeface="Wingdings" panose="05000000000000000000" pitchFamily="2" charset="2"/>
              <a:buChar char="l"/>
            </a:pPr>
            <a:r>
              <a:rPr lang="zh-CN" altLang="en-US" sz="2800" kern="100" dirty="0">
                <a:effectLst/>
                <a:latin typeface="等线" panose="02010600030101010101" pitchFamily="2" charset="-122"/>
                <a:ea typeface="方正屏显雅宋_GBK" panose="02010600010101010101" pitchFamily="2" charset="-122"/>
                <a:cs typeface="Arial" panose="020B0604020202020204" pitchFamily="34" charset="0"/>
              </a:rPr>
              <a:t>二章</a:t>
            </a:r>
            <a:r>
              <a:rPr lang="en-US" altLang="zh-CN" sz="2800" kern="100" dirty="0">
                <a:effectLst/>
                <a:latin typeface="等线" panose="02010600030101010101" pitchFamily="2" charset="-122"/>
                <a:ea typeface="方正屏显雅宋_GBK" panose="02010600010101010101" pitchFamily="2" charset="-122"/>
                <a:cs typeface="Arial" panose="020B0604020202020204" pitchFamily="34" charset="0"/>
              </a:rPr>
              <a:t>1~10</a:t>
            </a:r>
            <a:r>
              <a:rPr lang="zh-CN" altLang="en-US" sz="2800" kern="100" dirty="0">
                <a:effectLst/>
                <a:latin typeface="等线" panose="02010600030101010101" pitchFamily="2" charset="-122"/>
                <a:ea typeface="方正屏显雅宋_GBK" panose="02010600010101010101" pitchFamily="2" charset="-122"/>
                <a:cs typeface="Arial" panose="020B0604020202020204" pitchFamily="34" charset="0"/>
              </a:rPr>
              <a:t>节“拣选”是一重要话题。</a:t>
            </a:r>
            <a:endParaRPr lang="en-US" altLang="zh-CN" sz="2800" kern="100" dirty="0">
              <a:effectLst/>
              <a:latin typeface="等线" panose="02010600030101010101" pitchFamily="2" charset="-122"/>
              <a:ea typeface="方正屏显雅宋_GBK" panose="02010600010101010101" pitchFamily="2" charset="-122"/>
              <a:cs typeface="Arial" panose="020B0604020202020204" pitchFamily="34" charset="0"/>
            </a:endParaRPr>
          </a:p>
          <a:p>
            <a:pPr marL="285750" indent="-285750">
              <a:lnSpc>
                <a:spcPct val="115000"/>
              </a:lnSpc>
              <a:spcAft>
                <a:spcPts val="800"/>
              </a:spcAft>
              <a:buFont typeface="Wingdings" panose="05000000000000000000" pitchFamily="2" charset="2"/>
              <a:buChar char="l"/>
            </a:pPr>
            <a:r>
              <a:rPr lang="en-US" altLang="zh-CN" sz="2800" kern="100" dirty="0">
                <a:latin typeface="等线" panose="02010600030101010101" pitchFamily="2" charset="-122"/>
                <a:ea typeface="方正屏显雅宋_GBK" panose="02010600010101010101" pitchFamily="2" charset="-122"/>
                <a:cs typeface="Arial" panose="020B0604020202020204" pitchFamily="34" charset="0"/>
              </a:rPr>
              <a:t>5</a:t>
            </a:r>
            <a:r>
              <a:rPr lang="zh-CN" altLang="en-US" sz="2800" kern="100" dirty="0">
                <a:latin typeface="等线" panose="02010600030101010101" pitchFamily="2" charset="-122"/>
                <a:ea typeface="方正屏显雅宋_GBK" panose="02010600010101010101" pitchFamily="2" charset="-122"/>
                <a:cs typeface="Arial" panose="020B0604020202020204" pitchFamily="34" charset="0"/>
              </a:rPr>
              <a:t>节与</a:t>
            </a:r>
            <a:r>
              <a:rPr lang="en-US" altLang="zh-CN" sz="2800" kern="100" dirty="0">
                <a:latin typeface="等线" panose="02010600030101010101" pitchFamily="2" charset="-122"/>
                <a:ea typeface="方正屏显雅宋_GBK" panose="02010600010101010101" pitchFamily="2" charset="-122"/>
                <a:cs typeface="Arial" panose="020B0604020202020204" pitchFamily="34" charset="0"/>
              </a:rPr>
              <a:t>9</a:t>
            </a:r>
            <a:r>
              <a:rPr lang="zh-CN" altLang="en-US" sz="2800" kern="100" dirty="0">
                <a:latin typeface="等线" panose="02010600030101010101" pitchFamily="2" charset="-122"/>
                <a:ea typeface="方正屏显雅宋_GBK" panose="02010600010101010101" pitchFamily="2" charset="-122"/>
                <a:cs typeface="Arial" panose="020B0604020202020204" pitchFamily="34" charset="0"/>
              </a:rPr>
              <a:t>节相关性：</a:t>
            </a:r>
            <a:endParaRPr lang="en-US" altLang="zh-CN" sz="2800" kern="100" dirty="0">
              <a:latin typeface="等线" panose="02010600030101010101" pitchFamily="2" charset="-122"/>
              <a:ea typeface="方正屏显雅宋_GBK" panose="02010600010101010101" pitchFamily="2" charset="-122"/>
              <a:cs typeface="Arial" panose="020B0604020202020204" pitchFamily="34" charset="0"/>
            </a:endParaRPr>
          </a:p>
          <a:p>
            <a:pPr marL="742950" lvl="1" indent="-285750">
              <a:lnSpc>
                <a:spcPct val="115000"/>
              </a:lnSpc>
              <a:spcAft>
                <a:spcPts val="800"/>
              </a:spcAft>
              <a:buFont typeface="Wingdings" panose="05000000000000000000" pitchFamily="2" charset="2"/>
              <a:buChar char="l"/>
            </a:pPr>
            <a:r>
              <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5</a:t>
            </a: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节提到活石、灵宫、祭司。</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15000"/>
              </a:lnSpc>
              <a:spcAft>
                <a:spcPts val="800"/>
              </a:spcAft>
              <a:buFont typeface="Wingdings" panose="05000000000000000000" pitchFamily="2" charset="2"/>
              <a:buChar char="l"/>
            </a:pPr>
            <a:r>
              <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9</a:t>
            </a: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节提到族类、祭司、国度、子民。</a:t>
            </a:r>
            <a:endParaRPr lang="en-US" altLang="zh-CN" sz="2800" kern="100" dirty="0">
              <a:effectLst/>
              <a:latin typeface="等线" panose="02010600030101010101" pitchFamily="2" charset="-122"/>
              <a:ea typeface="方正屏显雅宋_GBK" panose="02010600010101010101" pitchFamily="2" charset="-122"/>
              <a:cs typeface="Arial" panose="020B0604020202020204" pitchFamily="34" charset="0"/>
            </a:endParaRPr>
          </a:p>
          <a:p>
            <a:pPr marL="285750" indent="-285750">
              <a:lnSpc>
                <a:spcPct val="115000"/>
              </a:lnSpc>
              <a:spcAft>
                <a:spcPts val="800"/>
              </a:spcAft>
              <a:buFont typeface="Wingdings" panose="05000000000000000000" pitchFamily="2" charset="2"/>
              <a:buChar char="l"/>
            </a:pPr>
            <a:r>
              <a:rPr lang="zh-CN" altLang="en-US" sz="2800" kern="100" dirty="0">
                <a:effectLst/>
                <a:latin typeface="等线" panose="02010600030101010101" pitchFamily="2" charset="-122"/>
                <a:ea typeface="方正屏显雅宋_GBK" panose="02010600010101010101" pitchFamily="2" charset="-122"/>
                <a:cs typeface="Arial" panose="020B0604020202020204" pitchFamily="34" charset="0"/>
              </a:rPr>
              <a:t>整卷书是写给在苦难和逼迫中的基督徒的，提醒身份和神的恩典。</a:t>
            </a:r>
            <a:endParaRPr lang="en-US" altLang="zh-CN" sz="2800" kern="100" dirty="0">
              <a:effectLst/>
              <a:latin typeface="等线" panose="02010600030101010101" pitchFamily="2" charset="-122"/>
              <a:ea typeface="方正屏显雅宋_GBK" panose="02010600010101010101" pitchFamily="2" charset="-122"/>
              <a:cs typeface="Arial" panose="020B0604020202020204" pitchFamily="34" charset="0"/>
            </a:endParaRPr>
          </a:p>
          <a:p>
            <a:pPr marL="285750" indent="-285750">
              <a:lnSpc>
                <a:spcPct val="115000"/>
              </a:lnSpc>
              <a:spcAft>
                <a:spcPts val="800"/>
              </a:spcAft>
              <a:buFont typeface="Wingdings" panose="05000000000000000000" pitchFamily="2" charset="2"/>
              <a:buChar char="l"/>
            </a:pPr>
            <a:r>
              <a:rPr lang="zh-CN" altLang="en-US" sz="2800" kern="100" dirty="0">
                <a:effectLst/>
                <a:latin typeface="等线" panose="02010600030101010101" pitchFamily="2" charset="-122"/>
                <a:ea typeface="方正屏显雅宋_GBK" panose="02010600010101010101" pitchFamily="2" charset="-122"/>
                <a:cs typeface="Arial" panose="020B0604020202020204" pitchFamily="34" charset="0"/>
              </a:rPr>
              <a:t>本段是对信徒身份的深刻总结，明确了神的命令。</a:t>
            </a:r>
            <a:endParaRPr lang="en-US" altLang="zh-CN" sz="2800" kern="100" dirty="0">
              <a:effectLst/>
              <a:latin typeface="等线" panose="02010600030101010101" pitchFamily="2" charset="-122"/>
              <a:ea typeface="方正屏显雅宋_GBK" panose="02010600010101010101" pitchFamily="2" charset="-122"/>
              <a:cs typeface="Arial" panose="020B0604020202020204" pitchFamily="34" charset="0"/>
            </a:endParaRPr>
          </a:p>
          <a:p>
            <a:pPr marL="285750" indent="-285750">
              <a:lnSpc>
                <a:spcPct val="115000"/>
              </a:lnSpc>
              <a:spcAft>
                <a:spcPts val="800"/>
              </a:spcAft>
              <a:buFont typeface="Wingdings" panose="05000000000000000000" pitchFamily="2" charset="2"/>
              <a:buChar char="l"/>
            </a:pPr>
            <a:r>
              <a:rPr lang="zh-CN" altLang="en-US" sz="2800" kern="100" dirty="0">
                <a:effectLst/>
                <a:latin typeface="等线" panose="02010600030101010101" pitchFamily="2" charset="-122"/>
                <a:ea typeface="方正屏显雅宋_GBK" panose="02010600010101010101" pitchFamily="2" charset="-122"/>
                <a:cs typeface="Arial" panose="020B0604020202020204" pitchFamily="34" charset="0"/>
              </a:rPr>
              <a:t>如何认识自己的身份和基于这身份我们如何回应神的呼召？</a:t>
            </a:r>
            <a:endParaRPr lang="en-US" altLang="zh-CN" sz="2800" kern="100" dirty="0">
              <a:effectLst/>
              <a:latin typeface="等线" panose="02010600030101010101" pitchFamily="2" charset="-122"/>
              <a:ea typeface="方正屏显雅宋_GBK" panose="02010600010101010101" pitchFamily="2" charset="-122"/>
              <a:cs typeface="Arial" panose="020B0604020202020204" pitchFamily="34" charset="0"/>
            </a:endParaRPr>
          </a:p>
        </p:txBody>
      </p:sp>
    </p:spTree>
    <p:custDataLst>
      <p:tags r:id="rId1"/>
    </p:custDataLst>
    <p:extLst>
      <p:ext uri="{BB962C8B-B14F-4D97-AF65-F5344CB8AC3E}">
        <p14:creationId xmlns:p14="http://schemas.microsoft.com/office/powerpoint/2010/main" val="54695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5729997" y="113635"/>
            <a:ext cx="6470466" cy="830997"/>
          </a:xfrm>
          <a:prstGeom prst="rect">
            <a:avLst/>
          </a:prstGeom>
          <a:noFill/>
        </p:spPr>
        <p:txBody>
          <a:bodyPr wrap="square" rtlCol="0">
            <a:spAutoFit/>
          </a:bodyPr>
          <a:lstStyle/>
          <a:p>
            <a:r>
              <a:rPr lang="zh-CN" altLang="en-US" sz="4800" b="1" dirty="0">
                <a:solidFill>
                  <a:srgbClr val="000000"/>
                </a:solidFill>
                <a:cs typeface="+mn-ea"/>
                <a:sym typeface="+mn-lt"/>
              </a:rPr>
              <a:t>第一段：现在的我们</a:t>
            </a:r>
          </a:p>
        </p:txBody>
      </p:sp>
      <p:sp>
        <p:nvSpPr>
          <p:cNvPr id="2" name="文本框 1"/>
          <p:cNvSpPr txBox="1"/>
          <p:nvPr>
            <p:custDataLst>
              <p:tags r:id="rId3"/>
            </p:custDataLst>
          </p:nvPr>
        </p:nvSpPr>
        <p:spPr>
          <a:xfrm>
            <a:off x="0" y="1118251"/>
            <a:ext cx="12192000" cy="4906151"/>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彼前</a:t>
            </a: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2:9】</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惟有你们是被拣选的族类，是有君尊的祭司，是圣洁的国度，是属　神的子民，要叫你们宣扬那召你们出黑暗、入奇妙光明者的美德。</a:t>
            </a: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800" dirty="0">
                <a:solidFill>
                  <a:srgbClr val="000000"/>
                </a:solidFill>
                <a:latin typeface="Arial"/>
                <a:ea typeface="苹方-简" panose="020B0300000000000000" pitchFamily="34" charset="-122"/>
              </a:rPr>
              <a:t>“惟有”</a:t>
            </a:r>
            <a:endParaRPr lang="en-US" altLang="zh-CN" sz="2800" dirty="0">
              <a:solidFill>
                <a:srgbClr val="000000"/>
              </a:solidFill>
              <a:latin typeface="Arial"/>
              <a:ea typeface="苹方-简" panose="020B0300000000000000"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独特的身份</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en-US" dirty="0">
                <a:effectLst/>
                <a:latin typeface="等线" panose="02010600030101010101" pitchFamily="2" charset="-122"/>
                <a:ea typeface="方正屏显雅宋_GBK" panose="02010600010101010101" pitchFamily="2" charset="-122"/>
                <a:cs typeface="Times New Roman" panose="02020603050405020304" pitchFamily="18" charset="0"/>
              </a:rPr>
              <a:t>唯独神特别预定拣选</a:t>
            </a:r>
            <a:endParaRPr lang="en-US" altLang="zh-CN"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独特的群体</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kumimoji="0" lang="zh-CN" altLang="en-US"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对比第</a:t>
            </a:r>
            <a:r>
              <a:rPr kumimoji="0" lang="en-US" altLang="zh-CN"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8</a:t>
            </a:r>
            <a:r>
              <a:rPr kumimoji="0" lang="zh-CN" altLang="en-US"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节“绊跌的人”</a:t>
            </a:r>
            <a:endParaRPr kumimoji="0" lang="en-US" altLang="zh-CN"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lang="en-US" altLang="zh-CN" sz="2800" dirty="0">
              <a:solidFill>
                <a:srgbClr val="000000"/>
              </a:solidFill>
              <a:latin typeface="Arial"/>
              <a:ea typeface="苹方-简" panose="020B0300000000000000" pitchFamily="34" charset="-122"/>
              <a:sym typeface="+mn-lt"/>
            </a:endParaRPr>
          </a:p>
        </p:txBody>
      </p:sp>
    </p:spTree>
    <p:custDataLst>
      <p:tags r:id="rId1"/>
    </p:custDataLst>
    <p:extLst>
      <p:ext uri="{BB962C8B-B14F-4D97-AF65-F5344CB8AC3E}">
        <p14:creationId xmlns:p14="http://schemas.microsoft.com/office/powerpoint/2010/main" val="340286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1582D-0EC5-32C1-0A00-FC21CABBB87F}"/>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C81C21C4-899F-178E-505A-28439E306CA8}"/>
              </a:ext>
            </a:extLst>
          </p:cNvPr>
          <p:cNvSpPr txBox="1"/>
          <p:nvPr>
            <p:custDataLst>
              <p:tags r:id="rId2"/>
            </p:custDataLst>
          </p:nvPr>
        </p:nvSpPr>
        <p:spPr>
          <a:xfrm>
            <a:off x="5729997" y="113635"/>
            <a:ext cx="6470466" cy="830997"/>
          </a:xfrm>
          <a:prstGeom prst="rect">
            <a:avLst/>
          </a:prstGeom>
          <a:noFill/>
        </p:spPr>
        <p:txBody>
          <a:bodyPr wrap="square" rtlCol="0">
            <a:spAutoFit/>
          </a:bodyPr>
          <a:lstStyle/>
          <a:p>
            <a:r>
              <a:rPr lang="zh-CN" altLang="en-US" sz="4800" b="1" dirty="0">
                <a:solidFill>
                  <a:srgbClr val="000000"/>
                </a:solidFill>
                <a:cs typeface="+mn-ea"/>
                <a:sym typeface="+mn-lt"/>
              </a:rPr>
              <a:t>第一段：现在的我们</a:t>
            </a:r>
          </a:p>
        </p:txBody>
      </p:sp>
      <p:sp>
        <p:nvSpPr>
          <p:cNvPr id="2" name="文本框 1">
            <a:extLst>
              <a:ext uri="{FF2B5EF4-FFF2-40B4-BE49-F238E27FC236}">
                <a16:creationId xmlns:a16="http://schemas.microsoft.com/office/drawing/2014/main" id="{45AA316C-C6B9-85EF-8BAE-82CC8FD18727}"/>
              </a:ext>
            </a:extLst>
          </p:cNvPr>
          <p:cNvSpPr txBox="1"/>
          <p:nvPr>
            <p:custDataLst>
              <p:tags r:id="rId3"/>
            </p:custDataLst>
          </p:nvPr>
        </p:nvSpPr>
        <p:spPr>
          <a:xfrm>
            <a:off x="0" y="962386"/>
            <a:ext cx="12192000" cy="7260642"/>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彼前</a:t>
            </a: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2:9】</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惟有你们是被拣选的族类，是有君尊的祭司，是圣洁的国度，是属　神的子民，要叫你们宣扬那召你们出黑暗、入奇妙光明者的美德。</a:t>
            </a: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800" dirty="0">
                <a:solidFill>
                  <a:srgbClr val="000000"/>
                </a:solidFill>
                <a:latin typeface="Arial"/>
                <a:ea typeface="苹方-简" panose="020B0300000000000000" pitchFamily="34" charset="-122"/>
              </a:rPr>
              <a:t>“被拣选的”</a:t>
            </a:r>
            <a:endParaRPr lang="en-US" altLang="zh-CN" sz="2800" dirty="0">
              <a:solidFill>
                <a:srgbClr val="000000"/>
              </a:solidFill>
              <a:latin typeface="Arial"/>
              <a:ea typeface="苹方-简" panose="020B0300000000000000"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神的预定</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kumimoji="0" lang="zh-CN" altLang="en-US"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对比第</a:t>
            </a:r>
            <a:r>
              <a:rPr kumimoji="0" lang="en-US" altLang="zh-CN"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8</a:t>
            </a:r>
            <a:r>
              <a:rPr kumimoji="0" lang="zh-CN" altLang="en-US"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节“绊跌的人”</a:t>
            </a:r>
            <a:endParaRPr kumimoji="0" lang="en-US" altLang="zh-CN"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endParaRPr>
          </a:p>
          <a:p>
            <a:pPr marL="1200150" lvl="2" indent="-285750">
              <a:lnSpc>
                <a:spcPct val="150000"/>
              </a:lnSpc>
              <a:buFont typeface="Wingdings" panose="05000000000000000000" pitchFamily="2" charset="2"/>
              <a:buChar char="l"/>
              <a:defRPr/>
            </a:pPr>
            <a:r>
              <a:rPr lang="zh-CN" altLang="zh-CN" sz="1600" kern="100" dirty="0">
                <a:effectLst/>
                <a:latin typeface="等线" panose="02010600030101010101" pitchFamily="2" charset="-122"/>
                <a:ea typeface="方正屏显雅宋_GBK" panose="02010600010101010101" pitchFamily="2" charset="-122"/>
                <a:cs typeface="Times New Roman" panose="02020603050405020304" pitchFamily="18" charset="0"/>
              </a:rPr>
              <a:t>【彼前</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2:8</a:t>
            </a:r>
            <a:r>
              <a:rPr lang="zh-CN" altLang="zh-CN" sz="1600" kern="100" dirty="0">
                <a:effectLst/>
                <a:latin typeface="等线" panose="02010600030101010101" pitchFamily="2" charset="-122"/>
                <a:ea typeface="方正屏显雅宋_GBK" panose="02010600010101010101" pitchFamily="2" charset="-122"/>
                <a:cs typeface="Times New Roman" panose="02020603050405020304" pitchFamily="18" charset="0"/>
              </a:rPr>
              <a:t>】又说：“作了绊脚的石头，跌人的盘石。”他们既不顺从，就在道理上绊跌（或作“他们绊跌都因不顺从道理”）。他们</a:t>
            </a:r>
            <a:r>
              <a:rPr lang="zh-CN" altLang="zh-CN" sz="1600"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这样绊跌，也是预定的</a:t>
            </a:r>
            <a:r>
              <a:rPr lang="zh-CN" altLang="zh-CN" sz="1600" kern="100" dirty="0">
                <a:effectLst/>
                <a:latin typeface="等线" panose="02010600030101010101" pitchFamily="2" charset="-122"/>
                <a:ea typeface="方正屏显雅宋_GBK" panose="02010600010101010101" pitchFamily="2" charset="-122"/>
                <a:cs typeface="Times New Roman" panose="02020603050405020304" pitchFamily="18"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en-US" dirty="0">
                <a:effectLst/>
                <a:latin typeface="等线" panose="02010600030101010101" pitchFamily="2" charset="-122"/>
                <a:ea typeface="方正屏显雅宋_GBK" panose="02010600010101010101" pitchFamily="2" charset="-122"/>
                <a:cs typeface="Times New Roman" panose="02020603050405020304" pitchFamily="18" charset="0"/>
              </a:rPr>
              <a:t>绊跌是预定的，拣选也是预定的。</a:t>
            </a:r>
            <a:endParaRPr lang="en-US" altLang="zh-CN"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1200150" lvl="2" indent="-285750">
              <a:lnSpc>
                <a:spcPct val="150000"/>
              </a:lnSpc>
              <a:buFont typeface="Wingdings" panose="05000000000000000000" pitchFamily="2" charset="2"/>
              <a:buChar char="l"/>
              <a:defRPr/>
            </a:pPr>
            <a:r>
              <a:rPr lang="zh-CN" altLang="zh-CN" sz="1600" kern="100" dirty="0">
                <a:effectLst/>
                <a:latin typeface="等线" panose="02010600030101010101" pitchFamily="2" charset="-122"/>
                <a:ea typeface="方正屏显雅宋_GBK" panose="02010600010101010101" pitchFamily="2" charset="-122"/>
                <a:cs typeface="Times New Roman" panose="02020603050405020304" pitchFamily="18" charset="0"/>
              </a:rPr>
              <a:t>【弗</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1:4</a:t>
            </a:r>
            <a:r>
              <a:rPr lang="zh-CN" altLang="zh-CN" sz="1600" kern="100" dirty="0">
                <a:effectLst/>
                <a:latin typeface="等线" panose="02010600030101010101" pitchFamily="2" charset="-122"/>
                <a:ea typeface="方正屏显雅宋_GBK" panose="02010600010101010101" pitchFamily="2" charset="-122"/>
                <a:cs typeface="Times New Roman" panose="02020603050405020304" pitchFamily="18" charset="0"/>
              </a:rPr>
              <a:t>】就如　神从</a:t>
            </a:r>
            <a:r>
              <a:rPr lang="zh-CN" altLang="zh-CN" sz="1600"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创立世界以前</a:t>
            </a:r>
            <a:r>
              <a:rPr lang="zh-CN" altLang="zh-CN" sz="1600" kern="100" dirty="0">
                <a:effectLst/>
                <a:latin typeface="等线" panose="02010600030101010101" pitchFamily="2" charset="-122"/>
                <a:ea typeface="方正屏显雅宋_GBK" panose="02010600010101010101" pitchFamily="2" charset="-122"/>
                <a:cs typeface="Times New Roman" panose="02020603050405020304" pitchFamily="18" charset="0"/>
              </a:rPr>
              <a:t>，在基督里拣选了我们，使我们在他面前成为圣洁，无有瑕疵。</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en-US" dirty="0">
                <a:effectLst/>
                <a:latin typeface="等线" panose="02010600030101010101" pitchFamily="2" charset="-122"/>
                <a:ea typeface="方正屏显雅宋_GBK" panose="02010600010101010101" pitchFamily="2" charset="-122"/>
                <a:cs typeface="Times New Roman" panose="02020603050405020304" pitchFamily="18" charset="0"/>
              </a:rPr>
              <a:t>因着神的主权和恩典而预定和拣选</a:t>
            </a:r>
            <a:endParaRPr lang="en-US" altLang="zh-CN"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被拣选不是因我们自身的某些特征</a:t>
            </a:r>
            <a:endParaRPr lang="en-US" altLang="zh-CN" sz="1800" dirty="0">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因神的拣选，我们要生发感恩的心</a:t>
            </a:r>
            <a:endParaRPr lang="en-US" altLang="zh-CN"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因神的拣选，我们</a:t>
            </a: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有</a:t>
            </a: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神稳固</a:t>
            </a: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的</a:t>
            </a: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救恩</a:t>
            </a:r>
            <a:endParaRPr lang="en-US" altLang="zh-CN"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lang="en-US" altLang="zh-CN" sz="2800" dirty="0">
              <a:solidFill>
                <a:srgbClr val="000000"/>
              </a:solidFill>
              <a:latin typeface="Arial"/>
              <a:ea typeface="苹方-简" panose="020B0300000000000000" pitchFamily="34" charset="-122"/>
              <a:sym typeface="+mn-lt"/>
            </a:endParaRPr>
          </a:p>
        </p:txBody>
      </p:sp>
    </p:spTree>
    <p:custDataLst>
      <p:tags r:id="rId1"/>
    </p:custDataLst>
    <p:extLst>
      <p:ext uri="{BB962C8B-B14F-4D97-AF65-F5344CB8AC3E}">
        <p14:creationId xmlns:p14="http://schemas.microsoft.com/office/powerpoint/2010/main" val="2760210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7FC81-D36F-DEFA-9429-B58F6B57C917}"/>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E86B9C4F-11F6-9644-44CC-9A90F4B8DE55}"/>
              </a:ext>
            </a:extLst>
          </p:cNvPr>
          <p:cNvSpPr txBox="1"/>
          <p:nvPr>
            <p:custDataLst>
              <p:tags r:id="rId2"/>
            </p:custDataLst>
          </p:nvPr>
        </p:nvSpPr>
        <p:spPr>
          <a:xfrm>
            <a:off x="5729997" y="113635"/>
            <a:ext cx="6470466" cy="830997"/>
          </a:xfrm>
          <a:prstGeom prst="rect">
            <a:avLst/>
          </a:prstGeom>
          <a:noFill/>
        </p:spPr>
        <p:txBody>
          <a:bodyPr wrap="square" rtlCol="0">
            <a:spAutoFit/>
          </a:bodyPr>
          <a:lstStyle/>
          <a:p>
            <a:r>
              <a:rPr lang="zh-CN" altLang="en-US" sz="4800" b="1" dirty="0">
                <a:solidFill>
                  <a:srgbClr val="000000"/>
                </a:solidFill>
                <a:cs typeface="+mn-ea"/>
                <a:sym typeface="+mn-lt"/>
              </a:rPr>
              <a:t>第一段：现在的我们</a:t>
            </a:r>
          </a:p>
        </p:txBody>
      </p:sp>
      <p:sp>
        <p:nvSpPr>
          <p:cNvPr id="2" name="文本框 1">
            <a:extLst>
              <a:ext uri="{FF2B5EF4-FFF2-40B4-BE49-F238E27FC236}">
                <a16:creationId xmlns:a16="http://schemas.microsoft.com/office/drawing/2014/main" id="{8E9BDF51-0BEB-2E3D-3CE3-D93B31ECF06D}"/>
              </a:ext>
            </a:extLst>
          </p:cNvPr>
          <p:cNvSpPr txBox="1"/>
          <p:nvPr>
            <p:custDataLst>
              <p:tags r:id="rId3"/>
            </p:custDataLst>
          </p:nvPr>
        </p:nvSpPr>
        <p:spPr>
          <a:xfrm>
            <a:off x="0" y="962386"/>
            <a:ext cx="12192000" cy="7122143"/>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800" dirty="0">
                <a:solidFill>
                  <a:srgbClr val="000000"/>
                </a:solidFill>
                <a:latin typeface="Arial"/>
                <a:ea typeface="苹方-简" panose="020B0300000000000000" pitchFamily="34" charset="-122"/>
              </a:rPr>
              <a:t>“被拣选的”</a:t>
            </a:r>
            <a:endParaRPr lang="en-US" altLang="zh-CN" sz="2800" dirty="0">
              <a:solidFill>
                <a:srgbClr val="000000"/>
              </a:solidFill>
              <a:latin typeface="Arial"/>
              <a:ea typeface="苹方-简" panose="020B0300000000000000"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总结</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kumimoji="0" lang="zh-CN" altLang="en-US"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第一，拣选绝对是神单方面的决定，因此这也是神的道最能击破世人骄傲的真理，可摧毁人类的骄傲，因为得救完全不是因着人自己的功劳，全部都是出于神的恩典。</a:t>
            </a:r>
          </a:p>
          <a:p>
            <a:pPr marL="1200150" lvl="2" indent="-285750">
              <a:lnSpc>
                <a:spcPct val="150000"/>
              </a:lnSpc>
              <a:buFont typeface="Wingdings" panose="05000000000000000000" pitchFamily="2" charset="2"/>
              <a:buChar char="l"/>
              <a:defRPr/>
            </a:pPr>
            <a:r>
              <a:rPr kumimoji="0" lang="en-US" altLang="zh-CN"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a:t>
            </a:r>
            <a:r>
              <a:rPr kumimoji="0" lang="zh-CN" altLang="en-US"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弗</a:t>
            </a:r>
            <a:r>
              <a:rPr kumimoji="0" lang="en-US" altLang="zh-CN"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2:8】</a:t>
            </a:r>
            <a:r>
              <a:rPr kumimoji="0" lang="zh-CN" altLang="en-US"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你们得救是本乎恩，也因着信；这并不是出于自己，乃是　神所赐的；</a:t>
            </a:r>
          </a:p>
          <a:p>
            <a:pPr marL="742950" lvl="1" indent="-285750">
              <a:lnSpc>
                <a:spcPct val="150000"/>
              </a:lnSpc>
              <a:buFont typeface="Wingdings" panose="05000000000000000000" pitchFamily="2" charset="2"/>
              <a:buChar char="l"/>
              <a:defRPr/>
            </a:pPr>
            <a:r>
              <a:rPr kumimoji="0" lang="zh-CN" altLang="en-US"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第二，因为拣选完全基于神的恩典，所以也是需要高举神的教义来对抗自由主义或者后现代主义的无权威、无真理的思潮。</a:t>
            </a:r>
          </a:p>
          <a:p>
            <a:pPr marL="1200150" lvl="2" indent="-285750">
              <a:lnSpc>
                <a:spcPct val="150000"/>
              </a:lnSpc>
              <a:buFont typeface="Wingdings" panose="05000000000000000000" pitchFamily="2" charset="2"/>
              <a:buChar char="l"/>
              <a:defRPr/>
            </a:pPr>
            <a:r>
              <a:rPr kumimoji="0" lang="en-US" altLang="zh-CN"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a:t>
            </a:r>
            <a:r>
              <a:rPr kumimoji="0" lang="zh-CN" altLang="en-US"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弗</a:t>
            </a:r>
            <a:r>
              <a:rPr kumimoji="0" lang="en-US" altLang="zh-CN"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1:6】</a:t>
            </a:r>
            <a:r>
              <a:rPr kumimoji="0" lang="zh-CN" altLang="en-US"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使他荣耀的恩典得着称赞。这恩典是他在爱子里所赐给我们的。</a:t>
            </a:r>
          </a:p>
          <a:p>
            <a:pPr marL="742950" lvl="1" indent="-285750">
              <a:lnSpc>
                <a:spcPct val="150000"/>
              </a:lnSpc>
              <a:buFont typeface="Wingdings" panose="05000000000000000000" pitchFamily="2" charset="2"/>
              <a:buChar char="l"/>
              <a:defRPr/>
            </a:pPr>
            <a:r>
              <a:rPr kumimoji="0" lang="zh-CN" altLang="en-US"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rPr>
              <a:t>第三，拣选是最能催促人追求圣洁的教义。神在创世以先就定意要爱信徒，所以信徒应该满心感恩，不计一切地热心顺服祂。</a:t>
            </a:r>
            <a:endParaRPr kumimoji="0" lang="en-US" altLang="zh-CN"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第四，因为神的拣选是永恒不变的，这是圣经中最能带给人力量的教义，可使信徒无论面对什么处境都能得着真实的平安。</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最后，拣选是最能带来喜乐的属灵特权，因为信徒在罪恶世界生活之际，这是最稳妥的盼望。</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endParaRPr kumimoji="0" lang="en-US" altLang="zh-CN" b="0" i="0" u="none" strike="noStrike" kern="1200" cap="none" spc="0" normalizeH="0" baseline="0" noProof="0" dirty="0">
              <a:ln>
                <a:noFill/>
              </a:ln>
              <a:solidFill>
                <a:srgbClr val="000000"/>
              </a:solidFill>
              <a:uLnTx/>
              <a:uFillTx/>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endParaRPr lang="en-US" altLang="zh-CN" dirty="0">
              <a:solidFill>
                <a:srgbClr val="000000"/>
              </a:solidFill>
              <a:latin typeface="等线" panose="02010600030101010101" pitchFamily="2" charset="-122"/>
              <a:ea typeface="方正屏显雅宋_GBK" panose="0201060001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lang="en-US" altLang="zh-CN" sz="2800" dirty="0">
              <a:solidFill>
                <a:srgbClr val="000000"/>
              </a:solidFill>
              <a:latin typeface="Arial"/>
              <a:ea typeface="苹方-简" panose="020B0300000000000000" pitchFamily="34" charset="-122"/>
              <a:sym typeface="+mn-lt"/>
            </a:endParaRPr>
          </a:p>
        </p:txBody>
      </p:sp>
    </p:spTree>
    <p:custDataLst>
      <p:tags r:id="rId1"/>
    </p:custDataLst>
    <p:extLst>
      <p:ext uri="{BB962C8B-B14F-4D97-AF65-F5344CB8AC3E}">
        <p14:creationId xmlns:p14="http://schemas.microsoft.com/office/powerpoint/2010/main" val="3764677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6B9C8-FBFF-96AF-8DF3-8AB5C2F96B3E}"/>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361A4310-7DB7-1E9D-162E-471C5781F32C}"/>
              </a:ext>
            </a:extLst>
          </p:cNvPr>
          <p:cNvSpPr txBox="1"/>
          <p:nvPr>
            <p:custDataLst>
              <p:tags r:id="rId2"/>
            </p:custDataLst>
          </p:nvPr>
        </p:nvSpPr>
        <p:spPr>
          <a:xfrm>
            <a:off x="5729997" y="113635"/>
            <a:ext cx="6470466" cy="830997"/>
          </a:xfrm>
          <a:prstGeom prst="rect">
            <a:avLst/>
          </a:prstGeom>
          <a:noFill/>
        </p:spPr>
        <p:txBody>
          <a:bodyPr wrap="square" rtlCol="0">
            <a:spAutoFit/>
          </a:bodyPr>
          <a:lstStyle/>
          <a:p>
            <a:r>
              <a:rPr lang="zh-CN" altLang="en-US" sz="4800" b="1" dirty="0">
                <a:solidFill>
                  <a:srgbClr val="000000"/>
                </a:solidFill>
                <a:cs typeface="+mn-ea"/>
                <a:sym typeface="+mn-lt"/>
              </a:rPr>
              <a:t>第一段：现在的我们</a:t>
            </a:r>
          </a:p>
        </p:txBody>
      </p:sp>
      <p:sp>
        <p:nvSpPr>
          <p:cNvPr id="2" name="文本框 1">
            <a:extLst>
              <a:ext uri="{FF2B5EF4-FFF2-40B4-BE49-F238E27FC236}">
                <a16:creationId xmlns:a16="http://schemas.microsoft.com/office/drawing/2014/main" id="{44344371-D4AC-2471-7149-C3FD3D7A38B0}"/>
              </a:ext>
            </a:extLst>
          </p:cNvPr>
          <p:cNvSpPr txBox="1"/>
          <p:nvPr>
            <p:custDataLst>
              <p:tags r:id="rId3"/>
            </p:custDataLst>
          </p:nvPr>
        </p:nvSpPr>
        <p:spPr>
          <a:xfrm>
            <a:off x="0" y="1118251"/>
            <a:ext cx="12192000" cy="3651512"/>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彼前</a:t>
            </a: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2:9】</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惟有你们是被拣选的族类，是有君尊的祭司，是圣洁的国度，是属　神的子民，要叫你们宣扬那召你们出黑暗、入奇妙光明者的美德。</a:t>
            </a: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800" dirty="0">
                <a:solidFill>
                  <a:srgbClr val="000000"/>
                </a:solidFill>
                <a:latin typeface="Arial"/>
                <a:ea typeface="苹方-简" panose="020B0300000000000000" pitchFamily="34" charset="-122"/>
              </a:rPr>
              <a:t>“族类”</a:t>
            </a:r>
            <a:endParaRPr lang="en-US" altLang="zh-CN" sz="2800" dirty="0">
              <a:solidFill>
                <a:srgbClr val="000000"/>
              </a:solidFill>
              <a:latin typeface="Arial"/>
              <a:ea typeface="苹方-简" panose="020B0300000000000000"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“子孙、种族”</a:t>
            </a: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拣选是群体</a:t>
            </a: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性（</a:t>
            </a: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弟兄姊妹之间是</a:t>
            </a: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人际</a:t>
            </a: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关系</a:t>
            </a: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拣选是个体</a:t>
            </a: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性（</a:t>
            </a: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个人与父神个人性的关系</a:t>
            </a: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藉着耶稣基督在教会整体的框架下，彼此“被建造成为灵宫”</a:t>
            </a: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a:t>
            </a:r>
            <a:endParaRPr lang="en-US" altLang="zh-CN" sz="2800" dirty="0">
              <a:solidFill>
                <a:srgbClr val="000000"/>
              </a:solidFill>
              <a:latin typeface="Arial"/>
              <a:ea typeface="苹方-简" panose="020B0300000000000000" pitchFamily="34" charset="-122"/>
              <a:sym typeface="+mn-lt"/>
            </a:endParaRPr>
          </a:p>
        </p:txBody>
      </p:sp>
    </p:spTree>
    <p:custDataLst>
      <p:tags r:id="rId1"/>
    </p:custDataLst>
    <p:extLst>
      <p:ext uri="{BB962C8B-B14F-4D97-AF65-F5344CB8AC3E}">
        <p14:creationId xmlns:p14="http://schemas.microsoft.com/office/powerpoint/2010/main" val="198999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D73FB-6165-AD69-94F9-472599DF7615}"/>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9B915593-E0DB-0567-58A2-3D0E99C26848}"/>
              </a:ext>
            </a:extLst>
          </p:cNvPr>
          <p:cNvSpPr txBox="1"/>
          <p:nvPr>
            <p:custDataLst>
              <p:tags r:id="rId2"/>
            </p:custDataLst>
          </p:nvPr>
        </p:nvSpPr>
        <p:spPr>
          <a:xfrm>
            <a:off x="5729997" y="113635"/>
            <a:ext cx="6470466" cy="830997"/>
          </a:xfrm>
          <a:prstGeom prst="rect">
            <a:avLst/>
          </a:prstGeom>
          <a:noFill/>
        </p:spPr>
        <p:txBody>
          <a:bodyPr wrap="square" rtlCol="0">
            <a:spAutoFit/>
          </a:bodyPr>
          <a:lstStyle/>
          <a:p>
            <a:r>
              <a:rPr lang="zh-CN" altLang="en-US" sz="4800" b="1" dirty="0">
                <a:solidFill>
                  <a:srgbClr val="000000"/>
                </a:solidFill>
                <a:cs typeface="+mn-ea"/>
                <a:sym typeface="+mn-lt"/>
              </a:rPr>
              <a:t>第一段：现在的我们</a:t>
            </a:r>
          </a:p>
        </p:txBody>
      </p:sp>
      <p:sp>
        <p:nvSpPr>
          <p:cNvPr id="2" name="文本框 1">
            <a:extLst>
              <a:ext uri="{FF2B5EF4-FFF2-40B4-BE49-F238E27FC236}">
                <a16:creationId xmlns:a16="http://schemas.microsoft.com/office/drawing/2014/main" id="{3CBB34D4-39D8-F05B-4927-5120C6118A87}"/>
              </a:ext>
            </a:extLst>
          </p:cNvPr>
          <p:cNvSpPr txBox="1"/>
          <p:nvPr>
            <p:custDataLst>
              <p:tags r:id="rId3"/>
            </p:custDataLst>
          </p:nvPr>
        </p:nvSpPr>
        <p:spPr>
          <a:xfrm>
            <a:off x="0" y="1118251"/>
            <a:ext cx="12192000" cy="5731056"/>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彼前</a:t>
            </a: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2:9】</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惟有你们是被拣选的族类，是有君尊的祭司，是圣洁的国度，是属　神的子民，要叫你们宣扬那召你们出黑暗、入奇妙光明者的美德。</a:t>
            </a: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800" dirty="0">
                <a:solidFill>
                  <a:srgbClr val="000000"/>
                </a:solidFill>
                <a:latin typeface="Arial"/>
                <a:ea typeface="苹方-简" panose="020B0300000000000000" pitchFamily="34" charset="-122"/>
              </a:rPr>
              <a:t>“君尊的祭司”</a:t>
            </a: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a:t>
            </a: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出</a:t>
            </a:r>
            <a:r>
              <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19:6】</a:t>
            </a: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你们要归我作祭司的国度，为圣洁的国民。’这些话你要告诉以色列人。”</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en-US" dirty="0">
                <a:effectLst/>
                <a:latin typeface="等线" panose="02010600030101010101" pitchFamily="2" charset="-122"/>
                <a:ea typeface="方正屏显雅宋_GBK" panose="02010600010101010101" pitchFamily="2" charset="-122"/>
                <a:cs typeface="Times New Roman" panose="02020603050405020304" pitchFamily="18" charset="0"/>
              </a:rPr>
              <a:t>神拯救以色列人出埃及，过旷野，在西乃山立约，对其有什么要求？</a:t>
            </a:r>
            <a:endParaRPr lang="en-US" altLang="zh-CN"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本节结构类似：</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被</a:t>
            </a: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神拣选成为神的儿女，接下来我们做什么？</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“君尊的祭司”</a:t>
            </a: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两个方面：</a:t>
            </a:r>
            <a:r>
              <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1</a:t>
            </a: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，地位。</a:t>
            </a:r>
            <a:r>
              <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2</a:t>
            </a: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，职能。</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地位说的是我们是神的国中掌权祭司</a:t>
            </a: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10:19</a:t>
            </a: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】弟兄们，我们既因耶稣的血得以坦然</a:t>
            </a:r>
            <a:r>
              <a:rPr lang="zh-CN" altLang="zh-CN" sz="1800"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进入至圣所</a:t>
            </a: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职能说的是我们是事奉天上的大君王，进到神的面前，为人代求，且献上“藉着耶稣基督奉献　神所悦纳的灵祭” </a:t>
            </a: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405129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65307-5289-9085-712A-073581C98090}"/>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47142042-AC38-179B-B172-3292DA4F5C9A}"/>
              </a:ext>
            </a:extLst>
          </p:cNvPr>
          <p:cNvSpPr txBox="1"/>
          <p:nvPr>
            <p:custDataLst>
              <p:tags r:id="rId2"/>
            </p:custDataLst>
          </p:nvPr>
        </p:nvSpPr>
        <p:spPr>
          <a:xfrm>
            <a:off x="5729997" y="113635"/>
            <a:ext cx="6470466" cy="830997"/>
          </a:xfrm>
          <a:prstGeom prst="rect">
            <a:avLst/>
          </a:prstGeom>
          <a:noFill/>
        </p:spPr>
        <p:txBody>
          <a:bodyPr wrap="square" rtlCol="0">
            <a:spAutoFit/>
          </a:bodyPr>
          <a:lstStyle/>
          <a:p>
            <a:r>
              <a:rPr lang="zh-CN" altLang="en-US" sz="4800" b="1" dirty="0">
                <a:solidFill>
                  <a:srgbClr val="000000"/>
                </a:solidFill>
                <a:cs typeface="+mn-ea"/>
                <a:sym typeface="+mn-lt"/>
              </a:rPr>
              <a:t>第一段：现在的我们</a:t>
            </a:r>
          </a:p>
        </p:txBody>
      </p:sp>
      <p:sp>
        <p:nvSpPr>
          <p:cNvPr id="2" name="文本框 1">
            <a:extLst>
              <a:ext uri="{FF2B5EF4-FFF2-40B4-BE49-F238E27FC236}">
                <a16:creationId xmlns:a16="http://schemas.microsoft.com/office/drawing/2014/main" id="{3035AB54-A642-F5C6-4C52-5192A1AC4E54}"/>
              </a:ext>
            </a:extLst>
          </p:cNvPr>
          <p:cNvSpPr txBox="1"/>
          <p:nvPr>
            <p:custDataLst>
              <p:tags r:id="rId3"/>
            </p:custDataLst>
          </p:nvPr>
        </p:nvSpPr>
        <p:spPr>
          <a:xfrm>
            <a:off x="0" y="1118251"/>
            <a:ext cx="12192000" cy="5731056"/>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彼前</a:t>
            </a: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2:9】</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惟有你们是被拣选的族类，是有君尊的祭司，是圣洁的国度，是属　神的子民，要叫你们宣扬那召你们出黑暗、入奇妙光明者的美德。</a:t>
            </a: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800" dirty="0">
                <a:solidFill>
                  <a:srgbClr val="000000"/>
                </a:solidFill>
                <a:latin typeface="Arial"/>
                <a:ea typeface="苹方-简" panose="020B0300000000000000" pitchFamily="34" charset="-122"/>
              </a:rPr>
              <a:t>“圣洁的国度”</a:t>
            </a:r>
            <a:endParaRPr lang="en-US" altLang="zh-CN" sz="2800" dirty="0">
              <a:solidFill>
                <a:srgbClr val="000000"/>
              </a:solidFill>
              <a:latin typeface="Arial"/>
              <a:ea typeface="苹方-简" panose="020B0300000000000000"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“分别”、“区分”，与世界分别或者区分出来</a:t>
            </a: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神是圣洁的源头</a:t>
            </a: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【彼前</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1:15</a:t>
            </a: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】那</a:t>
            </a:r>
            <a:r>
              <a:rPr lang="zh-CN" altLang="zh-CN" sz="1800"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召</a:t>
            </a: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你们的既是圣洁，你们在一切所</a:t>
            </a:r>
            <a:r>
              <a:rPr lang="zh-CN" altLang="zh-CN" sz="1800"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行</a:t>
            </a: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的事上也要圣洁。</a:t>
            </a:r>
            <a:endParaRPr lang="en-US"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旧约圣经记载多次称呼与神立约的百姓是圣洁的国度</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en-US" altLang="zh-CN" kern="100" dirty="0">
                <a:latin typeface="等线" panose="02010600030101010101" pitchFamily="2" charset="-122"/>
                <a:ea typeface="方正屏显雅宋_GBK" panose="02010600010101010101" pitchFamily="2" charset="-122"/>
                <a:cs typeface="Times New Roman" panose="02020603050405020304" pitchFamily="18" charset="0"/>
              </a:rPr>
              <a:t>【</a:t>
            </a:r>
            <a:r>
              <a:rPr lang="zh-CN" altLang="en-US" kern="100" dirty="0">
                <a:latin typeface="等线" panose="02010600030101010101" pitchFamily="2" charset="-122"/>
                <a:ea typeface="方正屏显雅宋_GBK" panose="02010600010101010101" pitchFamily="2" charset="-122"/>
                <a:cs typeface="Times New Roman" panose="02020603050405020304" pitchFamily="18" charset="0"/>
              </a:rPr>
              <a:t>利</a:t>
            </a:r>
            <a:r>
              <a:rPr lang="en-US" altLang="zh-CN" kern="100" dirty="0">
                <a:latin typeface="等线" panose="02010600030101010101" pitchFamily="2" charset="-122"/>
                <a:ea typeface="方正屏显雅宋_GBK" panose="02010600010101010101" pitchFamily="2" charset="-122"/>
                <a:cs typeface="Times New Roman" panose="02020603050405020304" pitchFamily="18" charset="0"/>
              </a:rPr>
              <a:t>19:2】“</a:t>
            </a:r>
            <a:r>
              <a:rPr lang="zh-CN" altLang="en-US" kern="100" dirty="0">
                <a:latin typeface="等线" panose="02010600030101010101" pitchFamily="2" charset="-122"/>
                <a:ea typeface="方正屏显雅宋_GBK" panose="02010600010101010101" pitchFamily="2" charset="-122"/>
                <a:cs typeface="Times New Roman" panose="02020603050405020304" pitchFamily="18" charset="0"/>
              </a:rPr>
              <a:t>你晓谕以色列全会众说：你们要圣洁，因为我耶和华你们的　神是圣洁的。</a:t>
            </a:r>
            <a:endParaRPr lang="en-US" altLang="zh-CN" kern="100" dirty="0">
              <a:latin typeface="等线" panose="02010600030101010101" pitchFamily="2" charset="-122"/>
              <a:ea typeface="方正屏显雅宋_GBK" panose="02010600010101010101" pitchFamily="2"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因以色列人的犯罪与不信，他们失丧了</a:t>
            </a: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【何</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1:9</a:t>
            </a: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】耶和华说：“给他起名叫罗阿米（“非我民”）；因为你们不作我的子民，我也不作你们的　神。”</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lnSpc>
                <a:spcPct val="150000"/>
              </a:lnSpc>
              <a:buFont typeface="Wingdings" panose="05000000000000000000" pitchFamily="2" charset="2"/>
              <a:buChar char="l"/>
              <a:defRPr/>
            </a:pPr>
            <a:r>
              <a:rPr lang="zh-CN" altLang="en-US" dirty="0">
                <a:effectLst/>
                <a:latin typeface="等线" panose="02010600030101010101" pitchFamily="2" charset="-122"/>
                <a:ea typeface="方正屏显雅宋_GBK" panose="02010600010101010101" pitchFamily="2" charset="-122"/>
                <a:cs typeface="Times New Roman" panose="02020603050405020304" pitchFamily="18" charset="0"/>
              </a:rPr>
              <a:t>（称义）从成圣的地位方面来看，在神眼中，信徒已经与罪的刑罚分隔了；</a:t>
            </a:r>
            <a:endParaRPr lang="en-US" altLang="zh-CN"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285750" indent="-285750">
              <a:lnSpc>
                <a:spcPct val="150000"/>
              </a:lnSpc>
              <a:buFont typeface="Wingdings" panose="05000000000000000000" pitchFamily="2" charset="2"/>
              <a:buChar char="l"/>
              <a:defRPr/>
            </a:pPr>
            <a:r>
              <a:rPr lang="zh-CN" altLang="en-US" dirty="0">
                <a:effectLst/>
                <a:latin typeface="等线" panose="02010600030101010101" pitchFamily="2" charset="-122"/>
                <a:ea typeface="方正屏显雅宋_GBK" panose="02010600010101010101" pitchFamily="2" charset="-122"/>
                <a:cs typeface="Times New Roman" panose="02020603050405020304" pitchFamily="18" charset="0"/>
              </a:rPr>
              <a:t>（成圣）从成圣的实际进展层面来看，神仍要藉由圣灵帮助信徒，愈来愈能活出圣洁生活，</a:t>
            </a:r>
            <a:endParaRPr lang="en-US" altLang="zh-CN" dirty="0">
              <a:effectLst/>
              <a:latin typeface="等线" panose="02010600030101010101" pitchFamily="2" charset="-122"/>
              <a:ea typeface="方正屏显雅宋_GBK" panose="0201060001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204469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19FFB-AEB0-9FAC-8023-02660042335B}"/>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A05FA0E6-A459-4602-DE9F-C37E7C95ED5C}"/>
              </a:ext>
            </a:extLst>
          </p:cNvPr>
          <p:cNvSpPr txBox="1"/>
          <p:nvPr>
            <p:custDataLst>
              <p:tags r:id="rId2"/>
            </p:custDataLst>
          </p:nvPr>
        </p:nvSpPr>
        <p:spPr>
          <a:xfrm>
            <a:off x="5729997" y="113635"/>
            <a:ext cx="6470466" cy="830997"/>
          </a:xfrm>
          <a:prstGeom prst="rect">
            <a:avLst/>
          </a:prstGeom>
          <a:noFill/>
        </p:spPr>
        <p:txBody>
          <a:bodyPr wrap="square" rtlCol="0">
            <a:spAutoFit/>
          </a:bodyPr>
          <a:lstStyle/>
          <a:p>
            <a:r>
              <a:rPr lang="zh-CN" altLang="en-US" sz="4800" b="1" dirty="0">
                <a:solidFill>
                  <a:srgbClr val="000000"/>
                </a:solidFill>
                <a:cs typeface="+mn-ea"/>
                <a:sym typeface="+mn-lt"/>
              </a:rPr>
              <a:t>第一段：现在的我们</a:t>
            </a:r>
          </a:p>
        </p:txBody>
      </p:sp>
      <p:sp>
        <p:nvSpPr>
          <p:cNvPr id="2" name="文本框 1">
            <a:extLst>
              <a:ext uri="{FF2B5EF4-FFF2-40B4-BE49-F238E27FC236}">
                <a16:creationId xmlns:a16="http://schemas.microsoft.com/office/drawing/2014/main" id="{D678CC49-A27D-13C8-920F-3DF5B95A7F81}"/>
              </a:ext>
            </a:extLst>
          </p:cNvPr>
          <p:cNvSpPr txBox="1"/>
          <p:nvPr>
            <p:custDataLst>
              <p:tags r:id="rId3"/>
            </p:custDataLst>
          </p:nvPr>
        </p:nvSpPr>
        <p:spPr>
          <a:xfrm>
            <a:off x="0" y="1118251"/>
            <a:ext cx="12192000" cy="5315558"/>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彼前</a:t>
            </a: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2:9】</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惟有你们是被拣选的族类，是有君尊的祭司，是圣洁的国度，是属　神的子民，要叫你们宣扬那召你们出黑暗、入奇妙光明者的美德。</a:t>
            </a: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800" dirty="0">
                <a:solidFill>
                  <a:srgbClr val="000000"/>
                </a:solidFill>
                <a:latin typeface="Arial"/>
                <a:ea typeface="苹方-简" panose="020B0300000000000000" pitchFamily="34" charset="-122"/>
              </a:rPr>
              <a:t>“圣洁的国度”</a:t>
            </a:r>
            <a:endParaRPr lang="en-US" altLang="zh-CN" sz="2800" dirty="0">
              <a:solidFill>
                <a:srgbClr val="000000"/>
              </a:solidFill>
              <a:latin typeface="Arial"/>
              <a:ea typeface="苹方-简" panose="020B0300000000000000"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地位上的成圣，使基督徒在神面前成为圣洁的国度</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285750" indent="-285750">
              <a:lnSpc>
                <a:spcPct val="150000"/>
              </a:lnSpc>
              <a:buFont typeface="Wingdings" panose="05000000000000000000" pitchFamily="2" charset="2"/>
              <a:buChar char="l"/>
              <a:defRPr/>
            </a:pP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生活上的成圣</a:t>
            </a: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a:t>
            </a: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道德行为的分别，过忠于神的生活。</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圣洁</a:t>
            </a: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一属灵忌邪的神，单单敬拜做属神的子民。</a:t>
            </a:r>
          </a:p>
          <a:p>
            <a:pPr marL="742950" lvl="1" indent="-285750">
              <a:lnSpc>
                <a:spcPct val="150000"/>
              </a:lnSpc>
              <a:buFont typeface="Wingdings" panose="05000000000000000000" pitchFamily="2" charset="2"/>
              <a:buChar char="l"/>
              <a:defRPr/>
            </a:pP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出</a:t>
            </a: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20:5】</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不可跪拜那些像；也不可侍奉它，因为我耶和华你的　神，是忌邪的　神。</a:t>
            </a: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a:t>
            </a:r>
          </a:p>
          <a:p>
            <a:pPr marL="742950" lvl="1" indent="-285750">
              <a:lnSpc>
                <a:spcPct val="150000"/>
              </a:lnSpc>
              <a:buFont typeface="Wingdings" panose="05000000000000000000" pitchFamily="2" charset="2"/>
              <a:buChar char="l"/>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二在道德行为上要分别出来做属神的子民。</a:t>
            </a:r>
          </a:p>
          <a:p>
            <a:pPr marL="742950" lvl="1" indent="-285750">
              <a:lnSpc>
                <a:spcPct val="150000"/>
              </a:lnSpc>
              <a:buFont typeface="Wingdings" panose="05000000000000000000" pitchFamily="2" charset="2"/>
              <a:buChar char="l"/>
              <a:defRPr/>
            </a:pP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利</a:t>
            </a: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11:44】</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我是耶和华你们的　神，所以你们要成为圣洁，因为我是圣洁的，你们也不可因地上的爬物污秽自己。</a:t>
            </a:r>
          </a:p>
        </p:txBody>
      </p:sp>
    </p:spTree>
    <p:custDataLst>
      <p:tags r:id="rId1"/>
    </p:custDataLst>
    <p:extLst>
      <p:ext uri="{BB962C8B-B14F-4D97-AF65-F5344CB8AC3E}">
        <p14:creationId xmlns:p14="http://schemas.microsoft.com/office/powerpoint/2010/main" val="2085745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C0A29-95DF-3337-C7F5-F7DD4545C0F8}"/>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A4128CE5-76D7-999B-2BC8-CC77B08B310B}"/>
              </a:ext>
            </a:extLst>
          </p:cNvPr>
          <p:cNvSpPr txBox="1"/>
          <p:nvPr>
            <p:custDataLst>
              <p:tags r:id="rId2"/>
            </p:custDataLst>
          </p:nvPr>
        </p:nvSpPr>
        <p:spPr>
          <a:xfrm>
            <a:off x="5729997" y="113635"/>
            <a:ext cx="6470466" cy="830997"/>
          </a:xfrm>
          <a:prstGeom prst="rect">
            <a:avLst/>
          </a:prstGeom>
          <a:noFill/>
        </p:spPr>
        <p:txBody>
          <a:bodyPr wrap="square" rtlCol="0">
            <a:spAutoFit/>
          </a:bodyPr>
          <a:lstStyle/>
          <a:p>
            <a:r>
              <a:rPr lang="zh-CN" altLang="en-US" sz="4800" b="1" dirty="0">
                <a:solidFill>
                  <a:srgbClr val="000000"/>
                </a:solidFill>
                <a:cs typeface="+mn-ea"/>
                <a:sym typeface="+mn-lt"/>
              </a:rPr>
              <a:t>第一段：现在的我们</a:t>
            </a:r>
          </a:p>
        </p:txBody>
      </p:sp>
      <p:sp>
        <p:nvSpPr>
          <p:cNvPr id="2" name="文本框 1">
            <a:extLst>
              <a:ext uri="{FF2B5EF4-FFF2-40B4-BE49-F238E27FC236}">
                <a16:creationId xmlns:a16="http://schemas.microsoft.com/office/drawing/2014/main" id="{3F15811A-34FE-4D76-0856-6BE29B4C4E84}"/>
              </a:ext>
            </a:extLst>
          </p:cNvPr>
          <p:cNvSpPr txBox="1"/>
          <p:nvPr>
            <p:custDataLst>
              <p:tags r:id="rId3"/>
            </p:custDataLst>
          </p:nvPr>
        </p:nvSpPr>
        <p:spPr>
          <a:xfrm>
            <a:off x="0" y="1118251"/>
            <a:ext cx="12192000" cy="5315558"/>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彼前</a:t>
            </a: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2:9】</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惟有你们是被拣选的族类，是有君尊的祭司，是圣洁的国度，是属　神的子民，要叫你们宣扬那召你们出黑暗、入奇妙光明者的美德。</a:t>
            </a: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800" dirty="0">
                <a:solidFill>
                  <a:srgbClr val="000000"/>
                </a:solidFill>
                <a:latin typeface="Arial"/>
                <a:ea typeface="苹方-简" panose="020B0300000000000000" pitchFamily="34" charset="-122"/>
              </a:rPr>
              <a:t>“圣洁的国度”</a:t>
            </a:r>
            <a:endParaRPr lang="en-US" altLang="zh-CN" sz="2800" dirty="0">
              <a:solidFill>
                <a:srgbClr val="000000"/>
              </a:solidFill>
              <a:latin typeface="Arial"/>
              <a:ea typeface="苹方-简" panose="020B0300000000000000"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应用：</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en-US" dirty="0">
                <a:effectLst/>
                <a:latin typeface="等线" panose="02010600030101010101" pitchFamily="2" charset="-122"/>
                <a:ea typeface="方正屏显雅宋_GBK" panose="02010600010101010101" pitchFamily="2" charset="-122"/>
                <a:cs typeface="Times New Roman" panose="02020603050405020304" pitchFamily="18" charset="0"/>
              </a:rPr>
              <a:t>一、属灵方面要圣洁， </a:t>
            </a:r>
          </a:p>
          <a:p>
            <a:pPr marL="1200150" lvl="2" indent="-285750">
              <a:lnSpc>
                <a:spcPct val="150000"/>
              </a:lnSpc>
              <a:buFont typeface="Wingdings" panose="05000000000000000000" pitchFamily="2" charset="2"/>
              <a:buChar char="l"/>
              <a:defRPr/>
            </a:pPr>
            <a:r>
              <a:rPr lang="en-US" altLang="zh-CN" dirty="0">
                <a:effectLst/>
                <a:latin typeface="等线" panose="02010600030101010101" pitchFamily="2" charset="-122"/>
                <a:ea typeface="方正屏显雅宋_GBK" panose="02010600010101010101" pitchFamily="2" charset="-122"/>
                <a:cs typeface="Times New Roman" panose="02020603050405020304" pitchFamily="18" charset="0"/>
              </a:rPr>
              <a:t>【</a:t>
            </a:r>
            <a:r>
              <a:rPr lang="zh-CN" altLang="en-US" dirty="0">
                <a:effectLst/>
                <a:latin typeface="等线" panose="02010600030101010101" pitchFamily="2" charset="-122"/>
                <a:ea typeface="方正屏显雅宋_GBK" panose="02010600010101010101" pitchFamily="2" charset="-122"/>
                <a:cs typeface="Times New Roman" panose="02020603050405020304" pitchFamily="18" charset="0"/>
              </a:rPr>
              <a:t>出</a:t>
            </a:r>
            <a:r>
              <a:rPr lang="en-US" altLang="zh-CN" dirty="0">
                <a:effectLst/>
                <a:latin typeface="等线" panose="02010600030101010101" pitchFamily="2" charset="-122"/>
                <a:ea typeface="方正屏显雅宋_GBK" panose="02010600010101010101" pitchFamily="2" charset="-122"/>
                <a:cs typeface="Times New Roman" panose="02020603050405020304" pitchFamily="18" charset="0"/>
              </a:rPr>
              <a:t>20:3】“</a:t>
            </a:r>
            <a:r>
              <a:rPr lang="zh-CN" altLang="en-US" dirty="0">
                <a:effectLst/>
                <a:latin typeface="等线" panose="02010600030101010101" pitchFamily="2" charset="-122"/>
                <a:ea typeface="方正屏显雅宋_GBK" panose="02010600010101010101" pitchFamily="2" charset="-122"/>
                <a:cs typeface="Times New Roman" panose="02020603050405020304" pitchFamily="18" charset="0"/>
              </a:rPr>
              <a:t>除了我以外，你不可有别的神。</a:t>
            </a:r>
          </a:p>
          <a:p>
            <a:pPr marL="742950" lvl="1" indent="-285750">
              <a:lnSpc>
                <a:spcPct val="150000"/>
              </a:lnSpc>
              <a:buFont typeface="Wingdings" panose="05000000000000000000" pitchFamily="2" charset="2"/>
              <a:buChar char="l"/>
              <a:defRPr/>
            </a:pP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二、与世界分别</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1200150" lvl="2" indent="-285750">
              <a:lnSpc>
                <a:spcPct val="150000"/>
              </a:lnSpc>
              <a:buFont typeface="Wingdings" panose="05000000000000000000" pitchFamily="2" charset="2"/>
              <a:buChar char="l"/>
              <a:defRPr/>
            </a:pPr>
            <a:r>
              <a:rPr lang="zh-CN" altLang="en-US" dirty="0">
                <a:effectLst/>
                <a:latin typeface="等线" panose="02010600030101010101" pitchFamily="2" charset="-122"/>
                <a:ea typeface="方正屏显雅宋_GBK" panose="02010600010101010101" pitchFamily="2" charset="-122"/>
                <a:cs typeface="Times New Roman" panose="02020603050405020304" pitchFamily="18" charset="0"/>
              </a:rPr>
              <a:t>三观、行事原则有分别</a:t>
            </a:r>
            <a:endParaRPr lang="en-US" altLang="zh-CN" dirty="0">
              <a:effectLst/>
              <a:latin typeface="等线" panose="02010600030101010101" pitchFamily="2" charset="-122"/>
              <a:ea typeface="方正屏显雅宋_GBK" panose="02010600010101010101" pitchFamily="2" charset="-122"/>
              <a:cs typeface="Times New Roman" panose="02020603050405020304" pitchFamily="18" charset="0"/>
            </a:endParaRPr>
          </a:p>
          <a:p>
            <a:pPr indent="266700" algn="just">
              <a:lnSpc>
                <a:spcPct val="150000"/>
              </a:lnSpc>
            </a:pP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【罗</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12:1</a:t>
            </a: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】所以弟兄们，我以　神的慈悲劝你们，将身体献上，当作活祭，是圣洁的，是　神所喜悦的，你们如此侍奉，乃是理所当然的。</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pP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把自己完全的奉献给神，当做活祭，而此是理所当然的。</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3279614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87B6D-36EB-82E9-A5B5-7731D08C9916}"/>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2A83179E-AC68-8123-FEF0-4940DA24C841}"/>
              </a:ext>
            </a:extLst>
          </p:cNvPr>
          <p:cNvSpPr txBox="1"/>
          <p:nvPr>
            <p:custDataLst>
              <p:tags r:id="rId2"/>
            </p:custDataLst>
          </p:nvPr>
        </p:nvSpPr>
        <p:spPr>
          <a:xfrm>
            <a:off x="5729997" y="113635"/>
            <a:ext cx="6470466" cy="830997"/>
          </a:xfrm>
          <a:prstGeom prst="rect">
            <a:avLst/>
          </a:prstGeom>
          <a:noFill/>
        </p:spPr>
        <p:txBody>
          <a:bodyPr wrap="square" rtlCol="0">
            <a:spAutoFit/>
          </a:bodyPr>
          <a:lstStyle/>
          <a:p>
            <a:r>
              <a:rPr lang="zh-CN" altLang="en-US" sz="4800" b="1" dirty="0">
                <a:solidFill>
                  <a:srgbClr val="000000"/>
                </a:solidFill>
                <a:cs typeface="+mn-ea"/>
                <a:sym typeface="+mn-lt"/>
              </a:rPr>
              <a:t>第一段：现在的我们</a:t>
            </a:r>
          </a:p>
        </p:txBody>
      </p:sp>
      <p:sp>
        <p:nvSpPr>
          <p:cNvPr id="2" name="文本框 1">
            <a:extLst>
              <a:ext uri="{FF2B5EF4-FFF2-40B4-BE49-F238E27FC236}">
                <a16:creationId xmlns:a16="http://schemas.microsoft.com/office/drawing/2014/main" id="{B69B2D74-3EF3-62D4-E8B9-CC9DCBB83DBA}"/>
              </a:ext>
            </a:extLst>
          </p:cNvPr>
          <p:cNvSpPr txBox="1"/>
          <p:nvPr>
            <p:custDataLst>
              <p:tags r:id="rId3"/>
            </p:custDataLst>
          </p:nvPr>
        </p:nvSpPr>
        <p:spPr>
          <a:xfrm>
            <a:off x="0" y="1118251"/>
            <a:ext cx="12192000" cy="6144118"/>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彼前</a:t>
            </a: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2:9】</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惟有你们是被拣选的族类，是有君尊的祭司，是圣洁的国度，是属　神的子民，要叫你们宣扬那召你们出黑暗、入奇妙光明者的美德。</a:t>
            </a: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800" dirty="0">
                <a:solidFill>
                  <a:srgbClr val="000000"/>
                </a:solidFill>
                <a:latin typeface="Arial"/>
                <a:ea typeface="苹方-简" panose="020B0300000000000000" pitchFamily="34" charset="-122"/>
              </a:rPr>
              <a:t>“属神的子民”</a:t>
            </a:r>
            <a:endParaRPr lang="en-US" altLang="zh-CN" sz="2800" dirty="0">
              <a:solidFill>
                <a:srgbClr val="000000"/>
              </a:solidFill>
              <a:latin typeface="Arial"/>
              <a:ea typeface="苹方-简" panose="020B0300000000000000"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zh-CN" sz="1800" dirty="0">
                <a:effectLst/>
                <a:latin typeface="等线" panose="02010600030101010101" pitchFamily="2" charset="-122"/>
                <a:ea typeface="方正屏显雅宋_GBK" panose="02010600010101010101" pitchFamily="2" charset="-122"/>
                <a:cs typeface="Times New Roman" panose="02020603050405020304" pitchFamily="18" charset="0"/>
              </a:rPr>
              <a:t>“属”的意思原文主要“买”或者“支付后取得”</a:t>
            </a:r>
            <a:r>
              <a:rPr lang="zh-CN" altLang="en-US" sz="1800" dirty="0">
                <a:effectLst/>
                <a:latin typeface="等线" panose="02010600030101010101" pitchFamily="2" charset="-122"/>
                <a:ea typeface="方正屏显雅宋_GBK" panose="02010600010101010101" pitchFamily="2" charset="-122"/>
                <a:cs typeface="Times New Roman" panose="02020603050405020304" pitchFamily="18" charset="0"/>
              </a:rPr>
              <a:t>。</a:t>
            </a:r>
            <a:endParaRPr lang="en-US" altLang="zh-CN" sz="18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弗</a:t>
            </a: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1:14】</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这圣灵是我们得基业的凭据（原文作“质”），直等到　神之民（“民”原文作“产业”）被赎，使他的荣耀得着称赞。</a:t>
            </a: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多</a:t>
            </a: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2:14】</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他为我们舍了自己，要赎我们脱离一切罪恶，又洁净我们，特作自己的子民，热心为善。</a:t>
            </a: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对其身份的认同决定了其三观和如何过自己的生活</a:t>
            </a: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农夫例子</a:t>
            </a: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工人例子</a:t>
            </a: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应用：</a:t>
            </a: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a:p>
            <a:pPr marL="1200150" lvl="2" indent="-285750">
              <a:lnSpc>
                <a:spcPct val="150000"/>
              </a:lnSpc>
              <a:buFont typeface="Wingdings" panose="05000000000000000000" pitchFamily="2" charset="2"/>
              <a:buChar char="l"/>
              <a:defRPr/>
            </a:pPr>
            <a:r>
              <a:rPr lang="zh-CN"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rPr>
              <a:t>在过去的一年中，我们独处的时候有多少次思想过神家的事情，如宣教、福音的广传、信仰的见证、爱心</a:t>
            </a:r>
            <a:r>
              <a:rPr lang="zh-CN" altLang="en-US" sz="1800" kern="100" dirty="0">
                <a:effectLst/>
                <a:latin typeface="等线" panose="02010600030101010101" pitchFamily="2" charset="-122"/>
                <a:ea typeface="方正屏显雅宋_GBK" panose="02010600010101010101" pitchFamily="2" charset="-122"/>
                <a:cs typeface="Times New Roman" panose="02020603050405020304" pitchFamily="18" charset="0"/>
              </a:rPr>
              <a:t>等。</a:t>
            </a:r>
            <a:endParaRPr lang="en-US"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1200150" lvl="2" indent="-285750">
              <a:lnSpc>
                <a:spcPct val="150000"/>
              </a:lnSpc>
              <a:buFont typeface="Wingdings" panose="05000000000000000000" pitchFamily="2" charset="2"/>
              <a:buChar char="l"/>
              <a:defRPr/>
            </a:pP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3450556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E716D-8C48-1F3B-0B64-70700D4F82B7}"/>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8E013CAA-5C28-45BC-79C6-04BEAE625B2A}"/>
              </a:ext>
            </a:extLst>
          </p:cNvPr>
          <p:cNvSpPr txBox="1"/>
          <p:nvPr>
            <p:custDataLst>
              <p:tags r:id="rId2"/>
            </p:custDataLst>
          </p:nvPr>
        </p:nvSpPr>
        <p:spPr>
          <a:xfrm>
            <a:off x="5729997" y="113635"/>
            <a:ext cx="6470466" cy="830997"/>
          </a:xfrm>
          <a:prstGeom prst="rect">
            <a:avLst/>
          </a:prstGeom>
          <a:noFill/>
        </p:spPr>
        <p:txBody>
          <a:bodyPr wrap="square" rtlCol="0">
            <a:spAutoFit/>
          </a:bodyPr>
          <a:lstStyle/>
          <a:p>
            <a:r>
              <a:rPr lang="zh-CN" altLang="en-US" sz="4800" b="1" dirty="0">
                <a:solidFill>
                  <a:srgbClr val="000000"/>
                </a:solidFill>
                <a:cs typeface="+mn-ea"/>
                <a:sym typeface="+mn-lt"/>
              </a:rPr>
              <a:t>第一段：现在的我们</a:t>
            </a:r>
          </a:p>
        </p:txBody>
      </p:sp>
      <p:sp>
        <p:nvSpPr>
          <p:cNvPr id="2" name="文本框 1">
            <a:extLst>
              <a:ext uri="{FF2B5EF4-FFF2-40B4-BE49-F238E27FC236}">
                <a16:creationId xmlns:a16="http://schemas.microsoft.com/office/drawing/2014/main" id="{DE58AFDC-F5A8-873C-1286-C76C8B1C6961}"/>
              </a:ext>
            </a:extLst>
          </p:cNvPr>
          <p:cNvSpPr txBox="1"/>
          <p:nvPr>
            <p:custDataLst>
              <p:tags r:id="rId3"/>
            </p:custDataLst>
          </p:nvPr>
        </p:nvSpPr>
        <p:spPr>
          <a:xfrm>
            <a:off x="0" y="1118251"/>
            <a:ext cx="12192000" cy="3238066"/>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彼前</a:t>
            </a: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2:9】</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惟有你们是被拣选的族类，是有君尊的祭司，是圣洁的国度，是属　神的子民，要叫你们宣扬那召你们出黑暗、入奇妙光明者的美德。</a:t>
            </a: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800" dirty="0">
                <a:solidFill>
                  <a:srgbClr val="000000"/>
                </a:solidFill>
                <a:latin typeface="Arial"/>
                <a:ea typeface="苹方-简" panose="020B0300000000000000" pitchFamily="34" charset="-122"/>
              </a:rPr>
              <a:t>“宣扬”</a:t>
            </a:r>
            <a:endParaRPr lang="en-US" altLang="zh-CN" sz="2800" dirty="0">
              <a:solidFill>
                <a:srgbClr val="000000"/>
              </a:solidFill>
              <a:latin typeface="Arial"/>
              <a:ea typeface="苹方-简" panose="020B0300000000000000" pitchFamily="34" charset="-122"/>
            </a:endParaRPr>
          </a:p>
          <a:p>
            <a:pPr marL="285750" indent="-285750">
              <a:lnSpc>
                <a:spcPct val="150000"/>
              </a:lnSpc>
              <a:buFont typeface="Wingdings" panose="05000000000000000000" pitchFamily="2" charset="2"/>
              <a:buChar char="l"/>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两个方面：</a:t>
            </a:r>
          </a:p>
          <a:p>
            <a:pPr marL="285750" indent="-285750">
              <a:lnSpc>
                <a:spcPct val="150000"/>
              </a:lnSpc>
              <a:buFont typeface="Wingdings" panose="05000000000000000000" pitchFamily="2" charset="2"/>
              <a:buChar char="l"/>
              <a:defRPr/>
            </a:pP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1. </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神的属性。</a:t>
            </a:r>
          </a:p>
          <a:p>
            <a:pPr marL="285750" indent="-285750">
              <a:lnSpc>
                <a:spcPct val="150000"/>
              </a:lnSpc>
              <a:buFont typeface="Wingdings" panose="05000000000000000000" pitchFamily="2" charset="2"/>
              <a:buChar char="l"/>
              <a:defRPr/>
            </a:pP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2.</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 神的作为。</a:t>
            </a:r>
          </a:p>
        </p:txBody>
      </p:sp>
    </p:spTree>
    <p:custDataLst>
      <p:tags r:id="rId1"/>
    </p:custDataLst>
    <p:extLst>
      <p:ext uri="{BB962C8B-B14F-4D97-AF65-F5344CB8AC3E}">
        <p14:creationId xmlns:p14="http://schemas.microsoft.com/office/powerpoint/2010/main" val="688691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5A7E1-8928-ACD7-F4B4-56A05FC9CB1C}"/>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FE46C94B-CF6D-3886-8AF9-712552A06C63}"/>
              </a:ext>
            </a:extLst>
          </p:cNvPr>
          <p:cNvSpPr txBox="1"/>
          <p:nvPr>
            <p:custDataLst>
              <p:tags r:id="rId2"/>
            </p:custDataLst>
          </p:nvPr>
        </p:nvSpPr>
        <p:spPr>
          <a:xfrm>
            <a:off x="5729997" y="113635"/>
            <a:ext cx="6470466" cy="830997"/>
          </a:xfrm>
          <a:prstGeom prst="rect">
            <a:avLst/>
          </a:prstGeom>
          <a:noFill/>
        </p:spPr>
        <p:txBody>
          <a:bodyPr wrap="square" rtlCol="0">
            <a:spAutoFit/>
          </a:bodyPr>
          <a:lstStyle/>
          <a:p>
            <a:r>
              <a:rPr lang="zh-CN" altLang="en-US" sz="4800" b="1" dirty="0">
                <a:solidFill>
                  <a:srgbClr val="000000"/>
                </a:solidFill>
                <a:cs typeface="+mn-ea"/>
                <a:sym typeface="+mn-lt"/>
              </a:rPr>
              <a:t>第一段：现在的我们</a:t>
            </a:r>
          </a:p>
        </p:txBody>
      </p:sp>
      <p:sp>
        <p:nvSpPr>
          <p:cNvPr id="2" name="文本框 1">
            <a:extLst>
              <a:ext uri="{FF2B5EF4-FFF2-40B4-BE49-F238E27FC236}">
                <a16:creationId xmlns:a16="http://schemas.microsoft.com/office/drawing/2014/main" id="{0653CDAF-5BBF-F90D-BB16-01AA636B5944}"/>
              </a:ext>
            </a:extLst>
          </p:cNvPr>
          <p:cNvSpPr txBox="1"/>
          <p:nvPr>
            <p:custDataLst>
              <p:tags r:id="rId3"/>
            </p:custDataLst>
          </p:nvPr>
        </p:nvSpPr>
        <p:spPr>
          <a:xfrm>
            <a:off x="0" y="1118251"/>
            <a:ext cx="12192000" cy="5592557"/>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彼前</a:t>
            </a: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2:9】</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惟有你们是被拣选的族类，是有君尊的祭司，是圣洁的国度，是属　神的子民，要叫你们宣扬那召你们出黑暗、入奇妙光明者的美德。</a:t>
            </a: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800" dirty="0">
                <a:solidFill>
                  <a:srgbClr val="000000"/>
                </a:solidFill>
                <a:latin typeface="Arial"/>
                <a:ea typeface="苹方-简" panose="020B0300000000000000" pitchFamily="34" charset="-122"/>
              </a:rPr>
              <a:t>“召（我）们出黑暗、入奇妙光明者”</a:t>
            </a:r>
            <a:endParaRPr lang="en-US" altLang="zh-CN" sz="2800" dirty="0">
              <a:solidFill>
                <a:srgbClr val="000000"/>
              </a:solidFill>
              <a:latin typeface="Arial"/>
              <a:ea typeface="苹方-简" panose="020B0300000000000000" pitchFamily="34" charset="-122"/>
            </a:endParaRPr>
          </a:p>
          <a:p>
            <a:pPr marL="285750" indent="-285750">
              <a:lnSpc>
                <a:spcPct val="150000"/>
              </a:lnSpc>
              <a:buFont typeface="Wingdings" panose="05000000000000000000" pitchFamily="2" charset="2"/>
              <a:buChar char="l"/>
              <a:defRPr/>
            </a:pPr>
            <a:r>
              <a:rPr lang="zh-CN" altLang="en-US" sz="1800" kern="100" dirty="0">
                <a:effectLst/>
                <a:latin typeface="等线" panose="02010600030101010101" pitchFamily="2" charset="-122"/>
                <a:ea typeface="方正屏显雅宋_GBK" panose="02010600010101010101" pitchFamily="2" charset="-122"/>
                <a:cs typeface="Times New Roman" panose="02020603050405020304" pitchFamily="18" charset="0"/>
              </a:rPr>
              <a:t>旧约：</a:t>
            </a:r>
            <a:endParaRPr lang="en-US" altLang="zh-CN" sz="1800" kern="1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zh-CN" kern="100" dirty="0">
                <a:effectLst/>
                <a:latin typeface="等线" panose="02010600030101010101" pitchFamily="2" charset="-122"/>
                <a:ea typeface="方正屏显雅宋_GBK" panose="02010600010101010101" pitchFamily="2" charset="-122"/>
                <a:cs typeface="Times New Roman" panose="02020603050405020304" pitchFamily="18" charset="0"/>
              </a:rPr>
              <a:t>【创</a:t>
            </a:r>
            <a:r>
              <a:rPr lang="en-US" altLang="zh-CN" kern="100" dirty="0">
                <a:effectLst/>
                <a:latin typeface="等线" panose="02010600030101010101" pitchFamily="2" charset="-122"/>
                <a:ea typeface="等线" panose="02010600030101010101" pitchFamily="2" charset="-122"/>
                <a:cs typeface="Times New Roman" panose="02020603050405020304" pitchFamily="18" charset="0"/>
              </a:rPr>
              <a:t>1:2</a:t>
            </a:r>
            <a:r>
              <a:rPr lang="zh-CN" altLang="zh-CN" kern="100" dirty="0">
                <a:effectLst/>
                <a:latin typeface="等线" panose="02010600030101010101" pitchFamily="2" charset="-122"/>
                <a:ea typeface="方正屏显雅宋_GBK" panose="02010600010101010101" pitchFamily="2" charset="-122"/>
                <a:cs typeface="Times New Roman" panose="02020603050405020304" pitchFamily="18" charset="0"/>
              </a:rPr>
              <a:t>】地是空虚混沌，渊面</a:t>
            </a:r>
            <a:r>
              <a:rPr lang="zh-CN" altLang="zh-CN"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黑暗</a:t>
            </a:r>
            <a:r>
              <a:rPr lang="zh-CN" altLang="zh-CN" kern="100" dirty="0">
                <a:effectLst/>
                <a:latin typeface="等线" panose="02010600030101010101" pitchFamily="2" charset="-122"/>
                <a:ea typeface="方正屏显雅宋_GBK" panose="02010600010101010101" pitchFamily="2" charset="-122"/>
                <a:cs typeface="Times New Roman" panose="02020603050405020304" pitchFamily="18" charset="0"/>
              </a:rPr>
              <a:t>；　神的灵运行在水面上。</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lvl="1" indent="-285750" algn="just">
              <a:lnSpc>
                <a:spcPct val="125000"/>
              </a:lnSpc>
              <a:buFont typeface="Wingdings" panose="05000000000000000000" pitchFamily="2" charset="2"/>
              <a:buChar char="l"/>
            </a:pPr>
            <a:r>
              <a:rPr lang="zh-CN" altLang="zh-CN" kern="100" dirty="0">
                <a:effectLst/>
                <a:latin typeface="等线" panose="02010600030101010101" pitchFamily="2" charset="-122"/>
                <a:ea typeface="方正屏显雅宋_GBK" panose="02010600010101010101" pitchFamily="2" charset="-122"/>
                <a:cs typeface="Times New Roman" panose="02020603050405020304" pitchFamily="18" charset="0"/>
              </a:rPr>
              <a:t>【出</a:t>
            </a:r>
            <a:r>
              <a:rPr lang="en-US" altLang="zh-CN" kern="100" dirty="0">
                <a:effectLst/>
                <a:latin typeface="等线" panose="02010600030101010101" pitchFamily="2" charset="-122"/>
                <a:ea typeface="等线" panose="02010600030101010101" pitchFamily="2" charset="-122"/>
                <a:cs typeface="Times New Roman" panose="02020603050405020304" pitchFamily="18" charset="0"/>
              </a:rPr>
              <a:t>10:21</a:t>
            </a:r>
            <a:r>
              <a:rPr lang="zh-CN" altLang="zh-CN" kern="100" dirty="0">
                <a:effectLst/>
                <a:latin typeface="等线" panose="02010600030101010101" pitchFamily="2" charset="-122"/>
                <a:ea typeface="方正屏显雅宋_GBK" panose="02010600010101010101" pitchFamily="2" charset="-122"/>
                <a:cs typeface="Times New Roman" panose="02020603050405020304" pitchFamily="18" charset="0"/>
              </a:rPr>
              <a:t>】耶和华对摩西说：“你向天伸杖，使埃及地黑暗，这</a:t>
            </a:r>
            <a:r>
              <a:rPr lang="zh-CN" altLang="zh-CN"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黑暗</a:t>
            </a:r>
            <a:r>
              <a:rPr lang="zh-CN" altLang="zh-CN" kern="100" dirty="0">
                <a:effectLst/>
                <a:latin typeface="等线" panose="02010600030101010101" pitchFamily="2" charset="-122"/>
                <a:ea typeface="方正屏显雅宋_GBK" panose="02010600010101010101" pitchFamily="2" charset="-122"/>
                <a:cs typeface="Times New Roman" panose="02020603050405020304" pitchFamily="18" charset="0"/>
              </a:rPr>
              <a:t>似乎摸得着。”</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lvl="1" indent="-285750" algn="just">
              <a:lnSpc>
                <a:spcPct val="125000"/>
              </a:lnSpc>
              <a:buFont typeface="Wingdings" panose="05000000000000000000" pitchFamily="2" charset="2"/>
              <a:buChar char="l"/>
            </a:pPr>
            <a:r>
              <a:rPr lang="zh-CN" altLang="zh-CN" kern="100" dirty="0">
                <a:effectLst/>
                <a:latin typeface="等线" panose="02010600030101010101" pitchFamily="2" charset="-122"/>
                <a:ea typeface="方正屏显雅宋_GBK" panose="02010600010101010101" pitchFamily="2" charset="-122"/>
                <a:cs typeface="Times New Roman" panose="02020603050405020304" pitchFamily="18" charset="0"/>
              </a:rPr>
              <a:t>【出</a:t>
            </a:r>
            <a:r>
              <a:rPr lang="en-US" altLang="zh-CN" kern="100" dirty="0">
                <a:effectLst/>
                <a:latin typeface="等线" panose="02010600030101010101" pitchFamily="2" charset="-122"/>
                <a:ea typeface="等线" panose="02010600030101010101" pitchFamily="2" charset="-122"/>
                <a:cs typeface="Times New Roman" panose="02020603050405020304" pitchFamily="18" charset="0"/>
              </a:rPr>
              <a:t>10:23</a:t>
            </a:r>
            <a:r>
              <a:rPr lang="zh-CN" altLang="zh-CN" kern="100" dirty="0">
                <a:effectLst/>
                <a:latin typeface="等线" panose="02010600030101010101" pitchFamily="2" charset="-122"/>
                <a:ea typeface="方正屏显雅宋_GBK" panose="02010600010101010101" pitchFamily="2" charset="-122"/>
                <a:cs typeface="Times New Roman" panose="02020603050405020304" pitchFamily="18" charset="0"/>
              </a:rPr>
              <a:t>】三天之久，人不能相见，谁也不敢起来离开本处，惟有</a:t>
            </a:r>
            <a:r>
              <a:rPr lang="zh-CN" altLang="zh-CN"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以色列人</a:t>
            </a:r>
            <a:r>
              <a:rPr lang="zh-CN" altLang="zh-CN" kern="100" dirty="0">
                <a:effectLst/>
                <a:latin typeface="等线" panose="02010600030101010101" pitchFamily="2" charset="-122"/>
                <a:ea typeface="方正屏显雅宋_GBK" panose="02010600010101010101" pitchFamily="2" charset="-122"/>
                <a:cs typeface="Times New Roman" panose="02020603050405020304" pitchFamily="18" charset="0"/>
              </a:rPr>
              <a:t>家中都有亮光。</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新约：</a:t>
            </a: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弗</a:t>
            </a: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2:2】</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那时，你们在其中行事为人，随从今世的风俗，顺服空中掌权者的首领，就是现今在悖逆之子心中运行的邪灵。</a:t>
            </a:r>
          </a:p>
          <a:p>
            <a:pPr marL="742950" lvl="1" indent="-285750">
              <a:lnSpc>
                <a:spcPct val="150000"/>
              </a:lnSpc>
              <a:buFont typeface="Wingdings" panose="05000000000000000000" pitchFamily="2" charset="2"/>
              <a:buChar char="l"/>
              <a:defRPr/>
            </a:pP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约</a:t>
            </a: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3:19】</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光来到世间，世人因自己的行为是恶的，不爱光倒爱黑暗，定他们的罪就是在此。</a:t>
            </a:r>
          </a:p>
          <a:p>
            <a:pPr marL="742950" lvl="1" indent="-285750">
              <a:lnSpc>
                <a:spcPct val="150000"/>
              </a:lnSpc>
              <a:buFont typeface="Wingdings" panose="05000000000000000000" pitchFamily="2" charset="2"/>
              <a:buChar char="l"/>
              <a:defRPr/>
            </a:pP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约</a:t>
            </a: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3:20】</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凡作恶的便恨光，并不来就光，恐怕他的行为受责备；</a:t>
            </a:r>
          </a:p>
        </p:txBody>
      </p:sp>
    </p:spTree>
    <p:custDataLst>
      <p:tags r:id="rId1"/>
    </p:custDataLst>
    <p:extLst>
      <p:ext uri="{BB962C8B-B14F-4D97-AF65-F5344CB8AC3E}">
        <p14:creationId xmlns:p14="http://schemas.microsoft.com/office/powerpoint/2010/main" val="2358058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1E7CB-3F55-ED7B-6F10-8B1FC1C9B5C1}"/>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E538569D-CE09-CDB7-F62B-66BAF2FD6710}"/>
              </a:ext>
            </a:extLst>
          </p:cNvPr>
          <p:cNvSpPr txBox="1"/>
          <p:nvPr>
            <p:custDataLst>
              <p:tags r:id="rId2"/>
            </p:custDataLst>
          </p:nvPr>
        </p:nvSpPr>
        <p:spPr>
          <a:xfrm>
            <a:off x="5729997" y="113635"/>
            <a:ext cx="6470466" cy="830997"/>
          </a:xfrm>
          <a:prstGeom prst="rect">
            <a:avLst/>
          </a:prstGeom>
          <a:noFill/>
        </p:spPr>
        <p:txBody>
          <a:bodyPr wrap="square" rtlCol="0">
            <a:spAutoFit/>
          </a:bodyPr>
          <a:lstStyle/>
          <a:p>
            <a:r>
              <a:rPr lang="zh-CN" altLang="en-US" sz="4800" b="1" dirty="0">
                <a:solidFill>
                  <a:srgbClr val="000000"/>
                </a:solidFill>
                <a:cs typeface="+mn-ea"/>
                <a:sym typeface="+mn-lt"/>
              </a:rPr>
              <a:t>第一段：现在的我们</a:t>
            </a:r>
          </a:p>
        </p:txBody>
      </p:sp>
      <p:sp>
        <p:nvSpPr>
          <p:cNvPr id="2" name="文本框 1">
            <a:extLst>
              <a:ext uri="{FF2B5EF4-FFF2-40B4-BE49-F238E27FC236}">
                <a16:creationId xmlns:a16="http://schemas.microsoft.com/office/drawing/2014/main" id="{D4DF3B31-55B7-6770-EC56-AEF16A0EBB6B}"/>
              </a:ext>
            </a:extLst>
          </p:cNvPr>
          <p:cNvSpPr txBox="1"/>
          <p:nvPr>
            <p:custDataLst>
              <p:tags r:id="rId3"/>
            </p:custDataLst>
          </p:nvPr>
        </p:nvSpPr>
        <p:spPr>
          <a:xfrm>
            <a:off x="0" y="1118251"/>
            <a:ext cx="12192000" cy="4069063"/>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彼前</a:t>
            </a: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2:9】</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惟有你们是被拣选的族类，是有君尊的祭司，是圣洁的国度，是属　神的子民，要叫你们宣扬那召你们出黑暗、入奇妙光明者的美德。</a:t>
            </a: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800" dirty="0">
                <a:solidFill>
                  <a:srgbClr val="000000"/>
                </a:solidFill>
                <a:latin typeface="Arial"/>
                <a:ea typeface="苹方-简" panose="020B0300000000000000" pitchFamily="34" charset="-122"/>
              </a:rPr>
              <a:t>“美德”</a:t>
            </a:r>
            <a:endParaRPr lang="en-US" altLang="zh-CN" sz="2800" dirty="0">
              <a:solidFill>
                <a:srgbClr val="000000"/>
              </a:solidFill>
              <a:latin typeface="Arial"/>
              <a:ea typeface="苹方-简" panose="020B0300000000000000"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美德：更好的翻译是：大作为</a:t>
            </a: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zh-CN" kern="100" dirty="0">
                <a:effectLst/>
                <a:latin typeface="等线" panose="02010600030101010101" pitchFamily="2" charset="-122"/>
                <a:ea typeface="方正屏显雅宋_GBK" panose="02010600010101010101" pitchFamily="2" charset="-122"/>
                <a:cs typeface="Times New Roman" panose="02020603050405020304" pitchFamily="18" charset="0"/>
              </a:rPr>
              <a:t>【赛</a:t>
            </a:r>
            <a:r>
              <a:rPr lang="en-US" altLang="zh-CN" kern="100" dirty="0">
                <a:effectLst/>
                <a:latin typeface="等线" panose="02010600030101010101" pitchFamily="2" charset="-122"/>
                <a:ea typeface="等线" panose="02010600030101010101" pitchFamily="2" charset="-122"/>
                <a:cs typeface="Times New Roman" panose="02020603050405020304" pitchFamily="18" charset="0"/>
              </a:rPr>
              <a:t>43:21</a:t>
            </a:r>
            <a:r>
              <a:rPr lang="zh-CN" altLang="zh-CN" kern="100" dirty="0">
                <a:effectLst/>
                <a:latin typeface="等线" panose="02010600030101010101" pitchFamily="2" charset="-122"/>
                <a:ea typeface="方正屏显雅宋_GBK" panose="02010600010101010101" pitchFamily="2" charset="-122"/>
                <a:cs typeface="Times New Roman" panose="02020603050405020304" pitchFamily="18" charset="0"/>
              </a:rPr>
              <a:t>】这百姓是我为自己所造的，好述说我的</a:t>
            </a:r>
            <a:r>
              <a:rPr lang="zh-CN" altLang="zh-CN" b="1" kern="100" dirty="0">
                <a:effectLst/>
                <a:latin typeface="等线" panose="02010600030101010101" pitchFamily="2" charset="-122"/>
                <a:ea typeface="方正屏显雅宋_GBK" panose="02010600010101010101" pitchFamily="2" charset="-122"/>
                <a:cs typeface="Times New Roman" panose="02020603050405020304" pitchFamily="18" charset="0"/>
              </a:rPr>
              <a:t>美德</a:t>
            </a:r>
            <a:r>
              <a:rPr lang="zh-CN" altLang="zh-CN" kern="100" dirty="0">
                <a:effectLst/>
                <a:latin typeface="等线" panose="02010600030101010101" pitchFamily="2" charset="-122"/>
                <a:ea typeface="方正屏显雅宋_GBK" panose="0201060001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lvl="1" indent="-285750">
              <a:lnSpc>
                <a:spcPct val="150000"/>
              </a:lnSpc>
              <a:buFont typeface="Wingdings" panose="05000000000000000000" pitchFamily="2" charset="2"/>
              <a:buChar char="l"/>
              <a:defRPr/>
            </a:pPr>
            <a:r>
              <a:rPr lang="zh-CN" altLang="zh-CN" kern="100" dirty="0">
                <a:effectLst/>
                <a:latin typeface="等线" panose="02010600030101010101" pitchFamily="2" charset="-122"/>
                <a:ea typeface="方正屏显雅宋_GBK" panose="02010600010101010101" pitchFamily="2" charset="-122"/>
                <a:cs typeface="Times New Roman" panose="02020603050405020304" pitchFamily="18" charset="0"/>
              </a:rPr>
              <a:t>【徒</a:t>
            </a:r>
            <a:r>
              <a:rPr lang="en-US" altLang="zh-CN" kern="100" dirty="0">
                <a:effectLst/>
                <a:latin typeface="等线" panose="02010600030101010101" pitchFamily="2" charset="-122"/>
                <a:ea typeface="等线" panose="02010600030101010101" pitchFamily="2" charset="-122"/>
                <a:cs typeface="Times New Roman" panose="02020603050405020304" pitchFamily="18" charset="0"/>
              </a:rPr>
              <a:t>2:11</a:t>
            </a:r>
            <a:r>
              <a:rPr lang="zh-CN" altLang="zh-CN" kern="100" dirty="0">
                <a:effectLst/>
                <a:latin typeface="等线" panose="02010600030101010101" pitchFamily="2" charset="-122"/>
                <a:ea typeface="方正屏显雅宋_GBK" panose="02010600010101010101" pitchFamily="2" charset="-122"/>
                <a:cs typeface="Times New Roman" panose="02020603050405020304" pitchFamily="18" charset="0"/>
              </a:rPr>
              <a:t>】克里特和阿拉伯人，都听见他们用我们的乡谈，讲说　神的</a:t>
            </a:r>
            <a:r>
              <a:rPr lang="zh-CN" altLang="zh-CN"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大作为</a:t>
            </a:r>
            <a:r>
              <a:rPr lang="zh-CN" altLang="zh-CN" kern="100" dirty="0">
                <a:effectLst/>
                <a:latin typeface="等线" panose="02010600030101010101" pitchFamily="2" charset="-122"/>
                <a:ea typeface="方正屏显雅宋_GBK" panose="0201060001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主耶稣在我们每位信祂之人身上的奇妙救恩。从黑暗、从死亡、从辖制、从绝望，迁到光明中、爱子的国度中，这是神在我们身上的奇妙大作为。</a:t>
            </a:r>
            <a:endParaRPr lang="en-US" altLang="zh-CN" dirty="0">
              <a:latin typeface="等线" panose="02010600030101010101" pitchFamily="2" charset="-122"/>
              <a:ea typeface="方正屏显雅宋_GBK" panose="0201060001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993124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E8B71-F9C2-AD9C-FB17-9191D8757882}"/>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10D2A0D6-A922-9695-0995-87F7A9034BCE}"/>
              </a:ext>
            </a:extLst>
          </p:cNvPr>
          <p:cNvSpPr txBox="1"/>
          <p:nvPr>
            <p:custDataLst>
              <p:tags r:id="rId2"/>
            </p:custDataLst>
          </p:nvPr>
        </p:nvSpPr>
        <p:spPr>
          <a:xfrm>
            <a:off x="5729997" y="113635"/>
            <a:ext cx="6470466" cy="830997"/>
          </a:xfrm>
          <a:prstGeom prst="rect">
            <a:avLst/>
          </a:prstGeom>
          <a:noFill/>
        </p:spPr>
        <p:txBody>
          <a:bodyPr wrap="square" rtlCol="0">
            <a:spAutoFit/>
          </a:bodyPr>
          <a:lstStyle/>
          <a:p>
            <a:r>
              <a:rPr lang="zh-CN" altLang="en-US" sz="4800" b="1" dirty="0">
                <a:solidFill>
                  <a:srgbClr val="000000"/>
                </a:solidFill>
                <a:cs typeface="+mn-ea"/>
                <a:sym typeface="+mn-lt"/>
              </a:rPr>
              <a:t>第一段：现在的我们</a:t>
            </a:r>
          </a:p>
        </p:txBody>
      </p:sp>
      <p:sp>
        <p:nvSpPr>
          <p:cNvPr id="2" name="文本框 1">
            <a:extLst>
              <a:ext uri="{FF2B5EF4-FFF2-40B4-BE49-F238E27FC236}">
                <a16:creationId xmlns:a16="http://schemas.microsoft.com/office/drawing/2014/main" id="{AB5D7D6A-677A-6DEA-ABC7-7BF0ACEBB2D4}"/>
              </a:ext>
            </a:extLst>
          </p:cNvPr>
          <p:cNvSpPr txBox="1"/>
          <p:nvPr>
            <p:custDataLst>
              <p:tags r:id="rId3"/>
            </p:custDataLst>
          </p:nvPr>
        </p:nvSpPr>
        <p:spPr>
          <a:xfrm>
            <a:off x="0" y="1118251"/>
            <a:ext cx="12192000" cy="5731056"/>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彼前</a:t>
            </a:r>
            <a:r>
              <a:rPr kumimoji="0" lang="en-US" altLang="zh-CN"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2:9】</a:t>
            </a:r>
            <a:r>
              <a:rPr kumimoji="0" lang="zh-CN" altLang="en-US" sz="2800" b="0" i="0" u="none" strike="noStrike" kern="1200" cap="none" spc="0" normalizeH="0" baseline="0" noProof="0" dirty="0">
                <a:ln>
                  <a:noFill/>
                </a:ln>
                <a:solidFill>
                  <a:srgbClr val="000000"/>
                </a:solidFill>
                <a:effectLst/>
                <a:uLnTx/>
                <a:uFillTx/>
                <a:latin typeface="Arial"/>
                <a:ea typeface="苹方-简" panose="020B0300000000000000" pitchFamily="34" charset="-122"/>
                <a:cs typeface="+mn-cs"/>
              </a:rPr>
              <a:t>惟有你们是被拣选的族类，是有君尊的祭司，是圣洁的国度，是属　神的子民，要叫你们宣扬那召你们出黑暗、入奇妙光明者的美德。</a:t>
            </a: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800" dirty="0">
                <a:solidFill>
                  <a:srgbClr val="000000"/>
                </a:solidFill>
                <a:latin typeface="Arial"/>
                <a:ea typeface="苹方-简" panose="020B0300000000000000" pitchFamily="34" charset="-122"/>
              </a:rPr>
              <a:t>应用：</a:t>
            </a:r>
            <a:endParaRPr lang="en-US" altLang="zh-CN" sz="2800" dirty="0">
              <a:solidFill>
                <a:srgbClr val="000000"/>
              </a:solidFill>
              <a:latin typeface="Arial"/>
              <a:ea typeface="苹方-简" panose="020B0300000000000000"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1. </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认识身份</a:t>
            </a:r>
          </a:p>
          <a:p>
            <a:pPr marL="742950" lvl="1" indent="-285750">
              <a:lnSpc>
                <a:spcPct val="150000"/>
              </a:lnSpc>
              <a:buFont typeface="Wingdings" panose="05000000000000000000" pitchFamily="2" charset="2"/>
              <a:buChar char="l"/>
              <a:defRPr/>
            </a:pP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弗</a:t>
            </a: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4:1】</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我为主被囚的劝你们：既然蒙召，行事为人就当与蒙召的恩相称。</a:t>
            </a:r>
          </a:p>
          <a:p>
            <a:pPr marL="742950" lvl="1" indent="-285750">
              <a:lnSpc>
                <a:spcPct val="150000"/>
              </a:lnSpc>
              <a:buFont typeface="Wingdings" panose="05000000000000000000" pitchFamily="2" charset="2"/>
              <a:buChar char="l"/>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每位信徒都是神拣选的子民，应活出与身份相称的生命。</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2. </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实践使命</a:t>
            </a:r>
          </a:p>
          <a:p>
            <a:pPr marL="742950" lvl="1" indent="-285750">
              <a:lnSpc>
                <a:spcPct val="150000"/>
              </a:lnSpc>
              <a:buFont typeface="Wingdings" panose="05000000000000000000" pitchFamily="2" charset="2"/>
              <a:buChar char="l"/>
              <a:defRPr/>
            </a:pP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林前</a:t>
            </a: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10:31】</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所以，你们或吃或喝，无论作什么，都要为荣耀　神而行。</a:t>
            </a:r>
          </a:p>
          <a:p>
            <a:pPr marL="742950" lvl="1" indent="-285750">
              <a:lnSpc>
                <a:spcPct val="150000"/>
              </a:lnSpc>
              <a:buFont typeface="Wingdings" panose="05000000000000000000" pitchFamily="2" charset="2"/>
              <a:buChar char="l"/>
              <a:defRPr/>
            </a:pP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在家庭、教会、社会中，宣扬基督的福音，彰显神的荣耀。</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3. </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依靠恩典</a:t>
            </a:r>
          </a:p>
          <a:p>
            <a:pPr marL="742950" lvl="1" indent="-285750">
              <a:lnSpc>
                <a:spcPct val="150000"/>
              </a:lnSpc>
              <a:buFont typeface="Wingdings" panose="05000000000000000000" pitchFamily="2" charset="2"/>
              <a:buChar char="l"/>
              <a:defRPr/>
            </a:pP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彼前</a:t>
            </a:r>
            <a:r>
              <a:rPr lang="en-US" altLang="zh-CN" dirty="0">
                <a:latin typeface="等线" panose="02010600030101010101" pitchFamily="2" charset="-122"/>
                <a:ea typeface="方正屏显雅宋_GBK" panose="02010600010101010101" pitchFamily="2" charset="-122"/>
                <a:cs typeface="Times New Roman" panose="02020603050405020304" pitchFamily="18" charset="0"/>
              </a:rPr>
              <a:t>5:10】</a:t>
            </a:r>
            <a:r>
              <a:rPr lang="zh-CN" altLang="en-US" dirty="0">
                <a:latin typeface="等线" panose="02010600030101010101" pitchFamily="2" charset="-122"/>
                <a:ea typeface="方正屏显雅宋_GBK" panose="02010600010101010101" pitchFamily="2" charset="-122"/>
                <a:cs typeface="Times New Roman" panose="02020603050405020304" pitchFamily="18" charset="0"/>
              </a:rPr>
              <a:t>那赐诸般恩典的　神曾在基督里召你们，得享他永远的荣耀，等你们暂受苦难之后，必要亲自成全你们，坚固你们，赐力量给你们。</a:t>
            </a:r>
          </a:p>
        </p:txBody>
      </p:sp>
    </p:spTree>
    <p:custDataLst>
      <p:tags r:id="rId1"/>
    </p:custDataLst>
    <p:extLst>
      <p:ext uri="{BB962C8B-B14F-4D97-AF65-F5344CB8AC3E}">
        <p14:creationId xmlns:p14="http://schemas.microsoft.com/office/powerpoint/2010/main" val="27427107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23">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文本框 17"/>
          <p:cNvSpPr txBox="1"/>
          <p:nvPr>
            <p:custDataLst>
              <p:tags r:id="rId2"/>
            </p:custDataLst>
          </p:nvPr>
        </p:nvSpPr>
        <p:spPr>
          <a:xfrm>
            <a:off x="635001" y="640823"/>
            <a:ext cx="2057400" cy="558314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zh-CN" altLang="en-US" sz="5400" b="1" kern="1200" dirty="0">
                <a:solidFill>
                  <a:schemeClr val="tx1"/>
                </a:solidFill>
                <a:latin typeface="+mj-lt"/>
                <a:ea typeface="+mj-ea"/>
                <a:cs typeface="+mj-cs"/>
                <a:sym typeface="+mn-lt"/>
              </a:rPr>
              <a:t>问题？</a:t>
            </a:r>
          </a:p>
        </p:txBody>
      </p:sp>
      <p:sp>
        <p:nvSpPr>
          <p:cNvPr id="46"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7" name="文本框 1">
            <a:extLst>
              <a:ext uri="{FF2B5EF4-FFF2-40B4-BE49-F238E27FC236}">
                <a16:creationId xmlns:a16="http://schemas.microsoft.com/office/drawing/2014/main" id="{C4743AA0-529F-EA4A-5AAF-9A09C2CB0EAC}"/>
              </a:ext>
            </a:extLst>
          </p:cNvPr>
          <p:cNvGraphicFramePr/>
          <p:nvPr>
            <p:extLst>
              <p:ext uri="{D42A27DB-BD31-4B8C-83A1-F6EECF244321}">
                <p14:modId xmlns:p14="http://schemas.microsoft.com/office/powerpoint/2010/main" val="1689155277"/>
              </p:ext>
            </p:extLst>
          </p:nvPr>
        </p:nvGraphicFramePr>
        <p:xfrm>
          <a:off x="2844800" y="681037"/>
          <a:ext cx="9293352" cy="568589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extLst>
      <p:ext uri="{BB962C8B-B14F-4D97-AF65-F5344CB8AC3E}">
        <p14:creationId xmlns:p14="http://schemas.microsoft.com/office/powerpoint/2010/main" val="4193827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91730"/>
  <p:tag name="KSO_WM_TEMPLATE_THUMBS_INDEX" val="1、2、3、4、5、6、7、8、9、10、11、12、13、14、15"/>
  <p:tag name="KSO_WM_TEMPLATE_SUBCATEGORY" val="0"/>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SLIDE_ID" val="custom20191730_3"/>
  <p:tag name="KSO_WM_SLIDE_TYPE" val="sectionTitle"/>
  <p:tag name="KSO_WM_SLIDE_SUBTYPE" val="pureTxt"/>
  <p:tag name="KSO_WM_SLIDE_ITEM_CNT" val="0"/>
  <p:tag name="KSO_WM_SLIDE_INDEX" val="3"/>
  <p:tag name="KSO_WM_TAG_VERSION" val="1.0"/>
  <p:tag name="KSO_WM_BEAUTIFY_FLAG" val="#wm#"/>
  <p:tag name="KSO_WM_TEMPLATE_CATEGORY" val="custom"/>
  <p:tag name="KSO_WM_TEMPLATE_INDEX" val="20191730"/>
  <p:tag name="KSO_WM_SLIDE_LAYOUT" val="a_b_e"/>
  <p:tag name="KSO_WM_SLIDE_LAYOUT_CNT" val="1_1_1"/>
  <p:tag name="KSO_WM_TEMPLATE_SUBCATEGORY" val="0"/>
  <p:tag name="KSO_WM_FULL_TEXT_BEAUTIFY_COPY_ID" val="150995357"/>
</p:tagLst>
</file>

<file path=ppt/tags/tag33.xml><?xml version="1.0" encoding="utf-8"?>
<p:tagLst xmlns:a="http://schemas.openxmlformats.org/drawingml/2006/main" xmlns:r="http://schemas.openxmlformats.org/officeDocument/2006/relationships" xmlns:p="http://schemas.openxmlformats.org/presentationml/2006/main">
  <p:tag name="KSO_WM_FULL_TEXT_BEAUTIFY_COPY_ID" val="5"/>
</p:tagLst>
</file>

<file path=ppt/tags/tag34.xml><?xml version="1.0" encoding="utf-8"?>
<p:tagLst xmlns:a="http://schemas.openxmlformats.org/drawingml/2006/main" xmlns:r="http://schemas.openxmlformats.org/officeDocument/2006/relationships" xmlns:p="http://schemas.openxmlformats.org/presentationml/2006/main">
  <p:tag name="KSO_WM_UNIT_PRESET_TEXT" val="01"/>
  <p:tag name="KSO_WM_UNIT_VALUE" val="1"/>
  <p:tag name="KSO_WM_UNIT_HIGHLIGHT" val="0"/>
  <p:tag name="KSO_WM_UNIT_COMPATIBLE" val="0"/>
  <p:tag name="KSO_WM_UNIT_DIAGRAM_ISNUMVISUAL" val="0"/>
  <p:tag name="KSO_WM_UNIT_DIAGRAM_ISREFERUNIT" val="0"/>
  <p:tag name="KSO_WM_UNIT_TYPE" val="e"/>
  <p:tag name="KSO_WM_UNIT_INDEX" val="1"/>
  <p:tag name="KSO_WM_UNIT_ID" val="custom20191730_3*e*1"/>
  <p:tag name="KSO_WM_TEMPLATE_CATEGORY" val="custom"/>
  <p:tag name="KSO_WM_TEMPLATE_INDEX" val="20191730"/>
  <p:tag name="KSO_WM_UNIT_LAYERLEVEL" val="1"/>
  <p:tag name="KSO_WM_TAG_VERSION" val="1.0"/>
  <p:tag name="KSO_WM_BEAUTIFY_FLAG" val="#wm#"/>
  <p:tag name="KSO_WM_UNIT_NOCLEAR" val="0"/>
  <p:tag name="KSO_WM_FULL_TEXT_BEAUTIFY_COPY_ID" val="4"/>
</p:tagLst>
</file>

<file path=ppt/tags/tag3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3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69"/>
</p:tagLst>
</file>

<file path=ppt/tags/tag3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6.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0.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7.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8.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1.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2.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3.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6.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80.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8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8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8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8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heme/theme1.xml><?xml version="1.0" encoding="utf-8"?>
<a:theme xmlns:a="http://schemas.openxmlformats.org/drawingml/2006/main" name="2_Office 主题​​">
  <a:themeElements>
    <a:clrScheme name="自定义 2">
      <a:dk1>
        <a:srgbClr val="000000"/>
      </a:dk1>
      <a:lt1>
        <a:srgbClr val="FFFFFF"/>
      </a:lt1>
      <a:dk2>
        <a:srgbClr val="00ABE9"/>
      </a:dk2>
      <a:lt2>
        <a:srgbClr val="C6D65B"/>
      </a:lt2>
      <a:accent1>
        <a:srgbClr val="4CC5F0"/>
      </a:accent1>
      <a:accent2>
        <a:srgbClr val="00ABE9"/>
      </a:accent2>
      <a:accent3>
        <a:srgbClr val="C6D65B"/>
      </a:accent3>
      <a:accent4>
        <a:srgbClr val="7DCF87"/>
      </a:accent4>
      <a:accent5>
        <a:srgbClr val="B7CE2F"/>
      </a:accent5>
      <a:accent6>
        <a:srgbClr val="93DCF6"/>
      </a:accent6>
      <a:hlink>
        <a:srgbClr val="BFBFBF"/>
      </a:hlink>
      <a:folHlink>
        <a:srgbClr val="BFBFBF"/>
      </a:folHlink>
    </a:clrScheme>
    <a:fontScheme name="1aydu5ro">
      <a:majorFont>
        <a:latin typeface="Arial"/>
        <a:ea typeface="苹方-简"/>
        <a:cs typeface=""/>
      </a:majorFont>
      <a:minorFont>
        <a:latin typeface="Arial"/>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7991</TotalTime>
  <Words>2858</Words>
  <Application>Microsoft Macintosh PowerPoint</Application>
  <PresentationFormat>宽屏</PresentationFormat>
  <Paragraphs>186</Paragraphs>
  <Slides>19</Slides>
  <Notes>18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19</vt:i4>
      </vt:variant>
    </vt:vector>
  </HeadingPairs>
  <TitlesOfParts>
    <vt:vector size="26" baseType="lpstr">
      <vt:lpstr>等线</vt:lpstr>
      <vt:lpstr>方正屏显雅宋_GBK</vt:lpstr>
      <vt:lpstr>微软雅黑</vt:lpstr>
      <vt:lpstr>Arial</vt:lpstr>
      <vt:lpstr>Calibri</vt:lpstr>
      <vt:lpstr>Wingdings</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Ying Song</dc:creator>
  <cp:lastModifiedBy>李强</cp:lastModifiedBy>
  <cp:revision>23</cp:revision>
  <dcterms:created xsi:type="dcterms:W3CDTF">2019-06-19T02:08:00Z</dcterms:created>
  <dcterms:modified xsi:type="dcterms:W3CDTF">2025-01-12T06:41:38Z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2052-10.8.0.6018</vt:lpwstr>
  </property>
  <property fmtid="{D5CDD505-2E9C-101B-9397-08002B2CF9AE}" pid="3" name="ICV">
    <vt:lpwstr>DAEF22CE9FEB460DB4DF9BEF6398CD7D</vt:lpwstr>
  </property>
</Properties>
</file>