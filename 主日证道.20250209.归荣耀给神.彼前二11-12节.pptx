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3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4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5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6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7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8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9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0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12.xml" ContentType="application/vnd.openxmlformats-officedocument.presentationml.notesSlide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13.xml" ContentType="application/vnd.openxmlformats-officedocument.presentationml.notesSlide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4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5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16.xml" ContentType="application/vnd.openxmlformats-officedocument.presentationml.notesSlide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7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18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1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560" r:id="rId2"/>
    <p:sldId id="554" r:id="rId3"/>
    <p:sldId id="425" r:id="rId4"/>
    <p:sldId id="609" r:id="rId5"/>
    <p:sldId id="623" r:id="rId6"/>
    <p:sldId id="531" r:id="rId7"/>
    <p:sldId id="594" r:id="rId8"/>
    <p:sldId id="624" r:id="rId9"/>
    <p:sldId id="625" r:id="rId10"/>
    <p:sldId id="626" r:id="rId11"/>
    <p:sldId id="627" r:id="rId12"/>
    <p:sldId id="629" r:id="rId13"/>
    <p:sldId id="630" r:id="rId14"/>
    <p:sldId id="631" r:id="rId15"/>
    <p:sldId id="632" r:id="rId16"/>
    <p:sldId id="633" r:id="rId17"/>
    <p:sldId id="634" r:id="rId18"/>
    <p:sldId id="635" r:id="rId19"/>
    <p:sldId id="636" r:id="rId20"/>
    <p:sldId id="552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7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0909"/>
    <a:srgbClr val="F1F1F1"/>
    <a:srgbClr val="1A3A76"/>
    <a:srgbClr val="633D06"/>
    <a:srgbClr val="FCFEFE"/>
    <a:srgbClr val="FFFFFF"/>
    <a:srgbClr val="00205D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458D80-AA91-465D-8999-D4359F615098}" v="577" dt="2025-02-07T22:20:39.538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2183" autoAdjust="0"/>
  </p:normalViewPr>
  <p:slideViewPr>
    <p:cSldViewPr snapToGrid="0">
      <p:cViewPr varScale="1">
        <p:scale>
          <a:sx n="92" d="100"/>
          <a:sy n="92" d="100"/>
        </p:scale>
        <p:origin x="1194" y="84"/>
      </p:cViewPr>
      <p:guideLst>
        <p:guide orient="horz" pos="867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</pc:sldChg>
    </pc:docChg>
  </pc:docChgLst>
  <pc:docChgLst>
    <pc:chgData name="强 李" userId="cd6c7ec7188785ae" providerId="LiveId" clId="{4AB20E6F-2848-4974-B951-18355A4600C1}"/>
    <pc:docChg chg="undo custSel addSld delSld modSld sldOrd">
      <pc:chgData name="强 李" userId="cd6c7ec7188785ae" providerId="LiveId" clId="{4AB20E6F-2848-4974-B951-18355A4600C1}" dt="2024-10-13T00:11:02.643" v="1067"/>
      <pc:docMkLst>
        <pc:docMk/>
      </pc:docMkLst>
      <pc:sldChg chg="modSp mod">
        <pc:chgData name="强 李" userId="cd6c7ec7188785ae" providerId="LiveId" clId="{4AB20E6F-2848-4974-B951-18355A4600C1}" dt="2024-10-12T23:16:12.503" v="126" actId="403"/>
        <pc:sldMkLst>
          <pc:docMk/>
          <pc:sldMk cId="0" sldId="425"/>
        </pc:sldMkLst>
      </pc:sldChg>
      <pc:sldChg chg="addSp delSp modSp mod">
        <pc:chgData name="强 李" userId="cd6c7ec7188785ae" providerId="LiveId" clId="{4AB20E6F-2848-4974-B951-18355A4600C1}" dt="2024-10-12T23:38:01.854" v="259" actId="6549"/>
        <pc:sldMkLst>
          <pc:docMk/>
          <pc:sldMk cId="54695671" sldId="531"/>
        </pc:sldMkLst>
      </pc:sldChg>
      <pc:sldChg chg="modSp">
        <pc:chgData name="强 李" userId="cd6c7ec7188785ae" providerId="LiveId" clId="{4AB20E6F-2848-4974-B951-18355A4600C1}" dt="2024-10-13T00:11:02.643" v="1067"/>
        <pc:sldMkLst>
          <pc:docMk/>
          <pc:sldMk cId="419382719" sldId="552"/>
        </pc:sldMkLst>
      </pc:sldChg>
      <pc:sldChg chg="modSp">
        <pc:chgData name="强 李" userId="cd6c7ec7188785ae" providerId="LiveId" clId="{4AB20E6F-2848-4974-B951-18355A4600C1}" dt="2024-10-12T23:12:58.311" v="102"/>
        <pc:sldMkLst>
          <pc:docMk/>
          <pc:sldMk cId="3418790839" sldId="554"/>
        </pc:sldMkLst>
      </pc:sldChg>
      <pc:sldChg chg="modSp mod">
        <pc:chgData name="强 李" userId="cd6c7ec7188785ae" providerId="LiveId" clId="{4AB20E6F-2848-4974-B951-18355A4600C1}" dt="2024-10-12T23:11:10.756" v="8" actId="20577"/>
        <pc:sldMkLst>
          <pc:docMk/>
          <pc:sldMk cId="1911491714" sldId="560"/>
        </pc:sldMkLst>
      </pc:sldChg>
      <pc:sldChg chg="modSp mod">
        <pc:chgData name="强 李" userId="cd6c7ec7188785ae" providerId="LiveId" clId="{4AB20E6F-2848-4974-B951-18355A4600C1}" dt="2024-10-12T23:40:45.967" v="339" actId="6549"/>
        <pc:sldMkLst>
          <pc:docMk/>
          <pc:sldMk cId="340286292" sldId="594"/>
        </pc:sldMkLst>
      </pc:sldChg>
      <pc:sldChg chg="del">
        <pc:chgData name="强 李" userId="cd6c7ec7188785ae" providerId="LiveId" clId="{4AB20E6F-2848-4974-B951-18355A4600C1}" dt="2024-10-12T23:17:50.545" v="223" actId="47"/>
        <pc:sldMkLst>
          <pc:docMk/>
          <pc:sldMk cId="3965997736" sldId="598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4081840699" sldId="599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2538305957" sldId="601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78345744" sldId="602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1450588716" sldId="603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359668770" sldId="604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1727666922" sldId="605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4035781716" sldId="606"/>
        </pc:sldMkLst>
      </pc:sldChg>
      <pc:sldChg chg="del">
        <pc:chgData name="强 李" userId="cd6c7ec7188785ae" providerId="LiveId" clId="{4AB20E6F-2848-4974-B951-18355A4600C1}" dt="2024-10-12T23:43:46.936" v="419" actId="47"/>
        <pc:sldMkLst>
          <pc:docMk/>
          <pc:sldMk cId="562774613" sldId="607"/>
        </pc:sldMkLst>
      </pc:sldChg>
      <pc:sldChg chg="modSp mod">
        <pc:chgData name="强 李" userId="cd6c7ec7188785ae" providerId="LiveId" clId="{4AB20E6F-2848-4974-B951-18355A4600C1}" dt="2024-10-13T00:10:26.284" v="1060" actId="14100"/>
        <pc:sldMkLst>
          <pc:docMk/>
          <pc:sldMk cId="1301125905" sldId="608"/>
        </pc:sldMkLst>
      </pc:sldChg>
      <pc:sldChg chg="modSp add mod">
        <pc:chgData name="强 李" userId="cd6c7ec7188785ae" providerId="LiveId" clId="{4AB20E6F-2848-4974-B951-18355A4600C1}" dt="2024-10-13T00:06:11.061" v="974"/>
        <pc:sldMkLst>
          <pc:docMk/>
          <pc:sldMk cId="1722492924" sldId="609"/>
        </pc:sldMkLst>
      </pc:sldChg>
      <pc:sldChg chg="modSp add mod">
        <pc:chgData name="强 李" userId="cd6c7ec7188785ae" providerId="LiveId" clId="{4AB20E6F-2848-4974-B951-18355A4600C1}" dt="2024-10-12T23:43:36.919" v="417" actId="20577"/>
        <pc:sldMkLst>
          <pc:docMk/>
          <pc:sldMk cId="1283152500" sldId="610"/>
        </pc:sldMkLst>
      </pc:sldChg>
      <pc:sldChg chg="add del">
        <pc:chgData name="强 李" userId="cd6c7ec7188785ae" providerId="LiveId" clId="{4AB20E6F-2848-4974-B951-18355A4600C1}" dt="2024-10-12T23:42:04.554" v="355"/>
        <pc:sldMkLst>
          <pc:docMk/>
          <pc:sldMk cId="979928206" sldId="611"/>
        </pc:sldMkLst>
      </pc:sldChg>
      <pc:sldChg chg="modSp add mod">
        <pc:chgData name="强 李" userId="cd6c7ec7188785ae" providerId="LiveId" clId="{4AB20E6F-2848-4974-B951-18355A4600C1}" dt="2024-10-12T23:44:58.693" v="453" actId="6549"/>
        <pc:sldMkLst>
          <pc:docMk/>
          <pc:sldMk cId="1793699087" sldId="611"/>
        </pc:sldMkLst>
      </pc:sldChg>
      <pc:sldChg chg="addSp delSp modSp add mod ord">
        <pc:chgData name="强 李" userId="cd6c7ec7188785ae" providerId="LiveId" clId="{4AB20E6F-2848-4974-B951-18355A4600C1}" dt="2024-10-12T23:50:14.733" v="712" actId="6549"/>
        <pc:sldMkLst>
          <pc:docMk/>
          <pc:sldMk cId="3072232056" sldId="612"/>
        </pc:sldMkLst>
      </pc:sldChg>
      <pc:sldChg chg="modSp add mod">
        <pc:chgData name="强 李" userId="cd6c7ec7188785ae" providerId="LiveId" clId="{4AB20E6F-2848-4974-B951-18355A4600C1}" dt="2024-10-13T00:03:12.491" v="836" actId="20577"/>
        <pc:sldMkLst>
          <pc:docMk/>
          <pc:sldMk cId="1832916219" sldId="613"/>
        </pc:sldMkLst>
      </pc:sldChg>
      <pc:sldChg chg="modSp add mod">
        <pc:chgData name="强 李" userId="cd6c7ec7188785ae" providerId="LiveId" clId="{4AB20E6F-2848-4974-B951-18355A4600C1}" dt="2024-10-13T00:05:26.909" v="951" actId="6549"/>
        <pc:sldMkLst>
          <pc:docMk/>
          <pc:sldMk cId="876084684" sldId="614"/>
        </pc:sldMkLst>
      </pc:sldChg>
      <pc:sldChg chg="modSp add mod">
        <pc:chgData name="强 李" userId="cd6c7ec7188785ae" providerId="LiveId" clId="{4AB20E6F-2848-4974-B951-18355A4600C1}" dt="2024-10-13T00:09:28.317" v="1031" actId="20577"/>
        <pc:sldMkLst>
          <pc:docMk/>
          <pc:sldMk cId="292999500" sldId="615"/>
        </pc:sldMkLst>
      </pc:sldChg>
      <pc:sldChg chg="modSp add del mod">
        <pc:chgData name="强 李" userId="cd6c7ec7188785ae" providerId="LiveId" clId="{4AB20E6F-2848-4974-B951-18355A4600C1}" dt="2024-10-13T00:09:57.637" v="1050" actId="47"/>
        <pc:sldMkLst>
          <pc:docMk/>
          <pc:sldMk cId="726664714" sldId="616"/>
        </pc:sldMkLst>
      </pc:sldChg>
    </pc:docChg>
  </pc:docChgLst>
  <pc:docChgLst>
    <pc:chgData name="强 李" userId="cd6c7ec7188785ae" providerId="LiveId" clId="{5F458D80-AA91-465D-8999-D4359F615098}"/>
    <pc:docChg chg="undo custSel addSld delSld modSld sldOrd">
      <pc:chgData name="强 李" userId="cd6c7ec7188785ae" providerId="LiveId" clId="{5F458D80-AA91-465D-8999-D4359F615098}" dt="2025-02-07T22:29:25.937" v="3060" actId="113"/>
      <pc:docMkLst>
        <pc:docMk/>
      </pc:docMkLst>
      <pc:sldChg chg="modSp mod">
        <pc:chgData name="强 李" userId="cd6c7ec7188785ae" providerId="LiveId" clId="{5F458D80-AA91-465D-8999-D4359F615098}" dt="2025-02-07T22:20:14.594" v="2971" actId="113"/>
        <pc:sldMkLst>
          <pc:docMk/>
          <pc:sldMk cId="0" sldId="425"/>
        </pc:sldMkLst>
        <pc:spChg chg="mod">
          <ac:chgData name="强 李" userId="cd6c7ec7188785ae" providerId="LiveId" clId="{5F458D80-AA91-465D-8999-D4359F615098}" dt="2025-02-07T22:20:14.594" v="2971" actId="113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5F458D80-AA91-465D-8999-D4359F615098}" dt="2025-02-07T13:04:22.801" v="290" actId="20577"/>
          <ac:spMkLst>
            <pc:docMk/>
            <pc:sldMk cId="0" sldId="425"/>
            <ac:spMk id="18" creationId="{00000000-0000-0000-0000-000000000000}"/>
          </ac:spMkLst>
        </pc:spChg>
      </pc:sldChg>
      <pc:sldChg chg="modSp mod">
        <pc:chgData name="强 李" userId="cd6c7ec7188785ae" providerId="LiveId" clId="{5F458D80-AA91-465D-8999-D4359F615098}" dt="2025-02-07T22:19:01.824" v="2958" actId="14100"/>
        <pc:sldMkLst>
          <pc:docMk/>
          <pc:sldMk cId="54695671" sldId="531"/>
        </pc:sldMkLst>
        <pc:spChg chg="mod">
          <ac:chgData name="强 李" userId="cd6c7ec7188785ae" providerId="LiveId" clId="{5F458D80-AA91-465D-8999-D4359F615098}" dt="2025-02-07T22:19:01.824" v="2958" actId="14100"/>
          <ac:spMkLst>
            <pc:docMk/>
            <pc:sldMk cId="54695671" sldId="531"/>
            <ac:spMk id="18" creationId="{00000000-0000-0000-0000-000000000000}"/>
          </ac:spMkLst>
        </pc:spChg>
      </pc:sldChg>
      <pc:sldChg chg="modSp">
        <pc:chgData name="强 李" userId="cd6c7ec7188785ae" providerId="LiveId" clId="{5F458D80-AA91-465D-8999-D4359F615098}" dt="2025-02-07T13:16:24.997" v="339"/>
        <pc:sldMkLst>
          <pc:docMk/>
          <pc:sldMk cId="419382719" sldId="552"/>
        </pc:sldMkLst>
        <pc:graphicFrameChg chg="mod">
          <ac:chgData name="强 李" userId="cd6c7ec7188785ae" providerId="LiveId" clId="{5F458D80-AA91-465D-8999-D4359F615098}" dt="2025-02-07T13:16:24.997" v="339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 mod modNotesTx">
        <pc:chgData name="强 李" userId="cd6c7ec7188785ae" providerId="LiveId" clId="{5F458D80-AA91-465D-8999-D4359F615098}" dt="2025-02-07T22:18:16.281" v="2951" actId="14100"/>
        <pc:sldMkLst>
          <pc:docMk/>
          <pc:sldMk cId="3418790839" sldId="554"/>
        </pc:sldMkLst>
        <pc:spChg chg="mod">
          <ac:chgData name="强 李" userId="cd6c7ec7188785ae" providerId="LiveId" clId="{5F458D80-AA91-465D-8999-D4359F615098}" dt="2025-02-07T22:18:16.281" v="2951" actId="14100"/>
          <ac:spMkLst>
            <pc:docMk/>
            <pc:sldMk cId="3418790839" sldId="554"/>
            <ac:spMk id="2" creationId="{F19E7EA4-ECED-F7AC-62F4-4917E6F8E7F3}"/>
          </ac:spMkLst>
        </pc:spChg>
        <pc:graphicFrameChg chg="mod">
          <ac:chgData name="强 李" userId="cd6c7ec7188785ae" providerId="LiveId" clId="{5F458D80-AA91-465D-8999-D4359F615098}" dt="2025-02-07T13:01:34.392" v="214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addSp delSp modSp mod">
        <pc:chgData name="强 李" userId="cd6c7ec7188785ae" providerId="LiveId" clId="{5F458D80-AA91-465D-8999-D4359F615098}" dt="2025-02-07T22:29:25.937" v="3060" actId="113"/>
        <pc:sldMkLst>
          <pc:docMk/>
          <pc:sldMk cId="1911491714" sldId="560"/>
        </pc:sldMkLst>
        <pc:spChg chg="mod">
          <ac:chgData name="强 李" userId="cd6c7ec7188785ae" providerId="LiveId" clId="{5F458D80-AA91-465D-8999-D4359F615098}" dt="2025-02-07T22:29:25.937" v="3060" actId="113"/>
          <ac:spMkLst>
            <pc:docMk/>
            <pc:sldMk cId="1911491714" sldId="560"/>
            <ac:spMk id="4" creationId="{00000000-0000-0000-0000-000000000000}"/>
          </ac:spMkLst>
        </pc:spChg>
        <pc:spChg chg="del mod">
          <ac:chgData name="强 李" userId="cd6c7ec7188785ae" providerId="LiveId" clId="{5F458D80-AA91-465D-8999-D4359F615098}" dt="2025-02-07T22:28:40.895" v="3043"/>
          <ac:spMkLst>
            <pc:docMk/>
            <pc:sldMk cId="1911491714" sldId="560"/>
            <ac:spMk id="5" creationId="{00000000-0000-0000-0000-000000000000}"/>
          </ac:spMkLst>
        </pc:spChg>
        <pc:picChg chg="add del mod">
          <ac:chgData name="强 李" userId="cd6c7ec7188785ae" providerId="LiveId" clId="{5F458D80-AA91-465D-8999-D4359F615098}" dt="2025-02-07T22:27:29.507" v="3032" actId="478"/>
          <ac:picMkLst>
            <pc:docMk/>
            <pc:sldMk cId="1911491714" sldId="560"/>
            <ac:picMk id="3" creationId="{2880E017-DE0C-D7F0-827F-3C5794576EA0}"/>
          </ac:picMkLst>
        </pc:picChg>
        <pc:picChg chg="del">
          <ac:chgData name="强 李" userId="cd6c7ec7188785ae" providerId="LiveId" clId="{5F458D80-AA91-465D-8999-D4359F615098}" dt="2025-02-07T22:27:36.372" v="3036" actId="478"/>
          <ac:picMkLst>
            <pc:docMk/>
            <pc:sldMk cId="1911491714" sldId="560"/>
            <ac:picMk id="6" creationId="{E6E5D9A9-F0E5-8623-F3B2-B11B2801CB4B}"/>
          </ac:picMkLst>
        </pc:picChg>
        <pc:picChg chg="add mod">
          <ac:chgData name="强 李" userId="cd6c7ec7188785ae" providerId="LiveId" clId="{5F458D80-AA91-465D-8999-D4359F615098}" dt="2025-02-07T22:27:55.351" v="3040" actId="14100"/>
          <ac:picMkLst>
            <pc:docMk/>
            <pc:sldMk cId="1911491714" sldId="560"/>
            <ac:picMk id="8" creationId="{6244F1EC-B2F4-CA71-4CBF-A2060C79C86E}"/>
          </ac:picMkLst>
        </pc:picChg>
      </pc:sldChg>
      <pc:sldChg chg="modSp mod">
        <pc:chgData name="强 李" userId="cd6c7ec7188785ae" providerId="LiveId" clId="{5F458D80-AA91-465D-8999-D4359F615098}" dt="2025-02-07T13:29:40.829" v="929"/>
        <pc:sldMkLst>
          <pc:docMk/>
          <pc:sldMk cId="340286292" sldId="594"/>
        </pc:sldMkLst>
        <pc:spChg chg="mod">
          <ac:chgData name="强 李" userId="cd6c7ec7188785ae" providerId="LiveId" clId="{5F458D80-AA91-465D-8999-D4359F615098}" dt="2025-02-07T13:29:40.829" v="929"/>
          <ac:spMkLst>
            <pc:docMk/>
            <pc:sldMk cId="340286292" sldId="594"/>
            <ac:spMk id="2" creationId="{00000000-0000-0000-0000-000000000000}"/>
          </ac:spMkLst>
        </pc:spChg>
        <pc:spChg chg="mod">
          <ac:chgData name="强 李" userId="cd6c7ec7188785ae" providerId="LiveId" clId="{5F458D80-AA91-465D-8999-D4359F615098}" dt="2025-02-07T13:10:11.332" v="331"/>
          <ac:spMkLst>
            <pc:docMk/>
            <pc:sldMk cId="340286292" sldId="594"/>
            <ac:spMk id="18" creationId="{00000000-0000-0000-0000-000000000000}"/>
          </ac:spMkLst>
        </pc:spChg>
      </pc:sldChg>
      <pc:sldChg chg="delSp modSp mod modNotesTx">
        <pc:chgData name="强 李" userId="cd6c7ec7188785ae" providerId="LiveId" clId="{5F458D80-AA91-465D-8999-D4359F615098}" dt="2025-02-07T22:20:44.839" v="3029" actId="14100"/>
        <pc:sldMkLst>
          <pc:docMk/>
          <pc:sldMk cId="1722492924" sldId="609"/>
        </pc:sldMkLst>
        <pc:spChg chg="mod">
          <ac:chgData name="强 李" userId="cd6c7ec7188785ae" providerId="LiveId" clId="{5F458D80-AA91-465D-8999-D4359F615098}" dt="2025-02-07T22:20:39.538" v="3028"/>
          <ac:spMkLst>
            <pc:docMk/>
            <pc:sldMk cId="1722492924" sldId="609"/>
            <ac:spMk id="2" creationId="{00000000-0000-0000-0000-000000000000}"/>
          </ac:spMkLst>
        </pc:spChg>
        <pc:spChg chg="mod">
          <ac:chgData name="强 李" userId="cd6c7ec7188785ae" providerId="LiveId" clId="{5F458D80-AA91-465D-8999-D4359F615098}" dt="2025-02-07T13:03:45.135" v="282"/>
          <ac:spMkLst>
            <pc:docMk/>
            <pc:sldMk cId="1722492924" sldId="609"/>
            <ac:spMk id="16" creationId="{7DE16206-6F61-BEC3-0DA4-3625D631A8E6}"/>
          </ac:spMkLst>
        </pc:spChg>
        <pc:spChg chg="mod">
          <ac:chgData name="强 李" userId="cd6c7ec7188785ae" providerId="LiveId" clId="{5F458D80-AA91-465D-8999-D4359F615098}" dt="2025-02-07T22:18:37.840" v="2955" actId="1076"/>
          <ac:spMkLst>
            <pc:docMk/>
            <pc:sldMk cId="1722492924" sldId="609"/>
            <ac:spMk id="18" creationId="{00000000-0000-0000-0000-000000000000}"/>
          </ac:spMkLst>
        </pc:spChg>
        <pc:grpChg chg="del">
          <ac:chgData name="强 李" userId="cd6c7ec7188785ae" providerId="LiveId" clId="{5F458D80-AA91-465D-8999-D4359F615098}" dt="2025-02-07T13:02:19.595" v="219" actId="478"/>
          <ac:grpSpMkLst>
            <pc:docMk/>
            <pc:sldMk cId="1722492924" sldId="609"/>
            <ac:grpSpMk id="4" creationId="{67CFBFED-23BA-58E2-0492-595457A1DA5E}"/>
          </ac:grpSpMkLst>
        </pc:grpChg>
        <pc:grpChg chg="del">
          <ac:chgData name="强 李" userId="cd6c7ec7188785ae" providerId="LiveId" clId="{5F458D80-AA91-465D-8999-D4359F615098}" dt="2025-02-07T13:02:18.340" v="218" actId="478"/>
          <ac:grpSpMkLst>
            <pc:docMk/>
            <pc:sldMk cId="1722492924" sldId="609"/>
            <ac:grpSpMk id="6" creationId="{56CD5BD2-A0CC-7D0E-3BD1-0613845A3BF3}"/>
          </ac:grpSpMkLst>
        </pc:grpChg>
        <pc:cxnChg chg="mod">
          <ac:chgData name="强 李" userId="cd6c7ec7188785ae" providerId="LiveId" clId="{5F458D80-AA91-465D-8999-D4359F615098}" dt="2025-02-07T22:20:44.839" v="3029" actId="14100"/>
          <ac:cxnSpMkLst>
            <pc:docMk/>
            <pc:sldMk cId="1722492924" sldId="609"/>
            <ac:cxnSpMk id="5" creationId="{9CA26DAA-ACC3-E965-66E4-F6A39B93A5B3}"/>
          </ac:cxnSpMkLst>
        </pc:cxnChg>
      </pc:sldChg>
      <pc:sldChg chg="del">
        <pc:chgData name="强 李" userId="cd6c7ec7188785ae" providerId="LiveId" clId="{5F458D80-AA91-465D-8999-D4359F615098}" dt="2025-02-07T13:10:17.401" v="332" actId="47"/>
        <pc:sldMkLst>
          <pc:docMk/>
          <pc:sldMk cId="2760210375" sldId="610"/>
        </pc:sldMkLst>
      </pc:sldChg>
      <pc:sldChg chg="del">
        <pc:chgData name="强 李" userId="cd6c7ec7188785ae" providerId="LiveId" clId="{5F458D80-AA91-465D-8999-D4359F615098}" dt="2025-02-07T13:10:17.401" v="332" actId="47"/>
        <pc:sldMkLst>
          <pc:docMk/>
          <pc:sldMk cId="198999163" sldId="611"/>
        </pc:sldMkLst>
      </pc:sldChg>
      <pc:sldChg chg="del">
        <pc:chgData name="强 李" userId="cd6c7ec7188785ae" providerId="LiveId" clId="{5F458D80-AA91-465D-8999-D4359F615098}" dt="2025-02-07T13:10:17.401" v="332" actId="47"/>
        <pc:sldMkLst>
          <pc:docMk/>
          <pc:sldMk cId="3764677725" sldId="612"/>
        </pc:sldMkLst>
      </pc:sldChg>
      <pc:sldChg chg="del">
        <pc:chgData name="强 李" userId="cd6c7ec7188785ae" providerId="LiveId" clId="{5F458D80-AA91-465D-8999-D4359F615098}" dt="2025-02-07T13:10:17.401" v="332" actId="47"/>
        <pc:sldMkLst>
          <pc:docMk/>
          <pc:sldMk cId="405129243" sldId="613"/>
        </pc:sldMkLst>
      </pc:sldChg>
      <pc:sldChg chg="del">
        <pc:chgData name="强 李" userId="cd6c7ec7188785ae" providerId="LiveId" clId="{5F458D80-AA91-465D-8999-D4359F615098}" dt="2025-02-07T13:10:17.401" v="332" actId="47"/>
        <pc:sldMkLst>
          <pc:docMk/>
          <pc:sldMk cId="204469289" sldId="614"/>
        </pc:sldMkLst>
      </pc:sldChg>
      <pc:sldChg chg="del">
        <pc:chgData name="强 李" userId="cd6c7ec7188785ae" providerId="LiveId" clId="{5F458D80-AA91-465D-8999-D4359F615098}" dt="2025-02-07T13:10:17.401" v="332" actId="47"/>
        <pc:sldMkLst>
          <pc:docMk/>
          <pc:sldMk cId="2085745645" sldId="615"/>
        </pc:sldMkLst>
      </pc:sldChg>
      <pc:sldChg chg="del">
        <pc:chgData name="强 李" userId="cd6c7ec7188785ae" providerId="LiveId" clId="{5F458D80-AA91-465D-8999-D4359F615098}" dt="2025-02-07T13:10:17.401" v="332" actId="47"/>
        <pc:sldMkLst>
          <pc:docMk/>
          <pc:sldMk cId="3279614268" sldId="616"/>
        </pc:sldMkLst>
      </pc:sldChg>
      <pc:sldChg chg="del">
        <pc:chgData name="强 李" userId="cd6c7ec7188785ae" providerId="LiveId" clId="{5F458D80-AA91-465D-8999-D4359F615098}" dt="2025-02-07T13:10:17.401" v="332" actId="47"/>
        <pc:sldMkLst>
          <pc:docMk/>
          <pc:sldMk cId="3450556773" sldId="618"/>
        </pc:sldMkLst>
      </pc:sldChg>
      <pc:sldChg chg="del">
        <pc:chgData name="强 李" userId="cd6c7ec7188785ae" providerId="LiveId" clId="{5F458D80-AA91-465D-8999-D4359F615098}" dt="2025-02-07T13:10:17.401" v="332" actId="47"/>
        <pc:sldMkLst>
          <pc:docMk/>
          <pc:sldMk cId="688691075" sldId="619"/>
        </pc:sldMkLst>
      </pc:sldChg>
      <pc:sldChg chg="del">
        <pc:chgData name="强 李" userId="cd6c7ec7188785ae" providerId="LiveId" clId="{5F458D80-AA91-465D-8999-D4359F615098}" dt="2025-02-07T13:10:17.401" v="332" actId="47"/>
        <pc:sldMkLst>
          <pc:docMk/>
          <pc:sldMk cId="2358058328" sldId="620"/>
        </pc:sldMkLst>
      </pc:sldChg>
      <pc:sldChg chg="del">
        <pc:chgData name="强 李" userId="cd6c7ec7188785ae" providerId="LiveId" clId="{5F458D80-AA91-465D-8999-D4359F615098}" dt="2025-02-07T13:10:17.401" v="332" actId="47"/>
        <pc:sldMkLst>
          <pc:docMk/>
          <pc:sldMk cId="1993124358" sldId="621"/>
        </pc:sldMkLst>
      </pc:sldChg>
      <pc:sldChg chg="del">
        <pc:chgData name="强 李" userId="cd6c7ec7188785ae" providerId="LiveId" clId="{5F458D80-AA91-465D-8999-D4359F615098}" dt="2025-02-07T13:10:17.401" v="332" actId="47"/>
        <pc:sldMkLst>
          <pc:docMk/>
          <pc:sldMk cId="2742710798" sldId="622"/>
        </pc:sldMkLst>
      </pc:sldChg>
      <pc:sldChg chg="delSp modSp add mod ord">
        <pc:chgData name="强 李" userId="cd6c7ec7188785ae" providerId="LiveId" clId="{5F458D80-AA91-465D-8999-D4359F615098}" dt="2025-02-07T22:18:30.423" v="2954" actId="14100"/>
        <pc:sldMkLst>
          <pc:docMk/>
          <pc:sldMk cId="2125890840" sldId="623"/>
        </pc:sldMkLst>
        <pc:spChg chg="mod">
          <ac:chgData name="强 李" userId="cd6c7ec7188785ae" providerId="LiveId" clId="{5F458D80-AA91-465D-8999-D4359F615098}" dt="2025-02-07T13:22:31.816" v="390" actId="207"/>
          <ac:spMkLst>
            <pc:docMk/>
            <pc:sldMk cId="2125890840" sldId="623"/>
            <ac:spMk id="10" creationId="{3FB27B4C-89BF-409E-EEEB-30A7702DF373}"/>
          </ac:spMkLst>
        </pc:spChg>
        <pc:spChg chg="mod">
          <ac:chgData name="强 李" userId="cd6c7ec7188785ae" providerId="LiveId" clId="{5F458D80-AA91-465D-8999-D4359F615098}" dt="2025-02-07T22:18:30.423" v="2954" actId="14100"/>
          <ac:spMkLst>
            <pc:docMk/>
            <pc:sldMk cId="2125890840" sldId="623"/>
            <ac:spMk id="18" creationId="{08848601-A6AF-8D20-B17B-7D8C55E73C6C}"/>
          </ac:spMkLst>
        </pc:spChg>
        <pc:graphicFrameChg chg="del">
          <ac:chgData name="强 李" userId="cd6c7ec7188785ae" providerId="LiveId" clId="{5F458D80-AA91-465D-8999-D4359F615098}" dt="2025-02-07T13:05:12.542" v="297" actId="478"/>
          <ac:graphicFrameMkLst>
            <pc:docMk/>
            <pc:sldMk cId="2125890840" sldId="623"/>
            <ac:graphicFrameMk id="3" creationId="{CE084A19-0B97-7053-172C-9B1C867BC687}"/>
          </ac:graphicFrameMkLst>
        </pc:graphicFrameChg>
      </pc:sldChg>
      <pc:sldChg chg="modSp add mod">
        <pc:chgData name="强 李" userId="cd6c7ec7188785ae" providerId="LiveId" clId="{5F458D80-AA91-465D-8999-D4359F615098}" dt="2025-02-07T21:41:10.845" v="1052" actId="207"/>
        <pc:sldMkLst>
          <pc:docMk/>
          <pc:sldMk cId="4028366151" sldId="624"/>
        </pc:sldMkLst>
        <pc:spChg chg="mod">
          <ac:chgData name="强 李" userId="cd6c7ec7188785ae" providerId="LiveId" clId="{5F458D80-AA91-465D-8999-D4359F615098}" dt="2025-02-07T21:41:10.845" v="1052" actId="207"/>
          <ac:spMkLst>
            <pc:docMk/>
            <pc:sldMk cId="4028366151" sldId="624"/>
            <ac:spMk id="2" creationId="{C5AE1FF0-329D-8556-8BD8-06315979A21F}"/>
          </ac:spMkLst>
        </pc:spChg>
      </pc:sldChg>
      <pc:sldChg chg="modSp add mod">
        <pc:chgData name="强 李" userId="cd6c7ec7188785ae" providerId="LiveId" clId="{5F458D80-AA91-465D-8999-D4359F615098}" dt="2025-02-07T21:43:20.843" v="1093" actId="20577"/>
        <pc:sldMkLst>
          <pc:docMk/>
          <pc:sldMk cId="2637365836" sldId="625"/>
        </pc:sldMkLst>
        <pc:spChg chg="mod">
          <ac:chgData name="强 李" userId="cd6c7ec7188785ae" providerId="LiveId" clId="{5F458D80-AA91-465D-8999-D4359F615098}" dt="2025-02-07T21:43:20.843" v="1093" actId="20577"/>
          <ac:spMkLst>
            <pc:docMk/>
            <pc:sldMk cId="2637365836" sldId="625"/>
            <ac:spMk id="2" creationId="{FFE7D697-52A6-F238-EA0D-421DC461473B}"/>
          </ac:spMkLst>
        </pc:spChg>
      </pc:sldChg>
      <pc:sldChg chg="modSp add mod">
        <pc:chgData name="强 李" userId="cd6c7ec7188785ae" providerId="LiveId" clId="{5F458D80-AA91-465D-8999-D4359F615098}" dt="2025-02-07T21:45:44.954" v="1190" actId="207"/>
        <pc:sldMkLst>
          <pc:docMk/>
          <pc:sldMk cId="1815776598" sldId="626"/>
        </pc:sldMkLst>
        <pc:spChg chg="mod">
          <ac:chgData name="强 李" userId="cd6c7ec7188785ae" providerId="LiveId" clId="{5F458D80-AA91-465D-8999-D4359F615098}" dt="2025-02-07T21:45:44.954" v="1190" actId="207"/>
          <ac:spMkLst>
            <pc:docMk/>
            <pc:sldMk cId="1815776598" sldId="626"/>
            <ac:spMk id="2" creationId="{67453FC3-1CA9-123D-C380-06C52312D5AA}"/>
          </ac:spMkLst>
        </pc:spChg>
      </pc:sldChg>
      <pc:sldChg chg="modSp add mod">
        <pc:chgData name="强 李" userId="cd6c7ec7188785ae" providerId="LiveId" clId="{5F458D80-AA91-465D-8999-D4359F615098}" dt="2025-02-07T21:50:48.386" v="1258"/>
        <pc:sldMkLst>
          <pc:docMk/>
          <pc:sldMk cId="1304859901" sldId="627"/>
        </pc:sldMkLst>
        <pc:spChg chg="mod">
          <ac:chgData name="强 李" userId="cd6c7ec7188785ae" providerId="LiveId" clId="{5F458D80-AA91-465D-8999-D4359F615098}" dt="2025-02-07T21:50:48.386" v="1258"/>
          <ac:spMkLst>
            <pc:docMk/>
            <pc:sldMk cId="1304859901" sldId="627"/>
            <ac:spMk id="2" creationId="{9A2002B9-BC77-983F-9BA9-30CD8A1C70F2}"/>
          </ac:spMkLst>
        </pc:spChg>
      </pc:sldChg>
      <pc:sldChg chg="add del">
        <pc:chgData name="强 李" userId="cd6c7ec7188785ae" providerId="LiveId" clId="{5F458D80-AA91-465D-8999-D4359F615098}" dt="2025-02-07T21:56:04.256" v="1510" actId="47"/>
        <pc:sldMkLst>
          <pc:docMk/>
          <pc:sldMk cId="3492829635" sldId="628"/>
        </pc:sldMkLst>
      </pc:sldChg>
      <pc:sldChg chg="modSp add mod">
        <pc:chgData name="强 李" userId="cd6c7ec7188785ae" providerId="LiveId" clId="{5F458D80-AA91-465D-8999-D4359F615098}" dt="2025-02-07T21:53:12.455" v="1363" actId="6549"/>
        <pc:sldMkLst>
          <pc:docMk/>
          <pc:sldMk cId="4184735237" sldId="629"/>
        </pc:sldMkLst>
        <pc:spChg chg="mod">
          <ac:chgData name="强 李" userId="cd6c7ec7188785ae" providerId="LiveId" clId="{5F458D80-AA91-465D-8999-D4359F615098}" dt="2025-02-07T21:53:12.455" v="1363" actId="6549"/>
          <ac:spMkLst>
            <pc:docMk/>
            <pc:sldMk cId="4184735237" sldId="629"/>
            <ac:spMk id="2" creationId="{370DF649-10C4-960A-F0FD-61EA1E86BC62}"/>
          </ac:spMkLst>
        </pc:spChg>
      </pc:sldChg>
      <pc:sldChg chg="modSp add mod">
        <pc:chgData name="强 李" userId="cd6c7ec7188785ae" providerId="LiveId" clId="{5F458D80-AA91-465D-8999-D4359F615098}" dt="2025-02-07T21:55:47.760" v="1509" actId="6549"/>
        <pc:sldMkLst>
          <pc:docMk/>
          <pc:sldMk cId="2094641070" sldId="630"/>
        </pc:sldMkLst>
        <pc:spChg chg="mod">
          <ac:chgData name="强 李" userId="cd6c7ec7188785ae" providerId="LiveId" clId="{5F458D80-AA91-465D-8999-D4359F615098}" dt="2025-02-07T21:55:47.760" v="1509" actId="6549"/>
          <ac:spMkLst>
            <pc:docMk/>
            <pc:sldMk cId="2094641070" sldId="630"/>
            <ac:spMk id="2" creationId="{B83B523E-6867-8496-00C0-E685B83D8040}"/>
          </ac:spMkLst>
        </pc:spChg>
      </pc:sldChg>
      <pc:sldChg chg="modSp add mod">
        <pc:chgData name="强 李" userId="cd6c7ec7188785ae" providerId="LiveId" clId="{5F458D80-AA91-465D-8999-D4359F615098}" dt="2025-02-07T22:01:11.391" v="2032" actId="6549"/>
        <pc:sldMkLst>
          <pc:docMk/>
          <pc:sldMk cId="2073694879" sldId="631"/>
        </pc:sldMkLst>
        <pc:spChg chg="mod">
          <ac:chgData name="强 李" userId="cd6c7ec7188785ae" providerId="LiveId" clId="{5F458D80-AA91-465D-8999-D4359F615098}" dt="2025-02-07T22:01:11.391" v="2032" actId="6549"/>
          <ac:spMkLst>
            <pc:docMk/>
            <pc:sldMk cId="2073694879" sldId="631"/>
            <ac:spMk id="2" creationId="{93503AA2-3F00-6F73-3F8D-CD73C9049360}"/>
          </ac:spMkLst>
        </pc:spChg>
        <pc:spChg chg="mod">
          <ac:chgData name="强 李" userId="cd6c7ec7188785ae" providerId="LiveId" clId="{5F458D80-AA91-465D-8999-D4359F615098}" dt="2025-02-07T21:56:20.683" v="1537"/>
          <ac:spMkLst>
            <pc:docMk/>
            <pc:sldMk cId="2073694879" sldId="631"/>
            <ac:spMk id="18" creationId="{D97D5B25-65E0-A485-3259-454A6E5AAEA3}"/>
          </ac:spMkLst>
        </pc:spChg>
      </pc:sldChg>
      <pc:sldChg chg="modSp add mod">
        <pc:chgData name="强 李" userId="cd6c7ec7188785ae" providerId="LiveId" clId="{5F458D80-AA91-465D-8999-D4359F615098}" dt="2025-02-07T22:04:38.008" v="2286" actId="20577"/>
        <pc:sldMkLst>
          <pc:docMk/>
          <pc:sldMk cId="3723106229" sldId="632"/>
        </pc:sldMkLst>
        <pc:spChg chg="mod">
          <ac:chgData name="强 李" userId="cd6c7ec7188785ae" providerId="LiveId" clId="{5F458D80-AA91-465D-8999-D4359F615098}" dt="2025-02-07T22:04:38.008" v="2286" actId="20577"/>
          <ac:spMkLst>
            <pc:docMk/>
            <pc:sldMk cId="3723106229" sldId="632"/>
            <ac:spMk id="2" creationId="{1EB1C461-367D-25F7-FF7B-37088B041CF4}"/>
          </ac:spMkLst>
        </pc:spChg>
      </pc:sldChg>
      <pc:sldChg chg="modSp add mod">
        <pc:chgData name="强 李" userId="cd6c7ec7188785ae" providerId="LiveId" clId="{5F458D80-AA91-465D-8999-D4359F615098}" dt="2025-02-07T22:07:36.265" v="2457" actId="6549"/>
        <pc:sldMkLst>
          <pc:docMk/>
          <pc:sldMk cId="396542350" sldId="633"/>
        </pc:sldMkLst>
        <pc:spChg chg="mod">
          <ac:chgData name="强 李" userId="cd6c7ec7188785ae" providerId="LiveId" clId="{5F458D80-AA91-465D-8999-D4359F615098}" dt="2025-02-07T22:07:36.265" v="2457" actId="6549"/>
          <ac:spMkLst>
            <pc:docMk/>
            <pc:sldMk cId="396542350" sldId="633"/>
            <ac:spMk id="2" creationId="{73DD7A75-3543-B332-4C5C-85D7874D22C2}"/>
          </ac:spMkLst>
        </pc:spChg>
      </pc:sldChg>
      <pc:sldChg chg="modSp add mod">
        <pc:chgData name="强 李" userId="cd6c7ec7188785ae" providerId="LiveId" clId="{5F458D80-AA91-465D-8999-D4359F615098}" dt="2025-02-07T22:12:22.474" v="2603"/>
        <pc:sldMkLst>
          <pc:docMk/>
          <pc:sldMk cId="944220946" sldId="634"/>
        </pc:sldMkLst>
        <pc:spChg chg="mod">
          <ac:chgData name="强 李" userId="cd6c7ec7188785ae" providerId="LiveId" clId="{5F458D80-AA91-465D-8999-D4359F615098}" dt="2025-02-07T22:12:22.474" v="2603"/>
          <ac:spMkLst>
            <pc:docMk/>
            <pc:sldMk cId="944220946" sldId="634"/>
            <ac:spMk id="2" creationId="{1D766948-B68A-F284-53EF-D37453CD61C2}"/>
          </ac:spMkLst>
        </pc:spChg>
      </pc:sldChg>
      <pc:sldChg chg="modSp add mod">
        <pc:chgData name="强 李" userId="cd6c7ec7188785ae" providerId="LiveId" clId="{5F458D80-AA91-465D-8999-D4359F615098}" dt="2025-02-07T22:13:22.042" v="2635" actId="6549"/>
        <pc:sldMkLst>
          <pc:docMk/>
          <pc:sldMk cId="641185016" sldId="635"/>
        </pc:sldMkLst>
        <pc:spChg chg="mod">
          <ac:chgData name="强 李" userId="cd6c7ec7188785ae" providerId="LiveId" clId="{5F458D80-AA91-465D-8999-D4359F615098}" dt="2025-02-07T22:13:22.042" v="2635" actId="6549"/>
          <ac:spMkLst>
            <pc:docMk/>
            <pc:sldMk cId="641185016" sldId="635"/>
            <ac:spMk id="2" creationId="{157D1813-268F-E9C5-ECF9-0602B5CC723D}"/>
          </ac:spMkLst>
        </pc:spChg>
      </pc:sldChg>
      <pc:sldChg chg="addSp modSp add mod">
        <pc:chgData name="强 李" userId="cd6c7ec7188785ae" providerId="LiveId" clId="{5F458D80-AA91-465D-8999-D4359F615098}" dt="2025-02-07T22:17:37.559" v="2947" actId="1076"/>
        <pc:sldMkLst>
          <pc:docMk/>
          <pc:sldMk cId="1051019822" sldId="636"/>
        </pc:sldMkLst>
        <pc:spChg chg="mod">
          <ac:chgData name="强 李" userId="cd6c7ec7188785ae" providerId="LiveId" clId="{5F458D80-AA91-465D-8999-D4359F615098}" dt="2025-02-07T22:17:03.190" v="2922"/>
          <ac:spMkLst>
            <pc:docMk/>
            <pc:sldMk cId="1051019822" sldId="636"/>
            <ac:spMk id="2" creationId="{92E9A954-ED07-F9F7-E5B4-B22E8F3A2F4F}"/>
          </ac:spMkLst>
        </pc:spChg>
        <pc:spChg chg="add mod">
          <ac:chgData name="强 李" userId="cd6c7ec7188785ae" providerId="LiveId" clId="{5F458D80-AA91-465D-8999-D4359F615098}" dt="2025-02-07T22:17:37.559" v="2947" actId="1076"/>
          <ac:spMkLst>
            <pc:docMk/>
            <pc:sldMk cId="1051019822" sldId="636"/>
            <ac:spMk id="4" creationId="{B75DF6A5-8EE1-1B04-12B6-DB29C12A29E8}"/>
          </ac:spMkLst>
        </pc:spChg>
        <pc:spChg chg="mod">
          <ac:chgData name="强 李" userId="cd6c7ec7188785ae" providerId="LiveId" clId="{5F458D80-AA91-465D-8999-D4359F615098}" dt="2025-02-07T22:13:44.432" v="2650" actId="14100"/>
          <ac:spMkLst>
            <pc:docMk/>
            <pc:sldMk cId="1051019822" sldId="636"/>
            <ac:spMk id="18" creationId="{B9302E17-E4AD-C3F7-AF49-5E4E4252DDD1}"/>
          </ac:spMkLst>
        </pc:spChg>
      </pc:sldChg>
    </pc:docChg>
  </pc:docChgLst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</pc:sldChg>
    </pc:docChg>
  </pc:docChgLst>
  <pc:docChgLst>
    <pc:chgData name="强 李" userId="cd6c7ec7188785ae" providerId="LiveId" clId="{F0E3CB0B-2BB1-4E48-B7AA-F2A551CEEF7D}"/>
    <pc:docChg chg="undo custSel addSld delSld modSld sldOrd">
      <pc:chgData name="强 李" userId="cd6c7ec7188785ae" providerId="LiveId" clId="{F0E3CB0B-2BB1-4E48-B7AA-F2A551CEEF7D}" dt="2025-01-11T22:29:23.014" v="1810" actId="47"/>
      <pc:docMkLst>
        <pc:docMk/>
      </pc:docMkLst>
      <pc:sldChg chg="modSp mod">
        <pc:chgData name="强 李" userId="cd6c7ec7188785ae" providerId="LiveId" clId="{F0E3CB0B-2BB1-4E48-B7AA-F2A551CEEF7D}" dt="2025-01-11T22:17:42.793" v="1767" actId="207"/>
        <pc:sldMkLst>
          <pc:docMk/>
          <pc:sldMk cId="0" sldId="425"/>
        </pc:sldMkLst>
        <pc:spChg chg="mod">
          <ac:chgData name="强 李" userId="cd6c7ec7188785ae" providerId="LiveId" clId="{F0E3CB0B-2BB1-4E48-B7AA-F2A551CEEF7D}" dt="2025-01-11T22:17:42.793" v="1767" actId="207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F0E3CB0B-2BB1-4E48-B7AA-F2A551CEEF7D}" dt="2025-01-11T07:17:42.646" v="302" actId="14100"/>
          <ac:spMkLst>
            <pc:docMk/>
            <pc:sldMk cId="0" sldId="425"/>
            <ac:spMk id="18" creationId="{00000000-0000-0000-0000-000000000000}"/>
          </ac:spMkLst>
        </pc:spChg>
      </pc:sldChg>
      <pc:sldChg chg="modSp mod">
        <pc:chgData name="强 李" userId="cd6c7ec7188785ae" providerId="LiveId" clId="{F0E3CB0B-2BB1-4E48-B7AA-F2A551CEEF7D}" dt="2025-01-11T22:23:22.639" v="1778"/>
        <pc:sldMkLst>
          <pc:docMk/>
          <pc:sldMk cId="54695671" sldId="531"/>
        </pc:sldMkLst>
      </pc:sldChg>
      <pc:sldChg chg="modSp">
        <pc:chgData name="强 李" userId="cd6c7ec7188785ae" providerId="LiveId" clId="{F0E3CB0B-2BB1-4E48-B7AA-F2A551CEEF7D}" dt="2025-01-11T14:57:47.021" v="1733"/>
        <pc:sldMkLst>
          <pc:docMk/>
          <pc:sldMk cId="419382719" sldId="552"/>
        </pc:sldMkLst>
        <pc:graphicFrameChg chg="mod">
          <ac:chgData name="强 李" userId="cd6c7ec7188785ae" providerId="LiveId" clId="{F0E3CB0B-2BB1-4E48-B7AA-F2A551CEEF7D}" dt="2025-01-11T14:57:47.021" v="1733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 mod">
        <pc:chgData name="强 李" userId="cd6c7ec7188785ae" providerId="LiveId" clId="{F0E3CB0B-2BB1-4E48-B7AA-F2A551CEEF7D}" dt="2025-01-11T22:11:25.219" v="1753" actId="14100"/>
        <pc:sldMkLst>
          <pc:docMk/>
          <pc:sldMk cId="3418790839" sldId="554"/>
        </pc:sldMkLst>
        <pc:spChg chg="mod">
          <ac:chgData name="强 李" userId="cd6c7ec7188785ae" providerId="LiveId" clId="{F0E3CB0B-2BB1-4E48-B7AA-F2A551CEEF7D}" dt="2025-01-11T22:11:25.219" v="1753" actId="14100"/>
          <ac:spMkLst>
            <pc:docMk/>
            <pc:sldMk cId="3418790839" sldId="554"/>
            <ac:spMk id="2" creationId="{F19E7EA4-ECED-F7AC-62F4-4917E6F8E7F3}"/>
          </ac:spMkLst>
        </pc:spChg>
        <pc:graphicFrameChg chg="mod">
          <ac:chgData name="强 李" userId="cd6c7ec7188785ae" providerId="LiveId" clId="{F0E3CB0B-2BB1-4E48-B7AA-F2A551CEEF7D}" dt="2025-01-11T07:17:12.080" v="290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addSp delSp modSp mod">
        <pc:chgData name="强 李" userId="cd6c7ec7188785ae" providerId="LiveId" clId="{F0E3CB0B-2BB1-4E48-B7AA-F2A551CEEF7D}" dt="2025-01-11T22:11:37.848" v="1754" actId="14100"/>
        <pc:sldMkLst>
          <pc:docMk/>
          <pc:sldMk cId="1911491714" sldId="560"/>
        </pc:sldMkLst>
        <pc:spChg chg="mod">
          <ac:chgData name="强 李" userId="cd6c7ec7188785ae" providerId="LiveId" clId="{F0E3CB0B-2BB1-4E48-B7AA-F2A551CEEF7D}" dt="2025-01-11T07:11:43.449" v="0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F0E3CB0B-2BB1-4E48-B7AA-F2A551CEEF7D}" dt="2025-01-11T07:40:51.935" v="825" actId="6549"/>
        <pc:sldMkLst>
          <pc:docMk/>
          <pc:sldMk cId="340286292" sldId="594"/>
        </pc:sldMkLst>
        <pc:spChg chg="mod">
          <ac:chgData name="强 李" userId="cd6c7ec7188785ae" providerId="LiveId" clId="{F0E3CB0B-2BB1-4E48-B7AA-F2A551CEEF7D}" dt="2025-01-11T07:40:51.935" v="825" actId="6549"/>
          <ac:spMkLst>
            <pc:docMk/>
            <pc:sldMk cId="340286292" sldId="594"/>
            <ac:spMk id="2" creationId="{00000000-0000-0000-0000-000000000000}"/>
          </ac:spMkLst>
        </pc:spChg>
        <pc:spChg chg="mod">
          <ac:chgData name="强 李" userId="cd6c7ec7188785ae" providerId="LiveId" clId="{F0E3CB0B-2BB1-4E48-B7AA-F2A551CEEF7D}" dt="2025-01-11T07:33:22.930" v="622"/>
          <ac:spMkLst>
            <pc:docMk/>
            <pc:sldMk cId="340286292" sldId="594"/>
            <ac:spMk id="18" creationId="{00000000-0000-0000-0000-000000000000}"/>
          </ac:spMkLst>
        </pc:spChg>
      </pc:sldChg>
      <pc:sldChg chg="modSp mod">
        <pc:chgData name="强 李" userId="cd6c7ec7188785ae" providerId="LiveId" clId="{F0E3CB0B-2BB1-4E48-B7AA-F2A551CEEF7D}" dt="2025-01-11T07:34:42.863" v="658" actId="20577"/>
        <pc:sldMkLst>
          <pc:docMk/>
          <pc:sldMk cId="1722492924" sldId="609"/>
        </pc:sldMkLst>
        <pc:spChg chg="mod">
          <ac:chgData name="强 李" userId="cd6c7ec7188785ae" providerId="LiveId" clId="{F0E3CB0B-2BB1-4E48-B7AA-F2A551CEEF7D}" dt="2025-01-11T07:34:42.863" v="658" actId="20577"/>
          <ac:spMkLst>
            <pc:docMk/>
            <pc:sldMk cId="1722492924" sldId="609"/>
            <ac:spMk id="2" creationId="{00000000-0000-0000-0000-000000000000}"/>
          </ac:spMkLst>
        </pc:spChg>
        <pc:spChg chg="mod">
          <ac:chgData name="强 李" userId="cd6c7ec7188785ae" providerId="LiveId" clId="{F0E3CB0B-2BB1-4E48-B7AA-F2A551CEEF7D}" dt="2025-01-11T07:19:39.305" v="411"/>
          <ac:spMkLst>
            <pc:docMk/>
            <pc:sldMk cId="1722492924" sldId="609"/>
            <ac:spMk id="16" creationId="{7DE16206-6F61-BEC3-0DA4-3625D631A8E6}"/>
          </ac:spMkLst>
        </pc:spChg>
      </pc:sldChg>
      <pc:sldChg chg="modSp add mod">
        <pc:chgData name="强 李" userId="cd6c7ec7188785ae" providerId="LiveId" clId="{F0E3CB0B-2BB1-4E48-B7AA-F2A551CEEF7D}" dt="2025-01-11T07:42:34.995" v="869" actId="1035"/>
        <pc:sldMkLst>
          <pc:docMk/>
          <pc:sldMk cId="2760210375" sldId="610"/>
        </pc:sldMkLst>
      </pc:sldChg>
      <pc:sldChg chg="modSp add mod">
        <pc:chgData name="强 李" userId="cd6c7ec7188785ae" providerId="LiveId" clId="{F0E3CB0B-2BB1-4E48-B7AA-F2A551CEEF7D}" dt="2025-01-11T14:24:39.250" v="966" actId="6549"/>
        <pc:sldMkLst>
          <pc:docMk/>
          <pc:sldMk cId="198999163" sldId="611"/>
        </pc:sldMkLst>
      </pc:sldChg>
      <pc:sldChg chg="modSp add mod">
        <pc:chgData name="强 李" userId="cd6c7ec7188785ae" providerId="LiveId" clId="{F0E3CB0B-2BB1-4E48-B7AA-F2A551CEEF7D}" dt="2025-01-11T07:45:14.843" v="891"/>
        <pc:sldMkLst>
          <pc:docMk/>
          <pc:sldMk cId="3764677725" sldId="612"/>
        </pc:sldMkLst>
      </pc:sldChg>
      <pc:sldChg chg="modSp add mod">
        <pc:chgData name="强 李" userId="cd6c7ec7188785ae" providerId="LiveId" clId="{F0E3CB0B-2BB1-4E48-B7AA-F2A551CEEF7D}" dt="2025-01-11T14:30:41.460" v="1315"/>
        <pc:sldMkLst>
          <pc:docMk/>
          <pc:sldMk cId="405129243" sldId="613"/>
        </pc:sldMkLst>
      </pc:sldChg>
      <pc:sldChg chg="modSp add mod">
        <pc:chgData name="强 李" userId="cd6c7ec7188785ae" providerId="LiveId" clId="{F0E3CB0B-2BB1-4E48-B7AA-F2A551CEEF7D}" dt="2025-01-11T22:28:18.734" v="1809"/>
        <pc:sldMkLst>
          <pc:docMk/>
          <pc:sldMk cId="204469289" sldId="614"/>
        </pc:sldMkLst>
      </pc:sldChg>
      <pc:sldChg chg="modSp add mod">
        <pc:chgData name="强 李" userId="cd6c7ec7188785ae" providerId="LiveId" clId="{F0E3CB0B-2BB1-4E48-B7AA-F2A551CEEF7D}" dt="2025-01-11T14:42:47.809" v="1428" actId="6549"/>
        <pc:sldMkLst>
          <pc:docMk/>
          <pc:sldMk cId="2085745645" sldId="615"/>
        </pc:sldMkLst>
      </pc:sldChg>
      <pc:sldChg chg="modSp add mod">
        <pc:chgData name="强 李" userId="cd6c7ec7188785ae" providerId="LiveId" clId="{F0E3CB0B-2BB1-4E48-B7AA-F2A551CEEF7D}" dt="2025-01-11T14:45:07.326" v="1521" actId="6549"/>
        <pc:sldMkLst>
          <pc:docMk/>
          <pc:sldMk cId="3279614268" sldId="616"/>
        </pc:sldMkLst>
      </pc:sldChg>
      <pc:sldChg chg="add del ord">
        <pc:chgData name="强 李" userId="cd6c7ec7188785ae" providerId="LiveId" clId="{F0E3CB0B-2BB1-4E48-B7AA-F2A551CEEF7D}" dt="2025-01-11T22:29:23.014" v="1810" actId="47"/>
        <pc:sldMkLst>
          <pc:docMk/>
          <pc:sldMk cId="3110420441" sldId="617"/>
        </pc:sldMkLst>
      </pc:sldChg>
      <pc:sldChg chg="modSp add mod">
        <pc:chgData name="强 李" userId="cd6c7ec7188785ae" providerId="LiveId" clId="{F0E3CB0B-2BB1-4E48-B7AA-F2A551CEEF7D}" dt="2025-01-11T14:49:47.238" v="1618"/>
        <pc:sldMkLst>
          <pc:docMk/>
          <pc:sldMk cId="3450556773" sldId="618"/>
        </pc:sldMkLst>
      </pc:sldChg>
      <pc:sldChg chg="modSp add mod">
        <pc:chgData name="强 李" userId="cd6c7ec7188785ae" providerId="LiveId" clId="{F0E3CB0B-2BB1-4E48-B7AA-F2A551CEEF7D}" dt="2025-01-11T14:51:42.725" v="1637" actId="20577"/>
        <pc:sldMkLst>
          <pc:docMk/>
          <pc:sldMk cId="688691075" sldId="619"/>
        </pc:sldMkLst>
      </pc:sldChg>
      <pc:sldChg chg="modSp add mod ord">
        <pc:chgData name="强 李" userId="cd6c7ec7188785ae" providerId="LiveId" clId="{F0E3CB0B-2BB1-4E48-B7AA-F2A551CEEF7D}" dt="2025-01-11T14:54:02.747" v="1697" actId="20577"/>
        <pc:sldMkLst>
          <pc:docMk/>
          <pc:sldMk cId="2358058328" sldId="620"/>
        </pc:sldMkLst>
      </pc:sldChg>
      <pc:sldChg chg="modSp add mod">
        <pc:chgData name="强 李" userId="cd6c7ec7188785ae" providerId="LiveId" clId="{F0E3CB0B-2BB1-4E48-B7AA-F2A551CEEF7D}" dt="2025-01-11T14:55:54.043" v="1709" actId="15"/>
        <pc:sldMkLst>
          <pc:docMk/>
          <pc:sldMk cId="1993124358" sldId="621"/>
        </pc:sldMkLst>
      </pc:sldChg>
      <pc:sldChg chg="modSp add mod">
        <pc:chgData name="强 李" userId="cd6c7ec7188785ae" providerId="LiveId" clId="{F0E3CB0B-2BB1-4E48-B7AA-F2A551CEEF7D}" dt="2025-01-11T14:56:59.479" v="1729" actId="6549"/>
        <pc:sldMkLst>
          <pc:docMk/>
          <pc:sldMk cId="2742710798" sldId="622"/>
        </pc:sldMkLst>
      </pc:sldChg>
      <pc:sldChg chg="add del">
        <pc:chgData name="强 李" userId="cd6c7ec7188785ae" providerId="LiveId" clId="{F0E3CB0B-2BB1-4E48-B7AA-F2A551CEEF7D}" dt="2025-01-11T14:56:00.964" v="1710" actId="47"/>
        <pc:sldMkLst>
          <pc:docMk/>
          <pc:sldMk cId="3128709468" sldId="622"/>
        </pc:sldMkLst>
      </pc:sldChg>
      <pc:sldChg chg="add del">
        <pc:chgData name="强 李" userId="cd6c7ec7188785ae" providerId="LiveId" clId="{F0E3CB0B-2BB1-4E48-B7AA-F2A551CEEF7D}" dt="2025-01-11T14:56:04.837" v="1711" actId="47"/>
        <pc:sldMkLst>
          <pc:docMk/>
          <pc:sldMk cId="794234258" sldId="623"/>
        </pc:sldMkLst>
      </pc:sldChg>
      <pc:sldChg chg="del">
        <pc:chgData name="强 李" userId="cd6c7ec7188785ae" providerId="LiveId" clId="{F0E3CB0B-2BB1-4E48-B7AA-F2A551CEEF7D}" dt="2025-01-11T07:37:06.195" v="753" actId="47"/>
        <pc:sldMkLst>
          <pc:docMk/>
          <pc:sldMk cId="1982839360" sldId="629"/>
        </pc:sldMkLst>
      </pc:sldChg>
      <pc:sldChg chg="del">
        <pc:chgData name="强 李" userId="cd6c7ec7188785ae" providerId="LiveId" clId="{F0E3CB0B-2BB1-4E48-B7AA-F2A551CEEF7D}" dt="2025-01-11T07:37:06.195" v="753" actId="47"/>
        <pc:sldMkLst>
          <pc:docMk/>
          <pc:sldMk cId="2710679571" sldId="630"/>
        </pc:sldMkLst>
      </pc:sldChg>
      <pc:sldChg chg="del">
        <pc:chgData name="强 李" userId="cd6c7ec7188785ae" providerId="LiveId" clId="{F0E3CB0B-2BB1-4E48-B7AA-F2A551CEEF7D}" dt="2025-01-11T07:37:06.195" v="753" actId="47"/>
        <pc:sldMkLst>
          <pc:docMk/>
          <pc:sldMk cId="226442056" sldId="631"/>
        </pc:sldMkLst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</pc:docChg>
  </pc:docChgLst>
  <pc:docChgLst>
    <pc:chgData name="强 李" userId="cd6c7ec7188785ae" providerId="LiveId" clId="{C0D944F3-8C60-42D3-8287-9054FF582414}"/>
    <pc:docChg chg="undo custSel modSld">
      <pc:chgData name="强 李" userId="cd6c7ec7188785ae" providerId="LiveId" clId="{C0D944F3-8C60-42D3-8287-9054FF582414}" dt="2024-06-29T22:23:03.727" v="215" actId="1076"/>
      <pc:docMkLst>
        <pc:docMk/>
      </pc:docMkLst>
      <pc:sldChg chg="modSp mod">
        <pc:chgData name="强 李" userId="cd6c7ec7188785ae" providerId="LiveId" clId="{C0D944F3-8C60-42D3-8287-9054FF582414}" dt="2024-06-29T22:22:39.800" v="214" actId="20577"/>
        <pc:sldMkLst>
          <pc:docMk/>
          <pc:sldMk cId="1242525785" sldId="543"/>
        </pc:sldMkLst>
      </pc:sldChg>
      <pc:sldChg chg="modSp mod">
        <pc:chgData name="强 李" userId="cd6c7ec7188785ae" providerId="LiveId" clId="{C0D944F3-8C60-42D3-8287-9054FF582414}" dt="2024-06-29T22:14:33.277" v="111"/>
        <pc:sldMkLst>
          <pc:docMk/>
          <pc:sldMk cId="4207264488" sldId="590"/>
        </pc:sldMkLst>
      </pc:sldChg>
      <pc:sldChg chg="modSp mod">
        <pc:chgData name="强 李" userId="cd6c7ec7188785ae" providerId="LiveId" clId="{C0D944F3-8C60-42D3-8287-9054FF582414}" dt="2024-06-29T22:15:20.741" v="123"/>
        <pc:sldMkLst>
          <pc:docMk/>
          <pc:sldMk cId="3491062220" sldId="591"/>
        </pc:sldMkLst>
      </pc:sldChg>
      <pc:sldChg chg="modSp mod">
        <pc:chgData name="强 李" userId="cd6c7ec7188785ae" providerId="LiveId" clId="{C0D944F3-8C60-42D3-8287-9054FF582414}" dt="2024-06-29T22:23:03.727" v="215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</pc:docChg>
  </pc:docChgLst>
  <pc:docChgLst>
    <pc:chgData name="强 李" userId="cd6c7ec7188785ae" providerId="LiveId" clId="{D87E970D-CF4E-4F5F-B8B8-3124DB836EA1}"/>
    <pc:docChg chg="undo custSel addSld delSld modSld">
      <pc:chgData name="强 李" userId="cd6c7ec7188785ae" providerId="LiveId" clId="{D87E970D-CF4E-4F5F-B8B8-3124DB836EA1}" dt="2024-12-07T23:39:23.830" v="902" actId="6549"/>
      <pc:docMkLst>
        <pc:docMk/>
      </pc:docMkLst>
      <pc:sldChg chg="modSp mod">
        <pc:chgData name="强 李" userId="cd6c7ec7188785ae" providerId="LiveId" clId="{D87E970D-CF4E-4F5F-B8B8-3124DB836EA1}" dt="2024-12-07T17:01:41.313" v="216" actId="20577"/>
        <pc:sldMkLst>
          <pc:docMk/>
          <pc:sldMk cId="0" sldId="425"/>
        </pc:sldMkLst>
        <pc:spChg chg="mod">
          <ac:chgData name="强 李" userId="cd6c7ec7188785ae" providerId="LiveId" clId="{D87E970D-CF4E-4F5F-B8B8-3124DB836EA1}" dt="2024-12-07T17:01:00.721" v="210" actId="1076"/>
          <ac:spMkLst>
            <pc:docMk/>
            <pc:sldMk cId="0" sldId="425"/>
            <ac:spMk id="3" creationId="{FF9BF7C3-9929-69BC-A1CA-30EBD45BF72F}"/>
          </ac:spMkLst>
        </pc:spChg>
        <pc:spChg chg="mod">
          <ac:chgData name="强 李" userId="cd6c7ec7188785ae" providerId="LiveId" clId="{D87E970D-CF4E-4F5F-B8B8-3124DB836EA1}" dt="2024-12-07T17:01:41.313" v="216" actId="20577"/>
          <ac:spMkLst>
            <pc:docMk/>
            <pc:sldMk cId="0" sldId="425"/>
            <ac:spMk id="18" creationId="{00000000-0000-0000-0000-000000000000}"/>
          </ac:spMkLst>
        </pc:spChg>
      </pc:sldChg>
      <pc:sldChg chg="modSp mod">
        <pc:chgData name="强 李" userId="cd6c7ec7188785ae" providerId="LiveId" clId="{D87E970D-CF4E-4F5F-B8B8-3124DB836EA1}" dt="2024-12-07T17:05:24.505" v="414" actId="14100"/>
        <pc:sldMkLst>
          <pc:docMk/>
          <pc:sldMk cId="54695671" sldId="531"/>
        </pc:sldMkLst>
      </pc:sldChg>
      <pc:sldChg chg="modSp">
        <pc:chgData name="强 李" userId="cd6c7ec7188785ae" providerId="LiveId" clId="{D87E970D-CF4E-4F5F-B8B8-3124DB836EA1}" dt="2024-12-07T17:16:08.364" v="728"/>
        <pc:sldMkLst>
          <pc:docMk/>
          <pc:sldMk cId="419382719" sldId="552"/>
        </pc:sldMkLst>
        <pc:graphicFrameChg chg="mod">
          <ac:chgData name="强 李" userId="cd6c7ec7188785ae" providerId="LiveId" clId="{D87E970D-CF4E-4F5F-B8B8-3124DB836EA1}" dt="2024-12-07T17:16:08.364" v="728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">
        <pc:chgData name="强 李" userId="cd6c7ec7188785ae" providerId="LiveId" clId="{D87E970D-CF4E-4F5F-B8B8-3124DB836EA1}" dt="2024-12-07T17:00:30.318" v="206"/>
        <pc:sldMkLst>
          <pc:docMk/>
          <pc:sldMk cId="3418790839" sldId="554"/>
        </pc:sldMkLst>
        <pc:graphicFrameChg chg="mod">
          <ac:chgData name="强 李" userId="cd6c7ec7188785ae" providerId="LiveId" clId="{D87E970D-CF4E-4F5F-B8B8-3124DB836EA1}" dt="2024-12-07T17:00:30.318" v="206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D87E970D-CF4E-4F5F-B8B8-3124DB836EA1}" dt="2024-12-07T17:20:26.316" v="746"/>
        <pc:sldMkLst>
          <pc:docMk/>
          <pc:sldMk cId="1911491714" sldId="560"/>
        </pc:sldMkLst>
        <pc:spChg chg="mod">
          <ac:chgData name="强 李" userId="cd6c7ec7188785ae" providerId="LiveId" clId="{D87E970D-CF4E-4F5F-B8B8-3124DB836EA1}" dt="2024-12-07T17:20:26.316" v="746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D87E970D-CF4E-4F5F-B8B8-3124DB836EA1}" dt="2024-12-07T17:07:28.609" v="441" actId="207"/>
        <pc:sldMkLst>
          <pc:docMk/>
          <pc:sldMk cId="340286292" sldId="594"/>
        </pc:sldMkLst>
        <pc:spChg chg="mod">
          <ac:chgData name="强 李" userId="cd6c7ec7188785ae" providerId="LiveId" clId="{D87E970D-CF4E-4F5F-B8B8-3124DB836EA1}" dt="2024-12-07T17:07:28.609" v="441" actId="207"/>
          <ac:spMkLst>
            <pc:docMk/>
            <pc:sldMk cId="340286292" sldId="594"/>
            <ac:spMk id="2" creationId="{00000000-0000-0000-0000-000000000000}"/>
          </ac:spMkLst>
        </pc:spChg>
        <pc:spChg chg="mod">
          <ac:chgData name="强 李" userId="cd6c7ec7188785ae" providerId="LiveId" clId="{D87E970D-CF4E-4F5F-B8B8-3124DB836EA1}" dt="2024-12-07T17:05:46.343" v="415"/>
          <ac:spMkLst>
            <pc:docMk/>
            <pc:sldMk cId="340286292" sldId="594"/>
            <ac:spMk id="18" creationId="{00000000-0000-0000-0000-000000000000}"/>
          </ac:spMkLst>
        </pc:spChg>
      </pc:sldChg>
      <pc:sldChg chg="del mod modShow">
        <pc:chgData name="强 李" userId="cd6c7ec7188785ae" providerId="LiveId" clId="{D87E970D-CF4E-4F5F-B8B8-3124DB836EA1}" dt="2024-12-07T17:20:12.053" v="729" actId="47"/>
        <pc:sldMkLst>
          <pc:docMk/>
          <pc:sldMk cId="1301125905" sldId="608"/>
        </pc:sldMkLst>
      </pc:sldChg>
      <pc:sldChg chg="modSp mod">
        <pc:chgData name="强 李" userId="cd6c7ec7188785ae" providerId="LiveId" clId="{D87E970D-CF4E-4F5F-B8B8-3124DB836EA1}" dt="2024-12-07T17:03:14.953" v="229" actId="1076"/>
        <pc:sldMkLst>
          <pc:docMk/>
          <pc:sldMk cId="1722492924" sldId="609"/>
        </pc:sldMkLst>
        <pc:spChg chg="mod">
          <ac:chgData name="强 李" userId="cd6c7ec7188785ae" providerId="LiveId" clId="{D87E970D-CF4E-4F5F-B8B8-3124DB836EA1}" dt="2024-12-07T17:01:33.530" v="212" actId="20577"/>
          <ac:spMkLst>
            <pc:docMk/>
            <pc:sldMk cId="1722492924" sldId="609"/>
            <ac:spMk id="2" creationId="{00000000-0000-0000-0000-000000000000}"/>
          </ac:spMkLst>
        </pc:spChg>
        <pc:spChg chg="mod">
          <ac:chgData name="强 李" userId="cd6c7ec7188785ae" providerId="LiveId" clId="{D87E970D-CF4E-4F5F-B8B8-3124DB836EA1}" dt="2024-12-07T17:02:49.065" v="225" actId="20577"/>
          <ac:spMkLst>
            <pc:docMk/>
            <pc:sldMk cId="1722492924" sldId="609"/>
            <ac:spMk id="16" creationId="{7DE16206-6F61-BEC3-0DA4-3625D631A8E6}"/>
          </ac:spMkLst>
        </pc:spChg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2849952193" sldId="617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2691584882" sldId="618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1157853694" sldId="619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2792115915" sldId="620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3157673540" sldId="621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1593641506" sldId="622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3875507822" sldId="623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1276158091" sldId="624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3770578822" sldId="625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435738991" sldId="626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691257325" sldId="627"/>
        </pc:sldMkLst>
      </pc:sldChg>
      <pc:sldChg chg="del">
        <pc:chgData name="强 李" userId="cd6c7ec7188785ae" providerId="LiveId" clId="{D87E970D-CF4E-4F5F-B8B8-3124DB836EA1}" dt="2024-12-07T17:10:26.639" v="478" actId="47"/>
        <pc:sldMkLst>
          <pc:docMk/>
          <pc:sldMk cId="1661463099" sldId="628"/>
        </pc:sldMkLst>
      </pc:sldChg>
      <pc:sldChg chg="modSp add mod">
        <pc:chgData name="强 李" userId="cd6c7ec7188785ae" providerId="LiveId" clId="{D87E970D-CF4E-4F5F-B8B8-3124DB836EA1}" dt="2024-12-07T17:12:28.688" v="605" actId="108"/>
        <pc:sldMkLst>
          <pc:docMk/>
          <pc:sldMk cId="1982839360" sldId="629"/>
        </pc:sldMkLst>
      </pc:sldChg>
      <pc:sldChg chg="modSp add mod">
        <pc:chgData name="强 李" userId="cd6c7ec7188785ae" providerId="LiveId" clId="{D87E970D-CF4E-4F5F-B8B8-3124DB836EA1}" dt="2024-12-07T23:36:42.019" v="812" actId="20577"/>
        <pc:sldMkLst>
          <pc:docMk/>
          <pc:sldMk cId="2710679571" sldId="630"/>
        </pc:sldMkLst>
      </pc:sldChg>
      <pc:sldChg chg="modSp add mod">
        <pc:chgData name="强 李" userId="cd6c7ec7188785ae" providerId="LiveId" clId="{D87E970D-CF4E-4F5F-B8B8-3124DB836EA1}" dt="2024-12-07T23:39:23.830" v="902" actId="6549"/>
        <pc:sldMkLst>
          <pc:docMk/>
          <pc:sldMk cId="226442056" sldId="631"/>
        </pc:sldMkLst>
      </pc:sldChg>
    </pc:docChg>
  </pc:docChgLst>
  <pc:docChgLst>
    <pc:chgData name="强 李" userId="cd6c7ec7188785ae" providerId="LiveId" clId="{57F995F4-A061-40B7-A2D8-F33AF6A8A4CC}"/>
    <pc:docChg chg="undo custSel addSld delSld modSld sldOrd">
      <pc:chgData name="强 李" userId="cd6c7ec7188785ae" providerId="LiveId" clId="{57F995F4-A061-40B7-A2D8-F33AF6A8A4CC}" dt="2024-11-02T13:30:08.488" v="3023"/>
      <pc:docMkLst>
        <pc:docMk/>
      </pc:docMkLst>
      <pc:sldChg chg="modSp mod">
        <pc:chgData name="强 李" userId="cd6c7ec7188785ae" providerId="LiveId" clId="{57F995F4-A061-40B7-A2D8-F33AF6A8A4CC}" dt="2024-11-02T12:19:03.849" v="1276" actId="6549"/>
        <pc:sldMkLst>
          <pc:docMk/>
          <pc:sldMk cId="340286292" sldId="594"/>
        </pc:sldMkLst>
      </pc:sldChg>
      <pc:sldChg chg="addSp delSp modSp mod">
        <pc:chgData name="强 李" userId="cd6c7ec7188785ae" providerId="LiveId" clId="{57F995F4-A061-40B7-A2D8-F33AF6A8A4CC}" dt="2024-11-02T13:29:06.519" v="3016" actId="26606"/>
        <pc:sldMkLst>
          <pc:docMk/>
          <pc:sldMk cId="1301125905" sldId="608"/>
        </pc:sldMkLst>
      </pc:sldChg>
      <pc:sldChg chg="delSp modSp mod modNotesTx">
        <pc:chgData name="强 李" userId="cd6c7ec7188785ae" providerId="LiveId" clId="{57F995F4-A061-40B7-A2D8-F33AF6A8A4CC}" dt="2024-11-02T11:31:15.239" v="498" actId="20577"/>
        <pc:sldMkLst>
          <pc:docMk/>
          <pc:sldMk cId="1722492924" sldId="609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1283152500" sldId="610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1793699087" sldId="611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3072232056" sldId="612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1832916219" sldId="613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876084684" sldId="614"/>
        </pc:sldMkLst>
      </pc:sldChg>
      <pc:sldChg chg="del">
        <pc:chgData name="强 李" userId="cd6c7ec7188785ae" providerId="LiveId" clId="{57F995F4-A061-40B7-A2D8-F33AF6A8A4CC}" dt="2024-11-02T12:54:21.178" v="1832" actId="47"/>
        <pc:sldMkLst>
          <pc:docMk/>
          <pc:sldMk cId="292999500" sldId="615"/>
        </pc:sldMkLst>
      </pc:sldChg>
      <pc:sldChg chg="addSp modSp new del mod">
        <pc:chgData name="强 李" userId="cd6c7ec7188785ae" providerId="LiveId" clId="{57F995F4-A061-40B7-A2D8-F33AF6A8A4CC}" dt="2024-11-02T12:54:23.409" v="1833" actId="47"/>
        <pc:sldMkLst>
          <pc:docMk/>
          <pc:sldMk cId="3450422405" sldId="616"/>
        </pc:sldMkLst>
      </pc:sldChg>
      <pc:sldChg chg="addSp delSp modSp add mod setBg">
        <pc:chgData name="强 李" userId="cd6c7ec7188785ae" providerId="LiveId" clId="{57F995F4-A061-40B7-A2D8-F33AF6A8A4CC}" dt="2024-11-02T12:50:09.222" v="1776" actId="167"/>
        <pc:sldMkLst>
          <pc:docMk/>
          <pc:sldMk cId="2849952193" sldId="617"/>
        </pc:sldMkLst>
      </pc:sldChg>
      <pc:sldChg chg="modSp add mod">
        <pc:chgData name="强 李" userId="cd6c7ec7188785ae" providerId="LiveId" clId="{57F995F4-A061-40B7-A2D8-F33AF6A8A4CC}" dt="2024-11-02T12:53:43.549" v="1830"/>
        <pc:sldMkLst>
          <pc:docMk/>
          <pc:sldMk cId="2691584882" sldId="618"/>
        </pc:sldMkLst>
      </pc:sldChg>
      <pc:sldChg chg="modSp add mod">
        <pc:chgData name="强 李" userId="cd6c7ec7188785ae" providerId="LiveId" clId="{57F995F4-A061-40B7-A2D8-F33AF6A8A4CC}" dt="2024-11-02T12:53:14.374" v="1827" actId="20577"/>
        <pc:sldMkLst>
          <pc:docMk/>
          <pc:sldMk cId="1157853694" sldId="619"/>
        </pc:sldMkLst>
      </pc:sldChg>
      <pc:sldChg chg="modSp add mod">
        <pc:chgData name="强 李" userId="cd6c7ec7188785ae" providerId="LiveId" clId="{57F995F4-A061-40B7-A2D8-F33AF6A8A4CC}" dt="2024-11-02T13:07:36.257" v="2111" actId="6549"/>
        <pc:sldMkLst>
          <pc:docMk/>
          <pc:sldMk cId="2792115915" sldId="620"/>
        </pc:sldMkLst>
      </pc:sldChg>
      <pc:sldChg chg="modSp add mod ord">
        <pc:chgData name="强 李" userId="cd6c7ec7188785ae" providerId="LiveId" clId="{57F995F4-A061-40B7-A2D8-F33AF6A8A4CC}" dt="2024-11-02T13:05:29.614" v="2036"/>
        <pc:sldMkLst>
          <pc:docMk/>
          <pc:sldMk cId="3157673540" sldId="621"/>
        </pc:sldMkLst>
      </pc:sldChg>
      <pc:sldChg chg="modSp add mod">
        <pc:chgData name="强 李" userId="cd6c7ec7188785ae" providerId="LiveId" clId="{57F995F4-A061-40B7-A2D8-F33AF6A8A4CC}" dt="2024-11-02T13:09:06.139" v="2174" actId="6549"/>
        <pc:sldMkLst>
          <pc:docMk/>
          <pc:sldMk cId="1593641506" sldId="622"/>
        </pc:sldMkLst>
      </pc:sldChg>
      <pc:sldChg chg="modSp add mod">
        <pc:chgData name="强 李" userId="cd6c7ec7188785ae" providerId="LiveId" clId="{57F995F4-A061-40B7-A2D8-F33AF6A8A4CC}" dt="2024-11-02T13:16:48.252" v="2499" actId="6549"/>
        <pc:sldMkLst>
          <pc:docMk/>
          <pc:sldMk cId="3875507822" sldId="623"/>
        </pc:sldMkLst>
      </pc:sldChg>
      <pc:sldChg chg="modSp add mod">
        <pc:chgData name="强 李" userId="cd6c7ec7188785ae" providerId="LiveId" clId="{57F995F4-A061-40B7-A2D8-F33AF6A8A4CC}" dt="2024-11-02T13:19:23.631" v="2540" actId="6549"/>
        <pc:sldMkLst>
          <pc:docMk/>
          <pc:sldMk cId="1276158091" sldId="624"/>
        </pc:sldMkLst>
      </pc:sldChg>
      <pc:sldChg chg="modSp add mod">
        <pc:chgData name="强 李" userId="cd6c7ec7188785ae" providerId="LiveId" clId="{57F995F4-A061-40B7-A2D8-F33AF6A8A4CC}" dt="2024-11-02T13:20:26.388" v="2546" actId="6549"/>
        <pc:sldMkLst>
          <pc:docMk/>
          <pc:sldMk cId="3770578822" sldId="625"/>
        </pc:sldMkLst>
      </pc:sldChg>
      <pc:sldChg chg="modSp add mod">
        <pc:chgData name="强 李" userId="cd6c7ec7188785ae" providerId="LiveId" clId="{57F995F4-A061-40B7-A2D8-F33AF6A8A4CC}" dt="2024-11-02T13:21:40.327" v="2640" actId="15"/>
        <pc:sldMkLst>
          <pc:docMk/>
          <pc:sldMk cId="435738991" sldId="626"/>
        </pc:sldMkLst>
      </pc:sldChg>
      <pc:sldChg chg="modSp add mod">
        <pc:chgData name="强 李" userId="cd6c7ec7188785ae" providerId="LiveId" clId="{57F995F4-A061-40B7-A2D8-F33AF6A8A4CC}" dt="2024-11-02T13:23:17.901" v="2664" actId="6549"/>
        <pc:sldMkLst>
          <pc:docMk/>
          <pc:sldMk cId="691257325" sldId="627"/>
        </pc:sldMkLst>
      </pc:sldChg>
      <pc:sldChg chg="modSp add mod">
        <pc:chgData name="强 李" userId="cd6c7ec7188785ae" providerId="LiveId" clId="{57F995F4-A061-40B7-A2D8-F33AF6A8A4CC}" dt="2024-11-02T13:24:27.704" v="2686" actId="6549"/>
        <pc:sldMkLst>
          <pc:docMk/>
          <pc:sldMk cId="1661463099" sldId="628"/>
        </pc:sldMkLst>
      </pc:sldChg>
      <pc:sldChg chg="add del">
        <pc:chgData name="强 李" userId="cd6c7ec7188785ae" providerId="LiveId" clId="{57F995F4-A061-40B7-A2D8-F33AF6A8A4CC}" dt="2024-11-02T13:24:48.333" v="2688" actId="47"/>
        <pc:sldMkLst>
          <pc:docMk/>
          <pc:sldMk cId="2950844517" sldId="629"/>
        </pc:sldMkLst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</pc:sldChg>
    </pc:docChg>
  </pc:docChgLst>
  <pc:docChgLst>
    <pc:chgData name="强 李" userId="cd6c7ec7188785ae" providerId="LiveId" clId="{C4BB4458-5026-43D6-8C8F-02924DFE1BAF}"/>
    <pc:docChg chg="undo custSel addSld delSld modSld">
      <pc:chgData name="强 李" userId="cd6c7ec7188785ae" providerId="LiveId" clId="{C4BB4458-5026-43D6-8C8F-02924DFE1BAF}" dt="2024-05-18T14:17:39.797" v="1781" actId="6549"/>
      <pc:docMkLst>
        <pc:docMk/>
      </pc:docMkLst>
      <pc:sldChg chg="addSp delSp modSp mod">
        <pc:chgData name="强 李" userId="cd6c7ec7188785ae" providerId="LiveId" clId="{C4BB4458-5026-43D6-8C8F-02924DFE1BAF}" dt="2024-05-18T03:11:11.939" v="64" actId="13926"/>
        <pc:sldMkLst>
          <pc:docMk/>
          <pc:sldMk cId="0" sldId="425"/>
        </pc:sldMkLst>
      </pc:sldChg>
      <pc:sldChg chg="addSp modSp mod">
        <pc:chgData name="强 李" userId="cd6c7ec7188785ae" providerId="LiveId" clId="{C4BB4458-5026-43D6-8C8F-02924DFE1BAF}" dt="2024-05-18T13:46:35.739" v="1306" actId="1037"/>
        <pc:sldMkLst>
          <pc:docMk/>
          <pc:sldMk cId="54695671" sldId="531"/>
        </pc:sldMkLst>
      </pc:sldChg>
      <pc:sldChg chg="modSp mod">
        <pc:chgData name="强 李" userId="cd6c7ec7188785ae" providerId="LiveId" clId="{C4BB4458-5026-43D6-8C8F-02924DFE1BAF}" dt="2024-05-18T05:39:51.284" v="1181"/>
        <pc:sldMkLst>
          <pc:docMk/>
          <pc:sldMk cId="1242525785" sldId="543"/>
        </pc:sldMkLst>
      </pc:sldChg>
      <pc:sldChg chg="addSp delSp modSp mod setBg">
        <pc:chgData name="强 李" userId="cd6c7ec7188785ae" providerId="LiveId" clId="{C4BB4458-5026-43D6-8C8F-02924DFE1BAF}" dt="2024-05-18T05:53:37.086" v="1249"/>
        <pc:sldMkLst>
          <pc:docMk/>
          <pc:sldMk cId="419382719" sldId="552"/>
        </pc:sldMkLst>
      </pc:sldChg>
      <pc:sldChg chg="modSp mod">
        <pc:chgData name="强 李" userId="cd6c7ec7188785ae" providerId="LiveId" clId="{C4BB4458-5026-43D6-8C8F-02924DFE1BAF}" dt="2024-05-18T13:47:20.799" v="1308" actId="6549"/>
        <pc:sldMkLst>
          <pc:docMk/>
          <pc:sldMk cId="530530540" sldId="553"/>
        </pc:sldMkLst>
      </pc:sldChg>
      <pc:sldChg chg="modSp mod">
        <pc:chgData name="强 李" userId="cd6c7ec7188785ae" providerId="LiveId" clId="{C4BB4458-5026-43D6-8C8F-02924DFE1BAF}" dt="2024-05-18T05:40:48.111" v="1200" actId="121"/>
        <pc:sldMkLst>
          <pc:docMk/>
          <pc:sldMk cId="1911491714" sldId="560"/>
        </pc:sldMkLst>
      </pc:sldChg>
      <pc:sldChg chg="modSp mod">
        <pc:chgData name="强 李" userId="cd6c7ec7188785ae" providerId="LiveId" clId="{C4BB4458-5026-43D6-8C8F-02924DFE1BAF}" dt="2024-05-18T05:11:18.361" v="688" actId="20577"/>
        <pc:sldMkLst>
          <pc:docMk/>
          <pc:sldMk cId="159884778" sldId="574"/>
        </pc:sldMkLst>
      </pc:sldChg>
      <pc:sldChg chg="addSp delSp modSp mod">
        <pc:chgData name="强 李" userId="cd6c7ec7188785ae" providerId="LiveId" clId="{C4BB4458-5026-43D6-8C8F-02924DFE1BAF}" dt="2024-05-18T14:15:43.178" v="1600"/>
        <pc:sldMkLst>
          <pc:docMk/>
          <pc:sldMk cId="3921434846" sldId="587"/>
        </pc:sldMkLst>
      </pc:sldChg>
      <pc:sldChg chg="addSp modSp mod">
        <pc:chgData name="强 李" userId="cd6c7ec7188785ae" providerId="LiveId" clId="{C4BB4458-5026-43D6-8C8F-02924DFE1BAF}" dt="2024-05-18T05:25:30.847" v="889"/>
        <pc:sldMkLst>
          <pc:docMk/>
          <pc:sldMk cId="2648053192" sldId="588"/>
        </pc:sldMkLst>
      </pc:sldChg>
      <pc:sldChg chg="addSp modSp mod modNotesTx">
        <pc:chgData name="强 李" userId="cd6c7ec7188785ae" providerId="LiveId" clId="{C4BB4458-5026-43D6-8C8F-02924DFE1BAF}" dt="2024-05-18T05:33:38.994" v="1079"/>
        <pc:sldMkLst>
          <pc:docMk/>
          <pc:sldMk cId="534191096" sldId="589"/>
        </pc:sldMkLst>
      </pc:sldChg>
      <pc:sldChg chg="modSp mod">
        <pc:chgData name="强 李" userId="cd6c7ec7188785ae" providerId="LiveId" clId="{C4BB4458-5026-43D6-8C8F-02924DFE1BAF}" dt="2024-05-18T05:34:49.979" v="1089" actId="6549"/>
        <pc:sldMkLst>
          <pc:docMk/>
          <pc:sldMk cId="4207264488" sldId="590"/>
        </pc:sldMkLst>
      </pc:sldChg>
      <pc:sldChg chg="modSp mod">
        <pc:chgData name="强 李" userId="cd6c7ec7188785ae" providerId="LiveId" clId="{C4BB4458-5026-43D6-8C8F-02924DFE1BAF}" dt="2024-05-18T05:37:46.107" v="1143"/>
        <pc:sldMkLst>
          <pc:docMk/>
          <pc:sldMk cId="3491062220" sldId="591"/>
        </pc:sldMkLst>
      </pc:sldChg>
      <pc:sldChg chg="modSp mod">
        <pc:chgData name="强 李" userId="cd6c7ec7188785ae" providerId="LiveId" clId="{C4BB4458-5026-43D6-8C8F-02924DFE1BAF}" dt="2024-05-18T05:38:25.684" v="1153"/>
        <pc:sldMkLst>
          <pc:docMk/>
          <pc:sldMk cId="4046377894" sldId="592"/>
        </pc:sldMkLst>
      </pc:sldChg>
      <pc:sldChg chg="modSp add mod">
        <pc:chgData name="强 李" userId="cd6c7ec7188785ae" providerId="LiveId" clId="{C4BB4458-5026-43D6-8C8F-02924DFE1BAF}" dt="2024-05-18T05:12:18.317" v="689" actId="6549"/>
        <pc:sldMkLst>
          <pc:docMk/>
          <pc:sldMk cId="3468762565" sldId="593"/>
        </pc:sldMkLst>
      </pc:sldChg>
      <pc:sldChg chg="modSp add mod">
        <pc:chgData name="强 李" userId="cd6c7ec7188785ae" providerId="LiveId" clId="{C4BB4458-5026-43D6-8C8F-02924DFE1BAF}" dt="2024-05-18T14:17:39.797" v="1781" actId="6549"/>
        <pc:sldMkLst>
          <pc:docMk/>
          <pc:sldMk cId="340286292" sldId="594"/>
        </pc:sldMkLst>
      </pc:sldChg>
      <pc:sldChg chg="add del">
        <pc:chgData name="强 李" userId="cd6c7ec7188785ae" providerId="LiveId" clId="{C4BB4458-5026-43D6-8C8F-02924DFE1BAF}" dt="2024-05-18T05:50:53.623" v="1203" actId="47"/>
        <pc:sldMkLst>
          <pc:docMk/>
          <pc:sldMk cId="2907531891" sldId="595"/>
        </pc:sldMkLst>
      </pc:sldChg>
      <pc:sldChg chg="addSp delSp modSp add mod setBg">
        <pc:chgData name="强 李" userId="cd6c7ec7188785ae" providerId="LiveId" clId="{C4BB4458-5026-43D6-8C8F-02924DFE1BAF}" dt="2024-05-18T05:51:56.279" v="1233" actId="1076"/>
        <pc:sldMkLst>
          <pc:docMk/>
          <pc:sldMk cId="1164883511" sldId="596"/>
        </pc:sldMkLst>
      </pc:sldChg>
    </pc:docChg>
  </pc:docChgLst>
  <pc:docChgLst>
    <pc:chgData name="强 李" userId="cd6c7ec7188785ae" providerId="LiveId" clId="{DE9C22DA-EF9C-4BF7-B19E-50E28DCB6DF5}"/>
    <pc:docChg chg="undo custSel addSld delSld modSld sldOrd">
      <pc:chgData name="强 李" userId="cd6c7ec7188785ae" providerId="LiveId" clId="{DE9C22DA-EF9C-4BF7-B19E-50E28DCB6DF5}" dt="2024-09-21T23:32:27.763" v="2412"/>
      <pc:docMkLst>
        <pc:docMk/>
      </pc:docMkLst>
      <pc:sldChg chg="modSp mod">
        <pc:chgData name="强 李" userId="cd6c7ec7188785ae" providerId="LiveId" clId="{DE9C22DA-EF9C-4BF7-B19E-50E28DCB6DF5}" dt="2024-09-21T14:13:31.891" v="93" actId="207"/>
        <pc:sldMkLst>
          <pc:docMk/>
          <pc:sldMk cId="0" sldId="425"/>
        </pc:sldMkLst>
      </pc:sldChg>
      <pc:sldChg chg="addSp delSp modSp mod">
        <pc:chgData name="强 李" userId="cd6c7ec7188785ae" providerId="LiveId" clId="{DE9C22DA-EF9C-4BF7-B19E-50E28DCB6DF5}" dt="2024-09-21T22:23:41.222" v="2355" actId="208"/>
        <pc:sldMkLst>
          <pc:docMk/>
          <pc:sldMk cId="54695671" sldId="531"/>
        </pc:sldMkLst>
      </pc:sldChg>
      <pc:sldChg chg="modSp mod">
        <pc:chgData name="强 李" userId="cd6c7ec7188785ae" providerId="LiveId" clId="{DE9C22DA-EF9C-4BF7-B19E-50E28DCB6DF5}" dt="2024-09-21T15:35:06.152" v="2254" actId="14100"/>
        <pc:sldMkLst>
          <pc:docMk/>
          <pc:sldMk cId="419382719" sldId="552"/>
        </pc:sldMkLst>
      </pc:sldChg>
      <pc:sldChg chg="delSp modSp del mod">
        <pc:chgData name="强 李" userId="cd6c7ec7188785ae" providerId="LiveId" clId="{DE9C22DA-EF9C-4BF7-B19E-50E28DCB6DF5}" dt="2024-09-21T14:25:44.378" v="434" actId="47"/>
        <pc:sldMkLst>
          <pc:docMk/>
          <pc:sldMk cId="530530540" sldId="553"/>
        </pc:sldMkLst>
      </pc:sldChg>
      <pc:sldChg chg="modSp mod modNotesTx">
        <pc:chgData name="强 李" userId="cd6c7ec7188785ae" providerId="LiveId" clId="{DE9C22DA-EF9C-4BF7-B19E-50E28DCB6DF5}" dt="2024-09-21T22:23:08.722" v="2353" actId="20577"/>
        <pc:sldMkLst>
          <pc:docMk/>
          <pc:sldMk cId="3418790839" sldId="554"/>
        </pc:sldMkLst>
      </pc:sldChg>
      <pc:sldChg chg="modSp mod">
        <pc:chgData name="强 李" userId="cd6c7ec7188785ae" providerId="LiveId" clId="{DE9C22DA-EF9C-4BF7-B19E-50E28DCB6DF5}" dt="2024-09-21T14:11:14.495" v="34"/>
        <pc:sldMkLst>
          <pc:docMk/>
          <pc:sldMk cId="1911491714" sldId="560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159884778" sldId="574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921434846" sldId="587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2648053192" sldId="588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534191096" sldId="589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207264488" sldId="590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491062220" sldId="591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046377894" sldId="592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3468762565" sldId="593"/>
        </pc:sldMkLst>
      </pc:sldChg>
      <pc:sldChg chg="modSp mod ord">
        <pc:chgData name="强 李" userId="cd6c7ec7188785ae" providerId="LiveId" clId="{DE9C22DA-EF9C-4BF7-B19E-50E28DCB6DF5}" dt="2024-09-21T14:45:19.286" v="671" actId="20577"/>
        <pc:sldMkLst>
          <pc:docMk/>
          <pc:sldMk cId="340286292" sldId="594"/>
        </pc:sldMkLst>
      </pc:sldChg>
      <pc:sldChg chg="delSp modSp mod">
        <pc:chgData name="强 李" userId="cd6c7ec7188785ae" providerId="LiveId" clId="{DE9C22DA-EF9C-4BF7-B19E-50E28DCB6DF5}" dt="2024-09-21T23:31:21.939" v="2398" actId="207"/>
        <pc:sldMkLst>
          <pc:docMk/>
          <pc:sldMk cId="3965997736" sldId="598"/>
        </pc:sldMkLst>
      </pc:sldChg>
      <pc:sldChg chg="del">
        <pc:chgData name="强 李" userId="cd6c7ec7188785ae" providerId="LiveId" clId="{DE9C22DA-EF9C-4BF7-B19E-50E28DCB6DF5}" dt="2024-09-21T14:25:44.378" v="434" actId="47"/>
        <pc:sldMkLst>
          <pc:docMk/>
          <pc:sldMk cId="4003489816" sldId="599"/>
        </pc:sldMkLst>
      </pc:sldChg>
      <pc:sldChg chg="modSp add mod">
        <pc:chgData name="强 李" userId="cd6c7ec7188785ae" providerId="LiveId" clId="{DE9C22DA-EF9C-4BF7-B19E-50E28DCB6DF5}" dt="2024-09-21T15:20:49.819" v="1894"/>
        <pc:sldMkLst>
          <pc:docMk/>
          <pc:sldMk cId="4081840699" sldId="599"/>
        </pc:sldMkLst>
      </pc:sldChg>
      <pc:sldChg chg="add del">
        <pc:chgData name="强 李" userId="cd6c7ec7188785ae" providerId="LiveId" clId="{DE9C22DA-EF9C-4BF7-B19E-50E28DCB6DF5}" dt="2024-09-21T14:45:37.905" v="672" actId="47"/>
        <pc:sldMkLst>
          <pc:docMk/>
          <pc:sldMk cId="1283817498" sldId="600"/>
        </pc:sldMkLst>
      </pc:sldChg>
      <pc:sldChg chg="del">
        <pc:chgData name="强 李" userId="cd6c7ec7188785ae" providerId="LiveId" clId="{DE9C22DA-EF9C-4BF7-B19E-50E28DCB6DF5}" dt="2024-09-21T14:26:42.062" v="442" actId="47"/>
        <pc:sldMkLst>
          <pc:docMk/>
          <pc:sldMk cId="125507599" sldId="601"/>
        </pc:sldMkLst>
      </pc:sldChg>
      <pc:sldChg chg="modSp add mod">
        <pc:chgData name="强 李" userId="cd6c7ec7188785ae" providerId="LiveId" clId="{DE9C22DA-EF9C-4BF7-B19E-50E28DCB6DF5}" dt="2024-09-21T14:43:53.718" v="659" actId="20577"/>
        <pc:sldMkLst>
          <pc:docMk/>
          <pc:sldMk cId="2538305957" sldId="601"/>
        </pc:sldMkLst>
      </pc:sldChg>
      <pc:sldChg chg="modSp add mod">
        <pc:chgData name="强 李" userId="cd6c7ec7188785ae" providerId="LiveId" clId="{DE9C22DA-EF9C-4BF7-B19E-50E28DCB6DF5}" dt="2024-09-21T14:44:59.038" v="668"/>
        <pc:sldMkLst>
          <pc:docMk/>
          <pc:sldMk cId="78345744" sldId="602"/>
        </pc:sldMkLst>
      </pc:sldChg>
      <pc:sldChg chg="modSp add mod">
        <pc:chgData name="强 李" userId="cd6c7ec7188785ae" providerId="LiveId" clId="{DE9C22DA-EF9C-4BF7-B19E-50E28DCB6DF5}" dt="2024-09-21T14:50:04.570" v="926" actId="6549"/>
        <pc:sldMkLst>
          <pc:docMk/>
          <pc:sldMk cId="1450588716" sldId="603"/>
        </pc:sldMkLst>
      </pc:sldChg>
      <pc:sldChg chg="modSp add mod">
        <pc:chgData name="强 李" userId="cd6c7ec7188785ae" providerId="LiveId" clId="{DE9C22DA-EF9C-4BF7-B19E-50E28DCB6DF5}" dt="2024-09-21T15:08:24.172" v="1372"/>
        <pc:sldMkLst>
          <pc:docMk/>
          <pc:sldMk cId="359668770" sldId="604"/>
        </pc:sldMkLst>
      </pc:sldChg>
      <pc:sldChg chg="modSp add mod">
        <pc:chgData name="强 李" userId="cd6c7ec7188785ae" providerId="LiveId" clId="{DE9C22DA-EF9C-4BF7-B19E-50E28DCB6DF5}" dt="2024-09-21T15:15:58.564" v="1675" actId="6549"/>
        <pc:sldMkLst>
          <pc:docMk/>
          <pc:sldMk cId="1727666922" sldId="605"/>
        </pc:sldMkLst>
      </pc:sldChg>
      <pc:sldChg chg="modSp add mod">
        <pc:chgData name="强 李" userId="cd6c7ec7188785ae" providerId="LiveId" clId="{DE9C22DA-EF9C-4BF7-B19E-50E28DCB6DF5}" dt="2024-09-21T22:26:01.900" v="2396" actId="15"/>
        <pc:sldMkLst>
          <pc:docMk/>
          <pc:sldMk cId="4035781716" sldId="606"/>
        </pc:sldMkLst>
      </pc:sldChg>
      <pc:sldChg chg="modSp add mod">
        <pc:chgData name="强 李" userId="cd6c7ec7188785ae" providerId="LiveId" clId="{DE9C22DA-EF9C-4BF7-B19E-50E28DCB6DF5}" dt="2024-09-21T15:25:51.965" v="2019" actId="6549"/>
        <pc:sldMkLst>
          <pc:docMk/>
          <pc:sldMk cId="562774613" sldId="607"/>
        </pc:sldMkLst>
      </pc:sldChg>
      <pc:sldChg chg="addSp delSp modSp add mod setBg modClrScheme chgLayout">
        <pc:chgData name="强 李" userId="cd6c7ec7188785ae" providerId="LiveId" clId="{DE9C22DA-EF9C-4BF7-B19E-50E28DCB6DF5}" dt="2024-09-21T23:32:27.763" v="2412"/>
        <pc:sldMkLst>
          <pc:docMk/>
          <pc:sldMk cId="1301125905" sldId="608"/>
        </pc:sldMkLst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</pc:docChg>
  </pc:docChgLst>
  <pc:docChgLst>
    <pc:chgData name="强 李" userId="cd6c7ec7188785ae" providerId="LiveId" clId="{1F788608-16AE-484E-BA0E-693D8C33E910}"/>
    <pc:docChg chg="undo custSel addSld delSld modSld sldOrd">
      <pc:chgData name="强 李" userId="cd6c7ec7188785ae" providerId="LiveId" clId="{1F788608-16AE-484E-BA0E-693D8C33E910}" dt="2024-08-24T03:18:54.421" v="1559" actId="1035"/>
      <pc:docMkLst>
        <pc:docMk/>
      </pc:docMkLst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242525785" sldId="543"/>
        </pc:sldMkLst>
      </pc:sldChg>
      <pc:sldChg chg="addSp delSp modSp mod setBg">
        <pc:chgData name="强 李" userId="cd6c7ec7188785ae" providerId="LiveId" clId="{1F788608-16AE-484E-BA0E-693D8C33E910}" dt="2024-08-24T02:54:21.908" v="965" actId="14100"/>
        <pc:sldMkLst>
          <pc:docMk/>
          <pc:sldMk cId="530530540" sldId="553"/>
        </pc:sldMkLst>
      </pc:sldChg>
      <pc:sldChg chg="modSp mod">
        <pc:chgData name="强 李" userId="cd6c7ec7188785ae" providerId="LiveId" clId="{1F788608-16AE-484E-BA0E-693D8C33E910}" dt="2024-08-22T09:14:03.896" v="0" actId="6549"/>
        <pc:sldMkLst>
          <pc:docMk/>
          <pc:sldMk cId="1911491714" sldId="560"/>
        </pc:sldMkLst>
      </pc:sldChg>
      <pc:sldChg chg="modSp mod">
        <pc:chgData name="强 李" userId="cd6c7ec7188785ae" providerId="LiveId" clId="{1F788608-16AE-484E-BA0E-693D8C33E910}" dt="2024-08-24T02:59:04.488" v="1103" actId="6549"/>
        <pc:sldMkLst>
          <pc:docMk/>
          <pc:sldMk cId="159884778" sldId="574"/>
        </pc:sldMkLst>
      </pc:sldChg>
      <pc:sldChg chg="delSp modSp mod">
        <pc:chgData name="强 李" userId="cd6c7ec7188785ae" providerId="LiveId" clId="{1F788608-16AE-484E-BA0E-693D8C33E910}" dt="2024-08-24T03:01:59.493" v="1191" actId="1036"/>
        <pc:sldMkLst>
          <pc:docMk/>
          <pc:sldMk cId="3921434846" sldId="587"/>
        </pc:sldMkLst>
      </pc:sldChg>
      <pc:sldChg chg="delSp modSp mod">
        <pc:chgData name="强 李" userId="cd6c7ec7188785ae" providerId="LiveId" clId="{1F788608-16AE-484E-BA0E-693D8C33E910}" dt="2024-08-23T11:44:40.504" v="696" actId="20577"/>
        <pc:sldMkLst>
          <pc:docMk/>
          <pc:sldMk cId="534191096" sldId="589"/>
        </pc:sldMkLst>
      </pc:sldChg>
      <pc:sldChg chg="modSp mod">
        <pc:chgData name="强 李" userId="cd6c7ec7188785ae" providerId="LiveId" clId="{1F788608-16AE-484E-BA0E-693D8C33E910}" dt="2024-08-24T03:05:09.231" v="1246" actId="20577"/>
        <pc:sldMkLst>
          <pc:docMk/>
          <pc:sldMk cId="4207264488" sldId="590"/>
        </pc:sldMkLst>
      </pc:sldChg>
      <pc:sldChg chg="modSp mod">
        <pc:chgData name="强 李" userId="cd6c7ec7188785ae" providerId="LiveId" clId="{1F788608-16AE-484E-BA0E-693D8C33E910}" dt="2024-08-24T03:06:46.135" v="1249" actId="113"/>
        <pc:sldMkLst>
          <pc:docMk/>
          <pc:sldMk cId="3491062220" sldId="591"/>
        </pc:sldMkLst>
      </pc:sldChg>
      <pc:sldChg chg="modSp mod">
        <pc:chgData name="强 李" userId="cd6c7ec7188785ae" providerId="LiveId" clId="{1F788608-16AE-484E-BA0E-693D8C33E910}" dt="2024-08-23T11:38:40.102" v="386" actId="20577"/>
        <pc:sldMkLst>
          <pc:docMk/>
          <pc:sldMk cId="4046377894" sldId="592"/>
        </pc:sldMkLst>
      </pc:sldChg>
      <pc:sldChg chg="del">
        <pc:chgData name="强 李" userId="cd6c7ec7188785ae" providerId="LiveId" clId="{1F788608-16AE-484E-BA0E-693D8C33E910}" dt="2024-08-24T03:07:12.869" v="1250" actId="47"/>
        <pc:sldMkLst>
          <pc:docMk/>
          <pc:sldMk cId="1164883511" sldId="596"/>
        </pc:sldMkLst>
      </pc:sldChg>
      <pc:sldChg chg="addSp delSp modSp add del mod ord setBg modClrScheme chgLayout">
        <pc:chgData name="强 李" userId="cd6c7ec7188785ae" providerId="LiveId" clId="{1F788608-16AE-484E-BA0E-693D8C33E910}" dt="2024-08-23T11:32:05.568" v="313" actId="47"/>
        <pc:sldMkLst>
          <pc:docMk/>
          <pc:sldMk cId="245500765" sldId="597"/>
        </pc:sldMkLst>
      </pc:sldChg>
      <pc:sldChg chg="modSp add mod">
        <pc:chgData name="强 李" userId="cd6c7ec7188785ae" providerId="LiveId" clId="{1F788608-16AE-484E-BA0E-693D8C33E910}" dt="2024-08-24T02:46:11.460" v="884" actId="108"/>
        <pc:sldMkLst>
          <pc:docMk/>
          <pc:sldMk cId="3965997736" sldId="598"/>
        </pc:sldMkLst>
      </pc:sldChg>
      <pc:sldChg chg="addSp delSp modSp add mod">
        <pc:chgData name="强 李" userId="cd6c7ec7188785ae" providerId="LiveId" clId="{1F788608-16AE-484E-BA0E-693D8C33E910}" dt="2024-08-24T03:03:27.979" v="1244"/>
        <pc:sldMkLst>
          <pc:docMk/>
          <pc:sldMk cId="4003489816" sldId="599"/>
        </pc:sldMkLst>
      </pc:sldChg>
      <pc:sldChg chg="addSp delSp modSp add del mod setBg">
        <pc:chgData name="强 李" userId="cd6c7ec7188785ae" providerId="LiveId" clId="{1F788608-16AE-484E-BA0E-693D8C33E910}" dt="2024-08-24T03:18:23.785" v="1553" actId="47"/>
        <pc:sldMkLst>
          <pc:docMk/>
          <pc:sldMk cId="1048211412" sldId="600"/>
        </pc:sldMkLst>
      </pc:sldChg>
      <pc:sldChg chg="modSp add mod">
        <pc:chgData name="强 李" userId="cd6c7ec7188785ae" providerId="LiveId" clId="{1F788608-16AE-484E-BA0E-693D8C33E910}" dt="2024-08-24T03:18:54.421" v="1559" actId="1035"/>
        <pc:sldMkLst>
          <pc:docMk/>
          <pc:sldMk cId="125507599" sldId="601"/>
        </pc:sldMkLst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</pc:sldChg>
    </pc:docChg>
  </pc:docChgLst>
  <pc:docChgLst>
    <pc:chgData name="强 李" userId="cd6c7ec7188785ae" providerId="LiveId" clId="{5EF4142E-4844-4CF2-B9D3-B00A388B0DD4}"/>
    <pc:docChg chg="undo custSel modSld">
      <pc:chgData name="强 李" userId="cd6c7ec7188785ae" providerId="LiveId" clId="{5EF4142E-4844-4CF2-B9D3-B00A388B0DD4}" dt="2024-09-14T14:12:58.930" v="2186"/>
      <pc:docMkLst>
        <pc:docMk/>
      </pc:docMkLst>
      <pc:sldChg chg="addSp modSp mod">
        <pc:chgData name="强 李" userId="cd6c7ec7188785ae" providerId="LiveId" clId="{5EF4142E-4844-4CF2-B9D3-B00A388B0DD4}" dt="2024-09-14T13:07:46.596" v="449"/>
        <pc:sldMkLst>
          <pc:docMk/>
          <pc:sldMk cId="530530540" sldId="553"/>
        </pc:sldMkLst>
      </pc:sldChg>
      <pc:sldChg chg="modSp mod">
        <pc:chgData name="强 李" userId="cd6c7ec7188785ae" providerId="LiveId" clId="{5EF4142E-4844-4CF2-B9D3-B00A388B0DD4}" dt="2024-09-14T13:22:36.645" v="812" actId="2710"/>
        <pc:sldMkLst>
          <pc:docMk/>
          <pc:sldMk cId="159884778" sldId="574"/>
        </pc:sldMkLst>
      </pc:sldChg>
      <pc:sldChg chg="addSp modSp mod">
        <pc:chgData name="强 李" userId="cd6c7ec7188785ae" providerId="LiveId" clId="{5EF4142E-4844-4CF2-B9D3-B00A388B0DD4}" dt="2024-09-14T13:17:02.786" v="741" actId="1036"/>
        <pc:sldMkLst>
          <pc:docMk/>
          <pc:sldMk cId="3921434846" sldId="587"/>
        </pc:sldMkLst>
      </pc:sldChg>
      <pc:sldChg chg="modSp mod">
        <pc:chgData name="强 李" userId="cd6c7ec7188785ae" providerId="LiveId" clId="{5EF4142E-4844-4CF2-B9D3-B00A388B0DD4}" dt="2024-09-14T13:48:48.344" v="2019"/>
        <pc:sldMkLst>
          <pc:docMk/>
          <pc:sldMk cId="534191096" sldId="589"/>
        </pc:sldMkLst>
      </pc:sldChg>
      <pc:sldChg chg="modSp mod">
        <pc:chgData name="强 李" userId="cd6c7ec7188785ae" providerId="LiveId" clId="{5EF4142E-4844-4CF2-B9D3-B00A388B0DD4}" dt="2024-09-14T13:52:07.298" v="2029" actId="6549"/>
        <pc:sldMkLst>
          <pc:docMk/>
          <pc:sldMk cId="4207264488" sldId="590"/>
        </pc:sldMkLst>
      </pc:sldChg>
      <pc:sldChg chg="modSp mod">
        <pc:chgData name="强 李" userId="cd6c7ec7188785ae" providerId="LiveId" clId="{5EF4142E-4844-4CF2-B9D3-B00A388B0DD4}" dt="2024-09-14T14:08:01.462" v="2035" actId="404"/>
        <pc:sldMkLst>
          <pc:docMk/>
          <pc:sldMk cId="3491062220" sldId="591"/>
        </pc:sldMkLst>
      </pc:sldChg>
      <pc:sldChg chg="modSp mod">
        <pc:chgData name="强 李" userId="cd6c7ec7188785ae" providerId="LiveId" clId="{5EF4142E-4844-4CF2-B9D3-B00A388B0DD4}" dt="2024-09-14T14:11:29.010" v="2088" actId="108"/>
        <pc:sldMkLst>
          <pc:docMk/>
          <pc:sldMk cId="4046377894" sldId="592"/>
        </pc:sldMkLst>
      </pc:sldChg>
      <pc:sldChg chg="modSp mod">
        <pc:chgData name="强 李" userId="cd6c7ec7188785ae" providerId="LiveId" clId="{5EF4142E-4844-4CF2-B9D3-B00A388B0DD4}" dt="2024-09-14T13:39:18.199" v="1599" actId="403"/>
        <pc:sldMkLst>
          <pc:docMk/>
          <pc:sldMk cId="3468762565" sldId="593"/>
        </pc:sldMkLst>
      </pc:sldChg>
      <pc:sldChg chg="modSp mod">
        <pc:chgData name="强 李" userId="cd6c7ec7188785ae" providerId="LiveId" clId="{5EF4142E-4844-4CF2-B9D3-B00A388B0DD4}" dt="2024-09-14T13:18:04.631" v="762" actId="20577"/>
        <pc:sldMkLst>
          <pc:docMk/>
          <pc:sldMk cId="340286292" sldId="594"/>
        </pc:sldMkLst>
      </pc:sldChg>
      <pc:sldChg chg="modSp mod">
        <pc:chgData name="强 李" userId="cd6c7ec7188785ae" providerId="LiveId" clId="{5EF4142E-4844-4CF2-B9D3-B00A388B0DD4}" dt="2024-09-14T12:51:23.089" v="61" actId="1036"/>
        <pc:sldMkLst>
          <pc:docMk/>
          <pc:sldMk cId="3965997736" sldId="598"/>
        </pc:sldMkLst>
      </pc:sldChg>
      <pc:sldChg chg="modSp mod">
        <pc:chgData name="强 李" userId="cd6c7ec7188785ae" providerId="LiveId" clId="{5EF4142E-4844-4CF2-B9D3-B00A388B0DD4}" dt="2024-09-14T13:29:35.058" v="1303"/>
        <pc:sldMkLst>
          <pc:docMk/>
          <pc:sldMk cId="4003489816" sldId="599"/>
        </pc:sldMkLst>
      </pc:sldChg>
      <pc:sldChg chg="modSp mod">
        <pc:chgData name="强 李" userId="cd6c7ec7188785ae" providerId="LiveId" clId="{5EF4142E-4844-4CF2-B9D3-B00A388B0DD4}" dt="2024-09-14T14:12:58.930" v="2186"/>
        <pc:sldMkLst>
          <pc:docMk/>
          <pc:sldMk cId="125507599" sldId="601"/>
        </pc:sldMkLst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谁会装修酒店为短期出差？</a:t>
          </a:r>
          <a:endParaRPr lang="en-US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/>
      <dgm:spPr/>
      <dgm:t>
        <a:bodyPr/>
        <a:lstStyle/>
        <a:p>
          <a:pPr>
            <a:lnSpc>
              <a:spcPct val="100000"/>
            </a:lnSpc>
          </a:pPr>
          <a:r>
            <a: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携带大包小包去短期出差？</a:t>
          </a:r>
          <a:endParaRPr lang="en-US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0" presStyleCnt="2"/>
      <dgm:spPr/>
    </dgm:pt>
    <dgm:pt modelId="{0069E9D1-00C8-4A7D-A7E5-FF47AC853351}" type="pres">
      <dgm:prSet presAssocID="{9560837B-6C5D-4140-8FB8-A3D015EE0CE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les with Arrows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0" presStyleCnt="2">
        <dgm:presLayoutVars>
          <dgm:chMax val="0"/>
          <dgm:chPref val="0"/>
        </dgm:presLayoutVars>
      </dgm:prSet>
      <dgm:spPr/>
    </dgm:pt>
    <dgm:pt modelId="{7E4D72D9-925E-4C29-B2EA-091D9E6C55F4}" type="pres">
      <dgm:prSet presAssocID="{0F9BA7B3-9CBC-4650-BA6D-125C111485DF}" presName="sibTrans" presStyleCnt="0"/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1" presStyleCnt="2"/>
      <dgm:spPr/>
    </dgm:pt>
    <dgm:pt modelId="{1C53FEA1-DA41-431B-B646-5BCD6C1FEA1B}" type="pres">
      <dgm:prSet presAssocID="{B4562A41-EFF0-4AC1-89E7-BE8FF560234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ayer Candle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FBD0E7D-43C2-4C2D-8998-F5E96A64DECC}" srcId="{6C8FDC3B-6E93-441B-AE75-0AB5019C4468}" destId="{B4562A41-EFF0-4AC1-89E7-BE8FF560234B}" srcOrd="1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95BE84CD-661F-4892-A99E-DC11FD500758}" type="presOf" srcId="{9560837B-6C5D-4140-8FB8-A3D015EE0CE3}" destId="{DF44F7BB-85CD-467D-8D84-6D4163CCECA7}" srcOrd="0" destOrd="0" presId="urn:microsoft.com/office/officeart/2018/2/layout/IconVerticalSolidList"/>
    <dgm:cxn modelId="{205455DF-B91F-44B2-AEBD-87D7BE55C8BC}" type="presOf" srcId="{B4562A41-EFF0-4AC1-89E7-BE8FF560234B}" destId="{18A96B3A-EB32-454E-B01A-02C2A2A6D1F8}" srcOrd="0" destOrd="0" presId="urn:microsoft.com/office/officeart/2018/2/layout/IconVerticalSolidList"/>
    <dgm:cxn modelId="{C8532AE3-B1F0-41AF-B6A7-4F510230B6AB}" srcId="{6C8FDC3B-6E93-441B-AE75-0AB5019C4468}" destId="{9560837B-6C5D-4140-8FB8-A3D015EE0CE3}" srcOrd="0" destOrd="0" parTransId="{23396744-A72A-4748-8321-A140457BB116}" sibTransId="{0F9BA7B3-9CBC-4650-BA6D-125C111485DF}"/>
    <dgm:cxn modelId="{E6D107C5-652D-41BD-84E7-6C5043F53E41}" type="presParOf" srcId="{51FB5E3B-C39E-4BBD-A265-2C104DFE0B10}" destId="{FE28A877-1997-43E9-BE50-32CA8445AE8B}" srcOrd="0" destOrd="0" presId="urn:microsoft.com/office/officeart/2018/2/layout/IconVerticalSolidList"/>
    <dgm:cxn modelId="{5E5E9FEA-4612-4E39-A62D-4D6CC0C06A4C}" type="presParOf" srcId="{FE28A877-1997-43E9-BE50-32CA8445AE8B}" destId="{E64D890F-767D-4E95-A66B-4DC9AE9169B2}" srcOrd="0" destOrd="0" presId="urn:microsoft.com/office/officeart/2018/2/layout/IconVerticalSolidList"/>
    <dgm:cxn modelId="{157BBA22-CF8A-4933-B6DB-5DB8CEF2003A}" type="presParOf" srcId="{FE28A877-1997-43E9-BE50-32CA8445AE8B}" destId="{0069E9D1-00C8-4A7D-A7E5-FF47AC853351}" srcOrd="1" destOrd="0" presId="urn:microsoft.com/office/officeart/2018/2/layout/IconVerticalSolidList"/>
    <dgm:cxn modelId="{7A7337AF-29EA-4DFE-A0AE-C9F38D47306C}" type="presParOf" srcId="{FE28A877-1997-43E9-BE50-32CA8445AE8B}" destId="{89A76834-4A4E-4278-915E-2FFF6CB92353}" srcOrd="2" destOrd="0" presId="urn:microsoft.com/office/officeart/2018/2/layout/IconVerticalSolidList"/>
    <dgm:cxn modelId="{9775B993-AA32-4BBD-AB7A-F0D70A0DEC4E}" type="presParOf" srcId="{FE28A877-1997-43E9-BE50-32CA8445AE8B}" destId="{DF44F7BB-85CD-467D-8D84-6D4163CCECA7}" srcOrd="3" destOrd="0" presId="urn:microsoft.com/office/officeart/2018/2/layout/IconVerticalSolidList"/>
    <dgm:cxn modelId="{D3CA5FEA-E2D8-4C47-987D-0840AD5E504A}" type="presParOf" srcId="{51FB5E3B-C39E-4BBD-A265-2C104DFE0B10}" destId="{7E4D72D9-925E-4C29-B2EA-091D9E6C55F4}" srcOrd="1" destOrd="0" presId="urn:microsoft.com/office/officeart/2018/2/layout/IconVerticalSolidList"/>
    <dgm:cxn modelId="{7035481C-D4D5-421C-AB76-E0B3FB8F4426}" type="presParOf" srcId="{51FB5E3B-C39E-4BBD-A265-2C104DFE0B10}" destId="{1880E83A-9BD8-420E-B078-45BC06C3AEA2}" srcOrd="2" destOrd="0" presId="urn:microsoft.com/office/officeart/2018/2/layout/IconVerticalSolidList"/>
    <dgm:cxn modelId="{7F0E274A-5835-4416-B156-73E31F3EF786}" type="presParOf" srcId="{1880E83A-9BD8-420E-B078-45BC06C3AEA2}" destId="{34E1AEC9-CBF3-44C5-B2CE-901E44470EE1}" srcOrd="0" destOrd="0" presId="urn:microsoft.com/office/officeart/2018/2/layout/IconVerticalSolidList"/>
    <dgm:cxn modelId="{53E1E5AA-41C8-4EDB-B803-EDC74BA13D2A}" type="presParOf" srcId="{1880E83A-9BD8-420E-B078-45BC06C3AEA2}" destId="{1C53FEA1-DA41-431B-B646-5BCD6C1FEA1B}" srcOrd="1" destOrd="0" presId="urn:microsoft.com/office/officeart/2018/2/layout/IconVerticalSolidList"/>
    <dgm:cxn modelId="{704E49B1-0D06-47FF-91DD-6B6B06D96E8E}" type="presParOf" srcId="{1880E83A-9BD8-420E-B078-45BC06C3AEA2}" destId="{1A6690A5-513A-4F9F-8A62-45D9624591FB}" srcOrd="2" destOrd="0" presId="urn:microsoft.com/office/officeart/2018/2/layout/IconVerticalSolidList"/>
    <dgm:cxn modelId="{3EEAABB1-334A-4673-AD5E-2F5A72FEC3CC}" type="presParOf" srcId="{1880E83A-9BD8-420E-B078-45BC06C3AEA2}" destId="{18A96B3A-EB32-454E-B01A-02C2A2A6D1F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BD2C2BE-D1DB-44A1-A52A-A722D32DCBC6}">
      <dgm:prSet custT="1"/>
      <dgm:spPr/>
      <dgm:t>
        <a:bodyPr/>
        <a:lstStyle/>
        <a:p>
          <a:r>
            <a:rPr lang="en-US" altLang="zh-CN" sz="2800" b="1" dirty="0"/>
            <a:t>1</a:t>
          </a:r>
          <a:r>
            <a:rPr lang="zh-CN" altLang="zh-CN" sz="2800" b="1" dirty="0"/>
            <a:t>，</a:t>
          </a:r>
          <a:r>
            <a:rPr lang="zh-CN" altLang="en-US" sz="2800" b="1" dirty="0"/>
            <a:t>在</a:t>
          </a:r>
          <a:r>
            <a:rPr lang="zh-CN" sz="2800" dirty="0"/>
            <a:t>经文二章</a:t>
          </a:r>
          <a:r>
            <a:rPr lang="en-US" sz="2800" dirty="0"/>
            <a:t>11</a:t>
          </a:r>
          <a:r>
            <a:rPr lang="zh-CN" sz="2800" dirty="0"/>
            <a:t>节，彼得告知我们的身份是什么？</a:t>
          </a:r>
          <a:endParaRPr lang="en-US" sz="2800" b="1" dirty="0"/>
        </a:p>
      </dgm:t>
    </dgm:pt>
    <dgm:pt modelId="{F295D86C-A72D-4FE1-BA0F-ECD2D1B9C750}" type="parTrans" cxnId="{B594F1BB-1A14-405C-BBDF-D80CF027887F}">
      <dgm:prSet/>
      <dgm:spPr/>
      <dgm:t>
        <a:bodyPr/>
        <a:lstStyle/>
        <a:p>
          <a:endParaRPr lang="zh-CN" altLang="en-US" sz="1800" b="1"/>
        </a:p>
      </dgm:t>
    </dgm:pt>
    <dgm:pt modelId="{AEDDFA7B-84F9-476C-A965-8E5CC57127E9}" type="sibTrans" cxnId="{B594F1BB-1A14-405C-BBDF-D80CF027887F}">
      <dgm:prSet/>
      <dgm:spPr/>
      <dgm:t>
        <a:bodyPr/>
        <a:lstStyle/>
        <a:p>
          <a:endParaRPr lang="zh-CN" altLang="en-US" sz="1800" b="1"/>
        </a:p>
      </dgm:t>
    </dgm:pt>
    <dgm:pt modelId="{7C874045-28E7-4914-A5A3-556E6D8CBF38}">
      <dgm:prSet custT="1"/>
      <dgm:spPr/>
      <dgm:t>
        <a:bodyPr/>
        <a:lstStyle/>
        <a:p>
          <a:r>
            <a:rPr lang="en-US" altLang="zh-CN" sz="2800" b="1" dirty="0"/>
            <a:t>2</a:t>
          </a:r>
          <a:r>
            <a:rPr lang="zh-CN" altLang="zh-CN" sz="2800" b="1" dirty="0"/>
            <a:t>，</a:t>
          </a:r>
          <a:r>
            <a:rPr lang="zh-CN" sz="2800" dirty="0"/>
            <a:t>为什么要求我们品行端正，最终的目的是什么？</a:t>
          </a:r>
          <a:endParaRPr lang="zh-CN" altLang="zh-CN" sz="2800" b="1" dirty="0"/>
        </a:p>
      </dgm:t>
    </dgm:pt>
    <dgm:pt modelId="{74144C16-FA93-452E-B592-50993A6B454D}" type="sibTrans" cxnId="{E38A05AA-CA47-4986-8A50-F48C70DFEE01}">
      <dgm:prSet/>
      <dgm:spPr/>
      <dgm:t>
        <a:bodyPr/>
        <a:lstStyle/>
        <a:p>
          <a:endParaRPr lang="zh-CN" altLang="en-US"/>
        </a:p>
      </dgm:t>
    </dgm:pt>
    <dgm:pt modelId="{30530BA6-44FC-4433-AA46-D8907D8E01F7}" type="parTrans" cxnId="{E38A05AA-CA47-4986-8A50-F48C70DFEE01}">
      <dgm:prSet/>
      <dgm:spPr/>
      <dgm:t>
        <a:bodyPr/>
        <a:lstStyle/>
        <a:p>
          <a:endParaRPr lang="zh-CN" altLang="en-US"/>
        </a:p>
      </dgm:t>
    </dgm:pt>
    <dgm:pt modelId="{DABA82B8-B209-4D8A-89A2-B4D291F3C488}">
      <dgm:prSet custT="1"/>
      <dgm:spPr/>
      <dgm:t>
        <a:bodyPr/>
        <a:lstStyle/>
        <a:p>
          <a:r>
            <a:rPr lang="en-US" altLang="zh-CN" sz="2800" b="1" dirty="0"/>
            <a:t>3</a:t>
          </a:r>
          <a:r>
            <a:rPr lang="zh-CN" altLang="zh-CN" sz="2800" b="1" dirty="0"/>
            <a:t>，</a:t>
          </a:r>
          <a:r>
            <a:rPr lang="en-US" sz="2800" dirty="0"/>
            <a:t>2025</a:t>
          </a:r>
          <a:r>
            <a:rPr lang="zh-CN" sz="2800" dirty="0"/>
            <a:t>年你计划如何与问题</a:t>
          </a:r>
          <a:r>
            <a:rPr lang="en-US" sz="2800" dirty="0"/>
            <a:t>2</a:t>
          </a:r>
          <a:r>
            <a:rPr lang="zh-CN" sz="2800" dirty="0"/>
            <a:t>的最终目的有益处？</a:t>
          </a:r>
          <a:endParaRPr lang="zh-CN" altLang="zh-CN" sz="2800" b="1" dirty="0"/>
        </a:p>
      </dgm:t>
    </dgm:pt>
    <dgm:pt modelId="{11EAFC05-D0A4-43EC-B7E7-E461F32B688A}" type="sibTrans" cxnId="{96F23E8A-E118-4B4A-9420-BFE40D3CFF3E}">
      <dgm:prSet/>
      <dgm:spPr/>
      <dgm:t>
        <a:bodyPr/>
        <a:lstStyle/>
        <a:p>
          <a:endParaRPr lang="zh-CN" altLang="en-US"/>
        </a:p>
      </dgm:t>
    </dgm:pt>
    <dgm:pt modelId="{368AA0CF-B6A4-4183-95C5-4D76BFF2AF3F}" type="parTrans" cxnId="{96F23E8A-E118-4B4A-9420-BFE40D3CFF3E}">
      <dgm:prSet/>
      <dgm:spPr/>
      <dgm:t>
        <a:bodyPr/>
        <a:lstStyle/>
        <a:p>
          <a:endParaRPr lang="zh-CN" altLang="en-US"/>
        </a:p>
      </dgm:t>
    </dgm:pt>
    <dgm:pt modelId="{1F12DA8F-2D73-42EB-96BB-B7F23E046792}" type="pres">
      <dgm:prSet presAssocID="{0FFEBC65-5800-49C2-ACE8-714124562FFC}" presName="linear" presStyleCnt="0">
        <dgm:presLayoutVars>
          <dgm:dir/>
          <dgm:animLvl val="lvl"/>
          <dgm:resizeHandles val="exact"/>
        </dgm:presLayoutVars>
      </dgm:prSet>
      <dgm:spPr/>
    </dgm:pt>
    <dgm:pt modelId="{9134DFA7-315A-455C-8F1E-BFFCB82F4F45}" type="pres">
      <dgm:prSet presAssocID="{1BD2C2BE-D1DB-44A1-A52A-A722D32DCBC6}" presName="parentLin" presStyleCnt="0"/>
      <dgm:spPr/>
    </dgm:pt>
    <dgm:pt modelId="{D51987C1-F5DF-469C-A830-CDBF3FD9E040}" type="pres">
      <dgm:prSet presAssocID="{1BD2C2BE-D1DB-44A1-A52A-A722D32DCBC6}" presName="parentLeftMargin" presStyleLbl="node1" presStyleIdx="0" presStyleCnt="3"/>
      <dgm:spPr/>
    </dgm:pt>
    <dgm:pt modelId="{F537915A-F02E-4C70-B158-3DD0830C6921}" type="pres">
      <dgm:prSet presAssocID="{1BD2C2BE-D1DB-44A1-A52A-A722D32DCBC6}" presName="parentText" presStyleLbl="node1" presStyleIdx="0" presStyleCnt="3" custScaleX="142857">
        <dgm:presLayoutVars>
          <dgm:chMax val="0"/>
          <dgm:bulletEnabled val="1"/>
        </dgm:presLayoutVars>
      </dgm:prSet>
      <dgm:spPr/>
    </dgm:pt>
    <dgm:pt modelId="{66D370ED-B6F4-4B0D-864E-171D2A337CC1}" type="pres">
      <dgm:prSet presAssocID="{1BD2C2BE-D1DB-44A1-A52A-A722D32DCBC6}" presName="negativeSpace" presStyleCnt="0"/>
      <dgm:spPr/>
    </dgm:pt>
    <dgm:pt modelId="{82564448-F98C-468D-8F9B-875EAB96C2D0}" type="pres">
      <dgm:prSet presAssocID="{1BD2C2BE-D1DB-44A1-A52A-A722D32DCBC6}" presName="childText" presStyleLbl="conFgAcc1" presStyleIdx="0" presStyleCnt="3">
        <dgm:presLayoutVars>
          <dgm:bulletEnabled val="1"/>
        </dgm:presLayoutVars>
      </dgm:prSet>
      <dgm:spPr/>
    </dgm:pt>
    <dgm:pt modelId="{13F66DDF-9AF5-40E5-AEEB-44A134952028}" type="pres">
      <dgm:prSet presAssocID="{AEDDFA7B-84F9-476C-A965-8E5CC57127E9}" presName="spaceBetweenRectangles" presStyleCnt="0"/>
      <dgm:spPr/>
    </dgm:pt>
    <dgm:pt modelId="{173ABEFF-7287-4705-8E23-E6A64D07E687}" type="pres">
      <dgm:prSet presAssocID="{7C874045-28E7-4914-A5A3-556E6D8CBF38}" presName="parentLin" presStyleCnt="0"/>
      <dgm:spPr/>
    </dgm:pt>
    <dgm:pt modelId="{91FDBF6A-E982-4BB6-8930-E267221513D0}" type="pres">
      <dgm:prSet presAssocID="{7C874045-28E7-4914-A5A3-556E6D8CBF38}" presName="parentLeftMargin" presStyleLbl="node1" presStyleIdx="0" presStyleCnt="3"/>
      <dgm:spPr/>
    </dgm:pt>
    <dgm:pt modelId="{74E4AF59-869D-4E92-83F4-8F3B4B134F9D}" type="pres">
      <dgm:prSet presAssocID="{7C874045-28E7-4914-A5A3-556E6D8CBF38}" presName="parentText" presStyleLbl="node1" presStyleIdx="1" presStyleCnt="3" custScaleX="142857">
        <dgm:presLayoutVars>
          <dgm:chMax val="0"/>
          <dgm:bulletEnabled val="1"/>
        </dgm:presLayoutVars>
      </dgm:prSet>
      <dgm:spPr/>
    </dgm:pt>
    <dgm:pt modelId="{C2B47A78-DAE6-4172-BB8D-31D4670E0F6E}" type="pres">
      <dgm:prSet presAssocID="{7C874045-28E7-4914-A5A3-556E6D8CBF38}" presName="negativeSpace" presStyleCnt="0"/>
      <dgm:spPr/>
    </dgm:pt>
    <dgm:pt modelId="{A8E50910-6A72-4290-9BEC-DE430449B9A4}" type="pres">
      <dgm:prSet presAssocID="{7C874045-28E7-4914-A5A3-556E6D8CBF38}" presName="childText" presStyleLbl="conFgAcc1" presStyleIdx="1" presStyleCnt="3">
        <dgm:presLayoutVars>
          <dgm:bulletEnabled val="1"/>
        </dgm:presLayoutVars>
      </dgm:prSet>
      <dgm:spPr/>
    </dgm:pt>
    <dgm:pt modelId="{CC426161-6948-4896-B31B-F82E522DF115}" type="pres">
      <dgm:prSet presAssocID="{74144C16-FA93-452E-B592-50993A6B454D}" presName="spaceBetweenRectangles" presStyleCnt="0"/>
      <dgm:spPr/>
    </dgm:pt>
    <dgm:pt modelId="{520A94F8-15EC-4373-B835-90A4FC4C970D}" type="pres">
      <dgm:prSet presAssocID="{DABA82B8-B209-4D8A-89A2-B4D291F3C488}" presName="parentLin" presStyleCnt="0"/>
      <dgm:spPr/>
    </dgm:pt>
    <dgm:pt modelId="{9AFC99EA-BCFA-4E8E-8A12-57AA733C89B5}" type="pres">
      <dgm:prSet presAssocID="{DABA82B8-B209-4D8A-89A2-B4D291F3C488}" presName="parentLeftMargin" presStyleLbl="node1" presStyleIdx="1" presStyleCnt="3"/>
      <dgm:spPr/>
    </dgm:pt>
    <dgm:pt modelId="{931BAF88-011D-4BD5-B742-67BC90139E82}" type="pres">
      <dgm:prSet presAssocID="{DABA82B8-B209-4D8A-89A2-B4D291F3C488}" presName="parentText" presStyleLbl="node1" presStyleIdx="2" presStyleCnt="3" custScaleX="142857">
        <dgm:presLayoutVars>
          <dgm:chMax val="0"/>
          <dgm:bulletEnabled val="1"/>
        </dgm:presLayoutVars>
      </dgm:prSet>
      <dgm:spPr/>
    </dgm:pt>
    <dgm:pt modelId="{7201097C-0DAE-4657-A6C2-875B37A51AB5}" type="pres">
      <dgm:prSet presAssocID="{DABA82B8-B209-4D8A-89A2-B4D291F3C488}" presName="negativeSpace" presStyleCnt="0"/>
      <dgm:spPr/>
    </dgm:pt>
    <dgm:pt modelId="{0FE397FF-B9A0-42F4-9A01-177CA6EBDA61}" type="pres">
      <dgm:prSet presAssocID="{DABA82B8-B209-4D8A-89A2-B4D291F3C488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122512D-52F1-41E2-86E3-6E9C2783E480}" type="presOf" srcId="{DABA82B8-B209-4D8A-89A2-B4D291F3C488}" destId="{9AFC99EA-BCFA-4E8E-8A12-57AA733C89B5}" srcOrd="0" destOrd="0" presId="urn:microsoft.com/office/officeart/2005/8/layout/list1"/>
    <dgm:cxn modelId="{B950487E-1EE2-4B68-B38F-57044BF6EB1A}" type="presOf" srcId="{0FFEBC65-5800-49C2-ACE8-714124562FFC}" destId="{1F12DA8F-2D73-42EB-96BB-B7F23E046792}" srcOrd="0" destOrd="0" presId="urn:microsoft.com/office/officeart/2005/8/layout/list1"/>
    <dgm:cxn modelId="{96F23E8A-E118-4B4A-9420-BFE40D3CFF3E}" srcId="{0FFEBC65-5800-49C2-ACE8-714124562FFC}" destId="{DABA82B8-B209-4D8A-89A2-B4D291F3C488}" srcOrd="2" destOrd="0" parTransId="{368AA0CF-B6A4-4183-95C5-4D76BFF2AF3F}" sibTransId="{11EAFC05-D0A4-43EC-B7E7-E461F32B688A}"/>
    <dgm:cxn modelId="{B2585397-9267-47D5-887B-6FDCCE516AE3}" type="presOf" srcId="{DABA82B8-B209-4D8A-89A2-B4D291F3C488}" destId="{931BAF88-011D-4BD5-B742-67BC90139E82}" srcOrd="1" destOrd="0" presId="urn:microsoft.com/office/officeart/2005/8/layout/list1"/>
    <dgm:cxn modelId="{D0545E9D-A51F-4E1D-8423-7BC0944A85A4}" type="presOf" srcId="{7C874045-28E7-4914-A5A3-556E6D8CBF38}" destId="{74E4AF59-869D-4E92-83F4-8F3B4B134F9D}" srcOrd="1" destOrd="0" presId="urn:microsoft.com/office/officeart/2005/8/layout/list1"/>
    <dgm:cxn modelId="{96E8A9A3-C6B6-4D6B-ADF5-DA797B4F98B3}" type="presOf" srcId="{1BD2C2BE-D1DB-44A1-A52A-A722D32DCBC6}" destId="{D51987C1-F5DF-469C-A830-CDBF3FD9E040}" srcOrd="0" destOrd="0" presId="urn:microsoft.com/office/officeart/2005/8/layout/list1"/>
    <dgm:cxn modelId="{E38A05AA-CA47-4986-8A50-F48C70DFEE01}" srcId="{0FFEBC65-5800-49C2-ACE8-714124562FFC}" destId="{7C874045-28E7-4914-A5A3-556E6D8CBF38}" srcOrd="1" destOrd="0" parTransId="{30530BA6-44FC-4433-AA46-D8907D8E01F7}" sibTransId="{74144C16-FA93-452E-B592-50993A6B454D}"/>
    <dgm:cxn modelId="{B594F1BB-1A14-405C-BBDF-D80CF027887F}" srcId="{0FFEBC65-5800-49C2-ACE8-714124562FFC}" destId="{1BD2C2BE-D1DB-44A1-A52A-A722D32DCBC6}" srcOrd="0" destOrd="0" parTransId="{F295D86C-A72D-4FE1-BA0F-ECD2D1B9C750}" sibTransId="{AEDDFA7B-84F9-476C-A965-8E5CC57127E9}"/>
    <dgm:cxn modelId="{C1108BD3-4D53-46D1-99C9-E701595D07B0}" type="presOf" srcId="{7C874045-28E7-4914-A5A3-556E6D8CBF38}" destId="{91FDBF6A-E982-4BB6-8930-E267221513D0}" srcOrd="0" destOrd="0" presId="urn:microsoft.com/office/officeart/2005/8/layout/list1"/>
    <dgm:cxn modelId="{99AC38F6-1CFB-4076-9029-E344EB8B6F7E}" type="presOf" srcId="{1BD2C2BE-D1DB-44A1-A52A-A722D32DCBC6}" destId="{F537915A-F02E-4C70-B158-3DD0830C6921}" srcOrd="1" destOrd="0" presId="urn:microsoft.com/office/officeart/2005/8/layout/list1"/>
    <dgm:cxn modelId="{189D8AA7-6F8C-4B14-9598-3AFBA88BCCA4}" type="presParOf" srcId="{1F12DA8F-2D73-42EB-96BB-B7F23E046792}" destId="{9134DFA7-315A-455C-8F1E-BFFCB82F4F45}" srcOrd="0" destOrd="0" presId="urn:microsoft.com/office/officeart/2005/8/layout/list1"/>
    <dgm:cxn modelId="{FD7AD0AA-BF06-45F3-BD09-9BF4684BC096}" type="presParOf" srcId="{9134DFA7-315A-455C-8F1E-BFFCB82F4F45}" destId="{D51987C1-F5DF-469C-A830-CDBF3FD9E040}" srcOrd="0" destOrd="0" presId="urn:microsoft.com/office/officeart/2005/8/layout/list1"/>
    <dgm:cxn modelId="{6B91E6E4-29B7-46DB-9C41-7F41518F24F3}" type="presParOf" srcId="{9134DFA7-315A-455C-8F1E-BFFCB82F4F45}" destId="{F537915A-F02E-4C70-B158-3DD0830C6921}" srcOrd="1" destOrd="0" presId="urn:microsoft.com/office/officeart/2005/8/layout/list1"/>
    <dgm:cxn modelId="{B9AE5DD0-5A86-43B3-B715-69E34F11DD50}" type="presParOf" srcId="{1F12DA8F-2D73-42EB-96BB-B7F23E046792}" destId="{66D370ED-B6F4-4B0D-864E-171D2A337CC1}" srcOrd="1" destOrd="0" presId="urn:microsoft.com/office/officeart/2005/8/layout/list1"/>
    <dgm:cxn modelId="{6215B631-704B-4034-90D6-71EC7402E2B6}" type="presParOf" srcId="{1F12DA8F-2D73-42EB-96BB-B7F23E046792}" destId="{82564448-F98C-468D-8F9B-875EAB96C2D0}" srcOrd="2" destOrd="0" presId="urn:microsoft.com/office/officeart/2005/8/layout/list1"/>
    <dgm:cxn modelId="{7A74B518-639C-4B89-B591-DDAFED119D5E}" type="presParOf" srcId="{1F12DA8F-2D73-42EB-96BB-B7F23E046792}" destId="{13F66DDF-9AF5-40E5-AEEB-44A134952028}" srcOrd="3" destOrd="0" presId="urn:microsoft.com/office/officeart/2005/8/layout/list1"/>
    <dgm:cxn modelId="{06485E8F-6838-4DC3-991D-01193CA68647}" type="presParOf" srcId="{1F12DA8F-2D73-42EB-96BB-B7F23E046792}" destId="{173ABEFF-7287-4705-8E23-E6A64D07E687}" srcOrd="4" destOrd="0" presId="urn:microsoft.com/office/officeart/2005/8/layout/list1"/>
    <dgm:cxn modelId="{0395DA82-BF86-4872-8E36-38D84BD0222D}" type="presParOf" srcId="{173ABEFF-7287-4705-8E23-E6A64D07E687}" destId="{91FDBF6A-E982-4BB6-8930-E267221513D0}" srcOrd="0" destOrd="0" presId="urn:microsoft.com/office/officeart/2005/8/layout/list1"/>
    <dgm:cxn modelId="{61EFD572-5B2C-4E19-8310-46B9A1DD757A}" type="presParOf" srcId="{173ABEFF-7287-4705-8E23-E6A64D07E687}" destId="{74E4AF59-869D-4E92-83F4-8F3B4B134F9D}" srcOrd="1" destOrd="0" presId="urn:microsoft.com/office/officeart/2005/8/layout/list1"/>
    <dgm:cxn modelId="{F82616AF-4D4A-4DD2-BD66-83A9B71542C2}" type="presParOf" srcId="{1F12DA8F-2D73-42EB-96BB-B7F23E046792}" destId="{C2B47A78-DAE6-4172-BB8D-31D4670E0F6E}" srcOrd="5" destOrd="0" presId="urn:microsoft.com/office/officeart/2005/8/layout/list1"/>
    <dgm:cxn modelId="{A17D6410-7D18-4A04-8626-64246883F003}" type="presParOf" srcId="{1F12DA8F-2D73-42EB-96BB-B7F23E046792}" destId="{A8E50910-6A72-4290-9BEC-DE430449B9A4}" srcOrd="6" destOrd="0" presId="urn:microsoft.com/office/officeart/2005/8/layout/list1"/>
    <dgm:cxn modelId="{D89609AF-0625-47A0-9609-0CC93646CF3B}" type="presParOf" srcId="{1F12DA8F-2D73-42EB-96BB-B7F23E046792}" destId="{CC426161-6948-4896-B31B-F82E522DF115}" srcOrd="7" destOrd="0" presId="urn:microsoft.com/office/officeart/2005/8/layout/list1"/>
    <dgm:cxn modelId="{788C62FD-DCCF-4D03-907B-7A62A7B51FEC}" type="presParOf" srcId="{1F12DA8F-2D73-42EB-96BB-B7F23E046792}" destId="{520A94F8-15EC-4373-B835-90A4FC4C970D}" srcOrd="8" destOrd="0" presId="urn:microsoft.com/office/officeart/2005/8/layout/list1"/>
    <dgm:cxn modelId="{D8B3A7EF-3571-4A57-82F4-AC0BAEA22F78}" type="presParOf" srcId="{520A94F8-15EC-4373-B835-90A4FC4C970D}" destId="{9AFC99EA-BCFA-4E8E-8A12-57AA733C89B5}" srcOrd="0" destOrd="0" presId="urn:microsoft.com/office/officeart/2005/8/layout/list1"/>
    <dgm:cxn modelId="{9761D704-A52E-4F1B-9DBF-95C84696655D}" type="presParOf" srcId="{520A94F8-15EC-4373-B835-90A4FC4C970D}" destId="{931BAF88-011D-4BD5-B742-67BC90139E82}" srcOrd="1" destOrd="0" presId="urn:microsoft.com/office/officeart/2005/8/layout/list1"/>
    <dgm:cxn modelId="{94F50305-CFCC-4DD1-8C01-CE6907D93415}" type="presParOf" srcId="{1F12DA8F-2D73-42EB-96BB-B7F23E046792}" destId="{7201097C-0DAE-4657-A6C2-875B37A51AB5}" srcOrd="9" destOrd="0" presId="urn:microsoft.com/office/officeart/2005/8/layout/list1"/>
    <dgm:cxn modelId="{5D9B0E90-129A-4F93-9B50-1ADA685B45B2}" type="presParOf" srcId="{1F12DA8F-2D73-42EB-96BB-B7F23E046792}" destId="{0FE397FF-B9A0-42F4-9A01-177CA6EBDA6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D890F-767D-4E95-A66B-4DC9AE9169B2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携带大包小包去短期出差？</a:t>
          </a:r>
          <a:endParaRPr lang="en-US" sz="25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34E1AEC9-CBF3-44C5-B2CE-901E44470EE1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5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谁会装修酒店为短期出差？</a:t>
          </a:r>
          <a:endParaRPr lang="en-US" sz="25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564448-F98C-468D-8F9B-875EAB96C2D0}">
      <dsp:nvSpPr>
        <dsp:cNvPr id="0" name=""/>
        <dsp:cNvSpPr/>
      </dsp:nvSpPr>
      <dsp:spPr>
        <a:xfrm>
          <a:off x="0" y="668008"/>
          <a:ext cx="9293352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37915A-F02E-4C70-B158-3DD0830C6921}">
      <dsp:nvSpPr>
        <dsp:cNvPr id="0" name=""/>
        <dsp:cNvSpPr/>
      </dsp:nvSpPr>
      <dsp:spPr>
        <a:xfrm>
          <a:off x="442432" y="33328"/>
          <a:ext cx="8848641" cy="12693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/>
            <a:t>1</a:t>
          </a:r>
          <a:r>
            <a:rPr lang="zh-CN" altLang="zh-CN" sz="2800" b="1" kern="1200" dirty="0"/>
            <a:t>，</a:t>
          </a:r>
          <a:r>
            <a:rPr lang="zh-CN" altLang="en-US" sz="2800" b="1" kern="1200" dirty="0"/>
            <a:t>在</a:t>
          </a:r>
          <a:r>
            <a:rPr lang="zh-CN" sz="2800" kern="1200" dirty="0"/>
            <a:t>经文二章</a:t>
          </a:r>
          <a:r>
            <a:rPr lang="en-US" sz="2800" kern="1200" dirty="0"/>
            <a:t>11</a:t>
          </a:r>
          <a:r>
            <a:rPr lang="zh-CN" sz="2800" kern="1200" dirty="0"/>
            <a:t>节，彼得告知我们的身份是什么？</a:t>
          </a:r>
          <a:endParaRPr lang="en-US" sz="2800" b="1" kern="1200" dirty="0"/>
        </a:p>
      </dsp:txBody>
      <dsp:txXfrm>
        <a:off x="504397" y="95293"/>
        <a:ext cx="8724711" cy="1145430"/>
      </dsp:txXfrm>
    </dsp:sp>
    <dsp:sp modelId="{A8E50910-6A72-4290-9BEC-DE430449B9A4}">
      <dsp:nvSpPr>
        <dsp:cNvPr id="0" name=""/>
        <dsp:cNvSpPr/>
      </dsp:nvSpPr>
      <dsp:spPr>
        <a:xfrm>
          <a:off x="0" y="2618488"/>
          <a:ext cx="9293352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844825"/>
              <a:satOff val="-20000"/>
              <a:lumOff val="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E4AF59-869D-4E92-83F4-8F3B4B134F9D}">
      <dsp:nvSpPr>
        <dsp:cNvPr id="0" name=""/>
        <dsp:cNvSpPr/>
      </dsp:nvSpPr>
      <dsp:spPr>
        <a:xfrm>
          <a:off x="442432" y="1983808"/>
          <a:ext cx="8848641" cy="1269360"/>
        </a:xfrm>
        <a:prstGeom prst="roundRect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/>
            <a:t>2</a:t>
          </a:r>
          <a:r>
            <a:rPr lang="zh-CN" altLang="zh-CN" sz="2800" b="1" kern="1200" dirty="0"/>
            <a:t>，</a:t>
          </a:r>
          <a:r>
            <a:rPr lang="zh-CN" sz="2800" kern="1200" dirty="0"/>
            <a:t>为什么要求我们品行端正，最终的目的是什么？</a:t>
          </a:r>
          <a:endParaRPr lang="zh-CN" altLang="zh-CN" sz="2800" b="1" kern="1200" dirty="0"/>
        </a:p>
      </dsp:txBody>
      <dsp:txXfrm>
        <a:off x="504397" y="2045773"/>
        <a:ext cx="8724711" cy="1145430"/>
      </dsp:txXfrm>
    </dsp:sp>
    <dsp:sp modelId="{0FE397FF-B9A0-42F4-9A01-177CA6EBDA61}">
      <dsp:nvSpPr>
        <dsp:cNvPr id="0" name=""/>
        <dsp:cNvSpPr/>
      </dsp:nvSpPr>
      <dsp:spPr>
        <a:xfrm>
          <a:off x="0" y="4568968"/>
          <a:ext cx="9293352" cy="108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689651"/>
              <a:satOff val="-40001"/>
              <a:lumOff val="1411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BAF88-011D-4BD5-B742-67BC90139E82}">
      <dsp:nvSpPr>
        <dsp:cNvPr id="0" name=""/>
        <dsp:cNvSpPr/>
      </dsp:nvSpPr>
      <dsp:spPr>
        <a:xfrm>
          <a:off x="442432" y="3934288"/>
          <a:ext cx="8848641" cy="1269360"/>
        </a:xfrm>
        <a:prstGeom prst="roundRect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5887" tIns="0" rIns="245887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800" b="1" kern="1200" dirty="0"/>
            <a:t>3</a:t>
          </a:r>
          <a:r>
            <a:rPr lang="zh-CN" altLang="zh-CN" sz="2800" b="1" kern="1200" dirty="0"/>
            <a:t>，</a:t>
          </a:r>
          <a:r>
            <a:rPr lang="en-US" sz="2800" kern="1200" dirty="0"/>
            <a:t>2025</a:t>
          </a:r>
          <a:r>
            <a:rPr lang="zh-CN" sz="2800" kern="1200" dirty="0"/>
            <a:t>年你计划如何与问题</a:t>
          </a:r>
          <a:r>
            <a:rPr lang="en-US" sz="2800" kern="1200" dirty="0"/>
            <a:t>2</a:t>
          </a:r>
          <a:r>
            <a:rPr lang="zh-CN" sz="2800" kern="1200" dirty="0"/>
            <a:t>的最终目的有益处？</a:t>
          </a:r>
          <a:endParaRPr lang="zh-CN" altLang="zh-CN" sz="2800" b="1" kern="1200" dirty="0"/>
        </a:p>
      </dsp:txBody>
      <dsp:txXfrm>
        <a:off x="504397" y="3996253"/>
        <a:ext cx="8724711" cy="1145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2025/2/8 Sat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215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2011F-0D5C-88EB-B9EE-760CF3CB7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559628-2016-AE8E-518C-477F0DDB3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D54F45D-BE5D-797F-DB3A-CA009349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BA8E01-2361-EE38-9CEB-64421F601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58213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1402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14BB5-7457-353E-8B4E-E950CD4D5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3BC1EE-1018-E4DF-3DDA-3E3F93BC1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39D4EE-F2FD-7385-AB1C-1E7E8CB420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CFDAA7-17A4-E6C9-3150-8B28CA8C9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3757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5412-E7FD-4A37-B8E8-FE16CBD57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015022-B3C8-8DB1-7DB8-6C97133F1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990E8F-9A24-0FB2-EC04-82AC350B7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C9EB6-7878-9021-F35C-2E32AE461C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759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53596-7088-B5C0-2588-07A429A5E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479B60-A7B4-BBCE-3604-263703DBA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A689CB5-6F0F-4F7E-BAA8-67E09582E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883812-AB92-90E3-2B45-ECEAAB1A5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9445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BD3AC-F55F-6243-129D-B6D9F0F50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B2833E-5465-561C-653C-2FBDFD269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1E3123-4420-4226-EA4C-C3667AD48D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29CC75-DDBF-B8E7-0E68-7E03FD48C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2505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2F814-AC57-84E8-8F8D-6DF256B0F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5D8A76-29FC-3207-58EA-E399BE31D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F63EDB-FC93-B53B-3B2E-8A7DA4537E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4D1A8A-39B8-6589-CE84-3A57933DF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7414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1A1D2-7880-B213-B901-910D27AAB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0165D9-60F1-9D99-F2B4-CBC27B49E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3C045F1-EE48-20BB-72DD-58A60EBB5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539E6C-9A82-1FE0-BC52-5381A7FFFE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650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1F033-093C-67A4-642B-99A99EA7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EC21A7-7954-4DD3-1B71-3E21AF6FB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19B020-1F2D-29EA-3EE0-69A118184E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A137A0-6014-C615-2949-0FDE2997E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5904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DA59E-8418-9571-F0AB-C008363F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17BDD4-8D3E-AE35-BACB-1EFD093D1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88A9C2-0C78-FFEF-DF7D-921CF8E9F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20DF01-5579-D02C-1558-D22546096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63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E0E74-3DF9-4AE4-D3EF-7D2188DF3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2D859E-1756-B3BC-3C11-38F44AF63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32FEDF-7F37-6938-0447-8A1E1E3D7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6FCDFF-F1A4-4AFB-3D3D-291AC759C1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0011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D4B34-15B3-8086-0379-14AA562AF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817A98A-4E65-5C2B-F49B-00FD9319E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700B71-4CB0-A0F3-53D5-20D8B6203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B6807A-0215-47B0-09D2-B686073883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96907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6E4F8-480D-A422-FDAB-F548A04CF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115D74-D964-1F45-5727-43B363A01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CE1ABFA-9435-549B-E3AF-BBC276BFF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9E609D-13D6-2710-98AB-185B0716B5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3410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02302-A030-86BD-07CA-17DE30873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FAD92F2-6C00-ECBE-E3E2-843506ECC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BBE6DB-D528-1886-954B-B9C4081551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77AD23-ED9A-46DD-6097-FC97447F1F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5764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227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2025/2/8 Sat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2025/2/8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2025/2/8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2025/2/8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2025/2/8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2025/2/8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7.emf"/><Relationship Id="rId5" Type="http://schemas.openxmlformats.org/officeDocument/2006/relationships/package" Target="../embeddings/Microsoft_Visio_Drawing.vsdx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tags" Target="../tags/tag78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2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notesSlide" Target="../notesSlides/notesSlide19.xml"/><Relationship Id="rId9" Type="http://schemas.microsoft.com/office/2007/relationships/diagramDrawing" Target="../diagrams/drawin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4926464" y="2295027"/>
            <a:ext cx="7265536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归荣耀给神</a:t>
            </a:r>
            <a:endParaRPr kumimoji="0" lang="en-US" altLang="zh-CN" sz="8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经文：彼前二章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11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、</a:t>
            </a: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12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32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  <a:p>
            <a:pPr marL="2424430" marR="0" lvl="0" indent="-242443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fld id="{88256563-0538-44E2-8648-D6C63C24681B}" type="datetime2">
              <a:rPr lang="zh-CN" altLang="zh-CN" sz="3200" smtClean="0">
                <a:solidFill>
                  <a:srgbClr val="FFFFFF"/>
                </a:solidFill>
                <a:latin typeface="Arial"/>
                <a:ea typeface="苹方-简"/>
                <a:cs typeface="+mn-ea"/>
                <a:sym typeface="+mn-lt"/>
              </a:rPr>
              <a:pPr marL="2424430" marR="0" lvl="0" indent="-242443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2500">
                  <a:solidFill>
                    <a:srgbClr val="FFFFFF"/>
                  </a:solidFill>
                </a:defRPr>
              </a:pPr>
              <a:t>2025年2月8日</a:t>
            </a:fld>
            <a:endParaRPr kumimoji="0" lang="en-US" altLang="zh-CN" sz="32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244F1EC-B2F4-CA71-4CBF-A2060C79C8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780487"/>
            <a:ext cx="3626427" cy="20775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887707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F19E7EA4-ECED-F7AC-62F4-4917E6F8E7F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224155" y="150152"/>
            <a:ext cx="596784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经文：彼前二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11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12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096000" y="150152"/>
            <a:ext cx="609600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经文：彼前二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11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12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76200" y="1556147"/>
            <a:ext cx="12115800" cy="3819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25000"/>
              </a:lnSpc>
            </a:pPr>
            <a:r>
              <a:rPr lang="en-US" altLang="zh-CN" sz="32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32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32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2:11】</a:t>
            </a:r>
            <a:r>
              <a:rPr lang="zh-CN" altLang="en-US" sz="32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亲爱的弟兄啊，你们是</a:t>
            </a:r>
            <a:r>
              <a:rPr lang="zh-CN" altLang="en-US" sz="3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客旅</a:t>
            </a:r>
            <a:r>
              <a:rPr lang="zh-CN" altLang="en-US" sz="32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，是</a:t>
            </a:r>
            <a:r>
              <a:rPr lang="zh-CN" altLang="en-US" sz="3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寄居</a:t>
            </a:r>
            <a:r>
              <a:rPr lang="zh-CN" altLang="en-US" sz="32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的。我劝你们要</a:t>
            </a:r>
            <a:r>
              <a:rPr lang="zh-CN" altLang="en-US" sz="3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禁戒肉体的私欲</a:t>
            </a:r>
            <a:r>
              <a:rPr lang="zh-CN" altLang="en-US" sz="32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，这私欲是</a:t>
            </a:r>
            <a:r>
              <a:rPr lang="zh-CN" altLang="en-US" sz="3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与灵魂争战</a:t>
            </a:r>
            <a:r>
              <a:rPr lang="zh-CN" altLang="en-US" sz="32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的。</a:t>
            </a:r>
          </a:p>
          <a:p>
            <a:pPr indent="266700" algn="just">
              <a:lnSpc>
                <a:spcPct val="125000"/>
              </a:lnSpc>
            </a:pPr>
            <a:endParaRPr lang="en-US" altLang="zh-CN" sz="32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indent="266700" algn="just">
              <a:lnSpc>
                <a:spcPct val="125000"/>
              </a:lnSpc>
            </a:pPr>
            <a:r>
              <a:rPr lang="en-US" altLang="zh-CN" sz="32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32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32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2:12】</a:t>
            </a:r>
            <a:r>
              <a:rPr lang="zh-CN" altLang="en-US" sz="32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</a:t>
            </a:r>
            <a:r>
              <a:rPr lang="zh-CN" altLang="en-US" sz="3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在外邦人</a:t>
            </a:r>
            <a:r>
              <a:rPr lang="zh-CN" altLang="en-US" sz="32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中，应当</a:t>
            </a:r>
            <a:r>
              <a:rPr lang="zh-CN" altLang="en-US" sz="3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品行端正</a:t>
            </a:r>
            <a:r>
              <a:rPr lang="zh-CN" altLang="en-US" sz="32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，叫那些毁谤你们是作恶的，因</a:t>
            </a:r>
            <a:r>
              <a:rPr lang="zh-CN" altLang="en-US" sz="32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看见</a:t>
            </a:r>
            <a:r>
              <a:rPr lang="zh-CN" altLang="en-US" sz="32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你们的好行为，便在鉴察的日子（“鉴察”或作“眷顾”）</a:t>
            </a:r>
            <a:r>
              <a:rPr lang="zh-CN" altLang="en-US" sz="36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归荣耀给　神</a:t>
            </a:r>
            <a:r>
              <a:rPr lang="zh-CN" altLang="en-US" sz="32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45741" y="191083"/>
            <a:ext cx="1547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879265" y="1696057"/>
            <a:ext cx="5831597" cy="18326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32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第一段：</a:t>
            </a:r>
            <a:r>
              <a:rPr lang="en-US" altLang="zh-CN" sz="32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11</a:t>
            </a:r>
            <a:r>
              <a:rPr lang="zh-CN" altLang="en-US" sz="32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节，身份、争战。</a:t>
            </a:r>
            <a:endParaRPr lang="en-US" altLang="zh-CN" sz="32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3200" dirty="0">
              <a:solidFill>
                <a:srgbClr val="00000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32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第二段：</a:t>
            </a:r>
            <a:r>
              <a:rPr lang="en-US" altLang="zh-CN" sz="32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12</a:t>
            </a:r>
            <a:r>
              <a:rPr lang="zh-CN" altLang="en-US" sz="3200" dirty="0">
                <a:solidFill>
                  <a:srgbClr val="00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节，使命、目的。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>
            <a:cxnSpLocks/>
          </p:cNvCxnSpPr>
          <p:nvPr/>
        </p:nvCxnSpPr>
        <p:spPr>
          <a:xfrm flipH="1">
            <a:off x="2879265" y="2635502"/>
            <a:ext cx="52672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钥节：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 【</a:t>
            </a:r>
            <a:r>
              <a:rPr lang="zh-CN" altLang="en-US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1800" dirty="0">
                <a:solidFill>
                  <a:schemeClr val="tx1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2:12】……</a:t>
            </a:r>
            <a:r>
              <a:rPr lang="zh-CN" altLang="zh-CN" sz="1800" dirty="0">
                <a:solidFill>
                  <a:srgbClr val="FF0000"/>
                </a:solidFill>
                <a:effectLst/>
                <a:ea typeface="方正屏显雅宋简体" panose="02010600010101010101" pitchFamily="2" charset="-122"/>
                <a:cs typeface="Times New Roman" panose="02020603050405020304" pitchFamily="18" charset="0"/>
              </a:rPr>
              <a:t>归荣耀给　神</a:t>
            </a:r>
            <a:endParaRPr lang="zh-CN" altLang="en-US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2492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C679D-8DAA-1AA2-A1C8-67570FD34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8848601-A6AF-8D20-B17B-7D8C55E73C6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551718" y="113635"/>
            <a:ext cx="3626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 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 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FB27B4C-89BF-409E-EEEB-30A7702DF373}"/>
              </a:ext>
            </a:extLst>
          </p:cNvPr>
          <p:cNvSpPr txBox="1"/>
          <p:nvPr/>
        </p:nvSpPr>
        <p:spPr>
          <a:xfrm>
            <a:off x="895349" y="1749625"/>
            <a:ext cx="11785935" cy="3943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《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彼前</a:t>
            </a:r>
            <a:r>
              <a:rPr lang="en-US" altLang="zh-CN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》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全书可以分为三大部分：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第一部分一章到二章十节。</a:t>
            </a:r>
          </a:p>
          <a:p>
            <a:pPr marL="1200150" lvl="2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基督耶稣的救恩确立了神子民的身份、权利和义务。</a:t>
            </a:r>
            <a:endParaRPr lang="en-US" altLang="zh-CN" sz="24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第二部分是</a:t>
            </a:r>
            <a:r>
              <a:rPr lang="zh-CN" altLang="en-US" sz="2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二章十一节</a:t>
            </a: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到四章十一节。</a:t>
            </a:r>
          </a:p>
          <a:p>
            <a:pPr marL="1200150" lvl="2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作为蒙拣选成为神的子民的一般性特质，如何具体地应用在生活。</a:t>
            </a:r>
            <a:endParaRPr lang="en-US" altLang="zh-CN" sz="2400" kern="1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8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第三部分是四章十二节到五章十四节。</a:t>
            </a:r>
          </a:p>
          <a:p>
            <a:pPr marL="1200150" lvl="2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l"/>
            </a:pPr>
            <a:r>
              <a:rPr lang="zh-CN" altLang="en-US" sz="2400" kern="100" dirty="0">
                <a:effectLst/>
                <a:latin typeface="等线" panose="02010600030101010101" pitchFamily="2" charset="-122"/>
                <a:ea typeface="方正屏显雅宋_GBK" panose="02010600010101010101" pitchFamily="2" charset="-122"/>
                <a:cs typeface="Arial" panose="020B0604020202020204" pitchFamily="34" charset="0"/>
              </a:rPr>
              <a:t>有关信徒受苦之事更深入的教导，苦难是一个现存的事实。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A7014FD-7845-97EE-B87F-7122D757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5890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8530936" y="113635"/>
            <a:ext cx="3647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 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 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D4F10EE-8F1A-48AE-3633-103544251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82770E2-369B-E99D-B533-A3C1708F96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4520126"/>
              </p:ext>
            </p:extLst>
          </p:nvPr>
        </p:nvGraphicFramePr>
        <p:xfrm>
          <a:off x="1766453" y="1111827"/>
          <a:ext cx="9233734" cy="5735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9191708" imgH="5734084" progId="Visio.Drawing.15">
                  <p:embed/>
                </p:oleObj>
              </mc:Choice>
              <mc:Fallback>
                <p:oleObj name="Visio" r:id="rId5" imgW="9191708" imgH="5734084" progId="Visio.Drawing.15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C82770E2-369B-E99D-B533-A3C1708F964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6453" y="1111827"/>
                        <a:ext cx="9233734" cy="57358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第一段：身份、争战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9374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2:11】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亲爱的弟兄啊，你们是客旅，是寄居的。我劝你们要禁戒肉体的私欲，这私欲是与灵魂争战的。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前面是属灵、天上 </a:t>
            </a:r>
            <a:r>
              <a:rPr lang="en-US" altLang="zh-CN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vs </a:t>
            </a: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现在是进入外显、地上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en-US" altLang="zh-CN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11</a:t>
            </a: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节被动“</a:t>
            </a:r>
            <a:r>
              <a:rPr lang="zh-CN" altLang="en-US" sz="2000" b="0" i="0" u="none" strike="noStrike" dirty="0">
                <a:solidFill>
                  <a:srgbClr val="E7000B"/>
                </a:solidFill>
                <a:effectLst/>
                <a:latin typeface="Times New Roman" panose="02020603050405020304" pitchFamily="18" charset="0"/>
              </a:rPr>
              <a:t>禁戒</a:t>
            </a: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” </a:t>
            </a:r>
            <a:r>
              <a:rPr lang="en-US" altLang="zh-CN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vs 12</a:t>
            </a: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节主动“</a:t>
            </a:r>
            <a:r>
              <a:rPr lang="zh-CN" altLang="en-US" sz="2000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行为</a:t>
            </a: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”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亲爱的弟兄</a:t>
            </a:r>
            <a:r>
              <a:rPr lang="zh-CN" altLang="en-US" sz="2000" b="1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啊</a:t>
            </a:r>
            <a:endParaRPr lang="en-US" altLang="zh-CN" sz="2000" b="1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语重心长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重点在劝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同为神的儿女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更新关系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86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E88E7-4C32-C854-EBA4-7B5EE9C30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FE1F02B-68FD-5854-49B6-C4677E5F944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第一段：身份、争战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AE1FF0-329D-8556-8BD8-06315979A21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7989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2:11】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亲爱的弟兄啊，你们是客旅，是寄居的。我劝你们要禁戒肉体的私欲，这私欲是与灵魂争战的。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是客旅，是寄居的</a:t>
            </a:r>
            <a:endParaRPr lang="en-US" altLang="zh-CN" sz="2000" b="1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“寄居”原文：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在房舍旁边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1:1】</a:t>
            </a: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耶稣基督的使徒彼得写信给那分散在本都、加拉太、加帕多家、亚细亚、庇推尼</a:t>
            </a:r>
            <a:r>
              <a:rPr lang="zh-CN" altLang="en-US" sz="2000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寄居的</a:t>
            </a: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亚伯拉罕： 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来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11:9】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他因着信，就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在所应许之地作客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，好像在异地居住帐棚，与那同蒙一个应许的以撒、雅各一样。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来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13:14】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我们在这里本没有常存的城，乃是寻求那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将来的城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以色列民</a:t>
            </a:r>
            <a:r>
              <a:rPr lang="en-US" altLang="zh-CN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&amp;</a:t>
            </a: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约瑟：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创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50:25】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约瑟叫以色列的子孙起誓说：“　神必定看顾你们，你们要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把我的骸骨从这里搬上去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。”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8366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042FD-50D1-2F12-0D00-2677062B8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47AB739-4CA8-C50B-1A49-40A2CFA8DA5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第一段：身份、争战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FE7D697-52A6-F238-EA0D-421DC461473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617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2:11】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亲爱的弟兄啊，你们是客旅，是寄居的。我劝你们要禁戒肉体的私欲，这私欲是与灵魂争战的。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是客旅，是寄居的</a:t>
            </a:r>
            <a:endParaRPr lang="en-US" altLang="zh-CN" sz="2000" b="1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保罗：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真正的身份是天上的国民，在地上的目的是为了等候救主的再来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657350" lvl="3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腓</a:t>
            </a:r>
            <a:r>
              <a:rPr lang="en-US" altLang="zh-CN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3:20】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我们却是</a:t>
            </a:r>
            <a:r>
              <a:rPr lang="zh-CN" altLang="en-US" sz="1600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天上的国民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，并且</a:t>
            </a:r>
            <a:r>
              <a:rPr lang="zh-CN" altLang="en-US" sz="1600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等候救主</a:t>
            </a:r>
            <a:r>
              <a:rPr lang="zh-CN" altLang="en-US" sz="16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，就是主耶稣基督从天上降临。</a:t>
            </a:r>
            <a:endParaRPr lang="en-US" altLang="zh-CN" sz="16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考察寄居者和非寄居者的区别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？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简体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心态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简体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目标</a:t>
            </a:r>
            <a:endParaRPr lang="en-US" altLang="zh-CN" dirty="0">
              <a:latin typeface="等线" panose="02010600030101010101" pitchFamily="2" charset="-122"/>
              <a:ea typeface="方正屏显雅宋简体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时间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7365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8066-0D78-6920-F3F1-1A05EE2C2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2901D0B6-2B23-B5C3-F445-7E6FCEEFB0B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第一段：身份、争战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7453FC3-1CA9-123D-C380-06C52312D5A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5351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2:11】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亲爱的弟兄啊，你们是客旅，是寄居的。我劝你们要禁戒肉体的私欲，这私欲是与灵魂争战的。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是客旅，是寄居的</a:t>
            </a:r>
            <a:endParaRPr lang="en-US" altLang="zh-CN" sz="2000" b="1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应用：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一方面对那些遭受苦难的神的儿女安慰说，这些都是暂时的，都将过去，而我们永恒的家是那“将来的城”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一方面对那些不知道自己身份的努力在这个世界抓的人说，这些都是暂时的，都将过去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，“当趁着”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以此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身份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来过我们在这个世界的生活</a:t>
            </a:r>
            <a:r>
              <a:rPr lang="zh-CN" altLang="en-US" dirty="0"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简体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16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林前</a:t>
            </a:r>
            <a:r>
              <a:rPr lang="en-US" altLang="zh-CN" sz="16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4:9】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我想　神把我们使徒明明列在末后，好像定死罪的囚犯；因为我们成了</a:t>
            </a:r>
            <a:r>
              <a:rPr lang="zh-CN" altLang="en-US" sz="16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一台戏</a:t>
            </a:r>
            <a:r>
              <a:rPr lang="zh-CN" altLang="en-US" sz="16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，给世人和天使观看。</a:t>
            </a:r>
            <a:endParaRPr lang="en-US" altLang="zh-CN" sz="1600" dirty="0">
              <a:effectLst/>
              <a:latin typeface="等线" panose="02010600030101010101" pitchFamily="2" charset="-122"/>
              <a:ea typeface="方正屏显雅宋简体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5776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EA028-8DAB-8BC0-1DC5-F8FBB0B34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211BBB3-E7F2-1C2D-9B72-C1F99C2620A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第一段：身份、争战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2002B9-BC77-983F-9BA9-30CD8A1C70F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854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2:11】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亲爱的弟兄啊，你们是客旅，是寄居的。我劝你们要禁戒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肉体的私欲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，这私欲是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与灵魂争战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“禁戒、争战”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首先私欲是从肉体来的。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其次私欲是与灵魂争战。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“私欲”：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人类罪性的所有邪恶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彼前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1:14】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你们既作顺命的儿女，就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不要效法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从前蒙昧无知的时候那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放纵私欲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的样子。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罗</a:t>
            </a:r>
            <a:r>
              <a:rPr lang="en-US" altLang="zh-CN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八章：肉体和圣灵的工作。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因为随从肉体的人体贴肉体的事；随从圣灵的人体贴圣灵的事。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简体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信徒已不再是不义的奴仆，罪也不再是他们的主人了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4859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5E0B3-5616-0667-1DC3-73B0A1B47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36A1F6EE-2ACE-D56C-5582-DE16896CA6D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第一段：身份、争战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70DF649-10C4-960A-F0FD-61EA1E86BC6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710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2:11】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亲爱的弟兄啊，你们是客旅，是寄居的。我劝你们要禁戒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肉体的私欲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，这私欲是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与灵魂争战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“禁戒”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圣徒借着新生命和内住的圣灵，有能力克制私欲横流的肉体。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不禁戒的结果：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加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5:21】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嫉妒、醉酒、荒宴等类，我从前告诉你们，现在又告诉你们，行这样事的人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必不能承受　神的国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不禁戒的结果：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圣灵九个果子。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84735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BF7B9-B32E-039F-A2FF-80F53DE27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F950E2E-3103-AE07-FDEA-BB5A7C10728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第一段：身份、争战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83B523E-6867-8496-00C0-E685B83D804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58813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2:11】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亲爱的弟兄啊，你们是客旅，是寄居的。我劝你们要禁戒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肉体的私欲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，这私欲是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与灵魂争战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的。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争战</a:t>
            </a: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”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真实的战斗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生死的搏斗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长期的战斗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如何能得胜？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约壹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2:15】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不要爱世界和世界上的事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。人若爱世界，爱父的心就不在他里面了。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加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5:16】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我说：你们当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顺着圣灵而行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，就不放纵肉体的情欲了。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endParaRPr lang="zh-CN" altLang="en-US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4641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A4404-2F50-27FC-4AEE-80A3B1BB4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97D5B25-65E0-A485-3259-454A6E5AAEA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第二段：使命、目的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3503AA2-3F00-6F73-3F8D-CD73C904936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475713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2:12】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你们在外邦人中，应当品行端正，叫那些毁谤你们是作恶的，因看见你们的好行为，便在鉴察的日子（“鉴察”或作“眷顾”）归荣耀给　神。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“使命”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第一部分内在的争战。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第二部分外显的行为。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“在外邦人中”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不仅是在本族的人中。（教会内 </a:t>
            </a:r>
            <a:r>
              <a:rPr lang="en-US" altLang="zh-CN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vs </a:t>
            </a: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教会外）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在所有的人中间外显。（信徒中 </a:t>
            </a:r>
            <a:r>
              <a:rPr lang="en-US" altLang="zh-CN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vs </a:t>
            </a: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外邦人）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36948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C4724-F800-30A7-EC6A-848D0DBFC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CD56DB8A-E94D-8D48-ED03-52F624AD93A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第二段：使命、目的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B1C461-367D-25F7-FF7B-37088B041CF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6711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2:12】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你们在外邦人中，应当品行端正，叫那些毁谤你们是作恶的，因看见你们的好行为，便在鉴察的日子（“鉴察”或作“眷顾”）归荣耀给　神。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“毁谤”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不给仇敌留机会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为什么会被毁谤？</a:t>
            </a:r>
            <a:endParaRPr lang="en-US" altLang="zh-CN" sz="2000" dirty="0">
              <a:effectLst/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基督徒与世人不一样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三观不同的因导致行为不同的果，也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会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导致被人毁谤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背后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属灵的争战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？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简体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约</a:t>
            </a:r>
            <a:r>
              <a:rPr lang="en-US" altLang="zh-CN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15:19】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你们若属世界，世界必爱属自己的；只因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你们不属世界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，乃是我从世界中拣选了你们，所以</a:t>
            </a:r>
            <a:r>
              <a:rPr lang="zh-CN" altLang="en-US" dirty="0">
                <a:solidFill>
                  <a:srgbClr val="FF0000"/>
                </a:solidFill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世界就恨你们</a:t>
            </a: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坦然接受，为神做见证。</a:t>
            </a:r>
            <a:endParaRPr lang="en-US" altLang="zh-CN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23106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6CB3-BBDD-D97E-0D08-9AB61F91C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1EF5CB7-8CB0-F4FD-8FBA-9863A45F115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第二段：使命、目的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3DD7A75-3543-B332-4C5C-85D7874D22C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1308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2:12】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你们在外邦人中，应当品行端正，叫那些毁谤你们是作恶的，因看见你们的好行为，便在鉴察的日子（“鉴察”或作“眷顾”）归荣耀给　神。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“品行端正”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日常的行为是正的，没有恶，是经得住时间和环境的考验。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不是一次，不是一天，是一直。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言语 </a:t>
            </a:r>
            <a:r>
              <a:rPr lang="en-US" altLang="zh-CN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&amp; </a:t>
            </a: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行为 </a:t>
            </a:r>
            <a:r>
              <a:rPr lang="en-US" altLang="zh-CN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-&gt;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见证福音在我们身上的大能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简体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改变：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之前是毁谤者，从而转变为归荣耀者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简体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归荣耀者并不一定成为神的儿女，而是其对神的儿女或者对福音有了彻底或者很大的改变</a:t>
            </a:r>
            <a:r>
              <a:rPr lang="zh-CN" altLang="en-US" dirty="0"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423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72D74-0BC4-08C8-E238-B81CE8906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FEC8BE7B-F302-5138-8EC8-B5E032C13FA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第二段：使命、目的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D766948-B68A-F284-53EF-D37453CD61C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2338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2:12】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你们在外邦人中，应当品行端正，叫那些毁谤你们是作恶的，因看见你们的好行为，便在鉴察的日子（“鉴察”或作“眷顾”）归荣耀给　神。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“归荣耀给　神”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终极</a:t>
            </a: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目的：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神当得的荣耀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简体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我们在</a:t>
            </a:r>
            <a:r>
              <a:rPr lang="zh-CN" altLang="zh-CN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地上是寄居的，寄居的目的是为了在这</a:t>
            </a:r>
            <a:r>
              <a:rPr lang="zh-CN" altLang="en-US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地</a:t>
            </a:r>
            <a:r>
              <a:rPr lang="zh-CN" altLang="zh-CN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上彰显神的荣耀</a:t>
            </a:r>
            <a:endParaRPr lang="en-US" altLang="zh-CN" dirty="0">
              <a:effectLst/>
              <a:latin typeface="等线" panose="02010600030101010101" pitchFamily="2" charset="-122"/>
              <a:ea typeface="方正屏显雅宋简体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我们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看在这地上的得失为轻的，但我们看神的荣耀为极重无比的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简体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我们</a:t>
            </a:r>
            <a:r>
              <a:rPr lang="zh-CN" altLang="en-US" dirty="0"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禁戒肉体的私欲，我们成了一台戏，也是为了彰显神的荣耀</a:t>
            </a:r>
            <a:endParaRPr lang="en-US" altLang="zh-CN" dirty="0">
              <a:latin typeface="等线" panose="02010600030101010101" pitchFamily="2" charset="-122"/>
              <a:ea typeface="方正屏显雅宋简体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我们在地上“品行端正”，让之前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毁谤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者改变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是为了神的荣耀</a:t>
            </a:r>
            <a:endParaRPr lang="en-US" altLang="zh-CN" dirty="0">
              <a:latin typeface="等线" panose="02010600030101010101" pitchFamily="2" charset="-122"/>
              <a:ea typeface="方正屏显雅宋简体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“鉴察的日子”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一种解释主耶稣再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来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的日子</a:t>
            </a:r>
            <a:endParaRPr lang="en-US" altLang="zh-CN" sz="1800" dirty="0">
              <a:effectLst/>
              <a:latin typeface="等线" panose="02010600030101010101" pitchFamily="2" charset="-122"/>
              <a:ea typeface="方正屏显雅宋简体" panose="02010600010101010101" pitchFamily="2" charset="-122"/>
              <a:cs typeface="Times New Roman" panose="02020603050405020304" pitchFamily="18" charset="0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一种解释主</a:t>
            </a:r>
            <a:r>
              <a:rPr lang="zh-CN" altLang="en-US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耶稣会</a:t>
            </a: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时刻鉴察</a:t>
            </a:r>
            <a:r>
              <a:rPr lang="zh-CN" altLang="en-US" sz="20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*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4220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BCFBF-D977-4E74-884C-380236433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7F8DA91-1544-F6D2-0313-E147F5FFD83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29997" y="113635"/>
            <a:ext cx="6470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第二段：使命、目的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57D1813-268F-E9C5-ECF9-0602B5CC723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36997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彼前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2:12】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你们在外邦人中，应当品行端正，叫那些毁谤你们是作恶的，因看见你们的好行为，便在鉴察的日子（“鉴察”或作“眷顾”）归荣耀给　神。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000" dirty="0">
                <a:latin typeface="等线" panose="02010600030101010101" pitchFamily="2" charset="-122"/>
                <a:ea typeface="方正屏显雅宋_GBK" panose="02010600010101010101" pitchFamily="2" charset="-122"/>
                <a:cs typeface="Times New Roman" panose="02020603050405020304" pitchFamily="18" charset="0"/>
              </a:rPr>
              <a:t>应用：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在各种环境中坚守品行端正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好行为感染力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鉴察的日子</a:t>
            </a:r>
            <a:endParaRPr lang="en-US" altLang="zh-CN" sz="2000" dirty="0">
              <a:latin typeface="等线" panose="02010600030101010101" pitchFamily="2" charset="-122"/>
              <a:ea typeface="方正屏显雅宋_GBK" panose="0201060001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1185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3E58D-FC5C-A37B-5F8D-327F6B84F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B9302E17-E4AD-C3F7-AF49-5E4E4252DDD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993081" y="113635"/>
            <a:ext cx="5207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总结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2E9A954-ED07-F9F7-E5B4-B22E8F3A2F4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265218" y="1118251"/>
            <a:ext cx="9926782" cy="3833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自省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时常自我省察：身份、争战、使命、目的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行动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0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从现在开始、从当下开始，让神做我们主</a:t>
            </a:r>
            <a:endParaRPr lang="en-US" altLang="zh-CN" sz="20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lang="zh-CN" altLang="en-US" sz="28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挑战</a:t>
            </a:r>
            <a:endParaRPr lang="en-US" altLang="zh-CN" sz="28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en-US" altLang="zh-CN" sz="20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【</a:t>
            </a:r>
            <a:r>
              <a:rPr lang="zh-CN" altLang="en-US" sz="20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来</a:t>
            </a:r>
            <a:r>
              <a:rPr lang="en-US" altLang="zh-CN" sz="20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12:2】</a:t>
            </a:r>
            <a:r>
              <a:rPr lang="zh-CN" altLang="en-US" sz="2000" dirty="0">
                <a:solidFill>
                  <a:srgbClr val="000000"/>
                </a:solidFill>
                <a:latin typeface="Arial"/>
                <a:ea typeface="苹方-简" panose="020B0300000000000000" pitchFamily="34" charset="-122"/>
              </a:rPr>
              <a:t>仰望为我们信心创始成终的耶稣。他因那摆在前面的喜乐，就轻看羞辱，忍受了十字架的苦难，便坐在　神宝座的右边。</a:t>
            </a:r>
            <a:endParaRPr lang="en-US" altLang="zh-CN" sz="2000" dirty="0">
              <a:solidFill>
                <a:srgbClr val="000000"/>
              </a:solidFill>
              <a:latin typeface="Arial"/>
              <a:ea typeface="苹方-简" panose="020B0300000000000000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5DF6A5-8EE1-1B04-12B6-DB29C12A29E8}"/>
              </a:ext>
            </a:extLst>
          </p:cNvPr>
          <p:cNvSpPr txBox="1"/>
          <p:nvPr/>
        </p:nvSpPr>
        <p:spPr>
          <a:xfrm>
            <a:off x="2135332" y="5484422"/>
            <a:ext cx="8660822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</a:pPr>
            <a:r>
              <a:rPr lang="zh-CN" altLang="en-US" sz="2000" kern="1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“那日”的荣耀，活出“今日”的圣洁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把荣耀归给在天上的父</a:t>
            </a:r>
            <a:r>
              <a:rPr lang="zh-CN" altLang="en-US" sz="2000" kern="100" dirty="0">
                <a:latin typeface="等线" panose="02010600030101010101" pitchFamily="2" charset="-122"/>
                <a:ea typeface="方正屏显雅宋简体" panose="02010600010101010101" pitchFamily="2" charset="-122"/>
                <a:cs typeface="Times New Roman" panose="02020603050405020304" pitchFamily="18" charset="0"/>
              </a:rPr>
              <a:t>！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51019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1" y="640823"/>
            <a:ext cx="2057400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5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6041179"/>
              </p:ext>
            </p:extLst>
          </p:nvPr>
        </p:nvGraphicFramePr>
        <p:xfrm>
          <a:off x="2844800" y="681037"/>
          <a:ext cx="9293352" cy="5685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8560</TotalTime>
  <Words>1881</Words>
  <Application>Microsoft Office PowerPoint</Application>
  <PresentationFormat>宽屏</PresentationFormat>
  <Paragraphs>176</Paragraphs>
  <Slides>20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等线</vt:lpstr>
      <vt:lpstr>方正屏显雅宋_GBK</vt:lpstr>
      <vt:lpstr>方正屏显雅宋简体</vt:lpstr>
      <vt:lpstr>微软雅黑</vt:lpstr>
      <vt:lpstr>Arial</vt:lpstr>
      <vt:lpstr>Calibri</vt:lpstr>
      <vt:lpstr>Times New Roman</vt:lpstr>
      <vt:lpstr>Wingdings</vt:lpstr>
      <vt:lpstr>2_Office 主题​​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23</cp:revision>
  <dcterms:created xsi:type="dcterms:W3CDTF">2019-06-19T02:08:00Z</dcterms:created>
  <dcterms:modified xsi:type="dcterms:W3CDTF">2025-02-07T22:29:26Z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