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5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6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7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9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0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1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2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3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4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5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6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8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20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1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560" r:id="rId2"/>
    <p:sldId id="554" r:id="rId3"/>
    <p:sldId id="425" r:id="rId4"/>
    <p:sldId id="609" r:id="rId5"/>
    <p:sldId id="531" r:id="rId6"/>
    <p:sldId id="594" r:id="rId7"/>
    <p:sldId id="610" r:id="rId8"/>
    <p:sldId id="612" r:id="rId9"/>
    <p:sldId id="611" r:id="rId10"/>
    <p:sldId id="613" r:id="rId11"/>
    <p:sldId id="625" r:id="rId12"/>
    <p:sldId id="614" r:id="rId13"/>
    <p:sldId id="615" r:id="rId14"/>
    <p:sldId id="616" r:id="rId15"/>
    <p:sldId id="618" r:id="rId16"/>
    <p:sldId id="623" r:id="rId17"/>
    <p:sldId id="619" r:id="rId18"/>
    <p:sldId id="626" r:id="rId19"/>
    <p:sldId id="620" r:id="rId20"/>
    <p:sldId id="621" r:id="rId21"/>
    <p:sldId id="622" r:id="rId22"/>
    <p:sldId id="624" r:id="rId23"/>
    <p:sldId id="552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909"/>
    <a:srgbClr val="F1F1F1"/>
    <a:srgbClr val="1A3A76"/>
    <a:srgbClr val="633D06"/>
    <a:srgbClr val="FCFEFE"/>
    <a:srgbClr val="FFFFFF"/>
    <a:srgbClr val="00205D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A640A-E471-4813-B4F9-3731697E640C}" v="235" dt="2025-03-15T07:52:14.991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0085" autoAdjust="0"/>
  </p:normalViewPr>
  <p:slideViewPr>
    <p:cSldViewPr snapToGrid="0">
      <p:cViewPr>
        <p:scale>
          <a:sx n="125" d="100"/>
          <a:sy n="125" d="100"/>
        </p:scale>
        <p:origin x="186" y="-366"/>
      </p:cViewPr>
      <p:guideLst>
        <p:guide orient="horz" pos="867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842399E8-6B0B-4645-95DD-F068C651AC17}"/>
    <pc:docChg chg="undo custSel addSld delSld modSld">
      <pc:chgData name="强 李" userId="cd6c7ec7188785ae" providerId="LiveId" clId="{842399E8-6B0B-4645-95DD-F068C651AC17}" dt="2025-01-26T05:00:56.347" v="3215" actId="1076"/>
      <pc:docMkLst>
        <pc:docMk/>
      </pc:docMkLst>
      <pc:sldChg chg="modSp mod">
        <pc:chgData name="强 李" userId="cd6c7ec7188785ae" providerId="LiveId" clId="{842399E8-6B0B-4645-95DD-F068C651AC17}" dt="2025-01-26T04:07:35.422" v="498"/>
        <pc:sldMkLst>
          <pc:docMk/>
          <pc:sldMk cId="54695671" sldId="531"/>
        </pc:sldMkLst>
        <pc:spChg chg="mod">
          <ac:chgData name="强 李" userId="cd6c7ec7188785ae" providerId="LiveId" clId="{842399E8-6B0B-4645-95DD-F068C651AC17}" dt="2025-01-26T04:07:35.422" v="498"/>
          <ac:spMkLst>
            <pc:docMk/>
            <pc:sldMk cId="54695671" sldId="531"/>
            <ac:spMk id="10" creationId="{0F8C0306-423C-7746-A3D2-2A3513F35A44}"/>
          </ac:spMkLst>
        </pc:spChg>
      </pc:sldChg>
      <pc:sldChg chg="addSp delSp modSp mod">
        <pc:chgData name="强 李" userId="cd6c7ec7188785ae" providerId="LiveId" clId="{842399E8-6B0B-4645-95DD-F068C651AC17}" dt="2025-01-26T04:51:10.445" v="2566" actId="478"/>
        <pc:sldMkLst>
          <pc:docMk/>
          <pc:sldMk cId="3418790839" sldId="554"/>
        </pc:sldMkLst>
        <pc:graphicFrameChg chg="mod">
          <ac:chgData name="强 李" userId="cd6c7ec7188785ae" providerId="LiveId" clId="{842399E8-6B0B-4645-95DD-F068C651AC17}" dt="2025-01-26T04:02:12.082" v="156" actId="20577"/>
          <ac:graphicFrameMkLst>
            <pc:docMk/>
            <pc:sldMk cId="3418790839" sldId="554"/>
            <ac:graphicFrameMk id="3" creationId="{7EB314CC-7FA2-2824-BC32-28291A20FBE2}"/>
          </ac:graphicFrameMkLst>
        </pc:graphicFrameChg>
        <pc:picChg chg="add del mod ord">
          <ac:chgData name="强 李" userId="cd6c7ec7188785ae" providerId="LiveId" clId="{842399E8-6B0B-4645-95DD-F068C651AC17}" dt="2025-01-26T04:51:10.445" v="2566" actId="478"/>
          <ac:picMkLst>
            <pc:docMk/>
            <pc:sldMk cId="3418790839" sldId="554"/>
            <ac:picMk id="7" creationId="{60ABDDD5-5947-3E1D-7C12-98E17EEC6430}"/>
          </ac:picMkLst>
        </pc:picChg>
      </pc:sldChg>
      <pc:sldChg chg="addSp delSp modSp mod">
        <pc:chgData name="强 李" userId="cd6c7ec7188785ae" providerId="LiveId" clId="{842399E8-6B0B-4645-95DD-F068C651AC17}" dt="2025-01-26T04:51:00.294" v="2565" actId="1037"/>
        <pc:sldMkLst>
          <pc:docMk/>
          <pc:sldMk cId="1911491714" sldId="560"/>
        </pc:sldMkLst>
        <pc:spChg chg="add">
          <ac:chgData name="强 李" userId="cd6c7ec7188785ae" providerId="LiveId" clId="{842399E8-6B0B-4645-95DD-F068C651AC17}" dt="2025-01-26T04:00:07.148" v="0"/>
          <ac:spMkLst>
            <pc:docMk/>
            <pc:sldMk cId="1911491714" sldId="560"/>
            <ac:spMk id="2" creationId="{C886263E-431B-5492-68E1-35453D7CE295}"/>
          </ac:spMkLst>
        </pc:spChg>
        <pc:picChg chg="del">
          <ac:chgData name="强 李" userId="cd6c7ec7188785ae" providerId="LiveId" clId="{842399E8-6B0B-4645-95DD-F068C651AC17}" dt="2025-01-26T04:00:43.344" v="2" actId="478"/>
          <ac:picMkLst>
            <pc:docMk/>
            <pc:sldMk cId="1911491714" sldId="560"/>
            <ac:picMk id="6" creationId="{E6E5D9A9-F0E5-8623-F3B2-B11B2801CB4B}"/>
          </ac:picMkLst>
        </pc:picChg>
        <pc:picChg chg="add del mod">
          <ac:chgData name="强 李" userId="cd6c7ec7188785ae" providerId="LiveId" clId="{842399E8-6B0B-4645-95DD-F068C651AC17}" dt="2025-01-26T04:01:15.106" v="14" actId="21"/>
          <ac:picMkLst>
            <pc:docMk/>
            <pc:sldMk cId="1911491714" sldId="560"/>
            <ac:picMk id="7" creationId="{60ABDDD5-5947-3E1D-7C12-98E17EEC6430}"/>
          </ac:picMkLst>
        </pc:picChg>
        <pc:picChg chg="add mod">
          <ac:chgData name="强 李" userId="cd6c7ec7188785ae" providerId="LiveId" clId="{842399E8-6B0B-4645-95DD-F068C651AC17}" dt="2025-01-26T04:51:00.294" v="2565" actId="1037"/>
          <ac:picMkLst>
            <pc:docMk/>
            <pc:sldMk cId="1911491714" sldId="560"/>
            <ac:picMk id="8" creationId="{5E2612C6-16C1-CDD5-9C84-423A7BF5AA72}"/>
          </ac:picMkLst>
        </pc:picChg>
      </pc:sldChg>
      <pc:sldChg chg="addSp modSp mod">
        <pc:chgData name="强 李" userId="cd6c7ec7188785ae" providerId="LiveId" clId="{842399E8-6B0B-4645-95DD-F068C651AC17}" dt="2025-01-26T04:12:39.157" v="728" actId="1076"/>
        <pc:sldMkLst>
          <pc:docMk/>
          <pc:sldMk cId="340286292" sldId="594"/>
        </pc:sldMkLst>
        <pc:spChg chg="mod">
          <ac:chgData name="强 李" userId="cd6c7ec7188785ae" providerId="LiveId" clId="{842399E8-6B0B-4645-95DD-F068C651AC17}" dt="2025-01-26T04:12:07.021" v="725" actId="20577"/>
          <ac:spMkLst>
            <pc:docMk/>
            <pc:sldMk cId="340286292" sldId="594"/>
            <ac:spMk id="2" creationId="{00000000-0000-0000-0000-000000000000}"/>
          </ac:spMkLst>
        </pc:spChg>
        <pc:spChg chg="add mod">
          <ac:chgData name="强 李" userId="cd6c7ec7188785ae" providerId="LiveId" clId="{842399E8-6B0B-4645-95DD-F068C651AC17}" dt="2025-01-26T04:12:39.157" v="728" actId="1076"/>
          <ac:spMkLst>
            <pc:docMk/>
            <pc:sldMk cId="340286292" sldId="594"/>
            <ac:spMk id="4" creationId="{7D98C599-628B-3C7E-E757-D76ECDD55A29}"/>
          </ac:spMkLst>
        </pc:spChg>
      </pc:sldChg>
      <pc:sldChg chg="modSp mod">
        <pc:chgData name="强 李" userId="cd6c7ec7188785ae" providerId="LiveId" clId="{842399E8-6B0B-4645-95DD-F068C651AC17}" dt="2025-01-26T04:03:42.583" v="257"/>
        <pc:sldMkLst>
          <pc:docMk/>
          <pc:sldMk cId="1722492924" sldId="609"/>
        </pc:sldMkLst>
        <pc:spChg chg="mod">
          <ac:chgData name="强 李" userId="cd6c7ec7188785ae" providerId="LiveId" clId="{842399E8-6B0B-4645-95DD-F068C651AC17}" dt="2025-01-26T04:02:57.615" v="190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842399E8-6B0B-4645-95DD-F068C651AC17}" dt="2025-01-26T04:03:42.583" v="257"/>
          <ac:spMkLst>
            <pc:docMk/>
            <pc:sldMk cId="1722492924" sldId="609"/>
            <ac:spMk id="16" creationId="{7DE16206-6F61-BEC3-0DA4-3625D631A8E6}"/>
          </ac:spMkLst>
        </pc:spChg>
      </pc:sldChg>
      <pc:sldChg chg="modSp mod">
        <pc:chgData name="强 李" userId="cd6c7ec7188785ae" providerId="LiveId" clId="{842399E8-6B0B-4645-95DD-F068C651AC17}" dt="2025-01-26T04:18:31.517" v="821" actId="20577"/>
        <pc:sldMkLst>
          <pc:docMk/>
          <pc:sldMk cId="3764677725" sldId="612"/>
        </pc:sldMkLst>
        <pc:spChg chg="mod">
          <ac:chgData name="强 李" userId="cd6c7ec7188785ae" providerId="LiveId" clId="{842399E8-6B0B-4645-95DD-F068C651AC17}" dt="2025-01-26T04:18:31.517" v="821" actId="20577"/>
          <ac:spMkLst>
            <pc:docMk/>
            <pc:sldMk cId="3764677725" sldId="612"/>
            <ac:spMk id="2" creationId="{8E9BDF51-0BEB-2E3D-3CE3-D93B31ECF06D}"/>
          </ac:spMkLst>
        </pc:spChg>
      </pc:sldChg>
      <pc:sldChg chg="modSp mod">
        <pc:chgData name="强 李" userId="cd6c7ec7188785ae" providerId="LiveId" clId="{842399E8-6B0B-4645-95DD-F068C651AC17}" dt="2025-01-26T04:23:20.695" v="866" actId="404"/>
        <pc:sldMkLst>
          <pc:docMk/>
          <pc:sldMk cId="204469289" sldId="614"/>
        </pc:sldMkLst>
        <pc:spChg chg="mod">
          <ac:chgData name="强 李" userId="cd6c7ec7188785ae" providerId="LiveId" clId="{842399E8-6B0B-4645-95DD-F068C651AC17}" dt="2025-01-26T04:23:20.695" v="866" actId="404"/>
          <ac:spMkLst>
            <pc:docMk/>
            <pc:sldMk cId="204469289" sldId="614"/>
            <ac:spMk id="2" creationId="{3035AB54-A642-F5C6-4C52-5192A1AC4E54}"/>
          </ac:spMkLst>
        </pc:spChg>
      </pc:sldChg>
      <pc:sldChg chg="addSp modSp mod">
        <pc:chgData name="强 李" userId="cd6c7ec7188785ae" providerId="LiveId" clId="{842399E8-6B0B-4645-95DD-F068C651AC17}" dt="2025-01-26T04:26:28.444" v="1192" actId="1076"/>
        <pc:sldMkLst>
          <pc:docMk/>
          <pc:sldMk cId="2085745645" sldId="615"/>
        </pc:sldMkLst>
        <pc:spChg chg="mod">
          <ac:chgData name="强 李" userId="cd6c7ec7188785ae" providerId="LiveId" clId="{842399E8-6B0B-4645-95DD-F068C651AC17}" dt="2025-01-26T04:26:28.444" v="1192" actId="1076"/>
          <ac:spMkLst>
            <pc:docMk/>
            <pc:sldMk cId="2085745645" sldId="615"/>
            <ac:spMk id="2" creationId="{D678CC49-A27D-13C8-920F-3DF5B95A7F81}"/>
          </ac:spMkLst>
        </pc:spChg>
        <pc:spChg chg="add mod">
          <ac:chgData name="强 李" userId="cd6c7ec7188785ae" providerId="LiveId" clId="{842399E8-6B0B-4645-95DD-F068C651AC17}" dt="2025-01-26T04:26:19.036" v="1191" actId="1076"/>
          <ac:spMkLst>
            <pc:docMk/>
            <pc:sldMk cId="2085745645" sldId="615"/>
            <ac:spMk id="4" creationId="{02732520-4B1A-BB6B-6FAC-7FF2D764EE5E}"/>
          </ac:spMkLst>
        </pc:spChg>
      </pc:sldChg>
      <pc:sldChg chg="modSp mod">
        <pc:chgData name="强 李" userId="cd6c7ec7188785ae" providerId="LiveId" clId="{842399E8-6B0B-4645-95DD-F068C651AC17}" dt="2025-01-26T04:27:54.829" v="1280" actId="6549"/>
        <pc:sldMkLst>
          <pc:docMk/>
          <pc:sldMk cId="3279614268" sldId="616"/>
        </pc:sldMkLst>
        <pc:spChg chg="mod">
          <ac:chgData name="强 李" userId="cd6c7ec7188785ae" providerId="LiveId" clId="{842399E8-6B0B-4645-95DD-F068C651AC17}" dt="2025-01-26T04:27:54.829" v="1280" actId="6549"/>
          <ac:spMkLst>
            <pc:docMk/>
            <pc:sldMk cId="3279614268" sldId="616"/>
            <ac:spMk id="2" creationId="{3F15811A-34FE-4D76-0856-6BE29B4C4E84}"/>
          </ac:spMkLst>
        </pc:spChg>
      </pc:sldChg>
      <pc:sldChg chg="modSp mod">
        <pc:chgData name="强 李" userId="cd6c7ec7188785ae" providerId="LiveId" clId="{842399E8-6B0B-4645-95DD-F068C651AC17}" dt="2025-01-26T04:35:39.347" v="1739" actId="20577"/>
        <pc:sldMkLst>
          <pc:docMk/>
          <pc:sldMk cId="3450556773" sldId="618"/>
        </pc:sldMkLst>
        <pc:spChg chg="mod">
          <ac:chgData name="强 李" userId="cd6c7ec7188785ae" providerId="LiveId" clId="{842399E8-6B0B-4645-95DD-F068C651AC17}" dt="2025-01-26T04:35:39.347" v="1739" actId="20577"/>
          <ac:spMkLst>
            <pc:docMk/>
            <pc:sldMk cId="3450556773" sldId="618"/>
            <ac:spMk id="2" creationId="{B69B2D74-3EF3-62D4-E8B9-CC9DCBB83DBA}"/>
          </ac:spMkLst>
        </pc:spChg>
      </pc:sldChg>
      <pc:sldChg chg="modSp mod">
        <pc:chgData name="强 李" userId="cd6c7ec7188785ae" providerId="LiveId" clId="{842399E8-6B0B-4645-95DD-F068C651AC17}" dt="2025-01-26T04:38:19.748" v="1935"/>
        <pc:sldMkLst>
          <pc:docMk/>
          <pc:sldMk cId="688691075" sldId="619"/>
        </pc:sldMkLst>
        <pc:spChg chg="mod">
          <ac:chgData name="强 李" userId="cd6c7ec7188785ae" providerId="LiveId" clId="{842399E8-6B0B-4645-95DD-F068C651AC17}" dt="2025-01-26T04:38:19.748" v="1935"/>
          <ac:spMkLst>
            <pc:docMk/>
            <pc:sldMk cId="688691075" sldId="619"/>
            <ac:spMk id="2" creationId="{DE58AFDC-F5A8-873C-1286-C76C8B1C6961}"/>
          </ac:spMkLst>
        </pc:spChg>
      </pc:sldChg>
      <pc:sldChg chg="modSp mod">
        <pc:chgData name="强 李" userId="cd6c7ec7188785ae" providerId="LiveId" clId="{842399E8-6B0B-4645-95DD-F068C651AC17}" dt="2025-01-26T04:40:27.509" v="1983" actId="207"/>
        <pc:sldMkLst>
          <pc:docMk/>
          <pc:sldMk cId="2358058328" sldId="620"/>
        </pc:sldMkLst>
        <pc:spChg chg="mod">
          <ac:chgData name="强 李" userId="cd6c7ec7188785ae" providerId="LiveId" clId="{842399E8-6B0B-4645-95DD-F068C651AC17}" dt="2025-01-26T04:40:27.509" v="1983" actId="207"/>
          <ac:spMkLst>
            <pc:docMk/>
            <pc:sldMk cId="2358058328" sldId="620"/>
            <ac:spMk id="2" creationId="{0653CDAF-5BBF-F90D-BB16-01AA636B5944}"/>
          </ac:spMkLst>
        </pc:spChg>
      </pc:sldChg>
      <pc:sldChg chg="addSp delSp modSp mod">
        <pc:chgData name="强 李" userId="cd6c7ec7188785ae" providerId="LiveId" clId="{842399E8-6B0B-4645-95DD-F068C651AC17}" dt="2025-01-26T04:45:07.465" v="2248"/>
        <pc:sldMkLst>
          <pc:docMk/>
          <pc:sldMk cId="1993124358" sldId="621"/>
        </pc:sldMkLst>
        <pc:spChg chg="mod">
          <ac:chgData name="强 李" userId="cd6c7ec7188785ae" providerId="LiveId" clId="{842399E8-6B0B-4645-95DD-F068C651AC17}" dt="2025-01-26T04:45:07.465" v="2248"/>
          <ac:spMkLst>
            <pc:docMk/>
            <pc:sldMk cId="1993124358" sldId="621"/>
            <ac:spMk id="2" creationId="{D4DF3B31-55B7-6770-EC56-AEF16A0EBB6B}"/>
          </ac:spMkLst>
        </pc:spChg>
        <pc:spChg chg="add del">
          <ac:chgData name="强 李" userId="cd6c7ec7188785ae" providerId="LiveId" clId="{842399E8-6B0B-4645-95DD-F068C651AC17}" dt="2025-01-26T04:42:01.517" v="2084" actId="478"/>
          <ac:spMkLst>
            <pc:docMk/>
            <pc:sldMk cId="1993124358" sldId="621"/>
            <ac:spMk id="3" creationId="{417D6A5F-450D-9BE9-62B6-57D6F9AC5E6C}"/>
          </ac:spMkLst>
        </pc:spChg>
        <pc:spChg chg="add mod">
          <ac:chgData name="强 李" userId="cd6c7ec7188785ae" providerId="LiveId" clId="{842399E8-6B0B-4645-95DD-F068C651AC17}" dt="2025-01-26T04:44:20.163" v="2189" actId="553"/>
          <ac:spMkLst>
            <pc:docMk/>
            <pc:sldMk cId="1993124358" sldId="621"/>
            <ac:spMk id="4" creationId="{18C71437-37BD-2F17-8BA7-7B38B88A2701}"/>
          </ac:spMkLst>
        </pc:spChg>
        <pc:spChg chg="add mod">
          <ac:chgData name="强 李" userId="cd6c7ec7188785ae" providerId="LiveId" clId="{842399E8-6B0B-4645-95DD-F068C651AC17}" dt="2025-01-26T04:44:20.163" v="2189" actId="553"/>
          <ac:spMkLst>
            <pc:docMk/>
            <pc:sldMk cId="1993124358" sldId="621"/>
            <ac:spMk id="5" creationId="{1E7711FC-9158-8390-F074-F28022326A5D}"/>
          </ac:spMkLst>
        </pc:spChg>
        <pc:spChg chg="add mod">
          <ac:chgData name="强 李" userId="cd6c7ec7188785ae" providerId="LiveId" clId="{842399E8-6B0B-4645-95DD-F068C651AC17}" dt="2025-01-26T04:44:20.163" v="2189" actId="553"/>
          <ac:spMkLst>
            <pc:docMk/>
            <pc:sldMk cId="1993124358" sldId="621"/>
            <ac:spMk id="6" creationId="{2AF4CC20-6E0F-B73B-40A5-09CDCF72FF64}"/>
          </ac:spMkLst>
        </pc:spChg>
      </pc:sldChg>
      <pc:sldChg chg="modSp mod">
        <pc:chgData name="强 李" userId="cd6c7ec7188785ae" providerId="LiveId" clId="{842399E8-6B0B-4645-95DD-F068C651AC17}" dt="2025-01-26T04:52:32.527" v="2705" actId="113"/>
        <pc:sldMkLst>
          <pc:docMk/>
          <pc:sldMk cId="2742710798" sldId="622"/>
        </pc:sldMkLst>
        <pc:spChg chg="mod">
          <ac:chgData name="强 李" userId="cd6c7ec7188785ae" providerId="LiveId" clId="{842399E8-6B0B-4645-95DD-F068C651AC17}" dt="2025-01-26T04:52:32.527" v="2705" actId="113"/>
          <ac:spMkLst>
            <pc:docMk/>
            <pc:sldMk cId="2742710798" sldId="622"/>
            <ac:spMk id="2" creationId="{AB5D7D6A-677A-6DEA-ABC7-7BF0ACEBB2D4}"/>
          </ac:spMkLst>
        </pc:spChg>
      </pc:sldChg>
      <pc:sldChg chg="modSp add mod">
        <pc:chgData name="强 李" userId="cd6c7ec7188785ae" providerId="LiveId" clId="{842399E8-6B0B-4645-95DD-F068C651AC17}" dt="2025-01-26T04:34:49.643" v="1648"/>
        <pc:sldMkLst>
          <pc:docMk/>
          <pc:sldMk cId="3709217776" sldId="623"/>
        </pc:sldMkLst>
        <pc:spChg chg="mod">
          <ac:chgData name="强 李" userId="cd6c7ec7188785ae" providerId="LiveId" clId="{842399E8-6B0B-4645-95DD-F068C651AC17}" dt="2025-01-26T04:34:49.643" v="1648"/>
          <ac:spMkLst>
            <pc:docMk/>
            <pc:sldMk cId="3709217776" sldId="623"/>
            <ac:spMk id="2" creationId="{1DFB5AB8-1180-9AE4-A568-69E162A99AC5}"/>
          </ac:spMkLst>
        </pc:spChg>
      </pc:sldChg>
      <pc:sldChg chg="addSp modSp add mod">
        <pc:chgData name="强 李" userId="cd6c7ec7188785ae" providerId="LiveId" clId="{842399E8-6B0B-4645-95DD-F068C651AC17}" dt="2025-01-26T05:00:56.347" v="3215" actId="1076"/>
        <pc:sldMkLst>
          <pc:docMk/>
          <pc:sldMk cId="2030099907" sldId="624"/>
        </pc:sldMkLst>
        <pc:spChg chg="mod">
          <ac:chgData name="强 李" userId="cd6c7ec7188785ae" providerId="LiveId" clId="{842399E8-6B0B-4645-95DD-F068C651AC17}" dt="2025-01-26T04:59:50.355" v="3142" actId="20577"/>
          <ac:spMkLst>
            <pc:docMk/>
            <pc:sldMk cId="2030099907" sldId="624"/>
            <ac:spMk id="2" creationId="{9989EEFE-9718-95A2-CF95-81E656846D35}"/>
          </ac:spMkLst>
        </pc:spChg>
        <pc:spChg chg="add mod">
          <ac:chgData name="强 李" userId="cd6c7ec7188785ae" providerId="LiveId" clId="{842399E8-6B0B-4645-95DD-F068C651AC17}" dt="2025-01-26T05:00:56.347" v="3215" actId="1076"/>
          <ac:spMkLst>
            <pc:docMk/>
            <pc:sldMk cId="2030099907" sldId="624"/>
            <ac:spMk id="4" creationId="{86D28598-3B4D-10DE-33CD-BE4746384F3B}"/>
          </ac:spMkLst>
        </pc:spChg>
        <pc:spChg chg="mod">
          <ac:chgData name="强 李" userId="cd6c7ec7188785ae" providerId="LiveId" clId="{842399E8-6B0B-4645-95DD-F068C651AC17}" dt="2025-01-26T04:53:45.568" v="2742"/>
          <ac:spMkLst>
            <pc:docMk/>
            <pc:sldMk cId="2030099907" sldId="624"/>
            <ac:spMk id="18" creationId="{4F308670-7B0E-3094-86DA-84A33B170694}"/>
          </ac:spMkLst>
        </pc:spChg>
      </pc:sldChg>
      <pc:sldChg chg="modSp add del mod">
        <pc:chgData name="强 李" userId="cd6c7ec7188785ae" providerId="LiveId" clId="{842399E8-6B0B-4645-95DD-F068C651AC17}" dt="2025-01-26T04:49:35.503" v="2548" actId="47"/>
        <pc:sldMkLst>
          <pc:docMk/>
          <pc:sldMk cId="3456419928" sldId="624"/>
        </pc:sldMkLst>
        <pc:spChg chg="mod">
          <ac:chgData name="强 李" userId="cd6c7ec7188785ae" providerId="LiveId" clId="{842399E8-6B0B-4645-95DD-F068C651AC17}" dt="2025-01-26T04:45:53.119" v="2276"/>
          <ac:spMkLst>
            <pc:docMk/>
            <pc:sldMk cId="3456419928" sldId="624"/>
            <ac:spMk id="2" creationId="{3E672794-781E-0840-A303-F0D3C1CEB694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</pc:sldChg>
    </pc:docChg>
  </pc:docChgLst>
  <pc:docChgLst>
    <pc:chgData name="强 李" userId="cd6c7ec7188785ae" providerId="LiveId" clId="{4AB20E6F-2848-4974-B951-18355A4600C1}"/>
    <pc:docChg chg="undo custSel addSld delSld modSld sldOrd">
      <pc:chgData name="强 李" userId="cd6c7ec7188785ae" providerId="LiveId" clId="{4AB20E6F-2848-4974-B951-18355A4600C1}" dt="2024-10-13T00:11:02.643" v="1067"/>
      <pc:docMkLst>
        <pc:docMk/>
      </pc:docMkLst>
      <pc:sldChg chg="modSp mod">
        <pc:chgData name="强 李" userId="cd6c7ec7188785ae" providerId="LiveId" clId="{4AB20E6F-2848-4974-B951-18355A4600C1}" dt="2024-10-12T23:16:12.503" v="126" actId="403"/>
        <pc:sldMkLst>
          <pc:docMk/>
          <pc:sldMk cId="0" sldId="425"/>
        </pc:sldMkLst>
      </pc:sldChg>
      <pc:sldChg chg="addSp delSp modSp mod">
        <pc:chgData name="强 李" userId="cd6c7ec7188785ae" providerId="LiveId" clId="{4AB20E6F-2848-4974-B951-18355A4600C1}" dt="2024-10-12T23:38:01.854" v="259" actId="6549"/>
        <pc:sldMkLst>
          <pc:docMk/>
          <pc:sldMk cId="54695671" sldId="531"/>
        </pc:sldMkLst>
      </pc:sldChg>
      <pc:sldChg chg="modSp">
        <pc:chgData name="强 李" userId="cd6c7ec7188785ae" providerId="LiveId" clId="{4AB20E6F-2848-4974-B951-18355A4600C1}" dt="2024-10-13T00:11:02.643" v="1067"/>
        <pc:sldMkLst>
          <pc:docMk/>
          <pc:sldMk cId="419382719" sldId="552"/>
        </pc:sldMkLst>
      </pc:sldChg>
      <pc:sldChg chg="modSp">
        <pc:chgData name="强 李" userId="cd6c7ec7188785ae" providerId="LiveId" clId="{4AB20E6F-2848-4974-B951-18355A4600C1}" dt="2024-10-12T23:12:58.311" v="102"/>
        <pc:sldMkLst>
          <pc:docMk/>
          <pc:sldMk cId="3418790839" sldId="554"/>
        </pc:sldMkLst>
      </pc:sldChg>
      <pc:sldChg chg="modSp mod">
        <pc:chgData name="强 李" userId="cd6c7ec7188785ae" providerId="LiveId" clId="{4AB20E6F-2848-4974-B951-18355A4600C1}" dt="2024-10-12T23:11:10.756" v="8" actId="20577"/>
        <pc:sldMkLst>
          <pc:docMk/>
          <pc:sldMk cId="1911491714" sldId="560"/>
        </pc:sldMkLst>
      </pc:sldChg>
      <pc:sldChg chg="modSp mod">
        <pc:chgData name="强 李" userId="cd6c7ec7188785ae" providerId="LiveId" clId="{4AB20E6F-2848-4974-B951-18355A4600C1}" dt="2024-10-12T23:40:45.967" v="339" actId="6549"/>
        <pc:sldMkLst>
          <pc:docMk/>
          <pc:sldMk cId="340286292" sldId="594"/>
        </pc:sldMkLst>
      </pc:sldChg>
      <pc:sldChg chg="del">
        <pc:chgData name="强 李" userId="cd6c7ec7188785ae" providerId="LiveId" clId="{4AB20E6F-2848-4974-B951-18355A4600C1}" dt="2024-10-12T23:17:50.545" v="223" actId="47"/>
        <pc:sldMkLst>
          <pc:docMk/>
          <pc:sldMk cId="3965997736" sldId="598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81840699" sldId="599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2538305957" sldId="601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78345744" sldId="602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450588716" sldId="603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359668770" sldId="604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727666922" sldId="605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35781716" sldId="606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562774613" sldId="607"/>
        </pc:sldMkLst>
      </pc:sldChg>
      <pc:sldChg chg="modSp mod">
        <pc:chgData name="强 李" userId="cd6c7ec7188785ae" providerId="LiveId" clId="{4AB20E6F-2848-4974-B951-18355A4600C1}" dt="2024-10-13T00:10:26.284" v="1060" actId="14100"/>
        <pc:sldMkLst>
          <pc:docMk/>
          <pc:sldMk cId="1301125905" sldId="608"/>
        </pc:sldMkLst>
      </pc:sldChg>
      <pc:sldChg chg="modSp add mod">
        <pc:chgData name="强 李" userId="cd6c7ec7188785ae" providerId="LiveId" clId="{4AB20E6F-2848-4974-B951-18355A4600C1}" dt="2024-10-13T00:06:11.061" v="974"/>
        <pc:sldMkLst>
          <pc:docMk/>
          <pc:sldMk cId="1722492924" sldId="609"/>
        </pc:sldMkLst>
      </pc:sldChg>
      <pc:sldChg chg="modSp add mod">
        <pc:chgData name="强 李" userId="cd6c7ec7188785ae" providerId="LiveId" clId="{4AB20E6F-2848-4974-B951-18355A4600C1}" dt="2024-10-12T23:43:36.919" v="417" actId="20577"/>
        <pc:sldMkLst>
          <pc:docMk/>
          <pc:sldMk cId="1283152500" sldId="610"/>
        </pc:sldMkLst>
      </pc:sldChg>
      <pc:sldChg chg="add del">
        <pc:chgData name="强 李" userId="cd6c7ec7188785ae" providerId="LiveId" clId="{4AB20E6F-2848-4974-B951-18355A4600C1}" dt="2024-10-12T23:42:04.554" v="355"/>
        <pc:sldMkLst>
          <pc:docMk/>
          <pc:sldMk cId="979928206" sldId="611"/>
        </pc:sldMkLst>
      </pc:sldChg>
      <pc:sldChg chg="modSp add mod">
        <pc:chgData name="强 李" userId="cd6c7ec7188785ae" providerId="LiveId" clId="{4AB20E6F-2848-4974-B951-18355A4600C1}" dt="2024-10-12T23:44:58.693" v="453" actId="6549"/>
        <pc:sldMkLst>
          <pc:docMk/>
          <pc:sldMk cId="1793699087" sldId="611"/>
        </pc:sldMkLst>
      </pc:sldChg>
      <pc:sldChg chg="addSp delSp modSp add mod ord">
        <pc:chgData name="强 李" userId="cd6c7ec7188785ae" providerId="LiveId" clId="{4AB20E6F-2848-4974-B951-18355A4600C1}" dt="2024-10-12T23:50:14.733" v="712" actId="6549"/>
        <pc:sldMkLst>
          <pc:docMk/>
          <pc:sldMk cId="3072232056" sldId="612"/>
        </pc:sldMkLst>
      </pc:sldChg>
      <pc:sldChg chg="modSp add mod">
        <pc:chgData name="强 李" userId="cd6c7ec7188785ae" providerId="LiveId" clId="{4AB20E6F-2848-4974-B951-18355A4600C1}" dt="2024-10-13T00:03:12.491" v="836" actId="20577"/>
        <pc:sldMkLst>
          <pc:docMk/>
          <pc:sldMk cId="1832916219" sldId="613"/>
        </pc:sldMkLst>
      </pc:sldChg>
      <pc:sldChg chg="modSp add mod">
        <pc:chgData name="强 李" userId="cd6c7ec7188785ae" providerId="LiveId" clId="{4AB20E6F-2848-4974-B951-18355A4600C1}" dt="2024-10-13T00:05:26.909" v="951" actId="6549"/>
        <pc:sldMkLst>
          <pc:docMk/>
          <pc:sldMk cId="876084684" sldId="614"/>
        </pc:sldMkLst>
      </pc:sldChg>
      <pc:sldChg chg="modSp add mod">
        <pc:chgData name="强 李" userId="cd6c7ec7188785ae" providerId="LiveId" clId="{4AB20E6F-2848-4974-B951-18355A4600C1}" dt="2024-10-13T00:09:28.317" v="1031" actId="20577"/>
        <pc:sldMkLst>
          <pc:docMk/>
          <pc:sldMk cId="292999500" sldId="615"/>
        </pc:sldMkLst>
      </pc:sldChg>
      <pc:sldChg chg="modSp add del mod">
        <pc:chgData name="强 李" userId="cd6c7ec7188785ae" providerId="LiveId" clId="{4AB20E6F-2848-4974-B951-18355A4600C1}" dt="2024-10-13T00:09:57.637" v="1050" actId="47"/>
        <pc:sldMkLst>
          <pc:docMk/>
          <pc:sldMk cId="726664714" sldId="616"/>
        </pc:sldMkLst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</pc:sldChg>
    </pc:docChg>
  </pc:docChgLst>
  <pc:docChgLst>
    <pc:chgData name="强 李" userId="cd6c7ec7188785ae" providerId="LiveId" clId="{F0E3CB0B-2BB1-4E48-B7AA-F2A551CEEF7D}"/>
    <pc:docChg chg="undo custSel addSld delSld modSld sldOrd">
      <pc:chgData name="强 李" userId="cd6c7ec7188785ae" providerId="LiveId" clId="{F0E3CB0B-2BB1-4E48-B7AA-F2A551CEEF7D}" dt="2025-01-11T22:29:23.014" v="1810" actId="47"/>
      <pc:docMkLst>
        <pc:docMk/>
      </pc:docMkLst>
      <pc:sldChg chg="modSp mod">
        <pc:chgData name="强 李" userId="cd6c7ec7188785ae" providerId="LiveId" clId="{F0E3CB0B-2BB1-4E48-B7AA-F2A551CEEF7D}" dt="2025-01-11T22:17:42.793" v="1767" actId="207"/>
        <pc:sldMkLst>
          <pc:docMk/>
          <pc:sldMk cId="0" sldId="425"/>
        </pc:sldMkLst>
        <pc:spChg chg="mod">
          <ac:chgData name="强 李" userId="cd6c7ec7188785ae" providerId="LiveId" clId="{F0E3CB0B-2BB1-4E48-B7AA-F2A551CEEF7D}" dt="2025-01-11T22:17:42.793" v="1767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F0E3CB0B-2BB1-4E48-B7AA-F2A551CEEF7D}" dt="2025-01-11T07:17:42.646" v="302" actId="14100"/>
          <ac:spMkLst>
            <pc:docMk/>
            <pc:sldMk cId="0" sldId="425"/>
            <ac:spMk id="18" creationId="{00000000-0000-0000-0000-000000000000}"/>
          </ac:spMkLst>
        </pc:spChg>
      </pc:sldChg>
      <pc:sldChg chg="modSp mod">
        <pc:chgData name="强 李" userId="cd6c7ec7188785ae" providerId="LiveId" clId="{F0E3CB0B-2BB1-4E48-B7AA-F2A551CEEF7D}" dt="2025-01-11T22:23:22.639" v="1778"/>
        <pc:sldMkLst>
          <pc:docMk/>
          <pc:sldMk cId="54695671" sldId="531"/>
        </pc:sldMkLst>
        <pc:spChg chg="mod">
          <ac:chgData name="强 李" userId="cd6c7ec7188785ae" providerId="LiveId" clId="{F0E3CB0B-2BB1-4E48-B7AA-F2A551CEEF7D}" dt="2025-01-11T22:23:22.639" v="1778"/>
          <ac:spMkLst>
            <pc:docMk/>
            <pc:sldMk cId="54695671" sldId="531"/>
            <ac:spMk id="10" creationId="{0F8C0306-423C-7746-A3D2-2A3513F35A44}"/>
          </ac:spMkLst>
        </pc:spChg>
      </pc:sldChg>
      <pc:sldChg chg="modSp">
        <pc:chgData name="强 李" userId="cd6c7ec7188785ae" providerId="LiveId" clId="{F0E3CB0B-2BB1-4E48-B7AA-F2A551CEEF7D}" dt="2025-01-11T14:57:47.021" v="1733"/>
        <pc:sldMkLst>
          <pc:docMk/>
          <pc:sldMk cId="419382719" sldId="552"/>
        </pc:sldMkLst>
        <pc:graphicFrameChg chg="mod">
          <ac:chgData name="强 李" userId="cd6c7ec7188785ae" providerId="LiveId" clId="{F0E3CB0B-2BB1-4E48-B7AA-F2A551CEEF7D}" dt="2025-01-11T14:57:47.021" v="1733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F0E3CB0B-2BB1-4E48-B7AA-F2A551CEEF7D}" dt="2025-01-11T22:11:25.219" v="1753" actId="14100"/>
        <pc:sldMkLst>
          <pc:docMk/>
          <pc:sldMk cId="3418790839" sldId="554"/>
        </pc:sldMkLst>
        <pc:spChg chg="mod">
          <ac:chgData name="强 李" userId="cd6c7ec7188785ae" providerId="LiveId" clId="{F0E3CB0B-2BB1-4E48-B7AA-F2A551CEEF7D}" dt="2025-01-11T22:11:25.219" v="1753" actId="14100"/>
          <ac:spMkLst>
            <pc:docMk/>
            <pc:sldMk cId="3418790839" sldId="554"/>
            <ac:spMk id="2" creationId="{F19E7EA4-ECED-F7AC-62F4-4917E6F8E7F3}"/>
          </ac:spMkLst>
        </pc:spChg>
        <pc:graphicFrameChg chg="mod">
          <ac:chgData name="强 李" userId="cd6c7ec7188785ae" providerId="LiveId" clId="{F0E3CB0B-2BB1-4E48-B7AA-F2A551CEEF7D}" dt="2025-01-11T07:17:12.080" v="290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F0E3CB0B-2BB1-4E48-B7AA-F2A551CEEF7D}" dt="2025-01-11T22:11:37.848" v="1754" actId="14100"/>
        <pc:sldMkLst>
          <pc:docMk/>
          <pc:sldMk cId="1911491714" sldId="560"/>
        </pc:sldMkLst>
        <pc:spChg chg="mod">
          <ac:chgData name="强 李" userId="cd6c7ec7188785ae" providerId="LiveId" clId="{F0E3CB0B-2BB1-4E48-B7AA-F2A551CEEF7D}" dt="2025-01-11T07:11:43.449" v="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F0E3CB0B-2BB1-4E48-B7AA-F2A551CEEF7D}" dt="2025-01-11T07:11:50.854" v="3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F0E3CB0B-2BB1-4E48-B7AA-F2A551CEEF7D}" dt="2025-01-11T07:40:51.935" v="825" actId="6549"/>
        <pc:sldMkLst>
          <pc:docMk/>
          <pc:sldMk cId="340286292" sldId="594"/>
        </pc:sldMkLst>
        <pc:spChg chg="mod">
          <ac:chgData name="强 李" userId="cd6c7ec7188785ae" providerId="LiveId" clId="{F0E3CB0B-2BB1-4E48-B7AA-F2A551CEEF7D}" dt="2025-01-11T07:40:51.935" v="825" actId="6549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F0E3CB0B-2BB1-4E48-B7AA-F2A551CEEF7D}" dt="2025-01-11T07:33:22.930" v="622"/>
          <ac:spMkLst>
            <pc:docMk/>
            <pc:sldMk cId="340286292" sldId="594"/>
            <ac:spMk id="18" creationId="{00000000-0000-0000-0000-000000000000}"/>
          </ac:spMkLst>
        </pc:spChg>
      </pc:sldChg>
      <pc:sldChg chg="modSp mod">
        <pc:chgData name="强 李" userId="cd6c7ec7188785ae" providerId="LiveId" clId="{F0E3CB0B-2BB1-4E48-B7AA-F2A551CEEF7D}" dt="2025-01-11T07:34:42.863" v="658" actId="20577"/>
        <pc:sldMkLst>
          <pc:docMk/>
          <pc:sldMk cId="1722492924" sldId="609"/>
        </pc:sldMkLst>
        <pc:spChg chg="mod">
          <ac:chgData name="强 李" userId="cd6c7ec7188785ae" providerId="LiveId" clId="{F0E3CB0B-2BB1-4E48-B7AA-F2A551CEEF7D}" dt="2025-01-11T07:34:42.863" v="658" actId="20577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F0E3CB0B-2BB1-4E48-B7AA-F2A551CEEF7D}" dt="2025-01-11T07:19:54.950" v="412" actId="14100"/>
          <ac:spMkLst>
            <pc:docMk/>
            <pc:sldMk cId="1722492924" sldId="609"/>
            <ac:spMk id="10" creationId="{7BEE8677-CFAD-6942-832E-87D52B896121}"/>
          </ac:spMkLst>
        </pc:spChg>
        <pc:spChg chg="mod">
          <ac:chgData name="强 李" userId="cd6c7ec7188785ae" providerId="LiveId" clId="{F0E3CB0B-2BB1-4E48-B7AA-F2A551CEEF7D}" dt="2025-01-11T07:18:37.900" v="311"/>
          <ac:spMkLst>
            <pc:docMk/>
            <pc:sldMk cId="1722492924" sldId="609"/>
            <ac:spMk id="11" creationId="{3CAB36DD-1A23-5A1B-C9B0-3F43FAF7A79F}"/>
          </ac:spMkLst>
        </pc:spChg>
        <pc:spChg chg="mod">
          <ac:chgData name="强 李" userId="cd6c7ec7188785ae" providerId="LiveId" clId="{F0E3CB0B-2BB1-4E48-B7AA-F2A551CEEF7D}" dt="2025-01-11T07:20:06.286" v="414" actId="1076"/>
          <ac:spMkLst>
            <pc:docMk/>
            <pc:sldMk cId="1722492924" sldId="609"/>
            <ac:spMk id="13" creationId="{7DAB6BBF-A107-5EDA-C988-F2FCC0FA4ADA}"/>
          </ac:spMkLst>
        </pc:spChg>
        <pc:spChg chg="mod">
          <ac:chgData name="强 李" userId="cd6c7ec7188785ae" providerId="LiveId" clId="{F0E3CB0B-2BB1-4E48-B7AA-F2A551CEEF7D}" dt="2025-01-11T07:19:39.305" v="411"/>
          <ac:spMkLst>
            <pc:docMk/>
            <pc:sldMk cId="1722492924" sldId="609"/>
            <ac:spMk id="16" creationId="{7DE16206-6F61-BEC3-0DA4-3625D631A8E6}"/>
          </ac:spMkLst>
        </pc:spChg>
        <pc:grpChg chg="mod">
          <ac:chgData name="强 李" userId="cd6c7ec7188785ae" providerId="LiveId" clId="{F0E3CB0B-2BB1-4E48-B7AA-F2A551CEEF7D}" dt="2025-01-11T07:20:03.544" v="413" actId="14100"/>
          <ac:grpSpMkLst>
            <pc:docMk/>
            <pc:sldMk cId="1722492924" sldId="609"/>
            <ac:grpSpMk id="4" creationId="{67CFBFED-23BA-58E2-0492-595457A1DA5E}"/>
          </ac:grpSpMkLst>
        </pc:grpChg>
      </pc:sldChg>
      <pc:sldChg chg="modSp add mod">
        <pc:chgData name="强 李" userId="cd6c7ec7188785ae" providerId="LiveId" clId="{F0E3CB0B-2BB1-4E48-B7AA-F2A551CEEF7D}" dt="2025-01-11T07:42:34.995" v="869" actId="1035"/>
        <pc:sldMkLst>
          <pc:docMk/>
          <pc:sldMk cId="2760210375" sldId="610"/>
        </pc:sldMkLst>
        <pc:spChg chg="mod">
          <ac:chgData name="强 李" userId="cd6c7ec7188785ae" providerId="LiveId" clId="{F0E3CB0B-2BB1-4E48-B7AA-F2A551CEEF7D}" dt="2025-01-11T07:42:34.995" v="869" actId="1035"/>
          <ac:spMkLst>
            <pc:docMk/>
            <pc:sldMk cId="2760210375" sldId="610"/>
            <ac:spMk id="2" creationId="{45AA316C-C6B9-85EF-8BAE-82CC8FD18727}"/>
          </ac:spMkLst>
        </pc:spChg>
      </pc:sldChg>
      <pc:sldChg chg="modSp add mod">
        <pc:chgData name="强 李" userId="cd6c7ec7188785ae" providerId="LiveId" clId="{F0E3CB0B-2BB1-4E48-B7AA-F2A551CEEF7D}" dt="2025-01-11T14:24:39.250" v="966" actId="6549"/>
        <pc:sldMkLst>
          <pc:docMk/>
          <pc:sldMk cId="198999163" sldId="611"/>
        </pc:sldMkLst>
        <pc:spChg chg="mod">
          <ac:chgData name="强 李" userId="cd6c7ec7188785ae" providerId="LiveId" clId="{F0E3CB0B-2BB1-4E48-B7AA-F2A551CEEF7D}" dt="2025-01-11T14:24:39.250" v="966" actId="6549"/>
          <ac:spMkLst>
            <pc:docMk/>
            <pc:sldMk cId="198999163" sldId="611"/>
            <ac:spMk id="2" creationId="{44344371-D4AC-2471-7149-C3FD3D7A38B0}"/>
          </ac:spMkLst>
        </pc:spChg>
      </pc:sldChg>
      <pc:sldChg chg="modSp add mod">
        <pc:chgData name="强 李" userId="cd6c7ec7188785ae" providerId="LiveId" clId="{F0E3CB0B-2BB1-4E48-B7AA-F2A551CEEF7D}" dt="2025-01-11T07:45:14.843" v="891"/>
        <pc:sldMkLst>
          <pc:docMk/>
          <pc:sldMk cId="3764677725" sldId="612"/>
        </pc:sldMkLst>
        <pc:spChg chg="mod">
          <ac:chgData name="强 李" userId="cd6c7ec7188785ae" providerId="LiveId" clId="{F0E3CB0B-2BB1-4E48-B7AA-F2A551CEEF7D}" dt="2025-01-11T07:45:14.843" v="891"/>
          <ac:spMkLst>
            <pc:docMk/>
            <pc:sldMk cId="3764677725" sldId="612"/>
            <ac:spMk id="2" creationId="{8E9BDF51-0BEB-2E3D-3CE3-D93B31ECF06D}"/>
          </ac:spMkLst>
        </pc:spChg>
      </pc:sldChg>
      <pc:sldChg chg="modSp add mod">
        <pc:chgData name="强 李" userId="cd6c7ec7188785ae" providerId="LiveId" clId="{F0E3CB0B-2BB1-4E48-B7AA-F2A551CEEF7D}" dt="2025-01-11T14:30:41.460" v="1315"/>
        <pc:sldMkLst>
          <pc:docMk/>
          <pc:sldMk cId="405129243" sldId="613"/>
        </pc:sldMkLst>
        <pc:spChg chg="mod">
          <ac:chgData name="强 李" userId="cd6c7ec7188785ae" providerId="LiveId" clId="{F0E3CB0B-2BB1-4E48-B7AA-F2A551CEEF7D}" dt="2025-01-11T14:30:41.460" v="1315"/>
          <ac:spMkLst>
            <pc:docMk/>
            <pc:sldMk cId="405129243" sldId="613"/>
            <ac:spMk id="2" creationId="{3CBB34D4-39D8-F05B-4927-5120C6118A87}"/>
          </ac:spMkLst>
        </pc:spChg>
      </pc:sldChg>
      <pc:sldChg chg="modSp add mod">
        <pc:chgData name="强 李" userId="cd6c7ec7188785ae" providerId="LiveId" clId="{F0E3CB0B-2BB1-4E48-B7AA-F2A551CEEF7D}" dt="2025-01-11T22:28:18.734" v="1809"/>
        <pc:sldMkLst>
          <pc:docMk/>
          <pc:sldMk cId="204469289" sldId="614"/>
        </pc:sldMkLst>
        <pc:spChg chg="mod">
          <ac:chgData name="强 李" userId="cd6c7ec7188785ae" providerId="LiveId" clId="{F0E3CB0B-2BB1-4E48-B7AA-F2A551CEEF7D}" dt="2025-01-11T22:28:18.734" v="1809"/>
          <ac:spMkLst>
            <pc:docMk/>
            <pc:sldMk cId="204469289" sldId="614"/>
            <ac:spMk id="2" creationId="{3035AB54-A642-F5C6-4C52-5192A1AC4E54}"/>
          </ac:spMkLst>
        </pc:spChg>
      </pc:sldChg>
      <pc:sldChg chg="modSp add mod">
        <pc:chgData name="强 李" userId="cd6c7ec7188785ae" providerId="LiveId" clId="{F0E3CB0B-2BB1-4E48-B7AA-F2A551CEEF7D}" dt="2025-01-11T14:42:47.809" v="1428" actId="6549"/>
        <pc:sldMkLst>
          <pc:docMk/>
          <pc:sldMk cId="2085745645" sldId="615"/>
        </pc:sldMkLst>
        <pc:spChg chg="mod">
          <ac:chgData name="强 李" userId="cd6c7ec7188785ae" providerId="LiveId" clId="{F0E3CB0B-2BB1-4E48-B7AA-F2A551CEEF7D}" dt="2025-01-11T14:42:47.809" v="1428" actId="6549"/>
          <ac:spMkLst>
            <pc:docMk/>
            <pc:sldMk cId="2085745645" sldId="615"/>
            <ac:spMk id="2" creationId="{D678CC49-A27D-13C8-920F-3DF5B95A7F81}"/>
          </ac:spMkLst>
        </pc:spChg>
      </pc:sldChg>
      <pc:sldChg chg="modSp add mod">
        <pc:chgData name="强 李" userId="cd6c7ec7188785ae" providerId="LiveId" clId="{F0E3CB0B-2BB1-4E48-B7AA-F2A551CEEF7D}" dt="2025-01-11T14:45:07.326" v="1521" actId="6549"/>
        <pc:sldMkLst>
          <pc:docMk/>
          <pc:sldMk cId="3279614268" sldId="616"/>
        </pc:sldMkLst>
        <pc:spChg chg="mod">
          <ac:chgData name="强 李" userId="cd6c7ec7188785ae" providerId="LiveId" clId="{F0E3CB0B-2BB1-4E48-B7AA-F2A551CEEF7D}" dt="2025-01-11T14:45:07.326" v="1521" actId="6549"/>
          <ac:spMkLst>
            <pc:docMk/>
            <pc:sldMk cId="3279614268" sldId="616"/>
            <ac:spMk id="2" creationId="{3F15811A-34FE-4D76-0856-6BE29B4C4E84}"/>
          </ac:spMkLst>
        </pc:spChg>
      </pc:sldChg>
      <pc:sldChg chg="add del ord">
        <pc:chgData name="强 李" userId="cd6c7ec7188785ae" providerId="LiveId" clId="{F0E3CB0B-2BB1-4E48-B7AA-F2A551CEEF7D}" dt="2025-01-11T22:29:23.014" v="1810" actId="47"/>
        <pc:sldMkLst>
          <pc:docMk/>
          <pc:sldMk cId="3110420441" sldId="617"/>
        </pc:sldMkLst>
      </pc:sldChg>
      <pc:sldChg chg="modSp add mod">
        <pc:chgData name="强 李" userId="cd6c7ec7188785ae" providerId="LiveId" clId="{F0E3CB0B-2BB1-4E48-B7AA-F2A551CEEF7D}" dt="2025-01-11T14:49:47.238" v="1618"/>
        <pc:sldMkLst>
          <pc:docMk/>
          <pc:sldMk cId="3450556773" sldId="618"/>
        </pc:sldMkLst>
        <pc:spChg chg="mod">
          <ac:chgData name="强 李" userId="cd6c7ec7188785ae" providerId="LiveId" clId="{F0E3CB0B-2BB1-4E48-B7AA-F2A551CEEF7D}" dt="2025-01-11T14:49:47.238" v="1618"/>
          <ac:spMkLst>
            <pc:docMk/>
            <pc:sldMk cId="3450556773" sldId="618"/>
            <ac:spMk id="2" creationId="{B69B2D74-3EF3-62D4-E8B9-CC9DCBB83DBA}"/>
          </ac:spMkLst>
        </pc:spChg>
      </pc:sldChg>
      <pc:sldChg chg="modSp add mod">
        <pc:chgData name="强 李" userId="cd6c7ec7188785ae" providerId="LiveId" clId="{F0E3CB0B-2BB1-4E48-B7AA-F2A551CEEF7D}" dt="2025-01-11T14:51:42.725" v="1637" actId="20577"/>
        <pc:sldMkLst>
          <pc:docMk/>
          <pc:sldMk cId="688691075" sldId="619"/>
        </pc:sldMkLst>
        <pc:spChg chg="mod">
          <ac:chgData name="强 李" userId="cd6c7ec7188785ae" providerId="LiveId" clId="{F0E3CB0B-2BB1-4E48-B7AA-F2A551CEEF7D}" dt="2025-01-11T14:51:42.725" v="1637" actId="20577"/>
          <ac:spMkLst>
            <pc:docMk/>
            <pc:sldMk cId="688691075" sldId="619"/>
            <ac:spMk id="2" creationId="{DE58AFDC-F5A8-873C-1286-C76C8B1C6961}"/>
          </ac:spMkLst>
        </pc:spChg>
      </pc:sldChg>
      <pc:sldChg chg="modSp add mod ord">
        <pc:chgData name="强 李" userId="cd6c7ec7188785ae" providerId="LiveId" clId="{F0E3CB0B-2BB1-4E48-B7AA-F2A551CEEF7D}" dt="2025-01-11T14:54:02.747" v="1697" actId="20577"/>
        <pc:sldMkLst>
          <pc:docMk/>
          <pc:sldMk cId="2358058328" sldId="620"/>
        </pc:sldMkLst>
        <pc:spChg chg="mod">
          <ac:chgData name="强 李" userId="cd6c7ec7188785ae" providerId="LiveId" clId="{F0E3CB0B-2BB1-4E48-B7AA-F2A551CEEF7D}" dt="2025-01-11T14:54:02.747" v="1697" actId="20577"/>
          <ac:spMkLst>
            <pc:docMk/>
            <pc:sldMk cId="2358058328" sldId="620"/>
            <ac:spMk id="2" creationId="{0653CDAF-5BBF-F90D-BB16-01AA636B5944}"/>
          </ac:spMkLst>
        </pc:spChg>
      </pc:sldChg>
      <pc:sldChg chg="modSp add mod">
        <pc:chgData name="强 李" userId="cd6c7ec7188785ae" providerId="LiveId" clId="{F0E3CB0B-2BB1-4E48-B7AA-F2A551CEEF7D}" dt="2025-01-11T14:55:54.043" v="1709" actId="15"/>
        <pc:sldMkLst>
          <pc:docMk/>
          <pc:sldMk cId="1993124358" sldId="621"/>
        </pc:sldMkLst>
        <pc:spChg chg="mod">
          <ac:chgData name="强 李" userId="cd6c7ec7188785ae" providerId="LiveId" clId="{F0E3CB0B-2BB1-4E48-B7AA-F2A551CEEF7D}" dt="2025-01-11T14:55:54.043" v="1709" actId="15"/>
          <ac:spMkLst>
            <pc:docMk/>
            <pc:sldMk cId="1993124358" sldId="621"/>
            <ac:spMk id="2" creationId="{D4DF3B31-55B7-6770-EC56-AEF16A0EBB6B}"/>
          </ac:spMkLst>
        </pc:spChg>
      </pc:sldChg>
      <pc:sldChg chg="modSp add mod">
        <pc:chgData name="强 李" userId="cd6c7ec7188785ae" providerId="LiveId" clId="{F0E3CB0B-2BB1-4E48-B7AA-F2A551CEEF7D}" dt="2025-01-11T14:56:59.479" v="1729" actId="6549"/>
        <pc:sldMkLst>
          <pc:docMk/>
          <pc:sldMk cId="2742710798" sldId="622"/>
        </pc:sldMkLst>
        <pc:spChg chg="mod">
          <ac:chgData name="强 李" userId="cd6c7ec7188785ae" providerId="LiveId" clId="{F0E3CB0B-2BB1-4E48-B7AA-F2A551CEEF7D}" dt="2025-01-11T14:56:59.479" v="1729" actId="6549"/>
          <ac:spMkLst>
            <pc:docMk/>
            <pc:sldMk cId="2742710798" sldId="622"/>
            <ac:spMk id="2" creationId="{AB5D7D6A-677A-6DEA-ABC7-7BF0ACEBB2D4}"/>
          </ac:spMkLst>
        </pc:spChg>
      </pc:sldChg>
      <pc:sldChg chg="add del">
        <pc:chgData name="强 李" userId="cd6c7ec7188785ae" providerId="LiveId" clId="{F0E3CB0B-2BB1-4E48-B7AA-F2A551CEEF7D}" dt="2025-01-11T14:56:00.964" v="1710" actId="47"/>
        <pc:sldMkLst>
          <pc:docMk/>
          <pc:sldMk cId="3128709468" sldId="622"/>
        </pc:sldMkLst>
      </pc:sldChg>
      <pc:sldChg chg="add del">
        <pc:chgData name="强 李" userId="cd6c7ec7188785ae" providerId="LiveId" clId="{F0E3CB0B-2BB1-4E48-B7AA-F2A551CEEF7D}" dt="2025-01-11T14:56:04.837" v="1711" actId="47"/>
        <pc:sldMkLst>
          <pc:docMk/>
          <pc:sldMk cId="794234258" sldId="623"/>
        </pc:sldMkLst>
      </pc:sldChg>
      <pc:sldChg chg="del">
        <pc:chgData name="强 李" userId="cd6c7ec7188785ae" providerId="LiveId" clId="{F0E3CB0B-2BB1-4E48-B7AA-F2A551CEEF7D}" dt="2025-01-11T07:37:06.195" v="753" actId="47"/>
        <pc:sldMkLst>
          <pc:docMk/>
          <pc:sldMk cId="1982839360" sldId="629"/>
        </pc:sldMkLst>
      </pc:sldChg>
      <pc:sldChg chg="del">
        <pc:chgData name="强 李" userId="cd6c7ec7188785ae" providerId="LiveId" clId="{F0E3CB0B-2BB1-4E48-B7AA-F2A551CEEF7D}" dt="2025-01-11T07:37:06.195" v="753" actId="47"/>
        <pc:sldMkLst>
          <pc:docMk/>
          <pc:sldMk cId="2710679571" sldId="630"/>
        </pc:sldMkLst>
      </pc:sldChg>
      <pc:sldChg chg="del">
        <pc:chgData name="强 李" userId="cd6c7ec7188785ae" providerId="LiveId" clId="{F0E3CB0B-2BB1-4E48-B7AA-F2A551CEEF7D}" dt="2025-01-11T07:37:06.195" v="753" actId="47"/>
        <pc:sldMkLst>
          <pc:docMk/>
          <pc:sldMk cId="226442056" sldId="631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D87E970D-CF4E-4F5F-B8B8-3124DB836EA1}"/>
    <pc:docChg chg="undo custSel addSld delSld modSld">
      <pc:chgData name="强 李" userId="cd6c7ec7188785ae" providerId="LiveId" clId="{D87E970D-CF4E-4F5F-B8B8-3124DB836EA1}" dt="2024-12-07T23:39:23.830" v="902" actId="6549"/>
      <pc:docMkLst>
        <pc:docMk/>
      </pc:docMkLst>
      <pc:sldChg chg="modSp mod">
        <pc:chgData name="强 李" userId="cd6c7ec7188785ae" providerId="LiveId" clId="{D87E970D-CF4E-4F5F-B8B8-3124DB836EA1}" dt="2024-12-07T17:01:41.313" v="216" actId="20577"/>
        <pc:sldMkLst>
          <pc:docMk/>
          <pc:sldMk cId="0" sldId="425"/>
        </pc:sldMkLst>
        <pc:spChg chg="mod">
          <ac:chgData name="强 李" userId="cd6c7ec7188785ae" providerId="LiveId" clId="{D87E970D-CF4E-4F5F-B8B8-3124DB836EA1}" dt="2024-12-07T17:01:00.721" v="210" actId="1076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87E970D-CF4E-4F5F-B8B8-3124DB836EA1}" dt="2024-12-07T17:01:41.313" v="216" actId="20577"/>
          <ac:spMkLst>
            <pc:docMk/>
            <pc:sldMk cId="0" sldId="425"/>
            <ac:spMk id="18" creationId="{00000000-0000-0000-0000-000000000000}"/>
          </ac:spMkLst>
        </pc:spChg>
      </pc:sldChg>
      <pc:sldChg chg="modSp mod">
        <pc:chgData name="强 李" userId="cd6c7ec7188785ae" providerId="LiveId" clId="{D87E970D-CF4E-4F5F-B8B8-3124DB836EA1}" dt="2024-12-07T17:05:24.505" v="414" actId="14100"/>
        <pc:sldMkLst>
          <pc:docMk/>
          <pc:sldMk cId="54695671" sldId="531"/>
        </pc:sldMkLst>
        <pc:spChg chg="mod">
          <ac:chgData name="强 李" userId="cd6c7ec7188785ae" providerId="LiveId" clId="{D87E970D-CF4E-4F5F-B8B8-3124DB836EA1}" dt="2024-12-07T17:05:24.505" v="414" actId="14100"/>
          <ac:spMkLst>
            <pc:docMk/>
            <pc:sldMk cId="54695671" sldId="531"/>
            <ac:spMk id="10" creationId="{0F8C0306-423C-7746-A3D2-2A3513F35A44}"/>
          </ac:spMkLst>
        </pc:spChg>
      </pc:sldChg>
      <pc:sldChg chg="modSp">
        <pc:chgData name="强 李" userId="cd6c7ec7188785ae" providerId="LiveId" clId="{D87E970D-CF4E-4F5F-B8B8-3124DB836EA1}" dt="2024-12-07T17:16:08.364" v="728"/>
        <pc:sldMkLst>
          <pc:docMk/>
          <pc:sldMk cId="419382719" sldId="552"/>
        </pc:sldMkLst>
        <pc:graphicFrameChg chg="mod">
          <ac:chgData name="强 李" userId="cd6c7ec7188785ae" providerId="LiveId" clId="{D87E970D-CF4E-4F5F-B8B8-3124DB836EA1}" dt="2024-12-07T17:16:08.364" v="728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">
        <pc:chgData name="强 李" userId="cd6c7ec7188785ae" providerId="LiveId" clId="{D87E970D-CF4E-4F5F-B8B8-3124DB836EA1}" dt="2024-12-07T17:00:30.318" v="206"/>
        <pc:sldMkLst>
          <pc:docMk/>
          <pc:sldMk cId="3418790839" sldId="554"/>
        </pc:sldMkLst>
        <pc:graphicFrameChg chg="mod">
          <ac:chgData name="强 李" userId="cd6c7ec7188785ae" providerId="LiveId" clId="{D87E970D-CF4E-4F5F-B8B8-3124DB836EA1}" dt="2024-12-07T17:00:30.318" v="206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D87E970D-CF4E-4F5F-B8B8-3124DB836EA1}" dt="2024-12-07T17:20:26.316" v="746"/>
        <pc:sldMkLst>
          <pc:docMk/>
          <pc:sldMk cId="1911491714" sldId="560"/>
        </pc:sldMkLst>
        <pc:spChg chg="mod">
          <ac:chgData name="强 李" userId="cd6c7ec7188785ae" providerId="LiveId" clId="{D87E970D-CF4E-4F5F-B8B8-3124DB836EA1}" dt="2024-12-07T17:20:26.316" v="746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D87E970D-CF4E-4F5F-B8B8-3124DB836EA1}" dt="2024-12-07T17:07:28.609" v="441" actId="207"/>
        <pc:sldMkLst>
          <pc:docMk/>
          <pc:sldMk cId="340286292" sldId="594"/>
        </pc:sldMkLst>
        <pc:spChg chg="mod">
          <ac:chgData name="强 李" userId="cd6c7ec7188785ae" providerId="LiveId" clId="{D87E970D-CF4E-4F5F-B8B8-3124DB836EA1}" dt="2024-12-07T17:07:28.609" v="441" actId="207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D87E970D-CF4E-4F5F-B8B8-3124DB836EA1}" dt="2024-12-07T17:05:46.343" v="415"/>
          <ac:spMkLst>
            <pc:docMk/>
            <pc:sldMk cId="340286292" sldId="594"/>
            <ac:spMk id="18" creationId="{00000000-0000-0000-0000-000000000000}"/>
          </ac:spMkLst>
        </pc:spChg>
      </pc:sldChg>
      <pc:sldChg chg="del mod modShow">
        <pc:chgData name="强 李" userId="cd6c7ec7188785ae" providerId="LiveId" clId="{D87E970D-CF4E-4F5F-B8B8-3124DB836EA1}" dt="2024-12-07T17:20:12.053" v="729" actId="47"/>
        <pc:sldMkLst>
          <pc:docMk/>
          <pc:sldMk cId="1301125905" sldId="608"/>
        </pc:sldMkLst>
      </pc:sldChg>
      <pc:sldChg chg="modSp mod">
        <pc:chgData name="强 李" userId="cd6c7ec7188785ae" providerId="LiveId" clId="{D87E970D-CF4E-4F5F-B8B8-3124DB836EA1}" dt="2024-12-07T17:03:14.953" v="229" actId="1076"/>
        <pc:sldMkLst>
          <pc:docMk/>
          <pc:sldMk cId="1722492924" sldId="609"/>
        </pc:sldMkLst>
        <pc:spChg chg="mod">
          <ac:chgData name="强 李" userId="cd6c7ec7188785ae" providerId="LiveId" clId="{D87E970D-CF4E-4F5F-B8B8-3124DB836EA1}" dt="2024-12-07T17:01:33.530" v="212" actId="20577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D87E970D-CF4E-4F5F-B8B8-3124DB836EA1}" dt="2024-12-07T17:03:10.144" v="228" actId="1076"/>
          <ac:spMkLst>
            <pc:docMk/>
            <pc:sldMk cId="1722492924" sldId="609"/>
            <ac:spMk id="10" creationId="{7BEE8677-CFAD-6942-832E-87D52B896121}"/>
          </ac:spMkLst>
        </pc:spChg>
        <pc:spChg chg="mod">
          <ac:chgData name="强 李" userId="cd6c7ec7188785ae" providerId="LiveId" clId="{D87E970D-CF4E-4F5F-B8B8-3124DB836EA1}" dt="2024-12-07T17:02:23.232" v="223" actId="1076"/>
          <ac:spMkLst>
            <pc:docMk/>
            <pc:sldMk cId="1722492924" sldId="609"/>
            <ac:spMk id="11" creationId="{3CAB36DD-1A23-5A1B-C9B0-3F43FAF7A79F}"/>
          </ac:spMkLst>
        </pc:spChg>
        <pc:spChg chg="mod">
          <ac:chgData name="强 李" userId="cd6c7ec7188785ae" providerId="LiveId" clId="{D87E970D-CF4E-4F5F-B8B8-3124DB836EA1}" dt="2024-12-07T17:01:54.327" v="217"/>
          <ac:spMkLst>
            <pc:docMk/>
            <pc:sldMk cId="1722492924" sldId="609"/>
            <ac:spMk id="13" creationId="{7DAB6BBF-A107-5EDA-C988-F2FCC0FA4ADA}"/>
          </ac:spMkLst>
        </pc:spChg>
        <pc:spChg chg="mod">
          <ac:chgData name="强 李" userId="cd6c7ec7188785ae" providerId="LiveId" clId="{D87E970D-CF4E-4F5F-B8B8-3124DB836EA1}" dt="2024-12-07T17:02:49.065" v="225" actId="20577"/>
          <ac:spMkLst>
            <pc:docMk/>
            <pc:sldMk cId="1722492924" sldId="609"/>
            <ac:spMk id="16" creationId="{7DE16206-6F61-BEC3-0DA4-3625D631A8E6}"/>
          </ac:spMkLst>
        </pc:spChg>
        <pc:grpChg chg="mod">
          <ac:chgData name="强 李" userId="cd6c7ec7188785ae" providerId="LiveId" clId="{D87E970D-CF4E-4F5F-B8B8-3124DB836EA1}" dt="2024-12-07T17:03:07.106" v="226" actId="1076"/>
          <ac:grpSpMkLst>
            <pc:docMk/>
            <pc:sldMk cId="1722492924" sldId="609"/>
            <ac:grpSpMk id="4" creationId="{67CFBFED-23BA-58E2-0492-595457A1DA5E}"/>
          </ac:grpSpMkLst>
        </pc:grpChg>
        <pc:grpChg chg="mod">
          <ac:chgData name="强 李" userId="cd6c7ec7188785ae" providerId="LiveId" clId="{D87E970D-CF4E-4F5F-B8B8-3124DB836EA1}" dt="2024-12-07T17:03:14.953" v="229" actId="1076"/>
          <ac:grpSpMkLst>
            <pc:docMk/>
            <pc:sldMk cId="1722492924" sldId="609"/>
            <ac:grpSpMk id="6" creationId="{56CD5BD2-A0CC-7D0E-3BD1-0613845A3BF3}"/>
          </ac:grpSpMkLst>
        </pc:grpChg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849952193" sldId="617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691584882" sldId="618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157853694" sldId="619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792115915" sldId="620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157673540" sldId="621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593641506" sldId="622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875507822" sldId="623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276158091" sldId="624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770578822" sldId="625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435738991" sldId="626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691257325" sldId="627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661463099" sldId="628"/>
        </pc:sldMkLst>
      </pc:sldChg>
      <pc:sldChg chg="modSp add mod">
        <pc:chgData name="强 李" userId="cd6c7ec7188785ae" providerId="LiveId" clId="{D87E970D-CF4E-4F5F-B8B8-3124DB836EA1}" dt="2024-12-07T17:12:28.688" v="605" actId="108"/>
        <pc:sldMkLst>
          <pc:docMk/>
          <pc:sldMk cId="1982839360" sldId="629"/>
        </pc:sldMkLst>
      </pc:sldChg>
      <pc:sldChg chg="modSp add mod">
        <pc:chgData name="强 李" userId="cd6c7ec7188785ae" providerId="LiveId" clId="{D87E970D-CF4E-4F5F-B8B8-3124DB836EA1}" dt="2024-12-07T23:36:42.019" v="812" actId="20577"/>
        <pc:sldMkLst>
          <pc:docMk/>
          <pc:sldMk cId="2710679571" sldId="630"/>
        </pc:sldMkLst>
      </pc:sldChg>
      <pc:sldChg chg="modSp add mod">
        <pc:chgData name="强 李" userId="cd6c7ec7188785ae" providerId="LiveId" clId="{D87E970D-CF4E-4F5F-B8B8-3124DB836EA1}" dt="2024-12-07T23:39:23.830" v="902" actId="6549"/>
        <pc:sldMkLst>
          <pc:docMk/>
          <pc:sldMk cId="226442056" sldId="631"/>
        </pc:sldMkLst>
      </pc:sldChg>
    </pc:docChg>
  </pc:docChgLst>
  <pc:docChgLst>
    <pc:chgData name="强 李" userId="cd6c7ec7188785ae" providerId="LiveId" clId="{57F995F4-A061-40B7-A2D8-F33AF6A8A4CC}"/>
    <pc:docChg chg="undo custSel addSld delSld modSld sldOrd">
      <pc:chgData name="强 李" userId="cd6c7ec7188785ae" providerId="LiveId" clId="{57F995F4-A061-40B7-A2D8-F33AF6A8A4CC}" dt="2024-11-02T13:30:08.488" v="3023"/>
      <pc:docMkLst>
        <pc:docMk/>
      </pc:docMkLst>
      <pc:sldChg chg="modSp mod">
        <pc:chgData name="强 李" userId="cd6c7ec7188785ae" providerId="LiveId" clId="{57F995F4-A061-40B7-A2D8-F33AF6A8A4CC}" dt="2024-11-02T12:19:03.849" v="1276" actId="6549"/>
        <pc:sldMkLst>
          <pc:docMk/>
          <pc:sldMk cId="340286292" sldId="594"/>
        </pc:sldMkLst>
        <pc:spChg chg="mod">
          <ac:chgData name="强 李" userId="cd6c7ec7188785ae" providerId="LiveId" clId="{57F995F4-A061-40B7-A2D8-F33AF6A8A4CC}" dt="2024-11-02T12:19:03.849" v="1276" actId="6549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57F995F4-A061-40B7-A2D8-F33AF6A8A4CC}" dt="2024-11-02T12:12:50" v="1139"/>
          <ac:spMkLst>
            <pc:docMk/>
            <pc:sldMk cId="340286292" sldId="594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57F995F4-A061-40B7-A2D8-F33AF6A8A4CC}" dt="2024-11-02T13:29:06.519" v="3016" actId="26606"/>
        <pc:sldMkLst>
          <pc:docMk/>
          <pc:sldMk cId="1301125905" sldId="608"/>
        </pc:sldMkLst>
      </pc:sldChg>
      <pc:sldChg chg="delSp modSp mod modNotesTx">
        <pc:chgData name="强 李" userId="cd6c7ec7188785ae" providerId="LiveId" clId="{57F995F4-A061-40B7-A2D8-F33AF6A8A4CC}" dt="2024-11-02T11:31:15.239" v="498" actId="20577"/>
        <pc:sldMkLst>
          <pc:docMk/>
          <pc:sldMk cId="1722492924" sldId="609"/>
        </pc:sldMkLst>
        <pc:spChg chg="mod">
          <ac:chgData name="强 李" userId="cd6c7ec7188785ae" providerId="LiveId" clId="{57F995F4-A061-40B7-A2D8-F33AF6A8A4CC}" dt="2024-11-02T09:53:27.250" v="302" actId="1076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0" creationId="{7BEE8677-CFAD-6942-832E-87D52B896121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1" creationId="{3CAB36DD-1A23-5A1B-C9B0-3F43FAF7A79F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2" creationId="{90FC4EF0-0582-7DC7-F53E-9A1A4B9AFC50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3" creationId="{7DAB6BBF-A107-5EDA-C988-F2FCC0FA4ADA}"/>
          </ac:spMkLst>
        </pc:spChg>
        <pc:spChg chg="mod">
          <ac:chgData name="强 李" userId="cd6c7ec7188785ae" providerId="LiveId" clId="{57F995F4-A061-40B7-A2D8-F33AF6A8A4CC}" dt="2024-11-02T09:54:01.815" v="309"/>
          <ac:spMkLst>
            <pc:docMk/>
            <pc:sldMk cId="1722492924" sldId="609"/>
            <ac:spMk id="16" creationId="{7DE16206-6F61-BEC3-0DA4-3625D631A8E6}"/>
          </ac:spMkLst>
        </pc:spChg>
        <pc:spChg chg="mod">
          <ac:chgData name="强 李" userId="cd6c7ec7188785ae" providerId="LiveId" clId="{57F995F4-A061-40B7-A2D8-F33AF6A8A4CC}" dt="2024-11-02T09:54:29.195" v="313" actId="14100"/>
          <ac:spMkLst>
            <pc:docMk/>
            <pc:sldMk cId="1722492924" sldId="609"/>
            <ac:spMk id="18" creationId="{00000000-0000-0000-0000-000000000000}"/>
          </ac:spMkLst>
        </pc:spChg>
        <pc:grpChg chg="mod">
          <ac:chgData name="强 李" userId="cd6c7ec7188785ae" providerId="LiveId" clId="{57F995F4-A061-40B7-A2D8-F33AF6A8A4CC}" dt="2024-11-02T09:52:56.155" v="242" actId="14100"/>
          <ac:grpSpMkLst>
            <pc:docMk/>
            <pc:sldMk cId="1722492924" sldId="609"/>
            <ac:grpSpMk id="4" creationId="{67CFBFED-23BA-58E2-0492-595457A1DA5E}"/>
          </ac:grpSpMkLst>
        </pc:grpChg>
        <pc:grpChg chg="mod">
          <ac:chgData name="强 李" userId="cd6c7ec7188785ae" providerId="LiveId" clId="{57F995F4-A061-40B7-A2D8-F33AF6A8A4CC}" dt="2024-11-02T09:52:48.075" v="239" actId="14100"/>
          <ac:grpSpMkLst>
            <pc:docMk/>
            <pc:sldMk cId="1722492924" sldId="609"/>
            <ac:grpSpMk id="6" creationId="{56CD5BD2-A0CC-7D0E-3BD1-0613845A3BF3}"/>
          </ac:grpSpMkLst>
        </pc:grpChg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283152500" sldId="610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793699087" sldId="611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3072232056" sldId="612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832916219" sldId="613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876084684" sldId="614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292999500" sldId="615"/>
        </pc:sldMkLst>
      </pc:sldChg>
      <pc:sldChg chg="addSp modSp new del mod">
        <pc:chgData name="强 李" userId="cd6c7ec7188785ae" providerId="LiveId" clId="{57F995F4-A061-40B7-A2D8-F33AF6A8A4CC}" dt="2024-11-02T12:54:23.409" v="1833" actId="47"/>
        <pc:sldMkLst>
          <pc:docMk/>
          <pc:sldMk cId="3450422405" sldId="616"/>
        </pc:sldMkLst>
      </pc:sldChg>
      <pc:sldChg chg="addSp delSp modSp add mod setBg">
        <pc:chgData name="强 李" userId="cd6c7ec7188785ae" providerId="LiveId" clId="{57F995F4-A061-40B7-A2D8-F33AF6A8A4CC}" dt="2024-11-02T12:50:09.222" v="1776" actId="167"/>
        <pc:sldMkLst>
          <pc:docMk/>
          <pc:sldMk cId="2849952193" sldId="617"/>
        </pc:sldMkLst>
      </pc:sldChg>
      <pc:sldChg chg="modSp add mod">
        <pc:chgData name="强 李" userId="cd6c7ec7188785ae" providerId="LiveId" clId="{57F995F4-A061-40B7-A2D8-F33AF6A8A4CC}" dt="2024-11-02T12:53:43.549" v="1830"/>
        <pc:sldMkLst>
          <pc:docMk/>
          <pc:sldMk cId="2691584882" sldId="618"/>
        </pc:sldMkLst>
      </pc:sldChg>
      <pc:sldChg chg="modSp add mod">
        <pc:chgData name="强 李" userId="cd6c7ec7188785ae" providerId="LiveId" clId="{57F995F4-A061-40B7-A2D8-F33AF6A8A4CC}" dt="2024-11-02T12:53:14.374" v="1827" actId="20577"/>
        <pc:sldMkLst>
          <pc:docMk/>
          <pc:sldMk cId="1157853694" sldId="619"/>
        </pc:sldMkLst>
      </pc:sldChg>
      <pc:sldChg chg="modSp add mod">
        <pc:chgData name="强 李" userId="cd6c7ec7188785ae" providerId="LiveId" clId="{57F995F4-A061-40B7-A2D8-F33AF6A8A4CC}" dt="2024-11-02T13:07:36.257" v="2111" actId="6549"/>
        <pc:sldMkLst>
          <pc:docMk/>
          <pc:sldMk cId="2792115915" sldId="620"/>
        </pc:sldMkLst>
      </pc:sldChg>
      <pc:sldChg chg="modSp add mod ord">
        <pc:chgData name="强 李" userId="cd6c7ec7188785ae" providerId="LiveId" clId="{57F995F4-A061-40B7-A2D8-F33AF6A8A4CC}" dt="2024-11-02T13:05:29.614" v="2036"/>
        <pc:sldMkLst>
          <pc:docMk/>
          <pc:sldMk cId="3157673540" sldId="621"/>
        </pc:sldMkLst>
      </pc:sldChg>
      <pc:sldChg chg="modSp add mod">
        <pc:chgData name="强 李" userId="cd6c7ec7188785ae" providerId="LiveId" clId="{57F995F4-A061-40B7-A2D8-F33AF6A8A4CC}" dt="2024-11-02T13:09:06.139" v="2174" actId="6549"/>
        <pc:sldMkLst>
          <pc:docMk/>
          <pc:sldMk cId="1593641506" sldId="622"/>
        </pc:sldMkLst>
      </pc:sldChg>
      <pc:sldChg chg="modSp add mod">
        <pc:chgData name="强 李" userId="cd6c7ec7188785ae" providerId="LiveId" clId="{57F995F4-A061-40B7-A2D8-F33AF6A8A4CC}" dt="2024-11-02T13:16:48.252" v="2499" actId="6549"/>
        <pc:sldMkLst>
          <pc:docMk/>
          <pc:sldMk cId="3875507822" sldId="623"/>
        </pc:sldMkLst>
      </pc:sldChg>
      <pc:sldChg chg="modSp add mod">
        <pc:chgData name="强 李" userId="cd6c7ec7188785ae" providerId="LiveId" clId="{57F995F4-A061-40B7-A2D8-F33AF6A8A4CC}" dt="2024-11-02T13:19:23.631" v="2540" actId="6549"/>
        <pc:sldMkLst>
          <pc:docMk/>
          <pc:sldMk cId="1276158091" sldId="624"/>
        </pc:sldMkLst>
      </pc:sldChg>
      <pc:sldChg chg="modSp add mod">
        <pc:chgData name="强 李" userId="cd6c7ec7188785ae" providerId="LiveId" clId="{57F995F4-A061-40B7-A2D8-F33AF6A8A4CC}" dt="2024-11-02T13:20:26.388" v="2546" actId="6549"/>
        <pc:sldMkLst>
          <pc:docMk/>
          <pc:sldMk cId="3770578822" sldId="625"/>
        </pc:sldMkLst>
      </pc:sldChg>
      <pc:sldChg chg="modSp add mod">
        <pc:chgData name="强 李" userId="cd6c7ec7188785ae" providerId="LiveId" clId="{57F995F4-A061-40B7-A2D8-F33AF6A8A4CC}" dt="2024-11-02T13:21:40.327" v="2640" actId="15"/>
        <pc:sldMkLst>
          <pc:docMk/>
          <pc:sldMk cId="435738991" sldId="626"/>
        </pc:sldMkLst>
      </pc:sldChg>
      <pc:sldChg chg="modSp add mod">
        <pc:chgData name="强 李" userId="cd6c7ec7188785ae" providerId="LiveId" clId="{57F995F4-A061-40B7-A2D8-F33AF6A8A4CC}" dt="2024-11-02T13:23:17.901" v="2664" actId="6549"/>
        <pc:sldMkLst>
          <pc:docMk/>
          <pc:sldMk cId="691257325" sldId="627"/>
        </pc:sldMkLst>
      </pc:sldChg>
      <pc:sldChg chg="modSp add mod">
        <pc:chgData name="强 李" userId="cd6c7ec7188785ae" providerId="LiveId" clId="{57F995F4-A061-40B7-A2D8-F33AF6A8A4CC}" dt="2024-11-02T13:24:27.704" v="2686" actId="6549"/>
        <pc:sldMkLst>
          <pc:docMk/>
          <pc:sldMk cId="1661463099" sldId="628"/>
        </pc:sldMkLst>
      </pc:sldChg>
      <pc:sldChg chg="add del">
        <pc:chgData name="强 李" userId="cd6c7ec7188785ae" providerId="LiveId" clId="{57F995F4-A061-40B7-A2D8-F33AF6A8A4CC}" dt="2024-11-02T13:24:48.333" v="2688" actId="47"/>
        <pc:sldMkLst>
          <pc:docMk/>
          <pc:sldMk cId="2950844517" sldId="629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DE9C22DA-EF9C-4BF7-B19E-50E28DCB6DF5}"/>
    <pc:docChg chg="undo custSel addSld delSld modSld sldOrd">
      <pc:chgData name="强 李" userId="cd6c7ec7188785ae" providerId="LiveId" clId="{DE9C22DA-EF9C-4BF7-B19E-50E28DCB6DF5}" dt="2024-09-21T23:32:27.763" v="2412"/>
      <pc:docMkLst>
        <pc:docMk/>
      </pc:docMkLst>
      <pc:sldChg chg="modSp mod">
        <pc:chgData name="强 李" userId="cd6c7ec7188785ae" providerId="LiveId" clId="{DE9C22DA-EF9C-4BF7-B19E-50E28DCB6DF5}" dt="2024-09-21T14:13:31.891" v="93" actId="207"/>
        <pc:sldMkLst>
          <pc:docMk/>
          <pc:sldMk cId="0" sldId="425"/>
        </pc:sldMkLst>
      </pc:sldChg>
      <pc:sldChg chg="addSp delSp modSp mod">
        <pc:chgData name="强 李" userId="cd6c7ec7188785ae" providerId="LiveId" clId="{DE9C22DA-EF9C-4BF7-B19E-50E28DCB6DF5}" dt="2024-09-21T22:23:41.222" v="2355" actId="208"/>
        <pc:sldMkLst>
          <pc:docMk/>
          <pc:sldMk cId="54695671" sldId="531"/>
        </pc:sldMkLst>
      </pc:sldChg>
      <pc:sldChg chg="modSp mod">
        <pc:chgData name="强 李" userId="cd6c7ec7188785ae" providerId="LiveId" clId="{DE9C22DA-EF9C-4BF7-B19E-50E28DCB6DF5}" dt="2024-09-21T15:35:06.152" v="2254" actId="14100"/>
        <pc:sldMkLst>
          <pc:docMk/>
          <pc:sldMk cId="419382719" sldId="552"/>
        </pc:sldMkLst>
      </pc:sldChg>
      <pc:sldChg chg="delSp modSp del mod">
        <pc:chgData name="强 李" userId="cd6c7ec7188785ae" providerId="LiveId" clId="{DE9C22DA-EF9C-4BF7-B19E-50E28DCB6DF5}" dt="2024-09-21T14:25:44.378" v="434" actId="47"/>
        <pc:sldMkLst>
          <pc:docMk/>
          <pc:sldMk cId="530530540" sldId="553"/>
        </pc:sldMkLst>
      </pc:sldChg>
      <pc:sldChg chg="modSp mod modNotesTx">
        <pc:chgData name="强 李" userId="cd6c7ec7188785ae" providerId="LiveId" clId="{DE9C22DA-EF9C-4BF7-B19E-50E28DCB6DF5}" dt="2024-09-21T22:23:08.722" v="2353" actId="20577"/>
        <pc:sldMkLst>
          <pc:docMk/>
          <pc:sldMk cId="3418790839" sldId="554"/>
        </pc:sldMkLst>
      </pc:sldChg>
      <pc:sldChg chg="modSp mod">
        <pc:chgData name="强 李" userId="cd6c7ec7188785ae" providerId="LiveId" clId="{DE9C22DA-EF9C-4BF7-B19E-50E28DCB6DF5}" dt="2024-09-21T14:11:14.495" v="34"/>
        <pc:sldMkLst>
          <pc:docMk/>
          <pc:sldMk cId="1911491714" sldId="560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159884778" sldId="574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921434846" sldId="587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2648053192" sldId="588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534191096" sldId="589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207264488" sldId="590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91062220" sldId="591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46377894" sldId="592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68762565" sldId="593"/>
        </pc:sldMkLst>
      </pc:sldChg>
      <pc:sldChg chg="modSp mod ord">
        <pc:chgData name="强 李" userId="cd6c7ec7188785ae" providerId="LiveId" clId="{DE9C22DA-EF9C-4BF7-B19E-50E28DCB6DF5}" dt="2024-09-21T14:45:19.286" v="671" actId="20577"/>
        <pc:sldMkLst>
          <pc:docMk/>
          <pc:sldMk cId="340286292" sldId="594"/>
        </pc:sldMkLst>
      </pc:sldChg>
      <pc:sldChg chg="delSp modSp mod">
        <pc:chgData name="强 李" userId="cd6c7ec7188785ae" providerId="LiveId" clId="{DE9C22DA-EF9C-4BF7-B19E-50E28DCB6DF5}" dt="2024-09-21T23:31:21.939" v="2398" actId="207"/>
        <pc:sldMkLst>
          <pc:docMk/>
          <pc:sldMk cId="3965997736" sldId="598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03489816" sldId="599"/>
        </pc:sldMkLst>
      </pc:sldChg>
      <pc:sldChg chg="modSp add mod">
        <pc:chgData name="强 李" userId="cd6c7ec7188785ae" providerId="LiveId" clId="{DE9C22DA-EF9C-4BF7-B19E-50E28DCB6DF5}" dt="2024-09-21T15:20:49.819" v="1894"/>
        <pc:sldMkLst>
          <pc:docMk/>
          <pc:sldMk cId="4081840699" sldId="599"/>
        </pc:sldMkLst>
      </pc:sldChg>
      <pc:sldChg chg="add del">
        <pc:chgData name="强 李" userId="cd6c7ec7188785ae" providerId="LiveId" clId="{DE9C22DA-EF9C-4BF7-B19E-50E28DCB6DF5}" dt="2024-09-21T14:45:37.905" v="672" actId="47"/>
        <pc:sldMkLst>
          <pc:docMk/>
          <pc:sldMk cId="1283817498" sldId="600"/>
        </pc:sldMkLst>
      </pc:sldChg>
      <pc:sldChg chg="del">
        <pc:chgData name="强 李" userId="cd6c7ec7188785ae" providerId="LiveId" clId="{DE9C22DA-EF9C-4BF7-B19E-50E28DCB6DF5}" dt="2024-09-21T14:26:42.062" v="442" actId="47"/>
        <pc:sldMkLst>
          <pc:docMk/>
          <pc:sldMk cId="125507599" sldId="601"/>
        </pc:sldMkLst>
      </pc:sldChg>
      <pc:sldChg chg="modSp add mod">
        <pc:chgData name="强 李" userId="cd6c7ec7188785ae" providerId="LiveId" clId="{DE9C22DA-EF9C-4BF7-B19E-50E28DCB6DF5}" dt="2024-09-21T14:43:53.718" v="659" actId="20577"/>
        <pc:sldMkLst>
          <pc:docMk/>
          <pc:sldMk cId="2538305957" sldId="601"/>
        </pc:sldMkLst>
      </pc:sldChg>
      <pc:sldChg chg="modSp add mod">
        <pc:chgData name="强 李" userId="cd6c7ec7188785ae" providerId="LiveId" clId="{DE9C22DA-EF9C-4BF7-B19E-50E28DCB6DF5}" dt="2024-09-21T14:44:59.038" v="668"/>
        <pc:sldMkLst>
          <pc:docMk/>
          <pc:sldMk cId="78345744" sldId="602"/>
        </pc:sldMkLst>
      </pc:sldChg>
      <pc:sldChg chg="modSp add mod">
        <pc:chgData name="强 李" userId="cd6c7ec7188785ae" providerId="LiveId" clId="{DE9C22DA-EF9C-4BF7-B19E-50E28DCB6DF5}" dt="2024-09-21T14:50:04.570" v="926" actId="6549"/>
        <pc:sldMkLst>
          <pc:docMk/>
          <pc:sldMk cId="1450588716" sldId="603"/>
        </pc:sldMkLst>
      </pc:sldChg>
      <pc:sldChg chg="modSp add mod">
        <pc:chgData name="强 李" userId="cd6c7ec7188785ae" providerId="LiveId" clId="{DE9C22DA-EF9C-4BF7-B19E-50E28DCB6DF5}" dt="2024-09-21T15:08:24.172" v="1372"/>
        <pc:sldMkLst>
          <pc:docMk/>
          <pc:sldMk cId="359668770" sldId="604"/>
        </pc:sldMkLst>
      </pc:sldChg>
      <pc:sldChg chg="modSp add mod">
        <pc:chgData name="强 李" userId="cd6c7ec7188785ae" providerId="LiveId" clId="{DE9C22DA-EF9C-4BF7-B19E-50E28DCB6DF5}" dt="2024-09-21T15:15:58.564" v="1675" actId="6549"/>
        <pc:sldMkLst>
          <pc:docMk/>
          <pc:sldMk cId="1727666922" sldId="605"/>
        </pc:sldMkLst>
      </pc:sldChg>
      <pc:sldChg chg="modSp add mod">
        <pc:chgData name="强 李" userId="cd6c7ec7188785ae" providerId="LiveId" clId="{DE9C22DA-EF9C-4BF7-B19E-50E28DCB6DF5}" dt="2024-09-21T22:26:01.900" v="2396" actId="15"/>
        <pc:sldMkLst>
          <pc:docMk/>
          <pc:sldMk cId="4035781716" sldId="606"/>
        </pc:sldMkLst>
      </pc:sldChg>
      <pc:sldChg chg="modSp add mod">
        <pc:chgData name="强 李" userId="cd6c7ec7188785ae" providerId="LiveId" clId="{DE9C22DA-EF9C-4BF7-B19E-50E28DCB6DF5}" dt="2024-09-21T15:25:51.965" v="2019" actId="6549"/>
        <pc:sldMkLst>
          <pc:docMk/>
          <pc:sldMk cId="562774613" sldId="607"/>
        </pc:sldMkLst>
      </pc:sldChg>
      <pc:sldChg chg="addSp delSp modSp add mod setBg modClrScheme chgLayout">
        <pc:chgData name="强 李" userId="cd6c7ec7188785ae" providerId="LiveId" clId="{DE9C22DA-EF9C-4BF7-B19E-50E28DCB6DF5}" dt="2024-09-21T23:32:27.763" v="2412"/>
        <pc:sldMkLst>
          <pc:docMk/>
          <pc:sldMk cId="1301125905" sldId="608"/>
        </pc:sldMkLst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</pc:docChg>
  </pc:docChgLst>
  <pc:docChgLst>
    <pc:chgData name="强 李" userId="cd6c7ec7188785ae" providerId="LiveId" clId="{C1DA640A-E471-4813-B4F9-3731697E640C}"/>
    <pc:docChg chg="undo custSel addSld modSld">
      <pc:chgData name="强 李" userId="cd6c7ec7188785ae" providerId="LiveId" clId="{C1DA640A-E471-4813-B4F9-3731697E640C}" dt="2025-03-15T07:52:19.635" v="1763" actId="1076"/>
      <pc:docMkLst>
        <pc:docMk/>
      </pc:docMkLst>
      <pc:sldChg chg="addSp delSp modSp mod">
        <pc:chgData name="强 李" userId="cd6c7ec7188785ae" providerId="LiveId" clId="{C1DA640A-E471-4813-B4F9-3731697E640C}" dt="2025-03-12T11:18:32.253" v="4" actId="1076"/>
        <pc:sldMkLst>
          <pc:docMk/>
          <pc:sldMk cId="1911491714" sldId="560"/>
        </pc:sldMkLst>
        <pc:picChg chg="add mod">
          <ac:chgData name="强 李" userId="cd6c7ec7188785ae" providerId="LiveId" clId="{C1DA640A-E471-4813-B4F9-3731697E640C}" dt="2025-03-12T11:18:32.253" v="4" actId="1076"/>
          <ac:picMkLst>
            <pc:docMk/>
            <pc:sldMk cId="1911491714" sldId="560"/>
            <ac:picMk id="3" creationId="{7CF8EC89-AC59-BAD9-4469-0F678CE50F7C}"/>
          </ac:picMkLst>
        </pc:picChg>
        <pc:picChg chg="del mod">
          <ac:chgData name="强 李" userId="cd6c7ec7188785ae" providerId="LiveId" clId="{C1DA640A-E471-4813-B4F9-3731697E640C}" dt="2025-03-12T11:18:28.517" v="3" actId="478"/>
          <ac:picMkLst>
            <pc:docMk/>
            <pc:sldMk cId="1911491714" sldId="560"/>
            <ac:picMk id="8" creationId="{5E2612C6-16C1-CDD5-9C84-423A7BF5AA72}"/>
          </ac:picMkLst>
        </pc:picChg>
      </pc:sldChg>
      <pc:sldChg chg="modSp mod">
        <pc:chgData name="强 李" userId="cd6c7ec7188785ae" providerId="LiveId" clId="{C1DA640A-E471-4813-B4F9-3731697E640C}" dt="2025-03-15T07:04:27.155" v="20" actId="207"/>
        <pc:sldMkLst>
          <pc:docMk/>
          <pc:sldMk cId="1722492924" sldId="609"/>
        </pc:sldMkLst>
        <pc:spChg chg="mod">
          <ac:chgData name="强 李" userId="cd6c7ec7188785ae" providerId="LiveId" clId="{C1DA640A-E471-4813-B4F9-3731697E640C}" dt="2025-03-15T07:04:27.155" v="20" actId="207"/>
          <ac:spMkLst>
            <pc:docMk/>
            <pc:sldMk cId="1722492924" sldId="609"/>
            <ac:spMk id="11" creationId="{3CAB36DD-1A23-5A1B-C9B0-3F43FAF7A79F}"/>
          </ac:spMkLst>
        </pc:spChg>
        <pc:spChg chg="mod">
          <ac:chgData name="强 李" userId="cd6c7ec7188785ae" providerId="LiveId" clId="{C1DA640A-E471-4813-B4F9-3731697E640C}" dt="2025-03-15T07:03:43.433" v="13" actId="207"/>
          <ac:spMkLst>
            <pc:docMk/>
            <pc:sldMk cId="1722492924" sldId="609"/>
            <ac:spMk id="13" creationId="{7DAB6BBF-A107-5EDA-C988-F2FCC0FA4ADA}"/>
          </ac:spMkLst>
        </pc:spChg>
      </pc:sldChg>
      <pc:sldChg chg="modSp mod">
        <pc:chgData name="强 李" userId="cd6c7ec7188785ae" providerId="LiveId" clId="{C1DA640A-E471-4813-B4F9-3731697E640C}" dt="2025-03-15T07:23:12.441" v="234" actId="20577"/>
        <pc:sldMkLst>
          <pc:docMk/>
          <pc:sldMk cId="2760210375" sldId="610"/>
        </pc:sldMkLst>
        <pc:spChg chg="mod">
          <ac:chgData name="强 李" userId="cd6c7ec7188785ae" providerId="LiveId" clId="{C1DA640A-E471-4813-B4F9-3731697E640C}" dt="2025-03-15T07:23:12.441" v="234" actId="20577"/>
          <ac:spMkLst>
            <pc:docMk/>
            <pc:sldMk cId="2760210375" sldId="610"/>
            <ac:spMk id="2" creationId="{45AA316C-C6B9-85EF-8BAE-82CC8FD18727}"/>
          </ac:spMkLst>
        </pc:spChg>
      </pc:sldChg>
      <pc:sldChg chg="modSp mod">
        <pc:chgData name="强 李" userId="cd6c7ec7188785ae" providerId="LiveId" clId="{C1DA640A-E471-4813-B4F9-3731697E640C}" dt="2025-03-15T07:27:11.475" v="502"/>
        <pc:sldMkLst>
          <pc:docMk/>
          <pc:sldMk cId="198999163" sldId="611"/>
        </pc:sldMkLst>
        <pc:spChg chg="mod">
          <ac:chgData name="强 李" userId="cd6c7ec7188785ae" providerId="LiveId" clId="{C1DA640A-E471-4813-B4F9-3731697E640C}" dt="2025-03-15T07:27:11.475" v="502"/>
          <ac:spMkLst>
            <pc:docMk/>
            <pc:sldMk cId="198999163" sldId="611"/>
            <ac:spMk id="2" creationId="{44344371-D4AC-2471-7149-C3FD3D7A38B0}"/>
          </ac:spMkLst>
        </pc:spChg>
      </pc:sldChg>
      <pc:sldChg chg="modSp mod">
        <pc:chgData name="强 李" userId="cd6c7ec7188785ae" providerId="LiveId" clId="{C1DA640A-E471-4813-B4F9-3731697E640C}" dt="2025-03-15T07:24:13.615" v="237" actId="20577"/>
        <pc:sldMkLst>
          <pc:docMk/>
          <pc:sldMk cId="3764677725" sldId="612"/>
        </pc:sldMkLst>
        <pc:spChg chg="mod">
          <ac:chgData name="强 李" userId="cd6c7ec7188785ae" providerId="LiveId" clId="{C1DA640A-E471-4813-B4F9-3731697E640C}" dt="2025-03-15T07:24:13.615" v="237" actId="20577"/>
          <ac:spMkLst>
            <pc:docMk/>
            <pc:sldMk cId="3764677725" sldId="612"/>
            <ac:spMk id="2" creationId="{8E9BDF51-0BEB-2E3D-3CE3-D93B31ECF06D}"/>
          </ac:spMkLst>
        </pc:spChg>
      </pc:sldChg>
      <pc:sldChg chg="modSp mod">
        <pc:chgData name="强 李" userId="cd6c7ec7188785ae" providerId="LiveId" clId="{C1DA640A-E471-4813-B4F9-3731697E640C}" dt="2025-03-15T07:28:51.798" v="515"/>
        <pc:sldMkLst>
          <pc:docMk/>
          <pc:sldMk cId="405129243" sldId="613"/>
        </pc:sldMkLst>
        <pc:spChg chg="mod">
          <ac:chgData name="强 李" userId="cd6c7ec7188785ae" providerId="LiveId" clId="{C1DA640A-E471-4813-B4F9-3731697E640C}" dt="2025-03-15T07:28:51.798" v="515"/>
          <ac:spMkLst>
            <pc:docMk/>
            <pc:sldMk cId="405129243" sldId="613"/>
            <ac:spMk id="2" creationId="{3CBB34D4-39D8-F05B-4927-5120C6118A87}"/>
          </ac:spMkLst>
        </pc:spChg>
      </pc:sldChg>
      <pc:sldChg chg="modSp mod">
        <pc:chgData name="强 李" userId="cd6c7ec7188785ae" providerId="LiveId" clId="{C1DA640A-E471-4813-B4F9-3731697E640C}" dt="2025-03-15T07:36:03.029" v="878" actId="20577"/>
        <pc:sldMkLst>
          <pc:docMk/>
          <pc:sldMk cId="204469289" sldId="614"/>
        </pc:sldMkLst>
        <pc:spChg chg="mod">
          <ac:chgData name="强 李" userId="cd6c7ec7188785ae" providerId="LiveId" clId="{C1DA640A-E471-4813-B4F9-3731697E640C}" dt="2025-03-15T07:36:03.029" v="878" actId="20577"/>
          <ac:spMkLst>
            <pc:docMk/>
            <pc:sldMk cId="204469289" sldId="614"/>
            <ac:spMk id="2" creationId="{3035AB54-A642-F5C6-4C52-5192A1AC4E54}"/>
          </ac:spMkLst>
        </pc:spChg>
      </pc:sldChg>
      <pc:sldChg chg="modSp mod">
        <pc:chgData name="强 李" userId="cd6c7ec7188785ae" providerId="LiveId" clId="{C1DA640A-E471-4813-B4F9-3731697E640C}" dt="2025-03-15T07:37:00.070" v="948" actId="20577"/>
        <pc:sldMkLst>
          <pc:docMk/>
          <pc:sldMk cId="2085745645" sldId="615"/>
        </pc:sldMkLst>
        <pc:spChg chg="mod">
          <ac:chgData name="强 李" userId="cd6c7ec7188785ae" providerId="LiveId" clId="{C1DA640A-E471-4813-B4F9-3731697E640C}" dt="2025-03-15T07:37:00.070" v="948" actId="20577"/>
          <ac:spMkLst>
            <pc:docMk/>
            <pc:sldMk cId="2085745645" sldId="615"/>
            <ac:spMk id="4" creationId="{02732520-4B1A-BB6B-6FAC-7FF2D764EE5E}"/>
          </ac:spMkLst>
        </pc:spChg>
      </pc:sldChg>
      <pc:sldChg chg="modSp mod">
        <pc:chgData name="强 李" userId="cd6c7ec7188785ae" providerId="LiveId" clId="{C1DA640A-E471-4813-B4F9-3731697E640C}" dt="2025-03-15T07:39:53.268" v="958" actId="404"/>
        <pc:sldMkLst>
          <pc:docMk/>
          <pc:sldMk cId="3279614268" sldId="616"/>
        </pc:sldMkLst>
        <pc:spChg chg="mod">
          <ac:chgData name="强 李" userId="cd6c7ec7188785ae" providerId="LiveId" clId="{C1DA640A-E471-4813-B4F9-3731697E640C}" dt="2025-03-15T07:39:53.268" v="958" actId="404"/>
          <ac:spMkLst>
            <pc:docMk/>
            <pc:sldMk cId="3279614268" sldId="616"/>
            <ac:spMk id="2" creationId="{3F15811A-34FE-4D76-0856-6BE29B4C4E84}"/>
          </ac:spMkLst>
        </pc:spChg>
      </pc:sldChg>
      <pc:sldChg chg="modSp mod">
        <pc:chgData name="强 李" userId="cd6c7ec7188785ae" providerId="LiveId" clId="{C1DA640A-E471-4813-B4F9-3731697E640C}" dt="2025-03-15T07:41:06.520" v="1083" actId="207"/>
        <pc:sldMkLst>
          <pc:docMk/>
          <pc:sldMk cId="3450556773" sldId="618"/>
        </pc:sldMkLst>
        <pc:spChg chg="mod">
          <ac:chgData name="强 李" userId="cd6c7ec7188785ae" providerId="LiveId" clId="{C1DA640A-E471-4813-B4F9-3731697E640C}" dt="2025-03-15T07:41:06.520" v="1083" actId="207"/>
          <ac:spMkLst>
            <pc:docMk/>
            <pc:sldMk cId="3450556773" sldId="618"/>
            <ac:spMk id="2" creationId="{B69B2D74-3EF3-62D4-E8B9-CC9DCBB83DBA}"/>
          </ac:spMkLst>
        </pc:spChg>
      </pc:sldChg>
      <pc:sldChg chg="addSp modSp mod">
        <pc:chgData name="强 李" userId="cd6c7ec7188785ae" providerId="LiveId" clId="{C1DA640A-E471-4813-B4F9-3731697E640C}" dt="2025-03-15T07:49:37.396" v="1737" actId="6549"/>
        <pc:sldMkLst>
          <pc:docMk/>
          <pc:sldMk cId="688691075" sldId="619"/>
        </pc:sldMkLst>
        <pc:spChg chg="mod">
          <ac:chgData name="强 李" userId="cd6c7ec7188785ae" providerId="LiveId" clId="{C1DA640A-E471-4813-B4F9-3731697E640C}" dt="2025-03-15T07:49:37.396" v="1737" actId="6549"/>
          <ac:spMkLst>
            <pc:docMk/>
            <pc:sldMk cId="688691075" sldId="619"/>
            <ac:spMk id="2" creationId="{DE58AFDC-F5A8-873C-1286-C76C8B1C6961}"/>
          </ac:spMkLst>
        </pc:spChg>
        <pc:spChg chg="add mod">
          <ac:chgData name="强 李" userId="cd6c7ec7188785ae" providerId="LiveId" clId="{C1DA640A-E471-4813-B4F9-3731697E640C}" dt="2025-03-15T07:49:28.059" v="1735" actId="1076"/>
          <ac:spMkLst>
            <pc:docMk/>
            <pc:sldMk cId="688691075" sldId="619"/>
            <ac:spMk id="3" creationId="{9A92E0D9-F097-5126-3F2C-25A8DC671BC6}"/>
          </ac:spMkLst>
        </pc:spChg>
      </pc:sldChg>
      <pc:sldChg chg="modSp mod">
        <pc:chgData name="强 李" userId="cd6c7ec7188785ae" providerId="LiveId" clId="{C1DA640A-E471-4813-B4F9-3731697E640C}" dt="2025-03-15T07:51:19.097" v="1740" actId="207"/>
        <pc:sldMkLst>
          <pc:docMk/>
          <pc:sldMk cId="2742710798" sldId="622"/>
        </pc:sldMkLst>
        <pc:spChg chg="mod">
          <ac:chgData name="强 李" userId="cd6c7ec7188785ae" providerId="LiveId" clId="{C1DA640A-E471-4813-B4F9-3731697E640C}" dt="2025-03-15T07:51:19.097" v="1740" actId="207"/>
          <ac:spMkLst>
            <pc:docMk/>
            <pc:sldMk cId="2742710798" sldId="622"/>
            <ac:spMk id="2" creationId="{AB5D7D6A-677A-6DEA-ABC7-7BF0ACEBB2D4}"/>
          </ac:spMkLst>
        </pc:spChg>
      </pc:sldChg>
      <pc:sldChg chg="modSp mod">
        <pc:chgData name="强 李" userId="cd6c7ec7188785ae" providerId="LiveId" clId="{C1DA640A-E471-4813-B4F9-3731697E640C}" dt="2025-03-15T07:42:50.031" v="1315"/>
        <pc:sldMkLst>
          <pc:docMk/>
          <pc:sldMk cId="3709217776" sldId="623"/>
        </pc:sldMkLst>
        <pc:spChg chg="mod">
          <ac:chgData name="强 李" userId="cd6c7ec7188785ae" providerId="LiveId" clId="{C1DA640A-E471-4813-B4F9-3731697E640C}" dt="2025-03-15T07:42:50.031" v="1315"/>
          <ac:spMkLst>
            <pc:docMk/>
            <pc:sldMk cId="3709217776" sldId="623"/>
            <ac:spMk id="2" creationId="{1DFB5AB8-1180-9AE4-A568-69E162A99AC5}"/>
          </ac:spMkLst>
        </pc:spChg>
      </pc:sldChg>
      <pc:sldChg chg="modSp mod">
        <pc:chgData name="强 李" userId="cd6c7ec7188785ae" providerId="LiveId" clId="{C1DA640A-E471-4813-B4F9-3731697E640C}" dt="2025-03-15T07:52:19.635" v="1763" actId="1076"/>
        <pc:sldMkLst>
          <pc:docMk/>
          <pc:sldMk cId="2030099907" sldId="624"/>
        </pc:sldMkLst>
        <pc:spChg chg="mod">
          <ac:chgData name="强 李" userId="cd6c7ec7188785ae" providerId="LiveId" clId="{C1DA640A-E471-4813-B4F9-3731697E640C}" dt="2025-03-15T07:52:19.635" v="1763" actId="1076"/>
          <ac:spMkLst>
            <pc:docMk/>
            <pc:sldMk cId="2030099907" sldId="624"/>
            <ac:spMk id="4" creationId="{86D28598-3B4D-10DE-33CD-BE4746384F3B}"/>
          </ac:spMkLst>
        </pc:spChg>
      </pc:sldChg>
      <pc:sldChg chg="modSp add mod">
        <pc:chgData name="强 李" userId="cd6c7ec7188785ae" providerId="LiveId" clId="{C1DA640A-E471-4813-B4F9-3731697E640C}" dt="2025-03-15T07:33:34.378" v="741" actId="20577"/>
        <pc:sldMkLst>
          <pc:docMk/>
          <pc:sldMk cId="3679301989" sldId="625"/>
        </pc:sldMkLst>
        <pc:spChg chg="mod">
          <ac:chgData name="强 李" userId="cd6c7ec7188785ae" providerId="LiveId" clId="{C1DA640A-E471-4813-B4F9-3731697E640C}" dt="2025-03-15T07:33:34.378" v="741" actId="20577"/>
          <ac:spMkLst>
            <pc:docMk/>
            <pc:sldMk cId="3679301989" sldId="625"/>
            <ac:spMk id="2" creationId="{4F8936C0-DA44-C4D0-D67D-65460B70C2B2}"/>
          </ac:spMkLst>
        </pc:spChg>
      </pc:sldChg>
      <pc:sldChg chg="modSp add mod">
        <pc:chgData name="强 李" userId="cd6c7ec7188785ae" providerId="LiveId" clId="{C1DA640A-E471-4813-B4F9-3731697E640C}" dt="2025-03-15T07:50:03.698" v="1738" actId="6549"/>
        <pc:sldMkLst>
          <pc:docMk/>
          <pc:sldMk cId="347830581" sldId="626"/>
        </pc:sldMkLst>
        <pc:spChg chg="mod">
          <ac:chgData name="强 李" userId="cd6c7ec7188785ae" providerId="LiveId" clId="{C1DA640A-E471-4813-B4F9-3731697E640C}" dt="2025-03-15T07:50:03.698" v="1738" actId="6549"/>
          <ac:spMkLst>
            <pc:docMk/>
            <pc:sldMk cId="347830581" sldId="626"/>
            <ac:spMk id="2" creationId="{A469959F-861D-802C-645C-81DD4A48684E}"/>
          </ac:spMkLst>
        </pc:spChg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</pc:sldChg>
    </pc:docChg>
  </pc:docChgLst>
  <pc:docChgLst>
    <pc:chgData name="强 李" userId="cd6c7ec7188785ae" providerId="LiveId" clId="{5EF4142E-4844-4CF2-B9D3-B00A388B0DD4}"/>
    <pc:docChg chg="undo custSel modSld">
      <pc:chgData name="强 李" userId="cd6c7ec7188785ae" providerId="LiveId" clId="{5EF4142E-4844-4CF2-B9D3-B00A388B0DD4}" dt="2024-09-14T14:12:58.930" v="2186"/>
      <pc:docMkLst>
        <pc:docMk/>
      </pc:docMkLst>
      <pc:sldChg chg="addSp modSp mod">
        <pc:chgData name="强 李" userId="cd6c7ec7188785ae" providerId="LiveId" clId="{5EF4142E-4844-4CF2-B9D3-B00A388B0DD4}" dt="2024-09-14T13:07:46.596" v="449"/>
        <pc:sldMkLst>
          <pc:docMk/>
          <pc:sldMk cId="530530540" sldId="553"/>
        </pc:sldMkLst>
      </pc:sldChg>
      <pc:sldChg chg="modSp mod">
        <pc:chgData name="强 李" userId="cd6c7ec7188785ae" providerId="LiveId" clId="{5EF4142E-4844-4CF2-B9D3-B00A388B0DD4}" dt="2024-09-14T13:22:36.645" v="812" actId="2710"/>
        <pc:sldMkLst>
          <pc:docMk/>
          <pc:sldMk cId="159884778" sldId="574"/>
        </pc:sldMkLst>
      </pc:sldChg>
      <pc:sldChg chg="addSp modSp mod">
        <pc:chgData name="强 李" userId="cd6c7ec7188785ae" providerId="LiveId" clId="{5EF4142E-4844-4CF2-B9D3-B00A388B0DD4}" dt="2024-09-14T13:17:02.786" v="741" actId="1036"/>
        <pc:sldMkLst>
          <pc:docMk/>
          <pc:sldMk cId="3921434846" sldId="587"/>
        </pc:sldMkLst>
      </pc:sldChg>
      <pc:sldChg chg="modSp mod">
        <pc:chgData name="强 李" userId="cd6c7ec7188785ae" providerId="LiveId" clId="{5EF4142E-4844-4CF2-B9D3-B00A388B0DD4}" dt="2024-09-14T13:48:48.344" v="2019"/>
        <pc:sldMkLst>
          <pc:docMk/>
          <pc:sldMk cId="534191096" sldId="589"/>
        </pc:sldMkLst>
      </pc:sldChg>
      <pc:sldChg chg="modSp mod">
        <pc:chgData name="强 李" userId="cd6c7ec7188785ae" providerId="LiveId" clId="{5EF4142E-4844-4CF2-B9D3-B00A388B0DD4}" dt="2024-09-14T13:52:07.298" v="2029" actId="6549"/>
        <pc:sldMkLst>
          <pc:docMk/>
          <pc:sldMk cId="4207264488" sldId="590"/>
        </pc:sldMkLst>
      </pc:sldChg>
      <pc:sldChg chg="modSp mod">
        <pc:chgData name="强 李" userId="cd6c7ec7188785ae" providerId="LiveId" clId="{5EF4142E-4844-4CF2-B9D3-B00A388B0DD4}" dt="2024-09-14T14:08:01.462" v="2035" actId="404"/>
        <pc:sldMkLst>
          <pc:docMk/>
          <pc:sldMk cId="3491062220" sldId="591"/>
        </pc:sldMkLst>
      </pc:sldChg>
      <pc:sldChg chg="modSp mod">
        <pc:chgData name="强 李" userId="cd6c7ec7188785ae" providerId="LiveId" clId="{5EF4142E-4844-4CF2-B9D3-B00A388B0DD4}" dt="2024-09-14T14:11:29.010" v="2088" actId="108"/>
        <pc:sldMkLst>
          <pc:docMk/>
          <pc:sldMk cId="4046377894" sldId="592"/>
        </pc:sldMkLst>
      </pc:sldChg>
      <pc:sldChg chg="modSp mod">
        <pc:chgData name="强 李" userId="cd6c7ec7188785ae" providerId="LiveId" clId="{5EF4142E-4844-4CF2-B9D3-B00A388B0DD4}" dt="2024-09-14T13:39:18.199" v="1599" actId="403"/>
        <pc:sldMkLst>
          <pc:docMk/>
          <pc:sldMk cId="3468762565" sldId="593"/>
        </pc:sldMkLst>
      </pc:sldChg>
      <pc:sldChg chg="modSp mod">
        <pc:chgData name="强 李" userId="cd6c7ec7188785ae" providerId="LiveId" clId="{5EF4142E-4844-4CF2-B9D3-B00A388B0DD4}" dt="2024-09-14T13:18:04.631" v="762" actId="20577"/>
        <pc:sldMkLst>
          <pc:docMk/>
          <pc:sldMk cId="340286292" sldId="594"/>
        </pc:sldMkLst>
      </pc:sldChg>
      <pc:sldChg chg="modSp mod">
        <pc:chgData name="强 李" userId="cd6c7ec7188785ae" providerId="LiveId" clId="{5EF4142E-4844-4CF2-B9D3-B00A388B0DD4}" dt="2024-09-14T12:51:23.089" v="61" actId="1036"/>
        <pc:sldMkLst>
          <pc:docMk/>
          <pc:sldMk cId="3965997736" sldId="598"/>
        </pc:sldMkLst>
      </pc:sldChg>
      <pc:sldChg chg="modSp mod">
        <pc:chgData name="强 李" userId="cd6c7ec7188785ae" providerId="LiveId" clId="{5EF4142E-4844-4CF2-B9D3-B00A388B0DD4}" dt="2024-09-14T13:29:35.058" v="1303"/>
        <pc:sldMkLst>
          <pc:docMk/>
          <pc:sldMk cId="4003489816" sldId="599"/>
        </pc:sldMkLst>
      </pc:sldChg>
      <pc:sldChg chg="modSp mod">
        <pc:chgData name="强 李" userId="cd6c7ec7188785ae" providerId="LiveId" clId="{5EF4142E-4844-4CF2-B9D3-B00A388B0DD4}" dt="2024-09-14T14:12:58.930" v="2186"/>
        <pc:sldMkLst>
          <pc:docMk/>
          <pc:sldMk cId="125507599" sldId="601"/>
        </pc:sldMkLst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基于身份我们的计划是什么？</a:t>
          </a:r>
          <a:endParaRPr lang="en-US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我们对自己身份认知是什么？</a:t>
          </a:r>
          <a:endParaRPr lang="en-US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0" presStyleCnt="2"/>
      <dgm:spPr/>
    </dgm:pt>
    <dgm:pt modelId="{0069E9D1-00C8-4A7D-A7E5-FF47AC853351}" type="pres">
      <dgm:prSet presAssocID="{9560837B-6C5D-4140-8FB8-A3D015EE0C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0" presStyleCnt="2">
        <dgm:presLayoutVars>
          <dgm:chMax val="0"/>
          <dgm:chPref val="0"/>
        </dgm:presLayoutVars>
      </dgm:prSet>
      <dgm:spPr/>
    </dgm:pt>
    <dgm:pt modelId="{7E4D72D9-925E-4C29-B2EA-091D9E6C55F4}" type="pres">
      <dgm:prSet presAssocID="{0F9BA7B3-9CBC-4650-BA6D-125C111485DF}" presName="sibTrans" presStyleCnt="0"/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1" presStyleCnt="2"/>
      <dgm:spPr/>
    </dgm:pt>
    <dgm:pt modelId="{1C53FEA1-DA41-431B-B646-5BCD6C1FEA1B}" type="pres">
      <dgm:prSet presAssocID="{B4562A41-EFF0-4AC1-89E7-BE8FF560234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FBD0E7D-43C2-4C2D-8998-F5E96A64DECC}" srcId="{6C8FDC3B-6E93-441B-AE75-0AB5019C4468}" destId="{B4562A41-EFF0-4AC1-89E7-BE8FF560234B}" srcOrd="1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95BE84CD-661F-4892-A99E-DC11FD500758}" type="presOf" srcId="{9560837B-6C5D-4140-8FB8-A3D015EE0CE3}" destId="{DF44F7BB-85CD-467D-8D84-6D4163CCECA7}" srcOrd="0" destOrd="0" presId="urn:microsoft.com/office/officeart/2018/2/layout/IconVerticalSolidList"/>
    <dgm:cxn modelId="{205455DF-B91F-44B2-AEBD-87D7BE55C8BC}" type="presOf" srcId="{B4562A41-EFF0-4AC1-89E7-BE8FF560234B}" destId="{18A96B3A-EB32-454E-B01A-02C2A2A6D1F8}" srcOrd="0" destOrd="0" presId="urn:microsoft.com/office/officeart/2018/2/layout/IconVerticalSolidList"/>
    <dgm:cxn modelId="{C8532AE3-B1F0-41AF-B6A7-4F510230B6AB}" srcId="{6C8FDC3B-6E93-441B-AE75-0AB5019C4468}" destId="{9560837B-6C5D-4140-8FB8-A3D015EE0CE3}" srcOrd="0" destOrd="0" parTransId="{23396744-A72A-4748-8321-A140457BB116}" sibTransId="{0F9BA7B3-9CBC-4650-BA6D-125C111485DF}"/>
    <dgm:cxn modelId="{E6D107C5-652D-41BD-84E7-6C5043F53E41}" type="presParOf" srcId="{51FB5E3B-C39E-4BBD-A265-2C104DFE0B10}" destId="{FE28A877-1997-43E9-BE50-32CA8445AE8B}" srcOrd="0" destOrd="0" presId="urn:microsoft.com/office/officeart/2018/2/layout/IconVerticalSolidList"/>
    <dgm:cxn modelId="{5E5E9FEA-4612-4E39-A62D-4D6CC0C06A4C}" type="presParOf" srcId="{FE28A877-1997-43E9-BE50-32CA8445AE8B}" destId="{E64D890F-767D-4E95-A66B-4DC9AE9169B2}" srcOrd="0" destOrd="0" presId="urn:microsoft.com/office/officeart/2018/2/layout/IconVerticalSolidList"/>
    <dgm:cxn modelId="{157BBA22-CF8A-4933-B6DB-5DB8CEF2003A}" type="presParOf" srcId="{FE28A877-1997-43E9-BE50-32CA8445AE8B}" destId="{0069E9D1-00C8-4A7D-A7E5-FF47AC853351}" srcOrd="1" destOrd="0" presId="urn:microsoft.com/office/officeart/2018/2/layout/IconVerticalSolidList"/>
    <dgm:cxn modelId="{7A7337AF-29EA-4DFE-A0AE-C9F38D47306C}" type="presParOf" srcId="{FE28A877-1997-43E9-BE50-32CA8445AE8B}" destId="{89A76834-4A4E-4278-915E-2FFF6CB92353}" srcOrd="2" destOrd="0" presId="urn:microsoft.com/office/officeart/2018/2/layout/IconVerticalSolidList"/>
    <dgm:cxn modelId="{9775B993-AA32-4BBD-AB7A-F0D70A0DEC4E}" type="presParOf" srcId="{FE28A877-1997-43E9-BE50-32CA8445AE8B}" destId="{DF44F7BB-85CD-467D-8D84-6D4163CCECA7}" srcOrd="3" destOrd="0" presId="urn:microsoft.com/office/officeart/2018/2/layout/IconVerticalSolidList"/>
    <dgm:cxn modelId="{D3CA5FEA-E2D8-4C47-987D-0840AD5E504A}" type="presParOf" srcId="{51FB5E3B-C39E-4BBD-A265-2C104DFE0B10}" destId="{7E4D72D9-925E-4C29-B2EA-091D9E6C55F4}" srcOrd="1" destOrd="0" presId="urn:microsoft.com/office/officeart/2018/2/layout/IconVerticalSolidList"/>
    <dgm:cxn modelId="{7035481C-D4D5-421C-AB76-E0B3FB8F4426}" type="presParOf" srcId="{51FB5E3B-C39E-4BBD-A265-2C104DFE0B10}" destId="{1880E83A-9BD8-420E-B078-45BC06C3AEA2}" srcOrd="2" destOrd="0" presId="urn:microsoft.com/office/officeart/2018/2/layout/IconVerticalSolidList"/>
    <dgm:cxn modelId="{7F0E274A-5835-4416-B156-73E31F3EF786}" type="presParOf" srcId="{1880E83A-9BD8-420E-B078-45BC06C3AEA2}" destId="{34E1AEC9-CBF3-44C5-B2CE-901E44470EE1}" srcOrd="0" destOrd="0" presId="urn:microsoft.com/office/officeart/2018/2/layout/IconVerticalSolidList"/>
    <dgm:cxn modelId="{53E1E5AA-41C8-4EDB-B803-EDC74BA13D2A}" type="presParOf" srcId="{1880E83A-9BD8-420E-B078-45BC06C3AEA2}" destId="{1C53FEA1-DA41-431B-B646-5BCD6C1FEA1B}" srcOrd="1" destOrd="0" presId="urn:microsoft.com/office/officeart/2018/2/layout/IconVerticalSolidList"/>
    <dgm:cxn modelId="{704E49B1-0D06-47FF-91DD-6B6B06D96E8E}" type="presParOf" srcId="{1880E83A-9BD8-420E-B078-45BC06C3AEA2}" destId="{1A6690A5-513A-4F9F-8A62-45D9624591FB}" srcOrd="2" destOrd="0" presId="urn:microsoft.com/office/officeart/2018/2/layout/IconVerticalSolidList"/>
    <dgm:cxn modelId="{3EEAABB1-334A-4673-AD5E-2F5A72FEC3CC}" type="presParOf" srcId="{1880E83A-9BD8-420E-B078-45BC06C3AEA2}" destId="{18A96B3A-EB32-454E-B01A-02C2A2A6D1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BD2C2BE-D1DB-44A1-A52A-A722D32DCBC6}">
      <dgm:prSet custT="1"/>
      <dgm:spPr/>
      <dgm:t>
        <a:bodyPr/>
        <a:lstStyle/>
        <a:p>
          <a:r>
            <a:rPr lang="en-US" altLang="zh-CN" sz="2800" b="1" dirty="0"/>
            <a:t>1</a:t>
          </a:r>
          <a:r>
            <a:rPr lang="zh-CN" altLang="zh-CN" sz="2800" b="1" dirty="0"/>
            <a:t>，</a:t>
          </a:r>
          <a:r>
            <a:rPr lang="zh-CN" sz="2800" dirty="0"/>
            <a:t>《彼前》二章</a:t>
          </a:r>
          <a:r>
            <a:rPr lang="en-US" sz="2800" dirty="0"/>
            <a:t>9</a:t>
          </a:r>
          <a:r>
            <a:rPr lang="zh-CN" sz="2800" dirty="0"/>
            <a:t>节中用了四个“是”具体内容是什么？</a:t>
          </a:r>
          <a:endParaRPr lang="en-US" sz="2800" b="1" dirty="0"/>
        </a:p>
      </dgm:t>
    </dgm:pt>
    <dgm:pt modelId="{F295D86C-A72D-4FE1-BA0F-ECD2D1B9C750}" type="par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AEDDFA7B-84F9-476C-A965-8E5CC57127E9}" type="sib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7C874045-28E7-4914-A5A3-556E6D8CBF38}">
      <dgm:prSet custT="1"/>
      <dgm:spPr/>
      <dgm:t>
        <a:bodyPr/>
        <a:lstStyle/>
        <a:p>
          <a:r>
            <a:rPr lang="en-US" altLang="zh-CN" sz="2800" b="1" dirty="0"/>
            <a:t>2</a:t>
          </a:r>
          <a:r>
            <a:rPr lang="zh-CN" altLang="zh-CN" sz="2800" b="1" dirty="0"/>
            <a:t>，</a:t>
          </a:r>
          <a:r>
            <a:rPr lang="zh-CN" sz="2800" dirty="0"/>
            <a:t>在这四个“是”中，挑选其中一、二个简述你自己认识？</a:t>
          </a:r>
          <a:endParaRPr lang="zh-CN" altLang="zh-CN" sz="2800" b="1" dirty="0"/>
        </a:p>
      </dgm:t>
    </dgm:pt>
    <dgm:pt modelId="{74144C16-FA93-452E-B592-50993A6B454D}" type="sibTrans" cxnId="{E38A05AA-CA47-4986-8A50-F48C70DFEE01}">
      <dgm:prSet/>
      <dgm:spPr/>
      <dgm:t>
        <a:bodyPr/>
        <a:lstStyle/>
        <a:p>
          <a:endParaRPr lang="zh-CN" altLang="en-US"/>
        </a:p>
      </dgm:t>
    </dgm:pt>
    <dgm:pt modelId="{30530BA6-44FC-4433-AA46-D8907D8E01F7}" type="parTrans" cxnId="{E38A05AA-CA47-4986-8A50-F48C70DFEE01}">
      <dgm:prSet/>
      <dgm:spPr/>
      <dgm:t>
        <a:bodyPr/>
        <a:lstStyle/>
        <a:p>
          <a:endParaRPr lang="zh-CN" altLang="en-US"/>
        </a:p>
      </dgm:t>
    </dgm:pt>
    <dgm:pt modelId="{DABA82B8-B209-4D8A-89A2-B4D291F3C488}">
      <dgm:prSet custT="1"/>
      <dgm:spPr/>
      <dgm:t>
        <a:bodyPr/>
        <a:lstStyle/>
        <a:p>
          <a:r>
            <a:rPr lang="en-US" altLang="zh-CN" sz="2800" b="1"/>
            <a:t>3</a:t>
          </a:r>
          <a:r>
            <a:rPr lang="zh-CN" altLang="zh-CN" sz="2800" b="1"/>
            <a:t>，</a:t>
          </a:r>
          <a:r>
            <a:rPr lang="zh-CN" sz="2800"/>
            <a:t>请详细列举你准备如何回应神给我们的命令（内容、方法）？</a:t>
          </a:r>
          <a:endParaRPr lang="zh-CN" altLang="zh-CN" sz="2800" b="1" dirty="0"/>
        </a:p>
      </dgm:t>
    </dgm:pt>
    <dgm:pt modelId="{11EAFC05-D0A4-43EC-B7E7-E461F32B688A}" type="sibTrans" cxnId="{96F23E8A-E118-4B4A-9420-BFE40D3CFF3E}">
      <dgm:prSet/>
      <dgm:spPr/>
      <dgm:t>
        <a:bodyPr/>
        <a:lstStyle/>
        <a:p>
          <a:endParaRPr lang="zh-CN" altLang="en-US"/>
        </a:p>
      </dgm:t>
    </dgm:pt>
    <dgm:pt modelId="{368AA0CF-B6A4-4183-95C5-4D76BFF2AF3F}" type="parTrans" cxnId="{96F23E8A-E118-4B4A-9420-BFE40D3CFF3E}">
      <dgm:prSet/>
      <dgm:spPr/>
      <dgm:t>
        <a:bodyPr/>
        <a:lstStyle/>
        <a:p>
          <a:endParaRPr lang="zh-CN" altLang="en-US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9134DFA7-315A-455C-8F1E-BFFCB82F4F45}" type="pres">
      <dgm:prSet presAssocID="{1BD2C2BE-D1DB-44A1-A52A-A722D32DCBC6}" presName="parentLin" presStyleCnt="0"/>
      <dgm:spPr/>
    </dgm:pt>
    <dgm:pt modelId="{D51987C1-F5DF-469C-A830-CDBF3FD9E040}" type="pres">
      <dgm:prSet presAssocID="{1BD2C2BE-D1DB-44A1-A52A-A722D32DCBC6}" presName="parentLeftMargin" presStyleLbl="node1" presStyleIdx="0" presStyleCnt="3"/>
      <dgm:spPr/>
    </dgm:pt>
    <dgm:pt modelId="{F537915A-F02E-4C70-B158-3DD0830C6921}" type="pres">
      <dgm:prSet presAssocID="{1BD2C2BE-D1DB-44A1-A52A-A722D32DCBC6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66D370ED-B6F4-4B0D-864E-171D2A337CC1}" type="pres">
      <dgm:prSet presAssocID="{1BD2C2BE-D1DB-44A1-A52A-A722D32DCBC6}" presName="negativeSpace" presStyleCnt="0"/>
      <dgm:spPr/>
    </dgm:pt>
    <dgm:pt modelId="{82564448-F98C-468D-8F9B-875EAB96C2D0}" type="pres">
      <dgm:prSet presAssocID="{1BD2C2BE-D1DB-44A1-A52A-A722D32DCBC6}" presName="childText" presStyleLbl="conFgAcc1" presStyleIdx="0" presStyleCnt="3">
        <dgm:presLayoutVars>
          <dgm:bulletEnabled val="1"/>
        </dgm:presLayoutVars>
      </dgm:prSet>
      <dgm:spPr/>
    </dgm:pt>
    <dgm:pt modelId="{13F66DDF-9AF5-40E5-AEEB-44A134952028}" type="pres">
      <dgm:prSet presAssocID="{AEDDFA7B-84F9-476C-A965-8E5CC57127E9}" presName="spaceBetweenRectangles" presStyleCnt="0"/>
      <dgm:spPr/>
    </dgm:pt>
    <dgm:pt modelId="{173ABEFF-7287-4705-8E23-E6A64D07E687}" type="pres">
      <dgm:prSet presAssocID="{7C874045-28E7-4914-A5A3-556E6D8CBF38}" presName="parentLin" presStyleCnt="0"/>
      <dgm:spPr/>
    </dgm:pt>
    <dgm:pt modelId="{91FDBF6A-E982-4BB6-8930-E267221513D0}" type="pres">
      <dgm:prSet presAssocID="{7C874045-28E7-4914-A5A3-556E6D8CBF38}" presName="parentLeftMargin" presStyleLbl="node1" presStyleIdx="0" presStyleCnt="3"/>
      <dgm:spPr/>
    </dgm:pt>
    <dgm:pt modelId="{74E4AF59-869D-4E92-83F4-8F3B4B134F9D}" type="pres">
      <dgm:prSet presAssocID="{7C874045-28E7-4914-A5A3-556E6D8CBF38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C2B47A78-DAE6-4172-BB8D-31D4670E0F6E}" type="pres">
      <dgm:prSet presAssocID="{7C874045-28E7-4914-A5A3-556E6D8CBF38}" presName="negativeSpace" presStyleCnt="0"/>
      <dgm:spPr/>
    </dgm:pt>
    <dgm:pt modelId="{A8E50910-6A72-4290-9BEC-DE430449B9A4}" type="pres">
      <dgm:prSet presAssocID="{7C874045-28E7-4914-A5A3-556E6D8CBF38}" presName="childText" presStyleLbl="conFgAcc1" presStyleIdx="1" presStyleCnt="3">
        <dgm:presLayoutVars>
          <dgm:bulletEnabled val="1"/>
        </dgm:presLayoutVars>
      </dgm:prSet>
      <dgm:spPr/>
    </dgm:pt>
    <dgm:pt modelId="{CC426161-6948-4896-B31B-F82E522DF115}" type="pres">
      <dgm:prSet presAssocID="{74144C16-FA93-452E-B592-50993A6B454D}" presName="spaceBetweenRectangles" presStyleCnt="0"/>
      <dgm:spPr/>
    </dgm:pt>
    <dgm:pt modelId="{520A94F8-15EC-4373-B835-90A4FC4C970D}" type="pres">
      <dgm:prSet presAssocID="{DABA82B8-B209-4D8A-89A2-B4D291F3C488}" presName="parentLin" presStyleCnt="0"/>
      <dgm:spPr/>
    </dgm:pt>
    <dgm:pt modelId="{9AFC99EA-BCFA-4E8E-8A12-57AA733C89B5}" type="pres">
      <dgm:prSet presAssocID="{DABA82B8-B209-4D8A-89A2-B4D291F3C488}" presName="parentLeftMargin" presStyleLbl="node1" presStyleIdx="1" presStyleCnt="3"/>
      <dgm:spPr/>
    </dgm:pt>
    <dgm:pt modelId="{931BAF88-011D-4BD5-B742-67BC90139E82}" type="pres">
      <dgm:prSet presAssocID="{DABA82B8-B209-4D8A-89A2-B4D291F3C488}" presName="parentText" presStyleLbl="node1" presStyleIdx="2" presStyleCnt="3" custScaleX="142857">
        <dgm:presLayoutVars>
          <dgm:chMax val="0"/>
          <dgm:bulletEnabled val="1"/>
        </dgm:presLayoutVars>
      </dgm:prSet>
      <dgm:spPr/>
    </dgm:pt>
    <dgm:pt modelId="{7201097C-0DAE-4657-A6C2-875B37A51AB5}" type="pres">
      <dgm:prSet presAssocID="{DABA82B8-B209-4D8A-89A2-B4D291F3C488}" presName="negativeSpace" presStyleCnt="0"/>
      <dgm:spPr/>
    </dgm:pt>
    <dgm:pt modelId="{0FE397FF-B9A0-42F4-9A01-177CA6EBDA61}" type="pres">
      <dgm:prSet presAssocID="{DABA82B8-B209-4D8A-89A2-B4D291F3C48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122512D-52F1-41E2-86E3-6E9C2783E480}" type="presOf" srcId="{DABA82B8-B209-4D8A-89A2-B4D291F3C488}" destId="{9AFC99EA-BCFA-4E8E-8A12-57AA733C89B5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96F23E8A-E118-4B4A-9420-BFE40D3CFF3E}" srcId="{0FFEBC65-5800-49C2-ACE8-714124562FFC}" destId="{DABA82B8-B209-4D8A-89A2-B4D291F3C488}" srcOrd="2" destOrd="0" parTransId="{368AA0CF-B6A4-4183-95C5-4D76BFF2AF3F}" sibTransId="{11EAFC05-D0A4-43EC-B7E7-E461F32B688A}"/>
    <dgm:cxn modelId="{B2585397-9267-47D5-887B-6FDCCE516AE3}" type="presOf" srcId="{DABA82B8-B209-4D8A-89A2-B4D291F3C488}" destId="{931BAF88-011D-4BD5-B742-67BC90139E82}" srcOrd="1" destOrd="0" presId="urn:microsoft.com/office/officeart/2005/8/layout/list1"/>
    <dgm:cxn modelId="{D0545E9D-A51F-4E1D-8423-7BC0944A85A4}" type="presOf" srcId="{7C874045-28E7-4914-A5A3-556E6D8CBF38}" destId="{74E4AF59-869D-4E92-83F4-8F3B4B134F9D}" srcOrd="1" destOrd="0" presId="urn:microsoft.com/office/officeart/2005/8/layout/list1"/>
    <dgm:cxn modelId="{96E8A9A3-C6B6-4D6B-ADF5-DA797B4F98B3}" type="presOf" srcId="{1BD2C2BE-D1DB-44A1-A52A-A722D32DCBC6}" destId="{D51987C1-F5DF-469C-A830-CDBF3FD9E040}" srcOrd="0" destOrd="0" presId="urn:microsoft.com/office/officeart/2005/8/layout/list1"/>
    <dgm:cxn modelId="{E38A05AA-CA47-4986-8A50-F48C70DFEE01}" srcId="{0FFEBC65-5800-49C2-ACE8-714124562FFC}" destId="{7C874045-28E7-4914-A5A3-556E6D8CBF38}" srcOrd="1" destOrd="0" parTransId="{30530BA6-44FC-4433-AA46-D8907D8E01F7}" sibTransId="{74144C16-FA93-452E-B592-50993A6B454D}"/>
    <dgm:cxn modelId="{B594F1BB-1A14-405C-BBDF-D80CF027887F}" srcId="{0FFEBC65-5800-49C2-ACE8-714124562FFC}" destId="{1BD2C2BE-D1DB-44A1-A52A-A722D32DCBC6}" srcOrd="0" destOrd="0" parTransId="{F295D86C-A72D-4FE1-BA0F-ECD2D1B9C750}" sibTransId="{AEDDFA7B-84F9-476C-A965-8E5CC57127E9}"/>
    <dgm:cxn modelId="{C1108BD3-4D53-46D1-99C9-E701595D07B0}" type="presOf" srcId="{7C874045-28E7-4914-A5A3-556E6D8CBF38}" destId="{91FDBF6A-E982-4BB6-8930-E267221513D0}" srcOrd="0" destOrd="0" presId="urn:microsoft.com/office/officeart/2005/8/layout/list1"/>
    <dgm:cxn modelId="{99AC38F6-1CFB-4076-9029-E344EB8B6F7E}" type="presOf" srcId="{1BD2C2BE-D1DB-44A1-A52A-A722D32DCBC6}" destId="{F537915A-F02E-4C70-B158-3DD0830C6921}" srcOrd="1" destOrd="0" presId="urn:microsoft.com/office/officeart/2005/8/layout/list1"/>
    <dgm:cxn modelId="{189D8AA7-6F8C-4B14-9598-3AFBA88BCCA4}" type="presParOf" srcId="{1F12DA8F-2D73-42EB-96BB-B7F23E046792}" destId="{9134DFA7-315A-455C-8F1E-BFFCB82F4F45}" srcOrd="0" destOrd="0" presId="urn:microsoft.com/office/officeart/2005/8/layout/list1"/>
    <dgm:cxn modelId="{FD7AD0AA-BF06-45F3-BD09-9BF4684BC096}" type="presParOf" srcId="{9134DFA7-315A-455C-8F1E-BFFCB82F4F45}" destId="{D51987C1-F5DF-469C-A830-CDBF3FD9E040}" srcOrd="0" destOrd="0" presId="urn:microsoft.com/office/officeart/2005/8/layout/list1"/>
    <dgm:cxn modelId="{6B91E6E4-29B7-46DB-9C41-7F41518F24F3}" type="presParOf" srcId="{9134DFA7-315A-455C-8F1E-BFFCB82F4F45}" destId="{F537915A-F02E-4C70-B158-3DD0830C6921}" srcOrd="1" destOrd="0" presId="urn:microsoft.com/office/officeart/2005/8/layout/list1"/>
    <dgm:cxn modelId="{B9AE5DD0-5A86-43B3-B715-69E34F11DD50}" type="presParOf" srcId="{1F12DA8F-2D73-42EB-96BB-B7F23E046792}" destId="{66D370ED-B6F4-4B0D-864E-171D2A337CC1}" srcOrd="1" destOrd="0" presId="urn:microsoft.com/office/officeart/2005/8/layout/list1"/>
    <dgm:cxn modelId="{6215B631-704B-4034-90D6-71EC7402E2B6}" type="presParOf" srcId="{1F12DA8F-2D73-42EB-96BB-B7F23E046792}" destId="{82564448-F98C-468D-8F9B-875EAB96C2D0}" srcOrd="2" destOrd="0" presId="urn:microsoft.com/office/officeart/2005/8/layout/list1"/>
    <dgm:cxn modelId="{7A74B518-639C-4B89-B591-DDAFED119D5E}" type="presParOf" srcId="{1F12DA8F-2D73-42EB-96BB-B7F23E046792}" destId="{13F66DDF-9AF5-40E5-AEEB-44A134952028}" srcOrd="3" destOrd="0" presId="urn:microsoft.com/office/officeart/2005/8/layout/list1"/>
    <dgm:cxn modelId="{06485E8F-6838-4DC3-991D-01193CA68647}" type="presParOf" srcId="{1F12DA8F-2D73-42EB-96BB-B7F23E046792}" destId="{173ABEFF-7287-4705-8E23-E6A64D07E687}" srcOrd="4" destOrd="0" presId="urn:microsoft.com/office/officeart/2005/8/layout/list1"/>
    <dgm:cxn modelId="{0395DA82-BF86-4872-8E36-38D84BD0222D}" type="presParOf" srcId="{173ABEFF-7287-4705-8E23-E6A64D07E687}" destId="{91FDBF6A-E982-4BB6-8930-E267221513D0}" srcOrd="0" destOrd="0" presId="urn:microsoft.com/office/officeart/2005/8/layout/list1"/>
    <dgm:cxn modelId="{61EFD572-5B2C-4E19-8310-46B9A1DD757A}" type="presParOf" srcId="{173ABEFF-7287-4705-8E23-E6A64D07E687}" destId="{74E4AF59-869D-4E92-83F4-8F3B4B134F9D}" srcOrd="1" destOrd="0" presId="urn:microsoft.com/office/officeart/2005/8/layout/list1"/>
    <dgm:cxn modelId="{F82616AF-4D4A-4DD2-BD66-83A9B71542C2}" type="presParOf" srcId="{1F12DA8F-2D73-42EB-96BB-B7F23E046792}" destId="{C2B47A78-DAE6-4172-BB8D-31D4670E0F6E}" srcOrd="5" destOrd="0" presId="urn:microsoft.com/office/officeart/2005/8/layout/list1"/>
    <dgm:cxn modelId="{A17D6410-7D18-4A04-8626-64246883F003}" type="presParOf" srcId="{1F12DA8F-2D73-42EB-96BB-B7F23E046792}" destId="{A8E50910-6A72-4290-9BEC-DE430449B9A4}" srcOrd="6" destOrd="0" presId="urn:microsoft.com/office/officeart/2005/8/layout/list1"/>
    <dgm:cxn modelId="{D89609AF-0625-47A0-9609-0CC93646CF3B}" type="presParOf" srcId="{1F12DA8F-2D73-42EB-96BB-B7F23E046792}" destId="{CC426161-6948-4896-B31B-F82E522DF115}" srcOrd="7" destOrd="0" presId="urn:microsoft.com/office/officeart/2005/8/layout/list1"/>
    <dgm:cxn modelId="{788C62FD-DCCF-4D03-907B-7A62A7B51FEC}" type="presParOf" srcId="{1F12DA8F-2D73-42EB-96BB-B7F23E046792}" destId="{520A94F8-15EC-4373-B835-90A4FC4C970D}" srcOrd="8" destOrd="0" presId="urn:microsoft.com/office/officeart/2005/8/layout/list1"/>
    <dgm:cxn modelId="{D8B3A7EF-3571-4A57-82F4-AC0BAEA22F78}" type="presParOf" srcId="{520A94F8-15EC-4373-B835-90A4FC4C970D}" destId="{9AFC99EA-BCFA-4E8E-8A12-57AA733C89B5}" srcOrd="0" destOrd="0" presId="urn:microsoft.com/office/officeart/2005/8/layout/list1"/>
    <dgm:cxn modelId="{9761D704-A52E-4F1B-9DBF-95C84696655D}" type="presParOf" srcId="{520A94F8-15EC-4373-B835-90A4FC4C970D}" destId="{931BAF88-011D-4BD5-B742-67BC90139E82}" srcOrd="1" destOrd="0" presId="urn:microsoft.com/office/officeart/2005/8/layout/list1"/>
    <dgm:cxn modelId="{94F50305-CFCC-4DD1-8C01-CE6907D93415}" type="presParOf" srcId="{1F12DA8F-2D73-42EB-96BB-B7F23E046792}" destId="{7201097C-0DAE-4657-A6C2-875B37A51AB5}" srcOrd="9" destOrd="0" presId="urn:microsoft.com/office/officeart/2005/8/layout/list1"/>
    <dgm:cxn modelId="{5D9B0E90-129A-4F93-9B50-1ADA685B45B2}" type="presParOf" srcId="{1F12DA8F-2D73-42EB-96BB-B7F23E046792}" destId="{0FE397FF-B9A0-42F4-9A01-177CA6EBDA6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D890F-767D-4E95-A66B-4DC9AE9169B2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我们对自己身份认知是什么？</a:t>
          </a:r>
          <a:endParaRPr lang="en-US" sz="25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34E1AEC9-CBF3-44C5-B2CE-901E44470EE1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基于身份我们的计划是什么？</a:t>
          </a:r>
          <a:endParaRPr lang="en-US" sz="25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64448-F98C-468D-8F9B-875EAB96C2D0}">
      <dsp:nvSpPr>
        <dsp:cNvPr id="0" name=""/>
        <dsp:cNvSpPr/>
      </dsp:nvSpPr>
      <dsp:spPr>
        <a:xfrm>
          <a:off x="0" y="66800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7915A-F02E-4C70-B158-3DD0830C6921}">
      <dsp:nvSpPr>
        <dsp:cNvPr id="0" name=""/>
        <dsp:cNvSpPr/>
      </dsp:nvSpPr>
      <dsp:spPr>
        <a:xfrm>
          <a:off x="442432" y="33328"/>
          <a:ext cx="8848641" cy="1269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1</a:t>
          </a:r>
          <a:r>
            <a:rPr lang="zh-CN" altLang="zh-CN" sz="2800" b="1" kern="1200" dirty="0"/>
            <a:t>，</a:t>
          </a:r>
          <a:r>
            <a:rPr lang="zh-CN" sz="2800" kern="1200" dirty="0"/>
            <a:t>《彼前》二章</a:t>
          </a:r>
          <a:r>
            <a:rPr lang="en-US" sz="2800" kern="1200" dirty="0"/>
            <a:t>9</a:t>
          </a:r>
          <a:r>
            <a:rPr lang="zh-CN" sz="2800" kern="1200" dirty="0"/>
            <a:t>节中用了四个“是”具体内容是什么？</a:t>
          </a:r>
          <a:endParaRPr lang="en-US" sz="2800" b="1" kern="1200" dirty="0"/>
        </a:p>
      </dsp:txBody>
      <dsp:txXfrm>
        <a:off x="504397" y="95293"/>
        <a:ext cx="8724711" cy="1145430"/>
      </dsp:txXfrm>
    </dsp:sp>
    <dsp:sp modelId="{A8E50910-6A72-4290-9BEC-DE430449B9A4}">
      <dsp:nvSpPr>
        <dsp:cNvPr id="0" name=""/>
        <dsp:cNvSpPr/>
      </dsp:nvSpPr>
      <dsp:spPr>
        <a:xfrm>
          <a:off x="0" y="261848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4AF59-869D-4E92-83F4-8F3B4B134F9D}">
      <dsp:nvSpPr>
        <dsp:cNvPr id="0" name=""/>
        <dsp:cNvSpPr/>
      </dsp:nvSpPr>
      <dsp:spPr>
        <a:xfrm>
          <a:off x="442432" y="1983808"/>
          <a:ext cx="8848641" cy="126936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2</a:t>
          </a:r>
          <a:r>
            <a:rPr lang="zh-CN" altLang="zh-CN" sz="2800" b="1" kern="1200" dirty="0"/>
            <a:t>，</a:t>
          </a:r>
          <a:r>
            <a:rPr lang="zh-CN" sz="2800" kern="1200" dirty="0"/>
            <a:t>在这四个“是”中，挑选其中一、二个简述你自己认识？</a:t>
          </a:r>
          <a:endParaRPr lang="zh-CN" altLang="zh-CN" sz="2800" b="1" kern="1200" dirty="0"/>
        </a:p>
      </dsp:txBody>
      <dsp:txXfrm>
        <a:off x="504397" y="2045773"/>
        <a:ext cx="8724711" cy="1145430"/>
      </dsp:txXfrm>
    </dsp:sp>
    <dsp:sp modelId="{0FE397FF-B9A0-42F4-9A01-177CA6EBDA61}">
      <dsp:nvSpPr>
        <dsp:cNvPr id="0" name=""/>
        <dsp:cNvSpPr/>
      </dsp:nvSpPr>
      <dsp:spPr>
        <a:xfrm>
          <a:off x="0" y="456896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BAF88-011D-4BD5-B742-67BC90139E82}">
      <dsp:nvSpPr>
        <dsp:cNvPr id="0" name=""/>
        <dsp:cNvSpPr/>
      </dsp:nvSpPr>
      <dsp:spPr>
        <a:xfrm>
          <a:off x="442432" y="3934288"/>
          <a:ext cx="8848641" cy="126936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/>
            <a:t>3</a:t>
          </a:r>
          <a:r>
            <a:rPr lang="zh-CN" altLang="zh-CN" sz="2800" b="1" kern="1200"/>
            <a:t>，</a:t>
          </a:r>
          <a:r>
            <a:rPr lang="zh-CN" sz="2800" kern="1200"/>
            <a:t>请详细列举你准备如何回应神给我们的命令（内容、方法）？</a:t>
          </a:r>
          <a:endParaRPr lang="zh-CN" altLang="zh-CN" sz="2800" b="1" kern="1200" dirty="0"/>
        </a:p>
      </dsp:txBody>
      <dsp:txXfrm>
        <a:off x="504397" y="3996253"/>
        <a:ext cx="8724711" cy="1145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215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，身体健康状态。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，我们现在将来。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对比：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耶稣基督被人和神的对比。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耶稣基督与我们类比。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402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0F93-CC4B-D59C-B573-F345D18E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15401E-D155-11D4-84AE-0DD226106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F08D52-7080-130C-CB12-7849A266B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1D9924-249D-4743-03A0-8944448E5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549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694E-1A5C-D105-08DC-A1A3FB57D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50AC1D-3500-CB18-5A7B-1741AC55D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6BC807-2817-D22A-175E-2ECDD1160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BD383E-7696-6D78-5C5E-77C582DE9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656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1FDB-A7C7-581D-53D9-06D7725D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9A7EBE-360D-E0DC-161C-6B8FC6013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A8BA64-59A9-E94E-4954-4612E5DC8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8EDD22-6CDC-0787-F586-854BF976D2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933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72B43-3772-2A75-4145-67ED19CA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FFAC04-A35C-384B-1976-E7E8470E1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6A7955-C6E7-E1CA-7E1B-246A7A6F3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110599-D146-3769-45D6-FB5DF6311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177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9E05-D365-36BB-2CBB-F44BB083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38DD66-0781-CF1C-274D-BB7D2CDEB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65ACCE-EC77-E387-72FE-8D625C710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E4BBA2-FF16-51BA-CE5A-8B8DEAC96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264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EA57-C328-7A56-CDB8-8AC71F3A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62B3BE-365F-D70A-ACFD-4FD012C36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6C678A-B5B6-30E1-6638-A8497F538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E0D67A-512F-9E28-30C9-F81DB686E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537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CDFEF-A441-7A40-A154-569A0284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4D714E-9F91-CD07-666F-7102A41E3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70421B-CFA4-376B-E1B7-B24516D74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130CEB-14D2-038C-0EB9-8EA1A8F37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002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9DCB9-3275-E6AC-212F-6AB526E2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79C505-8EFB-E67E-FA8A-B71784ECD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05CE70-9393-EF97-315A-1AA80E763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9D626A-6A39-670F-C953-158717081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0784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DC81D-C164-090D-FE1A-D8D42032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A6691E-C27B-BBCC-1A8F-61EBA36C9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53CE5D-FDD5-0E66-15A4-124E77A7C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30FCDA-6B72-FD4C-D5B9-DC78A3322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505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FEAE2-43FA-C2EC-DC75-CF56BB72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3E81FB-0F9D-48AC-88F4-AF59A8AA8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6A5AC3-C9F4-CFBC-4598-23CFF7A7A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D07EFE-E871-1A6F-3975-DAA7B754B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720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621-2994-930D-6B5B-3F3CBB54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B502FF-9C4B-9183-CA78-67283B44C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5B186D-1493-47CF-F6B9-8E0E78F16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183D6D-F839-8ED9-F2F2-B202FBBAD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464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FD4C9-D1CB-897E-2EBA-10AC667B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B2C13D-D2C4-EDBE-8B43-88E9A2229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BDFB06-5986-4BB3-1EE3-D07DFD1B2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FD7F77-AFAB-06FE-3734-46B129D32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675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082F6-4690-1FAE-2FDD-7A44A2401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09E13E-8D23-C2EB-E95E-93A8FDB7A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8DD5F3-0B97-5C16-77DF-1B3604449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AD4AF4-B167-BD6C-4E0C-B20964C32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8763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041B-9B56-26E9-D456-1A5092D1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18D028-5781-A05F-B2F3-AA1067EB0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2947E0-3327-C6DB-0A4A-6A42C468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729195-62F6-F279-1011-6007FAEFF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125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9CB7-B3DF-18AA-3C34-BF7C360F2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4C4013-5C22-EFA5-3F56-D8C7E73AA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048A72-90BC-71F7-B59B-576D1DD8B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37AE6A-25A6-1940-ED92-EC2864DD4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0973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64AC0-E441-EE0A-BB2E-CD2B45E6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42850C-E207-8F6F-843A-A4F15B443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6EEE91-CB58-1D7F-EE14-F4706A991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8B18D4-A927-3F5F-D56A-C6F53564C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480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22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2.jp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notesSlide" Target="../notesSlides/notesSlide22.xml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883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经文：彼前二章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88256563-0538-44E2-8648-D6C63C24681B}" type="datetime2">
              <a:rPr lang="zh-CN" altLang="zh-CN" sz="200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2025年3月15日</a:t>
            </a:fld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4926464" y="2295027"/>
            <a:ext cx="7265536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宣扬神的大作为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2" name="AutoShape 2" descr="An image illustrating a scene of spiritual transformation, symbolizing being chosen and called into God's light. The scene features a group of people stepping out from a shadowy, dark realm into a bright and glorious light, symbolizing the shift from darkness to God's marvelous light. Some of them are wearing royal robes, signifying their identity as a chosen and holy people, a royal priesthood. In the background, there is a depiction of a beautiful, holy kingdom. The atmosphere should evoke a sense of divine mercy, grace, and transformation, with rays of light shining down from above, bathing the people in divine warmth and love.">
            <a:extLst>
              <a:ext uri="{FF2B5EF4-FFF2-40B4-BE49-F238E27FC236}">
                <a16:creationId xmlns:a16="http://schemas.microsoft.com/office/drawing/2014/main" id="{C886263E-431B-5492-68E1-35453D7CE2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" name="图片 2" descr="山上的风景&#10;&#10;描述已自动生成">
            <a:extLst>
              <a:ext uri="{FF2B5EF4-FFF2-40B4-BE49-F238E27FC236}">
                <a16:creationId xmlns:a16="http://schemas.microsoft.com/office/drawing/2014/main" id="{7CF8EC89-AC59-BAD9-4469-0F678CE50F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270" y="4042063"/>
            <a:ext cx="4223906" cy="28159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1654476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19E7EA4-ECED-F7AC-62F4-4917E6F8E7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525491" y="150152"/>
            <a:ext cx="566650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10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583680" y="150152"/>
            <a:ext cx="560832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10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38100" y="1137012"/>
            <a:ext cx="12115800" cy="4659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25000"/>
              </a:lnSpc>
            </a:pP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【彼前</a:t>
            </a:r>
            <a:r>
              <a:rPr lang="en-US" altLang="zh-CN" sz="4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2:9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zh-CN" sz="4000" b="1" kern="1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惟有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</a:t>
            </a:r>
            <a:r>
              <a:rPr lang="zh-CN" altLang="zh-CN" sz="4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被</a:t>
            </a:r>
            <a:r>
              <a:rPr lang="zh-CN" altLang="zh-CN" sz="40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拣选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的族类，</a:t>
            </a:r>
            <a:r>
              <a:rPr lang="zh-CN" altLang="zh-CN" sz="4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有</a:t>
            </a:r>
            <a:r>
              <a:rPr lang="zh-CN" altLang="zh-CN" sz="40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君尊的祭司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4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40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圣洁的国度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4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40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属　神的子民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4000" kern="100" dirty="0">
                <a:solidFill>
                  <a:srgbClr val="7030A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要</a:t>
            </a:r>
            <a:r>
              <a:rPr lang="zh-CN" altLang="zh-CN" sz="4000" b="1" kern="100" dirty="0">
                <a:solidFill>
                  <a:srgbClr val="7030A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叫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</a:t>
            </a:r>
            <a:r>
              <a:rPr lang="zh-CN" altLang="zh-CN" sz="40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宣扬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那召你们出黑暗、入奇妙光明者的</a:t>
            </a:r>
            <a:r>
              <a:rPr lang="zh-CN" altLang="zh-CN" sz="40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美德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40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5000"/>
              </a:lnSpc>
            </a:pPr>
            <a:endParaRPr lang="zh-CN" altLang="zh-CN" sz="4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5000"/>
              </a:lnSpc>
            </a:pP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【彼前</a:t>
            </a:r>
            <a:r>
              <a:rPr lang="en-US" altLang="zh-CN" sz="4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2:10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】你们</a:t>
            </a:r>
            <a:r>
              <a:rPr lang="zh-CN" altLang="zh-CN" sz="40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从前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算不得</a:t>
            </a:r>
            <a:r>
              <a:rPr lang="zh-CN" altLang="zh-CN" sz="4000" kern="100" dirty="0">
                <a:solidFill>
                  <a:srgbClr val="0F9ED5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子民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40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现在却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作了　神的</a:t>
            </a:r>
            <a:r>
              <a:rPr lang="zh-CN" altLang="zh-CN" sz="4000" kern="100" dirty="0">
                <a:solidFill>
                  <a:srgbClr val="0F9ED5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子民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40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从前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未曾蒙</a:t>
            </a:r>
            <a:r>
              <a:rPr lang="zh-CN" altLang="zh-CN" sz="4000" kern="100" dirty="0">
                <a:solidFill>
                  <a:srgbClr val="0F9ED5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怜恤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40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现在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却蒙了</a:t>
            </a:r>
            <a:r>
              <a:rPr lang="zh-CN" altLang="zh-CN" sz="4000" kern="100" dirty="0">
                <a:solidFill>
                  <a:srgbClr val="0F9ED5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怜恤</a:t>
            </a:r>
            <a:r>
              <a:rPr lang="zh-CN" altLang="zh-CN" sz="40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4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0644904" y="149519"/>
            <a:ext cx="1547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91837" y="1565721"/>
            <a:ext cx="4065490" cy="3465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：  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9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节，现在的我们。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四个身份定义：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1) </a:t>
            </a:r>
            <a:r>
              <a:rPr lang="zh-CN" altLang="en-US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被拣选族类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2) </a:t>
            </a:r>
            <a:r>
              <a:rPr lang="zh-CN" altLang="en-US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君尊的祭司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3) </a:t>
            </a:r>
            <a:r>
              <a:rPr lang="zh-CN" altLang="en-US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圣洁的国度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4) </a:t>
            </a:r>
            <a:r>
              <a:rPr lang="zh-CN" altLang="en-US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属神的子民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</a:t>
            </a:r>
            <a:r>
              <a:rPr lang="zh-CN" altLang="en-US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一个命令：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1) </a:t>
            </a:r>
            <a:r>
              <a:rPr lang="zh-CN" altLang="en-US" sz="16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宣扬神的大作为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10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节，过去与现在。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181785" y="1565721"/>
            <a:ext cx="8052589" cy="1863278"/>
            <a:chOff x="-840331" y="460553"/>
            <a:chExt cx="13155747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16916" y="655800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2:9】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惟有你们</a:t>
              </a:r>
              <a:r>
                <a:rPr lang="zh-CN" altLang="en-US" sz="2000" b="1" dirty="0">
                  <a:solidFill>
                    <a:srgbClr val="FF000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是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被拣选的族类，</a:t>
              </a:r>
              <a:r>
                <a:rPr lang="zh-CN" altLang="en-US" sz="2000" b="1" dirty="0">
                  <a:solidFill>
                    <a:srgbClr val="FF000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是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有君尊的祭司，</a:t>
              </a:r>
              <a:r>
                <a:rPr lang="zh-CN" altLang="en-US" sz="2000" b="1" dirty="0">
                  <a:solidFill>
                    <a:srgbClr val="FF000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是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圣洁的国度，</a:t>
              </a:r>
              <a:r>
                <a:rPr lang="zh-CN" altLang="en-US" sz="2000" b="1" dirty="0">
                  <a:solidFill>
                    <a:srgbClr val="FF000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是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属　</a:t>
              </a:r>
              <a:r>
                <a:rPr lang="zh-CN" altLang="en-US" sz="2000" dirty="0">
                  <a:solidFill>
                    <a:srgbClr val="7030A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神的子民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，要叫你们宣扬那召你们出黑暗、入奇妙光明者的美德。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181785" y="3780056"/>
            <a:ext cx="7977048" cy="2244372"/>
            <a:chOff x="0" y="1534658"/>
            <a:chExt cx="12192001" cy="130147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34658"/>
              <a:ext cx="12192001" cy="1301473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783770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2:10】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你们从前</a:t>
              </a:r>
              <a:r>
                <a:rPr lang="zh-CN" altLang="en-US" sz="2000" dirty="0">
                  <a:solidFill>
                    <a:srgbClr val="FF000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算不得</a:t>
              </a:r>
              <a:r>
                <a:rPr lang="zh-CN" altLang="en-US" sz="2000" dirty="0">
                  <a:solidFill>
                    <a:srgbClr val="7030A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子民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，现在</a:t>
              </a:r>
              <a:r>
                <a:rPr lang="zh-CN" altLang="en-US" sz="2000" dirty="0">
                  <a:solidFill>
                    <a:srgbClr val="FF000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却作了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　神的</a:t>
              </a:r>
              <a:r>
                <a:rPr lang="zh-CN" altLang="en-US" sz="2000" dirty="0">
                  <a:solidFill>
                    <a:srgbClr val="7030A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子民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；从前</a:t>
              </a:r>
              <a:r>
                <a:rPr lang="zh-CN" altLang="en-US" sz="2000" dirty="0">
                  <a:solidFill>
                    <a:srgbClr val="FF000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未曾蒙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怜恤，现在</a:t>
              </a:r>
              <a:r>
                <a:rPr lang="zh-CN" altLang="en-US" sz="2000" dirty="0">
                  <a:solidFill>
                    <a:srgbClr val="FF000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却蒙了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怜恤。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【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2:9】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叫你们宣扬美德（作为）</a:t>
            </a:r>
            <a:endPara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249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8990848" y="113635"/>
            <a:ext cx="3187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8C0306-423C-7746-A3D2-2A3513F35A44}"/>
              </a:ext>
            </a:extLst>
          </p:cNvPr>
          <p:cNvSpPr txBox="1"/>
          <p:nvPr/>
        </p:nvSpPr>
        <p:spPr>
          <a:xfrm>
            <a:off x="895349" y="1749625"/>
            <a:ext cx="10877551" cy="379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二章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1~10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节“拣选”是一重要话题。</a:t>
            </a:r>
            <a:endParaRPr lang="en-US" altLang="zh-CN" sz="2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en-US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节与</a:t>
            </a:r>
            <a:r>
              <a:rPr lang="en-US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9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节相似：</a:t>
            </a:r>
            <a:endParaRPr lang="en-US" altLang="zh-CN" sz="28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节提到活石、灵宫、祭司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灵祭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节提到族类、祭司、国度、子民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，宣扬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整卷书是写给在苦难和逼迫中的基督徒的，提醒身份和神的恩典。</a:t>
            </a:r>
            <a:endParaRPr lang="en-US" altLang="zh-CN" sz="2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本段是对信徒身份的深刻总结，明确了神的命令。</a:t>
            </a:r>
            <a:endParaRPr lang="en-US" altLang="zh-CN" sz="2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基与过去和现在对比，认识我们的身份和恩典，激励信徒勇敢面对。</a:t>
            </a:r>
            <a:endParaRPr lang="en-US" altLang="zh-CN" sz="2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13227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98C599-628B-3C7E-E757-D76ECDD55A29}"/>
              </a:ext>
            </a:extLst>
          </p:cNvPr>
          <p:cNvSpPr txBox="1"/>
          <p:nvPr/>
        </p:nvSpPr>
        <p:spPr>
          <a:xfrm>
            <a:off x="3964132" y="2614668"/>
            <a:ext cx="6161808" cy="4018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“惟有”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独特的群体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节“绊跌的他们”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不是临时拼凑、可有可无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独特的身份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我们与其他人的区别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我们是被神看重的人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唯独神特别预定拣选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582D-0EC5-32C1-0A00-FC21CABB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81C21C4-899F-178E-505A-28439E306CA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AA316C-C6B9-85EF-8BAE-82CC8FD1872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962386"/>
            <a:ext cx="12192000" cy="7214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“被拣选的”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神的预定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对比第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节“绊跌的人”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【彼前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2:8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】又说：“作了绊脚的石头，跌人的盘石。”他们既不顺从，就在道理上绊跌（或作“他们绊跌都因不顺从道理”）。他们</a:t>
            </a:r>
            <a:r>
              <a:rPr lang="zh-CN" altLang="zh-CN" sz="16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这样绊跌，也是预定的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绊跌是预定的，拣选也是预定的。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【弗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1:4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】就如　神从</a:t>
            </a:r>
            <a:r>
              <a:rPr lang="zh-CN" altLang="zh-CN" sz="16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创立世界以前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，在基督里拣选了我们，使我们在他面前成为圣洁，无有瑕疵。</a:t>
            </a:r>
            <a:endParaRPr lang="en-US" altLang="zh-CN" sz="16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按照上帝的预旨，为了彰显祂的荣耀，上帝预定有些人和天使得永生，而其余的人或天使则受永死。</a:t>
            </a:r>
            <a:r>
              <a:rPr lang="en-US" altLang="zh-CN" sz="16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16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信仰告白</a:t>
            </a:r>
            <a:r>
              <a:rPr lang="en-US" altLang="zh-CN" sz="16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16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第三章</a:t>
            </a:r>
            <a:endParaRPr lang="zh-CN" altLang="zh-CN" sz="1600" kern="1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因着神的主权和恩典而预定和拣选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被拣选不是因我们自身的某些特征</a:t>
            </a:r>
            <a:endParaRPr lang="en-US" altLang="zh-CN" sz="18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因神的拣选，我们要生发感恩的心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，同时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稳固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不变的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救恩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0210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7FC81-D36F-DEFA-9429-B58F6B57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86B9C4F-11F6-9644-44CC-9A90F4B8DE5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E9BDF51-0BEB-2E3D-3CE3-D93B31ECF06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879258"/>
            <a:ext cx="12192000" cy="57371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“被拣选的”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总结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第一，拣选绝对是神单方面的决定，摧毁人的骄傲，得救完全不是因着人自己的功劳，全部都是出于神的恩典。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2:8】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你们得救是本乎恩，也因着信；这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并不是出于自己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，乃是　神所赐的；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2:9】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也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不是出于行为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，免得有人自夸。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第二，拣选完全基于神的恩典和怜悯。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弗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1:6】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使他荣耀的恩典得着称赞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。这恩典是他在爱子里所赐给我们的。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第三，拣选让人追求圣洁。神在创世以先就定意要爱信徒，所以信徒应该满心感恩，热心顺服。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第四，因为神的拣选是永恒不变的，可使信徒无论面对什么处境都能得着真实的平安。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五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，拣选能带来喜乐的属灵特权，因为信徒在罪恶世界生活之际，这是最稳妥的盼望。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467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6B9C8-FBFF-96AF-8DF3-8AB5C2F96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61A4310-7DB7-1E9D-162E-471C5781F32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344371-D4AC-2471-7149-C3FD3D7A38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65151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“族类”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“子孙、种族”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拣选是群体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性（不是一个人，而是群体性），信仰告白使用“</a:t>
            </a:r>
            <a:r>
              <a:rPr lang="zh-CN" altLang="zh-CN" sz="1800" b="1" kern="0" dirty="0">
                <a:effectLst/>
                <a:ea typeface="宋体" panose="02010600030101010101" pitchFamily="2" charset="-122"/>
                <a:cs typeface="Tahoma" panose="020B0604030504040204" pitchFamily="34" charset="0"/>
              </a:rPr>
              <a:t>有些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”一词。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拣选是个体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性（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个人与父神个人性的关系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），信仰告白使用“个别的计划”一词。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藉着耶稣基督在教会整体的框架下，彼此“被建造成为灵宫”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73FB-6165-AD69-94F9-472599DF7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B915593-E0DB-0567-58A2-3D0E99C2684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BB34D4-39D8-F05B-4927-5120C6118A8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310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“君尊的祭司”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出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19:6】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你们要归我作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祭司的国度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，为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圣洁的国民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。’这些话你要告诉以色列人。”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神拯救以色列人出埃及，过旷野，在西乃山立约，对其有什么要求？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本节结构类似：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被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神拣选成为神的儿女，接下来我们做什么？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“君尊的祭司”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两个方面：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，地位。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，职能。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地位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我们是神的国中掌权祭司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【来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10:19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】弟兄们，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既因耶稣的血得以坦然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进入至圣所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职能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我们事奉天上的大君王，进到神的面前，为人代求，且献上“藉着耶稣基督奉献　神所悦纳的灵祭”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129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7015-DD77-087B-C9E9-F5C3CC173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7DD7BB4-7B83-663A-37BA-ED19B89586B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8936C0-DA44-C4D0-D67D-65460B70C2B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673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“君尊的祭司”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传基督耶稣并祂钉十字架。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太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28:19】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所以，你们要去，使万民作我的门徒，奉父、子、圣灵的名给他们施洗。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太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28:20】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凡我所吩咐你们的，都教训他们遵守，我就常与你们同在，直到世界的末了。”</a:t>
            </a:r>
            <a:endParaRPr lang="en-US" altLang="zh-CN" sz="16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为人代求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提前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我劝你第一要为万人恳求、祷告、代求、祝谢，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     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提前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2:2】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为君王和一切在位的，也该如此，使我们可以敬虔、端正、平安无事地度日。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     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提前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2:3】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这是好的，在　神我们救主面前可蒙悦纳。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9301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65307-5289-9085-712A-073581C98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7142042-AC38-179B-B172-3292DA4F5C9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35AB54-A642-F5C6-4C52-5192A1AC4E5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925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“圣洁的国度”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“分别”、“区分”，与世界分别或者区分出来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神是圣洁的源头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【彼前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1:15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】那</a:t>
            </a:r>
            <a:r>
              <a:rPr lang="zh-CN" altLang="zh-CN" sz="16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召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你们的既是圣洁，你们在一切所</a:t>
            </a:r>
            <a:r>
              <a:rPr lang="zh-CN" altLang="zh-CN" sz="16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行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的事上也要圣洁。</a:t>
            </a:r>
            <a:endParaRPr lang="en-US" altLang="zh-CN" sz="16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旧约圣经记载多次称呼与神立约的百姓是圣洁的国度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利</a:t>
            </a:r>
            <a:r>
              <a:rPr lang="en-US" altLang="zh-CN" sz="16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19:2】“</a:t>
            </a:r>
            <a:r>
              <a:rPr lang="zh-CN" altLang="en-US" sz="16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你晓谕以色列全会众说：你们要圣洁，因为我耶和华你们的　神是圣洁的。</a:t>
            </a:r>
            <a:endParaRPr lang="en-US" altLang="zh-CN" sz="1600" kern="1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因以色列人的犯罪与不信，他们失丧了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【何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1:9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】耶和华说：“给他起名叫罗阿米（“非我民”）；因为你们不作我的子民，我也不作你们的　神。”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（称义）从成圣的</a:t>
            </a:r>
            <a:r>
              <a:rPr lang="zh-CN" altLang="en-US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地位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方面来看，靠耶稣基督，我们在法律上已经被称为“义人”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（成圣）从成圣的</a:t>
            </a:r>
            <a:r>
              <a:rPr lang="zh-CN" altLang="en-US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实际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层面来看，仍要藉由圣灵帮助，愈来愈能活出圣洁生活（外显的）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469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19FFB-AEB0-9FAC-8023-02660042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05FA0E6-A459-4602-DE9F-C37E7C95ED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78CC49-A27D-13C8-920F-3DF5B95A7F8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463" y="1024732"/>
            <a:ext cx="12192000" cy="13227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732520-4B1A-BB6B-6FAC-7FF2D764EE5E}"/>
              </a:ext>
            </a:extLst>
          </p:cNvPr>
          <p:cNvSpPr txBox="1"/>
          <p:nvPr/>
        </p:nvSpPr>
        <p:spPr>
          <a:xfrm>
            <a:off x="431224" y="2230515"/>
            <a:ext cx="12027476" cy="4627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“圣洁的国度”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地位上的成圣，使基督徒在神面前成为圣洁的国度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生活上的成圣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道德行为分别，过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彰显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圣洁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生活。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圣洁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一属灵忌邪的神，单单敬拜做属神的子民。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出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20:5】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不可跪拜那些像；也不可侍奉它，因为我耶和华你的　神，是忌邪的　神。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……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二在道德行为上要分别出来做属神的子民。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利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11:44】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我是耶和华你们的　神，所以你们要成为圣洁，因为我是圣洁的，你们也不可因地上的爬物污秽自己。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做神所要求我们做的事情，即圣经或圣经原则所喜悦的事情。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二章：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11~25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节等。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十二章：基督里的新生活等等。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5745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C0A29-95DF-3337-C7F5-F7DD4545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4128CE5-76D7-999B-2BC8-CC77B08B31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15811A-34FE-4D76-0856-6BE29B4C4E8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70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“圣洁的国度”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应用：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一、属灵方面要圣洁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出</a:t>
            </a:r>
            <a:r>
              <a:rPr lang="en-US" altLang="zh-CN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20:3】“</a:t>
            </a:r>
            <a:r>
              <a:rPr lang="zh-CN" altLang="en-US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除了我以外，你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不可有别的神</a:t>
            </a:r>
            <a:r>
              <a:rPr lang="zh-CN" altLang="en-US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弗</a:t>
            </a:r>
            <a:r>
              <a:rPr lang="en-US" altLang="zh-CN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5:5】</a:t>
            </a:r>
            <a:r>
              <a:rPr lang="zh-CN" altLang="en-US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因为你们确实地知道，无论是淫乱的，是污秽的，是有贪心的，在基督和　神的国里都是无份的。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有贪心的，就与拜偶像的一样</a:t>
            </a:r>
            <a:r>
              <a:rPr lang="zh-CN" altLang="en-US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二、与世界分别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三观（世界观、人生观、价值观）、行事原则有分别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【罗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12:1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】所以弟兄们，我以　神的慈悲劝你们，将身体献上，当作活祭，是圣洁的，是　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神所喜悦的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，你们如此侍奉，乃是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理所当然的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2:12】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你们在外邦人中，应当品行端正，叫那些毁谤你们是作恶的，因看见你们的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好行为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，便在鉴察的日子归荣耀给　神。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9614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7B6D-36EB-82E9-A5B5-7731D08C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A83179E-AC68-8123-FEF0-4940DA24C84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9B2D74-3EF3-62D4-E8B9-CC9DCBB83DB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439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</a:t>
            </a:r>
            <a:r>
              <a:rPr lang="zh-CN" altLang="en-US" sz="2800" dirty="0">
                <a:solidFill>
                  <a:srgbClr val="000000"/>
                </a:solidFill>
                <a:latin typeface="+mn-ea"/>
              </a:rPr>
              <a:t>“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</a:rPr>
              <a:t>神的子民</a:t>
            </a:r>
            <a:r>
              <a:rPr lang="zh-CN" altLang="en-US" sz="2800" dirty="0">
                <a:solidFill>
                  <a:srgbClr val="000000"/>
                </a:solidFill>
                <a:latin typeface="+mn-ea"/>
              </a:rPr>
              <a:t>”</a:t>
            </a:r>
            <a:endParaRPr lang="en-US" altLang="zh-CN" sz="2800" dirty="0">
              <a:solidFill>
                <a:srgbClr val="000000"/>
              </a:solidFill>
              <a:latin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“属”的意思原文主要“买”或者“支付后取得”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弗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1:14】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这圣灵是我们得基业的凭据直等到　神之民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被赎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，使他的荣耀得着称赞。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多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2:14】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他为我们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舍了自己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，要赎我们脱离一切罪恶，又洁净我们，特作自己的子民，热心为善。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代价：道成肉身神独生子的生命（本来的地位、救赎的代价）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我们的身份：神的子民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不再是属自己的人，是属神的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1:1】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耶稣基督的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仆人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保罗，奉召为使徒，特派传　神的福音。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神是我们的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救主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、生命的主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0556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7FCD-53F0-89C3-20FC-DBE0FAFE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8517A04-F140-CF05-4C72-E76D582F559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FB5AB8-1180-9AE4-A568-69E162A99AC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131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</a:t>
            </a:r>
            <a:r>
              <a:rPr lang="zh-CN" altLang="en-US" sz="2800" dirty="0">
                <a:solidFill>
                  <a:srgbClr val="000000"/>
                </a:solidFill>
                <a:latin typeface="+mn-ea"/>
              </a:rPr>
              <a:t>“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</a:rPr>
              <a:t>神的子民</a:t>
            </a:r>
            <a:r>
              <a:rPr lang="zh-CN" altLang="en-US" sz="2800" dirty="0">
                <a:solidFill>
                  <a:srgbClr val="000000"/>
                </a:solidFill>
                <a:latin typeface="+mn-ea"/>
              </a:rPr>
              <a:t>”</a:t>
            </a:r>
            <a:endParaRPr lang="en-US" altLang="zh-CN" sz="2800" dirty="0">
              <a:solidFill>
                <a:srgbClr val="000000"/>
              </a:solidFill>
              <a:latin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对其身份的认识决定了如何过自己的生活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农夫例子、工人例子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应用：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神的子民，思想神家的事情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在过去的一年中，我们独处的时候有多少次思想过神家的事情</a:t>
            </a:r>
            <a:r>
              <a:rPr lang="zh-CN" altLang="en-US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在我的生活中如何更好的活出神的见证</a:t>
            </a:r>
            <a:endParaRPr lang="en-US" altLang="zh-CN" kern="1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神国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宣教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事工代求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教会传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福音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事工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信仰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爱心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见证等</a:t>
            </a:r>
            <a:endParaRPr lang="en-US" altLang="zh-CN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9217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E716D-8C48-1F3B-0B64-70700D4F8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E013CAA-5C28-45BC-79C6-04BEAE625B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58AFDC-F5A8-873C-1286-C76C8B1C696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6535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“要叫”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命令：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我们君王： 神（“属”）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我们身份：“神的子民”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我们使命 ：神的命令          我们使命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9A92E0D9-F097-5126-3F2C-25A8DC671BC6}"/>
              </a:ext>
            </a:extLst>
          </p:cNvPr>
          <p:cNvSpPr/>
          <p:nvPr/>
        </p:nvSpPr>
        <p:spPr>
          <a:xfrm>
            <a:off x="2993027" y="4432166"/>
            <a:ext cx="514350" cy="22855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8691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1D506-50E9-93A4-C2DF-6EE03919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4E83B50-BEE0-5A35-A57A-A3189A4C2A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69959F-861D-802C-645C-81DD4A48684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0690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“宣扬”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两个方面：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神的属性。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圣洁、公义、审判、慈爱、怜悯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神的作为：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耶稣基督救恩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830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5A7E1-8928-ACD7-F4B4-56A05FC9C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E46C94B-CF6D-3886-8AF9-712552A06C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53CDAF-5BBF-F90D-BB16-01AA636B594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6585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“召（我）们出黑暗、入奇妙光明者”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旧约：</a:t>
            </a:r>
            <a:endParaRPr lang="en-US" altLang="zh-CN" sz="1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【出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10:21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】耶和华对摩西说：“你向天伸杖，使埃及地黑暗，这</a:t>
            </a:r>
            <a:r>
              <a:rPr lang="zh-CN" altLang="zh-CN" sz="16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黑暗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似乎摸得着。”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【出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10:23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】三天之久，人不能相见，谁也不敢起来离开本处，惟有</a:t>
            </a:r>
            <a:r>
              <a:rPr lang="zh-CN" altLang="zh-CN" sz="16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以色列人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家中都有亮光。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新约：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弗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2:2】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那时，你们在其中行事为人，随从今世的风俗，顺服空中掌权者的首领，就是现今在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悖逆之子心中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运行的邪灵。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约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3:19】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光来到世间，世人因自己的行为是恶的，不爱光倒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爱黑暗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，定他们的罪就是在此。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约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3:20】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凡作恶的便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恨光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，并不来就光，恐怕他的行为受责备；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耶稣基督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约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1:4】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生命在他里头，这生命就是人的光。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约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1:9】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那光是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真光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，照亮一切生在世上的人。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8058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E7CB-3F55-ED7B-6F10-8B1FC1C9B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538569D-CE09-CDB7-F62B-66BAF2FD67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DF3B31-55B7-6770-EC56-AEF16A0EBB6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310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“美德”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美德：更好的翻译是：大作为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【赛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43:21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】这百姓是我为自己所造的，好述说我的</a:t>
            </a:r>
            <a:r>
              <a:rPr lang="zh-CN" altLang="zh-CN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美德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。”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【徒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2:11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】克里特和阿拉伯人，都听见他们用我们的乡谈，讲说　神的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大作为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。”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神的属性：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公义 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审判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慈爱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怜悯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耶稣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代赎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主耶稣在我们每位信祂之人身上的奇妙救恩。从黑暗、从死亡、从辖制、从绝望，迁到光明中、爱子的国度中，这是神在我们身上的奇妙大作为。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箭头: 虚尾 3">
            <a:extLst>
              <a:ext uri="{FF2B5EF4-FFF2-40B4-BE49-F238E27FC236}">
                <a16:creationId xmlns:a16="http://schemas.microsoft.com/office/drawing/2014/main" id="{18C71437-37BD-2F17-8BA7-7B38B88A2701}"/>
              </a:ext>
            </a:extLst>
          </p:cNvPr>
          <p:cNvSpPr/>
          <p:nvPr/>
        </p:nvSpPr>
        <p:spPr>
          <a:xfrm>
            <a:off x="1375061" y="4800600"/>
            <a:ext cx="498764" cy="249382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虚尾 4">
            <a:extLst>
              <a:ext uri="{FF2B5EF4-FFF2-40B4-BE49-F238E27FC236}">
                <a16:creationId xmlns:a16="http://schemas.microsoft.com/office/drawing/2014/main" id="{1E7711FC-9158-8390-F074-F28022326A5D}"/>
              </a:ext>
            </a:extLst>
          </p:cNvPr>
          <p:cNvSpPr/>
          <p:nvPr/>
        </p:nvSpPr>
        <p:spPr>
          <a:xfrm>
            <a:off x="1375061" y="5254339"/>
            <a:ext cx="498764" cy="249382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虚尾 5">
            <a:extLst>
              <a:ext uri="{FF2B5EF4-FFF2-40B4-BE49-F238E27FC236}">
                <a16:creationId xmlns:a16="http://schemas.microsoft.com/office/drawing/2014/main" id="{2AF4CC20-6E0F-B73B-40A5-09CDCF72FF64}"/>
              </a:ext>
            </a:extLst>
          </p:cNvPr>
          <p:cNvSpPr/>
          <p:nvPr/>
        </p:nvSpPr>
        <p:spPr>
          <a:xfrm>
            <a:off x="1375061" y="5645732"/>
            <a:ext cx="498764" cy="249382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3124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8B71-F9C2-AD9C-FB17-9191D8757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0D2A0D6-A922-9695-0995-87F7A9034BC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第一段：现在的我们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5D7D6A-677A-6DEA-ABC7-7BF0ACEBB2D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003950"/>
            <a:ext cx="12192000" cy="6008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2:9】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应用：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认识身份（</a:t>
            </a:r>
            <a:r>
              <a:rPr lang="zh-CN" altLang="en-US" b="1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被拣选族类、君尊祭司、圣洁国度、神的子民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每位信徒认识自己的身份，应活出与身份相称的生命。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弗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4:1】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我为主被囚的劝你们：既然蒙召，行事为人就当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与蒙召的恩相称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宣扬美德（</a:t>
            </a:r>
            <a:r>
              <a:rPr lang="zh-CN" altLang="en-US" b="1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神的属性、耶稣基督救恩、信徒生命改变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在家庭、教会、社会中，宣扬基督的福音，彰显神的荣耀。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2:9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要叫你们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宣扬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那召你们出黑暗、入奇妙光明者的美德。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林前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10:31】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所以，你们或吃或喝，无论作什么，都要为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荣耀　神而行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依靠恩典（</a:t>
            </a:r>
            <a:r>
              <a:rPr lang="zh-CN" altLang="en-US" b="1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面对当下环境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5:10】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那赐诸般恩典的　神曾在基督里召你们，得享他永远的荣耀，等你们暂受苦难之后，必要亲自成全你们，坚固你们，赐力量给你们。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2710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9603-E962-DF4C-E5A4-E03454ABC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F308670-7B0E-3094-86DA-84A33B17069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第二段：我们蒙的恩典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89EEFE-9718-95A2-CF95-81E656846D3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003950"/>
            <a:ext cx="12192000" cy="13227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2:10】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从前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算不得子民，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现在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却作了　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神的子民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；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从前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未曾蒙怜恤，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现在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却蒙了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怜恤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D28598-3B4D-10DE-33CD-BE4746384F3B}"/>
              </a:ext>
            </a:extLst>
          </p:cNvPr>
          <p:cNvSpPr txBox="1"/>
          <p:nvPr/>
        </p:nvSpPr>
        <p:spPr>
          <a:xfrm>
            <a:off x="3940752" y="1945055"/>
            <a:ext cx="4310495" cy="4853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对比：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b="1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从前 </a:t>
            </a:r>
            <a:r>
              <a:rPr lang="en-US" altLang="zh-CN" b="1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vs </a:t>
            </a:r>
            <a:r>
              <a:rPr lang="zh-CN" altLang="en-US" b="1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现在</a:t>
            </a:r>
            <a:endParaRPr lang="en-US" altLang="zh-CN" b="1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算不得子民 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vs 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神的子民 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未曾蒙怜恤 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vs 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蒙了怜恤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b="1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强调</a:t>
            </a:r>
            <a:endParaRPr lang="en-US" altLang="zh-CN" b="1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神的子民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重申身份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蒙了怜恤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蒙了恩典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勇敢前行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做神仆人（下文）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0099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1" y="640823"/>
            <a:ext cx="2057400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9155277"/>
              </p:ext>
            </p:extLst>
          </p:nvPr>
        </p:nvGraphicFramePr>
        <p:xfrm>
          <a:off x="2844800" y="681037"/>
          <a:ext cx="9293352" cy="5685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8127</TotalTime>
  <Words>3423</Words>
  <Application>Microsoft Office PowerPoint</Application>
  <PresentationFormat>宽屏</PresentationFormat>
  <Paragraphs>248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等线</vt:lpstr>
      <vt:lpstr>方正屏显雅宋_GBK</vt:lpstr>
      <vt:lpstr>宋体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2025-03-15T07:52:20Z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