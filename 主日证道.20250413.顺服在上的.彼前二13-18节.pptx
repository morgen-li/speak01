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5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6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7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9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0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1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2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3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4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5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6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8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9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20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1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22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23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24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2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560" r:id="rId2"/>
    <p:sldId id="554" r:id="rId3"/>
    <p:sldId id="425" r:id="rId4"/>
    <p:sldId id="609" r:id="rId5"/>
    <p:sldId id="531" r:id="rId6"/>
    <p:sldId id="594" r:id="rId7"/>
    <p:sldId id="611" r:id="rId8"/>
    <p:sldId id="612" r:id="rId9"/>
    <p:sldId id="613" r:id="rId10"/>
    <p:sldId id="615" r:id="rId11"/>
    <p:sldId id="616" r:id="rId12"/>
    <p:sldId id="614" r:id="rId13"/>
    <p:sldId id="618" r:id="rId14"/>
    <p:sldId id="619" r:id="rId15"/>
    <p:sldId id="620" r:id="rId16"/>
    <p:sldId id="622" r:id="rId17"/>
    <p:sldId id="623" r:id="rId18"/>
    <p:sldId id="624" r:id="rId19"/>
    <p:sldId id="625" r:id="rId20"/>
    <p:sldId id="626" r:id="rId21"/>
    <p:sldId id="627" r:id="rId22"/>
    <p:sldId id="628" r:id="rId23"/>
    <p:sldId id="629" r:id="rId24"/>
    <p:sldId id="631" r:id="rId25"/>
    <p:sldId id="630" r:id="rId26"/>
    <p:sldId id="552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909"/>
    <a:srgbClr val="F1F1F1"/>
    <a:srgbClr val="1A3A76"/>
    <a:srgbClr val="633D06"/>
    <a:srgbClr val="FCFEFE"/>
    <a:srgbClr val="FFFFFF"/>
    <a:srgbClr val="00205D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8B8CB-F7DF-4341-B732-90B2ED8A0713}" v="824" dt="2025-04-12T21:50:02.955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0085" autoAdjust="0"/>
  </p:normalViewPr>
  <p:slideViewPr>
    <p:cSldViewPr snapToGrid="0">
      <p:cViewPr varScale="1">
        <p:scale>
          <a:sx n="61" d="100"/>
          <a:sy n="61" d="100"/>
        </p:scale>
        <p:origin x="258" y="72"/>
      </p:cViewPr>
      <p:guideLst>
        <p:guide orient="horz" pos="867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842399E8-6B0B-4645-95DD-F068C651AC17}"/>
    <pc:docChg chg="undo custSel addSld delSld modSld">
      <pc:chgData name="强 李" userId="cd6c7ec7188785ae" providerId="LiveId" clId="{842399E8-6B0B-4645-95DD-F068C651AC17}" dt="2025-01-26T05:00:56.347" v="3215" actId="1076"/>
      <pc:docMkLst>
        <pc:docMk/>
      </pc:docMkLst>
      <pc:sldChg chg="modSp mod">
        <pc:chgData name="强 李" userId="cd6c7ec7188785ae" providerId="LiveId" clId="{842399E8-6B0B-4645-95DD-F068C651AC17}" dt="2025-01-26T04:07:35.422" v="498"/>
        <pc:sldMkLst>
          <pc:docMk/>
          <pc:sldMk cId="54695671" sldId="531"/>
        </pc:sldMkLst>
        <pc:spChg chg="mod">
          <ac:chgData name="强 李" userId="cd6c7ec7188785ae" providerId="LiveId" clId="{842399E8-6B0B-4645-95DD-F068C651AC17}" dt="2025-01-26T04:07:35.422" v="498"/>
          <ac:spMkLst>
            <pc:docMk/>
            <pc:sldMk cId="54695671" sldId="531"/>
            <ac:spMk id="10" creationId="{0F8C0306-423C-7746-A3D2-2A3513F35A44}"/>
          </ac:spMkLst>
        </pc:spChg>
      </pc:sldChg>
      <pc:sldChg chg="addSp delSp modSp mod">
        <pc:chgData name="强 李" userId="cd6c7ec7188785ae" providerId="LiveId" clId="{842399E8-6B0B-4645-95DD-F068C651AC17}" dt="2025-01-26T04:51:10.445" v="2566" actId="478"/>
        <pc:sldMkLst>
          <pc:docMk/>
          <pc:sldMk cId="3418790839" sldId="554"/>
        </pc:sldMkLst>
        <pc:graphicFrameChg chg="mod">
          <ac:chgData name="强 李" userId="cd6c7ec7188785ae" providerId="LiveId" clId="{842399E8-6B0B-4645-95DD-F068C651AC17}" dt="2025-01-26T04:02:12.082" v="156" actId="20577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">
        <pc:chgData name="强 李" userId="cd6c7ec7188785ae" providerId="LiveId" clId="{842399E8-6B0B-4645-95DD-F068C651AC17}" dt="2025-01-26T04:51:00.294" v="2565" actId="1037"/>
        <pc:sldMkLst>
          <pc:docMk/>
          <pc:sldMk cId="1911491714" sldId="560"/>
        </pc:sldMkLst>
        <pc:spChg chg="add">
          <ac:chgData name="强 李" userId="cd6c7ec7188785ae" providerId="LiveId" clId="{842399E8-6B0B-4645-95DD-F068C651AC17}" dt="2025-01-26T04:00:07.148" v="0"/>
          <ac:spMkLst>
            <pc:docMk/>
            <pc:sldMk cId="1911491714" sldId="560"/>
            <ac:spMk id="2" creationId="{C886263E-431B-5492-68E1-35453D7CE295}"/>
          </ac:spMkLst>
        </pc:spChg>
      </pc:sldChg>
      <pc:sldChg chg="addSp modSp mod">
        <pc:chgData name="强 李" userId="cd6c7ec7188785ae" providerId="LiveId" clId="{842399E8-6B0B-4645-95DD-F068C651AC17}" dt="2025-01-26T04:12:39.157" v="728" actId="1076"/>
        <pc:sldMkLst>
          <pc:docMk/>
          <pc:sldMk cId="340286292" sldId="594"/>
        </pc:sldMkLst>
        <pc:spChg chg="mod">
          <ac:chgData name="强 李" userId="cd6c7ec7188785ae" providerId="LiveId" clId="{842399E8-6B0B-4645-95DD-F068C651AC17}" dt="2025-01-26T04:12:07.021" v="725" actId="20577"/>
          <ac:spMkLst>
            <pc:docMk/>
            <pc:sldMk cId="340286292" sldId="594"/>
            <ac:spMk id="2" creationId="{00000000-0000-0000-0000-000000000000}"/>
          </ac:spMkLst>
        </pc:spChg>
      </pc:sldChg>
      <pc:sldChg chg="modSp mod">
        <pc:chgData name="强 李" userId="cd6c7ec7188785ae" providerId="LiveId" clId="{842399E8-6B0B-4645-95DD-F068C651AC17}" dt="2025-01-26T04:03:42.583" v="257"/>
        <pc:sldMkLst>
          <pc:docMk/>
          <pc:sldMk cId="1722492924" sldId="609"/>
        </pc:sldMkLst>
        <pc:spChg chg="mod">
          <ac:chgData name="强 李" userId="cd6c7ec7188785ae" providerId="LiveId" clId="{842399E8-6B0B-4645-95DD-F068C651AC17}" dt="2025-01-26T04:02:57.615" v="190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842399E8-6B0B-4645-95DD-F068C651AC17}" dt="2025-01-26T04:03:42.583" v="257"/>
          <ac:spMkLst>
            <pc:docMk/>
            <pc:sldMk cId="1722492924" sldId="609"/>
            <ac:spMk id="16" creationId="{7DE16206-6F61-BEC3-0DA4-3625D631A8E6}"/>
          </ac:spMkLst>
        </pc:spChg>
      </pc:sldChg>
      <pc:sldChg chg="modSp mod">
        <pc:chgData name="强 李" userId="cd6c7ec7188785ae" providerId="LiveId" clId="{842399E8-6B0B-4645-95DD-F068C651AC17}" dt="2025-01-26T04:18:31.517" v="821" actId="20577"/>
        <pc:sldMkLst>
          <pc:docMk/>
          <pc:sldMk cId="3764677725" sldId="612"/>
        </pc:sldMkLst>
      </pc:sldChg>
      <pc:sldChg chg="modSp mod">
        <pc:chgData name="强 李" userId="cd6c7ec7188785ae" providerId="LiveId" clId="{842399E8-6B0B-4645-95DD-F068C651AC17}" dt="2025-01-26T04:23:20.695" v="866" actId="404"/>
        <pc:sldMkLst>
          <pc:docMk/>
          <pc:sldMk cId="204469289" sldId="614"/>
        </pc:sldMkLst>
      </pc:sldChg>
      <pc:sldChg chg="addSp modSp mod">
        <pc:chgData name="强 李" userId="cd6c7ec7188785ae" providerId="LiveId" clId="{842399E8-6B0B-4645-95DD-F068C651AC17}" dt="2025-01-26T04:26:28.444" v="1192" actId="1076"/>
        <pc:sldMkLst>
          <pc:docMk/>
          <pc:sldMk cId="2085745645" sldId="615"/>
        </pc:sldMkLst>
      </pc:sldChg>
      <pc:sldChg chg="modSp mod">
        <pc:chgData name="强 李" userId="cd6c7ec7188785ae" providerId="LiveId" clId="{842399E8-6B0B-4645-95DD-F068C651AC17}" dt="2025-01-26T04:27:54.829" v="1280" actId="6549"/>
        <pc:sldMkLst>
          <pc:docMk/>
          <pc:sldMk cId="3279614268" sldId="616"/>
        </pc:sldMkLst>
      </pc:sldChg>
      <pc:sldChg chg="modSp mod">
        <pc:chgData name="强 李" userId="cd6c7ec7188785ae" providerId="LiveId" clId="{842399E8-6B0B-4645-95DD-F068C651AC17}" dt="2025-01-26T04:35:39.347" v="1739" actId="20577"/>
        <pc:sldMkLst>
          <pc:docMk/>
          <pc:sldMk cId="3450556773" sldId="618"/>
        </pc:sldMkLst>
      </pc:sldChg>
      <pc:sldChg chg="modSp mod">
        <pc:chgData name="强 李" userId="cd6c7ec7188785ae" providerId="LiveId" clId="{842399E8-6B0B-4645-95DD-F068C651AC17}" dt="2025-01-26T04:38:19.748" v="1935"/>
        <pc:sldMkLst>
          <pc:docMk/>
          <pc:sldMk cId="688691075" sldId="619"/>
        </pc:sldMkLst>
      </pc:sldChg>
      <pc:sldChg chg="modSp mod">
        <pc:chgData name="强 李" userId="cd6c7ec7188785ae" providerId="LiveId" clId="{842399E8-6B0B-4645-95DD-F068C651AC17}" dt="2025-01-26T04:40:27.509" v="1983" actId="207"/>
        <pc:sldMkLst>
          <pc:docMk/>
          <pc:sldMk cId="2358058328" sldId="620"/>
        </pc:sldMkLst>
      </pc:sldChg>
      <pc:sldChg chg="addSp delSp modSp mod">
        <pc:chgData name="强 李" userId="cd6c7ec7188785ae" providerId="LiveId" clId="{842399E8-6B0B-4645-95DD-F068C651AC17}" dt="2025-01-26T04:45:07.465" v="2248"/>
        <pc:sldMkLst>
          <pc:docMk/>
          <pc:sldMk cId="1993124358" sldId="621"/>
        </pc:sldMkLst>
      </pc:sldChg>
      <pc:sldChg chg="modSp mod">
        <pc:chgData name="强 李" userId="cd6c7ec7188785ae" providerId="LiveId" clId="{842399E8-6B0B-4645-95DD-F068C651AC17}" dt="2025-01-26T04:52:32.527" v="2705" actId="113"/>
        <pc:sldMkLst>
          <pc:docMk/>
          <pc:sldMk cId="2742710798" sldId="622"/>
        </pc:sldMkLst>
      </pc:sldChg>
      <pc:sldChg chg="modSp add mod">
        <pc:chgData name="强 李" userId="cd6c7ec7188785ae" providerId="LiveId" clId="{842399E8-6B0B-4645-95DD-F068C651AC17}" dt="2025-01-26T04:34:49.643" v="1648"/>
        <pc:sldMkLst>
          <pc:docMk/>
          <pc:sldMk cId="3709217776" sldId="623"/>
        </pc:sldMkLst>
      </pc:sldChg>
      <pc:sldChg chg="addSp modSp add mod">
        <pc:chgData name="强 李" userId="cd6c7ec7188785ae" providerId="LiveId" clId="{842399E8-6B0B-4645-95DD-F068C651AC17}" dt="2025-01-26T05:00:56.347" v="3215" actId="1076"/>
        <pc:sldMkLst>
          <pc:docMk/>
          <pc:sldMk cId="2030099907" sldId="624"/>
        </pc:sldMkLst>
      </pc:sldChg>
      <pc:sldChg chg="modSp add del mod">
        <pc:chgData name="强 李" userId="cd6c7ec7188785ae" providerId="LiveId" clId="{842399E8-6B0B-4645-95DD-F068C651AC17}" dt="2025-01-26T04:49:35.503" v="2548" actId="47"/>
        <pc:sldMkLst>
          <pc:docMk/>
          <pc:sldMk cId="3456419928" sldId="624"/>
        </pc:sldMkLst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</pc:sldChg>
    </pc:docChg>
  </pc:docChgLst>
  <pc:docChgLst>
    <pc:chgData name="强 李" userId="cd6c7ec7188785ae" providerId="LiveId" clId="{4AB20E6F-2848-4974-B951-18355A4600C1}"/>
    <pc:docChg chg="undo custSel addSld delSld modSld sldOrd">
      <pc:chgData name="强 李" userId="cd6c7ec7188785ae" providerId="LiveId" clId="{4AB20E6F-2848-4974-B951-18355A4600C1}" dt="2024-10-13T00:11:02.643" v="1067"/>
      <pc:docMkLst>
        <pc:docMk/>
      </pc:docMkLst>
      <pc:sldChg chg="modSp mod">
        <pc:chgData name="强 李" userId="cd6c7ec7188785ae" providerId="LiveId" clId="{4AB20E6F-2848-4974-B951-18355A4600C1}" dt="2024-10-12T23:16:12.503" v="126" actId="403"/>
        <pc:sldMkLst>
          <pc:docMk/>
          <pc:sldMk cId="0" sldId="425"/>
        </pc:sldMkLst>
      </pc:sldChg>
      <pc:sldChg chg="addSp delSp modSp mod">
        <pc:chgData name="强 李" userId="cd6c7ec7188785ae" providerId="LiveId" clId="{4AB20E6F-2848-4974-B951-18355A4600C1}" dt="2024-10-12T23:38:01.854" v="259" actId="6549"/>
        <pc:sldMkLst>
          <pc:docMk/>
          <pc:sldMk cId="54695671" sldId="531"/>
        </pc:sldMkLst>
      </pc:sldChg>
      <pc:sldChg chg="modSp">
        <pc:chgData name="强 李" userId="cd6c7ec7188785ae" providerId="LiveId" clId="{4AB20E6F-2848-4974-B951-18355A4600C1}" dt="2024-10-13T00:11:02.643" v="1067"/>
        <pc:sldMkLst>
          <pc:docMk/>
          <pc:sldMk cId="419382719" sldId="552"/>
        </pc:sldMkLst>
      </pc:sldChg>
      <pc:sldChg chg="modSp">
        <pc:chgData name="强 李" userId="cd6c7ec7188785ae" providerId="LiveId" clId="{4AB20E6F-2848-4974-B951-18355A4600C1}" dt="2024-10-12T23:12:58.311" v="102"/>
        <pc:sldMkLst>
          <pc:docMk/>
          <pc:sldMk cId="3418790839" sldId="554"/>
        </pc:sldMkLst>
      </pc:sldChg>
      <pc:sldChg chg="modSp mod">
        <pc:chgData name="强 李" userId="cd6c7ec7188785ae" providerId="LiveId" clId="{4AB20E6F-2848-4974-B951-18355A4600C1}" dt="2024-10-12T23:11:10.756" v="8" actId="20577"/>
        <pc:sldMkLst>
          <pc:docMk/>
          <pc:sldMk cId="1911491714" sldId="560"/>
        </pc:sldMkLst>
      </pc:sldChg>
      <pc:sldChg chg="modSp mod">
        <pc:chgData name="强 李" userId="cd6c7ec7188785ae" providerId="LiveId" clId="{4AB20E6F-2848-4974-B951-18355A4600C1}" dt="2024-10-12T23:40:45.967" v="339" actId="6549"/>
        <pc:sldMkLst>
          <pc:docMk/>
          <pc:sldMk cId="340286292" sldId="594"/>
        </pc:sldMkLst>
      </pc:sldChg>
      <pc:sldChg chg="del">
        <pc:chgData name="强 李" userId="cd6c7ec7188785ae" providerId="LiveId" clId="{4AB20E6F-2848-4974-B951-18355A4600C1}" dt="2024-10-12T23:17:50.545" v="223" actId="47"/>
        <pc:sldMkLst>
          <pc:docMk/>
          <pc:sldMk cId="3965997736" sldId="598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4081840699" sldId="599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2538305957" sldId="601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78345744" sldId="602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1450588716" sldId="603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359668770" sldId="604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1727666922" sldId="605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4035781716" sldId="606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562774613" sldId="607"/>
        </pc:sldMkLst>
      </pc:sldChg>
      <pc:sldChg chg="modSp mod">
        <pc:chgData name="强 李" userId="cd6c7ec7188785ae" providerId="LiveId" clId="{4AB20E6F-2848-4974-B951-18355A4600C1}" dt="2024-10-13T00:10:26.284" v="1060" actId="14100"/>
        <pc:sldMkLst>
          <pc:docMk/>
          <pc:sldMk cId="1301125905" sldId="608"/>
        </pc:sldMkLst>
      </pc:sldChg>
      <pc:sldChg chg="modSp add mod">
        <pc:chgData name="强 李" userId="cd6c7ec7188785ae" providerId="LiveId" clId="{4AB20E6F-2848-4974-B951-18355A4600C1}" dt="2024-10-13T00:06:11.061" v="974"/>
        <pc:sldMkLst>
          <pc:docMk/>
          <pc:sldMk cId="1722492924" sldId="609"/>
        </pc:sldMkLst>
      </pc:sldChg>
      <pc:sldChg chg="modSp add mod">
        <pc:chgData name="强 李" userId="cd6c7ec7188785ae" providerId="LiveId" clId="{4AB20E6F-2848-4974-B951-18355A4600C1}" dt="2024-10-12T23:43:36.919" v="417" actId="20577"/>
        <pc:sldMkLst>
          <pc:docMk/>
          <pc:sldMk cId="1283152500" sldId="610"/>
        </pc:sldMkLst>
      </pc:sldChg>
      <pc:sldChg chg="add del">
        <pc:chgData name="强 李" userId="cd6c7ec7188785ae" providerId="LiveId" clId="{4AB20E6F-2848-4974-B951-18355A4600C1}" dt="2024-10-12T23:42:04.554" v="355"/>
        <pc:sldMkLst>
          <pc:docMk/>
          <pc:sldMk cId="979928206" sldId="611"/>
        </pc:sldMkLst>
      </pc:sldChg>
      <pc:sldChg chg="modSp add mod">
        <pc:chgData name="强 李" userId="cd6c7ec7188785ae" providerId="LiveId" clId="{4AB20E6F-2848-4974-B951-18355A4600C1}" dt="2024-10-12T23:44:58.693" v="453" actId="6549"/>
        <pc:sldMkLst>
          <pc:docMk/>
          <pc:sldMk cId="1793699087" sldId="611"/>
        </pc:sldMkLst>
      </pc:sldChg>
      <pc:sldChg chg="addSp delSp modSp add mod ord">
        <pc:chgData name="强 李" userId="cd6c7ec7188785ae" providerId="LiveId" clId="{4AB20E6F-2848-4974-B951-18355A4600C1}" dt="2024-10-12T23:50:14.733" v="712" actId="6549"/>
        <pc:sldMkLst>
          <pc:docMk/>
          <pc:sldMk cId="3072232056" sldId="612"/>
        </pc:sldMkLst>
      </pc:sldChg>
      <pc:sldChg chg="modSp add mod">
        <pc:chgData name="强 李" userId="cd6c7ec7188785ae" providerId="LiveId" clId="{4AB20E6F-2848-4974-B951-18355A4600C1}" dt="2024-10-13T00:03:12.491" v="836" actId="20577"/>
        <pc:sldMkLst>
          <pc:docMk/>
          <pc:sldMk cId="1832916219" sldId="613"/>
        </pc:sldMkLst>
      </pc:sldChg>
      <pc:sldChg chg="modSp add mod">
        <pc:chgData name="强 李" userId="cd6c7ec7188785ae" providerId="LiveId" clId="{4AB20E6F-2848-4974-B951-18355A4600C1}" dt="2024-10-13T00:05:26.909" v="951" actId="6549"/>
        <pc:sldMkLst>
          <pc:docMk/>
          <pc:sldMk cId="876084684" sldId="614"/>
        </pc:sldMkLst>
      </pc:sldChg>
      <pc:sldChg chg="modSp add mod">
        <pc:chgData name="强 李" userId="cd6c7ec7188785ae" providerId="LiveId" clId="{4AB20E6F-2848-4974-B951-18355A4600C1}" dt="2024-10-13T00:09:28.317" v="1031" actId="20577"/>
        <pc:sldMkLst>
          <pc:docMk/>
          <pc:sldMk cId="292999500" sldId="615"/>
        </pc:sldMkLst>
      </pc:sldChg>
      <pc:sldChg chg="modSp add del mod">
        <pc:chgData name="强 李" userId="cd6c7ec7188785ae" providerId="LiveId" clId="{4AB20E6F-2848-4974-B951-18355A4600C1}" dt="2024-10-13T00:09:57.637" v="1050" actId="47"/>
        <pc:sldMkLst>
          <pc:docMk/>
          <pc:sldMk cId="726664714" sldId="616"/>
        </pc:sldMkLst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</pc:sldChg>
    </pc:docChg>
  </pc:docChgLst>
  <pc:docChgLst>
    <pc:chgData name="强 李" userId="cd6c7ec7188785ae" providerId="LiveId" clId="{1058B8CB-F7DF-4341-B732-90B2ED8A0713}"/>
    <pc:docChg chg="undo custSel addSld delSld modSld sldOrd">
      <pc:chgData name="强 李" userId="cd6c7ec7188785ae" providerId="LiveId" clId="{1058B8CB-F7DF-4341-B732-90B2ED8A0713}" dt="2025-04-12T21:50:02.953" v="5618"/>
      <pc:docMkLst>
        <pc:docMk/>
      </pc:docMkLst>
      <pc:sldChg chg="modSp mod">
        <pc:chgData name="强 李" userId="cd6c7ec7188785ae" providerId="LiveId" clId="{1058B8CB-F7DF-4341-B732-90B2ED8A0713}" dt="2025-04-12T20:59:30.248" v="3505" actId="207"/>
        <pc:sldMkLst>
          <pc:docMk/>
          <pc:sldMk cId="0" sldId="425"/>
        </pc:sldMkLst>
        <pc:spChg chg="mod">
          <ac:chgData name="强 李" userId="cd6c7ec7188785ae" providerId="LiveId" clId="{1058B8CB-F7DF-4341-B732-90B2ED8A0713}" dt="2025-04-12T20:59:30.248" v="3505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1058B8CB-F7DF-4341-B732-90B2ED8A0713}" dt="2025-04-12T10:27:08.392" v="130" actId="20577"/>
          <ac:spMkLst>
            <pc:docMk/>
            <pc:sldMk cId="0" sldId="425"/>
            <ac:spMk id="18" creationId="{00000000-0000-0000-0000-000000000000}"/>
          </ac:spMkLst>
        </pc:spChg>
      </pc:sldChg>
      <pc:sldChg chg="modSp mod">
        <pc:chgData name="强 李" userId="cd6c7ec7188785ae" providerId="LiveId" clId="{1058B8CB-F7DF-4341-B732-90B2ED8A0713}" dt="2025-04-12T10:43:02.429" v="1016"/>
        <pc:sldMkLst>
          <pc:docMk/>
          <pc:sldMk cId="54695671" sldId="531"/>
        </pc:sldMkLst>
        <pc:spChg chg="mod">
          <ac:chgData name="强 李" userId="cd6c7ec7188785ae" providerId="LiveId" clId="{1058B8CB-F7DF-4341-B732-90B2ED8A0713}" dt="2025-04-12T10:43:02.429" v="1016"/>
          <ac:spMkLst>
            <pc:docMk/>
            <pc:sldMk cId="54695671" sldId="531"/>
            <ac:spMk id="10" creationId="{0F8C0306-423C-7746-A3D2-2A3513F35A44}"/>
          </ac:spMkLst>
        </pc:spChg>
      </pc:sldChg>
      <pc:sldChg chg="modSp">
        <pc:chgData name="强 李" userId="cd6c7ec7188785ae" providerId="LiveId" clId="{1058B8CB-F7DF-4341-B732-90B2ED8A0713}" dt="2025-04-12T13:04:23.985" v="3458"/>
        <pc:sldMkLst>
          <pc:docMk/>
          <pc:sldMk cId="419382719" sldId="552"/>
        </pc:sldMkLst>
        <pc:graphicFrameChg chg="mod">
          <ac:chgData name="强 李" userId="cd6c7ec7188785ae" providerId="LiveId" clId="{1058B8CB-F7DF-4341-B732-90B2ED8A0713}" dt="2025-04-12T13:04:23.985" v="3458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1058B8CB-F7DF-4341-B732-90B2ED8A0713}" dt="2025-04-12T10:26:42.038" v="121" actId="12269"/>
        <pc:sldMkLst>
          <pc:docMk/>
          <pc:sldMk cId="3418790839" sldId="554"/>
        </pc:sldMkLst>
        <pc:spChg chg="mod">
          <ac:chgData name="强 李" userId="cd6c7ec7188785ae" providerId="LiveId" clId="{1058B8CB-F7DF-4341-B732-90B2ED8A0713}" dt="2025-04-12T10:25:21.476" v="42" actId="20577"/>
          <ac:spMkLst>
            <pc:docMk/>
            <pc:sldMk cId="3418790839" sldId="554"/>
            <ac:spMk id="2" creationId="{F19E7EA4-ECED-F7AC-62F4-4917E6F8E7F3}"/>
          </ac:spMkLst>
        </pc:spChg>
        <pc:graphicFrameChg chg="mod">
          <ac:chgData name="强 李" userId="cd6c7ec7188785ae" providerId="LiveId" clId="{1058B8CB-F7DF-4341-B732-90B2ED8A0713}" dt="2025-04-12T10:26:42.038" v="121" actId="12269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1058B8CB-F7DF-4341-B732-90B2ED8A0713}" dt="2025-04-12T20:40:56.482" v="3498" actId="14100"/>
        <pc:sldMkLst>
          <pc:docMk/>
          <pc:sldMk cId="1911491714" sldId="560"/>
        </pc:sldMkLst>
        <pc:spChg chg="mod">
          <ac:chgData name="强 李" userId="cd6c7ec7188785ae" providerId="LiveId" clId="{1058B8CB-F7DF-4341-B732-90B2ED8A0713}" dt="2025-04-12T20:40:56.482" v="3498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058B8CB-F7DF-4341-B732-90B2ED8A0713}" dt="2025-03-27T09:33:25.444" v="36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Sp modSp mod">
        <pc:chgData name="强 李" userId="cd6c7ec7188785ae" providerId="LiveId" clId="{1058B8CB-F7DF-4341-B732-90B2ED8A0713}" dt="2025-04-12T21:01:53.490" v="3508" actId="404"/>
        <pc:sldMkLst>
          <pc:docMk/>
          <pc:sldMk cId="340286292" sldId="594"/>
        </pc:sldMkLst>
        <pc:spChg chg="mod">
          <ac:chgData name="强 李" userId="cd6c7ec7188785ae" providerId="LiveId" clId="{1058B8CB-F7DF-4341-B732-90B2ED8A0713}" dt="2025-04-12T21:01:53.490" v="3508" actId="404"/>
          <ac:spMkLst>
            <pc:docMk/>
            <pc:sldMk cId="340286292" sldId="594"/>
            <ac:spMk id="2" creationId="{00000000-0000-0000-0000-000000000000}"/>
          </ac:spMkLst>
        </pc:spChg>
        <pc:spChg chg="del mod">
          <ac:chgData name="强 李" userId="cd6c7ec7188785ae" providerId="LiveId" clId="{1058B8CB-F7DF-4341-B732-90B2ED8A0713}" dt="2025-04-12T10:49:53.817" v="1057" actId="478"/>
          <ac:spMkLst>
            <pc:docMk/>
            <pc:sldMk cId="340286292" sldId="594"/>
            <ac:spMk id="4" creationId="{7D98C599-628B-3C7E-E757-D76ECDD55A29}"/>
          </ac:spMkLst>
        </pc:spChg>
        <pc:spChg chg="mod">
          <ac:chgData name="强 李" userId="cd6c7ec7188785ae" providerId="LiveId" clId="{1058B8CB-F7DF-4341-B732-90B2ED8A0713}" dt="2025-04-12T10:49:16.779" v="1035" actId="14100"/>
          <ac:spMkLst>
            <pc:docMk/>
            <pc:sldMk cId="340286292" sldId="594"/>
            <ac:spMk id="18" creationId="{00000000-0000-0000-0000-000000000000}"/>
          </ac:spMkLst>
        </pc:spChg>
      </pc:sldChg>
      <pc:sldChg chg="delSp modSp mod">
        <pc:chgData name="强 李" userId="cd6c7ec7188785ae" providerId="LiveId" clId="{1058B8CB-F7DF-4341-B732-90B2ED8A0713}" dt="2025-04-12T20:59:50.392" v="3506" actId="404"/>
        <pc:sldMkLst>
          <pc:docMk/>
          <pc:sldMk cId="1722492924" sldId="609"/>
        </pc:sldMkLst>
        <pc:spChg chg="mod">
          <ac:chgData name="强 李" userId="cd6c7ec7188785ae" providerId="LiveId" clId="{1058B8CB-F7DF-4341-B732-90B2ED8A0713}" dt="2025-04-12T10:48:52.595" v="1033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1058B8CB-F7DF-4341-B732-90B2ED8A0713}" dt="2025-04-12T10:33:59.632" v="181" actId="403"/>
          <ac:spMkLst>
            <pc:docMk/>
            <pc:sldMk cId="1722492924" sldId="609"/>
            <ac:spMk id="12" creationId="{90FC4EF0-0582-7DC7-F53E-9A1A4B9AFC50}"/>
          </ac:spMkLst>
        </pc:spChg>
        <pc:spChg chg="mod">
          <ac:chgData name="强 李" userId="cd6c7ec7188785ae" providerId="LiveId" clId="{1058B8CB-F7DF-4341-B732-90B2ED8A0713}" dt="2025-04-12T20:59:50.392" v="3506" actId="404"/>
          <ac:spMkLst>
            <pc:docMk/>
            <pc:sldMk cId="1722492924" sldId="609"/>
            <ac:spMk id="13" creationId="{7DAB6BBF-A107-5EDA-C988-F2FCC0FA4ADA}"/>
          </ac:spMkLst>
        </pc:spChg>
        <pc:spChg chg="mod">
          <ac:chgData name="强 李" userId="cd6c7ec7188785ae" providerId="LiveId" clId="{1058B8CB-F7DF-4341-B732-90B2ED8A0713}" dt="2025-04-12T10:34:42.260" v="188" actId="1076"/>
          <ac:spMkLst>
            <pc:docMk/>
            <pc:sldMk cId="1722492924" sldId="609"/>
            <ac:spMk id="16" creationId="{7DE16206-6F61-BEC3-0DA4-3625D631A8E6}"/>
          </ac:spMkLst>
        </pc:spChg>
        <pc:grpChg chg="mod">
          <ac:chgData name="强 李" userId="cd6c7ec7188785ae" providerId="LiveId" clId="{1058B8CB-F7DF-4341-B732-90B2ED8A0713}" dt="2025-04-12T10:33:41.006" v="180" actId="1076"/>
          <ac:grpSpMkLst>
            <pc:docMk/>
            <pc:sldMk cId="1722492924" sldId="609"/>
            <ac:grpSpMk id="4" creationId="{67CFBFED-23BA-58E2-0492-595457A1DA5E}"/>
          </ac:grpSpMkLst>
        </pc:grpChg>
        <pc:grpChg chg="del">
          <ac:chgData name="强 李" userId="cd6c7ec7188785ae" providerId="LiveId" clId="{1058B8CB-F7DF-4341-B732-90B2ED8A0713}" dt="2025-04-12T10:33:16.382" v="174" actId="478"/>
          <ac:grpSpMkLst>
            <pc:docMk/>
            <pc:sldMk cId="1722492924" sldId="609"/>
            <ac:grpSpMk id="6" creationId="{56CD5BD2-A0CC-7D0E-3BD1-0613845A3BF3}"/>
          </ac:grpSpMkLst>
        </pc:grpChg>
      </pc:sldChg>
      <pc:sldChg chg="modSp add del mod ord">
        <pc:chgData name="强 李" userId="cd6c7ec7188785ae" providerId="LiveId" clId="{1058B8CB-F7DF-4341-B732-90B2ED8A0713}" dt="2025-04-12T21:05:10.544" v="3554" actId="47"/>
        <pc:sldMkLst>
          <pc:docMk/>
          <pc:sldMk cId="531088712" sldId="610"/>
        </pc:sldMkLst>
        <pc:spChg chg="mod">
          <ac:chgData name="强 李" userId="cd6c7ec7188785ae" providerId="LiveId" clId="{1058B8CB-F7DF-4341-B732-90B2ED8A0713}" dt="2025-04-12T21:04:32.390" v="3553"/>
          <ac:spMkLst>
            <pc:docMk/>
            <pc:sldMk cId="531088712" sldId="610"/>
            <ac:spMk id="2" creationId="{F12C2550-6EBA-FBAC-D7B0-BCB10B44466F}"/>
          </ac:spMkLst>
        </pc:spChg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2760210375" sldId="610"/>
        </pc:sldMkLst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198999163" sldId="611"/>
        </pc:sldMkLst>
      </pc:sldChg>
      <pc:sldChg chg="modSp add mod">
        <pc:chgData name="强 李" userId="cd6c7ec7188785ae" providerId="LiveId" clId="{1058B8CB-F7DF-4341-B732-90B2ED8A0713}" dt="2025-04-12T11:50:35.197" v="1525"/>
        <pc:sldMkLst>
          <pc:docMk/>
          <pc:sldMk cId="4193893343" sldId="611"/>
        </pc:sldMkLst>
        <pc:spChg chg="mod">
          <ac:chgData name="强 李" userId="cd6c7ec7188785ae" providerId="LiveId" clId="{1058B8CB-F7DF-4341-B732-90B2ED8A0713}" dt="2025-04-12T11:50:35.197" v="1525"/>
          <ac:spMkLst>
            <pc:docMk/>
            <pc:sldMk cId="4193893343" sldId="611"/>
            <ac:spMk id="2" creationId="{32AA0CED-D1F2-8362-2848-A44192C403A0}"/>
          </ac:spMkLst>
        </pc:spChg>
      </pc:sldChg>
      <pc:sldChg chg="modSp add mod">
        <pc:chgData name="强 李" userId="cd6c7ec7188785ae" providerId="LiveId" clId="{1058B8CB-F7DF-4341-B732-90B2ED8A0713}" dt="2025-04-12T21:07:34.919" v="3557" actId="6549"/>
        <pc:sldMkLst>
          <pc:docMk/>
          <pc:sldMk cId="2048976410" sldId="612"/>
        </pc:sldMkLst>
        <pc:spChg chg="mod">
          <ac:chgData name="强 李" userId="cd6c7ec7188785ae" providerId="LiveId" clId="{1058B8CB-F7DF-4341-B732-90B2ED8A0713}" dt="2025-04-12T21:07:34.919" v="3557" actId="6549"/>
          <ac:spMkLst>
            <pc:docMk/>
            <pc:sldMk cId="2048976410" sldId="612"/>
            <ac:spMk id="2" creationId="{75C5B503-1EE2-3BEF-275F-1F2F1CC65B01}"/>
          </ac:spMkLst>
        </pc:spChg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3764677725" sldId="612"/>
        </pc:sldMkLst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405129243" sldId="613"/>
        </pc:sldMkLst>
      </pc:sldChg>
      <pc:sldChg chg="modSp add mod">
        <pc:chgData name="强 李" userId="cd6c7ec7188785ae" providerId="LiveId" clId="{1058B8CB-F7DF-4341-B732-90B2ED8A0713}" dt="2025-04-12T21:09:36.375" v="3565" actId="207"/>
        <pc:sldMkLst>
          <pc:docMk/>
          <pc:sldMk cId="1619900408" sldId="613"/>
        </pc:sldMkLst>
        <pc:spChg chg="mod">
          <ac:chgData name="强 李" userId="cd6c7ec7188785ae" providerId="LiveId" clId="{1058B8CB-F7DF-4341-B732-90B2ED8A0713}" dt="2025-04-12T21:09:36.375" v="3565" actId="207"/>
          <ac:spMkLst>
            <pc:docMk/>
            <pc:sldMk cId="1619900408" sldId="613"/>
            <ac:spMk id="2" creationId="{A47081C5-7182-C8C8-57ED-439E20EDAE8A}"/>
          </ac:spMkLst>
        </pc:spChg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204469289" sldId="614"/>
        </pc:sldMkLst>
      </pc:sldChg>
      <pc:sldChg chg="addSp delSp modSp add mod">
        <pc:chgData name="强 李" userId="cd6c7ec7188785ae" providerId="LiveId" clId="{1058B8CB-F7DF-4341-B732-90B2ED8A0713}" dt="2025-04-12T21:16:27.789" v="3663"/>
        <pc:sldMkLst>
          <pc:docMk/>
          <pc:sldMk cId="2200276439" sldId="614"/>
        </pc:sldMkLst>
        <pc:spChg chg="del">
          <ac:chgData name="强 李" userId="cd6c7ec7188785ae" providerId="LiveId" clId="{1058B8CB-F7DF-4341-B732-90B2ED8A0713}" dt="2025-04-12T12:00:04.136" v="1719" actId="478"/>
          <ac:spMkLst>
            <pc:docMk/>
            <pc:sldMk cId="2200276439" sldId="614"/>
            <ac:spMk id="2" creationId="{B48C0155-88E8-4E6F-7880-337CB8214B56}"/>
          </ac:spMkLst>
        </pc:spChg>
        <pc:spChg chg="add mod">
          <ac:chgData name="强 李" userId="cd6c7ec7188785ae" providerId="LiveId" clId="{1058B8CB-F7DF-4341-B732-90B2ED8A0713}" dt="2025-04-12T21:16:27.789" v="3663"/>
          <ac:spMkLst>
            <pc:docMk/>
            <pc:sldMk cId="2200276439" sldId="614"/>
            <ac:spMk id="7" creationId="{7024DBAC-DEF6-ED82-06A9-26DA22F28240}"/>
          </ac:spMkLst>
        </pc:spChg>
        <pc:picChg chg="add del mod">
          <ac:chgData name="强 李" userId="cd6c7ec7188785ae" providerId="LiveId" clId="{1058B8CB-F7DF-4341-B732-90B2ED8A0713}" dt="2025-04-12T12:00:54.312" v="1723" actId="478"/>
          <ac:picMkLst>
            <pc:docMk/>
            <pc:sldMk cId="2200276439" sldId="614"/>
            <ac:picMk id="4" creationId="{7250BCFB-35BA-EAE0-370C-3AEF5F0DCDB5}"/>
          </ac:picMkLst>
        </pc:picChg>
        <pc:picChg chg="add mod">
          <ac:chgData name="强 李" userId="cd6c7ec7188785ae" providerId="LiveId" clId="{1058B8CB-F7DF-4341-B732-90B2ED8A0713}" dt="2025-04-12T12:03:23.146" v="1924" actId="1076"/>
          <ac:picMkLst>
            <pc:docMk/>
            <pc:sldMk cId="2200276439" sldId="614"/>
            <ac:picMk id="6" creationId="{5A73BDAB-D484-E91C-BF43-80860F4970AD}"/>
          </ac:picMkLst>
        </pc:picChg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2085745645" sldId="615"/>
        </pc:sldMkLst>
      </pc:sldChg>
      <pc:sldChg chg="modSp add mod">
        <pc:chgData name="强 李" userId="cd6c7ec7188785ae" providerId="LiveId" clId="{1058B8CB-F7DF-4341-B732-90B2ED8A0713}" dt="2025-04-12T21:11:26.958" v="3583" actId="6549"/>
        <pc:sldMkLst>
          <pc:docMk/>
          <pc:sldMk cId="2734572579" sldId="615"/>
        </pc:sldMkLst>
        <pc:spChg chg="mod">
          <ac:chgData name="强 李" userId="cd6c7ec7188785ae" providerId="LiveId" clId="{1058B8CB-F7DF-4341-B732-90B2ED8A0713}" dt="2025-04-12T21:11:26.958" v="3583" actId="6549"/>
          <ac:spMkLst>
            <pc:docMk/>
            <pc:sldMk cId="2734572579" sldId="615"/>
            <ac:spMk id="2" creationId="{B933CBCB-4A2D-13EA-CBB3-85BFC4CCD6F2}"/>
          </ac:spMkLst>
        </pc:spChg>
      </pc:sldChg>
      <pc:sldChg chg="modSp add mod">
        <pc:chgData name="强 李" userId="cd6c7ec7188785ae" providerId="LiveId" clId="{1058B8CB-F7DF-4341-B732-90B2ED8A0713}" dt="2025-04-12T21:12:31.255" v="3606" actId="6549"/>
        <pc:sldMkLst>
          <pc:docMk/>
          <pc:sldMk cId="107384383" sldId="616"/>
        </pc:sldMkLst>
        <pc:spChg chg="mod">
          <ac:chgData name="强 李" userId="cd6c7ec7188785ae" providerId="LiveId" clId="{1058B8CB-F7DF-4341-B732-90B2ED8A0713}" dt="2025-04-12T21:12:31.255" v="3606" actId="6549"/>
          <ac:spMkLst>
            <pc:docMk/>
            <pc:sldMk cId="107384383" sldId="616"/>
            <ac:spMk id="2" creationId="{25C7A6A2-79FF-408F-791E-D3B41FB04A0E}"/>
          </ac:spMkLst>
        </pc:spChg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3279614268" sldId="616"/>
        </pc:sldMkLst>
      </pc:sldChg>
      <pc:sldChg chg="add del">
        <pc:chgData name="强 李" userId="cd6c7ec7188785ae" providerId="LiveId" clId="{1058B8CB-F7DF-4341-B732-90B2ED8A0713}" dt="2025-04-12T12:09:08.815" v="2279" actId="47"/>
        <pc:sldMkLst>
          <pc:docMk/>
          <pc:sldMk cId="2516844580" sldId="617"/>
        </pc:sldMkLst>
      </pc:sldChg>
      <pc:sldChg chg="modSp add mod">
        <pc:chgData name="强 李" userId="cd6c7ec7188785ae" providerId="LiveId" clId="{1058B8CB-F7DF-4341-B732-90B2ED8A0713}" dt="2025-04-12T21:19:16.031" v="3787"/>
        <pc:sldMkLst>
          <pc:docMk/>
          <pc:sldMk cId="84867254" sldId="618"/>
        </pc:sldMkLst>
        <pc:spChg chg="mod">
          <ac:chgData name="强 李" userId="cd6c7ec7188785ae" providerId="LiveId" clId="{1058B8CB-F7DF-4341-B732-90B2ED8A0713}" dt="2025-04-12T21:19:16.031" v="3787"/>
          <ac:spMkLst>
            <pc:docMk/>
            <pc:sldMk cId="84867254" sldId="618"/>
            <ac:spMk id="2" creationId="{C2BC9898-1421-5BF4-BE25-E4EF2A264B03}"/>
          </ac:spMkLst>
        </pc:spChg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3450556773" sldId="618"/>
        </pc:sldMkLst>
      </pc:sldChg>
      <pc:sldChg chg="modSp add mod">
        <pc:chgData name="强 李" userId="cd6c7ec7188785ae" providerId="LiveId" clId="{1058B8CB-F7DF-4341-B732-90B2ED8A0713}" dt="2025-04-12T12:33:18.426" v="2752" actId="20577"/>
        <pc:sldMkLst>
          <pc:docMk/>
          <pc:sldMk cId="241161515" sldId="619"/>
        </pc:sldMkLst>
        <pc:spChg chg="mod">
          <ac:chgData name="强 李" userId="cd6c7ec7188785ae" providerId="LiveId" clId="{1058B8CB-F7DF-4341-B732-90B2ED8A0713}" dt="2025-04-12T12:33:18.426" v="2752" actId="20577"/>
          <ac:spMkLst>
            <pc:docMk/>
            <pc:sldMk cId="241161515" sldId="619"/>
            <ac:spMk id="2" creationId="{C79618EE-E4E6-908C-8092-273C9CC55631}"/>
          </ac:spMkLst>
        </pc:spChg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688691075" sldId="619"/>
        </pc:sldMkLst>
      </pc:sldChg>
      <pc:sldChg chg="modSp add mod">
        <pc:chgData name="强 李" userId="cd6c7ec7188785ae" providerId="LiveId" clId="{1058B8CB-F7DF-4341-B732-90B2ED8A0713}" dt="2025-04-12T21:26:35.998" v="4403" actId="6549"/>
        <pc:sldMkLst>
          <pc:docMk/>
          <pc:sldMk cId="1291690117" sldId="620"/>
        </pc:sldMkLst>
        <pc:spChg chg="mod">
          <ac:chgData name="强 李" userId="cd6c7ec7188785ae" providerId="LiveId" clId="{1058B8CB-F7DF-4341-B732-90B2ED8A0713}" dt="2025-04-12T21:26:35.998" v="4403" actId="6549"/>
          <ac:spMkLst>
            <pc:docMk/>
            <pc:sldMk cId="1291690117" sldId="620"/>
            <ac:spMk id="2" creationId="{D0EF2823-4682-5596-1E19-25A852E298F0}"/>
          </ac:spMkLst>
        </pc:spChg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2358058328" sldId="620"/>
        </pc:sldMkLst>
      </pc:sldChg>
      <pc:sldChg chg="add del">
        <pc:chgData name="强 李" userId="cd6c7ec7188785ae" providerId="LiveId" clId="{1058B8CB-F7DF-4341-B732-90B2ED8A0713}" dt="2025-04-12T21:26:25.642" v="4402" actId="47"/>
        <pc:sldMkLst>
          <pc:docMk/>
          <pc:sldMk cId="1012750920" sldId="621"/>
        </pc:sldMkLst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1993124358" sldId="621"/>
        </pc:sldMkLst>
      </pc:sldChg>
      <pc:sldChg chg="modSp add mod">
        <pc:chgData name="强 李" userId="cd6c7ec7188785ae" providerId="LiveId" clId="{1058B8CB-F7DF-4341-B732-90B2ED8A0713}" dt="2025-04-12T21:29:03.171" v="4646"/>
        <pc:sldMkLst>
          <pc:docMk/>
          <pc:sldMk cId="1955210683" sldId="622"/>
        </pc:sldMkLst>
        <pc:spChg chg="mod">
          <ac:chgData name="强 李" userId="cd6c7ec7188785ae" providerId="LiveId" clId="{1058B8CB-F7DF-4341-B732-90B2ED8A0713}" dt="2025-04-12T21:29:03.171" v="4646"/>
          <ac:spMkLst>
            <pc:docMk/>
            <pc:sldMk cId="1955210683" sldId="622"/>
            <ac:spMk id="2" creationId="{E4A7E2B7-3D71-DFE9-76E2-FE1BF4414568}"/>
          </ac:spMkLst>
        </pc:spChg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2742710798" sldId="622"/>
        </pc:sldMkLst>
      </pc:sldChg>
      <pc:sldChg chg="modSp add mod">
        <pc:chgData name="强 李" userId="cd6c7ec7188785ae" providerId="LiveId" clId="{1058B8CB-F7DF-4341-B732-90B2ED8A0713}" dt="2025-04-12T21:31:01.669" v="4798"/>
        <pc:sldMkLst>
          <pc:docMk/>
          <pc:sldMk cId="3625577086" sldId="623"/>
        </pc:sldMkLst>
        <pc:spChg chg="mod">
          <ac:chgData name="强 李" userId="cd6c7ec7188785ae" providerId="LiveId" clId="{1058B8CB-F7DF-4341-B732-90B2ED8A0713}" dt="2025-04-12T21:31:01.669" v="4798"/>
          <ac:spMkLst>
            <pc:docMk/>
            <pc:sldMk cId="3625577086" sldId="623"/>
            <ac:spMk id="2" creationId="{F677758A-1A45-8115-5C8A-51F820C08731}"/>
          </ac:spMkLst>
        </pc:spChg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3709217776" sldId="623"/>
        </pc:sldMkLst>
      </pc:sldChg>
      <pc:sldChg chg="modSp add mod">
        <pc:chgData name="强 李" userId="cd6c7ec7188785ae" providerId="LiveId" clId="{1058B8CB-F7DF-4341-B732-90B2ED8A0713}" dt="2025-04-12T21:34:03.030" v="4818"/>
        <pc:sldMkLst>
          <pc:docMk/>
          <pc:sldMk cId="594433601" sldId="624"/>
        </pc:sldMkLst>
        <pc:spChg chg="mod">
          <ac:chgData name="强 李" userId="cd6c7ec7188785ae" providerId="LiveId" clId="{1058B8CB-F7DF-4341-B732-90B2ED8A0713}" dt="2025-04-12T21:34:03.030" v="4818"/>
          <ac:spMkLst>
            <pc:docMk/>
            <pc:sldMk cId="594433601" sldId="624"/>
            <ac:spMk id="2" creationId="{41DB5BAC-9ED2-32C3-80AB-3C4515DE57E7}"/>
          </ac:spMkLst>
        </pc:spChg>
        <pc:spChg chg="mod">
          <ac:chgData name="强 李" userId="cd6c7ec7188785ae" providerId="LiveId" clId="{1058B8CB-F7DF-4341-B732-90B2ED8A0713}" dt="2025-04-12T12:47:40.410" v="3180" actId="14100"/>
          <ac:spMkLst>
            <pc:docMk/>
            <pc:sldMk cId="594433601" sldId="624"/>
            <ac:spMk id="18" creationId="{19A32AE7-A7D4-0CB7-4A75-5B6F59A5E4DD}"/>
          </ac:spMkLst>
        </pc:spChg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2030099907" sldId="624"/>
        </pc:sldMkLst>
      </pc:sldChg>
      <pc:sldChg chg="modSp add mod">
        <pc:chgData name="强 李" userId="cd6c7ec7188785ae" providerId="LiveId" clId="{1058B8CB-F7DF-4341-B732-90B2ED8A0713}" dt="2025-04-12T21:36:12.140" v="4850" actId="404"/>
        <pc:sldMkLst>
          <pc:docMk/>
          <pc:sldMk cId="1212228889" sldId="625"/>
        </pc:sldMkLst>
        <pc:spChg chg="mod">
          <ac:chgData name="强 李" userId="cd6c7ec7188785ae" providerId="LiveId" clId="{1058B8CB-F7DF-4341-B732-90B2ED8A0713}" dt="2025-04-12T21:36:12.140" v="4850" actId="404"/>
          <ac:spMkLst>
            <pc:docMk/>
            <pc:sldMk cId="1212228889" sldId="625"/>
            <ac:spMk id="2" creationId="{DE65E207-C63E-B994-BD18-C08556A6DFB8}"/>
          </ac:spMkLst>
        </pc:spChg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3679301989" sldId="625"/>
        </pc:sldMkLst>
      </pc:sldChg>
      <pc:sldChg chg="del">
        <pc:chgData name="强 李" userId="cd6c7ec7188785ae" providerId="LiveId" clId="{1058B8CB-F7DF-4341-B732-90B2ED8A0713}" dt="2025-04-12T10:53:52.148" v="1334" actId="47"/>
        <pc:sldMkLst>
          <pc:docMk/>
          <pc:sldMk cId="347830581" sldId="626"/>
        </pc:sldMkLst>
      </pc:sldChg>
      <pc:sldChg chg="modSp add mod">
        <pc:chgData name="强 李" userId="cd6c7ec7188785ae" providerId="LiveId" clId="{1058B8CB-F7DF-4341-B732-90B2ED8A0713}" dt="2025-04-12T21:36:34.222" v="4856" actId="404"/>
        <pc:sldMkLst>
          <pc:docMk/>
          <pc:sldMk cId="2950665514" sldId="626"/>
        </pc:sldMkLst>
        <pc:spChg chg="mod">
          <ac:chgData name="强 李" userId="cd6c7ec7188785ae" providerId="LiveId" clId="{1058B8CB-F7DF-4341-B732-90B2ED8A0713}" dt="2025-04-12T21:36:34.222" v="4856" actId="404"/>
          <ac:spMkLst>
            <pc:docMk/>
            <pc:sldMk cId="2950665514" sldId="626"/>
            <ac:spMk id="2" creationId="{0228CCAA-0C88-92EC-8FA1-176469181DDE}"/>
          </ac:spMkLst>
        </pc:spChg>
      </pc:sldChg>
      <pc:sldChg chg="modSp add mod">
        <pc:chgData name="强 李" userId="cd6c7ec7188785ae" providerId="LiveId" clId="{1058B8CB-F7DF-4341-B732-90B2ED8A0713}" dt="2025-04-12T21:37:32.377" v="4898" actId="403"/>
        <pc:sldMkLst>
          <pc:docMk/>
          <pc:sldMk cId="3776895944" sldId="627"/>
        </pc:sldMkLst>
        <pc:spChg chg="mod">
          <ac:chgData name="强 李" userId="cd6c7ec7188785ae" providerId="LiveId" clId="{1058B8CB-F7DF-4341-B732-90B2ED8A0713}" dt="2025-04-12T21:37:32.377" v="4898" actId="403"/>
          <ac:spMkLst>
            <pc:docMk/>
            <pc:sldMk cId="3776895944" sldId="627"/>
            <ac:spMk id="2" creationId="{FDC38625-8BC2-C059-8ADD-0DDF9C08FA3C}"/>
          </ac:spMkLst>
        </pc:spChg>
      </pc:sldChg>
      <pc:sldChg chg="modSp add mod">
        <pc:chgData name="强 李" userId="cd6c7ec7188785ae" providerId="LiveId" clId="{1058B8CB-F7DF-4341-B732-90B2ED8A0713}" dt="2025-04-12T21:40:08.175" v="5147" actId="15"/>
        <pc:sldMkLst>
          <pc:docMk/>
          <pc:sldMk cId="2746589217" sldId="628"/>
        </pc:sldMkLst>
        <pc:spChg chg="mod">
          <ac:chgData name="强 李" userId="cd6c7ec7188785ae" providerId="LiveId" clId="{1058B8CB-F7DF-4341-B732-90B2ED8A0713}" dt="2025-04-12T21:40:08.175" v="5147" actId="15"/>
          <ac:spMkLst>
            <pc:docMk/>
            <pc:sldMk cId="2746589217" sldId="628"/>
            <ac:spMk id="2" creationId="{2B4E5EDD-30BA-9B21-702F-1326163F170E}"/>
          </ac:spMkLst>
        </pc:spChg>
        <pc:spChg chg="mod">
          <ac:chgData name="强 李" userId="cd6c7ec7188785ae" providerId="LiveId" clId="{1058B8CB-F7DF-4341-B732-90B2ED8A0713}" dt="2025-04-12T13:03:25.431" v="3432"/>
          <ac:spMkLst>
            <pc:docMk/>
            <pc:sldMk cId="2746589217" sldId="628"/>
            <ac:spMk id="18" creationId="{48EF0358-CCCA-0901-0DE5-D0959E3C334E}"/>
          </ac:spMkLst>
        </pc:spChg>
      </pc:sldChg>
      <pc:sldChg chg="modSp add mod">
        <pc:chgData name="强 李" userId="cd6c7ec7188785ae" providerId="LiveId" clId="{1058B8CB-F7DF-4341-B732-90B2ED8A0713}" dt="2025-04-12T21:44:45.338" v="5187"/>
        <pc:sldMkLst>
          <pc:docMk/>
          <pc:sldMk cId="1560226909" sldId="629"/>
        </pc:sldMkLst>
        <pc:spChg chg="mod">
          <ac:chgData name="强 李" userId="cd6c7ec7188785ae" providerId="LiveId" clId="{1058B8CB-F7DF-4341-B732-90B2ED8A0713}" dt="2025-04-12T21:44:45.338" v="5187"/>
          <ac:spMkLst>
            <pc:docMk/>
            <pc:sldMk cId="1560226909" sldId="629"/>
            <ac:spMk id="2" creationId="{F0710632-A635-6A3C-5973-568EDE677715}"/>
          </ac:spMkLst>
        </pc:spChg>
      </pc:sldChg>
      <pc:sldChg chg="modSp add mod">
        <pc:chgData name="强 李" userId="cd6c7ec7188785ae" providerId="LiveId" clId="{1058B8CB-F7DF-4341-B732-90B2ED8A0713}" dt="2025-04-12T21:46:32.861" v="5279" actId="15"/>
        <pc:sldMkLst>
          <pc:docMk/>
          <pc:sldMk cId="3314874517" sldId="630"/>
        </pc:sldMkLst>
        <pc:spChg chg="mod">
          <ac:chgData name="强 李" userId="cd6c7ec7188785ae" providerId="LiveId" clId="{1058B8CB-F7DF-4341-B732-90B2ED8A0713}" dt="2025-04-12T21:46:32.861" v="5279" actId="15"/>
          <ac:spMkLst>
            <pc:docMk/>
            <pc:sldMk cId="3314874517" sldId="630"/>
            <ac:spMk id="2" creationId="{6D034956-65A5-7A6B-2DB8-AB15861B7A6F}"/>
          </ac:spMkLst>
        </pc:spChg>
      </pc:sldChg>
      <pc:sldChg chg="modSp add mod">
        <pc:chgData name="强 李" userId="cd6c7ec7188785ae" providerId="LiveId" clId="{1058B8CB-F7DF-4341-B732-90B2ED8A0713}" dt="2025-04-12T21:50:02.953" v="5618"/>
        <pc:sldMkLst>
          <pc:docMk/>
          <pc:sldMk cId="4010634688" sldId="631"/>
        </pc:sldMkLst>
        <pc:spChg chg="mod">
          <ac:chgData name="强 李" userId="cd6c7ec7188785ae" providerId="LiveId" clId="{1058B8CB-F7DF-4341-B732-90B2ED8A0713}" dt="2025-04-12T21:50:02.953" v="5618"/>
          <ac:spMkLst>
            <pc:docMk/>
            <pc:sldMk cId="4010634688" sldId="631"/>
            <ac:spMk id="2" creationId="{CC684F88-5D1C-583A-D3D4-612187E3CC78}"/>
          </ac:spMkLst>
        </pc:spChg>
      </pc:sldChg>
    </pc:docChg>
  </pc:docChgLst>
  <pc:docChgLst>
    <pc:chgData name="强 李" userId="cd6c7ec7188785ae" providerId="LiveId" clId="{F0E3CB0B-2BB1-4E48-B7AA-F2A551CEEF7D}"/>
    <pc:docChg chg="undo custSel addSld delSld modSld sldOrd">
      <pc:chgData name="强 李" userId="cd6c7ec7188785ae" providerId="LiveId" clId="{F0E3CB0B-2BB1-4E48-B7AA-F2A551CEEF7D}" dt="2025-01-11T22:29:23.014" v="1810" actId="47"/>
      <pc:docMkLst>
        <pc:docMk/>
      </pc:docMkLst>
      <pc:sldChg chg="modSp mod">
        <pc:chgData name="强 李" userId="cd6c7ec7188785ae" providerId="LiveId" clId="{F0E3CB0B-2BB1-4E48-B7AA-F2A551CEEF7D}" dt="2025-01-11T22:17:42.793" v="1767" actId="207"/>
        <pc:sldMkLst>
          <pc:docMk/>
          <pc:sldMk cId="0" sldId="425"/>
        </pc:sldMkLst>
      </pc:sldChg>
      <pc:sldChg chg="modSp mod">
        <pc:chgData name="强 李" userId="cd6c7ec7188785ae" providerId="LiveId" clId="{F0E3CB0B-2BB1-4E48-B7AA-F2A551CEEF7D}" dt="2025-01-11T22:23:22.639" v="1778"/>
        <pc:sldMkLst>
          <pc:docMk/>
          <pc:sldMk cId="54695671" sldId="531"/>
        </pc:sldMkLst>
      </pc:sldChg>
      <pc:sldChg chg="modSp">
        <pc:chgData name="强 李" userId="cd6c7ec7188785ae" providerId="LiveId" clId="{F0E3CB0B-2BB1-4E48-B7AA-F2A551CEEF7D}" dt="2025-01-11T14:57:47.021" v="1733"/>
        <pc:sldMkLst>
          <pc:docMk/>
          <pc:sldMk cId="419382719" sldId="552"/>
        </pc:sldMkLst>
      </pc:sldChg>
      <pc:sldChg chg="modSp mod">
        <pc:chgData name="强 李" userId="cd6c7ec7188785ae" providerId="LiveId" clId="{F0E3CB0B-2BB1-4E48-B7AA-F2A551CEEF7D}" dt="2025-01-11T07:40:51.935" v="825" actId="6549"/>
        <pc:sldMkLst>
          <pc:docMk/>
          <pc:sldMk cId="340286292" sldId="594"/>
        </pc:sldMkLst>
      </pc:sldChg>
      <pc:sldChg chg="modSp mod">
        <pc:chgData name="强 李" userId="cd6c7ec7188785ae" providerId="LiveId" clId="{F0E3CB0B-2BB1-4E48-B7AA-F2A551CEEF7D}" dt="2025-01-11T07:34:42.863" v="658" actId="20577"/>
        <pc:sldMkLst>
          <pc:docMk/>
          <pc:sldMk cId="1722492924" sldId="609"/>
        </pc:sldMkLst>
      </pc:sldChg>
      <pc:sldChg chg="modSp add mod">
        <pc:chgData name="强 李" userId="cd6c7ec7188785ae" providerId="LiveId" clId="{F0E3CB0B-2BB1-4E48-B7AA-F2A551CEEF7D}" dt="2025-01-11T07:42:34.995" v="869" actId="1035"/>
        <pc:sldMkLst>
          <pc:docMk/>
          <pc:sldMk cId="2760210375" sldId="610"/>
        </pc:sldMkLst>
      </pc:sldChg>
      <pc:sldChg chg="modSp add mod">
        <pc:chgData name="强 李" userId="cd6c7ec7188785ae" providerId="LiveId" clId="{F0E3CB0B-2BB1-4E48-B7AA-F2A551CEEF7D}" dt="2025-01-11T14:24:39.250" v="966" actId="6549"/>
        <pc:sldMkLst>
          <pc:docMk/>
          <pc:sldMk cId="198999163" sldId="611"/>
        </pc:sldMkLst>
      </pc:sldChg>
      <pc:sldChg chg="modSp add mod">
        <pc:chgData name="强 李" userId="cd6c7ec7188785ae" providerId="LiveId" clId="{F0E3CB0B-2BB1-4E48-B7AA-F2A551CEEF7D}" dt="2025-01-11T07:45:14.843" v="891"/>
        <pc:sldMkLst>
          <pc:docMk/>
          <pc:sldMk cId="3764677725" sldId="612"/>
        </pc:sldMkLst>
      </pc:sldChg>
      <pc:sldChg chg="modSp add mod">
        <pc:chgData name="强 李" userId="cd6c7ec7188785ae" providerId="LiveId" clId="{F0E3CB0B-2BB1-4E48-B7AA-F2A551CEEF7D}" dt="2025-01-11T14:30:41.460" v="1315"/>
        <pc:sldMkLst>
          <pc:docMk/>
          <pc:sldMk cId="405129243" sldId="613"/>
        </pc:sldMkLst>
      </pc:sldChg>
      <pc:sldChg chg="modSp add mod">
        <pc:chgData name="强 李" userId="cd6c7ec7188785ae" providerId="LiveId" clId="{F0E3CB0B-2BB1-4E48-B7AA-F2A551CEEF7D}" dt="2025-01-11T22:28:18.734" v="1809"/>
        <pc:sldMkLst>
          <pc:docMk/>
          <pc:sldMk cId="204469289" sldId="614"/>
        </pc:sldMkLst>
      </pc:sldChg>
      <pc:sldChg chg="modSp add mod">
        <pc:chgData name="强 李" userId="cd6c7ec7188785ae" providerId="LiveId" clId="{F0E3CB0B-2BB1-4E48-B7AA-F2A551CEEF7D}" dt="2025-01-11T14:42:47.809" v="1428" actId="6549"/>
        <pc:sldMkLst>
          <pc:docMk/>
          <pc:sldMk cId="2085745645" sldId="615"/>
        </pc:sldMkLst>
      </pc:sldChg>
      <pc:sldChg chg="modSp add mod">
        <pc:chgData name="强 李" userId="cd6c7ec7188785ae" providerId="LiveId" clId="{F0E3CB0B-2BB1-4E48-B7AA-F2A551CEEF7D}" dt="2025-01-11T14:45:07.326" v="1521" actId="6549"/>
        <pc:sldMkLst>
          <pc:docMk/>
          <pc:sldMk cId="3279614268" sldId="616"/>
        </pc:sldMkLst>
      </pc:sldChg>
      <pc:sldChg chg="add del ord">
        <pc:chgData name="强 李" userId="cd6c7ec7188785ae" providerId="LiveId" clId="{F0E3CB0B-2BB1-4E48-B7AA-F2A551CEEF7D}" dt="2025-01-11T22:29:23.014" v="1810" actId="47"/>
        <pc:sldMkLst>
          <pc:docMk/>
          <pc:sldMk cId="3110420441" sldId="617"/>
        </pc:sldMkLst>
      </pc:sldChg>
      <pc:sldChg chg="modSp add mod">
        <pc:chgData name="强 李" userId="cd6c7ec7188785ae" providerId="LiveId" clId="{F0E3CB0B-2BB1-4E48-B7AA-F2A551CEEF7D}" dt="2025-01-11T14:49:47.238" v="1618"/>
        <pc:sldMkLst>
          <pc:docMk/>
          <pc:sldMk cId="3450556773" sldId="618"/>
        </pc:sldMkLst>
      </pc:sldChg>
      <pc:sldChg chg="modSp add mod">
        <pc:chgData name="强 李" userId="cd6c7ec7188785ae" providerId="LiveId" clId="{F0E3CB0B-2BB1-4E48-B7AA-F2A551CEEF7D}" dt="2025-01-11T14:51:42.725" v="1637" actId="20577"/>
        <pc:sldMkLst>
          <pc:docMk/>
          <pc:sldMk cId="688691075" sldId="619"/>
        </pc:sldMkLst>
      </pc:sldChg>
      <pc:sldChg chg="modSp add mod ord">
        <pc:chgData name="强 李" userId="cd6c7ec7188785ae" providerId="LiveId" clId="{F0E3CB0B-2BB1-4E48-B7AA-F2A551CEEF7D}" dt="2025-01-11T14:54:02.747" v="1697" actId="20577"/>
        <pc:sldMkLst>
          <pc:docMk/>
          <pc:sldMk cId="2358058328" sldId="620"/>
        </pc:sldMkLst>
      </pc:sldChg>
      <pc:sldChg chg="modSp add mod">
        <pc:chgData name="强 李" userId="cd6c7ec7188785ae" providerId="LiveId" clId="{F0E3CB0B-2BB1-4E48-B7AA-F2A551CEEF7D}" dt="2025-01-11T14:55:54.043" v="1709" actId="15"/>
        <pc:sldMkLst>
          <pc:docMk/>
          <pc:sldMk cId="1993124358" sldId="621"/>
        </pc:sldMkLst>
      </pc:sldChg>
      <pc:sldChg chg="modSp add mod">
        <pc:chgData name="强 李" userId="cd6c7ec7188785ae" providerId="LiveId" clId="{F0E3CB0B-2BB1-4E48-B7AA-F2A551CEEF7D}" dt="2025-01-11T14:56:59.479" v="1729" actId="6549"/>
        <pc:sldMkLst>
          <pc:docMk/>
          <pc:sldMk cId="2742710798" sldId="622"/>
        </pc:sldMkLst>
      </pc:sldChg>
      <pc:sldChg chg="add del">
        <pc:chgData name="强 李" userId="cd6c7ec7188785ae" providerId="LiveId" clId="{F0E3CB0B-2BB1-4E48-B7AA-F2A551CEEF7D}" dt="2025-01-11T14:56:00.964" v="1710" actId="47"/>
        <pc:sldMkLst>
          <pc:docMk/>
          <pc:sldMk cId="3128709468" sldId="622"/>
        </pc:sldMkLst>
      </pc:sldChg>
      <pc:sldChg chg="add del">
        <pc:chgData name="强 李" userId="cd6c7ec7188785ae" providerId="LiveId" clId="{F0E3CB0B-2BB1-4E48-B7AA-F2A551CEEF7D}" dt="2025-01-11T14:56:04.837" v="1711" actId="47"/>
        <pc:sldMkLst>
          <pc:docMk/>
          <pc:sldMk cId="794234258" sldId="623"/>
        </pc:sldMkLst>
      </pc:sldChg>
      <pc:sldChg chg="del">
        <pc:chgData name="强 李" userId="cd6c7ec7188785ae" providerId="LiveId" clId="{F0E3CB0B-2BB1-4E48-B7AA-F2A551CEEF7D}" dt="2025-01-11T07:37:06.195" v="753" actId="47"/>
        <pc:sldMkLst>
          <pc:docMk/>
          <pc:sldMk cId="1982839360" sldId="629"/>
        </pc:sldMkLst>
      </pc:sldChg>
      <pc:sldChg chg="del">
        <pc:chgData name="强 李" userId="cd6c7ec7188785ae" providerId="LiveId" clId="{F0E3CB0B-2BB1-4E48-B7AA-F2A551CEEF7D}" dt="2025-01-11T07:37:06.195" v="753" actId="47"/>
        <pc:sldMkLst>
          <pc:docMk/>
          <pc:sldMk cId="2710679571" sldId="630"/>
        </pc:sldMkLst>
      </pc:sldChg>
      <pc:sldChg chg="del">
        <pc:chgData name="强 李" userId="cd6c7ec7188785ae" providerId="LiveId" clId="{F0E3CB0B-2BB1-4E48-B7AA-F2A551CEEF7D}" dt="2025-01-11T07:37:06.195" v="753" actId="47"/>
        <pc:sldMkLst>
          <pc:docMk/>
          <pc:sldMk cId="226442056" sldId="631"/>
        </pc:sldMkLst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D87E970D-CF4E-4F5F-B8B8-3124DB836EA1}"/>
    <pc:docChg chg="undo custSel addSld delSld modSld">
      <pc:chgData name="强 李" userId="cd6c7ec7188785ae" providerId="LiveId" clId="{D87E970D-CF4E-4F5F-B8B8-3124DB836EA1}" dt="2024-12-07T23:39:23.830" v="902" actId="6549"/>
      <pc:docMkLst>
        <pc:docMk/>
      </pc:docMkLst>
      <pc:sldChg chg="modSp mod">
        <pc:chgData name="强 李" userId="cd6c7ec7188785ae" providerId="LiveId" clId="{D87E970D-CF4E-4F5F-B8B8-3124DB836EA1}" dt="2024-12-07T17:01:41.313" v="216" actId="20577"/>
        <pc:sldMkLst>
          <pc:docMk/>
          <pc:sldMk cId="0" sldId="425"/>
        </pc:sldMkLst>
      </pc:sldChg>
      <pc:sldChg chg="modSp mod">
        <pc:chgData name="强 李" userId="cd6c7ec7188785ae" providerId="LiveId" clId="{D87E970D-CF4E-4F5F-B8B8-3124DB836EA1}" dt="2024-12-07T17:05:24.505" v="414" actId="14100"/>
        <pc:sldMkLst>
          <pc:docMk/>
          <pc:sldMk cId="54695671" sldId="531"/>
        </pc:sldMkLst>
      </pc:sldChg>
      <pc:sldChg chg="modSp">
        <pc:chgData name="强 李" userId="cd6c7ec7188785ae" providerId="LiveId" clId="{D87E970D-CF4E-4F5F-B8B8-3124DB836EA1}" dt="2024-12-07T17:16:08.364" v="728"/>
        <pc:sldMkLst>
          <pc:docMk/>
          <pc:sldMk cId="419382719" sldId="552"/>
        </pc:sldMkLst>
      </pc:sldChg>
      <pc:sldChg chg="modSp">
        <pc:chgData name="强 李" userId="cd6c7ec7188785ae" providerId="LiveId" clId="{D87E970D-CF4E-4F5F-B8B8-3124DB836EA1}" dt="2024-12-07T17:00:30.318" v="206"/>
        <pc:sldMkLst>
          <pc:docMk/>
          <pc:sldMk cId="3418790839" sldId="554"/>
        </pc:sldMkLst>
      </pc:sldChg>
      <pc:sldChg chg="modSp mod">
        <pc:chgData name="强 李" userId="cd6c7ec7188785ae" providerId="LiveId" clId="{D87E970D-CF4E-4F5F-B8B8-3124DB836EA1}" dt="2024-12-07T17:20:26.316" v="746"/>
        <pc:sldMkLst>
          <pc:docMk/>
          <pc:sldMk cId="1911491714" sldId="560"/>
        </pc:sldMkLst>
      </pc:sldChg>
      <pc:sldChg chg="modSp mod">
        <pc:chgData name="强 李" userId="cd6c7ec7188785ae" providerId="LiveId" clId="{D87E970D-CF4E-4F5F-B8B8-3124DB836EA1}" dt="2024-12-07T17:07:28.609" v="441" actId="207"/>
        <pc:sldMkLst>
          <pc:docMk/>
          <pc:sldMk cId="340286292" sldId="594"/>
        </pc:sldMkLst>
      </pc:sldChg>
      <pc:sldChg chg="del mod modShow">
        <pc:chgData name="强 李" userId="cd6c7ec7188785ae" providerId="LiveId" clId="{D87E970D-CF4E-4F5F-B8B8-3124DB836EA1}" dt="2024-12-07T17:20:12.053" v="729" actId="47"/>
        <pc:sldMkLst>
          <pc:docMk/>
          <pc:sldMk cId="1301125905" sldId="608"/>
        </pc:sldMkLst>
      </pc:sldChg>
      <pc:sldChg chg="modSp mod">
        <pc:chgData name="强 李" userId="cd6c7ec7188785ae" providerId="LiveId" clId="{D87E970D-CF4E-4F5F-B8B8-3124DB836EA1}" dt="2024-12-07T17:03:14.953" v="229" actId="1076"/>
        <pc:sldMkLst>
          <pc:docMk/>
          <pc:sldMk cId="1722492924" sldId="609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2849952193" sldId="617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2691584882" sldId="618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157853694" sldId="619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2792115915" sldId="620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3157673540" sldId="621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593641506" sldId="622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3875507822" sldId="623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276158091" sldId="624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3770578822" sldId="625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435738991" sldId="626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691257325" sldId="627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661463099" sldId="628"/>
        </pc:sldMkLst>
      </pc:sldChg>
      <pc:sldChg chg="modSp add mod">
        <pc:chgData name="强 李" userId="cd6c7ec7188785ae" providerId="LiveId" clId="{D87E970D-CF4E-4F5F-B8B8-3124DB836EA1}" dt="2024-12-07T17:12:28.688" v="605" actId="108"/>
        <pc:sldMkLst>
          <pc:docMk/>
          <pc:sldMk cId="1982839360" sldId="629"/>
        </pc:sldMkLst>
      </pc:sldChg>
      <pc:sldChg chg="modSp add mod">
        <pc:chgData name="强 李" userId="cd6c7ec7188785ae" providerId="LiveId" clId="{D87E970D-CF4E-4F5F-B8B8-3124DB836EA1}" dt="2024-12-07T23:36:42.019" v="812" actId="20577"/>
        <pc:sldMkLst>
          <pc:docMk/>
          <pc:sldMk cId="2710679571" sldId="630"/>
        </pc:sldMkLst>
      </pc:sldChg>
      <pc:sldChg chg="modSp add mod">
        <pc:chgData name="强 李" userId="cd6c7ec7188785ae" providerId="LiveId" clId="{D87E970D-CF4E-4F5F-B8B8-3124DB836EA1}" dt="2024-12-07T23:39:23.830" v="902" actId="6549"/>
        <pc:sldMkLst>
          <pc:docMk/>
          <pc:sldMk cId="226442056" sldId="631"/>
        </pc:sldMkLst>
      </pc:sldChg>
    </pc:docChg>
  </pc:docChgLst>
  <pc:docChgLst>
    <pc:chgData name="强 李" userId="cd6c7ec7188785ae" providerId="LiveId" clId="{57F995F4-A061-40B7-A2D8-F33AF6A8A4CC}"/>
    <pc:docChg chg="undo custSel addSld delSld modSld sldOrd">
      <pc:chgData name="强 李" userId="cd6c7ec7188785ae" providerId="LiveId" clId="{57F995F4-A061-40B7-A2D8-F33AF6A8A4CC}" dt="2024-11-02T13:30:08.488" v="3023"/>
      <pc:docMkLst>
        <pc:docMk/>
      </pc:docMkLst>
      <pc:sldChg chg="modSp mod">
        <pc:chgData name="强 李" userId="cd6c7ec7188785ae" providerId="LiveId" clId="{57F995F4-A061-40B7-A2D8-F33AF6A8A4CC}" dt="2024-11-02T12:19:03.849" v="1276" actId="6549"/>
        <pc:sldMkLst>
          <pc:docMk/>
          <pc:sldMk cId="340286292" sldId="594"/>
        </pc:sldMkLst>
      </pc:sldChg>
      <pc:sldChg chg="addSp delSp modSp mod">
        <pc:chgData name="强 李" userId="cd6c7ec7188785ae" providerId="LiveId" clId="{57F995F4-A061-40B7-A2D8-F33AF6A8A4CC}" dt="2024-11-02T13:29:06.519" v="3016" actId="26606"/>
        <pc:sldMkLst>
          <pc:docMk/>
          <pc:sldMk cId="1301125905" sldId="608"/>
        </pc:sldMkLst>
      </pc:sldChg>
      <pc:sldChg chg="delSp modSp mod modNotesTx">
        <pc:chgData name="强 李" userId="cd6c7ec7188785ae" providerId="LiveId" clId="{57F995F4-A061-40B7-A2D8-F33AF6A8A4CC}" dt="2024-11-02T11:31:15.239" v="498" actId="20577"/>
        <pc:sldMkLst>
          <pc:docMk/>
          <pc:sldMk cId="1722492924" sldId="609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283152500" sldId="610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793699087" sldId="611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3072232056" sldId="612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832916219" sldId="613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876084684" sldId="614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292999500" sldId="615"/>
        </pc:sldMkLst>
      </pc:sldChg>
      <pc:sldChg chg="addSp modSp new del mod">
        <pc:chgData name="强 李" userId="cd6c7ec7188785ae" providerId="LiveId" clId="{57F995F4-A061-40B7-A2D8-F33AF6A8A4CC}" dt="2024-11-02T12:54:23.409" v="1833" actId="47"/>
        <pc:sldMkLst>
          <pc:docMk/>
          <pc:sldMk cId="3450422405" sldId="616"/>
        </pc:sldMkLst>
      </pc:sldChg>
      <pc:sldChg chg="addSp delSp modSp add mod setBg">
        <pc:chgData name="强 李" userId="cd6c7ec7188785ae" providerId="LiveId" clId="{57F995F4-A061-40B7-A2D8-F33AF6A8A4CC}" dt="2024-11-02T12:50:09.222" v="1776" actId="167"/>
        <pc:sldMkLst>
          <pc:docMk/>
          <pc:sldMk cId="2849952193" sldId="617"/>
        </pc:sldMkLst>
      </pc:sldChg>
      <pc:sldChg chg="modSp add mod">
        <pc:chgData name="强 李" userId="cd6c7ec7188785ae" providerId="LiveId" clId="{57F995F4-A061-40B7-A2D8-F33AF6A8A4CC}" dt="2024-11-02T12:53:43.549" v="1830"/>
        <pc:sldMkLst>
          <pc:docMk/>
          <pc:sldMk cId="2691584882" sldId="618"/>
        </pc:sldMkLst>
      </pc:sldChg>
      <pc:sldChg chg="modSp add mod">
        <pc:chgData name="强 李" userId="cd6c7ec7188785ae" providerId="LiveId" clId="{57F995F4-A061-40B7-A2D8-F33AF6A8A4CC}" dt="2024-11-02T12:53:14.374" v="1827" actId="20577"/>
        <pc:sldMkLst>
          <pc:docMk/>
          <pc:sldMk cId="1157853694" sldId="619"/>
        </pc:sldMkLst>
      </pc:sldChg>
      <pc:sldChg chg="modSp add mod">
        <pc:chgData name="强 李" userId="cd6c7ec7188785ae" providerId="LiveId" clId="{57F995F4-A061-40B7-A2D8-F33AF6A8A4CC}" dt="2024-11-02T13:07:36.257" v="2111" actId="6549"/>
        <pc:sldMkLst>
          <pc:docMk/>
          <pc:sldMk cId="2792115915" sldId="620"/>
        </pc:sldMkLst>
      </pc:sldChg>
      <pc:sldChg chg="modSp add mod ord">
        <pc:chgData name="强 李" userId="cd6c7ec7188785ae" providerId="LiveId" clId="{57F995F4-A061-40B7-A2D8-F33AF6A8A4CC}" dt="2024-11-02T13:05:29.614" v="2036"/>
        <pc:sldMkLst>
          <pc:docMk/>
          <pc:sldMk cId="3157673540" sldId="621"/>
        </pc:sldMkLst>
      </pc:sldChg>
      <pc:sldChg chg="modSp add mod">
        <pc:chgData name="强 李" userId="cd6c7ec7188785ae" providerId="LiveId" clId="{57F995F4-A061-40B7-A2D8-F33AF6A8A4CC}" dt="2024-11-02T13:09:06.139" v="2174" actId="6549"/>
        <pc:sldMkLst>
          <pc:docMk/>
          <pc:sldMk cId="1593641506" sldId="622"/>
        </pc:sldMkLst>
      </pc:sldChg>
      <pc:sldChg chg="modSp add mod">
        <pc:chgData name="强 李" userId="cd6c7ec7188785ae" providerId="LiveId" clId="{57F995F4-A061-40B7-A2D8-F33AF6A8A4CC}" dt="2024-11-02T13:16:48.252" v="2499" actId="6549"/>
        <pc:sldMkLst>
          <pc:docMk/>
          <pc:sldMk cId="3875507822" sldId="623"/>
        </pc:sldMkLst>
      </pc:sldChg>
      <pc:sldChg chg="modSp add mod">
        <pc:chgData name="强 李" userId="cd6c7ec7188785ae" providerId="LiveId" clId="{57F995F4-A061-40B7-A2D8-F33AF6A8A4CC}" dt="2024-11-02T13:19:23.631" v="2540" actId="6549"/>
        <pc:sldMkLst>
          <pc:docMk/>
          <pc:sldMk cId="1276158091" sldId="624"/>
        </pc:sldMkLst>
      </pc:sldChg>
      <pc:sldChg chg="modSp add mod">
        <pc:chgData name="强 李" userId="cd6c7ec7188785ae" providerId="LiveId" clId="{57F995F4-A061-40B7-A2D8-F33AF6A8A4CC}" dt="2024-11-02T13:20:26.388" v="2546" actId="6549"/>
        <pc:sldMkLst>
          <pc:docMk/>
          <pc:sldMk cId="3770578822" sldId="625"/>
        </pc:sldMkLst>
      </pc:sldChg>
      <pc:sldChg chg="modSp add mod">
        <pc:chgData name="强 李" userId="cd6c7ec7188785ae" providerId="LiveId" clId="{57F995F4-A061-40B7-A2D8-F33AF6A8A4CC}" dt="2024-11-02T13:21:40.327" v="2640" actId="15"/>
        <pc:sldMkLst>
          <pc:docMk/>
          <pc:sldMk cId="435738991" sldId="626"/>
        </pc:sldMkLst>
      </pc:sldChg>
      <pc:sldChg chg="modSp add mod">
        <pc:chgData name="强 李" userId="cd6c7ec7188785ae" providerId="LiveId" clId="{57F995F4-A061-40B7-A2D8-F33AF6A8A4CC}" dt="2024-11-02T13:23:17.901" v="2664" actId="6549"/>
        <pc:sldMkLst>
          <pc:docMk/>
          <pc:sldMk cId="691257325" sldId="627"/>
        </pc:sldMkLst>
      </pc:sldChg>
      <pc:sldChg chg="modSp add mod">
        <pc:chgData name="强 李" userId="cd6c7ec7188785ae" providerId="LiveId" clId="{57F995F4-A061-40B7-A2D8-F33AF6A8A4CC}" dt="2024-11-02T13:24:27.704" v="2686" actId="6549"/>
        <pc:sldMkLst>
          <pc:docMk/>
          <pc:sldMk cId="1661463099" sldId="628"/>
        </pc:sldMkLst>
      </pc:sldChg>
      <pc:sldChg chg="add del">
        <pc:chgData name="强 李" userId="cd6c7ec7188785ae" providerId="LiveId" clId="{57F995F4-A061-40B7-A2D8-F33AF6A8A4CC}" dt="2024-11-02T13:24:48.333" v="2688" actId="47"/>
        <pc:sldMkLst>
          <pc:docMk/>
          <pc:sldMk cId="2950844517" sldId="629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DE9C22DA-EF9C-4BF7-B19E-50E28DCB6DF5}"/>
    <pc:docChg chg="undo custSel addSld delSld modSld sldOrd">
      <pc:chgData name="强 李" userId="cd6c7ec7188785ae" providerId="LiveId" clId="{DE9C22DA-EF9C-4BF7-B19E-50E28DCB6DF5}" dt="2024-09-21T23:32:27.763" v="2412"/>
      <pc:docMkLst>
        <pc:docMk/>
      </pc:docMkLst>
      <pc:sldChg chg="modSp mod">
        <pc:chgData name="强 李" userId="cd6c7ec7188785ae" providerId="LiveId" clId="{DE9C22DA-EF9C-4BF7-B19E-50E28DCB6DF5}" dt="2024-09-21T14:13:31.891" v="93" actId="207"/>
        <pc:sldMkLst>
          <pc:docMk/>
          <pc:sldMk cId="0" sldId="425"/>
        </pc:sldMkLst>
      </pc:sldChg>
      <pc:sldChg chg="addSp delSp modSp mod">
        <pc:chgData name="强 李" userId="cd6c7ec7188785ae" providerId="LiveId" clId="{DE9C22DA-EF9C-4BF7-B19E-50E28DCB6DF5}" dt="2024-09-21T22:23:41.222" v="2355" actId="208"/>
        <pc:sldMkLst>
          <pc:docMk/>
          <pc:sldMk cId="54695671" sldId="531"/>
        </pc:sldMkLst>
      </pc:sldChg>
      <pc:sldChg chg="modSp mod">
        <pc:chgData name="强 李" userId="cd6c7ec7188785ae" providerId="LiveId" clId="{DE9C22DA-EF9C-4BF7-B19E-50E28DCB6DF5}" dt="2024-09-21T15:35:06.152" v="2254" actId="14100"/>
        <pc:sldMkLst>
          <pc:docMk/>
          <pc:sldMk cId="419382719" sldId="552"/>
        </pc:sldMkLst>
      </pc:sldChg>
      <pc:sldChg chg="delSp modSp del mod">
        <pc:chgData name="强 李" userId="cd6c7ec7188785ae" providerId="LiveId" clId="{DE9C22DA-EF9C-4BF7-B19E-50E28DCB6DF5}" dt="2024-09-21T14:25:44.378" v="434" actId="47"/>
        <pc:sldMkLst>
          <pc:docMk/>
          <pc:sldMk cId="530530540" sldId="553"/>
        </pc:sldMkLst>
      </pc:sldChg>
      <pc:sldChg chg="modSp mod modNotesTx">
        <pc:chgData name="强 李" userId="cd6c7ec7188785ae" providerId="LiveId" clId="{DE9C22DA-EF9C-4BF7-B19E-50E28DCB6DF5}" dt="2024-09-21T22:23:08.722" v="2353" actId="20577"/>
        <pc:sldMkLst>
          <pc:docMk/>
          <pc:sldMk cId="3418790839" sldId="554"/>
        </pc:sldMkLst>
      </pc:sldChg>
      <pc:sldChg chg="modSp mod">
        <pc:chgData name="强 李" userId="cd6c7ec7188785ae" providerId="LiveId" clId="{DE9C22DA-EF9C-4BF7-B19E-50E28DCB6DF5}" dt="2024-09-21T14:11:14.495" v="34"/>
        <pc:sldMkLst>
          <pc:docMk/>
          <pc:sldMk cId="1911491714" sldId="560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159884778" sldId="574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921434846" sldId="587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2648053192" sldId="588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534191096" sldId="589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207264488" sldId="590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91062220" sldId="591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46377894" sldId="592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68762565" sldId="593"/>
        </pc:sldMkLst>
      </pc:sldChg>
      <pc:sldChg chg="modSp mod ord">
        <pc:chgData name="强 李" userId="cd6c7ec7188785ae" providerId="LiveId" clId="{DE9C22DA-EF9C-4BF7-B19E-50E28DCB6DF5}" dt="2024-09-21T14:45:19.286" v="671" actId="20577"/>
        <pc:sldMkLst>
          <pc:docMk/>
          <pc:sldMk cId="340286292" sldId="594"/>
        </pc:sldMkLst>
      </pc:sldChg>
      <pc:sldChg chg="delSp modSp mod">
        <pc:chgData name="强 李" userId="cd6c7ec7188785ae" providerId="LiveId" clId="{DE9C22DA-EF9C-4BF7-B19E-50E28DCB6DF5}" dt="2024-09-21T23:31:21.939" v="2398" actId="207"/>
        <pc:sldMkLst>
          <pc:docMk/>
          <pc:sldMk cId="3965997736" sldId="598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03489816" sldId="599"/>
        </pc:sldMkLst>
      </pc:sldChg>
      <pc:sldChg chg="modSp add mod">
        <pc:chgData name="强 李" userId="cd6c7ec7188785ae" providerId="LiveId" clId="{DE9C22DA-EF9C-4BF7-B19E-50E28DCB6DF5}" dt="2024-09-21T15:20:49.819" v="1894"/>
        <pc:sldMkLst>
          <pc:docMk/>
          <pc:sldMk cId="4081840699" sldId="599"/>
        </pc:sldMkLst>
      </pc:sldChg>
      <pc:sldChg chg="add del">
        <pc:chgData name="强 李" userId="cd6c7ec7188785ae" providerId="LiveId" clId="{DE9C22DA-EF9C-4BF7-B19E-50E28DCB6DF5}" dt="2024-09-21T14:45:37.905" v="672" actId="47"/>
        <pc:sldMkLst>
          <pc:docMk/>
          <pc:sldMk cId="1283817498" sldId="600"/>
        </pc:sldMkLst>
      </pc:sldChg>
      <pc:sldChg chg="del">
        <pc:chgData name="强 李" userId="cd6c7ec7188785ae" providerId="LiveId" clId="{DE9C22DA-EF9C-4BF7-B19E-50E28DCB6DF5}" dt="2024-09-21T14:26:42.062" v="442" actId="47"/>
        <pc:sldMkLst>
          <pc:docMk/>
          <pc:sldMk cId="125507599" sldId="601"/>
        </pc:sldMkLst>
      </pc:sldChg>
      <pc:sldChg chg="modSp add mod">
        <pc:chgData name="强 李" userId="cd6c7ec7188785ae" providerId="LiveId" clId="{DE9C22DA-EF9C-4BF7-B19E-50E28DCB6DF5}" dt="2024-09-21T14:43:53.718" v="659" actId="20577"/>
        <pc:sldMkLst>
          <pc:docMk/>
          <pc:sldMk cId="2538305957" sldId="601"/>
        </pc:sldMkLst>
      </pc:sldChg>
      <pc:sldChg chg="modSp add mod">
        <pc:chgData name="强 李" userId="cd6c7ec7188785ae" providerId="LiveId" clId="{DE9C22DA-EF9C-4BF7-B19E-50E28DCB6DF5}" dt="2024-09-21T14:44:59.038" v="668"/>
        <pc:sldMkLst>
          <pc:docMk/>
          <pc:sldMk cId="78345744" sldId="602"/>
        </pc:sldMkLst>
      </pc:sldChg>
      <pc:sldChg chg="modSp add mod">
        <pc:chgData name="强 李" userId="cd6c7ec7188785ae" providerId="LiveId" clId="{DE9C22DA-EF9C-4BF7-B19E-50E28DCB6DF5}" dt="2024-09-21T14:50:04.570" v="926" actId="6549"/>
        <pc:sldMkLst>
          <pc:docMk/>
          <pc:sldMk cId="1450588716" sldId="603"/>
        </pc:sldMkLst>
      </pc:sldChg>
      <pc:sldChg chg="modSp add mod">
        <pc:chgData name="强 李" userId="cd6c7ec7188785ae" providerId="LiveId" clId="{DE9C22DA-EF9C-4BF7-B19E-50E28DCB6DF5}" dt="2024-09-21T15:08:24.172" v="1372"/>
        <pc:sldMkLst>
          <pc:docMk/>
          <pc:sldMk cId="359668770" sldId="604"/>
        </pc:sldMkLst>
      </pc:sldChg>
      <pc:sldChg chg="modSp add mod">
        <pc:chgData name="强 李" userId="cd6c7ec7188785ae" providerId="LiveId" clId="{DE9C22DA-EF9C-4BF7-B19E-50E28DCB6DF5}" dt="2024-09-21T15:15:58.564" v="1675" actId="6549"/>
        <pc:sldMkLst>
          <pc:docMk/>
          <pc:sldMk cId="1727666922" sldId="605"/>
        </pc:sldMkLst>
      </pc:sldChg>
      <pc:sldChg chg="modSp add mod">
        <pc:chgData name="强 李" userId="cd6c7ec7188785ae" providerId="LiveId" clId="{DE9C22DA-EF9C-4BF7-B19E-50E28DCB6DF5}" dt="2024-09-21T22:26:01.900" v="2396" actId="15"/>
        <pc:sldMkLst>
          <pc:docMk/>
          <pc:sldMk cId="4035781716" sldId="606"/>
        </pc:sldMkLst>
      </pc:sldChg>
      <pc:sldChg chg="modSp add mod">
        <pc:chgData name="强 李" userId="cd6c7ec7188785ae" providerId="LiveId" clId="{DE9C22DA-EF9C-4BF7-B19E-50E28DCB6DF5}" dt="2024-09-21T15:25:51.965" v="2019" actId="6549"/>
        <pc:sldMkLst>
          <pc:docMk/>
          <pc:sldMk cId="562774613" sldId="607"/>
        </pc:sldMkLst>
      </pc:sldChg>
      <pc:sldChg chg="addSp delSp modSp add mod setBg modClrScheme chgLayout">
        <pc:chgData name="强 李" userId="cd6c7ec7188785ae" providerId="LiveId" clId="{DE9C22DA-EF9C-4BF7-B19E-50E28DCB6DF5}" dt="2024-09-21T23:32:27.763" v="2412"/>
        <pc:sldMkLst>
          <pc:docMk/>
          <pc:sldMk cId="1301125905" sldId="608"/>
        </pc:sldMkLst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</pc:docChg>
  </pc:docChgLst>
  <pc:docChgLst>
    <pc:chgData name="强 李" userId="cd6c7ec7188785ae" providerId="LiveId" clId="{C1DA640A-E471-4813-B4F9-3731697E640C}"/>
    <pc:docChg chg="undo custSel addSld modSld">
      <pc:chgData name="强 李" userId="cd6c7ec7188785ae" providerId="LiveId" clId="{C1DA640A-E471-4813-B4F9-3731697E640C}" dt="2025-03-15T07:52:19.635" v="1763" actId="1076"/>
      <pc:docMkLst>
        <pc:docMk/>
      </pc:docMkLst>
      <pc:sldChg chg="addSp delSp modSp mod">
        <pc:chgData name="强 李" userId="cd6c7ec7188785ae" providerId="LiveId" clId="{C1DA640A-E471-4813-B4F9-3731697E640C}" dt="2025-03-12T11:18:32.253" v="4" actId="1076"/>
        <pc:sldMkLst>
          <pc:docMk/>
          <pc:sldMk cId="1911491714" sldId="560"/>
        </pc:sldMkLst>
        <pc:picChg chg="add mod">
          <ac:chgData name="强 李" userId="cd6c7ec7188785ae" providerId="LiveId" clId="{C1DA640A-E471-4813-B4F9-3731697E640C}" dt="2025-03-12T11:18:32.253" v="4" actId="1076"/>
          <ac:picMkLst>
            <pc:docMk/>
            <pc:sldMk cId="1911491714" sldId="560"/>
            <ac:picMk id="3" creationId="{7CF8EC89-AC59-BAD9-4469-0F678CE50F7C}"/>
          </ac:picMkLst>
        </pc:picChg>
      </pc:sldChg>
      <pc:sldChg chg="modSp mod">
        <pc:chgData name="强 李" userId="cd6c7ec7188785ae" providerId="LiveId" clId="{C1DA640A-E471-4813-B4F9-3731697E640C}" dt="2025-03-15T07:04:27.155" v="20" actId="207"/>
        <pc:sldMkLst>
          <pc:docMk/>
          <pc:sldMk cId="1722492924" sldId="609"/>
        </pc:sldMkLst>
        <pc:spChg chg="mod">
          <ac:chgData name="强 李" userId="cd6c7ec7188785ae" providerId="LiveId" clId="{C1DA640A-E471-4813-B4F9-3731697E640C}" dt="2025-03-15T07:03:43.433" v="13" actId="207"/>
          <ac:spMkLst>
            <pc:docMk/>
            <pc:sldMk cId="1722492924" sldId="609"/>
            <ac:spMk id="13" creationId="{7DAB6BBF-A107-5EDA-C988-F2FCC0FA4ADA}"/>
          </ac:spMkLst>
        </pc:spChg>
      </pc:sldChg>
      <pc:sldChg chg="modSp mod">
        <pc:chgData name="强 李" userId="cd6c7ec7188785ae" providerId="LiveId" clId="{C1DA640A-E471-4813-B4F9-3731697E640C}" dt="2025-03-15T07:23:12.441" v="234" actId="20577"/>
        <pc:sldMkLst>
          <pc:docMk/>
          <pc:sldMk cId="2760210375" sldId="610"/>
        </pc:sldMkLst>
      </pc:sldChg>
      <pc:sldChg chg="modSp mod">
        <pc:chgData name="强 李" userId="cd6c7ec7188785ae" providerId="LiveId" clId="{C1DA640A-E471-4813-B4F9-3731697E640C}" dt="2025-03-15T07:27:11.475" v="502"/>
        <pc:sldMkLst>
          <pc:docMk/>
          <pc:sldMk cId="198999163" sldId="611"/>
        </pc:sldMkLst>
      </pc:sldChg>
      <pc:sldChg chg="modSp mod">
        <pc:chgData name="强 李" userId="cd6c7ec7188785ae" providerId="LiveId" clId="{C1DA640A-E471-4813-B4F9-3731697E640C}" dt="2025-03-15T07:24:13.615" v="237" actId="20577"/>
        <pc:sldMkLst>
          <pc:docMk/>
          <pc:sldMk cId="3764677725" sldId="612"/>
        </pc:sldMkLst>
      </pc:sldChg>
      <pc:sldChg chg="modSp mod">
        <pc:chgData name="强 李" userId="cd6c7ec7188785ae" providerId="LiveId" clId="{C1DA640A-E471-4813-B4F9-3731697E640C}" dt="2025-03-15T07:28:51.798" v="515"/>
        <pc:sldMkLst>
          <pc:docMk/>
          <pc:sldMk cId="405129243" sldId="613"/>
        </pc:sldMkLst>
      </pc:sldChg>
      <pc:sldChg chg="modSp mod">
        <pc:chgData name="强 李" userId="cd6c7ec7188785ae" providerId="LiveId" clId="{C1DA640A-E471-4813-B4F9-3731697E640C}" dt="2025-03-15T07:36:03.029" v="878" actId="20577"/>
        <pc:sldMkLst>
          <pc:docMk/>
          <pc:sldMk cId="204469289" sldId="614"/>
        </pc:sldMkLst>
      </pc:sldChg>
      <pc:sldChg chg="modSp mod">
        <pc:chgData name="强 李" userId="cd6c7ec7188785ae" providerId="LiveId" clId="{C1DA640A-E471-4813-B4F9-3731697E640C}" dt="2025-03-15T07:37:00.070" v="948" actId="20577"/>
        <pc:sldMkLst>
          <pc:docMk/>
          <pc:sldMk cId="2085745645" sldId="615"/>
        </pc:sldMkLst>
      </pc:sldChg>
      <pc:sldChg chg="modSp mod">
        <pc:chgData name="强 李" userId="cd6c7ec7188785ae" providerId="LiveId" clId="{C1DA640A-E471-4813-B4F9-3731697E640C}" dt="2025-03-15T07:39:53.268" v="958" actId="404"/>
        <pc:sldMkLst>
          <pc:docMk/>
          <pc:sldMk cId="3279614268" sldId="616"/>
        </pc:sldMkLst>
      </pc:sldChg>
      <pc:sldChg chg="modSp mod">
        <pc:chgData name="强 李" userId="cd6c7ec7188785ae" providerId="LiveId" clId="{C1DA640A-E471-4813-B4F9-3731697E640C}" dt="2025-03-15T07:41:06.520" v="1083" actId="207"/>
        <pc:sldMkLst>
          <pc:docMk/>
          <pc:sldMk cId="3450556773" sldId="618"/>
        </pc:sldMkLst>
      </pc:sldChg>
      <pc:sldChg chg="addSp modSp mod">
        <pc:chgData name="强 李" userId="cd6c7ec7188785ae" providerId="LiveId" clId="{C1DA640A-E471-4813-B4F9-3731697E640C}" dt="2025-03-15T07:49:37.396" v="1737" actId="6549"/>
        <pc:sldMkLst>
          <pc:docMk/>
          <pc:sldMk cId="688691075" sldId="619"/>
        </pc:sldMkLst>
      </pc:sldChg>
      <pc:sldChg chg="modSp mod">
        <pc:chgData name="强 李" userId="cd6c7ec7188785ae" providerId="LiveId" clId="{C1DA640A-E471-4813-B4F9-3731697E640C}" dt="2025-03-15T07:51:19.097" v="1740" actId="207"/>
        <pc:sldMkLst>
          <pc:docMk/>
          <pc:sldMk cId="2742710798" sldId="622"/>
        </pc:sldMkLst>
      </pc:sldChg>
      <pc:sldChg chg="modSp mod">
        <pc:chgData name="强 李" userId="cd6c7ec7188785ae" providerId="LiveId" clId="{C1DA640A-E471-4813-B4F9-3731697E640C}" dt="2025-03-15T07:42:50.031" v="1315"/>
        <pc:sldMkLst>
          <pc:docMk/>
          <pc:sldMk cId="3709217776" sldId="623"/>
        </pc:sldMkLst>
      </pc:sldChg>
      <pc:sldChg chg="modSp mod">
        <pc:chgData name="强 李" userId="cd6c7ec7188785ae" providerId="LiveId" clId="{C1DA640A-E471-4813-B4F9-3731697E640C}" dt="2025-03-15T07:52:19.635" v="1763" actId="1076"/>
        <pc:sldMkLst>
          <pc:docMk/>
          <pc:sldMk cId="2030099907" sldId="624"/>
        </pc:sldMkLst>
      </pc:sldChg>
      <pc:sldChg chg="modSp add mod">
        <pc:chgData name="强 李" userId="cd6c7ec7188785ae" providerId="LiveId" clId="{C1DA640A-E471-4813-B4F9-3731697E640C}" dt="2025-03-15T07:33:34.378" v="741" actId="20577"/>
        <pc:sldMkLst>
          <pc:docMk/>
          <pc:sldMk cId="3679301989" sldId="625"/>
        </pc:sldMkLst>
      </pc:sldChg>
      <pc:sldChg chg="modSp add mod">
        <pc:chgData name="强 李" userId="cd6c7ec7188785ae" providerId="LiveId" clId="{C1DA640A-E471-4813-B4F9-3731697E640C}" dt="2025-03-15T07:50:03.698" v="1738" actId="6549"/>
        <pc:sldMkLst>
          <pc:docMk/>
          <pc:sldMk cId="347830581" sldId="626"/>
        </pc:sldMkLst>
      </pc:sldChg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</pc:sldChg>
    </pc:docChg>
  </pc:docChgLst>
  <pc:docChgLst>
    <pc:chgData name="强 李" userId="cd6c7ec7188785ae" providerId="LiveId" clId="{5EF4142E-4844-4CF2-B9D3-B00A388B0DD4}"/>
    <pc:docChg chg="undo custSel modSld">
      <pc:chgData name="强 李" userId="cd6c7ec7188785ae" providerId="LiveId" clId="{5EF4142E-4844-4CF2-B9D3-B00A388B0DD4}" dt="2024-09-14T14:12:58.930" v="2186"/>
      <pc:docMkLst>
        <pc:docMk/>
      </pc:docMkLst>
      <pc:sldChg chg="addSp modSp mod">
        <pc:chgData name="强 李" userId="cd6c7ec7188785ae" providerId="LiveId" clId="{5EF4142E-4844-4CF2-B9D3-B00A388B0DD4}" dt="2024-09-14T13:07:46.596" v="449"/>
        <pc:sldMkLst>
          <pc:docMk/>
          <pc:sldMk cId="530530540" sldId="553"/>
        </pc:sldMkLst>
      </pc:sldChg>
      <pc:sldChg chg="modSp mod">
        <pc:chgData name="强 李" userId="cd6c7ec7188785ae" providerId="LiveId" clId="{5EF4142E-4844-4CF2-B9D3-B00A388B0DD4}" dt="2024-09-14T13:22:36.645" v="812" actId="2710"/>
        <pc:sldMkLst>
          <pc:docMk/>
          <pc:sldMk cId="159884778" sldId="574"/>
        </pc:sldMkLst>
      </pc:sldChg>
      <pc:sldChg chg="addSp modSp mod">
        <pc:chgData name="强 李" userId="cd6c7ec7188785ae" providerId="LiveId" clId="{5EF4142E-4844-4CF2-B9D3-B00A388B0DD4}" dt="2024-09-14T13:17:02.786" v="741" actId="1036"/>
        <pc:sldMkLst>
          <pc:docMk/>
          <pc:sldMk cId="3921434846" sldId="587"/>
        </pc:sldMkLst>
      </pc:sldChg>
      <pc:sldChg chg="modSp mod">
        <pc:chgData name="强 李" userId="cd6c7ec7188785ae" providerId="LiveId" clId="{5EF4142E-4844-4CF2-B9D3-B00A388B0DD4}" dt="2024-09-14T13:48:48.344" v="2019"/>
        <pc:sldMkLst>
          <pc:docMk/>
          <pc:sldMk cId="534191096" sldId="589"/>
        </pc:sldMkLst>
      </pc:sldChg>
      <pc:sldChg chg="modSp mod">
        <pc:chgData name="强 李" userId="cd6c7ec7188785ae" providerId="LiveId" clId="{5EF4142E-4844-4CF2-B9D3-B00A388B0DD4}" dt="2024-09-14T13:52:07.298" v="2029" actId="6549"/>
        <pc:sldMkLst>
          <pc:docMk/>
          <pc:sldMk cId="4207264488" sldId="590"/>
        </pc:sldMkLst>
      </pc:sldChg>
      <pc:sldChg chg="modSp mod">
        <pc:chgData name="强 李" userId="cd6c7ec7188785ae" providerId="LiveId" clId="{5EF4142E-4844-4CF2-B9D3-B00A388B0DD4}" dt="2024-09-14T14:08:01.462" v="2035" actId="404"/>
        <pc:sldMkLst>
          <pc:docMk/>
          <pc:sldMk cId="3491062220" sldId="591"/>
        </pc:sldMkLst>
      </pc:sldChg>
      <pc:sldChg chg="modSp mod">
        <pc:chgData name="强 李" userId="cd6c7ec7188785ae" providerId="LiveId" clId="{5EF4142E-4844-4CF2-B9D3-B00A388B0DD4}" dt="2024-09-14T14:11:29.010" v="2088" actId="108"/>
        <pc:sldMkLst>
          <pc:docMk/>
          <pc:sldMk cId="4046377894" sldId="592"/>
        </pc:sldMkLst>
      </pc:sldChg>
      <pc:sldChg chg="modSp mod">
        <pc:chgData name="强 李" userId="cd6c7ec7188785ae" providerId="LiveId" clId="{5EF4142E-4844-4CF2-B9D3-B00A388B0DD4}" dt="2024-09-14T13:39:18.199" v="1599" actId="403"/>
        <pc:sldMkLst>
          <pc:docMk/>
          <pc:sldMk cId="3468762565" sldId="593"/>
        </pc:sldMkLst>
      </pc:sldChg>
      <pc:sldChg chg="modSp mod">
        <pc:chgData name="强 李" userId="cd6c7ec7188785ae" providerId="LiveId" clId="{5EF4142E-4844-4CF2-B9D3-B00A388B0DD4}" dt="2024-09-14T13:18:04.631" v="762" actId="20577"/>
        <pc:sldMkLst>
          <pc:docMk/>
          <pc:sldMk cId="340286292" sldId="594"/>
        </pc:sldMkLst>
      </pc:sldChg>
      <pc:sldChg chg="modSp mod">
        <pc:chgData name="强 李" userId="cd6c7ec7188785ae" providerId="LiveId" clId="{5EF4142E-4844-4CF2-B9D3-B00A388B0DD4}" dt="2024-09-14T12:51:23.089" v="61" actId="1036"/>
        <pc:sldMkLst>
          <pc:docMk/>
          <pc:sldMk cId="3965997736" sldId="598"/>
        </pc:sldMkLst>
      </pc:sldChg>
      <pc:sldChg chg="modSp mod">
        <pc:chgData name="强 李" userId="cd6c7ec7188785ae" providerId="LiveId" clId="{5EF4142E-4844-4CF2-B9D3-B00A388B0DD4}" dt="2024-09-14T13:29:35.058" v="1303"/>
        <pc:sldMkLst>
          <pc:docMk/>
          <pc:sldMk cId="4003489816" sldId="599"/>
        </pc:sldMkLst>
      </pc:sldChg>
      <pc:sldChg chg="modSp mod">
        <pc:chgData name="强 李" userId="cd6c7ec7188785ae" providerId="LiveId" clId="{5EF4142E-4844-4CF2-B9D3-B00A388B0DD4}" dt="2024-09-14T14:12:58.930" v="2186"/>
        <pc:sldMkLst>
          <pc:docMk/>
          <pc:sldMk cId="125507599" sldId="601"/>
        </pc:sldMkLst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顺服的内容是什么？</a:t>
          </a:r>
          <a:endParaRPr lang="en-US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顺服的目的是什么？</a:t>
          </a:r>
          <a:endParaRPr lang="en-US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0" presStyleCnt="2"/>
      <dgm:spPr/>
    </dgm:pt>
    <dgm:pt modelId="{0069E9D1-00C8-4A7D-A7E5-FF47AC853351}" type="pres">
      <dgm:prSet presAssocID="{9560837B-6C5D-4140-8FB8-A3D015EE0C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0" presStyleCnt="2">
        <dgm:presLayoutVars>
          <dgm:chMax val="0"/>
          <dgm:chPref val="0"/>
        </dgm:presLayoutVars>
      </dgm:prSet>
      <dgm:spPr/>
    </dgm:pt>
    <dgm:pt modelId="{7E4D72D9-925E-4C29-B2EA-091D9E6C55F4}" type="pres">
      <dgm:prSet presAssocID="{0F9BA7B3-9CBC-4650-BA6D-125C111485DF}" presName="sibTrans" presStyleCnt="0"/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1" presStyleCnt="2"/>
      <dgm:spPr/>
    </dgm:pt>
    <dgm:pt modelId="{1C53FEA1-DA41-431B-B646-5BCD6C1FEA1B}" type="pres">
      <dgm:prSet presAssocID="{B4562A41-EFF0-4AC1-89E7-BE8FF560234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FBD0E7D-43C2-4C2D-8998-F5E96A64DECC}" srcId="{6C8FDC3B-6E93-441B-AE75-0AB5019C4468}" destId="{B4562A41-EFF0-4AC1-89E7-BE8FF560234B}" srcOrd="1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95BE84CD-661F-4892-A99E-DC11FD500758}" type="presOf" srcId="{9560837B-6C5D-4140-8FB8-A3D015EE0CE3}" destId="{DF44F7BB-85CD-467D-8D84-6D4163CCECA7}" srcOrd="0" destOrd="0" presId="urn:microsoft.com/office/officeart/2018/2/layout/IconVerticalSolidList"/>
    <dgm:cxn modelId="{205455DF-B91F-44B2-AEBD-87D7BE55C8BC}" type="presOf" srcId="{B4562A41-EFF0-4AC1-89E7-BE8FF560234B}" destId="{18A96B3A-EB32-454E-B01A-02C2A2A6D1F8}" srcOrd="0" destOrd="0" presId="urn:microsoft.com/office/officeart/2018/2/layout/IconVerticalSolidList"/>
    <dgm:cxn modelId="{C8532AE3-B1F0-41AF-B6A7-4F510230B6AB}" srcId="{6C8FDC3B-6E93-441B-AE75-0AB5019C4468}" destId="{9560837B-6C5D-4140-8FB8-A3D015EE0CE3}" srcOrd="0" destOrd="0" parTransId="{23396744-A72A-4748-8321-A140457BB116}" sibTransId="{0F9BA7B3-9CBC-4650-BA6D-125C111485DF}"/>
    <dgm:cxn modelId="{E6D107C5-652D-41BD-84E7-6C5043F53E41}" type="presParOf" srcId="{51FB5E3B-C39E-4BBD-A265-2C104DFE0B10}" destId="{FE28A877-1997-43E9-BE50-32CA8445AE8B}" srcOrd="0" destOrd="0" presId="urn:microsoft.com/office/officeart/2018/2/layout/IconVerticalSolidList"/>
    <dgm:cxn modelId="{5E5E9FEA-4612-4E39-A62D-4D6CC0C06A4C}" type="presParOf" srcId="{FE28A877-1997-43E9-BE50-32CA8445AE8B}" destId="{E64D890F-767D-4E95-A66B-4DC9AE9169B2}" srcOrd="0" destOrd="0" presId="urn:microsoft.com/office/officeart/2018/2/layout/IconVerticalSolidList"/>
    <dgm:cxn modelId="{157BBA22-CF8A-4933-B6DB-5DB8CEF2003A}" type="presParOf" srcId="{FE28A877-1997-43E9-BE50-32CA8445AE8B}" destId="{0069E9D1-00C8-4A7D-A7E5-FF47AC853351}" srcOrd="1" destOrd="0" presId="urn:microsoft.com/office/officeart/2018/2/layout/IconVerticalSolidList"/>
    <dgm:cxn modelId="{7A7337AF-29EA-4DFE-A0AE-C9F38D47306C}" type="presParOf" srcId="{FE28A877-1997-43E9-BE50-32CA8445AE8B}" destId="{89A76834-4A4E-4278-915E-2FFF6CB92353}" srcOrd="2" destOrd="0" presId="urn:microsoft.com/office/officeart/2018/2/layout/IconVerticalSolidList"/>
    <dgm:cxn modelId="{9775B993-AA32-4BBD-AB7A-F0D70A0DEC4E}" type="presParOf" srcId="{FE28A877-1997-43E9-BE50-32CA8445AE8B}" destId="{DF44F7BB-85CD-467D-8D84-6D4163CCECA7}" srcOrd="3" destOrd="0" presId="urn:microsoft.com/office/officeart/2018/2/layout/IconVerticalSolidList"/>
    <dgm:cxn modelId="{D3CA5FEA-E2D8-4C47-987D-0840AD5E504A}" type="presParOf" srcId="{51FB5E3B-C39E-4BBD-A265-2C104DFE0B10}" destId="{7E4D72D9-925E-4C29-B2EA-091D9E6C55F4}" srcOrd="1" destOrd="0" presId="urn:microsoft.com/office/officeart/2018/2/layout/IconVerticalSolidList"/>
    <dgm:cxn modelId="{7035481C-D4D5-421C-AB76-E0B3FB8F4426}" type="presParOf" srcId="{51FB5E3B-C39E-4BBD-A265-2C104DFE0B10}" destId="{1880E83A-9BD8-420E-B078-45BC06C3AEA2}" srcOrd="2" destOrd="0" presId="urn:microsoft.com/office/officeart/2018/2/layout/IconVerticalSolidList"/>
    <dgm:cxn modelId="{7F0E274A-5835-4416-B156-73E31F3EF786}" type="presParOf" srcId="{1880E83A-9BD8-420E-B078-45BC06C3AEA2}" destId="{34E1AEC9-CBF3-44C5-B2CE-901E44470EE1}" srcOrd="0" destOrd="0" presId="urn:microsoft.com/office/officeart/2018/2/layout/IconVerticalSolidList"/>
    <dgm:cxn modelId="{53E1E5AA-41C8-4EDB-B803-EDC74BA13D2A}" type="presParOf" srcId="{1880E83A-9BD8-420E-B078-45BC06C3AEA2}" destId="{1C53FEA1-DA41-431B-B646-5BCD6C1FEA1B}" srcOrd="1" destOrd="0" presId="urn:microsoft.com/office/officeart/2018/2/layout/IconVerticalSolidList"/>
    <dgm:cxn modelId="{704E49B1-0D06-47FF-91DD-6B6B06D96E8E}" type="presParOf" srcId="{1880E83A-9BD8-420E-B078-45BC06C3AEA2}" destId="{1A6690A5-513A-4F9F-8A62-45D9624591FB}" srcOrd="2" destOrd="0" presId="urn:microsoft.com/office/officeart/2018/2/layout/IconVerticalSolidList"/>
    <dgm:cxn modelId="{3EEAABB1-334A-4673-AD5E-2F5A72FEC3CC}" type="presParOf" srcId="{1880E83A-9BD8-420E-B078-45BC06C3AEA2}" destId="{18A96B3A-EB32-454E-B01A-02C2A2A6D1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BD2C2BE-D1DB-44A1-A52A-A722D32DCBC6}">
      <dgm:prSet custT="1"/>
      <dgm:spPr/>
      <dgm:t>
        <a:bodyPr/>
        <a:lstStyle/>
        <a:p>
          <a:r>
            <a:rPr lang="zh-CN" sz="2800" dirty="0"/>
            <a:t>基督徒活在世界要顺服世界法律吗？</a:t>
          </a:r>
          <a:endParaRPr lang="en-US" sz="2800" b="1" dirty="0"/>
        </a:p>
      </dgm:t>
    </dgm:pt>
    <dgm:pt modelId="{F295D86C-A72D-4FE1-BA0F-ECD2D1B9C750}" type="par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AEDDFA7B-84F9-476C-A965-8E5CC57127E9}" type="sib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2B91B4BD-EAA2-49BD-B7C6-69CFAFE3E174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/>
            <a:t>基督徒活在世界为什么要顺服世界法律？</a:t>
          </a:r>
        </a:p>
      </dgm:t>
    </dgm:pt>
    <dgm:pt modelId="{8FB44150-4D31-4575-AE74-2D605E47E497}" type="parTrans" cxnId="{B95D1CAA-0848-4BAC-ABD3-E86BD24939A4}">
      <dgm:prSet/>
      <dgm:spPr/>
      <dgm:t>
        <a:bodyPr/>
        <a:lstStyle/>
        <a:p>
          <a:endParaRPr lang="zh-CN" altLang="en-US"/>
        </a:p>
      </dgm:t>
    </dgm:pt>
    <dgm:pt modelId="{0076DC73-9A76-44A7-A7F7-25127CA35BE3}" type="sibTrans" cxnId="{B95D1CAA-0848-4BAC-ABD3-E86BD24939A4}">
      <dgm:prSet/>
      <dgm:spPr/>
      <dgm:t>
        <a:bodyPr/>
        <a:lstStyle/>
        <a:p>
          <a:endParaRPr lang="zh-CN" altLang="en-US"/>
        </a:p>
      </dgm:t>
    </dgm:pt>
    <dgm:pt modelId="{53139394-AB0C-4D9D-AEE2-9C30DD957B4B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/>
            <a:t>结合本段经文，你计划如何操练自己顺服品格？</a:t>
          </a:r>
        </a:p>
      </dgm:t>
    </dgm:pt>
    <dgm:pt modelId="{21DB6E2C-81BC-4CA4-BD11-9A52B2A9DC6F}" type="parTrans" cxnId="{F521C235-266A-41E5-B5EC-D5F35E05D7AE}">
      <dgm:prSet/>
      <dgm:spPr/>
      <dgm:t>
        <a:bodyPr/>
        <a:lstStyle/>
        <a:p>
          <a:endParaRPr lang="zh-CN" altLang="en-US"/>
        </a:p>
      </dgm:t>
    </dgm:pt>
    <dgm:pt modelId="{88B37646-2908-46D2-BFD9-0573A7D61E21}" type="sibTrans" cxnId="{F521C235-266A-41E5-B5EC-D5F35E05D7AE}">
      <dgm:prSet/>
      <dgm:spPr/>
      <dgm:t>
        <a:bodyPr/>
        <a:lstStyle/>
        <a:p>
          <a:endParaRPr lang="zh-CN" altLang="en-US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9134DFA7-315A-455C-8F1E-BFFCB82F4F45}" type="pres">
      <dgm:prSet presAssocID="{1BD2C2BE-D1DB-44A1-A52A-A722D32DCBC6}" presName="parentLin" presStyleCnt="0"/>
      <dgm:spPr/>
    </dgm:pt>
    <dgm:pt modelId="{D51987C1-F5DF-469C-A830-CDBF3FD9E040}" type="pres">
      <dgm:prSet presAssocID="{1BD2C2BE-D1DB-44A1-A52A-A722D32DCBC6}" presName="parentLeftMargin" presStyleLbl="node1" presStyleIdx="0" presStyleCnt="3"/>
      <dgm:spPr/>
    </dgm:pt>
    <dgm:pt modelId="{F537915A-F02E-4C70-B158-3DD0830C6921}" type="pres">
      <dgm:prSet presAssocID="{1BD2C2BE-D1DB-44A1-A52A-A722D32DCBC6}" presName="parentText" presStyleLbl="node1" presStyleIdx="0" presStyleCnt="3" custScaleX="142857">
        <dgm:presLayoutVars>
          <dgm:chMax val="0"/>
          <dgm:bulletEnabled val="1"/>
        </dgm:presLayoutVars>
      </dgm:prSet>
      <dgm:spPr/>
    </dgm:pt>
    <dgm:pt modelId="{66D370ED-B6F4-4B0D-864E-171D2A337CC1}" type="pres">
      <dgm:prSet presAssocID="{1BD2C2BE-D1DB-44A1-A52A-A722D32DCBC6}" presName="negativeSpace" presStyleCnt="0"/>
      <dgm:spPr/>
    </dgm:pt>
    <dgm:pt modelId="{82564448-F98C-468D-8F9B-875EAB96C2D0}" type="pres">
      <dgm:prSet presAssocID="{1BD2C2BE-D1DB-44A1-A52A-A722D32DCBC6}" presName="childText" presStyleLbl="conFgAcc1" presStyleIdx="0" presStyleCnt="3">
        <dgm:presLayoutVars>
          <dgm:bulletEnabled val="1"/>
        </dgm:presLayoutVars>
      </dgm:prSet>
      <dgm:spPr/>
    </dgm:pt>
    <dgm:pt modelId="{13F66DDF-9AF5-40E5-AEEB-44A134952028}" type="pres">
      <dgm:prSet presAssocID="{AEDDFA7B-84F9-476C-A965-8E5CC57127E9}" presName="spaceBetweenRectangles" presStyleCnt="0"/>
      <dgm:spPr/>
    </dgm:pt>
    <dgm:pt modelId="{EF109A21-712C-447E-A521-680A4D6B560C}" type="pres">
      <dgm:prSet presAssocID="{2B91B4BD-EAA2-49BD-B7C6-69CFAFE3E174}" presName="parentLin" presStyleCnt="0"/>
      <dgm:spPr/>
    </dgm:pt>
    <dgm:pt modelId="{79EABEEF-BE7A-469D-A812-FFF78330745E}" type="pres">
      <dgm:prSet presAssocID="{2B91B4BD-EAA2-49BD-B7C6-69CFAFE3E174}" presName="parentLeftMargin" presStyleLbl="node1" presStyleIdx="0" presStyleCnt="3"/>
      <dgm:spPr/>
    </dgm:pt>
    <dgm:pt modelId="{A78C3F5A-BA9A-4B55-8A5C-9734DEBF85BD}" type="pres">
      <dgm:prSet presAssocID="{2B91B4BD-EAA2-49BD-B7C6-69CFAFE3E17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968A6A2-F260-4243-9816-E4F369696FA9}" type="pres">
      <dgm:prSet presAssocID="{2B91B4BD-EAA2-49BD-B7C6-69CFAFE3E174}" presName="negativeSpace" presStyleCnt="0"/>
      <dgm:spPr/>
    </dgm:pt>
    <dgm:pt modelId="{235A21DD-1B04-4B4A-B78F-9149CFCBD196}" type="pres">
      <dgm:prSet presAssocID="{2B91B4BD-EAA2-49BD-B7C6-69CFAFE3E174}" presName="childText" presStyleLbl="conFgAcc1" presStyleIdx="1" presStyleCnt="3">
        <dgm:presLayoutVars>
          <dgm:bulletEnabled val="1"/>
        </dgm:presLayoutVars>
      </dgm:prSet>
      <dgm:spPr/>
    </dgm:pt>
    <dgm:pt modelId="{0C4AA75B-940A-471D-A13C-25ED2B3ED347}" type="pres">
      <dgm:prSet presAssocID="{0076DC73-9A76-44A7-A7F7-25127CA35BE3}" presName="spaceBetweenRectangles" presStyleCnt="0"/>
      <dgm:spPr/>
    </dgm:pt>
    <dgm:pt modelId="{C431C68D-C7F3-48EF-B0BF-6FFF13B6AC2A}" type="pres">
      <dgm:prSet presAssocID="{53139394-AB0C-4D9D-AEE2-9C30DD957B4B}" presName="parentLin" presStyleCnt="0"/>
      <dgm:spPr/>
    </dgm:pt>
    <dgm:pt modelId="{49B29135-4D4D-4E84-86EE-96CB0223A640}" type="pres">
      <dgm:prSet presAssocID="{53139394-AB0C-4D9D-AEE2-9C30DD957B4B}" presName="parentLeftMargin" presStyleLbl="node1" presStyleIdx="1" presStyleCnt="3"/>
      <dgm:spPr/>
    </dgm:pt>
    <dgm:pt modelId="{38FFA48D-C073-4DE3-ADE9-E01BF7FE8D55}" type="pres">
      <dgm:prSet presAssocID="{53139394-AB0C-4D9D-AEE2-9C30DD957B4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87DB9CF-571C-4526-AFA5-8B085CD50FEC}" type="pres">
      <dgm:prSet presAssocID="{53139394-AB0C-4D9D-AEE2-9C30DD957B4B}" presName="negativeSpace" presStyleCnt="0"/>
      <dgm:spPr/>
    </dgm:pt>
    <dgm:pt modelId="{A6BBBD7C-8971-423D-A135-9BE445182866}" type="pres">
      <dgm:prSet presAssocID="{53139394-AB0C-4D9D-AEE2-9C30DD957B4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A679805-645C-4747-B7ED-29A889BCB704}" type="presOf" srcId="{2B91B4BD-EAA2-49BD-B7C6-69CFAFE3E174}" destId="{79EABEEF-BE7A-469D-A812-FFF78330745E}" srcOrd="0" destOrd="0" presId="urn:microsoft.com/office/officeart/2005/8/layout/list1"/>
    <dgm:cxn modelId="{F521C235-266A-41E5-B5EC-D5F35E05D7AE}" srcId="{0FFEBC65-5800-49C2-ACE8-714124562FFC}" destId="{53139394-AB0C-4D9D-AEE2-9C30DD957B4B}" srcOrd="2" destOrd="0" parTransId="{21DB6E2C-81BC-4CA4-BD11-9A52B2A9DC6F}" sibTransId="{88B37646-2908-46D2-BFD9-0573A7D61E21}"/>
    <dgm:cxn modelId="{F93BF764-EBE1-40B5-87A1-7FAC622D6A16}" type="presOf" srcId="{53139394-AB0C-4D9D-AEE2-9C30DD957B4B}" destId="{38FFA48D-C073-4DE3-ADE9-E01BF7FE8D55}" srcOrd="1" destOrd="0" presId="urn:microsoft.com/office/officeart/2005/8/layout/list1"/>
    <dgm:cxn modelId="{A1732D6B-129B-4F56-A363-CE097410CE99}" type="presOf" srcId="{53139394-AB0C-4D9D-AEE2-9C30DD957B4B}" destId="{49B29135-4D4D-4E84-86EE-96CB0223A640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96E8A9A3-C6B6-4D6B-ADF5-DA797B4F98B3}" type="presOf" srcId="{1BD2C2BE-D1DB-44A1-A52A-A722D32DCBC6}" destId="{D51987C1-F5DF-469C-A830-CDBF3FD9E040}" srcOrd="0" destOrd="0" presId="urn:microsoft.com/office/officeart/2005/8/layout/list1"/>
    <dgm:cxn modelId="{F6D781A9-E063-4C46-AA86-0F0EA097F241}" type="presOf" srcId="{2B91B4BD-EAA2-49BD-B7C6-69CFAFE3E174}" destId="{A78C3F5A-BA9A-4B55-8A5C-9734DEBF85BD}" srcOrd="1" destOrd="0" presId="urn:microsoft.com/office/officeart/2005/8/layout/list1"/>
    <dgm:cxn modelId="{B95D1CAA-0848-4BAC-ABD3-E86BD24939A4}" srcId="{0FFEBC65-5800-49C2-ACE8-714124562FFC}" destId="{2B91B4BD-EAA2-49BD-B7C6-69CFAFE3E174}" srcOrd="1" destOrd="0" parTransId="{8FB44150-4D31-4575-AE74-2D605E47E497}" sibTransId="{0076DC73-9A76-44A7-A7F7-25127CA35BE3}"/>
    <dgm:cxn modelId="{B594F1BB-1A14-405C-BBDF-D80CF027887F}" srcId="{0FFEBC65-5800-49C2-ACE8-714124562FFC}" destId="{1BD2C2BE-D1DB-44A1-A52A-A722D32DCBC6}" srcOrd="0" destOrd="0" parTransId="{F295D86C-A72D-4FE1-BA0F-ECD2D1B9C750}" sibTransId="{AEDDFA7B-84F9-476C-A965-8E5CC57127E9}"/>
    <dgm:cxn modelId="{99AC38F6-1CFB-4076-9029-E344EB8B6F7E}" type="presOf" srcId="{1BD2C2BE-D1DB-44A1-A52A-A722D32DCBC6}" destId="{F537915A-F02E-4C70-B158-3DD0830C6921}" srcOrd="1" destOrd="0" presId="urn:microsoft.com/office/officeart/2005/8/layout/list1"/>
    <dgm:cxn modelId="{189D8AA7-6F8C-4B14-9598-3AFBA88BCCA4}" type="presParOf" srcId="{1F12DA8F-2D73-42EB-96BB-B7F23E046792}" destId="{9134DFA7-315A-455C-8F1E-BFFCB82F4F45}" srcOrd="0" destOrd="0" presId="urn:microsoft.com/office/officeart/2005/8/layout/list1"/>
    <dgm:cxn modelId="{FD7AD0AA-BF06-45F3-BD09-9BF4684BC096}" type="presParOf" srcId="{9134DFA7-315A-455C-8F1E-BFFCB82F4F45}" destId="{D51987C1-F5DF-469C-A830-CDBF3FD9E040}" srcOrd="0" destOrd="0" presId="urn:microsoft.com/office/officeart/2005/8/layout/list1"/>
    <dgm:cxn modelId="{6B91E6E4-29B7-46DB-9C41-7F41518F24F3}" type="presParOf" srcId="{9134DFA7-315A-455C-8F1E-BFFCB82F4F45}" destId="{F537915A-F02E-4C70-B158-3DD0830C6921}" srcOrd="1" destOrd="0" presId="urn:microsoft.com/office/officeart/2005/8/layout/list1"/>
    <dgm:cxn modelId="{B9AE5DD0-5A86-43B3-B715-69E34F11DD50}" type="presParOf" srcId="{1F12DA8F-2D73-42EB-96BB-B7F23E046792}" destId="{66D370ED-B6F4-4B0D-864E-171D2A337CC1}" srcOrd="1" destOrd="0" presId="urn:microsoft.com/office/officeart/2005/8/layout/list1"/>
    <dgm:cxn modelId="{6215B631-704B-4034-90D6-71EC7402E2B6}" type="presParOf" srcId="{1F12DA8F-2D73-42EB-96BB-B7F23E046792}" destId="{82564448-F98C-468D-8F9B-875EAB96C2D0}" srcOrd="2" destOrd="0" presId="urn:microsoft.com/office/officeart/2005/8/layout/list1"/>
    <dgm:cxn modelId="{7A74B518-639C-4B89-B591-DDAFED119D5E}" type="presParOf" srcId="{1F12DA8F-2D73-42EB-96BB-B7F23E046792}" destId="{13F66DDF-9AF5-40E5-AEEB-44A134952028}" srcOrd="3" destOrd="0" presId="urn:microsoft.com/office/officeart/2005/8/layout/list1"/>
    <dgm:cxn modelId="{FAEBC2FC-60FD-44B4-825F-02EDA83E481F}" type="presParOf" srcId="{1F12DA8F-2D73-42EB-96BB-B7F23E046792}" destId="{EF109A21-712C-447E-A521-680A4D6B560C}" srcOrd="4" destOrd="0" presId="urn:microsoft.com/office/officeart/2005/8/layout/list1"/>
    <dgm:cxn modelId="{529CB1D3-05F2-44CF-AB09-6EA518C02FF5}" type="presParOf" srcId="{EF109A21-712C-447E-A521-680A4D6B560C}" destId="{79EABEEF-BE7A-469D-A812-FFF78330745E}" srcOrd="0" destOrd="0" presId="urn:microsoft.com/office/officeart/2005/8/layout/list1"/>
    <dgm:cxn modelId="{16F0BE46-1D9E-45F9-AEC8-DE6A1EF7BDF7}" type="presParOf" srcId="{EF109A21-712C-447E-A521-680A4D6B560C}" destId="{A78C3F5A-BA9A-4B55-8A5C-9734DEBF85BD}" srcOrd="1" destOrd="0" presId="urn:microsoft.com/office/officeart/2005/8/layout/list1"/>
    <dgm:cxn modelId="{1BF60CB9-FFB0-4116-87AF-B98D518DAE40}" type="presParOf" srcId="{1F12DA8F-2D73-42EB-96BB-B7F23E046792}" destId="{2968A6A2-F260-4243-9816-E4F369696FA9}" srcOrd="5" destOrd="0" presId="urn:microsoft.com/office/officeart/2005/8/layout/list1"/>
    <dgm:cxn modelId="{1B84142D-512E-48E0-B803-D13A83391C82}" type="presParOf" srcId="{1F12DA8F-2D73-42EB-96BB-B7F23E046792}" destId="{235A21DD-1B04-4B4A-B78F-9149CFCBD196}" srcOrd="6" destOrd="0" presId="urn:microsoft.com/office/officeart/2005/8/layout/list1"/>
    <dgm:cxn modelId="{D33F366E-3999-4E2F-A40E-CDE75E9B88E3}" type="presParOf" srcId="{1F12DA8F-2D73-42EB-96BB-B7F23E046792}" destId="{0C4AA75B-940A-471D-A13C-25ED2B3ED347}" srcOrd="7" destOrd="0" presId="urn:microsoft.com/office/officeart/2005/8/layout/list1"/>
    <dgm:cxn modelId="{263728AA-0207-4A50-B955-72242F29D1C6}" type="presParOf" srcId="{1F12DA8F-2D73-42EB-96BB-B7F23E046792}" destId="{C431C68D-C7F3-48EF-B0BF-6FFF13B6AC2A}" srcOrd="8" destOrd="0" presId="urn:microsoft.com/office/officeart/2005/8/layout/list1"/>
    <dgm:cxn modelId="{58FE7F41-C13E-48E7-ACEF-649612B185BF}" type="presParOf" srcId="{C431C68D-C7F3-48EF-B0BF-6FFF13B6AC2A}" destId="{49B29135-4D4D-4E84-86EE-96CB0223A640}" srcOrd="0" destOrd="0" presId="urn:microsoft.com/office/officeart/2005/8/layout/list1"/>
    <dgm:cxn modelId="{3801E135-EAF8-4216-B486-6FF21B22724E}" type="presParOf" srcId="{C431C68D-C7F3-48EF-B0BF-6FFF13B6AC2A}" destId="{38FFA48D-C073-4DE3-ADE9-E01BF7FE8D55}" srcOrd="1" destOrd="0" presId="urn:microsoft.com/office/officeart/2005/8/layout/list1"/>
    <dgm:cxn modelId="{7AA0E643-4F8A-4788-8D5A-81874E6FE04A}" type="presParOf" srcId="{1F12DA8F-2D73-42EB-96BB-B7F23E046792}" destId="{587DB9CF-571C-4526-AFA5-8B085CD50FEC}" srcOrd="9" destOrd="0" presId="urn:microsoft.com/office/officeart/2005/8/layout/list1"/>
    <dgm:cxn modelId="{9F4CA6C2-1C89-48E9-B6F8-1B2BF4ED5232}" type="presParOf" srcId="{1F12DA8F-2D73-42EB-96BB-B7F23E046792}" destId="{A6BBBD7C-8971-423D-A135-9BE44518286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D890F-767D-4E95-A66B-4DC9AE9169B2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顺服的目的是什么？</a:t>
          </a:r>
          <a:endParaRPr lang="en-US" sz="25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34E1AEC9-CBF3-44C5-B2CE-901E44470EE1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顺服的内容是什么？</a:t>
          </a:r>
          <a:endParaRPr lang="en-US" sz="25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64448-F98C-468D-8F9B-875EAB96C2D0}">
      <dsp:nvSpPr>
        <dsp:cNvPr id="0" name=""/>
        <dsp:cNvSpPr/>
      </dsp:nvSpPr>
      <dsp:spPr>
        <a:xfrm>
          <a:off x="0" y="1679608"/>
          <a:ext cx="929335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7915A-F02E-4C70-B158-3DD0830C6921}">
      <dsp:nvSpPr>
        <dsp:cNvPr id="0" name=""/>
        <dsp:cNvSpPr/>
      </dsp:nvSpPr>
      <dsp:spPr>
        <a:xfrm>
          <a:off x="442432" y="1340128"/>
          <a:ext cx="8848641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800" kern="1200" dirty="0"/>
            <a:t>基督徒活在世界要顺服世界法律吗？</a:t>
          </a:r>
          <a:endParaRPr lang="en-US" sz="2800" b="1" kern="1200" dirty="0"/>
        </a:p>
      </dsp:txBody>
      <dsp:txXfrm>
        <a:off x="475576" y="1373272"/>
        <a:ext cx="8782353" cy="612672"/>
      </dsp:txXfrm>
    </dsp:sp>
    <dsp:sp modelId="{235A21DD-1B04-4B4A-B78F-9149CFCBD196}">
      <dsp:nvSpPr>
        <dsp:cNvPr id="0" name=""/>
        <dsp:cNvSpPr/>
      </dsp:nvSpPr>
      <dsp:spPr>
        <a:xfrm>
          <a:off x="0" y="2722888"/>
          <a:ext cx="929335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C3F5A-BA9A-4B55-8A5C-9734DEBF85BD}">
      <dsp:nvSpPr>
        <dsp:cNvPr id="0" name=""/>
        <dsp:cNvSpPr/>
      </dsp:nvSpPr>
      <dsp:spPr>
        <a:xfrm>
          <a:off x="464667" y="2383408"/>
          <a:ext cx="6505346" cy="678960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sz="2300" kern="1200"/>
            <a:t>基督徒活在世界为什么要顺服世界法律？</a:t>
          </a:r>
        </a:p>
      </dsp:txBody>
      <dsp:txXfrm>
        <a:off x="497811" y="2416552"/>
        <a:ext cx="6439058" cy="612672"/>
      </dsp:txXfrm>
    </dsp:sp>
    <dsp:sp modelId="{A6BBBD7C-8971-423D-A135-9BE445182866}">
      <dsp:nvSpPr>
        <dsp:cNvPr id="0" name=""/>
        <dsp:cNvSpPr/>
      </dsp:nvSpPr>
      <dsp:spPr>
        <a:xfrm>
          <a:off x="0" y="3766168"/>
          <a:ext cx="929335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FA48D-C073-4DE3-ADE9-E01BF7FE8D55}">
      <dsp:nvSpPr>
        <dsp:cNvPr id="0" name=""/>
        <dsp:cNvSpPr/>
      </dsp:nvSpPr>
      <dsp:spPr>
        <a:xfrm>
          <a:off x="464667" y="3426688"/>
          <a:ext cx="6505346" cy="67896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sz="2300" kern="1200"/>
            <a:t>结合本段经文，你计划如何操练自己顺服品格？</a:t>
          </a:r>
        </a:p>
      </dsp:txBody>
      <dsp:txXfrm>
        <a:off x="497811" y="3459832"/>
        <a:ext cx="6439058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2025/4/13 Sunday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215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，身体健康状态。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，我们现在将来。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对比：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耶稣基督被人和神的对比。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耶稣基督与我们类比。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402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C8C9-AA8C-C43C-5B90-73636EA86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99077A-DA8A-CB40-C46B-3ABDCE0E9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2F7E31-E4B1-1391-6547-AE1B806DE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8252E-176F-EFA0-7203-0FBF2A659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107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69CBF-BAB7-27A5-D809-A19F1E102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85DEC-2EFD-248B-1CA3-4ABE7C27A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78EF1B-8B33-B862-0A00-4E09E0D29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E9BE7F-E105-6A5F-BA31-CF4CB33F9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977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930AC-B619-61C0-162C-A4A64CB6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1E4468-AABE-863F-09DE-8FBD186C8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5B6BF9-11C9-B2D9-9568-D60C9DD8B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F330DB-25E6-8326-40A7-E74E6D398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395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A2CAC-37CF-803C-F758-45A3377C7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A086C2-C066-8272-0ED4-799C2F3BB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CC0300-6071-7F59-12C8-AFD06AB52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C9F19B-6225-DDAB-7D7D-F7C1A4510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920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1DA8D-E31F-A23C-14CD-EFC06F5AD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7B5644-DD7C-3E85-B89D-AEA9D2D22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A90116-6D01-1FDB-9BB6-330ED0FE0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C1DF5A-2497-95F8-F763-D1BC35095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164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C1034-9AF0-8DB0-05FB-0E58A6C12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B4D033-1A10-DF41-14D5-8597973B5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EAF4FA-F506-F603-E306-6C7F4226F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D40685-58D0-F12A-4CC5-AD2D0D711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240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5F723-F125-96C2-809A-F0DDBD9C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040BF3-691A-4815-F3F6-73986857B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FB19EB-EFD7-D22B-7CAE-813594DFE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8DDDF6-6284-327C-6957-841B621C0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009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1D806-BB3D-DB85-DFB3-67714309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0E2E4A-736D-7AC3-B4A3-919958C80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333FE5-3DBD-1795-0A65-39F4A7AC8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DEB870-AF2E-F09B-945A-44118F9B3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314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4DDF9-38EE-94A7-95E9-CDE460EE6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1279A8-C85D-FCA0-AF11-95199A70F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B5E2E4-8EE2-7A94-5982-94ADFA8A0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B643F6-473D-08BE-F6F9-5A5CAADE7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3877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409B0-33E0-5981-3537-24DB42C6A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D5925B-7552-AA38-11F8-64DCDD28D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BE3626-E60A-BB1A-080B-CB6236F6C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CD9678-F24F-DF8F-260C-97E3DDADA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961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46A4-0925-9530-F2EE-079C1051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F40AA7-8DA4-9A28-DF32-0F26D0E02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C2DE94-058F-BD7B-9EFF-6FF514C56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FEE297-398D-5E1B-6C3A-FA82E7F4F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2264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99D4F-18AA-B539-557A-12107C27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A5B779-3E50-BCE6-3138-9A78A05F5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C249D5-8CEC-3E74-F010-B09722C1B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24FB6E-9996-92D2-4763-1D4B97F5C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101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15393-9455-1308-70BB-A9A02959A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D5336E-5D0E-1464-15C6-3032CD463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B16266-E697-EDDF-9185-196219A29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D751B-C7F8-2D90-AD38-674E34596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8564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DECDC-A8B1-C92E-90AE-6306EC8E3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68FDB7-A2EC-42EA-B9A1-FB3E7B7BA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20FA61-10FF-CDFF-3EBD-6C6FC47A3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33DD87-66BA-384E-219F-C7E47768E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777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C6729-CD62-512F-0973-59AC40473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844373-8170-852F-C0D8-59611BD02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7E972A-1621-25FA-3E18-87ADB8128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CA89D-D60B-6169-93A5-2A55452B9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0843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1DBA9-E863-BFE9-BE14-2F7C134B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1CF3C7-24A3-DD4A-4968-9156FF441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1520A4-3C0A-958E-E571-89073FD1A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12FB3D-F30C-5469-828B-BD9E99377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8140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4BC8A-CD97-71E8-D438-A2ADFD96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7B3AC2-C09C-6EEA-4DCA-15D00DFFC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437D95-4640-BBAC-F2B9-136B30C2E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3F8E1D-C104-0DE8-3528-472030E0C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6721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B4FD5-0725-03AB-49CC-9C70D4859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6F3A36-F0FA-04F7-899E-F760D7448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37DE39-D75B-5437-76EA-DB8B0E8A1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39FD86-5BDE-168A-2B75-43765CF3A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457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A706E-B026-B058-B6A3-0C7C44F3E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154DC4-BDCE-19E7-E48A-B37689346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D54270-48D8-71C0-239F-6423AE5A4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6AC176-5666-41EB-46C0-021E9D80D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5173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22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2025/4/13 Sunday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2025/4/13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2025/4/13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2025/4/13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2025/4/13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2025/4/13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2.jp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7.emf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2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notesSlide" Target="../notesSlides/notesSlide25.xml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883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经文：彼前二章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13~18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fld id="{88256563-0538-44E2-8648-D6C63C24681B}" type="datetime2">
              <a:rPr lang="zh-CN" altLang="zh-CN" sz="200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2025年4月13日</a:t>
            </a:fld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412920" y="2295027"/>
            <a:ext cx="6779079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顺服在上的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2" name="AutoShape 2" descr="An image illustrating a scene of spiritual transformation, symbolizing being chosen and called into God's light. The scene features a group of people stepping out from a shadowy, dark realm into a bright and glorious light, symbolizing the shift from darkness to God's marvelous light. Some of them are wearing royal robes, signifying their identity as a chosen and holy people, a royal priesthood. In the background, there is a depiction of a beautiful, holy kingdom. The atmosphere should evoke a sense of divine mercy, grace, and transformation, with rays of light shining down from above, bathing the people in divine warmth and love.">
            <a:extLst>
              <a:ext uri="{FF2B5EF4-FFF2-40B4-BE49-F238E27FC236}">
                <a16:creationId xmlns:a16="http://schemas.microsoft.com/office/drawing/2014/main" id="{C886263E-431B-5492-68E1-35453D7CE2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" name="图片 2" descr="山上的风景&#10;&#10;描述已自动生成">
            <a:extLst>
              <a:ext uri="{FF2B5EF4-FFF2-40B4-BE49-F238E27FC236}">
                <a16:creationId xmlns:a16="http://schemas.microsoft.com/office/drawing/2014/main" id="{7CF8EC89-AC59-BAD9-4469-0F678CE50F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270" y="4042063"/>
            <a:ext cx="4223906" cy="28159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532999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19E7EA4-ECED-F7AC-62F4-4917E6F8E7F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525491" y="150152"/>
            <a:ext cx="566650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经文：彼前二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13~18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583680" y="150152"/>
            <a:ext cx="560832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经文：彼前二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13~18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38100" y="1137012"/>
            <a:ext cx="12115800" cy="4366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25000"/>
              </a:lnSpc>
            </a:pP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2:13】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</a:t>
            </a:r>
            <a:r>
              <a:rPr lang="zh-CN" altLang="en-US" sz="2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为主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的缘故，要顺服人的</a:t>
            </a:r>
            <a:r>
              <a:rPr lang="zh-CN" altLang="en-US" sz="2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一切制度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，或是在上的</a:t>
            </a:r>
            <a:r>
              <a:rPr lang="zh-CN" altLang="en-US" sz="2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君王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</a:p>
          <a:p>
            <a:pPr indent="266700" algn="just">
              <a:lnSpc>
                <a:spcPct val="125000"/>
              </a:lnSpc>
            </a:pP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2:14】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或是君王所派、罚恶赏善的</a:t>
            </a:r>
            <a:r>
              <a:rPr lang="zh-CN" altLang="en-US" sz="2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臣宰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</a:p>
          <a:p>
            <a:pPr indent="266700" algn="just">
              <a:lnSpc>
                <a:spcPct val="125000"/>
              </a:lnSpc>
            </a:pP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2:15】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因为　神的旨意原是</a:t>
            </a:r>
            <a:r>
              <a:rPr lang="zh-CN" altLang="en-US" sz="2800" kern="100" dirty="0">
                <a:solidFill>
                  <a:srgbClr val="7030A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要你们行善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8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可以堵住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那糊涂无知人的口。</a:t>
            </a:r>
          </a:p>
          <a:p>
            <a:pPr indent="266700" algn="just">
              <a:lnSpc>
                <a:spcPct val="125000"/>
              </a:lnSpc>
            </a:pP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2:16】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你们虽是</a:t>
            </a:r>
            <a:r>
              <a:rPr lang="zh-CN" altLang="en-US" sz="2800" kern="100" dirty="0">
                <a:solidFill>
                  <a:srgbClr val="7030A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自由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的，却不可藉着自由遮盖恶毒（或作“阴毒”），总要作　神的</a:t>
            </a:r>
            <a:r>
              <a:rPr lang="zh-CN" altLang="en-US" sz="2800" kern="100" dirty="0">
                <a:solidFill>
                  <a:srgbClr val="7030A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仆人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</a:p>
          <a:p>
            <a:pPr indent="266700" algn="just">
              <a:lnSpc>
                <a:spcPct val="125000"/>
              </a:lnSpc>
            </a:pP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2:17】</a:t>
            </a:r>
            <a:r>
              <a:rPr lang="zh-CN" altLang="en-US" sz="2800" b="1" kern="100" dirty="0">
                <a:solidFill>
                  <a:srgbClr val="C90909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务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要</a:t>
            </a:r>
            <a:r>
              <a:rPr lang="zh-CN" altLang="en-US" sz="2800" kern="1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尊敬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众人，</a:t>
            </a:r>
            <a:r>
              <a:rPr lang="zh-CN" altLang="en-US" sz="2800" kern="1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亲爱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教中的弟兄，</a:t>
            </a:r>
            <a:r>
              <a:rPr lang="zh-CN" altLang="en-US" sz="2800" kern="1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敬畏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　神，</a:t>
            </a:r>
            <a:r>
              <a:rPr lang="zh-CN" altLang="en-US" sz="2800" kern="1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尊敬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君王。</a:t>
            </a:r>
          </a:p>
          <a:p>
            <a:pPr indent="266700" algn="just">
              <a:lnSpc>
                <a:spcPct val="125000"/>
              </a:lnSpc>
            </a:pP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2:18】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你们作</a:t>
            </a:r>
            <a:r>
              <a:rPr lang="zh-CN" altLang="en-US" sz="2800" kern="1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仆人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的，凡事要存敬畏的心顺服</a:t>
            </a:r>
            <a:r>
              <a:rPr lang="zh-CN" altLang="en-US" sz="2800" kern="1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主人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800" kern="1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不但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顺服那善良温和的，</a:t>
            </a:r>
            <a:r>
              <a:rPr lang="zh-CN" altLang="en-US" sz="2800" kern="100" dirty="0">
                <a:solidFill>
                  <a:srgbClr val="C90909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就是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那乖僻的也要顺服。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10644904" y="149519"/>
            <a:ext cx="1547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91837" y="2733524"/>
            <a:ext cx="4065490" cy="17565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13</a:t>
            </a:r>
            <a:r>
              <a:rPr lang="zh-CN" altLang="en-US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14</a:t>
            </a:r>
            <a:r>
              <a:rPr lang="zh-CN" altLang="en-US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节，顺服动机和内容</a:t>
            </a:r>
            <a:endParaRPr lang="en-US" altLang="zh-CN" sz="20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15</a:t>
            </a:r>
            <a:r>
              <a:rPr lang="zh-CN" altLang="en-US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节，顺服原因</a:t>
            </a:r>
            <a:endParaRPr lang="en-US" altLang="zh-CN" sz="20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17</a:t>
            </a:r>
            <a:r>
              <a:rPr lang="zh-CN" altLang="en-US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18</a:t>
            </a:r>
            <a:r>
              <a:rPr lang="zh-CN" altLang="en-US" sz="20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节，带出行动</a:t>
            </a:r>
            <a:endParaRPr lang="en-US" altLang="zh-CN" sz="20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</a:t>
            </a:r>
            <a:endParaRPr lang="zh-CN" altLang="en-US" sz="20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057177" y="1311965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57327" y="991220"/>
            <a:ext cx="8052589" cy="5806287"/>
            <a:chOff x="-840331" y="460553"/>
            <a:chExt cx="13155747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800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16916" y="505464"/>
              <a:ext cx="13032332" cy="11040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2:13】</a:t>
              </a:r>
              <a:r>
                <a:rPr lang="zh-CN" altLang="en-US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你们为主的缘故，要顺服人的一切制度，或是在上的君王，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2:14】</a:t>
              </a:r>
              <a:r>
                <a:rPr lang="zh-CN" altLang="en-US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或是君王所派、罚恶赏善的臣宰。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2:15】</a:t>
              </a:r>
              <a:r>
                <a:rPr lang="zh-CN" altLang="en-US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因为　神的旨意原是要你们行善，可以堵住那糊涂无知人的口。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2:16】</a:t>
              </a:r>
              <a:r>
                <a:rPr lang="zh-CN" altLang="en-US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你们虽是自由的，却不可藉着自由遮盖恶毒（或作“阴毒”），总要作　神的仆人。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2:17】</a:t>
              </a:r>
              <a:r>
                <a:rPr lang="zh-CN" altLang="en-US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务要尊敬众人，亲爱教中的弟兄，敬畏　神，尊敬君王。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2:18】</a:t>
              </a:r>
              <a:r>
                <a:rPr lang="zh-CN" altLang="en-US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你们作仆人的，凡事要存敬畏的心顺服主人，不但顺服那善良温和的，就是那乖僻的也要顺服。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1" y="5938766"/>
            <a:ext cx="42573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【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2:13】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你们为主的缘故，要顺服人的一切制度，或是在上的君王，</a:t>
            </a:r>
          </a:p>
          <a:p>
            <a:endPara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249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8990848" y="113635"/>
            <a:ext cx="3187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8C0306-423C-7746-A3D2-2A3513F35A44}"/>
              </a:ext>
            </a:extLst>
          </p:cNvPr>
          <p:cNvSpPr txBox="1"/>
          <p:nvPr/>
        </p:nvSpPr>
        <p:spPr>
          <a:xfrm>
            <a:off x="881281" y="1383865"/>
            <a:ext cx="10877551" cy="5242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二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11~12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，在地生活的总纲。</a:t>
            </a:r>
            <a:endParaRPr lang="en-US" altLang="zh-CN" sz="24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二</a:t>
            </a:r>
            <a:r>
              <a:rPr lang="en-US" altLang="zh-CN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13~18</a:t>
            </a: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，在地过顺服生活。</a:t>
            </a:r>
            <a:endParaRPr lang="en-US" altLang="zh-CN" sz="24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神的儿女与世界权柄关系。</a:t>
            </a:r>
            <a:endParaRPr lang="en-US" altLang="zh-CN" sz="24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神的儿女仆人与主人关系。</a:t>
            </a:r>
            <a:endParaRPr lang="en-US" altLang="zh-CN" sz="24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二</a:t>
            </a:r>
            <a:r>
              <a:rPr lang="en-US" altLang="zh-CN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19~25</a:t>
            </a: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，基督为我们榜样。</a:t>
            </a:r>
            <a:endParaRPr lang="en-US" altLang="zh-CN" sz="24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被骂、受害不</a:t>
            </a:r>
            <a:r>
              <a:rPr lang="en-US" altLang="zh-CN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……</a:t>
            </a: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，只交托那</a:t>
            </a:r>
            <a:r>
              <a:rPr lang="en-US" altLang="zh-CN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……</a:t>
            </a: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主。</a:t>
            </a:r>
            <a:endParaRPr lang="en-US" altLang="zh-CN" sz="24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三</a:t>
            </a:r>
            <a:r>
              <a:rPr lang="en-US" altLang="zh-CN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1~6</a:t>
            </a: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，    妻子要顺服丈夫。</a:t>
            </a:r>
            <a:endParaRPr lang="en-US" altLang="zh-CN" sz="24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妻子顺服自己的丈夫。</a:t>
            </a:r>
            <a:endParaRPr lang="en-US" altLang="zh-CN" sz="24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丈夫要敬重自己妻子。</a:t>
            </a:r>
            <a:endParaRPr lang="en-US" altLang="zh-CN" sz="24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所以，在接下来的很大一段重点都是“顺服”。</a:t>
            </a:r>
            <a:endParaRPr lang="en-US" altLang="zh-CN" sz="2400" kern="100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90978" y="113635"/>
            <a:ext cx="7009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第一段：顺服动机和内容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4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2:13】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你们为主的缘故，要顺服人的一切制度，或是在上的君王，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2:14】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或是君王所派、罚恶赏善的臣宰。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“为主的缘故”</a:t>
            </a:r>
            <a:endParaRPr lang="en-US" altLang="zh-CN" sz="32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顺服动机：爱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为什么“为主”？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身份：第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9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节“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属　神的子民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”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目的：第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节“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归荣耀给　神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”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基督为我们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腓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2:6】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他本有　神的形像，不以自己与　神同等为强夺的，（地位）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腓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2:7】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反倒虚己，取了奴仆的形像，成为人的样式。（谦卑）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腓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2:8】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既有人的样子，就自己卑微，存心顺服，以至于死，且死在十字架上。（顺服）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B1427-D166-7BB7-862A-A5E56296E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BEDF721-C1BE-0F45-98BF-4A9399FE93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90978" y="113635"/>
            <a:ext cx="7009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第一段：顺服动机和内容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AA0CED-D1F2-8362-2848-A44192C403A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385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2:13】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你们为主的缘故，要顺服人的一切制度，或是在上的君王，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2:14】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或是君王所派、罚恶赏善的臣宰。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“要顺服一切”</a:t>
            </a:r>
            <a:endParaRPr lang="en-US" altLang="zh-CN" sz="32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“要”：命令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“为主”的表现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内容：一切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制度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君王（臣宰）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93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83957-1E06-CD25-82F8-C94EDD2D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C31EB5C-4B3D-CF4E-1F05-E8447F6079D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90978" y="113635"/>
            <a:ext cx="7009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第一段：顺服动机和内容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C5B503-1EE2-3BEF-275F-1F2F1CC65B0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678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2:13】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你们为主的缘故，要顺服人的一切制度，或是在上的君王，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2:14】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或是君王所派、罚恶赏善的臣宰。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“要顺服一切”</a:t>
            </a:r>
            <a:endParaRPr lang="en-US" altLang="zh-CN" sz="32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“顺服”：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字面意思“按指挥官的命令而整队”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无条件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执行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旧约：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【箴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24:21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】我儿，你要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敬畏耶和华与君王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，不要与反复无常的人结交，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耶</a:t>
            </a:r>
            <a:r>
              <a:rPr lang="en-US" altLang="zh-CN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29:4】</a:t>
            </a: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信上说：“万军之耶和华以色列的　神对一切被掳去的，就是我使他们从耶路撒冷被掳到巴比伦的人，如此说：你们要盖造房屋，住在其中，栽种田园，吃其中所产的，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被掳到巴比伦，在当地应促成社会和政府的益处，同时等候神的时候满了七十年之久。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976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F03F4-ABAF-8D71-B9C7-F3861515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1A72707-3A8C-019F-048B-27BC6A38488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90978" y="113635"/>
            <a:ext cx="7009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第一段：顺服动机和内容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7081C5-7182-C8C8-57ED-439E20EDAE8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944632"/>
            <a:ext cx="12192000" cy="69374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“要顺服一切”</a:t>
            </a:r>
            <a:endParaRPr lang="en-US" altLang="zh-CN" sz="32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“顺服”</a:t>
            </a:r>
            <a:r>
              <a:rPr lang="en-US" altLang="zh-CN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新约：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13:1】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在上有权柄的，人人当顺服他；因为没有权柄不是出于　神的，凡掌权的都是　</a:t>
            </a:r>
            <a:r>
              <a:rPr lang="zh-CN" altLang="en-US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神所命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13:2】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所以抗拒掌权的，就是抗拒　</a:t>
            </a:r>
            <a:r>
              <a:rPr lang="zh-CN" altLang="en-US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神的命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；抗拒的必自取刑罚。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13:3】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作官的原不是叫行善的惧怕，乃是叫作恶的惧怕。你愿意不惧怕掌权的吗？你只要</a:t>
            </a:r>
            <a:r>
              <a:rPr lang="zh-CN" altLang="en-US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行善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，就可得他的称赞，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13:4】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因为他是　</a:t>
            </a:r>
            <a:r>
              <a:rPr lang="zh-CN" altLang="en-US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神的用人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，是与你有益的。你若作恶，却当惧怕，因为他不是空空地佩剑。他是　</a:t>
            </a:r>
            <a:r>
              <a:rPr lang="zh-CN" altLang="en-US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神的用人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，是伸冤的，刑罚那作恶的。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13:5】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所以你们必须顺服，不但是因为刑罚，也是因为良心。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13:6】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你们纳粮也为这个缘故；因他们是　</a:t>
            </a:r>
            <a:r>
              <a:rPr lang="zh-CN" altLang="en-US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神的差役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，常常特管这事。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13:7】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凡人所当得的，就给他；当得粮的，给他纳粮；当得税的，给他上税；当惧怕的，惧怕他；当恭敬的，恭敬他。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900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4FC2C-F52E-3E8A-59C5-4FF1152B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95C9CF2-0CB4-35E9-93B4-DC6BCB31E6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90978" y="113635"/>
            <a:ext cx="7009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第一段：顺服动机和内容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33CBCB-4A2D-13EA-CBB3-85BFC4CCD6F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944632"/>
            <a:ext cx="12192000" cy="3376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“要顺服一切”</a:t>
            </a:r>
            <a:endParaRPr lang="en-US" altLang="zh-CN" sz="32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“顺服”</a:t>
            </a:r>
            <a:r>
              <a:rPr lang="en-US" altLang="zh-CN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新约：罗</a:t>
            </a:r>
            <a:r>
              <a:rPr lang="en-US" altLang="zh-CN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13:1~7</a:t>
            </a: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从这几节经文我们知道：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所有的权柄都是从神来的，包括敌对、逼迫基督教的权柄，这是神的许可或者说神手中的棍或者杖。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赛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10:5】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亚述是我怒气的棍，手中拿我恼恨的杖。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我们不顺服，就是抗拒神的命。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我们可见的权柄都是神的用人或者差役，在神的手中被神所用。如同前面我们提到的亚述或者巴比伦等等。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4572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EF72B-46F7-468C-3A25-E0AA9181F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CD8B99D-2B5B-A0CF-1CDB-7F74F2D502A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90978" y="113635"/>
            <a:ext cx="7009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第一段：顺服动机和内容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C7A6A2-79FF-408F-791E-D3B41FB04A0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944632"/>
            <a:ext cx="12192000" cy="3328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“要顺服一切”</a:t>
            </a:r>
            <a:endParaRPr lang="en-US" altLang="zh-CN" sz="32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总结：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圣经的命令很单纯：要顺服当权者，无论其性质如何（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善良温和、乖僻的等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）。</a:t>
            </a:r>
            <a:endParaRPr lang="en-US" altLang="zh-CN" sz="1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不讲理、邪恶、苛刻的统治者，以及迫害人的制度，都远比无政府的混乱更好。</a:t>
            </a:r>
            <a:endParaRPr lang="en-US" altLang="zh-CN" sz="1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所有的政府型态，无论是独裁的、封建的、强权的或民主的等等，都充满了从亚当而来的罪恶，因为都是由堕落的罪人所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产生和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领导的。</a:t>
            </a:r>
            <a:endParaRPr lang="en-US" altLang="zh-CN" sz="18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世间的掌权者都是从神来的，即使统治者并不敬畏神。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384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B4D9-F7E2-B0B0-03E7-57303E29F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F437BA5-1D7E-5B6F-69DE-E432A722B11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90978" y="113635"/>
            <a:ext cx="7009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第一段：顺服动机和内容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73BDAB-D484-E91C-BF43-80860F4970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260" y="1162049"/>
            <a:ext cx="5391150" cy="51054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024DBAC-DEF6-ED82-06A9-26DA22F2824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096000" y="1162049"/>
            <a:ext cx="5521779" cy="5227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“要顺服一切”</a:t>
            </a:r>
            <a:endParaRPr lang="en-US" altLang="zh-CN" sz="32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顺服的根基是神的命令，若违背神的命令则无顺服要求。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比如：关于聚会。</a:t>
            </a:r>
            <a:endParaRPr lang="en-US" altLang="zh-CN" sz="16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来</a:t>
            </a:r>
            <a:r>
              <a:rPr lang="en-US" altLang="zh-CN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10:25】</a:t>
            </a:r>
            <a:r>
              <a:rPr lang="zh-CN" altLang="en-US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你们不可停止聚会，好像那些停止惯了的人，倒要彼此劝勉。</a:t>
            </a:r>
            <a:r>
              <a:rPr lang="en-US" altLang="zh-CN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……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徒</a:t>
            </a:r>
            <a:r>
              <a:rPr lang="en-US" altLang="zh-CN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5:29】</a:t>
            </a:r>
            <a:r>
              <a:rPr lang="zh-CN" altLang="en-US" sz="14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彼得和众使徒回答说：“顺从　神，不顺从人，是应当的。</a:t>
            </a:r>
            <a:endParaRPr lang="en-US" altLang="zh-CN" sz="14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太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22:21】……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耶稣说：“这样，凯撒的物当归给凯撒；　神的物当归给　神。”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属灵权柄掌管属灵的事（教会）</a:t>
            </a:r>
            <a:endParaRPr lang="en-US" altLang="zh-CN" sz="16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属世权柄掌管属世的事（世界）</a:t>
            </a:r>
            <a:endParaRPr lang="en-US" altLang="zh-CN" sz="16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所有权柄唯一源头：神</a:t>
            </a:r>
            <a:endParaRPr lang="en-US" altLang="zh-CN" sz="16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0276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ABBB7-0279-FA4F-EB6C-3E8DA712E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45145FA-1734-DD73-E524-2FFFC62C591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90978" y="113635"/>
            <a:ext cx="7009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第一段：顺服动机和内容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BC9898-1421-5BF4-BE25-E4EF2A264B0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2911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2:13】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你们为主的缘故，要顺服人的一切制度，或是在上的君王，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2:14】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或是君王所派、罚恶赏善的臣宰。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“一切制度，君王*臣宰”</a:t>
            </a:r>
            <a:endParaRPr lang="en-US" altLang="zh-CN" sz="32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制度：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希腊原文是“根基”，这个字出现在新约圣经时，都与神的创世活动有关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可</a:t>
            </a: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10:6】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但从起初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创造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的时候，　神造人是造男造女。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1:20】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自从造天地以来，　神的永能和神性是明明可知的，虽是眼不能见，但藉着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所造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之物就可以晓得，叫人无可推诿。</a:t>
            </a:r>
            <a:endParaRPr lang="en-US" altLang="zh-CN" sz="16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神创造了人的社会上的一切根基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工作、家庭、政府等。彼得说制度是“人的”制度，并非指其源头是人，而是指其运作的功能或范畴。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他的目的是要吩咐读者顺服人的一切制度，因为每种制度（合乎神属性的）背后真正的设立者是神。故此，信徒要顺服社会上的掌权者和雇主。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867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DC6F7-A76C-22F8-9A5D-C2510004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62623CB-AD7F-A175-DDBE-144185EC3A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90978" y="113635"/>
            <a:ext cx="7009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第一段：顺服动机和内容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9618EE-E4E6-908C-8092-273C9CC5563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620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2:13】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你们为主的缘故，要顺服人的一切制度，或是在上的君王，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2:14】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或是君王所派、罚恶赏善的臣宰。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“一切制度，君王*臣宰”</a:t>
            </a:r>
            <a:endParaRPr lang="en-US" altLang="zh-CN" sz="32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制度：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更深的层次 ：“人一切的制度”，是神借有罪的人的手制定的创造。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人的制度做区分的是神的制度即律法。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trike="sngStrike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往往以为我们是属天的国民，我们高与地上的一切，我们就可以忽视地上的君王或者制度。</a:t>
            </a:r>
            <a:endParaRPr lang="en-US" altLang="zh-CN" strike="sngStrike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神要我们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我们“顺服人的一切制度”，要我们顺服，且是“一切的制度”。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161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2180B-D659-4091-7D26-95E137082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365F98E-7FF7-A51C-9BAB-12A8F91313B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90978" y="113635"/>
            <a:ext cx="7009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第一段：顺服动机和内容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EF2823-4682-5596-1E19-25A852E298F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7129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2:13】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你们为主的缘故，要顺服人的一切制度，或是在上的君王，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2:14】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或是君王所派、罚恶赏善的臣宰。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一切制度是指什么？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如果与信仰相违即背乎神属性的：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徒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5:29】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彼得和众使徒回答说：“顺从　神，不顺从人，是应当的。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区分属灵与属世？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顺服是神的要求，首先是顺服神自己及其命令。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如果世界的制度或君王违背神的属性，则背乎神的命令。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则不在顺服的范围内即不在顺服的范围内。但不是否认其一切，而是其背乎神属性的那部分内容。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1690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DE17E-D8D0-7162-4202-A9E4AFB8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DB6953C-3D55-F0D6-9C3A-452A30D002B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90978" y="113635"/>
            <a:ext cx="7009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第一段：顺服动机和内容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A7E2B7-3D71-DFE9-76E2-FE1BF441456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8976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2:13】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你们为主的缘故，要顺服人的一切制度，或是在上的君王，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2:14】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或是君王所派、罚恶赏善的臣宰。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“一切制度”</a:t>
            </a:r>
            <a:endParaRPr lang="en-US" altLang="zh-CN" sz="32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顺服的程度？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西</a:t>
            </a: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3:22】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你们作仆人的，要凡事听从你们肉身的主人，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不要只在眼前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侍奉，像是讨人喜欢的，总要存心诚实敬畏主。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西</a:t>
            </a: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3:23】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无论作什么，都要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从心里作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，像是给主作的，不是给人作的，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总结：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“不要只在眼前，</a:t>
            </a:r>
            <a:r>
              <a:rPr lang="zh-CN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从心里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作”</a:t>
            </a:r>
            <a:r>
              <a:rPr lang="zh-CN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“给主做的，不是给人作的”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真心顺服，不是交易（只有你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我才会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5210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5F643-73A7-9B98-C276-1F25AB2D9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1376204-84C0-D57A-D535-8AC38C2EAF4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90978" y="113635"/>
            <a:ext cx="7009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第一段：顺服动机和内容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77758A-1A45-8115-5C8A-51F820C0873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9899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2:13】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你们为主的缘故，要顺服人的一切制度，或是在上的君王，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2:14】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或是君王所派、罚恶赏善的臣宰。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“一切制度、君王”</a:t>
            </a:r>
            <a:endParaRPr lang="en-US" altLang="zh-CN" sz="32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源头？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顺服的源头是神。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权柄来自神，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十三章的经文明确了，那“臣宰” 权柄从哪儿来？藉着君王从神来的，如君王。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讨论顺服，到底在讨论什么？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不是个人修养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而是神的全权掌管，那我们就的忠实执行神的命令即“你们为主的缘故，要顺服一切制度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君王”。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5577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2162-0452-6407-7BCD-78E0BBFA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9A32AE7-A7D4-0CB7-4A75-5B6F59A5E4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467225" y="113635"/>
            <a:ext cx="7733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第二段：顺服的原因和态度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DB5BAC-9ED2-32C3-80AB-3C4515DE57E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944632"/>
            <a:ext cx="12192000" cy="55925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　神的旨意原是要你们行善，可以堵住那糊涂无知人的口。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2:16】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你们虽是自由的，却不可藉着自由遮盖恶毒，总要作　神的仆人。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“神的旨意原是要你们行善”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本段讲了顺服的原因是阻止人批评福音、论断福音。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“行善”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不仅仅是遵纪守法，而是有美好的见证、无可指摘、表现出圣洁和自守，有美好的名声的基督徒的样式。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这一切的美好的品行，连那些反对基督徒的人也不能否认他们的美好见证。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节是从正面的因神的旨意和要求对我们提出要求。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节从我们自身来对我们的要求。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身份：神的仆人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状态：自由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114550" lvl="4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不是说我们的社会、政治或身份的自由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114550" lvl="4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指我们已经被基督从罪中被赎成为不再受罪辖制而自由的人。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4433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797BA-7E2C-82C2-9451-57072D4D9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0B8F83D-0A6E-226E-B15D-2147460DBF8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467225" y="113635"/>
            <a:ext cx="7733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第二段：顺服的原因和态度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65E207-C63E-B994-BD18-C08556A6DFB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464" y="944632"/>
            <a:ext cx="12192000" cy="40273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自由：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救赎的工作。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1:18】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知道你们得赎、脱去你们祖宗所传流虚妄的行为，不是凭着能坏的金银等物，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1:19】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乃是凭着基督的宝血，如同无瑕疵、无玷污的羔羊之血。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免除罪的咒诅。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6:18】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你们既从罪里得了释放，就作了义的奴仆。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8:2】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因为赐生命圣灵的律在基督耶稣里释放了我，使我脱离罪和死的律了。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律法的刑罚、咒诅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加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3:13】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基督既为我们受了咒诅（“受”原文作“成”），就赎出我们脱离律法的咒诅，因为经上记着：“凡挂在木头上都是被咒诅的。”</a:t>
            </a:r>
            <a:endParaRPr lang="zh-CN" altLang="en-US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28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19BD8-6218-598F-1146-15E7810BB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26265DF-9501-39A6-5A0D-E28BA1B1599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467225" y="113635"/>
            <a:ext cx="7733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第二段：顺服的原因和态度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28CCAA-0C88-92EC-8FA1-176469181DD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464" y="944632"/>
            <a:ext cx="12192000" cy="57286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撒旦的捆绑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16:20】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赐平安的　神，快要将撒但践踏在你们脚下。愿我主耶稣基督的恩常和你们同在！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来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2:14】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儿女既同有血肉之体，他也照样亲自成了血肉之体，特要藉着死，败坏那掌死权的，就是魔鬼，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世界的掌控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加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5:1】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基督释放了我们，叫我们得以自由，所以要站立得稳，不要再被奴仆的轭挟制。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西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1:13】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他救了我们脱离黑暗的权势，把我们迁到他爱子的国里，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6.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死亡的权势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8:38】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因为我深信无论是死，是生，是天使，是掌权的，是有能的，是现在的事，是将来的事，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8:39】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是高处的，是低处的，是别的受造之物，都不能叫我们与　神的爱隔绝；这爱是在我们的主基督耶稣里的。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总结：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是因基督耶稣的救赎才有的现在这身份和地位，警告那些在基督里得自由的，不可借着这个属灵自由来遮盖恶毒即不顺服掌权者，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127000"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【加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5:13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】弟兄们，你们蒙召是要得自由，只是不可将你们的自由当作放纵情欲的机会，总要用爱心互相服侍。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zh-CN" altLang="en-US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0665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3B0E1-47D7-7ECE-9E3E-BD4B28B8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5989577-3451-6710-7744-A35110FD39A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467225" y="113635"/>
            <a:ext cx="7733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第二段：顺服的原因和态度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C38625-8BC2-C059-8ADD-0DDF9C08FA3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464" y="944632"/>
            <a:ext cx="12192000" cy="17607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总结：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不要“藉这自由遮盖恶毒”，意思就是不要因这自由而成为我们可以随意犯罪、不遵守神命令的借口。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我们真实的身份是神的“仆人”，是受圣灵管制的神的儿女，或说“属神的子民”。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所以我们理当遵神的命令而行，而神的命令是什么呢？参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节“神的旨意是要你们行善”（行善的扩展意义）。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6895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DE60C-4DF6-4E26-3053-302F31E3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8EF0358-CCCA-0901-0DE5-D0959E3C334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467225" y="113635"/>
            <a:ext cx="7733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第三段：顺服的应用及特例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4E5EDD-30BA-9B21-702F-1326163F170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944632"/>
            <a:ext cx="12192000" cy="554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2:17】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务要尊敬众人，亲爱教中的弟兄，敬畏　神，尊敬君王。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你们作仆人的，凡事要存敬畏的心顺服主人，不但顺服那善良温和的，就是那乖僻的也要顺服。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“务要”：要求、命令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四个动词“尊敬”、“亲爱”、“敬畏”、“尊敬”。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尊敬众人：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基督徒对每个人都应该表达出适度的敬重，视每个人都是按神的形像所造。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强调的是“众人”，与下面的“教中”做了对比。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众人：神的形象，君王：在上的从神而来的权柄。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最终看重的都是神是一切的源头。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亲爱教中的弟兄：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让世人看见亲爱其他的信徒。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约</a:t>
            </a: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13:34】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我赐给你们一条新命令，乃是叫你们彼此相爱；我怎样爱你们，你们也要怎样相爱。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约</a:t>
            </a: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13:35】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你们若有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彼此相爱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的心，众人因此就认出你们是我的门徒了。”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6589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DFC0-4F3C-6838-0573-1DDD80E8C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D04DBC0-81CF-A6C5-E17B-3D66E9C6167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467225" y="113635"/>
            <a:ext cx="7733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第三段：顺服的应用及特例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710632-A635-6A3C-5973-568EDE67771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944632"/>
            <a:ext cx="12192000" cy="62411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2:17】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务要尊敬众人，亲爱教中的弟兄，敬畏　神，尊敬君王。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你们作仆人的，凡事要存敬畏的心顺服主人，不但顺服那善良温和的，就是那乖僻的也要顺服。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“务要”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敬畏　神：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基督徒必须按神至高无上的主权来敬拜祂，因为祂是随自己完美的旨意安排万事万物的父。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这种敬畏也会鼓励信徒顺服地上一切掌权的，因为他们至终尊敬的是吩咐他们如此行的那一位神。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圣洁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神的命令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完全奉献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尊敬君王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呼应：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13:7】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凡人所当得的，就给他；当得粮的，给他纳粮；当得税的，给他上税；当惧怕的，惧怕他；当恭敬的，恭敬他。</a:t>
            </a:r>
            <a:endParaRPr lang="en-US" altLang="zh-CN" sz="16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受神差派来执行治理工作，都配得神所要求的尊敬。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sz="16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0226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ADCF7-0A81-1C93-FF74-8CEC3157F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5AFD379-BA7A-24DA-6809-07E2F6FF7A9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467225" y="113635"/>
            <a:ext cx="7733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第三段：顺服的应用及特例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C684F88-5D1C-583A-D3D4-612187E3CC7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944632"/>
            <a:ext cx="12192000" cy="30094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2:17】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务要尊敬众人，亲爱教中的弟兄，敬畏　神，尊敬君王。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你们作仆人的，凡事要存敬畏的心顺服主人，不但顺服那善良温和的，就是那乖僻的也要顺服。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“仆人”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观察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17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节，“敬畏”的对象，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en-US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节“敬畏”的对象。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听从主人（神），神所命定的世上的主人。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不看外在（善良温和、乖僻的），看源头。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sz="16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0634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5536C-A22C-576E-589E-83CCE5C77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978575A-19BD-0370-D389-99C9201E126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467225" y="113635"/>
            <a:ext cx="7733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第三段：顺服的应用及特例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034956-65A5-7A6B-2DB8-AB15861B7A6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944632"/>
            <a:ext cx="12192000" cy="46714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2:17】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务要尊敬众人，亲爱教中的弟兄，敬畏　神，尊敬君王。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你们作仆人的，凡事要存敬畏的心顺服主人，不但顺服那善良温和的，就是那乖僻的也要顺服。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“务要”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让信仰真实可见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顺服社会的掌权者，就是履行“福音使者的公民身分”。</a:t>
            </a: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耶稣的登山宝训：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太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5:14】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你们是世上的光。城造在山上，是不能隐藏的。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太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5:15】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人点灯，不放在斗底下，是放在灯台上，就照亮一家的人。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太</a:t>
            </a:r>
            <a:r>
              <a:rPr lang="en-US" altLang="zh-CN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5:16】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你们的光也当这样照在人前，叫他们看见你们的好行为，便将荣耀归给你们在天上的父。”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sz="16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4874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1" y="640823"/>
            <a:ext cx="2057400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6962192"/>
              </p:ext>
            </p:extLst>
          </p:nvPr>
        </p:nvGraphicFramePr>
        <p:xfrm>
          <a:off x="2844800" y="681037"/>
          <a:ext cx="9293352" cy="5685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8373</TotalTime>
  <Words>3809</Words>
  <Application>Microsoft Office PowerPoint</Application>
  <PresentationFormat>宽屏</PresentationFormat>
  <Paragraphs>273</Paragraphs>
  <Slides>26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等线</vt:lpstr>
      <vt:lpstr>方正屏显雅宋_GBK</vt:lpstr>
      <vt:lpstr>微软雅黑</vt:lpstr>
      <vt:lpstr>Arial</vt:lpstr>
      <vt:lpstr>Calibri</vt:lpstr>
      <vt:lpstr>Times New Roman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2025-04-12T21:50:03Z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