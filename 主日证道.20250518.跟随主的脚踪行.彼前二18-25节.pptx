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notesSlides/notesSlide3.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5.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6.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7.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8.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9.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0.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1.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1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3.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4.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notesSlides/notesSlide15.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6.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7.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560" r:id="rId2"/>
    <p:sldId id="554" r:id="rId3"/>
    <p:sldId id="425" r:id="rId4"/>
    <p:sldId id="598" r:id="rId5"/>
    <p:sldId id="531" r:id="rId6"/>
    <p:sldId id="553" r:id="rId7"/>
    <p:sldId id="602" r:id="rId8"/>
    <p:sldId id="603" r:id="rId9"/>
    <p:sldId id="604" r:id="rId10"/>
    <p:sldId id="608" r:id="rId11"/>
    <p:sldId id="607" r:id="rId12"/>
    <p:sldId id="605" r:id="rId13"/>
    <p:sldId id="609" r:id="rId14"/>
    <p:sldId id="610" r:id="rId15"/>
    <p:sldId id="611" r:id="rId16"/>
    <p:sldId id="612" r:id="rId17"/>
    <p:sldId id="613" r:id="rId18"/>
    <p:sldId id="552"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9" userDrawn="1">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671AAC-EE65-C2E9-8FB4-81033EEFC221}" name="强 李" initials="强李" userId="cd6c7ec7188785a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E80"/>
    <a:srgbClr val="F1F1F1"/>
    <a:srgbClr val="1A3A76"/>
    <a:srgbClr val="633D06"/>
    <a:srgbClr val="FCFEFE"/>
    <a:srgbClr val="FFFFFF"/>
    <a:srgbClr val="00205D"/>
    <a:srgbClr val="C90909"/>
    <a:srgbClr val="272520"/>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93FE81-F37C-43C3-BCE5-384F4463B605}" v="875" dt="2025-05-17T06:12:38.058"/>
  </p1510:revLst>
</p1510:revInfo>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56" autoAdjust="0"/>
  </p:normalViewPr>
  <p:slideViewPr>
    <p:cSldViewPr snapToGrid="0">
      <p:cViewPr varScale="1">
        <p:scale>
          <a:sx n="109" d="100"/>
          <a:sy n="109" d="100"/>
        </p:scale>
        <p:origin x="636" y="84"/>
      </p:cViewPr>
      <p:guideLst>
        <p:guide orient="horz" pos="3249"/>
        <p:guide pos="38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强 李" userId="cd6c7ec7188785ae" providerId="LiveId" clId="{4C67824B-4ABF-4026-A5FF-7EB9DA765689}"/>
    <pc:docChg chg="undo custSel addSld delSld modSld sldOrd">
      <pc:chgData name="强 李" userId="cd6c7ec7188785ae" providerId="LiveId" clId="{4C67824B-4ABF-4026-A5FF-7EB9DA765689}" dt="2023-02-18T14:02:46.036" v="776" actId="729"/>
      <pc:docMkLst>
        <pc:docMk/>
      </pc:docMkLst>
      <pc:sldChg chg="modSp mod">
        <pc:chgData name="强 李" userId="cd6c7ec7188785ae" providerId="LiveId" clId="{4C67824B-4ABF-4026-A5FF-7EB9DA765689}" dt="2023-02-18T12:35:14.244" v="25" actId="20577"/>
        <pc:sldMkLst>
          <pc:docMk/>
          <pc:sldMk cId="0" sldId="413"/>
        </pc:sldMkLst>
      </pc:sldChg>
      <pc:sldChg chg="mod modShow">
        <pc:chgData name="强 李" userId="cd6c7ec7188785ae" providerId="LiveId" clId="{4C67824B-4ABF-4026-A5FF-7EB9DA765689}" dt="2023-02-18T14:02:46.036" v="776" actId="729"/>
        <pc:sldMkLst>
          <pc:docMk/>
          <pc:sldMk cId="0" sldId="425"/>
        </pc:sldMkLst>
      </pc:sldChg>
      <pc:sldChg chg="mod modShow">
        <pc:chgData name="强 李" userId="cd6c7ec7188785ae" providerId="LiveId" clId="{4C67824B-4ABF-4026-A5FF-7EB9DA765689}" dt="2023-02-18T14:02:06.289" v="773" actId="729"/>
        <pc:sldMkLst>
          <pc:docMk/>
          <pc:sldMk cId="0" sldId="427"/>
        </pc:sldMkLst>
      </pc:sldChg>
      <pc:sldChg chg="mod modShow">
        <pc:chgData name="强 李" userId="cd6c7ec7188785ae" providerId="LiveId" clId="{4C67824B-4ABF-4026-A5FF-7EB9DA765689}" dt="2023-02-18T14:02:06.289" v="773" actId="729"/>
        <pc:sldMkLst>
          <pc:docMk/>
          <pc:sldMk cId="3608494230" sldId="530"/>
        </pc:sldMkLst>
      </pc:sldChg>
      <pc:sldChg chg="mod modShow">
        <pc:chgData name="强 李" userId="cd6c7ec7188785ae" providerId="LiveId" clId="{4C67824B-4ABF-4026-A5FF-7EB9DA765689}" dt="2023-02-18T14:02:06.289" v="773" actId="729"/>
        <pc:sldMkLst>
          <pc:docMk/>
          <pc:sldMk cId="54695671" sldId="531"/>
        </pc:sldMkLst>
      </pc:sldChg>
      <pc:sldChg chg="addSp delSp modSp mod ord">
        <pc:chgData name="强 李" userId="cd6c7ec7188785ae" providerId="LiveId" clId="{4C67824B-4ABF-4026-A5FF-7EB9DA765689}" dt="2023-02-18T12:46:27.700" v="37" actId="1076"/>
        <pc:sldMkLst>
          <pc:docMk/>
          <pc:sldMk cId="3813767857" sldId="538"/>
        </pc:sldMkLst>
      </pc:sldChg>
      <pc:sldChg chg="mod modShow">
        <pc:chgData name="强 李" userId="cd6c7ec7188785ae" providerId="LiveId" clId="{4C67824B-4ABF-4026-A5FF-7EB9DA765689}" dt="2023-02-18T14:02:34.493" v="775" actId="729"/>
        <pc:sldMkLst>
          <pc:docMk/>
          <pc:sldMk cId="3098698452" sldId="539"/>
        </pc:sldMkLst>
      </pc:sldChg>
      <pc:sldChg chg="mod modShow">
        <pc:chgData name="强 李" userId="cd6c7ec7188785ae" providerId="LiveId" clId="{4C67824B-4ABF-4026-A5FF-7EB9DA765689}" dt="2023-02-18T14:02:06.289" v="773" actId="729"/>
        <pc:sldMkLst>
          <pc:docMk/>
          <pc:sldMk cId="1804281116" sldId="540"/>
        </pc:sldMkLst>
      </pc:sldChg>
      <pc:sldChg chg="modSp mod">
        <pc:chgData name="强 李" userId="cd6c7ec7188785ae" providerId="LiveId" clId="{4C67824B-4ABF-4026-A5FF-7EB9DA765689}" dt="2023-02-18T12:52:04.687" v="135" actId="15"/>
        <pc:sldMkLst>
          <pc:docMk/>
          <pc:sldMk cId="188333421" sldId="541"/>
        </pc:sldMkLst>
      </pc:sldChg>
      <pc:sldChg chg="addSp delSp modSp mod">
        <pc:chgData name="强 李" userId="cd6c7ec7188785ae" providerId="LiveId" clId="{4C67824B-4ABF-4026-A5FF-7EB9DA765689}" dt="2023-02-18T13:21:42.955" v="486" actId="20577"/>
        <pc:sldMkLst>
          <pc:docMk/>
          <pc:sldMk cId="3014528576" sldId="542"/>
        </pc:sldMkLst>
      </pc:sldChg>
      <pc:sldChg chg="addSp delSp modSp mod ord">
        <pc:chgData name="强 李" userId="cd6c7ec7188785ae" providerId="LiveId" clId="{4C67824B-4ABF-4026-A5FF-7EB9DA765689}" dt="2023-02-18T13:46:48.445" v="772" actId="113"/>
        <pc:sldMkLst>
          <pc:docMk/>
          <pc:sldMk cId="1242525785" sldId="543"/>
        </pc:sldMkLst>
      </pc:sldChg>
      <pc:sldChg chg="mod modShow">
        <pc:chgData name="强 李" userId="cd6c7ec7188785ae" providerId="LiveId" clId="{4C67824B-4ABF-4026-A5FF-7EB9DA765689}" dt="2023-02-18T14:02:06.289" v="773" actId="729"/>
        <pc:sldMkLst>
          <pc:docMk/>
          <pc:sldMk cId="2346705434" sldId="544"/>
        </pc:sldMkLst>
      </pc:sldChg>
      <pc:sldChg chg="addSp modSp del mod">
        <pc:chgData name="强 李" userId="cd6c7ec7188785ae" providerId="LiveId" clId="{4C67824B-4ABF-4026-A5FF-7EB9DA765689}" dt="2023-02-18T14:02:24.641" v="774" actId="47"/>
        <pc:sldMkLst>
          <pc:docMk/>
          <pc:sldMk cId="3594653571" sldId="545"/>
        </pc:sldMkLst>
      </pc:sldChg>
      <pc:sldChg chg="modSp add mod">
        <pc:chgData name="强 李" userId="cd6c7ec7188785ae" providerId="LiveId" clId="{4C67824B-4ABF-4026-A5FF-7EB9DA765689}" dt="2023-02-18T13:05:32.564" v="255" actId="20577"/>
        <pc:sldMkLst>
          <pc:docMk/>
          <pc:sldMk cId="1236072088" sldId="546"/>
        </pc:sldMkLst>
      </pc:sldChg>
      <pc:sldChg chg="add del">
        <pc:chgData name="强 李" userId="cd6c7ec7188785ae" providerId="LiveId" clId="{4C67824B-4ABF-4026-A5FF-7EB9DA765689}" dt="2023-02-18T10:51:44.157" v="3"/>
        <pc:sldMkLst>
          <pc:docMk/>
          <pc:sldMk cId="2033925912" sldId="546"/>
        </pc:sldMkLst>
      </pc:sldChg>
      <pc:sldChg chg="add del">
        <pc:chgData name="强 李" userId="cd6c7ec7188785ae" providerId="LiveId" clId="{4C67824B-4ABF-4026-A5FF-7EB9DA765689}" dt="2023-02-18T10:51:53.170" v="8"/>
        <pc:sldMkLst>
          <pc:docMk/>
          <pc:sldMk cId="2511412543" sldId="546"/>
        </pc:sldMkLst>
      </pc:sldChg>
      <pc:sldChg chg="addSp delSp modSp add mod">
        <pc:chgData name="强 李" userId="cd6c7ec7188785ae" providerId="LiveId" clId="{4C67824B-4ABF-4026-A5FF-7EB9DA765689}" dt="2023-02-18T13:16:04.879" v="383" actId="6549"/>
        <pc:sldMkLst>
          <pc:docMk/>
          <pc:sldMk cId="30193004" sldId="547"/>
        </pc:sldMkLst>
      </pc:sldChg>
      <pc:sldChg chg="modSp add mod">
        <pc:chgData name="强 李" userId="cd6c7ec7188785ae" providerId="LiveId" clId="{4C67824B-4ABF-4026-A5FF-7EB9DA765689}" dt="2023-02-18T13:26:33.938" v="574"/>
        <pc:sldMkLst>
          <pc:docMk/>
          <pc:sldMk cId="1850033319" sldId="548"/>
        </pc:sldMkLst>
      </pc:sldChg>
      <pc:sldChg chg="modSp add mod">
        <pc:chgData name="强 李" userId="cd6c7ec7188785ae" providerId="LiveId" clId="{4C67824B-4ABF-4026-A5FF-7EB9DA765689}" dt="2023-02-18T13:33:13.180" v="650" actId="404"/>
        <pc:sldMkLst>
          <pc:docMk/>
          <pc:sldMk cId="2628862028" sldId="549"/>
        </pc:sldMkLst>
      </pc:sldChg>
      <pc:sldChg chg="modSp add mod setBg">
        <pc:chgData name="强 李" userId="cd6c7ec7188785ae" providerId="LiveId" clId="{4C67824B-4ABF-4026-A5FF-7EB9DA765689}" dt="2023-02-18T13:35:53.684" v="691"/>
        <pc:sldMkLst>
          <pc:docMk/>
          <pc:sldMk cId="2538769747" sldId="550"/>
        </pc:sldMkLst>
      </pc:sldChg>
      <pc:sldChg chg="modSp add mod">
        <pc:chgData name="强 李" userId="cd6c7ec7188785ae" providerId="LiveId" clId="{4C67824B-4ABF-4026-A5FF-7EB9DA765689}" dt="2023-02-18T13:45:07.955" v="738" actId="20577"/>
        <pc:sldMkLst>
          <pc:docMk/>
          <pc:sldMk cId="2632320746" sldId="551"/>
        </pc:sldMkLst>
      </pc:sldChg>
    </pc:docChg>
  </pc:docChgLst>
  <pc:docChgLst>
    <pc:chgData name="强 李" userId="cd6c7ec7188785ae" providerId="LiveId" clId="{E0EEEAD3-6AF6-4BF1-A7F2-844E1D56509A}"/>
    <pc:docChg chg="undo custSel modSld">
      <pc:chgData name="强 李" userId="cd6c7ec7188785ae" providerId="LiveId" clId="{E0EEEAD3-6AF6-4BF1-A7F2-844E1D56509A}" dt="2024-04-14T13:20:11.078" v="800" actId="404"/>
      <pc:docMkLst>
        <pc:docMk/>
      </pc:docMkLst>
      <pc:sldChg chg="modSp mod">
        <pc:chgData name="强 李" userId="cd6c7ec7188785ae" providerId="LiveId" clId="{E0EEEAD3-6AF6-4BF1-A7F2-844E1D56509A}" dt="2024-04-14T13:19:54.428" v="798" actId="6549"/>
        <pc:sldMkLst>
          <pc:docMk/>
          <pc:sldMk cId="0" sldId="425"/>
        </pc:sldMkLst>
      </pc:sldChg>
      <pc:sldChg chg="addSp delSp modSp mod">
        <pc:chgData name="强 李" userId="cd6c7ec7188785ae" providerId="LiveId" clId="{E0EEEAD3-6AF6-4BF1-A7F2-844E1D56509A}" dt="2024-04-14T13:00:13.377" v="132" actId="1076"/>
        <pc:sldMkLst>
          <pc:docMk/>
          <pc:sldMk cId="54695671" sldId="531"/>
        </pc:sldMkLst>
      </pc:sldChg>
      <pc:sldChg chg="modSp mod">
        <pc:chgData name="强 李" userId="cd6c7ec7188785ae" providerId="LiveId" clId="{E0EEEAD3-6AF6-4BF1-A7F2-844E1D56509A}" dt="2024-04-14T13:15:23.462" v="509" actId="113"/>
        <pc:sldMkLst>
          <pc:docMk/>
          <pc:sldMk cId="1242525785" sldId="543"/>
        </pc:sldMkLst>
      </pc:sldChg>
      <pc:sldChg chg="modSp mod">
        <pc:chgData name="强 李" userId="cd6c7ec7188785ae" providerId="LiveId" clId="{E0EEEAD3-6AF6-4BF1-A7F2-844E1D56509A}" dt="2024-04-14T13:19:33.835" v="796" actId="14100"/>
        <pc:sldMkLst>
          <pc:docMk/>
          <pc:sldMk cId="419382719" sldId="552"/>
        </pc:sldMkLst>
      </pc:sldChg>
      <pc:sldChg chg="modSp mod">
        <pc:chgData name="强 李" userId="cd6c7ec7188785ae" providerId="LiveId" clId="{E0EEEAD3-6AF6-4BF1-A7F2-844E1D56509A}" dt="2024-04-14T13:07:43.147" v="272" actId="1038"/>
        <pc:sldMkLst>
          <pc:docMk/>
          <pc:sldMk cId="530530540" sldId="553"/>
        </pc:sldMkLst>
      </pc:sldChg>
      <pc:sldChg chg="modSp mod">
        <pc:chgData name="强 李" userId="cd6c7ec7188785ae" providerId="LiveId" clId="{E0EEEAD3-6AF6-4BF1-A7F2-844E1D56509A}" dt="2024-04-14T13:20:11.078" v="800" actId="404"/>
        <pc:sldMkLst>
          <pc:docMk/>
          <pc:sldMk cId="3418790839" sldId="554"/>
        </pc:sldMkLst>
      </pc:sldChg>
      <pc:sldChg chg="modSp mod">
        <pc:chgData name="强 李" userId="cd6c7ec7188785ae" providerId="LiveId" clId="{E0EEEAD3-6AF6-4BF1-A7F2-844E1D56509A}" dt="2024-04-14T13:07:19.895" v="220" actId="1037"/>
        <pc:sldMkLst>
          <pc:docMk/>
          <pc:sldMk cId="159884778" sldId="574"/>
        </pc:sldMkLst>
      </pc:sldChg>
      <pc:sldChg chg="modSp mod">
        <pc:chgData name="强 李" userId="cd6c7ec7188785ae" providerId="LiveId" clId="{E0EEEAD3-6AF6-4BF1-A7F2-844E1D56509A}" dt="2024-04-14T13:07:31.464" v="243" actId="1038"/>
        <pc:sldMkLst>
          <pc:docMk/>
          <pc:sldMk cId="3921434846" sldId="587"/>
        </pc:sldMkLst>
      </pc:sldChg>
      <pc:sldChg chg="modSp mod">
        <pc:chgData name="强 李" userId="cd6c7ec7188785ae" providerId="LiveId" clId="{E0EEEAD3-6AF6-4BF1-A7F2-844E1D56509A}" dt="2024-04-14T13:11:00.308" v="332" actId="403"/>
        <pc:sldMkLst>
          <pc:docMk/>
          <pc:sldMk cId="2648053192" sldId="588"/>
        </pc:sldMkLst>
      </pc:sldChg>
      <pc:sldChg chg="modSp mod">
        <pc:chgData name="强 李" userId="cd6c7ec7188785ae" providerId="LiveId" clId="{E0EEEAD3-6AF6-4BF1-A7F2-844E1D56509A}" dt="2024-04-14T13:08:30.120" v="276" actId="403"/>
        <pc:sldMkLst>
          <pc:docMk/>
          <pc:sldMk cId="534191096" sldId="589"/>
        </pc:sldMkLst>
      </pc:sldChg>
      <pc:sldChg chg="addSp delSp modSp mod">
        <pc:chgData name="强 李" userId="cd6c7ec7188785ae" providerId="LiveId" clId="{E0EEEAD3-6AF6-4BF1-A7F2-844E1D56509A}" dt="2024-04-14T13:10:52.862" v="330" actId="6549"/>
        <pc:sldMkLst>
          <pc:docMk/>
          <pc:sldMk cId="4207264488" sldId="590"/>
        </pc:sldMkLst>
      </pc:sldChg>
      <pc:sldChg chg="modSp mod">
        <pc:chgData name="强 李" userId="cd6c7ec7188785ae" providerId="LiveId" clId="{E0EEEAD3-6AF6-4BF1-A7F2-844E1D56509A}" dt="2024-04-14T13:10:46.095" v="328" actId="403"/>
        <pc:sldMkLst>
          <pc:docMk/>
          <pc:sldMk cId="3491062220" sldId="591"/>
        </pc:sldMkLst>
      </pc:sldChg>
      <pc:sldChg chg="addSp delSp modSp mod">
        <pc:chgData name="强 李" userId="cd6c7ec7188785ae" providerId="LiveId" clId="{E0EEEAD3-6AF6-4BF1-A7F2-844E1D56509A}" dt="2024-04-14T13:11:39.229" v="337" actId="403"/>
        <pc:sldMkLst>
          <pc:docMk/>
          <pc:sldMk cId="4046377894" sldId="592"/>
        </pc:sldMkLst>
      </pc:sldChg>
    </pc:docChg>
  </pc:docChgLst>
  <pc:docChgLst>
    <pc:chgData name="强 李" userId="cd6c7ec7188785ae" providerId="LiveId" clId="{59B04525-367E-458D-A292-D07252BFEF77}"/>
    <pc:docChg chg="undo custSel delSld modSld">
      <pc:chgData name="强 李" userId="cd6c7ec7188785ae" providerId="LiveId" clId="{59B04525-367E-458D-A292-D07252BFEF77}" dt="2023-05-13T21:33:54.200" v="52"/>
      <pc:docMkLst>
        <pc:docMk/>
      </pc:docMkLst>
      <pc:sldChg chg="modSp mod">
        <pc:chgData name="强 李" userId="cd6c7ec7188785ae" providerId="LiveId" clId="{59B04525-367E-458D-A292-D07252BFEF77}" dt="2023-05-13T21:10:18.066" v="6" actId="113"/>
        <pc:sldMkLst>
          <pc:docMk/>
          <pc:sldMk cId="54695671" sldId="531"/>
        </pc:sldMkLst>
      </pc:sldChg>
      <pc:sldChg chg="modSp mod">
        <pc:chgData name="强 李" userId="cd6c7ec7188785ae" providerId="LiveId" clId="{59B04525-367E-458D-A292-D07252BFEF77}" dt="2023-05-13T21:14:42.483" v="10"/>
        <pc:sldMkLst>
          <pc:docMk/>
          <pc:sldMk cId="3813767857" sldId="538"/>
        </pc:sldMkLst>
      </pc:sldChg>
      <pc:sldChg chg="modSp mod">
        <pc:chgData name="强 李" userId="cd6c7ec7188785ae" providerId="LiveId" clId="{59B04525-367E-458D-A292-D07252BFEF77}" dt="2023-05-13T21:21:25.855" v="18"/>
        <pc:sldMkLst>
          <pc:docMk/>
          <pc:sldMk cId="188333421" sldId="541"/>
        </pc:sldMkLst>
      </pc:sldChg>
      <pc:sldChg chg="modSp mod">
        <pc:chgData name="强 李" userId="cd6c7ec7188785ae" providerId="LiveId" clId="{59B04525-367E-458D-A292-D07252BFEF77}" dt="2023-05-13T21:32:44.141" v="49" actId="6549"/>
        <pc:sldMkLst>
          <pc:docMk/>
          <pc:sldMk cId="3014528576" sldId="542"/>
        </pc:sldMkLst>
      </pc:sldChg>
      <pc:sldChg chg="modSp mod">
        <pc:chgData name="强 李" userId="cd6c7ec7188785ae" providerId="LiveId" clId="{59B04525-367E-458D-A292-D07252BFEF77}" dt="2023-05-13T21:33:54.200" v="52"/>
        <pc:sldMkLst>
          <pc:docMk/>
          <pc:sldMk cId="1242525785" sldId="543"/>
        </pc:sldMkLst>
      </pc:sldChg>
      <pc:sldChg chg="del">
        <pc:chgData name="强 李" userId="cd6c7ec7188785ae" providerId="LiveId" clId="{59B04525-367E-458D-A292-D07252BFEF77}" dt="2023-05-13T21:21:02.253" v="16" actId="47"/>
        <pc:sldMkLst>
          <pc:docMk/>
          <pc:sldMk cId="996529028" sldId="556"/>
        </pc:sldMkLst>
      </pc:sldChg>
      <pc:sldChg chg="modSp mod">
        <pc:chgData name="强 李" userId="cd6c7ec7188785ae" providerId="LiveId" clId="{59B04525-367E-458D-A292-D07252BFEF77}" dt="2023-05-13T21:26:33.198" v="45"/>
        <pc:sldMkLst>
          <pc:docMk/>
          <pc:sldMk cId="1560840645" sldId="557"/>
        </pc:sldMkLst>
      </pc:sldChg>
      <pc:sldChg chg="modSp mod">
        <pc:chgData name="强 李" userId="cd6c7ec7188785ae" providerId="LiveId" clId="{59B04525-367E-458D-A292-D07252BFEF77}" dt="2023-05-13T21:15:27.492" v="15" actId="20577"/>
        <pc:sldMkLst>
          <pc:docMk/>
          <pc:sldMk cId="158457568" sldId="561"/>
        </pc:sldMkLst>
      </pc:sldChg>
    </pc:docChg>
  </pc:docChgLst>
  <pc:docChgLst>
    <pc:chgData name="强 李" userId="cd6c7ec7188785ae" providerId="LiveId" clId="{F21C8F05-9C28-4EFA-A0E5-88388D2AEF0C}"/>
    <pc:docChg chg="modSld">
      <pc:chgData name="强 李" userId="cd6c7ec7188785ae" providerId="LiveId" clId="{F21C8F05-9C28-4EFA-A0E5-88388D2AEF0C}" dt="2023-09-23T01:20:49.784" v="51" actId="20577"/>
      <pc:docMkLst>
        <pc:docMk/>
      </pc:docMkLst>
    </pc:docChg>
  </pc:docChgLst>
  <pc:docChgLst>
    <pc:chgData name="强 李" userId="cd6c7ec7188785ae" providerId="LiveId" clId="{662C0930-B515-4910-93A9-1A499EB77362}"/>
    <pc:docChg chg="undo custSel addSld delSld modSld sldOrd">
      <pc:chgData name="强 李" userId="cd6c7ec7188785ae" providerId="LiveId" clId="{662C0930-B515-4910-93A9-1A499EB77362}" dt="2023-03-11T22:12:46.885" v="1858"/>
      <pc:docMkLst>
        <pc:docMk/>
      </pc:docMkLst>
      <pc:sldChg chg="addSp modSp add del mod ord setBg">
        <pc:chgData name="强 李" userId="cd6c7ec7188785ae" providerId="LiveId" clId="{662C0930-B515-4910-93A9-1A499EB77362}" dt="2023-03-11T08:18:47.370" v="1410" actId="47"/>
        <pc:sldMkLst>
          <pc:docMk/>
          <pc:sldMk cId="0" sldId="413"/>
        </pc:sldMkLst>
      </pc:sldChg>
      <pc:sldChg chg="addSp delSp modSp mod setBg setClrOvrMap">
        <pc:chgData name="强 李" userId="cd6c7ec7188785ae" providerId="LiveId" clId="{662C0930-B515-4910-93A9-1A499EB77362}" dt="2023-03-11T06:46:01.552" v="402" actId="207"/>
        <pc:sldMkLst>
          <pc:docMk/>
          <pc:sldMk cId="0" sldId="425"/>
        </pc:sldMkLst>
      </pc:sldChg>
      <pc:sldChg chg="delSp modSp mod">
        <pc:chgData name="强 李" userId="cd6c7ec7188785ae" providerId="LiveId" clId="{662C0930-B515-4910-93A9-1A499EB77362}" dt="2023-03-11T21:04:17.670" v="1464"/>
        <pc:sldMkLst>
          <pc:docMk/>
          <pc:sldMk cId="54695671" sldId="531"/>
        </pc:sldMkLst>
      </pc:sldChg>
      <pc:sldChg chg="addSp delSp modSp mod setBg">
        <pc:chgData name="强 李" userId="cd6c7ec7188785ae" providerId="LiveId" clId="{662C0930-B515-4910-93A9-1A499EB77362}" dt="2023-03-11T21:23:37.300" v="1494" actId="1076"/>
        <pc:sldMkLst>
          <pc:docMk/>
          <pc:sldMk cId="3813767857" sldId="538"/>
        </pc:sldMkLst>
      </pc:sldChg>
      <pc:sldChg chg="addSp delSp modSp mod">
        <pc:chgData name="强 李" userId="cd6c7ec7188785ae" providerId="LiveId" clId="{662C0930-B515-4910-93A9-1A499EB77362}" dt="2023-03-11T08:03:28.033" v="1213"/>
        <pc:sldMkLst>
          <pc:docMk/>
          <pc:sldMk cId="188333421" sldId="541"/>
        </pc:sldMkLst>
      </pc:sldChg>
      <pc:sldChg chg="modSp mod modNotesTx">
        <pc:chgData name="强 李" userId="cd6c7ec7188785ae" providerId="LiveId" clId="{662C0930-B515-4910-93A9-1A499EB77362}" dt="2023-03-11T22:09:09.929" v="1842" actId="20577"/>
        <pc:sldMkLst>
          <pc:docMk/>
          <pc:sldMk cId="3014528576" sldId="542"/>
        </pc:sldMkLst>
      </pc:sldChg>
      <pc:sldChg chg="modSp mod">
        <pc:chgData name="强 李" userId="cd6c7ec7188785ae" providerId="LiveId" clId="{662C0930-B515-4910-93A9-1A499EB77362}" dt="2023-03-11T22:12:46.885" v="1858"/>
        <pc:sldMkLst>
          <pc:docMk/>
          <pc:sldMk cId="1242525785" sldId="543"/>
        </pc:sldMkLst>
      </pc:sldChg>
      <pc:sldChg chg="delSp modSp mod">
        <pc:chgData name="强 李" userId="cd6c7ec7188785ae" providerId="LiveId" clId="{662C0930-B515-4910-93A9-1A499EB77362}" dt="2023-03-11T22:01:09.085" v="1804" actId="1076"/>
        <pc:sldMkLst>
          <pc:docMk/>
          <pc:sldMk cId="1236072088" sldId="546"/>
        </pc:sldMkLst>
      </pc:sldChg>
      <pc:sldChg chg="del">
        <pc:chgData name="强 李" userId="cd6c7ec7188785ae" providerId="LiveId" clId="{662C0930-B515-4910-93A9-1A499EB77362}" dt="2023-03-11T07:37:13.824" v="1072" actId="47"/>
        <pc:sldMkLst>
          <pc:docMk/>
          <pc:sldMk cId="30193004" sldId="547"/>
        </pc:sldMkLst>
      </pc:sldChg>
      <pc:sldChg chg="del">
        <pc:chgData name="强 李" userId="cd6c7ec7188785ae" providerId="LiveId" clId="{662C0930-B515-4910-93A9-1A499EB77362}" dt="2023-03-11T08:00:49.455" v="1191" actId="47"/>
        <pc:sldMkLst>
          <pc:docMk/>
          <pc:sldMk cId="1850033319" sldId="548"/>
        </pc:sldMkLst>
      </pc:sldChg>
      <pc:sldChg chg="del">
        <pc:chgData name="强 李" userId="cd6c7ec7188785ae" providerId="LiveId" clId="{662C0930-B515-4910-93A9-1A499EB77362}" dt="2023-03-11T08:00:49.455" v="1191" actId="47"/>
        <pc:sldMkLst>
          <pc:docMk/>
          <pc:sldMk cId="2628862028" sldId="549"/>
        </pc:sldMkLst>
      </pc:sldChg>
      <pc:sldChg chg="del">
        <pc:chgData name="强 李" userId="cd6c7ec7188785ae" providerId="LiveId" clId="{662C0930-B515-4910-93A9-1A499EB77362}" dt="2023-03-11T08:00:49.455" v="1191" actId="47"/>
        <pc:sldMkLst>
          <pc:docMk/>
          <pc:sldMk cId="2538769747" sldId="550"/>
        </pc:sldMkLst>
      </pc:sldChg>
      <pc:sldChg chg="addSp delSp modSp mod modNotesTx">
        <pc:chgData name="强 李" userId="cd6c7ec7188785ae" providerId="LiveId" clId="{662C0930-B515-4910-93A9-1A499EB77362}" dt="2023-03-11T22:11:13.239" v="1854" actId="20577"/>
        <pc:sldMkLst>
          <pc:docMk/>
          <pc:sldMk cId="2632320746" sldId="551"/>
        </pc:sldMkLst>
      </pc:sldChg>
      <pc:sldChg chg="modSp mod">
        <pc:chgData name="强 李" userId="cd6c7ec7188785ae" providerId="LiveId" clId="{662C0930-B515-4910-93A9-1A499EB77362}" dt="2023-03-11T07:38:22.251" v="1081" actId="20577"/>
        <pc:sldMkLst>
          <pc:docMk/>
          <pc:sldMk cId="419382719" sldId="552"/>
        </pc:sldMkLst>
      </pc:sldChg>
      <pc:sldChg chg="addSp delSp modSp add mod ord">
        <pc:chgData name="强 李" userId="cd6c7ec7188785ae" providerId="LiveId" clId="{662C0930-B515-4910-93A9-1A499EB77362}" dt="2023-03-11T21:33:40.081" v="1608" actId="113"/>
        <pc:sldMkLst>
          <pc:docMk/>
          <pc:sldMk cId="530530540" sldId="553"/>
        </pc:sldMkLst>
      </pc:sldChg>
      <pc:sldChg chg="addSp modSp add mod ord">
        <pc:chgData name="强 李" userId="cd6c7ec7188785ae" providerId="LiveId" clId="{662C0930-B515-4910-93A9-1A499EB77362}" dt="2023-03-11T21:05:54.468" v="1469" actId="1076"/>
        <pc:sldMkLst>
          <pc:docMk/>
          <pc:sldMk cId="3418790839" sldId="554"/>
        </pc:sldMkLst>
      </pc:sldChg>
      <pc:sldChg chg="addSp modSp add del mod ord setBg">
        <pc:chgData name="强 李" userId="cd6c7ec7188785ae" providerId="LiveId" clId="{662C0930-B515-4910-93A9-1A499EB77362}" dt="2023-03-11T06:45:36.380" v="396" actId="47"/>
        <pc:sldMkLst>
          <pc:docMk/>
          <pc:sldMk cId="1782103472" sldId="555"/>
        </pc:sldMkLst>
      </pc:sldChg>
      <pc:sldChg chg="addSp delSp modSp add mod">
        <pc:chgData name="强 李" userId="cd6c7ec7188785ae" providerId="LiveId" clId="{662C0930-B515-4910-93A9-1A499EB77362}" dt="2023-03-11T21:48:20.335" v="1671" actId="403"/>
        <pc:sldMkLst>
          <pc:docMk/>
          <pc:sldMk cId="3692116085" sldId="555"/>
        </pc:sldMkLst>
      </pc:sldChg>
      <pc:sldChg chg="delSp modSp add mod">
        <pc:chgData name="强 李" userId="cd6c7ec7188785ae" providerId="LiveId" clId="{662C0930-B515-4910-93A9-1A499EB77362}" dt="2023-03-11T21:52:05.085" v="1753"/>
        <pc:sldMkLst>
          <pc:docMk/>
          <pc:sldMk cId="996529028" sldId="556"/>
        </pc:sldMkLst>
      </pc:sldChg>
      <pc:sldChg chg="new del">
        <pc:chgData name="强 李" userId="cd6c7ec7188785ae" providerId="LiveId" clId="{662C0930-B515-4910-93A9-1A499EB77362}" dt="2023-03-11T07:03:19.054" v="666" actId="47"/>
        <pc:sldMkLst>
          <pc:docMk/>
          <pc:sldMk cId="2356210197" sldId="556"/>
        </pc:sldMkLst>
      </pc:sldChg>
      <pc:sldChg chg="addSp delSp modSp add mod">
        <pc:chgData name="强 李" userId="cd6c7ec7188785ae" providerId="LiveId" clId="{662C0930-B515-4910-93A9-1A499EB77362}" dt="2023-03-11T22:03:15.695" v="1820"/>
        <pc:sldMkLst>
          <pc:docMk/>
          <pc:sldMk cId="1560840645" sldId="557"/>
        </pc:sldMkLst>
      </pc:sldChg>
      <pc:sldChg chg="addSp delSp modSp add mod">
        <pc:chgData name="强 李" userId="cd6c7ec7188785ae" providerId="LiveId" clId="{662C0930-B515-4910-93A9-1A499EB77362}" dt="2023-03-11T22:04:12.835" v="1825" actId="1076"/>
        <pc:sldMkLst>
          <pc:docMk/>
          <pc:sldMk cId="3879874253" sldId="558"/>
        </pc:sldMkLst>
      </pc:sldChg>
      <pc:sldChg chg="add del">
        <pc:chgData name="强 李" userId="cd6c7ec7188785ae" providerId="LiveId" clId="{662C0930-B515-4910-93A9-1A499EB77362}" dt="2023-03-11T22:12:27.879" v="1855" actId="47"/>
        <pc:sldMkLst>
          <pc:docMk/>
          <pc:sldMk cId="3306781835" sldId="559"/>
        </pc:sldMkLst>
      </pc:sldChg>
      <pc:sldChg chg="modSp add del mod ord setBg">
        <pc:chgData name="强 李" userId="cd6c7ec7188785ae" providerId="LiveId" clId="{662C0930-B515-4910-93A9-1A499EB77362}" dt="2023-03-11T08:18:53.822" v="1415" actId="20577"/>
        <pc:sldMkLst>
          <pc:docMk/>
          <pc:sldMk cId="1911491714" sldId="560"/>
        </pc:sldMkLst>
      </pc:sldChg>
      <pc:sldChg chg="modSp add mod">
        <pc:chgData name="强 李" userId="cd6c7ec7188785ae" providerId="LiveId" clId="{662C0930-B515-4910-93A9-1A499EB77362}" dt="2023-03-11T21:52:35.144" v="1759" actId="14100"/>
        <pc:sldMkLst>
          <pc:docMk/>
          <pc:sldMk cId="158457568" sldId="561"/>
        </pc:sldMkLst>
      </pc:sldChg>
    </pc:docChg>
  </pc:docChgLst>
  <pc:docChgLst>
    <pc:chgData name="强 李" userId="cd6c7ec7188785ae" providerId="LiveId" clId="{87276778-7DB3-428F-B3B5-B40BFDCB90D5}"/>
    <pc:docChg chg="undo custSel addSld delSld modSld sldOrd">
      <pc:chgData name="强 李" userId="cd6c7ec7188785ae" providerId="LiveId" clId="{87276778-7DB3-428F-B3B5-B40BFDCB90D5}" dt="2023-10-28T23:49:49.860" v="2175" actId="20577"/>
      <pc:docMkLst>
        <pc:docMk/>
      </pc:docMkLst>
      <pc:sldChg chg="modSp mod">
        <pc:chgData name="强 李" userId="cd6c7ec7188785ae" providerId="LiveId" clId="{87276778-7DB3-428F-B3B5-B40BFDCB90D5}" dt="2023-10-28T23:26:17.910" v="1577"/>
        <pc:sldMkLst>
          <pc:docMk/>
          <pc:sldMk cId="419382719" sldId="552"/>
        </pc:sldMkLst>
      </pc:sldChg>
      <pc:sldChg chg="modSp mod">
        <pc:chgData name="强 李" userId="cd6c7ec7188785ae" providerId="LiveId" clId="{87276778-7DB3-428F-B3B5-B40BFDCB90D5}" dt="2023-10-28T21:25:43.378" v="5" actId="20577"/>
        <pc:sldMkLst>
          <pc:docMk/>
          <pc:sldMk cId="1911491714" sldId="560"/>
        </pc:sldMkLst>
      </pc:sldChg>
      <pc:sldChg chg="del">
        <pc:chgData name="强 李" userId="cd6c7ec7188785ae" providerId="LiveId" clId="{87276778-7DB3-428F-B3B5-B40BFDCB90D5}" dt="2023-10-28T22:41:54.400" v="901" actId="47"/>
        <pc:sldMkLst>
          <pc:docMk/>
          <pc:sldMk cId="377519088" sldId="563"/>
        </pc:sldMkLst>
      </pc:sldChg>
      <pc:sldChg chg="modSp mod delCm">
        <pc:chgData name="强 李" userId="cd6c7ec7188785ae" providerId="LiveId" clId="{87276778-7DB3-428F-B3B5-B40BFDCB90D5}" dt="2023-10-28T22:39:59.069" v="861" actId="108"/>
        <pc:sldMkLst>
          <pc:docMk/>
          <pc:sldMk cId="159884778" sldId="574"/>
        </pc:sldMkLst>
        <pc:extLst>
          <p:ext xmlns:p="http://schemas.openxmlformats.org/presentationml/2006/main" uri="{D6D511B9-2390-475A-947B-AFAB55BFBCF1}">
            <pc226:cmChg xmlns:pc226="http://schemas.microsoft.com/office/powerpoint/2022/06/main/command" chg="del">
              <pc226:chgData name="强 李" userId="cd6c7ec7188785ae" providerId="LiveId" clId="{87276778-7DB3-428F-B3B5-B40BFDCB90D5}" dt="2023-10-28T22:16:46.947" v="473"/>
              <pc2:cmMkLst xmlns:pc2="http://schemas.microsoft.com/office/powerpoint/2019/9/main/command">
                <pc:docMk/>
                <pc:sldMk cId="159884778" sldId="574"/>
                <pc2:cmMk id="{49F27449-9C59-4030-BC86-B1BEB531CBBD}"/>
              </pc2:cmMkLst>
            </pc226:cmChg>
          </p:ext>
        </pc:extLst>
      </pc:sldChg>
      <pc:sldChg chg="del">
        <pc:chgData name="强 李" userId="cd6c7ec7188785ae" providerId="LiveId" clId="{87276778-7DB3-428F-B3B5-B40BFDCB90D5}" dt="2023-10-28T22:41:54.400" v="901" actId="47"/>
        <pc:sldMkLst>
          <pc:docMk/>
          <pc:sldMk cId="3225081264" sldId="575"/>
        </pc:sldMkLst>
      </pc:sldChg>
      <pc:sldChg chg="del">
        <pc:chgData name="强 李" userId="cd6c7ec7188785ae" providerId="LiveId" clId="{87276778-7DB3-428F-B3B5-B40BFDCB90D5}" dt="2023-10-28T22:41:54.400" v="901" actId="47"/>
        <pc:sldMkLst>
          <pc:docMk/>
          <pc:sldMk cId="285165969" sldId="577"/>
        </pc:sldMkLst>
      </pc:sldChg>
      <pc:sldChg chg="del">
        <pc:chgData name="强 李" userId="cd6c7ec7188785ae" providerId="LiveId" clId="{87276778-7DB3-428F-B3B5-B40BFDCB90D5}" dt="2023-10-28T22:41:54.400" v="901" actId="47"/>
        <pc:sldMkLst>
          <pc:docMk/>
          <pc:sldMk cId="3107274554" sldId="578"/>
        </pc:sldMkLst>
      </pc:sldChg>
      <pc:sldChg chg="del">
        <pc:chgData name="强 李" userId="cd6c7ec7188785ae" providerId="LiveId" clId="{87276778-7DB3-428F-B3B5-B40BFDCB90D5}" dt="2023-10-28T22:41:54.400" v="901" actId="47"/>
        <pc:sldMkLst>
          <pc:docMk/>
          <pc:sldMk cId="3941516956" sldId="579"/>
        </pc:sldMkLst>
      </pc:sldChg>
      <pc:sldChg chg="del">
        <pc:chgData name="强 李" userId="cd6c7ec7188785ae" providerId="LiveId" clId="{87276778-7DB3-428F-B3B5-B40BFDCB90D5}" dt="2023-10-28T22:41:54.400" v="901" actId="47"/>
        <pc:sldMkLst>
          <pc:docMk/>
          <pc:sldMk cId="401985542" sldId="580"/>
        </pc:sldMkLst>
      </pc:sldChg>
      <pc:sldChg chg="del">
        <pc:chgData name="强 李" userId="cd6c7ec7188785ae" providerId="LiveId" clId="{87276778-7DB3-428F-B3B5-B40BFDCB90D5}" dt="2023-10-28T22:41:54.400" v="901" actId="47"/>
        <pc:sldMkLst>
          <pc:docMk/>
          <pc:sldMk cId="3652969572" sldId="581"/>
        </pc:sldMkLst>
      </pc:sldChg>
      <pc:sldChg chg="del">
        <pc:chgData name="强 李" userId="cd6c7ec7188785ae" providerId="LiveId" clId="{87276778-7DB3-428F-B3B5-B40BFDCB90D5}" dt="2023-10-28T22:41:54.400" v="901" actId="47"/>
        <pc:sldMkLst>
          <pc:docMk/>
          <pc:sldMk cId="1488126517" sldId="582"/>
        </pc:sldMkLst>
      </pc:sldChg>
      <pc:sldChg chg="del">
        <pc:chgData name="强 李" userId="cd6c7ec7188785ae" providerId="LiveId" clId="{87276778-7DB3-428F-B3B5-B40BFDCB90D5}" dt="2023-10-28T22:41:54.400" v="901" actId="47"/>
        <pc:sldMkLst>
          <pc:docMk/>
          <pc:sldMk cId="599750978" sldId="583"/>
        </pc:sldMkLst>
      </pc:sldChg>
      <pc:sldChg chg="del">
        <pc:chgData name="强 李" userId="cd6c7ec7188785ae" providerId="LiveId" clId="{87276778-7DB3-428F-B3B5-B40BFDCB90D5}" dt="2023-10-28T22:41:54.400" v="901" actId="47"/>
        <pc:sldMkLst>
          <pc:docMk/>
          <pc:sldMk cId="3883622925" sldId="584"/>
        </pc:sldMkLst>
      </pc:sldChg>
      <pc:sldChg chg="del">
        <pc:chgData name="强 李" userId="cd6c7ec7188785ae" providerId="LiveId" clId="{87276778-7DB3-428F-B3B5-B40BFDCB90D5}" dt="2023-10-28T22:41:54.400" v="901" actId="47"/>
        <pc:sldMkLst>
          <pc:docMk/>
          <pc:sldMk cId="2093064981" sldId="585"/>
        </pc:sldMkLst>
      </pc:sldChg>
      <pc:sldChg chg="del">
        <pc:chgData name="强 李" userId="cd6c7ec7188785ae" providerId="LiveId" clId="{87276778-7DB3-428F-B3B5-B40BFDCB90D5}" dt="2023-10-28T22:41:54.400" v="901" actId="47"/>
        <pc:sldMkLst>
          <pc:docMk/>
          <pc:sldMk cId="4127907290" sldId="586"/>
        </pc:sldMkLst>
      </pc:sldChg>
      <pc:sldChg chg="modSp add mod ord">
        <pc:chgData name="强 李" userId="cd6c7ec7188785ae" providerId="LiveId" clId="{87276778-7DB3-428F-B3B5-B40BFDCB90D5}" dt="2023-10-28T22:24:25.019" v="584"/>
        <pc:sldMkLst>
          <pc:docMk/>
          <pc:sldMk cId="3921434846" sldId="587"/>
        </pc:sldMkLst>
      </pc:sldChg>
      <pc:sldChg chg="modSp add mod">
        <pc:chgData name="强 李" userId="cd6c7ec7188785ae" providerId="LiveId" clId="{87276778-7DB3-428F-B3B5-B40BFDCB90D5}" dt="2023-10-28T22:51:56.788" v="1093" actId="403"/>
        <pc:sldMkLst>
          <pc:docMk/>
          <pc:sldMk cId="2648053192" sldId="588"/>
        </pc:sldMkLst>
      </pc:sldChg>
      <pc:sldChg chg="modSp add mod">
        <pc:chgData name="强 李" userId="cd6c7ec7188785ae" providerId="LiveId" clId="{87276778-7DB3-428F-B3B5-B40BFDCB90D5}" dt="2023-10-28T23:19:23.027" v="1317" actId="20577"/>
        <pc:sldMkLst>
          <pc:docMk/>
          <pc:sldMk cId="534191096" sldId="589"/>
        </pc:sldMkLst>
      </pc:sldChg>
      <pc:sldChg chg="modSp add mod">
        <pc:chgData name="强 李" userId="cd6c7ec7188785ae" providerId="LiveId" clId="{87276778-7DB3-428F-B3B5-B40BFDCB90D5}" dt="2023-10-28T23:39:49.848" v="1938" actId="948"/>
        <pc:sldMkLst>
          <pc:docMk/>
          <pc:sldMk cId="4207264488" sldId="590"/>
        </pc:sldMkLst>
      </pc:sldChg>
      <pc:sldChg chg="modSp add mod">
        <pc:chgData name="强 李" userId="cd6c7ec7188785ae" providerId="LiveId" clId="{87276778-7DB3-428F-B3B5-B40BFDCB90D5}" dt="2023-10-28T23:40:15.273" v="1940" actId="6549"/>
        <pc:sldMkLst>
          <pc:docMk/>
          <pc:sldMk cId="3491062220" sldId="591"/>
        </pc:sldMkLst>
      </pc:sldChg>
      <pc:sldChg chg="modSp add mod">
        <pc:chgData name="强 李" userId="cd6c7ec7188785ae" providerId="LiveId" clId="{87276778-7DB3-428F-B3B5-B40BFDCB90D5}" dt="2023-10-28T23:46:15.313" v="2089"/>
        <pc:sldMkLst>
          <pc:docMk/>
          <pc:sldMk cId="4046377894" sldId="592"/>
        </pc:sldMkLst>
      </pc:sldChg>
    </pc:docChg>
  </pc:docChgLst>
  <pc:docChgLst>
    <pc:chgData name="李 强" userId="cd6c7ec7188785ae" providerId="LiveId" clId="{A0AD0D13-0BFD-4F11-9585-DCCAE7360DFB}"/>
    <pc:docChg chg="undo custSel addSld delSld modSld sldOrd">
      <pc:chgData name="李 强" userId="cd6c7ec7188785ae" providerId="LiveId" clId="{A0AD0D13-0BFD-4F11-9585-DCCAE7360DFB}" dt="2023-02-18T22:02:41.586" v="492" actId="255"/>
      <pc:docMkLst>
        <pc:docMk/>
      </pc:docMkLst>
      <pc:sldChg chg="modSp mod">
        <pc:chgData name="李 强" userId="cd6c7ec7188785ae" providerId="LiveId" clId="{A0AD0D13-0BFD-4F11-9585-DCCAE7360DFB}" dt="2023-02-18T14:05:07.474" v="2" actId="20577"/>
        <pc:sldMkLst>
          <pc:docMk/>
          <pc:sldMk cId="0" sldId="413"/>
        </pc:sldMkLst>
      </pc:sldChg>
      <pc:sldChg chg="addSp delSp modSp mod modShow">
        <pc:chgData name="李 强" userId="cd6c7ec7188785ae" providerId="LiveId" clId="{A0AD0D13-0BFD-4F11-9585-DCCAE7360DFB}" dt="2023-02-18T21:02:35.854" v="197"/>
        <pc:sldMkLst>
          <pc:docMk/>
          <pc:sldMk cId="0" sldId="425"/>
        </pc:sldMkLst>
      </pc:sldChg>
      <pc:sldChg chg="del">
        <pc:chgData name="李 强" userId="cd6c7ec7188785ae" providerId="LiveId" clId="{A0AD0D13-0BFD-4F11-9585-DCCAE7360DFB}" dt="2023-02-18T14:05:02.428" v="1" actId="47"/>
        <pc:sldMkLst>
          <pc:docMk/>
          <pc:sldMk cId="0" sldId="427"/>
        </pc:sldMkLst>
      </pc:sldChg>
      <pc:sldChg chg="del">
        <pc:chgData name="李 强" userId="cd6c7ec7188785ae" providerId="LiveId" clId="{A0AD0D13-0BFD-4F11-9585-DCCAE7360DFB}" dt="2023-02-18T14:05:02.428" v="1" actId="47"/>
        <pc:sldMkLst>
          <pc:docMk/>
          <pc:sldMk cId="3608494230" sldId="530"/>
        </pc:sldMkLst>
      </pc:sldChg>
      <pc:sldChg chg="addSp delSp modSp add del mod ord">
        <pc:chgData name="李 强" userId="cd6c7ec7188785ae" providerId="LiveId" clId="{A0AD0D13-0BFD-4F11-9585-DCCAE7360DFB}" dt="2023-02-18T21:13:58.400" v="255" actId="1076"/>
        <pc:sldMkLst>
          <pc:docMk/>
          <pc:sldMk cId="54695671" sldId="531"/>
        </pc:sldMkLst>
      </pc:sldChg>
      <pc:sldChg chg="del">
        <pc:chgData name="李 强" userId="cd6c7ec7188785ae" providerId="LiveId" clId="{A0AD0D13-0BFD-4F11-9585-DCCAE7360DFB}" dt="2023-02-18T14:05:02.428" v="1" actId="47"/>
        <pc:sldMkLst>
          <pc:docMk/>
          <pc:sldMk cId="3098698452" sldId="539"/>
        </pc:sldMkLst>
      </pc:sldChg>
      <pc:sldChg chg="del">
        <pc:chgData name="李 强" userId="cd6c7ec7188785ae" providerId="LiveId" clId="{A0AD0D13-0BFD-4F11-9585-DCCAE7360DFB}" dt="2023-02-18T14:05:02.428" v="1" actId="47"/>
        <pc:sldMkLst>
          <pc:docMk/>
          <pc:sldMk cId="1804281116" sldId="540"/>
        </pc:sldMkLst>
      </pc:sldChg>
      <pc:sldChg chg="modSp mod">
        <pc:chgData name="李 强" userId="cd6c7ec7188785ae" providerId="LiveId" clId="{A0AD0D13-0BFD-4F11-9585-DCCAE7360DFB}" dt="2023-02-18T21:23:04.632" v="330" actId="20577"/>
        <pc:sldMkLst>
          <pc:docMk/>
          <pc:sldMk cId="188333421" sldId="541"/>
        </pc:sldMkLst>
      </pc:sldChg>
      <pc:sldChg chg="addSp modSp mod">
        <pc:chgData name="李 强" userId="cd6c7ec7188785ae" providerId="LiveId" clId="{A0AD0D13-0BFD-4F11-9585-DCCAE7360DFB}" dt="2023-02-18T21:59:06.009" v="472" actId="108"/>
        <pc:sldMkLst>
          <pc:docMk/>
          <pc:sldMk cId="3014528576" sldId="542"/>
        </pc:sldMkLst>
      </pc:sldChg>
      <pc:sldChg chg="del">
        <pc:chgData name="李 强" userId="cd6c7ec7188785ae" providerId="LiveId" clId="{A0AD0D13-0BFD-4F11-9585-DCCAE7360DFB}" dt="2023-02-18T14:05:02.428" v="1" actId="47"/>
        <pc:sldMkLst>
          <pc:docMk/>
          <pc:sldMk cId="2346705434" sldId="544"/>
        </pc:sldMkLst>
      </pc:sldChg>
      <pc:sldChg chg="addSp delSp modSp mod">
        <pc:chgData name="李 强" userId="cd6c7ec7188785ae" providerId="LiveId" clId="{A0AD0D13-0BFD-4F11-9585-DCCAE7360DFB}" dt="2023-02-18T21:27:48.110" v="340" actId="20577"/>
        <pc:sldMkLst>
          <pc:docMk/>
          <pc:sldMk cId="1236072088" sldId="546"/>
        </pc:sldMkLst>
      </pc:sldChg>
      <pc:sldChg chg="addSp modSp mod">
        <pc:chgData name="李 强" userId="cd6c7ec7188785ae" providerId="LiveId" clId="{A0AD0D13-0BFD-4F11-9585-DCCAE7360DFB}" dt="2023-02-18T21:47:29.054" v="348" actId="20577"/>
        <pc:sldMkLst>
          <pc:docMk/>
          <pc:sldMk cId="30193004" sldId="547"/>
        </pc:sldMkLst>
      </pc:sldChg>
      <pc:sldChg chg="addSp delSp modSp mod">
        <pc:chgData name="李 强" userId="cd6c7ec7188785ae" providerId="LiveId" clId="{A0AD0D13-0BFD-4F11-9585-DCCAE7360DFB}" dt="2023-02-18T22:02:41.586" v="492" actId="255"/>
        <pc:sldMkLst>
          <pc:docMk/>
          <pc:sldMk cId="1850033319" sldId="548"/>
        </pc:sldMkLst>
      </pc:sldChg>
      <pc:sldChg chg="addSp modSp mod">
        <pc:chgData name="李 强" userId="cd6c7ec7188785ae" providerId="LiveId" clId="{A0AD0D13-0BFD-4F11-9585-DCCAE7360DFB}" dt="2023-02-18T21:16:36.566" v="321"/>
        <pc:sldMkLst>
          <pc:docMk/>
          <pc:sldMk cId="2628862028" sldId="549"/>
        </pc:sldMkLst>
      </pc:sldChg>
      <pc:sldChg chg="addSp modSp mod">
        <pc:chgData name="李 强" userId="cd6c7ec7188785ae" providerId="LiveId" clId="{A0AD0D13-0BFD-4F11-9585-DCCAE7360DFB}" dt="2023-02-18T21:16:41.711" v="324"/>
        <pc:sldMkLst>
          <pc:docMk/>
          <pc:sldMk cId="2538769747" sldId="550"/>
        </pc:sldMkLst>
      </pc:sldChg>
      <pc:sldChg chg="addSp modSp mod">
        <pc:chgData name="李 强" userId="cd6c7ec7188785ae" providerId="LiveId" clId="{A0AD0D13-0BFD-4F11-9585-DCCAE7360DFB}" dt="2023-02-18T21:21:05.188" v="329" actId="404"/>
        <pc:sldMkLst>
          <pc:docMk/>
          <pc:sldMk cId="2632320746" sldId="551"/>
        </pc:sldMkLst>
      </pc:sldChg>
      <pc:sldChg chg="modSp add mod">
        <pc:chgData name="李 强" userId="cd6c7ec7188785ae" providerId="LiveId" clId="{A0AD0D13-0BFD-4F11-9585-DCCAE7360DFB}" dt="2023-02-18T20:54:01.742" v="156"/>
        <pc:sldMkLst>
          <pc:docMk/>
          <pc:sldMk cId="419382719" sldId="552"/>
        </pc:sldMkLst>
      </pc:sldChg>
    </pc:docChg>
  </pc:docChgLst>
  <pc:docChgLst>
    <pc:chgData name="强 李" userId="cd6c7ec7188785ae" providerId="LiveId" clId="{3434C14B-4913-45F3-BF5C-E36635063320}"/>
    <pc:docChg chg="undo custSel modSld">
      <pc:chgData name="强 李" userId="cd6c7ec7188785ae" providerId="LiveId" clId="{3434C14B-4913-45F3-BF5C-E36635063320}" dt="2023-09-23T06:39:32.905" v="1065"/>
      <pc:docMkLst>
        <pc:docMk/>
      </pc:docMkLst>
      <pc:sldChg chg="modSp mod">
        <pc:chgData name="强 李" userId="cd6c7ec7188785ae" providerId="LiveId" clId="{3434C14B-4913-45F3-BF5C-E36635063320}" dt="2023-09-23T04:52:43.328" v="441"/>
        <pc:sldMkLst>
          <pc:docMk/>
          <pc:sldMk cId="1242525785" sldId="543"/>
        </pc:sldMkLst>
      </pc:sldChg>
      <pc:sldChg chg="modSp mod">
        <pc:chgData name="强 李" userId="cd6c7ec7188785ae" providerId="LiveId" clId="{3434C14B-4913-45F3-BF5C-E36635063320}" dt="2023-09-23T04:45:23.447" v="322" actId="20577"/>
        <pc:sldMkLst>
          <pc:docMk/>
          <pc:sldMk cId="419382719" sldId="552"/>
        </pc:sldMkLst>
      </pc:sldChg>
      <pc:sldChg chg="modSp mod">
        <pc:chgData name="强 李" userId="cd6c7ec7188785ae" providerId="LiveId" clId="{3434C14B-4913-45F3-BF5C-E36635063320}" dt="2023-09-23T06:32:50.075" v="909"/>
        <pc:sldMkLst>
          <pc:docMk/>
          <pc:sldMk cId="530530540" sldId="553"/>
        </pc:sldMkLst>
      </pc:sldChg>
      <pc:sldChg chg="addSp delSp modSp mod">
        <pc:chgData name="强 李" userId="cd6c7ec7188785ae" providerId="LiveId" clId="{3434C14B-4913-45F3-BF5C-E36635063320}" dt="2023-09-23T03:57:19.217" v="233" actId="1036"/>
        <pc:sldMkLst>
          <pc:docMk/>
          <pc:sldMk cId="3418790839" sldId="554"/>
        </pc:sldMkLst>
      </pc:sldChg>
      <pc:sldChg chg="modSp mod">
        <pc:chgData name="强 李" userId="cd6c7ec7188785ae" providerId="LiveId" clId="{3434C14B-4913-45F3-BF5C-E36635063320}" dt="2023-09-23T05:05:12.370" v="571"/>
        <pc:sldMkLst>
          <pc:docMk/>
          <pc:sldMk cId="377519088" sldId="563"/>
        </pc:sldMkLst>
      </pc:sldChg>
      <pc:sldChg chg="modSp mod addCm modCm">
        <pc:chgData name="强 李" userId="cd6c7ec7188785ae" providerId="LiveId" clId="{3434C14B-4913-45F3-BF5C-E36635063320}" dt="2023-09-23T05:03:49.027" v="552" actId="948"/>
        <pc:sldMkLst>
          <pc:docMk/>
          <pc:sldMk cId="159884778" sldId="574"/>
        </pc:sldMkLst>
        <pc:extLst>
          <p:ext xmlns:p="http://schemas.openxmlformats.org/presentationml/2006/main" uri="{D6D511B9-2390-475A-947B-AFAB55BFBCF1}">
            <pc226:cmChg xmlns:pc226="http://schemas.microsoft.com/office/powerpoint/2022/06/main/command" chg="add mod">
              <pc226:chgData name="强 李" userId="cd6c7ec7188785ae" providerId="LiveId" clId="{3434C14B-4913-45F3-BF5C-E36635063320}" dt="2023-09-23T05:02:07.680" v="548" actId="20577"/>
              <pc2:cmMkLst xmlns:pc2="http://schemas.microsoft.com/office/powerpoint/2019/9/main/command">
                <pc:docMk/>
                <pc:sldMk cId="159884778" sldId="574"/>
                <pc2:cmMk id="{49F27449-9C59-4030-BC86-B1BEB531CBBD}"/>
              </pc2:cmMkLst>
            </pc226:cmChg>
          </p:ext>
        </pc:extLst>
      </pc:sldChg>
      <pc:sldChg chg="modSp mod">
        <pc:chgData name="强 李" userId="cd6c7ec7188785ae" providerId="LiveId" clId="{3434C14B-4913-45F3-BF5C-E36635063320}" dt="2023-09-23T06:35:24.952" v="983"/>
        <pc:sldMkLst>
          <pc:docMk/>
          <pc:sldMk cId="3225081264" sldId="575"/>
        </pc:sldMkLst>
      </pc:sldChg>
      <pc:sldChg chg="modSp mod">
        <pc:chgData name="强 李" userId="cd6c7ec7188785ae" providerId="LiveId" clId="{3434C14B-4913-45F3-BF5C-E36635063320}" dt="2023-09-23T06:36:01.585" v="987" actId="404"/>
        <pc:sldMkLst>
          <pc:docMk/>
          <pc:sldMk cId="285165969" sldId="577"/>
        </pc:sldMkLst>
      </pc:sldChg>
      <pc:sldChg chg="modSp mod">
        <pc:chgData name="强 李" userId="cd6c7ec7188785ae" providerId="LiveId" clId="{3434C14B-4913-45F3-BF5C-E36635063320}" dt="2023-09-23T05:09:44.251" v="645" actId="20577"/>
        <pc:sldMkLst>
          <pc:docMk/>
          <pc:sldMk cId="3107274554" sldId="578"/>
        </pc:sldMkLst>
      </pc:sldChg>
      <pc:sldChg chg="modSp mod">
        <pc:chgData name="强 李" userId="cd6c7ec7188785ae" providerId="LiveId" clId="{3434C14B-4913-45F3-BF5C-E36635063320}" dt="2023-09-23T05:13:42.555" v="752" actId="404"/>
        <pc:sldMkLst>
          <pc:docMk/>
          <pc:sldMk cId="3941516956" sldId="579"/>
        </pc:sldMkLst>
      </pc:sldChg>
      <pc:sldChg chg="modSp mod">
        <pc:chgData name="强 李" userId="cd6c7ec7188785ae" providerId="LiveId" clId="{3434C14B-4913-45F3-BF5C-E36635063320}" dt="2023-09-23T06:36:33.383" v="988" actId="2711"/>
        <pc:sldMkLst>
          <pc:docMk/>
          <pc:sldMk cId="599750978" sldId="583"/>
        </pc:sldMkLst>
      </pc:sldChg>
      <pc:sldChg chg="modSp mod">
        <pc:chgData name="强 李" userId="cd6c7ec7188785ae" providerId="LiveId" clId="{3434C14B-4913-45F3-BF5C-E36635063320}" dt="2023-09-23T06:38:24.616" v="1044" actId="20577"/>
        <pc:sldMkLst>
          <pc:docMk/>
          <pc:sldMk cId="3883622925" sldId="584"/>
        </pc:sldMkLst>
      </pc:sldChg>
      <pc:sldChg chg="modSp mod">
        <pc:chgData name="强 李" userId="cd6c7ec7188785ae" providerId="LiveId" clId="{3434C14B-4913-45F3-BF5C-E36635063320}" dt="2023-09-23T06:39:32.905" v="1065"/>
        <pc:sldMkLst>
          <pc:docMk/>
          <pc:sldMk cId="4127907290" sldId="586"/>
        </pc:sldMkLst>
      </pc:sldChg>
    </pc:docChg>
  </pc:docChgLst>
  <pc:docChgLst>
    <pc:chgData name="强 李" userId="cd6c7ec7188785ae" providerId="LiveId" clId="{D493FE81-F37C-43C3-BCE5-384F4463B605}"/>
    <pc:docChg chg="undo custSel addSld delSld modSld sldOrd">
      <pc:chgData name="强 李" userId="cd6c7ec7188785ae" providerId="LiveId" clId="{D493FE81-F37C-43C3-BCE5-384F4463B605}" dt="2025-05-17T06:12:44.713" v="6555" actId="403"/>
      <pc:docMkLst>
        <pc:docMk/>
      </pc:docMkLst>
      <pc:sldChg chg="addSp delSp modSp mod">
        <pc:chgData name="强 李" userId="cd6c7ec7188785ae" providerId="LiveId" clId="{D493FE81-F37C-43C3-BCE5-384F4463B605}" dt="2025-05-17T03:13:47.876" v="123" actId="1440"/>
        <pc:sldMkLst>
          <pc:docMk/>
          <pc:sldMk cId="1911491714" sldId="560"/>
        </pc:sldMkLst>
        <pc:spChg chg="mod">
          <ac:chgData name="强 李" userId="cd6c7ec7188785ae" providerId="LiveId" clId="{D493FE81-F37C-43C3-BCE5-384F4463B605}" dt="2025-05-17T03:12:55.656" v="121" actId="14100"/>
          <ac:spMkLst>
            <pc:docMk/>
            <pc:sldMk cId="1911491714" sldId="560"/>
            <ac:spMk id="4" creationId="{00000000-0000-0000-0000-000000000000}"/>
          </ac:spMkLst>
        </pc:spChg>
        <pc:spChg chg="mod">
          <ac:chgData name="强 李" userId="cd6c7ec7188785ae" providerId="LiveId" clId="{D493FE81-F37C-43C3-BCE5-384F4463B605}" dt="2025-05-17T03:12:45.423" v="120" actId="1076"/>
          <ac:spMkLst>
            <pc:docMk/>
            <pc:sldMk cId="1911491714" sldId="560"/>
            <ac:spMk id="5" creationId="{00000000-0000-0000-0000-000000000000}"/>
          </ac:spMkLst>
        </pc:spChg>
        <pc:picChg chg="add mod">
          <ac:chgData name="强 李" userId="cd6c7ec7188785ae" providerId="LiveId" clId="{D493FE81-F37C-43C3-BCE5-384F4463B605}" dt="2025-05-17T03:13:47.876" v="123" actId="1440"/>
          <ac:picMkLst>
            <pc:docMk/>
            <pc:sldMk cId="1911491714" sldId="560"/>
            <ac:picMk id="3" creationId="{24A5A333-F188-FEC6-CC34-E52A816C4F17}"/>
          </ac:picMkLst>
        </pc:picChg>
        <pc:picChg chg="del">
          <ac:chgData name="强 李" userId="cd6c7ec7188785ae" providerId="LiveId" clId="{D493FE81-F37C-43C3-BCE5-384F4463B605}" dt="2025-05-17T03:12:35.470" v="116" actId="478"/>
          <ac:picMkLst>
            <pc:docMk/>
            <pc:sldMk cId="1911491714" sldId="560"/>
            <ac:picMk id="2050" creationId="{A4081DB8-EE42-1A11-C34E-9E04C69FA8E4}"/>
          </ac:picMkLst>
        </pc:picChg>
      </pc:sldChg>
      <pc:sldChg chg="del">
        <pc:chgData name="强 李" userId="cd6c7ec7188785ae" providerId="LiveId" clId="{D493FE81-F37C-43C3-BCE5-384F4463B605}" dt="2025-05-17T03:56:24.382" v="1602" actId="47"/>
        <pc:sldMkLst>
          <pc:docMk/>
          <pc:sldMk cId="159884778" sldId="574"/>
        </pc:sldMkLst>
      </pc:sldChg>
      <pc:sldChg chg="del">
        <pc:chgData name="强 李" userId="cd6c7ec7188785ae" providerId="LiveId" clId="{D493FE81-F37C-43C3-BCE5-384F4463B605}" dt="2025-05-17T03:56:24.382" v="1602" actId="47"/>
        <pc:sldMkLst>
          <pc:docMk/>
          <pc:sldMk cId="3921434846" sldId="587"/>
        </pc:sldMkLst>
      </pc:sldChg>
      <pc:sldChg chg="del">
        <pc:chgData name="强 李" userId="cd6c7ec7188785ae" providerId="LiveId" clId="{D493FE81-F37C-43C3-BCE5-384F4463B605}" dt="2025-05-17T03:56:24.382" v="1602" actId="47"/>
        <pc:sldMkLst>
          <pc:docMk/>
          <pc:sldMk cId="2648053192" sldId="588"/>
        </pc:sldMkLst>
      </pc:sldChg>
      <pc:sldChg chg="del">
        <pc:chgData name="强 李" userId="cd6c7ec7188785ae" providerId="LiveId" clId="{D493FE81-F37C-43C3-BCE5-384F4463B605}" dt="2025-05-17T03:56:24.382" v="1602" actId="47"/>
        <pc:sldMkLst>
          <pc:docMk/>
          <pc:sldMk cId="534191096" sldId="589"/>
        </pc:sldMkLst>
      </pc:sldChg>
      <pc:sldChg chg="del">
        <pc:chgData name="强 李" userId="cd6c7ec7188785ae" providerId="LiveId" clId="{D493FE81-F37C-43C3-BCE5-384F4463B605}" dt="2025-05-17T03:56:24.382" v="1602" actId="47"/>
        <pc:sldMkLst>
          <pc:docMk/>
          <pc:sldMk cId="4207264488" sldId="590"/>
        </pc:sldMkLst>
      </pc:sldChg>
      <pc:sldChg chg="del">
        <pc:chgData name="强 李" userId="cd6c7ec7188785ae" providerId="LiveId" clId="{D493FE81-F37C-43C3-BCE5-384F4463B605}" dt="2025-05-17T03:56:24.382" v="1602" actId="47"/>
        <pc:sldMkLst>
          <pc:docMk/>
          <pc:sldMk cId="3491062220" sldId="591"/>
        </pc:sldMkLst>
      </pc:sldChg>
      <pc:sldChg chg="del">
        <pc:chgData name="强 李" userId="cd6c7ec7188785ae" providerId="LiveId" clId="{D493FE81-F37C-43C3-BCE5-384F4463B605}" dt="2025-05-17T03:56:24.382" v="1602" actId="47"/>
        <pc:sldMkLst>
          <pc:docMk/>
          <pc:sldMk cId="4046377894" sldId="592"/>
        </pc:sldMkLst>
      </pc:sldChg>
      <pc:sldChg chg="del">
        <pc:chgData name="强 李" userId="cd6c7ec7188785ae" providerId="LiveId" clId="{D493FE81-F37C-43C3-BCE5-384F4463B605}" dt="2025-05-17T03:56:24.382" v="1602" actId="47"/>
        <pc:sldMkLst>
          <pc:docMk/>
          <pc:sldMk cId="3468762565" sldId="593"/>
        </pc:sldMkLst>
      </pc:sldChg>
      <pc:sldChg chg="del">
        <pc:chgData name="强 李" userId="cd6c7ec7188785ae" providerId="LiveId" clId="{D493FE81-F37C-43C3-BCE5-384F4463B605}" dt="2025-05-17T03:56:24.382" v="1602" actId="47"/>
        <pc:sldMkLst>
          <pc:docMk/>
          <pc:sldMk cId="340286292" sldId="594"/>
        </pc:sldMkLst>
      </pc:sldChg>
      <pc:sldChg chg="addSp delSp modSp mod">
        <pc:chgData name="强 李" userId="cd6c7ec7188785ae" providerId="LiveId" clId="{D493FE81-F37C-43C3-BCE5-384F4463B605}" dt="2025-05-17T03:29:33.139" v="245" actId="478"/>
        <pc:sldMkLst>
          <pc:docMk/>
          <pc:sldMk cId="3965997736" sldId="598"/>
        </pc:sldMkLst>
        <pc:spChg chg="mod">
          <ac:chgData name="强 李" userId="cd6c7ec7188785ae" providerId="LiveId" clId="{D493FE81-F37C-43C3-BCE5-384F4463B605}" dt="2025-05-17T03:20:34.860" v="181" actId="2711"/>
          <ac:spMkLst>
            <pc:docMk/>
            <pc:sldMk cId="3965997736" sldId="598"/>
            <ac:spMk id="2" creationId="{00000000-0000-0000-0000-000000000000}"/>
          </ac:spMkLst>
        </pc:spChg>
        <pc:spChg chg="add mod">
          <ac:chgData name="强 李" userId="cd6c7ec7188785ae" providerId="LiveId" clId="{D493FE81-F37C-43C3-BCE5-384F4463B605}" dt="2025-05-17T03:29:10.500" v="237" actId="121"/>
          <ac:spMkLst>
            <pc:docMk/>
            <pc:sldMk cId="3965997736" sldId="598"/>
            <ac:spMk id="3" creationId="{9F9D0488-D459-5FA7-C737-1152D109E2C8}"/>
          </ac:spMkLst>
        </pc:spChg>
        <pc:spChg chg="mod">
          <ac:chgData name="强 李" userId="cd6c7ec7188785ae" providerId="LiveId" clId="{D493FE81-F37C-43C3-BCE5-384F4463B605}" dt="2025-05-17T03:22:29.873" v="206" actId="404"/>
          <ac:spMkLst>
            <pc:docMk/>
            <pc:sldMk cId="3965997736" sldId="598"/>
            <ac:spMk id="9" creationId="{1F5B6856-AF8A-4085-2AF6-D259C7449B9E}"/>
          </ac:spMkLst>
        </pc:spChg>
        <pc:spChg chg="mod">
          <ac:chgData name="强 李" userId="cd6c7ec7188785ae" providerId="LiveId" clId="{D493FE81-F37C-43C3-BCE5-384F4463B605}" dt="2025-05-17T03:21:51.485" v="197" actId="1076"/>
          <ac:spMkLst>
            <pc:docMk/>
            <pc:sldMk cId="3965997736" sldId="598"/>
            <ac:spMk id="10" creationId="{7BEE8677-CFAD-6942-832E-87D52B896121}"/>
          </ac:spMkLst>
        </pc:spChg>
        <pc:spChg chg="mod">
          <ac:chgData name="强 李" userId="cd6c7ec7188785ae" providerId="LiveId" clId="{D493FE81-F37C-43C3-BCE5-384F4463B605}" dt="2025-05-17T03:23:07.987" v="210" actId="1076"/>
          <ac:spMkLst>
            <pc:docMk/>
            <pc:sldMk cId="3965997736" sldId="598"/>
            <ac:spMk id="11" creationId="{3CAB36DD-1A23-5A1B-C9B0-3F43FAF7A79F}"/>
          </ac:spMkLst>
        </pc:spChg>
        <pc:spChg chg="mod">
          <ac:chgData name="强 李" userId="cd6c7ec7188785ae" providerId="LiveId" clId="{D493FE81-F37C-43C3-BCE5-384F4463B605}" dt="2025-05-17T03:21:36.186" v="192" actId="404"/>
          <ac:spMkLst>
            <pc:docMk/>
            <pc:sldMk cId="3965997736" sldId="598"/>
            <ac:spMk id="12" creationId="{90FC4EF0-0582-7DC7-F53E-9A1A4B9AFC50}"/>
          </ac:spMkLst>
        </pc:spChg>
        <pc:spChg chg="mod">
          <ac:chgData name="强 李" userId="cd6c7ec7188785ae" providerId="LiveId" clId="{D493FE81-F37C-43C3-BCE5-384F4463B605}" dt="2025-05-17T03:21:59.274" v="199" actId="1076"/>
          <ac:spMkLst>
            <pc:docMk/>
            <pc:sldMk cId="3965997736" sldId="598"/>
            <ac:spMk id="13" creationId="{7DAB6BBF-A107-5EDA-C988-F2FCC0FA4ADA}"/>
          </ac:spMkLst>
        </pc:spChg>
        <pc:spChg chg="mod">
          <ac:chgData name="强 李" userId="cd6c7ec7188785ae" providerId="LiveId" clId="{D493FE81-F37C-43C3-BCE5-384F4463B605}" dt="2025-05-17T03:23:37.005" v="217" actId="113"/>
          <ac:spMkLst>
            <pc:docMk/>
            <pc:sldMk cId="3965997736" sldId="598"/>
            <ac:spMk id="16" creationId="{7DE16206-6F61-BEC3-0DA4-3625D631A8E6}"/>
          </ac:spMkLst>
        </pc:spChg>
        <pc:spChg chg="add del mod">
          <ac:chgData name="强 李" userId="cd6c7ec7188785ae" providerId="LiveId" clId="{D493FE81-F37C-43C3-BCE5-384F4463B605}" dt="2025-05-17T03:29:33.139" v="245" actId="478"/>
          <ac:spMkLst>
            <pc:docMk/>
            <pc:sldMk cId="3965997736" sldId="598"/>
            <ac:spMk id="18" creationId="{00000000-0000-0000-0000-000000000000}"/>
          </ac:spMkLst>
        </pc:spChg>
        <pc:grpChg chg="mod">
          <ac:chgData name="强 李" userId="cd6c7ec7188785ae" providerId="LiveId" clId="{D493FE81-F37C-43C3-BCE5-384F4463B605}" dt="2025-05-17T03:21:55.451" v="198" actId="14100"/>
          <ac:grpSpMkLst>
            <pc:docMk/>
            <pc:sldMk cId="3965997736" sldId="598"/>
            <ac:grpSpMk id="4" creationId="{67CFBFED-23BA-58E2-0492-595457A1DA5E}"/>
          </ac:grpSpMkLst>
        </pc:grpChg>
        <pc:grpChg chg="mod">
          <ac:chgData name="强 李" userId="cd6c7ec7188785ae" providerId="LiveId" clId="{D493FE81-F37C-43C3-BCE5-384F4463B605}" dt="2025-05-17T03:22:58.132" v="208" actId="14100"/>
          <ac:grpSpMkLst>
            <pc:docMk/>
            <pc:sldMk cId="3965997736" sldId="598"/>
            <ac:grpSpMk id="6" creationId="{56CD5BD2-A0CC-7D0E-3BD1-0613845A3BF3}"/>
          </ac:grpSpMkLst>
        </pc:grpChg>
        <pc:grpChg chg="mod">
          <ac:chgData name="强 李" userId="cd6c7ec7188785ae" providerId="LiveId" clId="{D493FE81-F37C-43C3-BCE5-384F4463B605}" dt="2025-05-17T03:23:45.379" v="218" actId="14100"/>
          <ac:grpSpMkLst>
            <pc:docMk/>
            <pc:sldMk cId="3965997736" sldId="598"/>
            <ac:grpSpMk id="7" creationId="{4910B73A-3062-7867-777F-E107D91F1F13}"/>
          </ac:grpSpMkLst>
        </pc:grpChg>
      </pc:sldChg>
      <pc:sldChg chg="del">
        <pc:chgData name="强 李" userId="cd6c7ec7188785ae" providerId="LiveId" clId="{D493FE81-F37C-43C3-BCE5-384F4463B605}" dt="2025-05-17T03:56:24.382" v="1602" actId="47"/>
        <pc:sldMkLst>
          <pc:docMk/>
          <pc:sldMk cId="125507599" sldId="601"/>
        </pc:sldMkLst>
      </pc:sldChg>
      <pc:sldChg chg="delSp modSp add mod setBg delDesignElem">
        <pc:chgData name="强 李" userId="cd6c7ec7188785ae" providerId="LiveId" clId="{D493FE81-F37C-43C3-BCE5-384F4463B605}" dt="2025-05-17T04:14:32.631" v="2432" actId="1076"/>
        <pc:sldMkLst>
          <pc:docMk/>
          <pc:sldMk cId="1571804132" sldId="602"/>
        </pc:sldMkLst>
        <pc:spChg chg="mod">
          <ac:chgData name="强 李" userId="cd6c7ec7188785ae" providerId="LiveId" clId="{D493FE81-F37C-43C3-BCE5-384F4463B605}" dt="2025-05-17T04:07:29.495" v="2003"/>
          <ac:spMkLst>
            <pc:docMk/>
            <pc:sldMk cId="1571804132" sldId="602"/>
            <ac:spMk id="2" creationId="{6F0503C3-CBC2-D021-17FE-D1C484B575D4}"/>
          </ac:spMkLst>
        </pc:spChg>
        <pc:spChg chg="del">
          <ac:chgData name="强 李" userId="cd6c7ec7188785ae" providerId="LiveId" clId="{D493FE81-F37C-43C3-BCE5-384F4463B605}" dt="2025-05-17T04:00:31.555" v="1614" actId="478"/>
          <ac:spMkLst>
            <pc:docMk/>
            <pc:sldMk cId="1571804132" sldId="602"/>
            <ac:spMk id="5" creationId="{B788ED2D-CD18-83B6-9F57-BEAC629CFCCF}"/>
          </ac:spMkLst>
        </pc:spChg>
        <pc:spChg chg="mod">
          <ac:chgData name="强 李" userId="cd6c7ec7188785ae" providerId="LiveId" clId="{D493FE81-F37C-43C3-BCE5-384F4463B605}" dt="2025-05-17T04:08:34.909" v="2032" actId="207"/>
          <ac:spMkLst>
            <pc:docMk/>
            <pc:sldMk cId="1571804132" sldId="602"/>
            <ac:spMk id="6" creationId="{4538143B-C457-6020-7600-11C2633393FB}"/>
          </ac:spMkLst>
        </pc:spChg>
        <pc:spChg chg="del">
          <ac:chgData name="强 李" userId="cd6c7ec7188785ae" providerId="LiveId" clId="{D493FE81-F37C-43C3-BCE5-384F4463B605}" dt="2025-05-17T04:00:31.555" v="1614" actId="478"/>
          <ac:spMkLst>
            <pc:docMk/>
            <pc:sldMk cId="1571804132" sldId="602"/>
            <ac:spMk id="12" creationId="{1B4FCB99-C362-74B0-785F-82F40EE1CA12}"/>
          </ac:spMkLst>
        </pc:spChg>
        <pc:spChg chg="mod">
          <ac:chgData name="强 李" userId="cd6c7ec7188785ae" providerId="LiveId" clId="{D493FE81-F37C-43C3-BCE5-384F4463B605}" dt="2025-05-17T04:14:32.631" v="2432" actId="1076"/>
          <ac:spMkLst>
            <pc:docMk/>
            <pc:sldMk cId="1571804132" sldId="602"/>
            <ac:spMk id="15" creationId="{2EFFA07A-564B-F6AF-6356-6BBE425E2103}"/>
          </ac:spMkLst>
        </pc:spChg>
        <pc:cxnChg chg="del">
          <ac:chgData name="强 李" userId="cd6c7ec7188785ae" providerId="LiveId" clId="{D493FE81-F37C-43C3-BCE5-384F4463B605}" dt="2025-05-17T04:00:31.555" v="1614" actId="478"/>
          <ac:cxnSpMkLst>
            <pc:docMk/>
            <pc:sldMk cId="1571804132" sldId="602"/>
            <ac:cxnSpMk id="14" creationId="{F49458B5-CEAC-F47B-F2AB-1B4A2FD93CE8}"/>
          </ac:cxnSpMkLst>
        </pc:cxnChg>
        <pc:cxnChg chg="del">
          <ac:chgData name="强 李" userId="cd6c7ec7188785ae" providerId="LiveId" clId="{D493FE81-F37C-43C3-BCE5-384F4463B605}" dt="2025-05-17T03:56:18.154" v="1601"/>
          <ac:cxnSpMkLst>
            <pc:docMk/>
            <pc:sldMk cId="1571804132" sldId="602"/>
            <ac:cxnSpMk id="22" creationId="{40E1C9A3-C72C-BBE2-5A0C-58A18E12A425}"/>
          </ac:cxnSpMkLst>
        </pc:cxnChg>
      </pc:sldChg>
      <pc:sldChg chg="modSp add mod">
        <pc:chgData name="强 李" userId="cd6c7ec7188785ae" providerId="LiveId" clId="{D493FE81-F37C-43C3-BCE5-384F4463B605}" dt="2025-05-17T04:26:48.133" v="3555" actId="20577"/>
        <pc:sldMkLst>
          <pc:docMk/>
          <pc:sldMk cId="2611143299" sldId="603"/>
        </pc:sldMkLst>
        <pc:spChg chg="mod">
          <ac:chgData name="强 李" userId="cd6c7ec7188785ae" providerId="LiveId" clId="{D493FE81-F37C-43C3-BCE5-384F4463B605}" dt="2025-05-17T04:23:20.197" v="3175" actId="14100"/>
          <ac:spMkLst>
            <pc:docMk/>
            <pc:sldMk cId="2611143299" sldId="603"/>
            <ac:spMk id="2" creationId="{94A936F5-1180-E821-E07A-800C51D42F46}"/>
          </ac:spMkLst>
        </pc:spChg>
        <pc:spChg chg="mod">
          <ac:chgData name="强 李" userId="cd6c7ec7188785ae" providerId="LiveId" clId="{D493FE81-F37C-43C3-BCE5-384F4463B605}" dt="2025-05-17T04:26:48.133" v="3555" actId="20577"/>
          <ac:spMkLst>
            <pc:docMk/>
            <pc:sldMk cId="2611143299" sldId="603"/>
            <ac:spMk id="15" creationId="{7D9C336D-CEBD-038D-926E-6A4E0C9E12AB}"/>
          </ac:spMkLst>
        </pc:spChg>
      </pc:sldChg>
      <pc:sldChg chg="delSp modSp add mod">
        <pc:chgData name="强 李" userId="cd6c7ec7188785ae" providerId="LiveId" clId="{D493FE81-F37C-43C3-BCE5-384F4463B605}" dt="2025-05-17T05:44:03.479" v="5533" actId="1076"/>
        <pc:sldMkLst>
          <pc:docMk/>
          <pc:sldMk cId="1434747298" sldId="604"/>
        </pc:sldMkLst>
        <pc:spChg chg="mod">
          <ac:chgData name="强 李" userId="cd6c7ec7188785ae" providerId="LiveId" clId="{D493FE81-F37C-43C3-BCE5-384F4463B605}" dt="2025-05-17T05:44:03.479" v="5533" actId="1076"/>
          <ac:spMkLst>
            <pc:docMk/>
            <pc:sldMk cId="1434747298" sldId="604"/>
            <ac:spMk id="2" creationId="{0C83BCE1-422C-BF8C-AC05-17AEC46E8348}"/>
          </ac:spMkLst>
        </pc:spChg>
        <pc:spChg chg="mod">
          <ac:chgData name="强 李" userId="cd6c7ec7188785ae" providerId="LiveId" clId="{D493FE81-F37C-43C3-BCE5-384F4463B605}" dt="2025-05-17T04:35:10.092" v="3563"/>
          <ac:spMkLst>
            <pc:docMk/>
            <pc:sldMk cId="1434747298" sldId="604"/>
            <ac:spMk id="4" creationId="{6E388396-E2E5-7EAF-91BC-D8F8F87E2A78}"/>
          </ac:spMkLst>
        </pc:spChg>
        <pc:spChg chg="mod">
          <ac:chgData name="强 李" userId="cd6c7ec7188785ae" providerId="LiveId" clId="{D493FE81-F37C-43C3-BCE5-384F4463B605}" dt="2025-05-17T05:43:48.797" v="5527" actId="6549"/>
          <ac:spMkLst>
            <pc:docMk/>
            <pc:sldMk cId="1434747298" sldId="604"/>
            <ac:spMk id="6" creationId="{57CEB706-19AE-A0F6-618F-21C418A8C6E3}"/>
          </ac:spMkLst>
        </pc:spChg>
        <pc:spChg chg="del mod">
          <ac:chgData name="强 李" userId="cd6c7ec7188785ae" providerId="LiveId" clId="{D493FE81-F37C-43C3-BCE5-384F4463B605}" dt="2025-05-17T05:20:14.394" v="4711" actId="478"/>
          <ac:spMkLst>
            <pc:docMk/>
            <pc:sldMk cId="1434747298" sldId="604"/>
            <ac:spMk id="15" creationId="{BF704FE3-354F-D55C-0E89-05572714D211}"/>
          </ac:spMkLst>
        </pc:spChg>
      </pc:sldChg>
      <pc:sldChg chg="addSp delSp modSp add mod">
        <pc:chgData name="强 李" userId="cd6c7ec7188785ae" providerId="LiveId" clId="{D493FE81-F37C-43C3-BCE5-384F4463B605}" dt="2025-05-17T05:51:50.081" v="5611" actId="1076"/>
        <pc:sldMkLst>
          <pc:docMk/>
          <pc:sldMk cId="2516179402" sldId="605"/>
        </pc:sldMkLst>
        <pc:spChg chg="del mod">
          <ac:chgData name="强 李" userId="cd6c7ec7188785ae" providerId="LiveId" clId="{D493FE81-F37C-43C3-BCE5-384F4463B605}" dt="2025-05-17T05:51:45.235" v="5610" actId="478"/>
          <ac:spMkLst>
            <pc:docMk/>
            <pc:sldMk cId="2516179402" sldId="605"/>
            <ac:spMk id="2" creationId="{C7A3CFC9-3D94-9BA0-5F14-386AC92ED966}"/>
          </ac:spMkLst>
        </pc:spChg>
        <pc:spChg chg="del mod">
          <ac:chgData name="强 李" userId="cd6c7ec7188785ae" providerId="LiveId" clId="{D493FE81-F37C-43C3-BCE5-384F4463B605}" dt="2025-05-17T05:42:47.445" v="5526" actId="478"/>
          <ac:spMkLst>
            <pc:docMk/>
            <pc:sldMk cId="2516179402" sldId="605"/>
            <ac:spMk id="15" creationId="{C30FDC5B-812E-3452-D509-427944A40B87}"/>
          </ac:spMkLst>
        </pc:spChg>
        <pc:graphicFrameChg chg="add mod modGraphic">
          <ac:chgData name="强 李" userId="cd6c7ec7188785ae" providerId="LiveId" clId="{D493FE81-F37C-43C3-BCE5-384F4463B605}" dt="2025-05-17T05:51:50.081" v="5611" actId="1076"/>
          <ac:graphicFrameMkLst>
            <pc:docMk/>
            <pc:sldMk cId="2516179402" sldId="605"/>
            <ac:graphicFrameMk id="3" creationId="{DD833D5C-6D8A-C9F0-854E-A579ADE7BC6F}"/>
          </ac:graphicFrameMkLst>
        </pc:graphicFrameChg>
      </pc:sldChg>
      <pc:sldChg chg="add del">
        <pc:chgData name="强 李" userId="cd6c7ec7188785ae" providerId="LiveId" clId="{D493FE81-F37C-43C3-BCE5-384F4463B605}" dt="2025-05-17T05:39:58.291" v="5457" actId="47"/>
        <pc:sldMkLst>
          <pc:docMk/>
          <pc:sldMk cId="523469555" sldId="606"/>
        </pc:sldMkLst>
      </pc:sldChg>
      <pc:sldChg chg="addSp modSp add mod">
        <pc:chgData name="强 李" userId="cd6c7ec7188785ae" providerId="LiveId" clId="{D493FE81-F37C-43C3-BCE5-384F4463B605}" dt="2025-05-17T05:50:24.180" v="5602" actId="6549"/>
        <pc:sldMkLst>
          <pc:docMk/>
          <pc:sldMk cId="810972746" sldId="607"/>
        </pc:sldMkLst>
        <pc:spChg chg="mod">
          <ac:chgData name="强 李" userId="cd6c7ec7188785ae" providerId="LiveId" clId="{D493FE81-F37C-43C3-BCE5-384F4463B605}" dt="2025-05-17T05:37:57.392" v="5192"/>
          <ac:spMkLst>
            <pc:docMk/>
            <pc:sldMk cId="810972746" sldId="607"/>
            <ac:spMk id="2" creationId="{638E7AAE-3FC2-DADC-1D6C-526AF7A3BF23}"/>
          </ac:spMkLst>
        </pc:spChg>
        <pc:spChg chg="add mod">
          <ac:chgData name="强 李" userId="cd6c7ec7188785ae" providerId="LiveId" clId="{D493FE81-F37C-43C3-BCE5-384F4463B605}" dt="2025-05-17T05:48:29.282" v="5572" actId="1076"/>
          <ac:spMkLst>
            <pc:docMk/>
            <pc:sldMk cId="810972746" sldId="607"/>
            <ac:spMk id="3" creationId="{E3BAF162-D263-0443-C131-805E84A53D5C}"/>
          </ac:spMkLst>
        </pc:spChg>
        <pc:spChg chg="mod">
          <ac:chgData name="强 李" userId="cd6c7ec7188785ae" providerId="LiveId" clId="{D493FE81-F37C-43C3-BCE5-384F4463B605}" dt="2025-05-17T05:26:15.628" v="5056" actId="6549"/>
          <ac:spMkLst>
            <pc:docMk/>
            <pc:sldMk cId="810972746" sldId="607"/>
            <ac:spMk id="6" creationId="{66762BE1-7A8B-4F9F-97C3-A4CC98EDC01A}"/>
          </ac:spMkLst>
        </pc:spChg>
        <pc:spChg chg="add mod">
          <ac:chgData name="强 李" userId="cd6c7ec7188785ae" providerId="LiveId" clId="{D493FE81-F37C-43C3-BCE5-384F4463B605}" dt="2025-05-17T05:50:24.180" v="5602" actId="6549"/>
          <ac:spMkLst>
            <pc:docMk/>
            <pc:sldMk cId="810972746" sldId="607"/>
            <ac:spMk id="9" creationId="{BA12D726-2713-6AB9-503A-7C59F95B52C8}"/>
          </ac:spMkLst>
        </pc:spChg>
        <pc:grpChg chg="add mod">
          <ac:chgData name="强 李" userId="cd6c7ec7188785ae" providerId="LiveId" clId="{D493FE81-F37C-43C3-BCE5-384F4463B605}" dt="2025-05-17T05:48:22.033" v="5570" actId="14100"/>
          <ac:grpSpMkLst>
            <pc:docMk/>
            <pc:sldMk cId="810972746" sldId="607"/>
            <ac:grpSpMk id="10" creationId="{E09E36DA-92A4-7057-3682-D21E041B5A6B}"/>
          </ac:grpSpMkLst>
        </pc:grpChg>
        <pc:picChg chg="add mod">
          <ac:chgData name="强 李" userId="cd6c7ec7188785ae" providerId="LiveId" clId="{D493FE81-F37C-43C3-BCE5-384F4463B605}" dt="2025-05-17T05:48:25.160" v="5571" actId="1076"/>
          <ac:picMkLst>
            <pc:docMk/>
            <pc:sldMk cId="810972746" sldId="607"/>
            <ac:picMk id="7" creationId="{D6B84C19-2F79-FC7B-63AD-631D8E5C70E2}"/>
          </ac:picMkLst>
        </pc:picChg>
      </pc:sldChg>
      <pc:sldChg chg="modSp add mod">
        <pc:chgData name="强 李" userId="cd6c7ec7188785ae" providerId="LiveId" clId="{D493FE81-F37C-43C3-BCE5-384F4463B605}" dt="2025-05-17T05:45:18.700" v="5544"/>
        <pc:sldMkLst>
          <pc:docMk/>
          <pc:sldMk cId="605729014" sldId="608"/>
        </pc:sldMkLst>
        <pc:spChg chg="mod">
          <ac:chgData name="强 李" userId="cd6c7ec7188785ae" providerId="LiveId" clId="{D493FE81-F37C-43C3-BCE5-384F4463B605}" dt="2025-05-17T05:45:18.700" v="5544"/>
          <ac:spMkLst>
            <pc:docMk/>
            <pc:sldMk cId="605729014" sldId="608"/>
            <ac:spMk id="2" creationId="{F543D082-2502-5C20-E294-A639BCB7F319}"/>
          </ac:spMkLst>
        </pc:spChg>
      </pc:sldChg>
      <pc:sldChg chg="addSp modSp add mod">
        <pc:chgData name="强 李" userId="cd6c7ec7188785ae" providerId="LiveId" clId="{D493FE81-F37C-43C3-BCE5-384F4463B605}" dt="2025-05-17T05:53:58.451" v="5626" actId="207"/>
        <pc:sldMkLst>
          <pc:docMk/>
          <pc:sldMk cId="771341040" sldId="609"/>
        </pc:sldMkLst>
        <pc:spChg chg="add mod">
          <ac:chgData name="强 李" userId="cd6c7ec7188785ae" providerId="LiveId" clId="{D493FE81-F37C-43C3-BCE5-384F4463B605}" dt="2025-05-17T05:53:12.359" v="5621" actId="114"/>
          <ac:spMkLst>
            <pc:docMk/>
            <pc:sldMk cId="771341040" sldId="609"/>
            <ac:spMk id="5" creationId="{FB0DE3D5-CD84-1559-47F0-3FD61CEC8607}"/>
          </ac:spMkLst>
        </pc:spChg>
        <pc:spChg chg="add mod">
          <ac:chgData name="强 李" userId="cd6c7ec7188785ae" providerId="LiveId" clId="{D493FE81-F37C-43C3-BCE5-384F4463B605}" dt="2025-05-17T05:53:58.451" v="5626" actId="207"/>
          <ac:spMkLst>
            <pc:docMk/>
            <pc:sldMk cId="771341040" sldId="609"/>
            <ac:spMk id="8" creationId="{B0E5D5C9-F8B8-5759-2C0C-DD1CE3364DAF}"/>
          </ac:spMkLst>
        </pc:spChg>
      </pc:sldChg>
      <pc:sldChg chg="add del">
        <pc:chgData name="强 李" userId="cd6c7ec7188785ae" providerId="LiveId" clId="{D493FE81-F37C-43C3-BCE5-384F4463B605}" dt="2025-05-17T05:50:43.606" v="5604" actId="47"/>
        <pc:sldMkLst>
          <pc:docMk/>
          <pc:sldMk cId="3554035325" sldId="609"/>
        </pc:sldMkLst>
      </pc:sldChg>
      <pc:sldChg chg="addSp delSp modSp add mod">
        <pc:chgData name="强 李" userId="cd6c7ec7188785ae" providerId="LiveId" clId="{D493FE81-F37C-43C3-BCE5-384F4463B605}" dt="2025-05-17T06:02:44.487" v="5989" actId="478"/>
        <pc:sldMkLst>
          <pc:docMk/>
          <pc:sldMk cId="2664180120" sldId="610"/>
        </pc:sldMkLst>
        <pc:spChg chg="mod">
          <ac:chgData name="强 李" userId="cd6c7ec7188785ae" providerId="LiveId" clId="{D493FE81-F37C-43C3-BCE5-384F4463B605}" dt="2025-05-17T05:58:48.811" v="5952"/>
          <ac:spMkLst>
            <pc:docMk/>
            <pc:sldMk cId="2664180120" sldId="610"/>
            <ac:spMk id="2" creationId="{F92974C8-8F7D-F346-6C97-140D5F3CA834}"/>
          </ac:spMkLst>
        </pc:spChg>
        <pc:spChg chg="add del mod">
          <ac:chgData name="强 李" userId="cd6c7ec7188785ae" providerId="LiveId" clId="{D493FE81-F37C-43C3-BCE5-384F4463B605}" dt="2025-05-17T06:02:44.487" v="5989" actId="478"/>
          <ac:spMkLst>
            <pc:docMk/>
            <pc:sldMk cId="2664180120" sldId="610"/>
            <ac:spMk id="3" creationId="{43472349-D742-60E8-03A5-C9FF014AA778}"/>
          </ac:spMkLst>
        </pc:spChg>
      </pc:sldChg>
      <pc:sldChg chg="delSp modSp add mod">
        <pc:chgData name="强 李" userId="cd6c7ec7188785ae" providerId="LiveId" clId="{D493FE81-F37C-43C3-BCE5-384F4463B605}" dt="2025-05-17T06:02:37.789" v="5988" actId="403"/>
        <pc:sldMkLst>
          <pc:docMk/>
          <pc:sldMk cId="4194923855" sldId="611"/>
        </pc:sldMkLst>
        <pc:spChg chg="del">
          <ac:chgData name="强 李" userId="cd6c7ec7188785ae" providerId="LiveId" clId="{D493FE81-F37C-43C3-BCE5-384F4463B605}" dt="2025-05-17T06:01:35.151" v="5981" actId="478"/>
          <ac:spMkLst>
            <pc:docMk/>
            <pc:sldMk cId="4194923855" sldId="611"/>
            <ac:spMk id="2" creationId="{045C2FB6-3897-EC6D-6D6E-65AB2BE71DEE}"/>
          </ac:spMkLst>
        </pc:spChg>
        <pc:spChg chg="mod">
          <ac:chgData name="强 李" userId="cd6c7ec7188785ae" providerId="LiveId" clId="{D493FE81-F37C-43C3-BCE5-384F4463B605}" dt="2025-05-17T06:02:37.789" v="5988" actId="403"/>
          <ac:spMkLst>
            <pc:docMk/>
            <pc:sldMk cId="4194923855" sldId="611"/>
            <ac:spMk id="3" creationId="{C6E86B80-079B-EBE5-6702-6FF95E93D306}"/>
          </ac:spMkLst>
        </pc:spChg>
      </pc:sldChg>
      <pc:sldChg chg="modSp add mod ord">
        <pc:chgData name="强 李" userId="cd6c7ec7188785ae" providerId="LiveId" clId="{D493FE81-F37C-43C3-BCE5-384F4463B605}" dt="2025-05-17T06:12:44.713" v="6555" actId="403"/>
        <pc:sldMkLst>
          <pc:docMk/>
          <pc:sldMk cId="1324870037" sldId="612"/>
        </pc:sldMkLst>
        <pc:spChg chg="mod">
          <ac:chgData name="强 李" userId="cd6c7ec7188785ae" providerId="LiveId" clId="{D493FE81-F37C-43C3-BCE5-384F4463B605}" dt="2025-05-17T06:12:44.713" v="6555" actId="403"/>
          <ac:spMkLst>
            <pc:docMk/>
            <pc:sldMk cId="1324870037" sldId="612"/>
            <ac:spMk id="2" creationId="{8367345C-F3E6-BAD6-CA8F-A53BCC285744}"/>
          </ac:spMkLst>
        </pc:spChg>
        <pc:spChg chg="mod">
          <ac:chgData name="强 李" userId="cd6c7ec7188785ae" providerId="LiveId" clId="{D493FE81-F37C-43C3-BCE5-384F4463B605}" dt="2025-05-17T06:03:17.160" v="5999" actId="6549"/>
          <ac:spMkLst>
            <pc:docMk/>
            <pc:sldMk cId="1324870037" sldId="612"/>
            <ac:spMk id="4" creationId="{791867A6-E236-5675-51BF-1560AA454AEF}"/>
          </ac:spMkLst>
        </pc:spChg>
        <pc:spChg chg="mod">
          <ac:chgData name="强 李" userId="cd6c7ec7188785ae" providerId="LiveId" clId="{D493FE81-F37C-43C3-BCE5-384F4463B605}" dt="2025-05-17T06:03:29.704" v="6001" actId="6549"/>
          <ac:spMkLst>
            <pc:docMk/>
            <pc:sldMk cId="1324870037" sldId="612"/>
            <ac:spMk id="6" creationId="{D4D7F1ED-B117-9A2B-1124-F05576E4C0A3}"/>
          </ac:spMkLst>
        </pc:spChg>
      </pc:sldChg>
      <pc:sldChg chg="delSp modSp add mod">
        <pc:chgData name="强 李" userId="cd6c7ec7188785ae" providerId="LiveId" clId="{D493FE81-F37C-43C3-BCE5-384F4463B605}" dt="2025-05-17T06:12:04.921" v="6529"/>
        <pc:sldMkLst>
          <pc:docMk/>
          <pc:sldMk cId="3375259302" sldId="613"/>
        </pc:sldMkLst>
        <pc:spChg chg="mod">
          <ac:chgData name="强 李" userId="cd6c7ec7188785ae" providerId="LiveId" clId="{D493FE81-F37C-43C3-BCE5-384F4463B605}" dt="2025-05-17T06:12:04.921" v="6529"/>
          <ac:spMkLst>
            <pc:docMk/>
            <pc:sldMk cId="3375259302" sldId="613"/>
            <ac:spMk id="2" creationId="{CFB199FB-5F0E-49A2-50E3-2EB4ACFBA523}"/>
          </ac:spMkLst>
        </pc:spChg>
        <pc:spChg chg="mod">
          <ac:chgData name="强 李" userId="cd6c7ec7188785ae" providerId="LiveId" clId="{D493FE81-F37C-43C3-BCE5-384F4463B605}" dt="2025-05-17T06:07:28.427" v="6234"/>
          <ac:spMkLst>
            <pc:docMk/>
            <pc:sldMk cId="3375259302" sldId="613"/>
            <ac:spMk id="4" creationId="{4E6FB873-812B-40A4-4B88-BFC2DEAD753F}"/>
          </ac:spMkLst>
        </pc:spChg>
        <pc:spChg chg="del">
          <ac:chgData name="强 李" userId="cd6c7ec7188785ae" providerId="LiveId" clId="{D493FE81-F37C-43C3-BCE5-384F4463B605}" dt="2025-05-17T06:07:31.922" v="6235" actId="478"/>
          <ac:spMkLst>
            <pc:docMk/>
            <pc:sldMk cId="3375259302" sldId="613"/>
            <ac:spMk id="6" creationId="{184D3004-93F8-8A39-0915-045C5286DB91}"/>
          </ac:spMkLst>
        </pc:spChg>
      </pc:sldChg>
    </pc:docChg>
  </pc:docChgLst>
  <pc:docChgLst>
    <pc:chgData name="强 李" userId="cd6c7ec7188785ae" providerId="LiveId" clId="{61586838-3426-4CA7-9136-A1D939CBC975}"/>
    <pc:docChg chg="undo custSel modSld">
      <pc:chgData name="强 李" userId="cd6c7ec7188785ae" providerId="LiveId" clId="{61586838-3426-4CA7-9136-A1D939CBC975}" dt="2025-05-07T03:54:48.731" v="331"/>
      <pc:docMkLst>
        <pc:docMk/>
      </pc:docMkLst>
      <pc:sldChg chg="addSp delSp">
        <pc:chgData name="强 李" userId="cd6c7ec7188785ae" providerId="LiveId" clId="{61586838-3426-4CA7-9136-A1D939CBC975}" dt="2025-05-07T03:29:08.674" v="140" actId="21"/>
        <pc:sldMkLst>
          <pc:docMk/>
          <pc:sldMk cId="54695671" sldId="531"/>
        </pc:sldMkLst>
      </pc:sldChg>
      <pc:sldChg chg="modSp mod">
        <pc:chgData name="强 李" userId="cd6c7ec7188785ae" providerId="LiveId" clId="{61586838-3426-4CA7-9136-A1D939CBC975}" dt="2025-05-07T03:54:48.731" v="331"/>
        <pc:sldMkLst>
          <pc:docMk/>
          <pc:sldMk cId="530530540" sldId="553"/>
        </pc:sldMkLst>
        <pc:spChg chg="mod">
          <ac:chgData name="强 李" userId="cd6c7ec7188785ae" providerId="LiveId" clId="{61586838-3426-4CA7-9136-A1D939CBC975}" dt="2025-05-07T03:54:48.731" v="331"/>
          <ac:spMkLst>
            <pc:docMk/>
            <pc:sldMk cId="530530540" sldId="553"/>
            <ac:spMk id="2" creationId="{00000000-0000-0000-0000-000000000000}"/>
          </ac:spMkLst>
        </pc:spChg>
        <pc:spChg chg="mod">
          <ac:chgData name="强 李" userId="cd6c7ec7188785ae" providerId="LiveId" clId="{61586838-3426-4CA7-9136-A1D939CBC975}" dt="2025-05-07T03:53:55.954" v="290" actId="14100"/>
          <ac:spMkLst>
            <pc:docMk/>
            <pc:sldMk cId="530530540" sldId="553"/>
            <ac:spMk id="6" creationId="{8D684FDC-0FF7-89F2-9187-5F0E9ED8CA01}"/>
          </ac:spMkLst>
        </pc:spChg>
      </pc:sldChg>
      <pc:sldChg chg="modSp modNotesTx">
        <pc:chgData name="强 李" userId="cd6c7ec7188785ae" providerId="LiveId" clId="{61586838-3426-4CA7-9136-A1D939CBC975}" dt="2025-05-07T03:52:22.952" v="287"/>
        <pc:sldMkLst>
          <pc:docMk/>
          <pc:sldMk cId="3418790839" sldId="554"/>
        </pc:sldMkLst>
        <pc:graphicFrameChg chg="mod">
          <ac:chgData name="强 李" userId="cd6c7ec7188785ae" providerId="LiveId" clId="{61586838-3426-4CA7-9136-A1D939CBC975}" dt="2025-05-07T03:52:22.952" v="287"/>
          <ac:graphicFrameMkLst>
            <pc:docMk/>
            <pc:sldMk cId="3418790839" sldId="554"/>
            <ac:graphicFrameMk id="3" creationId="{7EB314CC-7FA2-2824-BC32-28291A20FBE2}"/>
          </ac:graphicFrameMkLst>
        </pc:graphicFrameChg>
      </pc:sldChg>
      <pc:sldChg chg="addSp delSp modSp mod setBg">
        <pc:chgData name="强 李" userId="cd6c7ec7188785ae" providerId="LiveId" clId="{61586838-3426-4CA7-9136-A1D939CBC975}" dt="2025-05-07T03:34:27.518" v="151" actId="1076"/>
        <pc:sldMkLst>
          <pc:docMk/>
          <pc:sldMk cId="1911491714" sldId="560"/>
        </pc:sldMkLst>
        <pc:spChg chg="mod ord">
          <ac:chgData name="强 李" userId="cd6c7ec7188785ae" providerId="LiveId" clId="{61586838-3426-4CA7-9136-A1D939CBC975}" dt="2025-05-07T03:29:42.134" v="148" actId="26606"/>
          <ac:spMkLst>
            <pc:docMk/>
            <pc:sldMk cId="1911491714" sldId="560"/>
            <ac:spMk id="4" creationId="{00000000-0000-0000-0000-000000000000}"/>
          </ac:spMkLst>
        </pc:spChg>
        <pc:spChg chg="mod ord">
          <ac:chgData name="强 李" userId="cd6c7ec7188785ae" providerId="LiveId" clId="{61586838-3426-4CA7-9136-A1D939CBC975}" dt="2025-05-07T03:29:42.134" v="148" actId="26606"/>
          <ac:spMkLst>
            <pc:docMk/>
            <pc:sldMk cId="1911491714" sldId="560"/>
            <ac:spMk id="5" creationId="{00000000-0000-0000-0000-000000000000}"/>
          </ac:spMkLst>
        </pc:spChg>
        <pc:spChg chg="add">
          <ac:chgData name="强 李" userId="cd6c7ec7188785ae" providerId="LiveId" clId="{61586838-3426-4CA7-9136-A1D939CBC975}" dt="2025-05-07T03:29:42.134" v="148" actId="26606"/>
          <ac:spMkLst>
            <pc:docMk/>
            <pc:sldMk cId="1911491714" sldId="560"/>
            <ac:spMk id="1042" creationId="{EC3FE92E-FF21-46DB-BE36-B3A5D4149B10}"/>
          </ac:spMkLst>
        </pc:spChg>
        <pc:spChg chg="add">
          <ac:chgData name="强 李" userId="cd6c7ec7188785ae" providerId="LiveId" clId="{61586838-3426-4CA7-9136-A1D939CBC975}" dt="2025-05-07T03:29:42.134" v="148" actId="26606"/>
          <ac:spMkLst>
            <pc:docMk/>
            <pc:sldMk cId="1911491714" sldId="560"/>
            <ac:spMk id="1043" creationId="{7E9DFFEE-526A-4D56-A70C-EADE7289BEE5}"/>
          </ac:spMkLst>
        </pc:spChg>
      </pc:sldChg>
      <pc:sldChg chg="modSp mod">
        <pc:chgData name="强 李" userId="cd6c7ec7188785ae" providerId="LiveId" clId="{61586838-3426-4CA7-9136-A1D939CBC975}" dt="2025-05-07T03:28:32.664" v="138"/>
        <pc:sldMkLst>
          <pc:docMk/>
          <pc:sldMk cId="3965997736" sldId="598"/>
        </pc:sldMkLst>
        <pc:spChg chg="mod">
          <ac:chgData name="强 李" userId="cd6c7ec7188785ae" providerId="LiveId" clId="{61586838-3426-4CA7-9136-A1D939CBC975}" dt="2025-05-07T03:28:32.664" v="138"/>
          <ac:spMkLst>
            <pc:docMk/>
            <pc:sldMk cId="3965997736" sldId="598"/>
            <ac:spMk id="2" creationId="{00000000-0000-0000-0000-000000000000}"/>
          </ac:spMkLst>
        </pc:spChg>
      </pc:sldChg>
    </pc:docChg>
  </pc:docChgLst>
  <pc:docChgLst>
    <pc:chgData name="强 李" userId="cd6c7ec7188785ae" providerId="LiveId" clId="{C0D944F3-8C60-42D3-8287-9054FF582414}"/>
    <pc:docChg chg="undo custSel modSld">
      <pc:chgData name="强 李" userId="cd6c7ec7188785ae" providerId="LiveId" clId="{C0D944F3-8C60-42D3-8287-9054FF582414}" dt="2024-06-29T22:23:03.727" v="215" actId="1076"/>
      <pc:docMkLst>
        <pc:docMk/>
      </pc:docMkLst>
      <pc:sldChg chg="modSp mod">
        <pc:chgData name="强 李" userId="cd6c7ec7188785ae" providerId="LiveId" clId="{C0D944F3-8C60-42D3-8287-9054FF582414}" dt="2024-06-29T22:22:39.800" v="214" actId="20577"/>
        <pc:sldMkLst>
          <pc:docMk/>
          <pc:sldMk cId="1242525785" sldId="543"/>
        </pc:sldMkLst>
      </pc:sldChg>
      <pc:sldChg chg="addSp delSp modSp mod setBg">
        <pc:chgData name="强 李" userId="cd6c7ec7188785ae" providerId="LiveId" clId="{C0D944F3-8C60-42D3-8287-9054FF582414}" dt="2024-06-29T21:50:53.370" v="60" actId="20577"/>
        <pc:sldMkLst>
          <pc:docMk/>
          <pc:sldMk cId="530530540" sldId="553"/>
        </pc:sldMkLst>
      </pc:sldChg>
      <pc:sldChg chg="modSp mod">
        <pc:chgData name="强 李" userId="cd6c7ec7188785ae" providerId="LiveId" clId="{C0D944F3-8C60-42D3-8287-9054FF582414}" dt="2024-06-29T21:49:05.622" v="49" actId="20577"/>
        <pc:sldMkLst>
          <pc:docMk/>
          <pc:sldMk cId="3418790839" sldId="554"/>
        </pc:sldMkLst>
      </pc:sldChg>
      <pc:sldChg chg="modSp mod">
        <pc:chgData name="强 李" userId="cd6c7ec7188785ae" providerId="LiveId" clId="{C0D944F3-8C60-42D3-8287-9054FF582414}" dt="2024-06-29T22:14:33.277" v="111"/>
        <pc:sldMkLst>
          <pc:docMk/>
          <pc:sldMk cId="4207264488" sldId="590"/>
        </pc:sldMkLst>
      </pc:sldChg>
      <pc:sldChg chg="modSp mod">
        <pc:chgData name="强 李" userId="cd6c7ec7188785ae" providerId="LiveId" clId="{C0D944F3-8C60-42D3-8287-9054FF582414}" dt="2024-06-29T22:15:20.741" v="123"/>
        <pc:sldMkLst>
          <pc:docMk/>
          <pc:sldMk cId="3491062220" sldId="591"/>
        </pc:sldMkLst>
      </pc:sldChg>
      <pc:sldChg chg="modSp mod">
        <pc:chgData name="强 李" userId="cd6c7ec7188785ae" providerId="LiveId" clId="{C0D944F3-8C60-42D3-8287-9054FF582414}" dt="2024-06-29T22:23:03.727" v="215" actId="1076"/>
        <pc:sldMkLst>
          <pc:docMk/>
          <pc:sldMk cId="1164883511" sldId="596"/>
        </pc:sldMkLst>
      </pc:sldChg>
    </pc:docChg>
  </pc:docChgLst>
  <pc:docChgLst>
    <pc:chgData name="强 李" userId="cd6c7ec7188785ae" providerId="LiveId" clId="{B6154CA8-8C72-45D2-BE76-D4B6167EDC87}"/>
    <pc:docChg chg="modSld sldOrd">
      <pc:chgData name="强 李" userId="cd6c7ec7188785ae" providerId="LiveId" clId="{B6154CA8-8C72-45D2-BE76-D4B6167EDC87}" dt="2023-03-18T21:53:03.774" v="74"/>
      <pc:docMkLst>
        <pc:docMk/>
      </pc:docMkLst>
      <pc:sldChg chg="modSp mod">
        <pc:chgData name="强 李" userId="cd6c7ec7188785ae" providerId="LiveId" clId="{B6154CA8-8C72-45D2-BE76-D4B6167EDC87}" dt="2023-03-18T21:53:03.774" v="74"/>
        <pc:sldMkLst>
          <pc:docMk/>
          <pc:sldMk cId="188333421" sldId="541"/>
        </pc:sldMkLst>
      </pc:sldChg>
      <pc:sldChg chg="ord">
        <pc:chgData name="强 李" userId="cd6c7ec7188785ae" providerId="LiveId" clId="{B6154CA8-8C72-45D2-BE76-D4B6167EDC87}" dt="2023-03-18T21:01:16.632" v="1"/>
        <pc:sldMkLst>
          <pc:docMk/>
          <pc:sldMk cId="3418790839" sldId="554"/>
        </pc:sldMkLst>
      </pc:sldChg>
      <pc:sldChg chg="modSp mod">
        <pc:chgData name="强 李" userId="cd6c7ec7188785ae" providerId="LiveId" clId="{B6154CA8-8C72-45D2-BE76-D4B6167EDC87}" dt="2023-03-18T21:49:01.243" v="19"/>
        <pc:sldMkLst>
          <pc:docMk/>
          <pc:sldMk cId="3692116085" sldId="555"/>
        </pc:sldMkLst>
      </pc:sldChg>
      <pc:sldChg chg="modSp mod">
        <pc:chgData name="强 李" userId="cd6c7ec7188785ae" providerId="LiveId" clId="{B6154CA8-8C72-45D2-BE76-D4B6167EDC87}" dt="2023-03-18T21:52:46.950" v="70" actId="20577"/>
        <pc:sldMkLst>
          <pc:docMk/>
          <pc:sldMk cId="996529028" sldId="556"/>
        </pc:sldMkLst>
      </pc:sldChg>
    </pc:docChg>
  </pc:docChgLst>
  <pc:docChgLst>
    <pc:chgData name="李 强" userId="cd6c7ec7188785ae" providerId="Windows Live" clId="Web-{E46B53FF-9A88-47C2-AE39-26A84E1195D8}"/>
    <pc:docChg chg="modSld sldOrd">
      <pc:chgData name="李 强" userId="cd6c7ec7188785ae" providerId="Windows Live" clId="Web-{E46B53FF-9A88-47C2-AE39-26A84E1195D8}" dt="2023-03-11T20:57:51.575" v="3"/>
      <pc:docMkLst>
        <pc:docMk/>
      </pc:docMkLst>
      <pc:sldChg chg="modSp">
        <pc:chgData name="李 强" userId="cd6c7ec7188785ae" providerId="Windows Live" clId="Web-{E46B53FF-9A88-47C2-AE39-26A84E1195D8}" dt="2023-03-11T20:57:46.997" v="2" actId="20577"/>
        <pc:sldMkLst>
          <pc:docMk/>
          <pc:sldMk cId="0" sldId="425"/>
        </pc:sldMkLst>
      </pc:sldChg>
      <pc:sldChg chg="ord">
        <pc:chgData name="李 强" userId="cd6c7ec7188785ae" providerId="Windows Live" clId="Web-{E46B53FF-9A88-47C2-AE39-26A84E1195D8}" dt="2023-03-11T20:57:51.575" v="3"/>
        <pc:sldMkLst>
          <pc:docMk/>
          <pc:sldMk cId="54695671" sldId="531"/>
        </pc:sldMkLst>
      </pc:sldChg>
      <pc:sldChg chg="ord">
        <pc:chgData name="李 强" userId="cd6c7ec7188785ae" providerId="Windows Live" clId="Web-{E46B53FF-9A88-47C2-AE39-26A84E1195D8}" dt="2023-03-11T13:28:45.064" v="0"/>
        <pc:sldMkLst>
          <pc:docMk/>
          <pc:sldMk cId="3418790839" sldId="554"/>
        </pc:sldMkLst>
      </pc:sldChg>
    </pc:docChg>
  </pc:docChgLst>
  <pc:docChgLst>
    <pc:chgData name="强 李" userId="cd6c7ec7188785ae" providerId="LiveId" clId="{DE40780E-EFA5-4970-BF3D-38E349A22C12}"/>
    <pc:docChg chg="delSld modSld">
      <pc:chgData name="强 李" userId="cd6c7ec7188785ae" providerId="LiveId" clId="{DE40780E-EFA5-4970-BF3D-38E349A22C12}" dt="2025-05-09T07:45:00.616" v="339"/>
      <pc:docMkLst>
        <pc:docMk/>
      </pc:docMkLst>
      <pc:sldChg chg="modSp mod">
        <pc:chgData name="强 李" userId="cd6c7ec7188785ae" providerId="LiveId" clId="{DE40780E-EFA5-4970-BF3D-38E349A22C12}" dt="2025-05-09T07:43:45.404" v="199" actId="20577"/>
        <pc:sldMkLst>
          <pc:docMk/>
          <pc:sldMk cId="159884778" sldId="574"/>
        </pc:sldMkLst>
      </pc:sldChg>
      <pc:sldChg chg="modSp mod">
        <pc:chgData name="强 李" userId="cd6c7ec7188785ae" providerId="LiveId" clId="{DE40780E-EFA5-4970-BF3D-38E349A22C12}" dt="2025-05-09T07:41:48.436" v="22" actId="20577"/>
        <pc:sldMkLst>
          <pc:docMk/>
          <pc:sldMk cId="3921434846" sldId="587"/>
        </pc:sldMkLst>
      </pc:sldChg>
      <pc:sldChg chg="modSp mod">
        <pc:chgData name="强 李" userId="cd6c7ec7188785ae" providerId="LiveId" clId="{DE40780E-EFA5-4970-BF3D-38E349A22C12}" dt="2025-05-09T07:45:00.616" v="339"/>
        <pc:sldMkLst>
          <pc:docMk/>
          <pc:sldMk cId="3468762565" sldId="593"/>
        </pc:sldMkLst>
      </pc:sldChg>
      <pc:sldChg chg="modSp mod">
        <pc:chgData name="强 李" userId="cd6c7ec7188785ae" providerId="LiveId" clId="{DE40780E-EFA5-4970-BF3D-38E349A22C12}" dt="2025-05-09T07:42:36.059" v="41"/>
        <pc:sldMkLst>
          <pc:docMk/>
          <pc:sldMk cId="340286292" sldId="594"/>
        </pc:sldMkLst>
      </pc:sldChg>
      <pc:sldChg chg="del">
        <pc:chgData name="强 李" userId="cd6c7ec7188785ae" providerId="LiveId" clId="{DE40780E-EFA5-4970-BF3D-38E349A22C12}" dt="2025-05-09T07:43:57.728" v="200" actId="47"/>
        <pc:sldMkLst>
          <pc:docMk/>
          <pc:sldMk cId="4003489816" sldId="599"/>
        </pc:sldMkLst>
      </pc:sldChg>
    </pc:docChg>
  </pc:docChgLst>
  <pc:docChgLst>
    <pc:chgData name="强 李" userId="cd6c7ec7188785ae" providerId="LiveId" clId="{C4BB4458-5026-43D6-8C8F-02924DFE1BAF}"/>
    <pc:docChg chg="undo custSel addSld delSld modSld">
      <pc:chgData name="强 李" userId="cd6c7ec7188785ae" providerId="LiveId" clId="{C4BB4458-5026-43D6-8C8F-02924DFE1BAF}" dt="2024-05-18T14:17:39.797" v="1781" actId="6549"/>
      <pc:docMkLst>
        <pc:docMk/>
      </pc:docMkLst>
      <pc:sldChg chg="addSp delSp modSp mod">
        <pc:chgData name="强 李" userId="cd6c7ec7188785ae" providerId="LiveId" clId="{C4BB4458-5026-43D6-8C8F-02924DFE1BAF}" dt="2024-05-18T03:11:11.939" v="64" actId="13926"/>
        <pc:sldMkLst>
          <pc:docMk/>
          <pc:sldMk cId="0" sldId="425"/>
        </pc:sldMkLst>
      </pc:sldChg>
      <pc:sldChg chg="addSp modSp mod">
        <pc:chgData name="强 李" userId="cd6c7ec7188785ae" providerId="LiveId" clId="{C4BB4458-5026-43D6-8C8F-02924DFE1BAF}" dt="2024-05-18T13:46:35.739" v="1306" actId="1037"/>
        <pc:sldMkLst>
          <pc:docMk/>
          <pc:sldMk cId="54695671" sldId="531"/>
        </pc:sldMkLst>
      </pc:sldChg>
      <pc:sldChg chg="modSp mod">
        <pc:chgData name="强 李" userId="cd6c7ec7188785ae" providerId="LiveId" clId="{C4BB4458-5026-43D6-8C8F-02924DFE1BAF}" dt="2024-05-18T05:39:51.284" v="1181"/>
        <pc:sldMkLst>
          <pc:docMk/>
          <pc:sldMk cId="1242525785" sldId="543"/>
        </pc:sldMkLst>
      </pc:sldChg>
      <pc:sldChg chg="addSp delSp modSp mod setBg">
        <pc:chgData name="强 李" userId="cd6c7ec7188785ae" providerId="LiveId" clId="{C4BB4458-5026-43D6-8C8F-02924DFE1BAF}" dt="2024-05-18T05:53:37.086" v="1249"/>
        <pc:sldMkLst>
          <pc:docMk/>
          <pc:sldMk cId="419382719" sldId="552"/>
        </pc:sldMkLst>
      </pc:sldChg>
      <pc:sldChg chg="modSp mod">
        <pc:chgData name="强 李" userId="cd6c7ec7188785ae" providerId="LiveId" clId="{C4BB4458-5026-43D6-8C8F-02924DFE1BAF}" dt="2024-05-18T13:47:20.799" v="1308" actId="6549"/>
        <pc:sldMkLst>
          <pc:docMk/>
          <pc:sldMk cId="530530540" sldId="553"/>
        </pc:sldMkLst>
      </pc:sldChg>
      <pc:sldChg chg="modSp mod">
        <pc:chgData name="强 李" userId="cd6c7ec7188785ae" providerId="LiveId" clId="{C4BB4458-5026-43D6-8C8F-02924DFE1BAF}" dt="2024-05-18T05:40:48.111" v="1200" actId="121"/>
        <pc:sldMkLst>
          <pc:docMk/>
          <pc:sldMk cId="1911491714" sldId="560"/>
        </pc:sldMkLst>
      </pc:sldChg>
      <pc:sldChg chg="modSp mod">
        <pc:chgData name="强 李" userId="cd6c7ec7188785ae" providerId="LiveId" clId="{C4BB4458-5026-43D6-8C8F-02924DFE1BAF}" dt="2024-05-18T05:11:18.361" v="688" actId="20577"/>
        <pc:sldMkLst>
          <pc:docMk/>
          <pc:sldMk cId="159884778" sldId="574"/>
        </pc:sldMkLst>
      </pc:sldChg>
      <pc:sldChg chg="addSp delSp modSp mod">
        <pc:chgData name="强 李" userId="cd6c7ec7188785ae" providerId="LiveId" clId="{C4BB4458-5026-43D6-8C8F-02924DFE1BAF}" dt="2024-05-18T14:15:43.178" v="1600"/>
        <pc:sldMkLst>
          <pc:docMk/>
          <pc:sldMk cId="3921434846" sldId="587"/>
        </pc:sldMkLst>
      </pc:sldChg>
      <pc:sldChg chg="addSp modSp mod">
        <pc:chgData name="强 李" userId="cd6c7ec7188785ae" providerId="LiveId" clId="{C4BB4458-5026-43D6-8C8F-02924DFE1BAF}" dt="2024-05-18T05:25:30.847" v="889"/>
        <pc:sldMkLst>
          <pc:docMk/>
          <pc:sldMk cId="2648053192" sldId="588"/>
        </pc:sldMkLst>
      </pc:sldChg>
      <pc:sldChg chg="addSp modSp mod modNotesTx">
        <pc:chgData name="强 李" userId="cd6c7ec7188785ae" providerId="LiveId" clId="{C4BB4458-5026-43D6-8C8F-02924DFE1BAF}" dt="2024-05-18T05:33:38.994" v="1079"/>
        <pc:sldMkLst>
          <pc:docMk/>
          <pc:sldMk cId="534191096" sldId="589"/>
        </pc:sldMkLst>
      </pc:sldChg>
      <pc:sldChg chg="modSp mod">
        <pc:chgData name="强 李" userId="cd6c7ec7188785ae" providerId="LiveId" clId="{C4BB4458-5026-43D6-8C8F-02924DFE1BAF}" dt="2024-05-18T05:34:49.979" v="1089" actId="6549"/>
        <pc:sldMkLst>
          <pc:docMk/>
          <pc:sldMk cId="4207264488" sldId="590"/>
        </pc:sldMkLst>
      </pc:sldChg>
      <pc:sldChg chg="modSp mod">
        <pc:chgData name="强 李" userId="cd6c7ec7188785ae" providerId="LiveId" clId="{C4BB4458-5026-43D6-8C8F-02924DFE1BAF}" dt="2024-05-18T05:37:46.107" v="1143"/>
        <pc:sldMkLst>
          <pc:docMk/>
          <pc:sldMk cId="3491062220" sldId="591"/>
        </pc:sldMkLst>
      </pc:sldChg>
      <pc:sldChg chg="modSp mod">
        <pc:chgData name="强 李" userId="cd6c7ec7188785ae" providerId="LiveId" clId="{C4BB4458-5026-43D6-8C8F-02924DFE1BAF}" dt="2024-05-18T05:38:25.684" v="1153"/>
        <pc:sldMkLst>
          <pc:docMk/>
          <pc:sldMk cId="4046377894" sldId="592"/>
        </pc:sldMkLst>
      </pc:sldChg>
      <pc:sldChg chg="modSp add mod">
        <pc:chgData name="强 李" userId="cd6c7ec7188785ae" providerId="LiveId" clId="{C4BB4458-5026-43D6-8C8F-02924DFE1BAF}" dt="2024-05-18T05:12:18.317" v="689" actId="6549"/>
        <pc:sldMkLst>
          <pc:docMk/>
          <pc:sldMk cId="3468762565" sldId="593"/>
        </pc:sldMkLst>
      </pc:sldChg>
      <pc:sldChg chg="modSp add mod">
        <pc:chgData name="强 李" userId="cd6c7ec7188785ae" providerId="LiveId" clId="{C4BB4458-5026-43D6-8C8F-02924DFE1BAF}" dt="2024-05-18T14:17:39.797" v="1781" actId="6549"/>
        <pc:sldMkLst>
          <pc:docMk/>
          <pc:sldMk cId="340286292" sldId="594"/>
        </pc:sldMkLst>
      </pc:sldChg>
      <pc:sldChg chg="add del">
        <pc:chgData name="强 李" userId="cd6c7ec7188785ae" providerId="LiveId" clId="{C4BB4458-5026-43D6-8C8F-02924DFE1BAF}" dt="2024-05-18T05:50:53.623" v="1203" actId="47"/>
        <pc:sldMkLst>
          <pc:docMk/>
          <pc:sldMk cId="2907531891" sldId="595"/>
        </pc:sldMkLst>
      </pc:sldChg>
      <pc:sldChg chg="addSp delSp modSp add mod setBg">
        <pc:chgData name="强 李" userId="cd6c7ec7188785ae" providerId="LiveId" clId="{C4BB4458-5026-43D6-8C8F-02924DFE1BAF}" dt="2024-05-18T05:51:56.279" v="1233" actId="1076"/>
        <pc:sldMkLst>
          <pc:docMk/>
          <pc:sldMk cId="1164883511" sldId="596"/>
        </pc:sldMkLst>
      </pc:sldChg>
    </pc:docChg>
  </pc:docChgLst>
  <pc:docChgLst>
    <pc:chgData name="强 李" userId="cd6c7ec7188785ae" providerId="LiveId" clId="{D8AF1FA3-A15C-4469-BA9D-AFFCB1926A56}"/>
    <pc:docChg chg="undo custSel addSld delSld modSld sldOrd">
      <pc:chgData name="强 李" userId="cd6c7ec7188785ae" providerId="LiveId" clId="{D8AF1FA3-A15C-4469-BA9D-AFFCB1926A56}" dt="2023-07-29T22:36:46.709" v="3114"/>
      <pc:docMkLst>
        <pc:docMk/>
      </pc:docMkLst>
      <pc:sldChg chg="addSp delSp modSp mod ord">
        <pc:chgData name="强 李" userId="cd6c7ec7188785ae" providerId="LiveId" clId="{D8AF1FA3-A15C-4469-BA9D-AFFCB1926A56}" dt="2023-07-29T01:35:39.142" v="533" actId="1037"/>
        <pc:sldMkLst>
          <pc:docMk/>
          <pc:sldMk cId="3813767857" sldId="538"/>
        </pc:sldMkLst>
      </pc:sldChg>
      <pc:sldChg chg="del">
        <pc:chgData name="强 李" userId="cd6c7ec7188785ae" providerId="LiveId" clId="{D8AF1FA3-A15C-4469-BA9D-AFFCB1926A56}" dt="2023-07-29T01:40:20.771" v="660" actId="47"/>
        <pc:sldMkLst>
          <pc:docMk/>
          <pc:sldMk cId="188333421" sldId="541"/>
        </pc:sldMkLst>
      </pc:sldChg>
      <pc:sldChg chg="del">
        <pc:chgData name="强 李" userId="cd6c7ec7188785ae" providerId="LiveId" clId="{D8AF1FA3-A15C-4469-BA9D-AFFCB1926A56}" dt="2023-07-29T01:40:20.771" v="660" actId="47"/>
        <pc:sldMkLst>
          <pc:docMk/>
          <pc:sldMk cId="3014528576" sldId="542"/>
        </pc:sldMkLst>
      </pc:sldChg>
      <pc:sldChg chg="del">
        <pc:chgData name="强 李" userId="cd6c7ec7188785ae" providerId="LiveId" clId="{D8AF1FA3-A15C-4469-BA9D-AFFCB1926A56}" dt="2023-07-29T01:40:20.771" v="660" actId="47"/>
        <pc:sldMkLst>
          <pc:docMk/>
          <pc:sldMk cId="1236072088" sldId="546"/>
        </pc:sldMkLst>
      </pc:sldChg>
      <pc:sldChg chg="del">
        <pc:chgData name="强 李" userId="cd6c7ec7188785ae" providerId="LiveId" clId="{D8AF1FA3-A15C-4469-BA9D-AFFCB1926A56}" dt="2023-07-29T01:40:20.771" v="660" actId="47"/>
        <pc:sldMkLst>
          <pc:docMk/>
          <pc:sldMk cId="2632320746" sldId="551"/>
        </pc:sldMkLst>
      </pc:sldChg>
      <pc:sldChg chg="modSp mod">
        <pc:chgData name="强 李" userId="cd6c7ec7188785ae" providerId="LiveId" clId="{D8AF1FA3-A15C-4469-BA9D-AFFCB1926A56}" dt="2023-07-29T02:50:13.827" v="2252"/>
        <pc:sldMkLst>
          <pc:docMk/>
          <pc:sldMk cId="419382719" sldId="552"/>
        </pc:sldMkLst>
      </pc:sldChg>
      <pc:sldChg chg="del">
        <pc:chgData name="强 李" userId="cd6c7ec7188785ae" providerId="LiveId" clId="{D8AF1FA3-A15C-4469-BA9D-AFFCB1926A56}" dt="2023-07-29T01:40:20.771" v="660" actId="47"/>
        <pc:sldMkLst>
          <pc:docMk/>
          <pc:sldMk cId="3692116085" sldId="555"/>
        </pc:sldMkLst>
      </pc:sldChg>
      <pc:sldChg chg="del">
        <pc:chgData name="强 李" userId="cd6c7ec7188785ae" providerId="LiveId" clId="{D8AF1FA3-A15C-4469-BA9D-AFFCB1926A56}" dt="2023-07-29T01:40:20.771" v="660" actId="47"/>
        <pc:sldMkLst>
          <pc:docMk/>
          <pc:sldMk cId="1560840645" sldId="557"/>
        </pc:sldMkLst>
      </pc:sldChg>
      <pc:sldChg chg="del">
        <pc:chgData name="强 李" userId="cd6c7ec7188785ae" providerId="LiveId" clId="{D8AF1FA3-A15C-4469-BA9D-AFFCB1926A56}" dt="2023-07-29T01:40:20.771" v="660" actId="47"/>
        <pc:sldMkLst>
          <pc:docMk/>
          <pc:sldMk cId="3879874253" sldId="558"/>
        </pc:sldMkLst>
      </pc:sldChg>
      <pc:sldChg chg="modSp mod">
        <pc:chgData name="强 李" userId="cd6c7ec7188785ae" providerId="LiveId" clId="{D8AF1FA3-A15C-4469-BA9D-AFFCB1926A56}" dt="2023-07-29T00:51:35.738" v="8" actId="6549"/>
        <pc:sldMkLst>
          <pc:docMk/>
          <pc:sldMk cId="1911491714" sldId="560"/>
        </pc:sldMkLst>
      </pc:sldChg>
      <pc:sldChg chg="del">
        <pc:chgData name="强 李" userId="cd6c7ec7188785ae" providerId="LiveId" clId="{D8AF1FA3-A15C-4469-BA9D-AFFCB1926A56}" dt="2023-07-29T01:40:20.771" v="660" actId="47"/>
        <pc:sldMkLst>
          <pc:docMk/>
          <pc:sldMk cId="158457568" sldId="561"/>
        </pc:sldMkLst>
      </pc:sldChg>
      <pc:sldChg chg="modSp add mod">
        <pc:chgData name="强 李" userId="cd6c7ec7188785ae" providerId="LiveId" clId="{D8AF1FA3-A15C-4469-BA9D-AFFCB1926A56}" dt="2023-07-29T01:16:11.494" v="430" actId="6549"/>
        <pc:sldMkLst>
          <pc:docMk/>
          <pc:sldMk cId="3703745998" sldId="562"/>
        </pc:sldMkLst>
      </pc:sldChg>
      <pc:sldChg chg="modSp add mod">
        <pc:chgData name="强 李" userId="cd6c7ec7188785ae" providerId="LiveId" clId="{D8AF1FA3-A15C-4469-BA9D-AFFCB1926A56}" dt="2023-07-29T02:12:58.949" v="1423" actId="1035"/>
        <pc:sldMkLst>
          <pc:docMk/>
          <pc:sldMk cId="377519088" sldId="563"/>
        </pc:sldMkLst>
      </pc:sldChg>
      <pc:sldChg chg="modSp add mod">
        <pc:chgData name="强 李" userId="cd6c7ec7188785ae" providerId="LiveId" clId="{D8AF1FA3-A15C-4469-BA9D-AFFCB1926A56}" dt="2023-07-29T02:22:03.412" v="1680" actId="113"/>
        <pc:sldMkLst>
          <pc:docMk/>
          <pc:sldMk cId="3801954157" sldId="564"/>
        </pc:sldMkLst>
      </pc:sldChg>
      <pc:sldChg chg="modSp add mod">
        <pc:chgData name="强 李" userId="cd6c7ec7188785ae" providerId="LiveId" clId="{D8AF1FA3-A15C-4469-BA9D-AFFCB1926A56}" dt="2023-07-29T02:37:30.538" v="1920" actId="207"/>
        <pc:sldMkLst>
          <pc:docMk/>
          <pc:sldMk cId="2258895756" sldId="565"/>
        </pc:sldMkLst>
      </pc:sldChg>
      <pc:sldChg chg="modSp add mod">
        <pc:chgData name="强 李" userId="cd6c7ec7188785ae" providerId="LiveId" clId="{D8AF1FA3-A15C-4469-BA9D-AFFCB1926A56}" dt="2023-07-29T02:36:54.234" v="1916"/>
        <pc:sldMkLst>
          <pc:docMk/>
          <pc:sldMk cId="2967047043" sldId="566"/>
        </pc:sldMkLst>
      </pc:sldChg>
      <pc:sldChg chg="modSp add mod">
        <pc:chgData name="强 李" userId="cd6c7ec7188785ae" providerId="LiveId" clId="{D8AF1FA3-A15C-4469-BA9D-AFFCB1926A56}" dt="2023-07-29T02:37:36.342" v="1921" actId="207"/>
        <pc:sldMkLst>
          <pc:docMk/>
          <pc:sldMk cId="3236022374" sldId="567"/>
        </pc:sldMkLst>
      </pc:sldChg>
      <pc:sldChg chg="addSp delSp modSp add mod setBg">
        <pc:chgData name="强 李" userId="cd6c7ec7188785ae" providerId="LiveId" clId="{D8AF1FA3-A15C-4469-BA9D-AFFCB1926A56}" dt="2023-07-29T05:07:35.510" v="3106" actId="6549"/>
        <pc:sldMkLst>
          <pc:docMk/>
          <pc:sldMk cId="281334666" sldId="568"/>
        </pc:sldMkLst>
      </pc:sldChg>
      <pc:sldChg chg="modSp add mod">
        <pc:chgData name="强 李" userId="cd6c7ec7188785ae" providerId="LiveId" clId="{D8AF1FA3-A15C-4469-BA9D-AFFCB1926A56}" dt="2023-07-29T02:44:40.569" v="2172"/>
        <pc:sldMkLst>
          <pc:docMk/>
          <pc:sldMk cId="4016849052" sldId="569"/>
        </pc:sldMkLst>
      </pc:sldChg>
      <pc:sldChg chg="modSp add mod">
        <pc:chgData name="强 李" userId="cd6c7ec7188785ae" providerId="LiveId" clId="{D8AF1FA3-A15C-4469-BA9D-AFFCB1926A56}" dt="2023-07-29T05:01:38.704" v="2925"/>
        <pc:sldMkLst>
          <pc:docMk/>
          <pc:sldMk cId="2942047470" sldId="570"/>
        </pc:sldMkLst>
      </pc:sldChg>
      <pc:sldChg chg="add del">
        <pc:chgData name="强 李" userId="cd6c7ec7188785ae" providerId="LiveId" clId="{D8AF1FA3-A15C-4469-BA9D-AFFCB1926A56}" dt="2023-07-29T02:47:39.464" v="2232" actId="47"/>
        <pc:sldMkLst>
          <pc:docMk/>
          <pc:sldMk cId="1503566936" sldId="571"/>
        </pc:sldMkLst>
      </pc:sldChg>
      <pc:sldChg chg="modSp add mod">
        <pc:chgData name="强 李" userId="cd6c7ec7188785ae" providerId="LiveId" clId="{D8AF1FA3-A15C-4469-BA9D-AFFCB1926A56}" dt="2023-07-29T04:52:02.797" v="2654" actId="113"/>
        <pc:sldMkLst>
          <pc:docMk/>
          <pc:sldMk cId="3443116219" sldId="572"/>
        </pc:sldMkLst>
      </pc:sldChg>
    </pc:docChg>
  </pc:docChgLst>
  <pc:docChgLst>
    <pc:chgData name="强 李" userId="cd6c7ec7188785ae" providerId="LiveId" clId="{B66338D9-4727-4FA1-A32F-D75940F3AAAB}"/>
    <pc:docChg chg="modSld">
      <pc:chgData name="强 李" userId="cd6c7ec7188785ae" providerId="LiveId" clId="{B66338D9-4727-4FA1-A32F-D75940F3AAAB}" dt="2023-04-15T21:56:53.423" v="1" actId="108"/>
      <pc:docMkLst>
        <pc:docMk/>
      </pc:docMkLst>
      <pc:sldChg chg="modSp">
        <pc:chgData name="强 李" userId="cd6c7ec7188785ae" providerId="LiveId" clId="{B66338D9-4727-4FA1-A32F-D75940F3AAAB}" dt="2023-04-15T21:56:53.423" v="1" actId="108"/>
        <pc:sldMkLst>
          <pc:docMk/>
          <pc:sldMk cId="0" sldId="425"/>
        </pc:sldMkLst>
      </pc:sldChg>
    </pc:docChg>
  </pc:docChgLst>
  <pc:docChgLst>
    <pc:chgData name="强 李" userId="cd6c7ec7188785ae" providerId="LiveId" clId="{1F788608-16AE-484E-BA0E-693D8C33E910}"/>
    <pc:docChg chg="undo custSel addSld delSld modSld sldOrd">
      <pc:chgData name="强 李" userId="cd6c7ec7188785ae" providerId="LiveId" clId="{1F788608-16AE-484E-BA0E-693D8C33E910}" dt="2024-08-24T03:18:54.421" v="1559" actId="1035"/>
      <pc:docMkLst>
        <pc:docMk/>
      </pc:docMkLst>
      <pc:sldChg chg="modSp mod">
        <pc:chgData name="强 李" userId="cd6c7ec7188785ae" providerId="LiveId" clId="{1F788608-16AE-484E-BA0E-693D8C33E910}" dt="2024-08-24T02:44:12.507" v="879" actId="403"/>
        <pc:sldMkLst>
          <pc:docMk/>
          <pc:sldMk cId="0" sldId="425"/>
        </pc:sldMkLst>
      </pc:sldChg>
      <pc:sldChg chg="modSp mod">
        <pc:chgData name="强 李" userId="cd6c7ec7188785ae" providerId="LiveId" clId="{1F788608-16AE-484E-BA0E-693D8C33E910}" dt="2024-08-24T00:52:30.863" v="856"/>
        <pc:sldMkLst>
          <pc:docMk/>
          <pc:sldMk cId="54695671" sldId="531"/>
        </pc:sldMkLst>
      </pc:sldChg>
      <pc:sldChg chg="addSp delSp modSp add del mod setBg">
        <pc:chgData name="强 李" userId="cd6c7ec7188785ae" providerId="LiveId" clId="{1F788608-16AE-484E-BA0E-693D8C33E910}" dt="2024-08-24T03:18:23.785" v="1553" actId="47"/>
        <pc:sldMkLst>
          <pc:docMk/>
          <pc:sldMk cId="1242525785" sldId="543"/>
        </pc:sldMkLst>
      </pc:sldChg>
      <pc:sldChg chg="modSp mod">
        <pc:chgData name="强 李" userId="cd6c7ec7188785ae" providerId="LiveId" clId="{1F788608-16AE-484E-BA0E-693D8C33E910}" dt="2024-08-23T11:33:52.931" v="318"/>
        <pc:sldMkLst>
          <pc:docMk/>
          <pc:sldMk cId="419382719" sldId="552"/>
        </pc:sldMkLst>
      </pc:sldChg>
      <pc:sldChg chg="addSp delSp modSp mod setBg">
        <pc:chgData name="强 李" userId="cd6c7ec7188785ae" providerId="LiveId" clId="{1F788608-16AE-484E-BA0E-693D8C33E910}" dt="2024-08-24T02:54:21.908" v="965" actId="14100"/>
        <pc:sldMkLst>
          <pc:docMk/>
          <pc:sldMk cId="530530540" sldId="553"/>
        </pc:sldMkLst>
      </pc:sldChg>
      <pc:sldChg chg="addSp delSp modSp mod ord">
        <pc:chgData name="强 李" userId="cd6c7ec7188785ae" providerId="LiveId" clId="{1F788608-16AE-484E-BA0E-693D8C33E910}" dt="2024-08-24T02:43:55.075" v="876"/>
        <pc:sldMkLst>
          <pc:docMk/>
          <pc:sldMk cId="3418790839" sldId="554"/>
        </pc:sldMkLst>
      </pc:sldChg>
      <pc:sldChg chg="modSp mod">
        <pc:chgData name="强 李" userId="cd6c7ec7188785ae" providerId="LiveId" clId="{1F788608-16AE-484E-BA0E-693D8C33E910}" dt="2024-08-22T09:14:03.896" v="0" actId="6549"/>
        <pc:sldMkLst>
          <pc:docMk/>
          <pc:sldMk cId="1911491714" sldId="560"/>
        </pc:sldMkLst>
      </pc:sldChg>
      <pc:sldChg chg="modSp mod">
        <pc:chgData name="强 李" userId="cd6c7ec7188785ae" providerId="LiveId" clId="{1F788608-16AE-484E-BA0E-693D8C33E910}" dt="2024-08-24T02:59:04.488" v="1103" actId="6549"/>
        <pc:sldMkLst>
          <pc:docMk/>
          <pc:sldMk cId="159884778" sldId="574"/>
        </pc:sldMkLst>
      </pc:sldChg>
      <pc:sldChg chg="delSp modSp mod">
        <pc:chgData name="强 李" userId="cd6c7ec7188785ae" providerId="LiveId" clId="{1F788608-16AE-484E-BA0E-693D8C33E910}" dt="2024-08-24T03:01:59.493" v="1191" actId="1036"/>
        <pc:sldMkLst>
          <pc:docMk/>
          <pc:sldMk cId="3921434846" sldId="587"/>
        </pc:sldMkLst>
      </pc:sldChg>
      <pc:sldChg chg="delSp modSp mod">
        <pc:chgData name="强 李" userId="cd6c7ec7188785ae" providerId="LiveId" clId="{1F788608-16AE-484E-BA0E-693D8C33E910}" dt="2024-08-23T11:44:40.504" v="696" actId="20577"/>
        <pc:sldMkLst>
          <pc:docMk/>
          <pc:sldMk cId="534191096" sldId="589"/>
        </pc:sldMkLst>
      </pc:sldChg>
      <pc:sldChg chg="modSp mod">
        <pc:chgData name="强 李" userId="cd6c7ec7188785ae" providerId="LiveId" clId="{1F788608-16AE-484E-BA0E-693D8C33E910}" dt="2024-08-24T03:05:09.231" v="1246" actId="20577"/>
        <pc:sldMkLst>
          <pc:docMk/>
          <pc:sldMk cId="4207264488" sldId="590"/>
        </pc:sldMkLst>
      </pc:sldChg>
      <pc:sldChg chg="modSp mod">
        <pc:chgData name="强 李" userId="cd6c7ec7188785ae" providerId="LiveId" clId="{1F788608-16AE-484E-BA0E-693D8C33E910}" dt="2024-08-24T03:06:46.135" v="1249" actId="113"/>
        <pc:sldMkLst>
          <pc:docMk/>
          <pc:sldMk cId="3491062220" sldId="591"/>
        </pc:sldMkLst>
      </pc:sldChg>
      <pc:sldChg chg="modSp mod">
        <pc:chgData name="强 李" userId="cd6c7ec7188785ae" providerId="LiveId" clId="{1F788608-16AE-484E-BA0E-693D8C33E910}" dt="2024-08-23T11:38:40.102" v="386" actId="20577"/>
        <pc:sldMkLst>
          <pc:docMk/>
          <pc:sldMk cId="4046377894" sldId="592"/>
        </pc:sldMkLst>
      </pc:sldChg>
      <pc:sldChg chg="del">
        <pc:chgData name="强 李" userId="cd6c7ec7188785ae" providerId="LiveId" clId="{1F788608-16AE-484E-BA0E-693D8C33E910}" dt="2024-08-24T03:07:12.869" v="1250" actId="47"/>
        <pc:sldMkLst>
          <pc:docMk/>
          <pc:sldMk cId="1164883511" sldId="596"/>
        </pc:sldMkLst>
      </pc:sldChg>
      <pc:sldChg chg="addSp delSp modSp add del mod ord setBg modClrScheme chgLayout">
        <pc:chgData name="强 李" userId="cd6c7ec7188785ae" providerId="LiveId" clId="{1F788608-16AE-484E-BA0E-693D8C33E910}" dt="2024-08-23T11:32:05.568" v="313" actId="47"/>
        <pc:sldMkLst>
          <pc:docMk/>
          <pc:sldMk cId="245500765" sldId="597"/>
        </pc:sldMkLst>
      </pc:sldChg>
      <pc:sldChg chg="modSp add mod">
        <pc:chgData name="强 李" userId="cd6c7ec7188785ae" providerId="LiveId" clId="{1F788608-16AE-484E-BA0E-693D8C33E910}" dt="2024-08-24T02:46:11.460" v="884" actId="108"/>
        <pc:sldMkLst>
          <pc:docMk/>
          <pc:sldMk cId="3965997736" sldId="598"/>
        </pc:sldMkLst>
      </pc:sldChg>
      <pc:sldChg chg="addSp delSp modSp add mod">
        <pc:chgData name="强 李" userId="cd6c7ec7188785ae" providerId="LiveId" clId="{1F788608-16AE-484E-BA0E-693D8C33E910}" dt="2024-08-24T03:03:27.979" v="1244"/>
        <pc:sldMkLst>
          <pc:docMk/>
          <pc:sldMk cId="4003489816" sldId="599"/>
        </pc:sldMkLst>
      </pc:sldChg>
      <pc:sldChg chg="addSp delSp modSp add del mod setBg">
        <pc:chgData name="强 李" userId="cd6c7ec7188785ae" providerId="LiveId" clId="{1F788608-16AE-484E-BA0E-693D8C33E910}" dt="2024-08-24T03:18:23.785" v="1553" actId="47"/>
        <pc:sldMkLst>
          <pc:docMk/>
          <pc:sldMk cId="1048211412" sldId="600"/>
        </pc:sldMkLst>
      </pc:sldChg>
      <pc:sldChg chg="modSp add mod">
        <pc:chgData name="强 李" userId="cd6c7ec7188785ae" providerId="LiveId" clId="{1F788608-16AE-484E-BA0E-693D8C33E910}" dt="2024-08-24T03:18:54.421" v="1559" actId="1035"/>
        <pc:sldMkLst>
          <pc:docMk/>
          <pc:sldMk cId="125507599" sldId="601"/>
        </pc:sldMkLst>
      </pc:sldChg>
    </pc:docChg>
  </pc:docChgLst>
  <pc:docChgLst>
    <pc:chgData name="强 李" userId="cd6c7ec7188785ae" providerId="LiveId" clId="{1FDC375D-313A-463B-9367-FB4EBD5D56AE}"/>
    <pc:docChg chg="undo custSel addSld delSld modSld sldOrd">
      <pc:chgData name="强 李" userId="cd6c7ec7188785ae" providerId="LiveId" clId="{1FDC375D-313A-463B-9367-FB4EBD5D56AE}" dt="2023-08-26T22:43:00.917" v="2972"/>
      <pc:docMkLst>
        <pc:docMk/>
      </pc:docMkLst>
      <pc:sldChg chg="modSp mod">
        <pc:chgData name="强 李" userId="cd6c7ec7188785ae" providerId="LiveId" clId="{1FDC375D-313A-463B-9367-FB4EBD5D56AE}" dt="2023-08-26T20:05:23.464" v="33" actId="404"/>
        <pc:sldMkLst>
          <pc:docMk/>
          <pc:sldMk cId="0" sldId="425"/>
        </pc:sldMkLst>
      </pc:sldChg>
      <pc:sldChg chg="del">
        <pc:chgData name="强 李" userId="cd6c7ec7188785ae" providerId="LiveId" clId="{1FDC375D-313A-463B-9367-FB4EBD5D56AE}" dt="2023-08-26T20:44:35.865" v="458" actId="47"/>
        <pc:sldMkLst>
          <pc:docMk/>
          <pc:sldMk cId="3813767857" sldId="538"/>
        </pc:sldMkLst>
      </pc:sldChg>
      <pc:sldChg chg="modSp mod">
        <pc:chgData name="强 李" userId="cd6c7ec7188785ae" providerId="LiveId" clId="{1FDC375D-313A-463B-9367-FB4EBD5D56AE}" dt="2023-08-26T22:43:00.917" v="2972"/>
        <pc:sldMkLst>
          <pc:docMk/>
          <pc:sldMk cId="1242525785" sldId="543"/>
        </pc:sldMkLst>
      </pc:sldChg>
      <pc:sldChg chg="modSp mod">
        <pc:chgData name="强 李" userId="cd6c7ec7188785ae" providerId="LiveId" clId="{1FDC375D-313A-463B-9367-FB4EBD5D56AE}" dt="2023-08-26T22:42:45.026" v="2964" actId="20577"/>
        <pc:sldMkLst>
          <pc:docMk/>
          <pc:sldMk cId="419382719" sldId="552"/>
        </pc:sldMkLst>
      </pc:sldChg>
      <pc:sldChg chg="modSp mod ord">
        <pc:chgData name="强 李" userId="cd6c7ec7188785ae" providerId="LiveId" clId="{1FDC375D-313A-463B-9367-FB4EBD5D56AE}" dt="2023-08-26T21:23:16.716" v="933" actId="404"/>
        <pc:sldMkLst>
          <pc:docMk/>
          <pc:sldMk cId="530530540" sldId="553"/>
        </pc:sldMkLst>
      </pc:sldChg>
      <pc:sldChg chg="modSp mod">
        <pc:chgData name="强 李" userId="cd6c7ec7188785ae" providerId="LiveId" clId="{1FDC375D-313A-463B-9367-FB4EBD5D56AE}" dt="2023-08-26T20:03:39.245" v="14" actId="20577"/>
        <pc:sldMkLst>
          <pc:docMk/>
          <pc:sldMk cId="1911491714" sldId="560"/>
        </pc:sldMkLst>
      </pc:sldChg>
      <pc:sldChg chg="del">
        <pc:chgData name="强 李" userId="cd6c7ec7188785ae" providerId="LiveId" clId="{1FDC375D-313A-463B-9367-FB4EBD5D56AE}" dt="2023-08-26T20:44:35.098" v="457" actId="47"/>
        <pc:sldMkLst>
          <pc:docMk/>
          <pc:sldMk cId="3703745998" sldId="562"/>
        </pc:sldMkLst>
      </pc:sldChg>
      <pc:sldChg chg="modSp mod">
        <pc:chgData name="强 李" userId="cd6c7ec7188785ae" providerId="LiveId" clId="{1FDC375D-313A-463B-9367-FB4EBD5D56AE}" dt="2023-08-26T21:40:00.831" v="1377" actId="113"/>
        <pc:sldMkLst>
          <pc:docMk/>
          <pc:sldMk cId="377519088" sldId="563"/>
        </pc:sldMkLst>
      </pc:sldChg>
      <pc:sldChg chg="del">
        <pc:chgData name="强 李" userId="cd6c7ec7188785ae" providerId="LiveId" clId="{1FDC375D-313A-463B-9367-FB4EBD5D56AE}" dt="2023-08-26T21:40:17.791" v="1378" actId="47"/>
        <pc:sldMkLst>
          <pc:docMk/>
          <pc:sldMk cId="3801954157" sldId="564"/>
        </pc:sldMkLst>
      </pc:sldChg>
      <pc:sldChg chg="del">
        <pc:chgData name="强 李" userId="cd6c7ec7188785ae" providerId="LiveId" clId="{1FDC375D-313A-463B-9367-FB4EBD5D56AE}" dt="2023-08-26T21:40:17.791" v="1378" actId="47"/>
        <pc:sldMkLst>
          <pc:docMk/>
          <pc:sldMk cId="2258895756" sldId="565"/>
        </pc:sldMkLst>
      </pc:sldChg>
      <pc:sldChg chg="del">
        <pc:chgData name="强 李" userId="cd6c7ec7188785ae" providerId="LiveId" clId="{1FDC375D-313A-463B-9367-FB4EBD5D56AE}" dt="2023-08-26T21:40:17.791" v="1378" actId="47"/>
        <pc:sldMkLst>
          <pc:docMk/>
          <pc:sldMk cId="2967047043" sldId="566"/>
        </pc:sldMkLst>
      </pc:sldChg>
      <pc:sldChg chg="del">
        <pc:chgData name="强 李" userId="cd6c7ec7188785ae" providerId="LiveId" clId="{1FDC375D-313A-463B-9367-FB4EBD5D56AE}" dt="2023-08-26T21:40:17.791" v="1378" actId="47"/>
        <pc:sldMkLst>
          <pc:docMk/>
          <pc:sldMk cId="3236022374" sldId="567"/>
        </pc:sldMkLst>
      </pc:sldChg>
      <pc:sldChg chg="del">
        <pc:chgData name="强 李" userId="cd6c7ec7188785ae" providerId="LiveId" clId="{1FDC375D-313A-463B-9367-FB4EBD5D56AE}" dt="2023-08-26T21:40:17.791" v="1378" actId="47"/>
        <pc:sldMkLst>
          <pc:docMk/>
          <pc:sldMk cId="281334666" sldId="568"/>
        </pc:sldMkLst>
      </pc:sldChg>
      <pc:sldChg chg="del">
        <pc:chgData name="强 李" userId="cd6c7ec7188785ae" providerId="LiveId" clId="{1FDC375D-313A-463B-9367-FB4EBD5D56AE}" dt="2023-08-26T21:40:17.791" v="1378" actId="47"/>
        <pc:sldMkLst>
          <pc:docMk/>
          <pc:sldMk cId="4016849052" sldId="569"/>
        </pc:sldMkLst>
      </pc:sldChg>
      <pc:sldChg chg="del">
        <pc:chgData name="强 李" userId="cd6c7ec7188785ae" providerId="LiveId" clId="{1FDC375D-313A-463B-9367-FB4EBD5D56AE}" dt="2023-08-26T21:40:17.791" v="1378" actId="47"/>
        <pc:sldMkLst>
          <pc:docMk/>
          <pc:sldMk cId="2942047470" sldId="570"/>
        </pc:sldMkLst>
      </pc:sldChg>
      <pc:sldChg chg="del">
        <pc:chgData name="强 李" userId="cd6c7ec7188785ae" providerId="LiveId" clId="{1FDC375D-313A-463B-9367-FB4EBD5D56AE}" dt="2023-08-26T21:40:17.791" v="1378" actId="47"/>
        <pc:sldMkLst>
          <pc:docMk/>
          <pc:sldMk cId="3443116219" sldId="572"/>
        </pc:sldMkLst>
      </pc:sldChg>
      <pc:sldChg chg="addSp modSp add mod ord">
        <pc:chgData name="强 李" userId="cd6c7ec7188785ae" providerId="LiveId" clId="{1FDC375D-313A-463B-9367-FB4EBD5D56AE}" dt="2023-08-26T21:16:51.231" v="833" actId="1036"/>
        <pc:sldMkLst>
          <pc:docMk/>
          <pc:sldMk cId="2582865884" sldId="573"/>
        </pc:sldMkLst>
      </pc:sldChg>
      <pc:sldChg chg="modSp add mod">
        <pc:chgData name="强 李" userId="cd6c7ec7188785ae" providerId="LiveId" clId="{1FDC375D-313A-463B-9367-FB4EBD5D56AE}" dt="2023-08-26T21:27:55.857" v="1139" actId="404"/>
        <pc:sldMkLst>
          <pc:docMk/>
          <pc:sldMk cId="159884778" sldId="574"/>
        </pc:sldMkLst>
      </pc:sldChg>
      <pc:sldChg chg="delSp modSp add del mod">
        <pc:chgData name="强 李" userId="cd6c7ec7188785ae" providerId="LiveId" clId="{1FDC375D-313A-463B-9367-FB4EBD5D56AE}" dt="2023-08-26T20:31:24.293" v="280" actId="47"/>
        <pc:sldMkLst>
          <pc:docMk/>
          <pc:sldMk cId="2541167030" sldId="574"/>
        </pc:sldMkLst>
      </pc:sldChg>
      <pc:sldChg chg="modSp add mod">
        <pc:chgData name="强 李" userId="cd6c7ec7188785ae" providerId="LiveId" clId="{1FDC375D-313A-463B-9367-FB4EBD5D56AE}" dt="2023-08-26T21:35:12.948" v="1253"/>
        <pc:sldMkLst>
          <pc:docMk/>
          <pc:sldMk cId="3225081264" sldId="575"/>
        </pc:sldMkLst>
      </pc:sldChg>
      <pc:sldChg chg="modSp add del mod">
        <pc:chgData name="强 李" userId="cd6c7ec7188785ae" providerId="LiveId" clId="{1FDC375D-313A-463B-9367-FB4EBD5D56AE}" dt="2023-08-26T21:51:19.739" v="1478" actId="47"/>
        <pc:sldMkLst>
          <pc:docMk/>
          <pc:sldMk cId="1033393571" sldId="576"/>
        </pc:sldMkLst>
      </pc:sldChg>
      <pc:sldChg chg="modSp add mod ord">
        <pc:chgData name="强 李" userId="cd6c7ec7188785ae" providerId="LiveId" clId="{1FDC375D-313A-463B-9367-FB4EBD5D56AE}" dt="2023-08-26T21:51:01.809" v="1476"/>
        <pc:sldMkLst>
          <pc:docMk/>
          <pc:sldMk cId="285165969" sldId="577"/>
        </pc:sldMkLst>
      </pc:sldChg>
      <pc:sldChg chg="modSp add mod">
        <pc:chgData name="强 李" userId="cd6c7ec7188785ae" providerId="LiveId" clId="{1FDC375D-313A-463B-9367-FB4EBD5D56AE}" dt="2023-08-26T21:57:22.415" v="1560" actId="20577"/>
        <pc:sldMkLst>
          <pc:docMk/>
          <pc:sldMk cId="3107274554" sldId="578"/>
        </pc:sldMkLst>
      </pc:sldChg>
      <pc:sldChg chg="modSp add mod">
        <pc:chgData name="强 李" userId="cd6c7ec7188785ae" providerId="LiveId" clId="{1FDC375D-313A-463B-9367-FB4EBD5D56AE}" dt="2023-08-26T22:12:12.851" v="1875" actId="113"/>
        <pc:sldMkLst>
          <pc:docMk/>
          <pc:sldMk cId="3941516956" sldId="579"/>
        </pc:sldMkLst>
      </pc:sldChg>
      <pc:sldChg chg="modSp add mod">
        <pc:chgData name="强 李" userId="cd6c7ec7188785ae" providerId="LiveId" clId="{1FDC375D-313A-463B-9367-FB4EBD5D56AE}" dt="2023-08-26T22:13:19.658" v="1916" actId="20577"/>
        <pc:sldMkLst>
          <pc:docMk/>
          <pc:sldMk cId="401985542" sldId="580"/>
        </pc:sldMkLst>
      </pc:sldChg>
      <pc:sldChg chg="modSp add mod">
        <pc:chgData name="强 李" userId="cd6c7ec7188785ae" providerId="LiveId" clId="{1FDC375D-313A-463B-9367-FB4EBD5D56AE}" dt="2023-08-26T22:18:05.501" v="2054" actId="6549"/>
        <pc:sldMkLst>
          <pc:docMk/>
          <pc:sldMk cId="3652969572" sldId="581"/>
        </pc:sldMkLst>
      </pc:sldChg>
      <pc:sldChg chg="modSp add mod ord">
        <pc:chgData name="强 李" userId="cd6c7ec7188785ae" providerId="LiveId" clId="{1FDC375D-313A-463B-9367-FB4EBD5D56AE}" dt="2023-08-26T22:27:52.004" v="2398"/>
        <pc:sldMkLst>
          <pc:docMk/>
          <pc:sldMk cId="1488126517" sldId="582"/>
        </pc:sldMkLst>
      </pc:sldChg>
      <pc:sldChg chg="modSp add mod">
        <pc:chgData name="强 李" userId="cd6c7ec7188785ae" providerId="LiveId" clId="{1FDC375D-313A-463B-9367-FB4EBD5D56AE}" dt="2023-08-26T22:21:51.930" v="2212"/>
        <pc:sldMkLst>
          <pc:docMk/>
          <pc:sldMk cId="599750978" sldId="583"/>
        </pc:sldMkLst>
      </pc:sldChg>
      <pc:sldChg chg="modSp add mod">
        <pc:chgData name="强 李" userId="cd6c7ec7188785ae" providerId="LiveId" clId="{1FDC375D-313A-463B-9367-FB4EBD5D56AE}" dt="2023-08-26T22:31:47.387" v="2612"/>
        <pc:sldMkLst>
          <pc:docMk/>
          <pc:sldMk cId="3883622925" sldId="584"/>
        </pc:sldMkLst>
      </pc:sldChg>
      <pc:sldChg chg="modSp add mod">
        <pc:chgData name="强 李" userId="cd6c7ec7188785ae" providerId="LiveId" clId="{1FDC375D-313A-463B-9367-FB4EBD5D56AE}" dt="2023-08-26T22:39:24.450" v="2799" actId="6549"/>
        <pc:sldMkLst>
          <pc:docMk/>
          <pc:sldMk cId="2093064981" sldId="585"/>
        </pc:sldMkLst>
      </pc:sldChg>
      <pc:sldChg chg="modSp add mod">
        <pc:chgData name="强 李" userId="cd6c7ec7188785ae" providerId="LiveId" clId="{1FDC375D-313A-463B-9367-FB4EBD5D56AE}" dt="2023-08-26T22:39:38.356" v="2801" actId="20577"/>
        <pc:sldMkLst>
          <pc:docMk/>
          <pc:sldMk cId="4127907290" sldId="586"/>
        </pc:sldMkLst>
      </pc:sldChg>
    </pc:docChg>
  </pc:docChgLst>
  <pc:docChgLst>
    <pc:chgData name="强 李" userId="cd6c7ec7188785ae" providerId="LiveId" clId="{CF935CA5-AC7E-4C06-84E8-D35EFB632B81}"/>
    <pc:docChg chg="undo custSel modSld">
      <pc:chgData name="强 李" userId="cd6c7ec7188785ae" providerId="LiveId" clId="{CF935CA5-AC7E-4C06-84E8-D35EFB632B81}" dt="2023-05-06T22:21:47.530" v="57" actId="20577"/>
      <pc:docMkLst>
        <pc:docMk/>
      </pc:docMkLst>
      <pc:sldChg chg="modSp mod">
        <pc:chgData name="强 李" userId="cd6c7ec7188785ae" providerId="LiveId" clId="{CF935CA5-AC7E-4C06-84E8-D35EFB632B81}" dt="2023-05-06T21:56:37.088" v="32"/>
        <pc:sldMkLst>
          <pc:docMk/>
          <pc:sldMk cId="188333421" sldId="541"/>
        </pc:sldMkLst>
      </pc:sldChg>
      <pc:sldChg chg="modSp mod">
        <pc:chgData name="强 李" userId="cd6c7ec7188785ae" providerId="LiveId" clId="{CF935CA5-AC7E-4C06-84E8-D35EFB632B81}" dt="2023-05-06T22:21:47.530" v="57" actId="20577"/>
        <pc:sldMkLst>
          <pc:docMk/>
          <pc:sldMk cId="1236072088" sldId="546"/>
        </pc:sldMkLst>
      </pc:sldChg>
      <pc:sldChg chg="modSp mod">
        <pc:chgData name="强 李" userId="cd6c7ec7188785ae" providerId="LiveId" clId="{CF935CA5-AC7E-4C06-84E8-D35EFB632B81}" dt="2023-05-06T20:50:44.492" v="22" actId="113"/>
        <pc:sldMkLst>
          <pc:docMk/>
          <pc:sldMk cId="530530540" sldId="553"/>
        </pc:sldMkLst>
      </pc:sldChg>
      <pc:sldChg chg="modSp">
        <pc:chgData name="强 李" userId="cd6c7ec7188785ae" providerId="LiveId" clId="{CF935CA5-AC7E-4C06-84E8-D35EFB632B81}" dt="2023-05-06T20:46:53.362" v="1"/>
        <pc:sldMkLst>
          <pc:docMk/>
          <pc:sldMk cId="3418790839" sldId="554"/>
        </pc:sldMkLst>
      </pc:sldChg>
      <pc:sldChg chg="modSp mod">
        <pc:chgData name="强 李" userId="cd6c7ec7188785ae" providerId="LiveId" clId="{CF935CA5-AC7E-4C06-84E8-D35EFB632B81}" dt="2023-05-06T21:07:00.005" v="26" actId="108"/>
        <pc:sldMkLst>
          <pc:docMk/>
          <pc:sldMk cId="3692116085" sldId="555"/>
        </pc:sldMkLst>
      </pc:sldChg>
      <pc:sldChg chg="modSp mod">
        <pc:chgData name="强 李" userId="cd6c7ec7188785ae" providerId="LiveId" clId="{CF935CA5-AC7E-4C06-84E8-D35EFB632B81}" dt="2023-05-06T21:06:51.223" v="25" actId="108"/>
        <pc:sldMkLst>
          <pc:docMk/>
          <pc:sldMk cId="158457568" sldId="561"/>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8FDC3B-6E93-441B-AE75-0AB5019C446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4562A41-EFF0-4AC1-89E7-BE8FF560234B}">
      <dgm:prSet custT="1"/>
      <dgm:spPr/>
      <dgm:t>
        <a:bodyPr/>
        <a:lstStyle/>
        <a:p>
          <a:r>
            <a:rPr lang="zh-CN" sz="2800" dirty="0"/>
            <a:t>当下的职场中，不公平待遇时常发生</a:t>
          </a:r>
          <a:r>
            <a:rPr lang="zh-CN" altLang="en-US" sz="2800" dirty="0"/>
            <a:t>，</a:t>
          </a:r>
          <a:r>
            <a:rPr lang="zh-CN" sz="2800" dirty="0"/>
            <a:t>作为基督徒，</a:t>
          </a:r>
          <a:r>
            <a:rPr lang="zh-CN" altLang="en-US" sz="2800" dirty="0"/>
            <a:t>我们如何面对</a:t>
          </a:r>
          <a:r>
            <a:rPr lang="zh-CN" altLang="en-US" sz="2800" dirty="0">
              <a:latin typeface="方正屏显雅宋_GBK" panose="02010600010101010101" pitchFamily="2" charset="-122"/>
              <a:ea typeface="方正屏显雅宋_GBK" panose="02010600010101010101" pitchFamily="2" charset="-122"/>
            </a:rPr>
            <a:t>？</a:t>
          </a:r>
          <a:endParaRPr lang="en-US" sz="2800" dirty="0">
            <a:latin typeface="方正屏显雅宋_GBK" panose="02010600010101010101" pitchFamily="2" charset="-122"/>
            <a:ea typeface="方正屏显雅宋_GBK" panose="02010600010101010101" pitchFamily="2" charset="-122"/>
          </a:endParaRPr>
        </a:p>
      </dgm:t>
    </dgm:pt>
    <dgm:pt modelId="{66810DFE-177A-4756-AE20-58AE984CEFE7}" type="parTrans" cxnId="{CFBD0E7D-43C2-4C2D-8998-F5E96A64DECC}">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67CE562A-D820-4453-AAFE-210D66D2CD39}" type="sibTrans" cxnId="{CFBD0E7D-43C2-4C2D-8998-F5E96A64DECC}">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9560837B-6C5D-4140-8FB8-A3D015EE0CE3}">
      <dgm:prSet custT="1"/>
      <dgm:spPr/>
      <dgm:t>
        <a:bodyPr/>
        <a:lstStyle/>
        <a:p>
          <a:r>
            <a:rPr lang="zh-CN" altLang="en-US" sz="2800" dirty="0"/>
            <a:t>彼得时代</a:t>
          </a:r>
          <a:r>
            <a:rPr lang="zh-CN" sz="2800" dirty="0"/>
            <a:t>罗马帝国约有三分之一人口是奴隶</a:t>
          </a:r>
          <a:r>
            <a:rPr lang="zh-CN" altLang="en-US" sz="2800" dirty="0"/>
            <a:t>，</a:t>
          </a:r>
          <a:r>
            <a:rPr lang="zh-CN" sz="2800" dirty="0"/>
            <a:t>如何看待自己在社会中的身份与责任</a:t>
          </a:r>
          <a:r>
            <a:rPr lang="zh-CN" sz="2800" dirty="0">
              <a:latin typeface="方正屏显雅宋_GBK" panose="02010600010101010101" pitchFamily="2" charset="-122"/>
              <a:ea typeface="方正屏显雅宋_GBK" panose="02010600010101010101" pitchFamily="2" charset="-122"/>
            </a:rPr>
            <a:t>？</a:t>
          </a:r>
          <a:endParaRPr lang="en-US" sz="2800" dirty="0">
            <a:latin typeface="方正屏显雅宋_GBK" panose="02010600010101010101" pitchFamily="2" charset="-122"/>
            <a:ea typeface="方正屏显雅宋_GBK" panose="02010600010101010101" pitchFamily="2" charset="-122"/>
          </a:endParaRPr>
        </a:p>
      </dgm:t>
    </dgm:pt>
    <dgm:pt modelId="{23396744-A72A-4748-8321-A140457BB116}" type="parTrans" cxnId="{C8532AE3-B1F0-41AF-B6A7-4F510230B6AB}">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0F9BA7B3-9CBC-4650-BA6D-125C111485DF}" type="sibTrans" cxnId="{C8532AE3-B1F0-41AF-B6A7-4F510230B6AB}">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51FB5E3B-C39E-4BBD-A265-2C104DFE0B10}" type="pres">
      <dgm:prSet presAssocID="{6C8FDC3B-6E93-441B-AE75-0AB5019C4468}" presName="root" presStyleCnt="0">
        <dgm:presLayoutVars>
          <dgm:dir/>
          <dgm:resizeHandles val="exact"/>
        </dgm:presLayoutVars>
      </dgm:prSet>
      <dgm:spPr/>
    </dgm:pt>
    <dgm:pt modelId="{1880E83A-9BD8-420E-B078-45BC06C3AEA2}" type="pres">
      <dgm:prSet presAssocID="{B4562A41-EFF0-4AC1-89E7-BE8FF560234B}" presName="compNode" presStyleCnt="0"/>
      <dgm:spPr/>
    </dgm:pt>
    <dgm:pt modelId="{34E1AEC9-CBF3-44C5-B2CE-901E44470EE1}" type="pres">
      <dgm:prSet presAssocID="{B4562A41-EFF0-4AC1-89E7-BE8FF560234B}" presName="bgRect" presStyleLbl="bgShp" presStyleIdx="0" presStyleCnt="2" custScaleX="100000"/>
      <dgm:spPr/>
    </dgm:pt>
    <dgm:pt modelId="{1C53FEA1-DA41-431B-B646-5BCD6C1FEA1B}" type="pres">
      <dgm:prSet presAssocID="{B4562A41-EFF0-4AC1-89E7-BE8FF560234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ayer Candle"/>
        </a:ext>
      </dgm:extLst>
    </dgm:pt>
    <dgm:pt modelId="{1A6690A5-513A-4F9F-8A62-45D9624591FB}" type="pres">
      <dgm:prSet presAssocID="{B4562A41-EFF0-4AC1-89E7-BE8FF560234B}" presName="spaceRect" presStyleCnt="0"/>
      <dgm:spPr/>
    </dgm:pt>
    <dgm:pt modelId="{18A96B3A-EB32-454E-B01A-02C2A2A6D1F8}" type="pres">
      <dgm:prSet presAssocID="{B4562A41-EFF0-4AC1-89E7-BE8FF560234B}" presName="parTx" presStyleLbl="revTx" presStyleIdx="0" presStyleCnt="2">
        <dgm:presLayoutVars>
          <dgm:chMax val="0"/>
          <dgm:chPref val="0"/>
        </dgm:presLayoutVars>
      </dgm:prSet>
      <dgm:spPr/>
    </dgm:pt>
    <dgm:pt modelId="{95D23694-0CA9-4984-96AB-F0BBE7EA174D}" type="pres">
      <dgm:prSet presAssocID="{67CE562A-D820-4453-AAFE-210D66D2CD39}" presName="sibTrans" presStyleCnt="0"/>
      <dgm:spPr/>
    </dgm:pt>
    <dgm:pt modelId="{FE28A877-1997-43E9-BE50-32CA8445AE8B}" type="pres">
      <dgm:prSet presAssocID="{9560837B-6C5D-4140-8FB8-A3D015EE0CE3}" presName="compNode" presStyleCnt="0"/>
      <dgm:spPr/>
    </dgm:pt>
    <dgm:pt modelId="{E64D890F-767D-4E95-A66B-4DC9AE9169B2}" type="pres">
      <dgm:prSet presAssocID="{9560837B-6C5D-4140-8FB8-A3D015EE0CE3}" presName="bgRect" presStyleLbl="bgShp" presStyleIdx="1" presStyleCnt="2"/>
      <dgm:spPr/>
    </dgm:pt>
    <dgm:pt modelId="{0069E9D1-00C8-4A7D-A7E5-FF47AC853351}" type="pres">
      <dgm:prSet presAssocID="{9560837B-6C5D-4140-8FB8-A3D015EE0CE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rcles with Arrows"/>
        </a:ext>
      </dgm:extLst>
    </dgm:pt>
    <dgm:pt modelId="{89A76834-4A4E-4278-915E-2FFF6CB92353}" type="pres">
      <dgm:prSet presAssocID="{9560837B-6C5D-4140-8FB8-A3D015EE0CE3}" presName="spaceRect" presStyleCnt="0"/>
      <dgm:spPr/>
    </dgm:pt>
    <dgm:pt modelId="{DF44F7BB-85CD-467D-8D84-6D4163CCECA7}" type="pres">
      <dgm:prSet presAssocID="{9560837B-6C5D-4140-8FB8-A3D015EE0CE3}" presName="parTx" presStyleLbl="revTx" presStyleIdx="1" presStyleCnt="2">
        <dgm:presLayoutVars>
          <dgm:chMax val="0"/>
          <dgm:chPref val="0"/>
        </dgm:presLayoutVars>
      </dgm:prSet>
      <dgm:spPr/>
    </dgm:pt>
  </dgm:ptLst>
  <dgm:cxnLst>
    <dgm:cxn modelId="{320F3C1E-77E7-404F-B6B9-845D8A9A6BAC}" type="presOf" srcId="{9560837B-6C5D-4140-8FB8-A3D015EE0CE3}" destId="{DF44F7BB-85CD-467D-8D84-6D4163CCECA7}" srcOrd="0" destOrd="0" presId="urn:microsoft.com/office/officeart/2018/2/layout/IconVerticalSolidList"/>
    <dgm:cxn modelId="{77B06D2C-076A-4AED-8973-C19FC8E68400}" type="presOf" srcId="{B4562A41-EFF0-4AC1-89E7-BE8FF560234B}" destId="{18A96B3A-EB32-454E-B01A-02C2A2A6D1F8}" srcOrd="0" destOrd="0" presId="urn:microsoft.com/office/officeart/2018/2/layout/IconVerticalSolidList"/>
    <dgm:cxn modelId="{CFBD0E7D-43C2-4C2D-8998-F5E96A64DECC}" srcId="{6C8FDC3B-6E93-441B-AE75-0AB5019C4468}" destId="{B4562A41-EFF0-4AC1-89E7-BE8FF560234B}" srcOrd="0" destOrd="0" parTransId="{66810DFE-177A-4756-AE20-58AE984CEFE7}" sibTransId="{67CE562A-D820-4453-AAFE-210D66D2CD39}"/>
    <dgm:cxn modelId="{FF456F94-0F41-4EC6-B358-F5E9FFF2BF7C}" type="presOf" srcId="{6C8FDC3B-6E93-441B-AE75-0AB5019C4468}" destId="{51FB5E3B-C39E-4BBD-A265-2C104DFE0B10}" srcOrd="0" destOrd="0" presId="urn:microsoft.com/office/officeart/2018/2/layout/IconVerticalSolidList"/>
    <dgm:cxn modelId="{C8532AE3-B1F0-41AF-B6A7-4F510230B6AB}" srcId="{6C8FDC3B-6E93-441B-AE75-0AB5019C4468}" destId="{9560837B-6C5D-4140-8FB8-A3D015EE0CE3}" srcOrd="1" destOrd="0" parTransId="{23396744-A72A-4748-8321-A140457BB116}" sibTransId="{0F9BA7B3-9CBC-4650-BA6D-125C111485DF}"/>
    <dgm:cxn modelId="{11CCD309-22BA-4045-B6C1-BCFC0734FBC9}" type="presParOf" srcId="{51FB5E3B-C39E-4BBD-A265-2C104DFE0B10}" destId="{1880E83A-9BD8-420E-B078-45BC06C3AEA2}" srcOrd="0" destOrd="0" presId="urn:microsoft.com/office/officeart/2018/2/layout/IconVerticalSolidList"/>
    <dgm:cxn modelId="{CB183EBA-F5D0-4920-8ED7-ACC35564AABB}" type="presParOf" srcId="{1880E83A-9BD8-420E-B078-45BC06C3AEA2}" destId="{34E1AEC9-CBF3-44C5-B2CE-901E44470EE1}" srcOrd="0" destOrd="0" presId="urn:microsoft.com/office/officeart/2018/2/layout/IconVerticalSolidList"/>
    <dgm:cxn modelId="{B6DCFEC8-E6F9-4978-B75F-D3901E07EB18}" type="presParOf" srcId="{1880E83A-9BD8-420E-B078-45BC06C3AEA2}" destId="{1C53FEA1-DA41-431B-B646-5BCD6C1FEA1B}" srcOrd="1" destOrd="0" presId="urn:microsoft.com/office/officeart/2018/2/layout/IconVerticalSolidList"/>
    <dgm:cxn modelId="{64497695-77A5-4F8D-B9A7-11063B62B34E}" type="presParOf" srcId="{1880E83A-9BD8-420E-B078-45BC06C3AEA2}" destId="{1A6690A5-513A-4F9F-8A62-45D9624591FB}" srcOrd="2" destOrd="0" presId="urn:microsoft.com/office/officeart/2018/2/layout/IconVerticalSolidList"/>
    <dgm:cxn modelId="{151FFF8F-6393-45C2-A71F-4971B3E952AC}" type="presParOf" srcId="{1880E83A-9BD8-420E-B078-45BC06C3AEA2}" destId="{18A96B3A-EB32-454E-B01A-02C2A2A6D1F8}" srcOrd="3" destOrd="0" presId="urn:microsoft.com/office/officeart/2018/2/layout/IconVerticalSolidList"/>
    <dgm:cxn modelId="{4E5D8AFF-9C72-48EE-AC36-98DCBA99BB2B}" type="presParOf" srcId="{51FB5E3B-C39E-4BBD-A265-2C104DFE0B10}" destId="{95D23694-0CA9-4984-96AB-F0BBE7EA174D}" srcOrd="1" destOrd="0" presId="urn:microsoft.com/office/officeart/2018/2/layout/IconVerticalSolidList"/>
    <dgm:cxn modelId="{672DDEB9-7736-4A57-AA64-06D5EFE7A5A4}" type="presParOf" srcId="{51FB5E3B-C39E-4BBD-A265-2C104DFE0B10}" destId="{FE28A877-1997-43E9-BE50-32CA8445AE8B}" srcOrd="2" destOrd="0" presId="urn:microsoft.com/office/officeart/2018/2/layout/IconVerticalSolidList"/>
    <dgm:cxn modelId="{FB09B094-DE6D-4D5C-8C89-6A65315F4CB2}" type="presParOf" srcId="{FE28A877-1997-43E9-BE50-32CA8445AE8B}" destId="{E64D890F-767D-4E95-A66B-4DC9AE9169B2}" srcOrd="0" destOrd="0" presId="urn:microsoft.com/office/officeart/2018/2/layout/IconVerticalSolidList"/>
    <dgm:cxn modelId="{374DA5C0-7CB9-41D5-8FA5-C87D27D00FFF}" type="presParOf" srcId="{FE28A877-1997-43E9-BE50-32CA8445AE8B}" destId="{0069E9D1-00C8-4A7D-A7E5-FF47AC853351}" srcOrd="1" destOrd="0" presId="urn:microsoft.com/office/officeart/2018/2/layout/IconVerticalSolidList"/>
    <dgm:cxn modelId="{96AB172E-136B-485A-9671-1338419ADC18}" type="presParOf" srcId="{FE28A877-1997-43E9-BE50-32CA8445AE8B}" destId="{89A76834-4A4E-4278-915E-2FFF6CB92353}" srcOrd="2" destOrd="0" presId="urn:microsoft.com/office/officeart/2018/2/layout/IconVerticalSolidList"/>
    <dgm:cxn modelId="{5D395CB3-354C-42E8-A8B7-D2F11A264262}" type="presParOf" srcId="{FE28A877-1997-43E9-BE50-32CA8445AE8B}" destId="{DF44F7BB-85CD-467D-8D84-6D4163CCECA7}"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FEBC65-5800-49C2-ACE8-714124562FFC}"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C176FC01-0F21-475B-85EA-274FB5949CEE}">
      <dgm:prSet custT="1"/>
      <dgm:spPr/>
      <dgm:t>
        <a:bodyPr/>
        <a:lstStyle/>
        <a:p>
          <a:r>
            <a:rPr lang="zh-CN" sz="2000" dirty="0">
              <a:latin typeface="方正屏显雅宋_GBK" panose="02010600010101010101" pitchFamily="2" charset="-122"/>
              <a:ea typeface="方正屏显雅宋_GBK" panose="02010600010101010101" pitchFamily="2" charset="-122"/>
            </a:rPr>
            <a:t>经文提到两种“可喜爱的”，请列举。</a:t>
          </a:r>
          <a:endParaRPr lang="en-US" sz="2000" dirty="0">
            <a:latin typeface="方正屏显雅宋_GBK" panose="02010600010101010101" pitchFamily="2" charset="-122"/>
            <a:ea typeface="方正屏显雅宋_GBK" panose="02010600010101010101" pitchFamily="2" charset="-122"/>
          </a:endParaRPr>
        </a:p>
      </dgm:t>
    </dgm:pt>
    <dgm:pt modelId="{D1D38E7F-16EA-4301-BBA5-CA2CF10E48D8}" type="parTrans" cxnId="{14BA01FB-BBCD-4D00-A6A0-9A70A9AB68B7}">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CFDA8DFF-2E53-463E-9C51-FEB63EFB3957}" type="sibTrans" cxnId="{14BA01FB-BBCD-4D00-A6A0-9A70A9AB68B7}">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9BA23D3A-CFE9-44C7-8A01-F76BC7C13C36}">
      <dgm:prSet custT="1"/>
      <dgm:spPr/>
      <dgm:t>
        <a:bodyPr/>
        <a:lstStyle/>
        <a:p>
          <a:pPr>
            <a:buFont typeface="+mj-ea"/>
            <a:buAutoNum type="ea1JpnKorPlain"/>
          </a:pPr>
          <a:r>
            <a:rPr lang="zh-CN" altLang="en-US" sz="2000" dirty="0">
              <a:latin typeface="方正屏显雅宋_GBK" panose="02010600010101010101" pitchFamily="2" charset="-122"/>
              <a:ea typeface="方正屏显雅宋_GBK" panose="02010600010101010101" pitchFamily="2" charset="-122"/>
            </a:rPr>
            <a:t>经文说 “我（你）们蒙召原是为此”，请结合你自己的理解你蒙召是为什么？</a:t>
          </a:r>
        </a:p>
      </dgm:t>
    </dgm:pt>
    <dgm:pt modelId="{25B1C994-2685-4AF7-9A0B-CF7EAAE00C8F}" type="parTrans" cxnId="{201BABAF-B363-4484-A60D-339A56602190}">
      <dgm:prSet/>
      <dgm:spPr/>
      <dgm:t>
        <a:bodyPr/>
        <a:lstStyle/>
        <a:p>
          <a:endParaRPr lang="zh-CN" altLang="en-US" sz="2000">
            <a:latin typeface="方正屏显雅宋_GBK" panose="02010600010101010101" pitchFamily="2" charset="-122"/>
            <a:ea typeface="方正屏显雅宋_GBK" panose="02010600010101010101" pitchFamily="2" charset="-122"/>
          </a:endParaRPr>
        </a:p>
      </dgm:t>
    </dgm:pt>
    <dgm:pt modelId="{9A9B10A2-B4E9-474D-BE6D-F71B6B87DDAA}" type="sibTrans" cxnId="{201BABAF-B363-4484-A60D-339A56602190}">
      <dgm:prSet/>
      <dgm:spPr/>
      <dgm:t>
        <a:bodyPr/>
        <a:lstStyle/>
        <a:p>
          <a:endParaRPr lang="zh-CN" altLang="en-US" sz="2000">
            <a:latin typeface="方正屏显雅宋_GBK" panose="02010600010101010101" pitchFamily="2" charset="-122"/>
            <a:ea typeface="方正屏显雅宋_GBK" panose="02010600010101010101" pitchFamily="2" charset="-122"/>
          </a:endParaRPr>
        </a:p>
      </dgm:t>
    </dgm:pt>
    <dgm:pt modelId="{59B1C1F6-31F2-4B6D-BF30-85D3A420C217}">
      <dgm:prSet custT="1"/>
      <dgm:spPr/>
      <dgm:t>
        <a:bodyPr/>
        <a:lstStyle/>
        <a:p>
          <a:pPr>
            <a:buFont typeface="+mj-ea"/>
            <a:buAutoNum type="ea1JpnKorPlain"/>
          </a:pPr>
          <a:r>
            <a:rPr lang="zh-CN" altLang="en-US" sz="2000" dirty="0">
              <a:latin typeface="方正屏显雅宋_GBK" panose="02010600010101010101" pitchFamily="2" charset="-122"/>
              <a:ea typeface="方正屏显雅宋_GBK" panose="02010600010101010101" pitchFamily="2" charset="-122"/>
            </a:rPr>
            <a:t>基督是我们每位基督徒受苦的榜样，你计划如何效法基督的脚踪而行？</a:t>
          </a:r>
        </a:p>
      </dgm:t>
    </dgm:pt>
    <dgm:pt modelId="{E4C7DE18-20E1-420C-BEC0-168FAD587FDE}" type="parTrans" cxnId="{A4562D35-F640-4B6B-A625-20B1292C78E1}">
      <dgm:prSet/>
      <dgm:spPr/>
      <dgm:t>
        <a:bodyPr/>
        <a:lstStyle/>
        <a:p>
          <a:endParaRPr lang="zh-CN" altLang="en-US" sz="2000">
            <a:latin typeface="方正屏显雅宋_GBK" panose="02010600010101010101" pitchFamily="2" charset="-122"/>
            <a:ea typeface="方正屏显雅宋_GBK" panose="02010600010101010101" pitchFamily="2" charset="-122"/>
          </a:endParaRPr>
        </a:p>
      </dgm:t>
    </dgm:pt>
    <dgm:pt modelId="{7254097C-7665-47AF-B518-1E12E4E8A351}" type="sibTrans" cxnId="{A4562D35-F640-4B6B-A625-20B1292C78E1}">
      <dgm:prSet/>
      <dgm:spPr/>
      <dgm:t>
        <a:bodyPr/>
        <a:lstStyle/>
        <a:p>
          <a:endParaRPr lang="zh-CN" altLang="en-US" sz="2000">
            <a:latin typeface="方正屏显雅宋_GBK" panose="02010600010101010101" pitchFamily="2" charset="-122"/>
            <a:ea typeface="方正屏显雅宋_GBK" panose="02010600010101010101" pitchFamily="2" charset="-122"/>
          </a:endParaRPr>
        </a:p>
      </dgm:t>
    </dgm:pt>
    <dgm:pt modelId="{1F12DA8F-2D73-42EB-96BB-B7F23E046792}" type="pres">
      <dgm:prSet presAssocID="{0FFEBC65-5800-49C2-ACE8-714124562FFC}" presName="linear" presStyleCnt="0">
        <dgm:presLayoutVars>
          <dgm:dir/>
          <dgm:animLvl val="lvl"/>
          <dgm:resizeHandles val="exact"/>
        </dgm:presLayoutVars>
      </dgm:prSet>
      <dgm:spPr/>
    </dgm:pt>
    <dgm:pt modelId="{AEC063B2-7783-4155-A879-3FB3B2D793DC}" type="pres">
      <dgm:prSet presAssocID="{C176FC01-0F21-475B-85EA-274FB5949CEE}" presName="parentLin" presStyleCnt="0"/>
      <dgm:spPr/>
    </dgm:pt>
    <dgm:pt modelId="{92496FFA-3E4F-4752-B5AE-E88700E86530}" type="pres">
      <dgm:prSet presAssocID="{C176FC01-0F21-475B-85EA-274FB5949CEE}" presName="parentLeftMargin" presStyleLbl="node1" presStyleIdx="0" presStyleCnt="3"/>
      <dgm:spPr/>
    </dgm:pt>
    <dgm:pt modelId="{D380AF95-F959-4D0A-B7E1-7422A5B1EAB9}" type="pres">
      <dgm:prSet presAssocID="{C176FC01-0F21-475B-85EA-274FB5949CEE}" presName="parentText" presStyleLbl="node1" presStyleIdx="0" presStyleCnt="3" custScaleX="142857">
        <dgm:presLayoutVars>
          <dgm:chMax val="0"/>
          <dgm:bulletEnabled val="1"/>
        </dgm:presLayoutVars>
      </dgm:prSet>
      <dgm:spPr/>
    </dgm:pt>
    <dgm:pt modelId="{BFF9330A-5949-4295-ACC2-9B2A12355909}" type="pres">
      <dgm:prSet presAssocID="{C176FC01-0F21-475B-85EA-274FB5949CEE}" presName="negativeSpace" presStyleCnt="0"/>
      <dgm:spPr/>
    </dgm:pt>
    <dgm:pt modelId="{848F4D12-C394-4ABC-9593-6F1DC924B5B9}" type="pres">
      <dgm:prSet presAssocID="{C176FC01-0F21-475B-85EA-274FB5949CEE}" presName="childText" presStyleLbl="conFgAcc1" presStyleIdx="0" presStyleCnt="3">
        <dgm:presLayoutVars>
          <dgm:bulletEnabled val="1"/>
        </dgm:presLayoutVars>
      </dgm:prSet>
      <dgm:spPr/>
    </dgm:pt>
    <dgm:pt modelId="{BCF3AA3D-C523-4447-8B75-EDE1FDCAE301}" type="pres">
      <dgm:prSet presAssocID="{CFDA8DFF-2E53-463E-9C51-FEB63EFB3957}" presName="spaceBetweenRectangles" presStyleCnt="0"/>
      <dgm:spPr/>
    </dgm:pt>
    <dgm:pt modelId="{518CAA1C-E9ED-4045-B828-5B4BF5CDDF2A}" type="pres">
      <dgm:prSet presAssocID="{9BA23D3A-CFE9-44C7-8A01-F76BC7C13C36}" presName="parentLin" presStyleCnt="0"/>
      <dgm:spPr/>
    </dgm:pt>
    <dgm:pt modelId="{BF8413FF-9D2C-422B-A256-3D507ABB11AA}" type="pres">
      <dgm:prSet presAssocID="{9BA23D3A-CFE9-44C7-8A01-F76BC7C13C36}" presName="parentLeftMargin" presStyleLbl="node1" presStyleIdx="0" presStyleCnt="3"/>
      <dgm:spPr/>
    </dgm:pt>
    <dgm:pt modelId="{3AD69739-7786-44D4-8739-9A6B15A85FB7}" type="pres">
      <dgm:prSet presAssocID="{9BA23D3A-CFE9-44C7-8A01-F76BC7C13C36}" presName="parentText" presStyleLbl="node1" presStyleIdx="1" presStyleCnt="3" custScaleX="142857">
        <dgm:presLayoutVars>
          <dgm:chMax val="0"/>
          <dgm:bulletEnabled val="1"/>
        </dgm:presLayoutVars>
      </dgm:prSet>
      <dgm:spPr/>
    </dgm:pt>
    <dgm:pt modelId="{3AFDD57C-D6D4-4C47-A283-D53E19998D23}" type="pres">
      <dgm:prSet presAssocID="{9BA23D3A-CFE9-44C7-8A01-F76BC7C13C36}" presName="negativeSpace" presStyleCnt="0"/>
      <dgm:spPr/>
    </dgm:pt>
    <dgm:pt modelId="{2EAC7D9E-6A1E-49D6-8DF1-322D934D0131}" type="pres">
      <dgm:prSet presAssocID="{9BA23D3A-CFE9-44C7-8A01-F76BC7C13C36}" presName="childText" presStyleLbl="conFgAcc1" presStyleIdx="1" presStyleCnt="3">
        <dgm:presLayoutVars>
          <dgm:bulletEnabled val="1"/>
        </dgm:presLayoutVars>
      </dgm:prSet>
      <dgm:spPr/>
    </dgm:pt>
    <dgm:pt modelId="{EA00E0DB-26F2-43FA-B963-DCECF2A4CAE8}" type="pres">
      <dgm:prSet presAssocID="{9A9B10A2-B4E9-474D-BE6D-F71B6B87DDAA}" presName="spaceBetweenRectangles" presStyleCnt="0"/>
      <dgm:spPr/>
    </dgm:pt>
    <dgm:pt modelId="{F3DD75F4-7C50-4F95-B17E-35D048763334}" type="pres">
      <dgm:prSet presAssocID="{59B1C1F6-31F2-4B6D-BF30-85D3A420C217}" presName="parentLin" presStyleCnt="0"/>
      <dgm:spPr/>
    </dgm:pt>
    <dgm:pt modelId="{07823BA4-34D3-4908-9551-DAFA79212863}" type="pres">
      <dgm:prSet presAssocID="{59B1C1F6-31F2-4B6D-BF30-85D3A420C217}" presName="parentLeftMargin" presStyleLbl="node1" presStyleIdx="1" presStyleCnt="3"/>
      <dgm:spPr/>
    </dgm:pt>
    <dgm:pt modelId="{0D9AE560-AA37-4B28-AE71-1D946F1DF388}" type="pres">
      <dgm:prSet presAssocID="{59B1C1F6-31F2-4B6D-BF30-85D3A420C217}" presName="parentText" presStyleLbl="node1" presStyleIdx="2" presStyleCnt="3" custScaleX="142857">
        <dgm:presLayoutVars>
          <dgm:chMax val="0"/>
          <dgm:bulletEnabled val="1"/>
        </dgm:presLayoutVars>
      </dgm:prSet>
      <dgm:spPr/>
    </dgm:pt>
    <dgm:pt modelId="{FA46FB14-B624-462D-B32A-2E65BC9690F5}" type="pres">
      <dgm:prSet presAssocID="{59B1C1F6-31F2-4B6D-BF30-85D3A420C217}" presName="negativeSpace" presStyleCnt="0"/>
      <dgm:spPr/>
    </dgm:pt>
    <dgm:pt modelId="{1224219D-F7C9-4326-8737-CA325BA9E8CA}" type="pres">
      <dgm:prSet presAssocID="{59B1C1F6-31F2-4B6D-BF30-85D3A420C217}" presName="childText" presStyleLbl="conFgAcc1" presStyleIdx="2" presStyleCnt="3">
        <dgm:presLayoutVars>
          <dgm:bulletEnabled val="1"/>
        </dgm:presLayoutVars>
      </dgm:prSet>
      <dgm:spPr/>
    </dgm:pt>
  </dgm:ptLst>
  <dgm:cxnLst>
    <dgm:cxn modelId="{557CCB2B-62AD-4C52-B00D-FC28C5461058}" type="presOf" srcId="{59B1C1F6-31F2-4B6D-BF30-85D3A420C217}" destId="{07823BA4-34D3-4908-9551-DAFA79212863}" srcOrd="0" destOrd="0" presId="urn:microsoft.com/office/officeart/2005/8/layout/list1"/>
    <dgm:cxn modelId="{A4562D35-F640-4B6B-A625-20B1292C78E1}" srcId="{0FFEBC65-5800-49C2-ACE8-714124562FFC}" destId="{59B1C1F6-31F2-4B6D-BF30-85D3A420C217}" srcOrd="2" destOrd="0" parTransId="{E4C7DE18-20E1-420C-BEC0-168FAD587FDE}" sibTransId="{7254097C-7665-47AF-B518-1E12E4E8A351}"/>
    <dgm:cxn modelId="{B950487E-1EE2-4B68-B38F-57044BF6EB1A}" type="presOf" srcId="{0FFEBC65-5800-49C2-ACE8-714124562FFC}" destId="{1F12DA8F-2D73-42EB-96BB-B7F23E046792}" srcOrd="0" destOrd="0" presId="urn:microsoft.com/office/officeart/2005/8/layout/list1"/>
    <dgm:cxn modelId="{583F6497-368F-42A2-9717-0A8B026866EB}" type="presOf" srcId="{59B1C1F6-31F2-4B6D-BF30-85D3A420C217}" destId="{0D9AE560-AA37-4B28-AE71-1D946F1DF388}" srcOrd="1" destOrd="0" presId="urn:microsoft.com/office/officeart/2005/8/layout/list1"/>
    <dgm:cxn modelId="{FE71D29A-6B81-48DF-8BA8-F4714BDBC5BA}" type="presOf" srcId="{C176FC01-0F21-475B-85EA-274FB5949CEE}" destId="{92496FFA-3E4F-4752-B5AE-E88700E86530}" srcOrd="0" destOrd="0" presId="urn:microsoft.com/office/officeart/2005/8/layout/list1"/>
    <dgm:cxn modelId="{129F26AA-E37F-4A57-A88A-DFAD029C6CBB}" type="presOf" srcId="{9BA23D3A-CFE9-44C7-8A01-F76BC7C13C36}" destId="{BF8413FF-9D2C-422B-A256-3D507ABB11AA}" srcOrd="0" destOrd="0" presId="urn:microsoft.com/office/officeart/2005/8/layout/list1"/>
    <dgm:cxn modelId="{201BABAF-B363-4484-A60D-339A56602190}" srcId="{0FFEBC65-5800-49C2-ACE8-714124562FFC}" destId="{9BA23D3A-CFE9-44C7-8A01-F76BC7C13C36}" srcOrd="1" destOrd="0" parTransId="{25B1C994-2685-4AF7-9A0B-CF7EAAE00C8F}" sibTransId="{9A9B10A2-B4E9-474D-BE6D-F71B6B87DDAA}"/>
    <dgm:cxn modelId="{A723EAC8-9009-46AA-957B-AF41358738E7}" type="presOf" srcId="{9BA23D3A-CFE9-44C7-8A01-F76BC7C13C36}" destId="{3AD69739-7786-44D4-8739-9A6B15A85FB7}" srcOrd="1" destOrd="0" presId="urn:microsoft.com/office/officeart/2005/8/layout/list1"/>
    <dgm:cxn modelId="{41D059F8-ED48-424C-860E-372EBD35D6F8}" type="presOf" srcId="{C176FC01-0F21-475B-85EA-274FB5949CEE}" destId="{D380AF95-F959-4D0A-B7E1-7422A5B1EAB9}" srcOrd="1" destOrd="0" presId="urn:microsoft.com/office/officeart/2005/8/layout/list1"/>
    <dgm:cxn modelId="{14BA01FB-BBCD-4D00-A6A0-9A70A9AB68B7}" srcId="{0FFEBC65-5800-49C2-ACE8-714124562FFC}" destId="{C176FC01-0F21-475B-85EA-274FB5949CEE}" srcOrd="0" destOrd="0" parTransId="{D1D38E7F-16EA-4301-BBA5-CA2CF10E48D8}" sibTransId="{CFDA8DFF-2E53-463E-9C51-FEB63EFB3957}"/>
    <dgm:cxn modelId="{6672B1CE-B335-4A97-9411-A2CC6665F435}" type="presParOf" srcId="{1F12DA8F-2D73-42EB-96BB-B7F23E046792}" destId="{AEC063B2-7783-4155-A879-3FB3B2D793DC}" srcOrd="0" destOrd="0" presId="urn:microsoft.com/office/officeart/2005/8/layout/list1"/>
    <dgm:cxn modelId="{A9EF1D7E-28D7-4C51-BF8B-02F4DD90D827}" type="presParOf" srcId="{AEC063B2-7783-4155-A879-3FB3B2D793DC}" destId="{92496FFA-3E4F-4752-B5AE-E88700E86530}" srcOrd="0" destOrd="0" presId="urn:microsoft.com/office/officeart/2005/8/layout/list1"/>
    <dgm:cxn modelId="{F115C0A8-674A-43CA-9CB3-E4D876691FFB}" type="presParOf" srcId="{AEC063B2-7783-4155-A879-3FB3B2D793DC}" destId="{D380AF95-F959-4D0A-B7E1-7422A5B1EAB9}" srcOrd="1" destOrd="0" presId="urn:microsoft.com/office/officeart/2005/8/layout/list1"/>
    <dgm:cxn modelId="{859F4A83-3344-4E37-8D96-16D55036EB25}" type="presParOf" srcId="{1F12DA8F-2D73-42EB-96BB-B7F23E046792}" destId="{BFF9330A-5949-4295-ACC2-9B2A12355909}" srcOrd="1" destOrd="0" presId="urn:microsoft.com/office/officeart/2005/8/layout/list1"/>
    <dgm:cxn modelId="{BBCD0A6F-6125-4DFF-AA19-1AAAF0D97954}" type="presParOf" srcId="{1F12DA8F-2D73-42EB-96BB-B7F23E046792}" destId="{848F4D12-C394-4ABC-9593-6F1DC924B5B9}" srcOrd="2" destOrd="0" presId="urn:microsoft.com/office/officeart/2005/8/layout/list1"/>
    <dgm:cxn modelId="{4B545FD9-6CA0-460B-81E0-35C8A5EBCA9D}" type="presParOf" srcId="{1F12DA8F-2D73-42EB-96BB-B7F23E046792}" destId="{BCF3AA3D-C523-4447-8B75-EDE1FDCAE301}" srcOrd="3" destOrd="0" presId="urn:microsoft.com/office/officeart/2005/8/layout/list1"/>
    <dgm:cxn modelId="{896AF010-D539-4EB8-AE8E-E7BC9BA56F81}" type="presParOf" srcId="{1F12DA8F-2D73-42EB-96BB-B7F23E046792}" destId="{518CAA1C-E9ED-4045-B828-5B4BF5CDDF2A}" srcOrd="4" destOrd="0" presId="urn:microsoft.com/office/officeart/2005/8/layout/list1"/>
    <dgm:cxn modelId="{F9F4E5F0-953C-486E-A2DF-78905F808974}" type="presParOf" srcId="{518CAA1C-E9ED-4045-B828-5B4BF5CDDF2A}" destId="{BF8413FF-9D2C-422B-A256-3D507ABB11AA}" srcOrd="0" destOrd="0" presId="urn:microsoft.com/office/officeart/2005/8/layout/list1"/>
    <dgm:cxn modelId="{8FC2DBE1-AB51-431C-AB78-18F6A4F8CCA1}" type="presParOf" srcId="{518CAA1C-E9ED-4045-B828-5B4BF5CDDF2A}" destId="{3AD69739-7786-44D4-8739-9A6B15A85FB7}" srcOrd="1" destOrd="0" presId="urn:microsoft.com/office/officeart/2005/8/layout/list1"/>
    <dgm:cxn modelId="{BF90EAED-518A-4DFA-89A0-A78D1869CCA9}" type="presParOf" srcId="{1F12DA8F-2D73-42EB-96BB-B7F23E046792}" destId="{3AFDD57C-D6D4-4C47-A283-D53E19998D23}" srcOrd="5" destOrd="0" presId="urn:microsoft.com/office/officeart/2005/8/layout/list1"/>
    <dgm:cxn modelId="{5D24899D-7A60-4CF5-861B-87ED5331F26C}" type="presParOf" srcId="{1F12DA8F-2D73-42EB-96BB-B7F23E046792}" destId="{2EAC7D9E-6A1E-49D6-8DF1-322D934D0131}" srcOrd="6" destOrd="0" presId="urn:microsoft.com/office/officeart/2005/8/layout/list1"/>
    <dgm:cxn modelId="{6AC1C1BD-F097-4111-9E0C-CE689CF9B900}" type="presParOf" srcId="{1F12DA8F-2D73-42EB-96BB-B7F23E046792}" destId="{EA00E0DB-26F2-43FA-B963-DCECF2A4CAE8}" srcOrd="7" destOrd="0" presId="urn:microsoft.com/office/officeart/2005/8/layout/list1"/>
    <dgm:cxn modelId="{E4A07F9A-FBDB-4F22-91C1-1C68A82131A6}" type="presParOf" srcId="{1F12DA8F-2D73-42EB-96BB-B7F23E046792}" destId="{F3DD75F4-7C50-4F95-B17E-35D048763334}" srcOrd="8" destOrd="0" presId="urn:microsoft.com/office/officeart/2005/8/layout/list1"/>
    <dgm:cxn modelId="{5D29424F-1E75-46B4-B468-4588C7929100}" type="presParOf" srcId="{F3DD75F4-7C50-4F95-B17E-35D048763334}" destId="{07823BA4-34D3-4908-9551-DAFA79212863}" srcOrd="0" destOrd="0" presId="urn:microsoft.com/office/officeart/2005/8/layout/list1"/>
    <dgm:cxn modelId="{65BBDB28-92D3-4F1E-B2BE-A26F461E4AEE}" type="presParOf" srcId="{F3DD75F4-7C50-4F95-B17E-35D048763334}" destId="{0D9AE560-AA37-4B28-AE71-1D946F1DF388}" srcOrd="1" destOrd="0" presId="urn:microsoft.com/office/officeart/2005/8/layout/list1"/>
    <dgm:cxn modelId="{15FC4954-D7BB-4F8C-AA70-1F9D155F0089}" type="presParOf" srcId="{1F12DA8F-2D73-42EB-96BB-B7F23E046792}" destId="{FA46FB14-B624-462D-B32A-2E65BC9690F5}" srcOrd="9" destOrd="0" presId="urn:microsoft.com/office/officeart/2005/8/layout/list1"/>
    <dgm:cxn modelId="{1B728EC7-FD7F-418C-AB13-D391708ED841}" type="presParOf" srcId="{1F12DA8F-2D73-42EB-96BB-B7F23E046792}" destId="{1224219D-F7C9-4326-8737-CA325BA9E8CA}"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1AEC9-CBF3-44C5-B2CE-901E44470EE1}">
      <dsp:nvSpPr>
        <dsp:cNvPr id="0" name=""/>
        <dsp:cNvSpPr/>
      </dsp:nvSpPr>
      <dsp:spPr>
        <a:xfrm>
          <a:off x="0" y="584873"/>
          <a:ext cx="10944225" cy="142817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53FEA1-DA41-431B-B646-5BCD6C1FEA1B}">
      <dsp:nvSpPr>
        <dsp:cNvPr id="0" name=""/>
        <dsp:cNvSpPr/>
      </dsp:nvSpPr>
      <dsp:spPr>
        <a:xfrm>
          <a:off x="432023" y="906213"/>
          <a:ext cx="785498" cy="7854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A96B3A-EB32-454E-B01A-02C2A2A6D1F8}">
      <dsp:nvSpPr>
        <dsp:cNvPr id="0" name=""/>
        <dsp:cNvSpPr/>
      </dsp:nvSpPr>
      <dsp:spPr>
        <a:xfrm>
          <a:off x="1649546" y="584873"/>
          <a:ext cx="9294678" cy="14281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149" tIns="151149" rIns="151149" bIns="151149" numCol="1" spcCol="1270" anchor="ctr" anchorCtr="0">
          <a:noAutofit/>
        </a:bodyPr>
        <a:lstStyle/>
        <a:p>
          <a:pPr marL="0" lvl="0" indent="0" algn="l" defTabSz="1244600">
            <a:lnSpc>
              <a:spcPct val="90000"/>
            </a:lnSpc>
            <a:spcBef>
              <a:spcPct val="0"/>
            </a:spcBef>
            <a:spcAft>
              <a:spcPct val="35000"/>
            </a:spcAft>
            <a:buNone/>
          </a:pPr>
          <a:r>
            <a:rPr lang="zh-CN" sz="2800" kern="1200" dirty="0"/>
            <a:t>当下的职场中，不公平待遇时常发生</a:t>
          </a:r>
          <a:r>
            <a:rPr lang="zh-CN" altLang="en-US" sz="2800" kern="1200" dirty="0"/>
            <a:t>，</a:t>
          </a:r>
          <a:r>
            <a:rPr lang="zh-CN" sz="2800" kern="1200" dirty="0"/>
            <a:t>作为基督徒，</a:t>
          </a:r>
          <a:r>
            <a:rPr lang="zh-CN" altLang="en-US" sz="2800" kern="1200" dirty="0"/>
            <a:t>我们如何面对</a:t>
          </a:r>
          <a:r>
            <a:rPr lang="zh-CN" altLang="en-US" sz="2800" kern="1200" dirty="0">
              <a:latin typeface="方正屏显雅宋_GBK" panose="02010600010101010101" pitchFamily="2" charset="-122"/>
              <a:ea typeface="方正屏显雅宋_GBK" panose="02010600010101010101" pitchFamily="2" charset="-122"/>
            </a:rPr>
            <a:t>？</a:t>
          </a:r>
          <a:endParaRPr lang="en-US" sz="2800" kern="1200" dirty="0">
            <a:latin typeface="方正屏显雅宋_GBK" panose="02010600010101010101" pitchFamily="2" charset="-122"/>
            <a:ea typeface="方正屏显雅宋_GBK" panose="02010600010101010101" pitchFamily="2" charset="-122"/>
          </a:endParaRPr>
        </a:p>
      </dsp:txBody>
      <dsp:txXfrm>
        <a:off x="1649546" y="584873"/>
        <a:ext cx="9294678" cy="1428178"/>
      </dsp:txXfrm>
    </dsp:sp>
    <dsp:sp modelId="{E64D890F-767D-4E95-A66B-4DC9AE9169B2}">
      <dsp:nvSpPr>
        <dsp:cNvPr id="0" name=""/>
        <dsp:cNvSpPr/>
      </dsp:nvSpPr>
      <dsp:spPr>
        <a:xfrm>
          <a:off x="0" y="2339492"/>
          <a:ext cx="10944225" cy="142817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69E9D1-00C8-4A7D-A7E5-FF47AC853351}">
      <dsp:nvSpPr>
        <dsp:cNvPr id="0" name=""/>
        <dsp:cNvSpPr/>
      </dsp:nvSpPr>
      <dsp:spPr>
        <a:xfrm>
          <a:off x="432023" y="2660832"/>
          <a:ext cx="785498" cy="7854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44F7BB-85CD-467D-8D84-6D4163CCECA7}">
      <dsp:nvSpPr>
        <dsp:cNvPr id="0" name=""/>
        <dsp:cNvSpPr/>
      </dsp:nvSpPr>
      <dsp:spPr>
        <a:xfrm>
          <a:off x="1649546" y="2339492"/>
          <a:ext cx="9294678" cy="14281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149" tIns="151149" rIns="151149" bIns="151149" numCol="1" spcCol="1270" anchor="ctr" anchorCtr="0">
          <a:noAutofit/>
        </a:bodyPr>
        <a:lstStyle/>
        <a:p>
          <a:pPr marL="0" lvl="0" indent="0" algn="l" defTabSz="1244600">
            <a:lnSpc>
              <a:spcPct val="90000"/>
            </a:lnSpc>
            <a:spcBef>
              <a:spcPct val="0"/>
            </a:spcBef>
            <a:spcAft>
              <a:spcPct val="35000"/>
            </a:spcAft>
            <a:buNone/>
          </a:pPr>
          <a:r>
            <a:rPr lang="zh-CN" altLang="en-US" sz="2800" kern="1200" dirty="0"/>
            <a:t>彼得时代</a:t>
          </a:r>
          <a:r>
            <a:rPr lang="zh-CN" sz="2800" kern="1200" dirty="0"/>
            <a:t>罗马帝国约有三分之一人口是奴隶</a:t>
          </a:r>
          <a:r>
            <a:rPr lang="zh-CN" altLang="en-US" sz="2800" kern="1200" dirty="0"/>
            <a:t>，</a:t>
          </a:r>
          <a:r>
            <a:rPr lang="zh-CN" sz="2800" kern="1200" dirty="0"/>
            <a:t>如何看待自己在社会中的身份与责任</a:t>
          </a:r>
          <a:r>
            <a:rPr lang="zh-CN" sz="2800" kern="1200" dirty="0">
              <a:latin typeface="方正屏显雅宋_GBK" panose="02010600010101010101" pitchFamily="2" charset="-122"/>
              <a:ea typeface="方正屏显雅宋_GBK" panose="02010600010101010101" pitchFamily="2" charset="-122"/>
            </a:rPr>
            <a:t>？</a:t>
          </a:r>
          <a:endParaRPr lang="en-US" sz="2800" kern="1200" dirty="0">
            <a:latin typeface="方正屏显雅宋_GBK" panose="02010600010101010101" pitchFamily="2" charset="-122"/>
            <a:ea typeface="方正屏显雅宋_GBK" panose="02010600010101010101" pitchFamily="2" charset="-122"/>
          </a:endParaRPr>
        </a:p>
      </dsp:txBody>
      <dsp:txXfrm>
        <a:off x="1649546" y="2339492"/>
        <a:ext cx="9294678" cy="14281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8F4D12-C394-4ABC-9593-6F1DC924B5B9}">
      <dsp:nvSpPr>
        <dsp:cNvPr id="0" name=""/>
        <dsp:cNvSpPr/>
      </dsp:nvSpPr>
      <dsp:spPr>
        <a:xfrm>
          <a:off x="0" y="643710"/>
          <a:ext cx="6900512" cy="1058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80AF95-F959-4D0A-B7E1-7422A5B1EAB9}">
      <dsp:nvSpPr>
        <dsp:cNvPr id="0" name=""/>
        <dsp:cNvSpPr/>
      </dsp:nvSpPr>
      <dsp:spPr>
        <a:xfrm>
          <a:off x="328515" y="23790"/>
          <a:ext cx="6570305" cy="12398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89000">
            <a:lnSpc>
              <a:spcPct val="90000"/>
            </a:lnSpc>
            <a:spcBef>
              <a:spcPct val="0"/>
            </a:spcBef>
            <a:spcAft>
              <a:spcPct val="35000"/>
            </a:spcAft>
            <a:buNone/>
          </a:pPr>
          <a:r>
            <a:rPr lang="zh-CN" sz="2000" kern="1200" dirty="0">
              <a:latin typeface="方正屏显雅宋_GBK" panose="02010600010101010101" pitchFamily="2" charset="-122"/>
              <a:ea typeface="方正屏显雅宋_GBK" panose="02010600010101010101" pitchFamily="2" charset="-122"/>
            </a:rPr>
            <a:t>经文提到两种“可喜爱的”，请列举。</a:t>
          </a:r>
          <a:endParaRPr lang="en-US" sz="2000" kern="1200" dirty="0">
            <a:latin typeface="方正屏显雅宋_GBK" panose="02010600010101010101" pitchFamily="2" charset="-122"/>
            <a:ea typeface="方正屏显雅宋_GBK" panose="02010600010101010101" pitchFamily="2" charset="-122"/>
          </a:endParaRPr>
        </a:p>
      </dsp:txBody>
      <dsp:txXfrm>
        <a:off x="389039" y="84314"/>
        <a:ext cx="6449257" cy="1118792"/>
      </dsp:txXfrm>
    </dsp:sp>
    <dsp:sp modelId="{2EAC7D9E-6A1E-49D6-8DF1-322D934D0131}">
      <dsp:nvSpPr>
        <dsp:cNvPr id="0" name=""/>
        <dsp:cNvSpPr/>
      </dsp:nvSpPr>
      <dsp:spPr>
        <a:xfrm>
          <a:off x="0" y="2548830"/>
          <a:ext cx="6900512" cy="1058400"/>
        </a:xfrm>
        <a:prstGeom prst="rect">
          <a:avLst/>
        </a:prstGeom>
        <a:solidFill>
          <a:schemeClr val="lt1">
            <a:alpha val="90000"/>
            <a:hueOff val="0"/>
            <a:satOff val="0"/>
            <a:lumOff val="0"/>
            <a:alphaOff val="0"/>
          </a:schemeClr>
        </a:solidFill>
        <a:ln w="12700" cap="flat" cmpd="sng" algn="ctr">
          <a:solidFill>
            <a:schemeClr val="accent2">
              <a:hueOff val="-3844825"/>
              <a:satOff val="-20000"/>
              <a:lumOff val="7059"/>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D69739-7786-44D4-8739-9A6B15A85FB7}">
      <dsp:nvSpPr>
        <dsp:cNvPr id="0" name=""/>
        <dsp:cNvSpPr/>
      </dsp:nvSpPr>
      <dsp:spPr>
        <a:xfrm>
          <a:off x="328515" y="1928910"/>
          <a:ext cx="6570305" cy="1239840"/>
        </a:xfrm>
        <a:prstGeom prst="roundRect">
          <a:avLst/>
        </a:prstGeom>
        <a:solidFill>
          <a:schemeClr val="accent2">
            <a:hueOff val="-3844825"/>
            <a:satOff val="-20000"/>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89000">
            <a:lnSpc>
              <a:spcPct val="90000"/>
            </a:lnSpc>
            <a:spcBef>
              <a:spcPct val="0"/>
            </a:spcBef>
            <a:spcAft>
              <a:spcPct val="35000"/>
            </a:spcAft>
            <a:buFont typeface="+mj-ea"/>
            <a:buNone/>
          </a:pPr>
          <a:r>
            <a:rPr lang="zh-CN" altLang="en-US" sz="2000" kern="1200" dirty="0">
              <a:latin typeface="方正屏显雅宋_GBK" panose="02010600010101010101" pitchFamily="2" charset="-122"/>
              <a:ea typeface="方正屏显雅宋_GBK" panose="02010600010101010101" pitchFamily="2" charset="-122"/>
            </a:rPr>
            <a:t>经文说 “我（你）们蒙召原是为此”，请结合你自己的理解你蒙召是为什么？</a:t>
          </a:r>
        </a:p>
      </dsp:txBody>
      <dsp:txXfrm>
        <a:off x="389039" y="1989434"/>
        <a:ext cx="6449257" cy="1118792"/>
      </dsp:txXfrm>
    </dsp:sp>
    <dsp:sp modelId="{1224219D-F7C9-4326-8737-CA325BA9E8CA}">
      <dsp:nvSpPr>
        <dsp:cNvPr id="0" name=""/>
        <dsp:cNvSpPr/>
      </dsp:nvSpPr>
      <dsp:spPr>
        <a:xfrm>
          <a:off x="0" y="4453950"/>
          <a:ext cx="6900512" cy="1058400"/>
        </a:xfrm>
        <a:prstGeom prst="rect">
          <a:avLst/>
        </a:prstGeom>
        <a:solidFill>
          <a:schemeClr val="lt1">
            <a:alpha val="90000"/>
            <a:hueOff val="0"/>
            <a:satOff val="0"/>
            <a:lumOff val="0"/>
            <a:alphaOff val="0"/>
          </a:schemeClr>
        </a:solidFill>
        <a:ln w="12700" cap="flat" cmpd="sng" algn="ctr">
          <a:solidFill>
            <a:schemeClr val="accent2">
              <a:hueOff val="-7689651"/>
              <a:satOff val="-40001"/>
              <a:lumOff val="14118"/>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9AE560-AA37-4B28-AE71-1D946F1DF388}">
      <dsp:nvSpPr>
        <dsp:cNvPr id="0" name=""/>
        <dsp:cNvSpPr/>
      </dsp:nvSpPr>
      <dsp:spPr>
        <a:xfrm>
          <a:off x="328515" y="3834030"/>
          <a:ext cx="6570305" cy="1239840"/>
        </a:xfrm>
        <a:prstGeom prst="roundRect">
          <a:avLst/>
        </a:prstGeom>
        <a:solidFill>
          <a:schemeClr val="accent2">
            <a:hueOff val="-7689651"/>
            <a:satOff val="-40001"/>
            <a:lumOff val="1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89000">
            <a:lnSpc>
              <a:spcPct val="90000"/>
            </a:lnSpc>
            <a:spcBef>
              <a:spcPct val="0"/>
            </a:spcBef>
            <a:spcAft>
              <a:spcPct val="35000"/>
            </a:spcAft>
            <a:buFont typeface="+mj-ea"/>
            <a:buNone/>
          </a:pPr>
          <a:r>
            <a:rPr lang="zh-CN" altLang="en-US" sz="2000" kern="1200" dirty="0">
              <a:latin typeface="方正屏显雅宋_GBK" panose="02010600010101010101" pitchFamily="2" charset="-122"/>
              <a:ea typeface="方正屏显雅宋_GBK" panose="02010600010101010101" pitchFamily="2" charset="-122"/>
            </a:rPr>
            <a:t>基督是我们每位基督徒受苦的榜样，你计划如何效法基督的脚踪而行？</a:t>
          </a:r>
        </a:p>
      </dsp:txBody>
      <dsp:txXfrm>
        <a:off x="389039" y="3894554"/>
        <a:ext cx="6449257" cy="111879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2025/5/17 Saturday</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856253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，最看重的是什么？</a:t>
            </a:r>
            <a:endParaRPr lang="en-US" altLang="zh-CN" dirty="0"/>
          </a:p>
          <a:p>
            <a:r>
              <a:rPr lang="en-US" altLang="zh-CN" dirty="0"/>
              <a:t>2</a:t>
            </a:r>
            <a:r>
              <a:rPr lang="zh-CN" altLang="en-US" dirty="0"/>
              <a:t>，我们信仰对我们自己有什么改变？</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222240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1850720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353927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920069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3410246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A6C29-314E-5560-AEE6-2C6CB0ABD7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9D9B76-1F06-D773-7C5A-79ABF1AF20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C32FC1-F537-1806-DF5E-E5208F8BD92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59D5EE-C7E5-40E9-94EE-9B00B1CE28E6}"/>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2387667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5408B-A534-9983-984F-013FE018FD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F8240B-D310-673E-2420-64FC60AC25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9E9D26-AC38-F00A-CB63-87DAF070424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19142D4-163B-5D1A-E57F-D276F3202715}"/>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659295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BB80B-BBB5-060F-4CEC-6ECDBB4E0B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F9B34D-79F0-623B-8419-ABA101BD3F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EEEB9A-CCF8-6775-5C2A-5E825F0CAE9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0F619CB-3F15-E534-4B81-44F3F94E0950}"/>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2193169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DBBCB-F88A-93E7-EBDB-98D2D6AE44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5227C0-BA87-5724-84B4-DBC277AA7F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7699A1-1ED6-8BE7-8B19-1891847EA31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51461F0-D045-6871-9026-5037059F425A}"/>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4198445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9B8C9-B98A-BEF2-0F95-F0FE3704A9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FB98FE-6A85-2A8E-A89B-351BD0E57D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24FEF5-27E0-CB35-53B2-C92E3F01BF0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4C93E49-86DF-C9A1-49AD-4161F00A9327}"/>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2595746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44734-1E79-87FC-68D3-044C0FDD77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A3036F-E91A-6F23-9393-F90B58A513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62D4C67-E8D9-9E40-367A-4CDF490EE67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FD16861-C387-5A85-2F5A-3C20048C8255}"/>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536072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08B89-5C15-3A61-D8E6-D4459E3BEE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D3AE6B-F885-3823-9EB3-CE5F264B06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A0D75E-8DFE-B10D-6BAF-B7B5A79A916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C1093BC-CF80-9D95-DB27-C676C714A483}"/>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28068650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F56CF-809F-8A9F-99A2-D970A75BDF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102F8E-D2A3-DCE4-A0DD-B44E0E95C0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758C97-AD34-73A9-3737-1A18A8D21FA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B3D5FAC-8C85-C833-F04F-AC3109DC6EDB}"/>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2900991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1A080-BFA6-EEEA-BEE0-F5EE2EF054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3BB774-1C6B-0A1D-A6DA-7492D3E052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15E089-B32D-7374-A5EE-631C6851B71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7B3036C-737B-74F5-909D-A504457FDF33}"/>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210216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8A960-DEB9-A818-C8C1-C1AE2BCD1F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F19D05-EF28-EFB2-A8FE-A1B8C9052E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0CA113-D5C8-B28F-AB66-F11DAD16170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C0F0E50-5569-A424-A6BE-85B785C20107}"/>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8477190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2A9B7-7662-A716-7C91-22156F11FD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85FD0C-3EFC-1302-F54D-993E8B1CAB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2E03E3-6DB1-CD6A-5707-4628E5D2C8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51465C3-5C07-64FC-B8CF-3B130C75CAB0}"/>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17779322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2025/5/17 Saturday</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2025/5/17 Saturday</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2025/5/17 Saturday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2025/5/17 Saturday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2025/5/17 Saturday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2025/5/17 Saturday</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notesSlide" Target="../notesSlides/notesSlide2.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47.xml"/></Relationships>
</file>

<file path=ppt/slides/_rels/slide7.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51.xml"/></Relationships>
</file>

<file path=ppt/slides/_rels/slide8.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55.xml"/></Relationships>
</file>

<file path=ppt/slides/_rels/slide9.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64.xml"/><Relationship Id="rId7" Type="http://schemas.openxmlformats.org/officeDocument/2006/relationships/image" Target="../media/image6.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ags" Target="../tags/tag6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slideLayout" Target="../slideLayouts/slideLayout2.xml"/><Relationship Id="rId7" Type="http://schemas.openxmlformats.org/officeDocument/2006/relationships/diagramColors" Target="../diagrams/colors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30">
            <a:extLst>
              <a:ext uri="{FF2B5EF4-FFF2-40B4-BE49-F238E27FC236}">
                <a16:creationId xmlns:a16="http://schemas.microsoft.com/office/drawing/2014/main" id="{EC3FE92E-FF21-46DB-BE36-B3A5D4149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32">
            <a:extLst>
              <a:ext uri="{FF2B5EF4-FFF2-40B4-BE49-F238E27FC236}">
                <a16:creationId xmlns:a16="http://schemas.microsoft.com/office/drawing/2014/main" id="{7E9DFFEE-526A-4D56-A70C-EADE7289B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矩形 3"/>
          <p:cNvSpPr/>
          <p:nvPr>
            <p:custDataLst>
              <p:tags r:id="rId2"/>
            </p:custDataLst>
          </p:nvPr>
        </p:nvSpPr>
        <p:spPr>
          <a:xfrm>
            <a:off x="13794" y="782694"/>
            <a:ext cx="5320206" cy="28075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b">
            <a:normAutofit/>
          </a:bodyPr>
          <a:lstStyle/>
          <a:p>
            <a:pPr marL="0" marR="0" lvl="0" indent="0" algn="ctr" fontAlgn="auto">
              <a:lnSpc>
                <a:spcPct val="90000"/>
              </a:lnSpc>
              <a:spcBef>
                <a:spcPct val="0"/>
              </a:spcBef>
              <a:spcAft>
                <a:spcPts val="600"/>
              </a:spcAft>
              <a:buClrTx/>
              <a:buSzTx/>
              <a:tabLst/>
              <a:defRPr/>
            </a:pPr>
            <a:r>
              <a:rPr kumimoji="0" lang="zh-CN" altLang="en-US" sz="4400" b="1" i="0" u="none" strike="noStrike" cap="none" spc="0" normalizeH="0" baseline="0" noProof="0" dirty="0">
                <a:ln>
                  <a:noFill/>
                </a:ln>
                <a:solidFill>
                  <a:schemeClr val="tx1">
                    <a:lumMod val="85000"/>
                    <a:lumOff val="15000"/>
                  </a:schemeClr>
                </a:solidFill>
                <a:effectLst>
                  <a:outerShdw blurRad="50800" dist="38100" dir="2700000" algn="tl" rotWithShape="0">
                    <a:prstClr val="black">
                      <a:alpha val="40000"/>
                    </a:prstClr>
                  </a:outerShdw>
                </a:effectLst>
                <a:uLnTx/>
                <a:uFillTx/>
                <a:latin typeface="+mj-lt"/>
                <a:ea typeface="+mj-ea"/>
                <a:cs typeface="+mj-cs"/>
                <a:sym typeface="+mn-lt"/>
              </a:rPr>
              <a:t>跟随主的脚踪行</a:t>
            </a:r>
            <a:endParaRPr kumimoji="0" lang="en-US" altLang="zh-CN" sz="4400" b="1" i="0" u="none" strike="noStrike" cap="none" spc="0" normalizeH="0" baseline="0" noProof="0" dirty="0">
              <a:ln>
                <a:noFill/>
              </a:ln>
              <a:solidFill>
                <a:schemeClr val="tx1">
                  <a:lumMod val="85000"/>
                  <a:lumOff val="15000"/>
                </a:schemeClr>
              </a:solidFill>
              <a:effectLst>
                <a:outerShdw blurRad="50800" dist="38100" dir="2700000" algn="tl" rotWithShape="0">
                  <a:prstClr val="black">
                    <a:alpha val="40000"/>
                  </a:prstClr>
                </a:outerShdw>
              </a:effectLst>
              <a:uLnTx/>
              <a:uFillTx/>
              <a:latin typeface="+mj-lt"/>
              <a:ea typeface="+mj-ea"/>
              <a:cs typeface="+mj-cs"/>
              <a:sym typeface="+mn-lt"/>
            </a:endParaRPr>
          </a:p>
        </p:txBody>
      </p:sp>
      <p:sp>
        <p:nvSpPr>
          <p:cNvPr id="5" name="文本框 4"/>
          <p:cNvSpPr txBox="1"/>
          <p:nvPr>
            <p:custDataLst>
              <p:tags r:id="rId3"/>
            </p:custDataLst>
          </p:nvPr>
        </p:nvSpPr>
        <p:spPr>
          <a:xfrm>
            <a:off x="134399" y="3669555"/>
            <a:ext cx="5078996" cy="1554562"/>
          </a:xfrm>
          <a:prstGeom prst="rect">
            <a:avLst/>
          </a:prstGeom>
        </p:spPr>
        <p:style>
          <a:lnRef idx="0">
            <a:scrgbClr r="0" g="0" b="0"/>
          </a:lnRef>
          <a:fillRef idx="0">
            <a:scrgbClr r="0" g="0" b="0"/>
          </a:fillRef>
          <a:effectRef idx="0">
            <a:scrgbClr r="0" g="0" b="0"/>
          </a:effectRef>
          <a:fontRef idx="minor">
            <a:schemeClr val="accent6"/>
          </a:fontRef>
        </p:style>
        <p:txBody>
          <a:bodyPr vert="horz" lIns="91440" tIns="45720" rIns="91440" bIns="45720" rtlCol="0">
            <a:normAutofit/>
          </a:bodyPr>
          <a:lstStyle/>
          <a:p>
            <a:pPr marR="0" lvl="0" algn="ctr" fontAlgn="auto">
              <a:lnSpc>
                <a:spcPct val="90000"/>
              </a:lnSpc>
              <a:spcBef>
                <a:spcPts val="1000"/>
              </a:spcBef>
              <a:spcAft>
                <a:spcPts val="0"/>
              </a:spcAft>
              <a:buClrTx/>
              <a:buSzTx/>
              <a:tabLst/>
              <a:defRPr sz="2500">
                <a:solidFill>
                  <a:srgbClr val="FFFFFF"/>
                </a:solidFill>
              </a:defRPr>
            </a:pPr>
            <a:r>
              <a:rPr kumimoji="0" lang="zh-CN" altLang="en-US" sz="2500" b="1" i="0" u="none" strike="noStrike" cap="none" spc="0" normalizeH="0" baseline="0" noProof="0" dirty="0">
                <a:ln>
                  <a:noFill/>
                </a:ln>
                <a:solidFill>
                  <a:schemeClr val="tx1">
                    <a:lumMod val="85000"/>
                    <a:lumOff val="15000"/>
                  </a:schemeClr>
                </a:solidFill>
                <a:effectLst/>
                <a:uLnTx/>
                <a:uFillTx/>
                <a:sym typeface="+mn-lt"/>
              </a:rPr>
              <a:t>经文：彼得前书二章</a:t>
            </a:r>
            <a:r>
              <a:rPr kumimoji="0" lang="en-US" altLang="zh-CN" sz="2500" b="1" i="0" u="none" strike="noStrike" cap="none" spc="0" normalizeH="0" baseline="0" noProof="0" dirty="0">
                <a:ln>
                  <a:noFill/>
                </a:ln>
                <a:solidFill>
                  <a:schemeClr val="tx1">
                    <a:lumMod val="85000"/>
                    <a:lumOff val="15000"/>
                  </a:schemeClr>
                </a:solidFill>
                <a:effectLst/>
                <a:uLnTx/>
                <a:uFillTx/>
                <a:sym typeface="+mn-lt"/>
              </a:rPr>
              <a:t>18~25</a:t>
            </a:r>
            <a:r>
              <a:rPr kumimoji="0" lang="zh-CN" altLang="en-US" sz="2500" b="1" i="0" u="none" strike="noStrike" cap="none" spc="0" normalizeH="0" baseline="0" noProof="0" dirty="0">
                <a:ln>
                  <a:noFill/>
                </a:ln>
                <a:solidFill>
                  <a:schemeClr val="tx1">
                    <a:lumMod val="85000"/>
                    <a:lumOff val="15000"/>
                  </a:schemeClr>
                </a:solidFill>
                <a:effectLst/>
                <a:uLnTx/>
                <a:uFillTx/>
                <a:sym typeface="+mn-lt"/>
              </a:rPr>
              <a:t>节</a:t>
            </a:r>
            <a:endParaRPr kumimoji="0" lang="en-US" altLang="zh-CN" sz="2500" b="1" i="0" u="none" strike="noStrike" cap="none" spc="0" normalizeH="0" baseline="0" noProof="0" dirty="0">
              <a:ln>
                <a:noFill/>
              </a:ln>
              <a:solidFill>
                <a:schemeClr val="tx1">
                  <a:lumMod val="85000"/>
                  <a:lumOff val="15000"/>
                </a:schemeClr>
              </a:solidFill>
              <a:effectLst/>
              <a:uLnTx/>
              <a:uFillTx/>
              <a:sym typeface="+mn-lt"/>
            </a:endParaRPr>
          </a:p>
        </p:txBody>
      </p:sp>
      <p:pic>
        <p:nvPicPr>
          <p:cNvPr id="3" name="图片 2">
            <a:extLst>
              <a:ext uri="{FF2B5EF4-FFF2-40B4-BE49-F238E27FC236}">
                <a16:creationId xmlns:a16="http://schemas.microsoft.com/office/drawing/2014/main" id="{24A5A333-F188-FEC6-CC34-E52A816C4F17}"/>
              </a:ext>
            </a:extLst>
          </p:cNvPr>
          <p:cNvPicPr>
            <a:picLocks noChangeAspect="1"/>
          </p:cNvPicPr>
          <p:nvPr/>
        </p:nvPicPr>
        <p:blipFill>
          <a:blip r:embed="rId6"/>
          <a:stretch>
            <a:fillRect/>
          </a:stretch>
        </p:blipFill>
        <p:spPr>
          <a:xfrm>
            <a:off x="5334000" y="0"/>
            <a:ext cx="6858000" cy="68580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ustDataLst>
      <p:tags r:id="rId1"/>
    </p:custDataLst>
    <p:extLst>
      <p:ext uri="{BB962C8B-B14F-4D97-AF65-F5344CB8AC3E}">
        <p14:creationId xmlns:p14="http://schemas.microsoft.com/office/powerpoint/2010/main" val="191149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文本框 2">
            <a:extLst>
              <a:ext uri="{FF2B5EF4-FFF2-40B4-BE49-F238E27FC236}">
                <a16:creationId xmlns:a16="http://schemas.microsoft.com/office/drawing/2014/main" id="{7EB314CC-7FA2-2824-BC32-28291A20FBE2}"/>
              </a:ext>
            </a:extLst>
          </p:cNvPr>
          <p:cNvGraphicFramePr/>
          <p:nvPr>
            <p:extLst>
              <p:ext uri="{D42A27DB-BD31-4B8C-83A1-F6EECF244321}">
                <p14:modId xmlns:p14="http://schemas.microsoft.com/office/powerpoint/2010/main" val="2713556534"/>
              </p:ext>
            </p:extLst>
          </p:nvPr>
        </p:nvGraphicFramePr>
        <p:xfrm>
          <a:off x="623888" y="1461739"/>
          <a:ext cx="10944225" cy="43525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文本框 1">
            <a:extLst>
              <a:ext uri="{FF2B5EF4-FFF2-40B4-BE49-F238E27FC236}">
                <a16:creationId xmlns:a16="http://schemas.microsoft.com/office/drawing/2014/main" id="{08C59803-7194-1EE7-7B80-0073EB7C0E45}"/>
              </a:ext>
            </a:extLst>
          </p:cNvPr>
          <p:cNvSpPr txBox="1"/>
          <p:nvPr>
            <p:custDataLst>
              <p:tags r:id="rId2"/>
            </p:custDataLst>
          </p:nvPr>
        </p:nvSpPr>
        <p:spPr>
          <a:xfrm>
            <a:off x="6557054" y="130968"/>
            <a:ext cx="5634946" cy="830997"/>
          </a:xfrm>
          <a:prstGeom prst="rect">
            <a:avLst/>
          </a:prstGeom>
          <a:noFill/>
        </p:spPr>
        <p:txBody>
          <a:bodyPr wrap="square" rtlCol="0">
            <a:spAutoFit/>
          </a:bodyPr>
          <a:lstStyle/>
          <a:p>
            <a:pPr>
              <a:spcAft>
                <a:spcPts val="600"/>
              </a:spcAft>
            </a:pPr>
            <a:r>
              <a:rPr lang="zh-CN" altLang="en-US" sz="4800" b="1" dirty="0">
                <a:solidFill>
                  <a:schemeClr val="tx1">
                    <a:lumMod val="85000"/>
                    <a:lumOff val="15000"/>
                  </a:schemeClr>
                </a:solidFill>
                <a:cs typeface="+mn-ea"/>
                <a:sym typeface="+mn-lt"/>
              </a:rPr>
              <a:t>经文：彼前二</a:t>
            </a:r>
            <a:r>
              <a:rPr lang="en-US" altLang="zh-CN" sz="4800" b="1" dirty="0"/>
              <a:t>18~25</a:t>
            </a:r>
            <a:endParaRPr lang="zh-CN" altLang="zh-CN" sz="4800" dirty="0"/>
          </a:p>
        </p:txBody>
      </p:sp>
    </p:spTree>
    <p:custDataLst>
      <p:tags r:id="rId1"/>
    </p:custDataLst>
    <p:extLst>
      <p:ext uri="{BB962C8B-B14F-4D97-AF65-F5344CB8AC3E}">
        <p14:creationId xmlns:p14="http://schemas.microsoft.com/office/powerpoint/2010/main" val="3418790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B3C242E-2387-CBDA-8F77-2ED3742BBD5B}"/>
              </a:ext>
            </a:extLst>
          </p:cNvPr>
          <p:cNvSpPr/>
          <p:nvPr/>
        </p:nvSpPr>
        <p:spPr>
          <a:xfrm>
            <a:off x="2160270" y="5543550"/>
            <a:ext cx="502920" cy="33147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3025DC93-9056-D193-57EE-BF5ED61C0A75}"/>
              </a:ext>
            </a:extLst>
          </p:cNvPr>
          <p:cNvSpPr/>
          <p:nvPr/>
        </p:nvSpPr>
        <p:spPr>
          <a:xfrm>
            <a:off x="4423410" y="5543550"/>
            <a:ext cx="502920" cy="3314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F9BF7C3-9929-69BC-A1CA-30EBD45BF72F}"/>
              </a:ext>
            </a:extLst>
          </p:cNvPr>
          <p:cNvSpPr txBox="1"/>
          <p:nvPr/>
        </p:nvSpPr>
        <p:spPr>
          <a:xfrm>
            <a:off x="0" y="1124509"/>
            <a:ext cx="12192000" cy="4850302"/>
          </a:xfrm>
          <a:prstGeom prst="rect">
            <a:avLst/>
          </a:prstGeom>
          <a:noFill/>
        </p:spPr>
        <p:txBody>
          <a:bodyPr wrap="square">
            <a:spAutoFit/>
          </a:bodyPr>
          <a:lstStyle/>
          <a:p>
            <a:pPr marL="0" marR="0">
              <a:lnSpc>
                <a:spcPct val="150000"/>
              </a:lnSpc>
              <a:spcBef>
                <a:spcPts val="0"/>
              </a:spcBef>
              <a:spcAft>
                <a:spcPts val="0"/>
              </a:spcAft>
            </a:pPr>
            <a:r>
              <a:rPr lang="en-US" altLang="zh-CN" sz="2000" dirty="0">
                <a:effectLst/>
                <a:latin typeface="方正屏显雅宋_GBK" panose="02010600010101010101" pitchFamily="2" charset="-122"/>
                <a:ea typeface="方正屏显雅宋_GBK" panose="02010600010101010101" pitchFamily="2" charset="-122"/>
              </a:rPr>
              <a:t>【</a:t>
            </a:r>
            <a:r>
              <a:rPr lang="zh-CN" altLang="en-US" sz="2000" dirty="0">
                <a:effectLst/>
                <a:latin typeface="方正屏显雅宋_GBK" panose="02010600010101010101" pitchFamily="2" charset="-122"/>
                <a:ea typeface="方正屏显雅宋_GBK" panose="02010600010101010101" pitchFamily="2" charset="-122"/>
              </a:rPr>
              <a:t>彼前</a:t>
            </a:r>
            <a:r>
              <a:rPr lang="en-US" altLang="zh-CN" sz="2000" dirty="0">
                <a:effectLst/>
                <a:latin typeface="方正屏显雅宋_GBK" panose="02010600010101010101" pitchFamily="2" charset="-122"/>
                <a:ea typeface="方正屏显雅宋_GBK" panose="02010600010101010101" pitchFamily="2" charset="-122"/>
              </a:rPr>
              <a:t>2:18】</a:t>
            </a:r>
            <a:r>
              <a:rPr lang="zh-CN" altLang="en-US" sz="2000" dirty="0">
                <a:effectLst/>
                <a:latin typeface="方正屏显雅宋_GBK" panose="02010600010101010101" pitchFamily="2" charset="-122"/>
                <a:ea typeface="方正屏显雅宋_GBK" panose="02010600010101010101" pitchFamily="2" charset="-122"/>
              </a:rPr>
              <a:t>你们作</a:t>
            </a:r>
            <a:r>
              <a:rPr lang="zh-CN" altLang="en-US" sz="2000" b="1" dirty="0">
                <a:solidFill>
                  <a:srgbClr val="FF0000"/>
                </a:solidFill>
                <a:effectLst/>
                <a:latin typeface="方正屏显雅宋_GBK" panose="02010600010101010101" pitchFamily="2" charset="-122"/>
                <a:ea typeface="方正屏显雅宋_GBK" panose="02010600010101010101" pitchFamily="2" charset="-122"/>
              </a:rPr>
              <a:t>仆人</a:t>
            </a:r>
            <a:r>
              <a:rPr lang="zh-CN" altLang="en-US" sz="2000" dirty="0">
                <a:effectLst/>
                <a:latin typeface="方正屏显雅宋_GBK" panose="02010600010101010101" pitchFamily="2" charset="-122"/>
                <a:ea typeface="方正屏显雅宋_GBK" panose="02010600010101010101" pitchFamily="2" charset="-122"/>
              </a:rPr>
              <a:t>的，凡事要存敬畏的心</a:t>
            </a:r>
            <a:r>
              <a:rPr lang="zh-CN" altLang="en-US" sz="2000" b="1" dirty="0">
                <a:solidFill>
                  <a:srgbClr val="FF0000"/>
                </a:solidFill>
                <a:effectLst/>
                <a:latin typeface="方正屏显雅宋_GBK" panose="02010600010101010101" pitchFamily="2" charset="-122"/>
                <a:ea typeface="方正屏显雅宋_GBK" panose="02010600010101010101" pitchFamily="2" charset="-122"/>
              </a:rPr>
              <a:t>顺服</a:t>
            </a:r>
            <a:r>
              <a:rPr lang="zh-CN" altLang="en-US" sz="2000" dirty="0">
                <a:effectLst/>
                <a:latin typeface="方正屏显雅宋_GBK" panose="02010600010101010101" pitchFamily="2" charset="-122"/>
                <a:ea typeface="方正屏显雅宋_GBK" panose="02010600010101010101" pitchFamily="2" charset="-122"/>
              </a:rPr>
              <a:t>主人，不但顺服那善良温和的，就是那乖僻的也要</a:t>
            </a:r>
            <a:r>
              <a:rPr lang="zh-CN" altLang="en-US" sz="2000" b="1" dirty="0">
                <a:solidFill>
                  <a:srgbClr val="FF0000"/>
                </a:solidFill>
                <a:latin typeface="方正屏显雅宋_GBK" panose="02010600010101010101" pitchFamily="2" charset="-122"/>
                <a:ea typeface="方正屏显雅宋_GBK" panose="02010600010101010101" pitchFamily="2" charset="-122"/>
              </a:rPr>
              <a:t>顺服</a:t>
            </a:r>
            <a:r>
              <a:rPr lang="zh-CN" altLang="en-US" sz="2000" dirty="0">
                <a:effectLst/>
                <a:latin typeface="方正屏显雅宋_GBK" panose="02010600010101010101" pitchFamily="2" charset="-122"/>
                <a:ea typeface="方正屏显雅宋_GBK" panose="02010600010101010101" pitchFamily="2" charset="-122"/>
              </a:rPr>
              <a:t>。</a:t>
            </a:r>
          </a:p>
          <a:p>
            <a:pPr marL="0" marR="0">
              <a:lnSpc>
                <a:spcPct val="150000"/>
              </a:lnSpc>
              <a:spcBef>
                <a:spcPts val="0"/>
              </a:spcBef>
              <a:spcAft>
                <a:spcPts val="0"/>
              </a:spcAft>
            </a:pPr>
            <a:r>
              <a:rPr lang="en-US" altLang="zh-CN" sz="2000" dirty="0">
                <a:effectLst/>
                <a:latin typeface="方正屏显雅宋_GBK" panose="02010600010101010101" pitchFamily="2" charset="-122"/>
                <a:ea typeface="方正屏显雅宋_GBK" panose="02010600010101010101" pitchFamily="2" charset="-122"/>
              </a:rPr>
              <a:t>【</a:t>
            </a:r>
            <a:r>
              <a:rPr lang="zh-CN" altLang="en-US" sz="2000" dirty="0">
                <a:effectLst/>
                <a:latin typeface="方正屏显雅宋_GBK" panose="02010600010101010101" pitchFamily="2" charset="-122"/>
                <a:ea typeface="方正屏显雅宋_GBK" panose="02010600010101010101" pitchFamily="2" charset="-122"/>
              </a:rPr>
              <a:t>彼前</a:t>
            </a:r>
            <a:r>
              <a:rPr lang="en-US" altLang="zh-CN" sz="2000" dirty="0">
                <a:effectLst/>
                <a:latin typeface="方正屏显雅宋_GBK" panose="02010600010101010101" pitchFamily="2" charset="-122"/>
                <a:ea typeface="方正屏显雅宋_GBK" panose="02010600010101010101" pitchFamily="2" charset="-122"/>
              </a:rPr>
              <a:t>2:19】</a:t>
            </a:r>
            <a:r>
              <a:rPr lang="zh-CN" altLang="en-US" sz="2000" dirty="0">
                <a:effectLst/>
                <a:latin typeface="方正屏显雅宋_GBK" panose="02010600010101010101" pitchFamily="2" charset="-122"/>
                <a:ea typeface="方正屏显雅宋_GBK" panose="02010600010101010101" pitchFamily="2" charset="-122"/>
              </a:rPr>
              <a:t>倘若人为</a:t>
            </a:r>
            <a:r>
              <a:rPr lang="zh-CN" altLang="en-US" sz="2000" dirty="0">
                <a:latin typeface="方正屏显雅宋_GBK" panose="02010600010101010101" pitchFamily="2" charset="-122"/>
                <a:ea typeface="方正屏显雅宋_GBK" panose="02010600010101010101" pitchFamily="2" charset="-122"/>
              </a:rPr>
              <a:t>叫良心对得住　神</a:t>
            </a:r>
            <a:r>
              <a:rPr lang="zh-CN" altLang="en-US" sz="2000" dirty="0">
                <a:effectLst/>
                <a:latin typeface="方正屏显雅宋_GBK" panose="02010600010101010101" pitchFamily="2" charset="-122"/>
                <a:ea typeface="方正屏显雅宋_GBK" panose="02010600010101010101" pitchFamily="2" charset="-122"/>
              </a:rPr>
              <a:t>，就</a:t>
            </a:r>
            <a:r>
              <a:rPr lang="zh-CN" altLang="en-US" sz="2000" b="1" dirty="0">
                <a:solidFill>
                  <a:srgbClr val="7030A0"/>
                </a:solidFill>
                <a:latin typeface="方正屏显雅宋_GBK" panose="02010600010101010101" pitchFamily="2" charset="-122"/>
                <a:ea typeface="方正屏显雅宋_GBK" panose="02010600010101010101" pitchFamily="2" charset="-122"/>
              </a:rPr>
              <a:t>忍受冤屈的苦楚</a:t>
            </a:r>
            <a:r>
              <a:rPr lang="zh-CN" altLang="en-US" sz="2000" dirty="0">
                <a:effectLst/>
                <a:latin typeface="方正屏显雅宋_GBK" panose="02010600010101010101" pitchFamily="2" charset="-122"/>
                <a:ea typeface="方正屏显雅宋_GBK" panose="02010600010101010101" pitchFamily="2" charset="-122"/>
              </a:rPr>
              <a:t>，这是</a:t>
            </a:r>
            <a:r>
              <a:rPr lang="zh-CN" altLang="en-US" sz="2000" b="1" dirty="0">
                <a:solidFill>
                  <a:srgbClr val="0070C0"/>
                </a:solidFill>
                <a:effectLst/>
                <a:latin typeface="方正屏显雅宋_GBK" panose="02010600010101010101" pitchFamily="2" charset="-122"/>
                <a:ea typeface="方正屏显雅宋_GBK" panose="02010600010101010101" pitchFamily="2" charset="-122"/>
              </a:rPr>
              <a:t>可喜爱的</a:t>
            </a:r>
            <a:r>
              <a:rPr lang="zh-CN" altLang="en-US" sz="2000" dirty="0">
                <a:effectLst/>
                <a:latin typeface="方正屏显雅宋_GBK" panose="02010600010101010101" pitchFamily="2" charset="-122"/>
                <a:ea typeface="方正屏显雅宋_GBK" panose="02010600010101010101" pitchFamily="2" charset="-122"/>
              </a:rPr>
              <a:t>。</a:t>
            </a:r>
          </a:p>
          <a:p>
            <a:pPr marL="0" marR="0">
              <a:lnSpc>
                <a:spcPct val="150000"/>
              </a:lnSpc>
              <a:spcBef>
                <a:spcPts val="0"/>
              </a:spcBef>
              <a:spcAft>
                <a:spcPts val="0"/>
              </a:spcAft>
            </a:pPr>
            <a:r>
              <a:rPr lang="en-US" altLang="zh-CN" sz="2000" dirty="0">
                <a:effectLst/>
                <a:latin typeface="方正屏显雅宋_GBK" panose="02010600010101010101" pitchFamily="2" charset="-122"/>
                <a:ea typeface="方正屏显雅宋_GBK" panose="02010600010101010101" pitchFamily="2" charset="-122"/>
              </a:rPr>
              <a:t>【</a:t>
            </a:r>
            <a:r>
              <a:rPr lang="zh-CN" altLang="en-US" sz="2000" dirty="0">
                <a:effectLst/>
                <a:latin typeface="方正屏显雅宋_GBK" panose="02010600010101010101" pitchFamily="2" charset="-122"/>
                <a:ea typeface="方正屏显雅宋_GBK" panose="02010600010101010101" pitchFamily="2" charset="-122"/>
              </a:rPr>
              <a:t>彼前</a:t>
            </a:r>
            <a:r>
              <a:rPr lang="en-US" altLang="zh-CN" sz="2000" dirty="0">
                <a:effectLst/>
                <a:latin typeface="方正屏显雅宋_GBK" panose="02010600010101010101" pitchFamily="2" charset="-122"/>
                <a:ea typeface="方正屏显雅宋_GBK" panose="02010600010101010101" pitchFamily="2" charset="-122"/>
              </a:rPr>
              <a:t>2:20】</a:t>
            </a:r>
            <a:r>
              <a:rPr lang="zh-CN" altLang="en-US" sz="2000" dirty="0">
                <a:effectLst/>
                <a:latin typeface="方正屏显雅宋_GBK" panose="02010600010101010101" pitchFamily="2" charset="-122"/>
                <a:ea typeface="方正屏显雅宋_GBK" panose="02010600010101010101" pitchFamily="2" charset="-122"/>
              </a:rPr>
              <a:t>你们若因犯罪受责打，能忍耐，有什么可夸的呢？但你们若因</a:t>
            </a:r>
            <a:r>
              <a:rPr lang="zh-CN" altLang="en-US" sz="2000" b="1" dirty="0">
                <a:solidFill>
                  <a:srgbClr val="7030A0"/>
                </a:solidFill>
                <a:latin typeface="方正屏显雅宋_GBK" panose="02010600010101010101" pitchFamily="2" charset="-122"/>
                <a:ea typeface="方正屏显雅宋_GBK" panose="02010600010101010101" pitchFamily="2" charset="-122"/>
              </a:rPr>
              <a:t>行善</a:t>
            </a:r>
            <a:r>
              <a:rPr lang="zh-CN" altLang="en-US" sz="2000" b="1" dirty="0">
                <a:solidFill>
                  <a:srgbClr val="7030A0"/>
                </a:solidFill>
                <a:effectLst/>
                <a:latin typeface="方正屏显雅宋_GBK" panose="02010600010101010101" pitchFamily="2" charset="-122"/>
                <a:ea typeface="方正屏显雅宋_GBK" panose="02010600010101010101" pitchFamily="2" charset="-122"/>
              </a:rPr>
              <a:t>受苦，能忍耐</a:t>
            </a:r>
            <a:r>
              <a:rPr lang="zh-CN" altLang="en-US" sz="2000" dirty="0">
                <a:effectLst/>
                <a:latin typeface="方正屏显雅宋_GBK" panose="02010600010101010101" pitchFamily="2" charset="-122"/>
                <a:ea typeface="方正屏显雅宋_GBK" panose="02010600010101010101" pitchFamily="2" charset="-122"/>
              </a:rPr>
              <a:t>，这在　神看是</a:t>
            </a:r>
            <a:r>
              <a:rPr lang="zh-CN" altLang="en-US" sz="2000" b="1" dirty="0">
                <a:solidFill>
                  <a:srgbClr val="0070C0"/>
                </a:solidFill>
                <a:latin typeface="方正屏显雅宋_GBK" panose="02010600010101010101" pitchFamily="2" charset="-122"/>
                <a:ea typeface="方正屏显雅宋_GBK" panose="02010600010101010101" pitchFamily="2" charset="-122"/>
              </a:rPr>
              <a:t>可喜爱的</a:t>
            </a:r>
            <a:r>
              <a:rPr lang="zh-CN" altLang="en-US" sz="2000" dirty="0">
                <a:effectLst/>
                <a:latin typeface="方正屏显雅宋_GBK" panose="02010600010101010101" pitchFamily="2" charset="-122"/>
                <a:ea typeface="方正屏显雅宋_GBK" panose="02010600010101010101" pitchFamily="2" charset="-122"/>
              </a:rPr>
              <a:t>。</a:t>
            </a:r>
          </a:p>
          <a:p>
            <a:pPr marL="0" marR="0">
              <a:lnSpc>
                <a:spcPct val="150000"/>
              </a:lnSpc>
              <a:spcBef>
                <a:spcPts val="0"/>
              </a:spcBef>
              <a:spcAft>
                <a:spcPts val="0"/>
              </a:spcAft>
            </a:pPr>
            <a:r>
              <a:rPr lang="en-US" altLang="zh-CN" sz="2000" dirty="0">
                <a:effectLst/>
                <a:latin typeface="方正屏显雅宋_GBK" panose="02010600010101010101" pitchFamily="2" charset="-122"/>
                <a:ea typeface="方正屏显雅宋_GBK" panose="02010600010101010101" pitchFamily="2" charset="-122"/>
              </a:rPr>
              <a:t>【</a:t>
            </a:r>
            <a:r>
              <a:rPr lang="zh-CN" altLang="en-US" sz="2000" dirty="0">
                <a:effectLst/>
                <a:latin typeface="方正屏显雅宋_GBK" panose="02010600010101010101" pitchFamily="2" charset="-122"/>
                <a:ea typeface="方正屏显雅宋_GBK" panose="02010600010101010101" pitchFamily="2" charset="-122"/>
              </a:rPr>
              <a:t>彼前</a:t>
            </a:r>
            <a:r>
              <a:rPr lang="en-US" altLang="zh-CN" sz="2000" dirty="0">
                <a:effectLst/>
                <a:latin typeface="方正屏显雅宋_GBK" panose="02010600010101010101" pitchFamily="2" charset="-122"/>
                <a:ea typeface="方正屏显雅宋_GBK" panose="02010600010101010101" pitchFamily="2" charset="-122"/>
              </a:rPr>
              <a:t>2:21】</a:t>
            </a:r>
            <a:r>
              <a:rPr lang="zh-CN" altLang="en-US" sz="2000" dirty="0">
                <a:effectLst/>
                <a:latin typeface="方正屏显雅宋_GBK" panose="02010600010101010101" pitchFamily="2" charset="-122"/>
                <a:ea typeface="方正屏显雅宋_GBK" panose="02010600010101010101" pitchFamily="2" charset="-122"/>
              </a:rPr>
              <a:t>你们蒙召原是</a:t>
            </a:r>
            <a:r>
              <a:rPr lang="zh-CN" altLang="en-US" sz="2800" b="1" dirty="0">
                <a:solidFill>
                  <a:srgbClr val="203E80"/>
                </a:solidFill>
                <a:effectLst/>
                <a:latin typeface="方正屏显雅宋_GBK" panose="02010600010101010101" pitchFamily="2" charset="-122"/>
                <a:ea typeface="方正屏显雅宋_GBK" panose="02010600010101010101" pitchFamily="2" charset="-122"/>
              </a:rPr>
              <a:t>为此</a:t>
            </a:r>
            <a:r>
              <a:rPr lang="zh-CN" altLang="en-US" sz="2000" dirty="0">
                <a:effectLst/>
                <a:latin typeface="方正屏显雅宋_GBK" panose="02010600010101010101" pitchFamily="2" charset="-122"/>
                <a:ea typeface="方正屏显雅宋_GBK" panose="02010600010101010101" pitchFamily="2" charset="-122"/>
              </a:rPr>
              <a:t>，因基督也</a:t>
            </a:r>
            <a:r>
              <a:rPr lang="zh-CN" altLang="en-US" sz="2000" b="1" dirty="0">
                <a:solidFill>
                  <a:srgbClr val="C00000"/>
                </a:solidFill>
                <a:effectLst/>
                <a:latin typeface="方正屏显雅宋_GBK" panose="02010600010101010101" pitchFamily="2" charset="-122"/>
                <a:ea typeface="方正屏显雅宋_GBK" panose="02010600010101010101" pitchFamily="2" charset="-122"/>
              </a:rPr>
              <a:t>为你们受过苦</a:t>
            </a:r>
            <a:r>
              <a:rPr lang="zh-CN" altLang="en-US" sz="2000" dirty="0">
                <a:effectLst/>
                <a:latin typeface="方正屏显雅宋_GBK" panose="02010600010101010101" pitchFamily="2" charset="-122"/>
                <a:ea typeface="方正屏显雅宋_GBK" panose="02010600010101010101" pitchFamily="2" charset="-122"/>
              </a:rPr>
              <a:t>，给你们留下</a:t>
            </a:r>
            <a:r>
              <a:rPr lang="zh-CN" altLang="en-US" sz="2000" b="1" dirty="0">
                <a:solidFill>
                  <a:srgbClr val="C00000"/>
                </a:solidFill>
                <a:effectLst/>
                <a:latin typeface="方正屏显雅宋_GBK" panose="02010600010101010101" pitchFamily="2" charset="-122"/>
                <a:ea typeface="方正屏显雅宋_GBK" panose="02010600010101010101" pitchFamily="2" charset="-122"/>
              </a:rPr>
              <a:t>榜样</a:t>
            </a:r>
            <a:r>
              <a:rPr lang="zh-CN" altLang="en-US" sz="2000" dirty="0">
                <a:effectLst/>
                <a:latin typeface="方正屏显雅宋_GBK" panose="02010600010101010101" pitchFamily="2" charset="-122"/>
                <a:ea typeface="方正屏显雅宋_GBK" panose="02010600010101010101" pitchFamily="2" charset="-122"/>
              </a:rPr>
              <a:t>，叫你们</a:t>
            </a:r>
            <a:r>
              <a:rPr lang="zh-CN" altLang="en-US" sz="2000" b="1" dirty="0">
                <a:solidFill>
                  <a:srgbClr val="00B050"/>
                </a:solidFill>
                <a:effectLst/>
                <a:latin typeface="方正屏显雅宋_GBK" panose="02010600010101010101" pitchFamily="2" charset="-122"/>
                <a:ea typeface="方正屏显雅宋_GBK" panose="02010600010101010101" pitchFamily="2" charset="-122"/>
              </a:rPr>
              <a:t>跟随他的脚踪行</a:t>
            </a:r>
            <a:r>
              <a:rPr lang="zh-CN" altLang="en-US" sz="2000" dirty="0">
                <a:effectLst/>
                <a:latin typeface="方正屏显雅宋_GBK" panose="02010600010101010101" pitchFamily="2" charset="-122"/>
                <a:ea typeface="方正屏显雅宋_GBK" panose="02010600010101010101" pitchFamily="2" charset="-122"/>
              </a:rPr>
              <a:t>。</a:t>
            </a:r>
          </a:p>
          <a:p>
            <a:pPr marL="0" marR="0">
              <a:lnSpc>
                <a:spcPct val="150000"/>
              </a:lnSpc>
              <a:spcBef>
                <a:spcPts val="0"/>
              </a:spcBef>
              <a:spcAft>
                <a:spcPts val="0"/>
              </a:spcAft>
            </a:pPr>
            <a:r>
              <a:rPr lang="en-US" altLang="zh-CN" sz="2000" dirty="0">
                <a:effectLst/>
                <a:latin typeface="方正屏显雅宋_GBK" panose="02010600010101010101" pitchFamily="2" charset="-122"/>
                <a:ea typeface="方正屏显雅宋_GBK" panose="02010600010101010101" pitchFamily="2" charset="-122"/>
              </a:rPr>
              <a:t>【</a:t>
            </a:r>
            <a:r>
              <a:rPr lang="zh-CN" altLang="en-US" sz="2000" dirty="0">
                <a:effectLst/>
                <a:latin typeface="方正屏显雅宋_GBK" panose="02010600010101010101" pitchFamily="2" charset="-122"/>
                <a:ea typeface="方正屏显雅宋_GBK" panose="02010600010101010101" pitchFamily="2" charset="-122"/>
              </a:rPr>
              <a:t>彼前</a:t>
            </a:r>
            <a:r>
              <a:rPr lang="en-US" altLang="zh-CN" sz="2000" dirty="0">
                <a:effectLst/>
                <a:latin typeface="方正屏显雅宋_GBK" panose="02010600010101010101" pitchFamily="2" charset="-122"/>
                <a:ea typeface="方正屏显雅宋_GBK" panose="02010600010101010101" pitchFamily="2" charset="-122"/>
              </a:rPr>
              <a:t>2:22】</a:t>
            </a:r>
            <a:r>
              <a:rPr lang="zh-CN" altLang="en-US" sz="2000" dirty="0">
                <a:effectLst/>
                <a:latin typeface="方正屏显雅宋_GBK" panose="02010600010101010101" pitchFamily="2" charset="-122"/>
                <a:ea typeface="方正屏显雅宋_GBK" panose="02010600010101010101" pitchFamily="2" charset="-122"/>
              </a:rPr>
              <a:t>他并没有犯罪，</a:t>
            </a:r>
            <a:r>
              <a:rPr lang="zh-CN" altLang="en-US" sz="2000" b="1" dirty="0">
                <a:solidFill>
                  <a:schemeClr val="tx2">
                    <a:lumMod val="50000"/>
                  </a:schemeClr>
                </a:solidFill>
                <a:effectLst/>
                <a:latin typeface="方正屏显雅宋_GBK" panose="02010600010101010101" pitchFamily="2" charset="-122"/>
                <a:ea typeface="方正屏显雅宋_GBK" panose="02010600010101010101" pitchFamily="2" charset="-122"/>
              </a:rPr>
              <a:t>口</a:t>
            </a:r>
            <a:r>
              <a:rPr lang="zh-CN" altLang="en-US" sz="2000" dirty="0">
                <a:effectLst/>
                <a:latin typeface="方正屏显雅宋_GBK" panose="02010600010101010101" pitchFamily="2" charset="-122"/>
                <a:ea typeface="方正屏显雅宋_GBK" panose="02010600010101010101" pitchFamily="2" charset="-122"/>
              </a:rPr>
              <a:t>里也没有诡诈。</a:t>
            </a:r>
          </a:p>
          <a:p>
            <a:pPr marL="0" marR="0">
              <a:lnSpc>
                <a:spcPct val="150000"/>
              </a:lnSpc>
              <a:spcBef>
                <a:spcPts val="0"/>
              </a:spcBef>
              <a:spcAft>
                <a:spcPts val="0"/>
              </a:spcAft>
            </a:pPr>
            <a:r>
              <a:rPr lang="en-US" altLang="zh-CN" sz="2000" dirty="0">
                <a:effectLst/>
                <a:latin typeface="方正屏显雅宋_GBK" panose="02010600010101010101" pitchFamily="2" charset="-122"/>
                <a:ea typeface="方正屏显雅宋_GBK" panose="02010600010101010101" pitchFamily="2" charset="-122"/>
              </a:rPr>
              <a:t>【</a:t>
            </a:r>
            <a:r>
              <a:rPr lang="zh-CN" altLang="en-US" sz="2000" dirty="0">
                <a:effectLst/>
                <a:latin typeface="方正屏显雅宋_GBK" panose="02010600010101010101" pitchFamily="2" charset="-122"/>
                <a:ea typeface="方正屏显雅宋_GBK" panose="02010600010101010101" pitchFamily="2" charset="-122"/>
              </a:rPr>
              <a:t>彼前</a:t>
            </a:r>
            <a:r>
              <a:rPr lang="en-US" altLang="zh-CN" sz="2000" dirty="0">
                <a:effectLst/>
                <a:latin typeface="方正屏显雅宋_GBK" panose="02010600010101010101" pitchFamily="2" charset="-122"/>
                <a:ea typeface="方正屏显雅宋_GBK" panose="02010600010101010101" pitchFamily="2" charset="-122"/>
              </a:rPr>
              <a:t>2:23】</a:t>
            </a:r>
            <a:r>
              <a:rPr lang="zh-CN" altLang="en-US" sz="2000" dirty="0">
                <a:effectLst/>
                <a:latin typeface="方正屏显雅宋_GBK" panose="02010600010101010101" pitchFamily="2" charset="-122"/>
                <a:ea typeface="方正屏显雅宋_GBK" panose="02010600010101010101" pitchFamily="2" charset="-122"/>
              </a:rPr>
              <a:t>他被骂不还</a:t>
            </a:r>
            <a:r>
              <a:rPr lang="zh-CN" altLang="en-US" sz="2000" b="1" dirty="0">
                <a:solidFill>
                  <a:schemeClr val="tx2">
                    <a:lumMod val="50000"/>
                  </a:schemeClr>
                </a:solidFill>
                <a:latin typeface="方正屏显雅宋_GBK" panose="02010600010101010101" pitchFamily="2" charset="-122"/>
                <a:ea typeface="方正屏显雅宋_GBK" panose="02010600010101010101" pitchFamily="2" charset="-122"/>
              </a:rPr>
              <a:t>口</a:t>
            </a:r>
            <a:r>
              <a:rPr lang="zh-CN" altLang="en-US" sz="2000" dirty="0">
                <a:effectLst/>
                <a:latin typeface="方正屏显雅宋_GBK" panose="02010600010101010101" pitchFamily="2" charset="-122"/>
                <a:ea typeface="方正屏显雅宋_GBK" panose="02010600010101010101" pitchFamily="2" charset="-122"/>
              </a:rPr>
              <a:t>，受害不说威吓的话，只将自己交托那按公义审判人的主。</a:t>
            </a:r>
          </a:p>
          <a:p>
            <a:pPr marL="0" marR="0">
              <a:lnSpc>
                <a:spcPct val="150000"/>
              </a:lnSpc>
              <a:spcBef>
                <a:spcPts val="0"/>
              </a:spcBef>
              <a:spcAft>
                <a:spcPts val="0"/>
              </a:spcAft>
            </a:pPr>
            <a:r>
              <a:rPr lang="en-US" altLang="zh-CN" sz="2000" dirty="0">
                <a:effectLst/>
                <a:latin typeface="方正屏显雅宋_GBK" panose="02010600010101010101" pitchFamily="2" charset="-122"/>
                <a:ea typeface="方正屏显雅宋_GBK" panose="02010600010101010101" pitchFamily="2" charset="-122"/>
              </a:rPr>
              <a:t>【</a:t>
            </a:r>
            <a:r>
              <a:rPr lang="zh-CN" altLang="en-US" sz="2000" dirty="0">
                <a:effectLst/>
                <a:latin typeface="方正屏显雅宋_GBK" panose="02010600010101010101" pitchFamily="2" charset="-122"/>
                <a:ea typeface="方正屏显雅宋_GBK" panose="02010600010101010101" pitchFamily="2" charset="-122"/>
              </a:rPr>
              <a:t>彼前</a:t>
            </a:r>
            <a:r>
              <a:rPr lang="en-US" altLang="zh-CN" sz="2000" dirty="0">
                <a:effectLst/>
                <a:latin typeface="方正屏显雅宋_GBK" panose="02010600010101010101" pitchFamily="2" charset="-122"/>
                <a:ea typeface="方正屏显雅宋_GBK" panose="02010600010101010101" pitchFamily="2" charset="-122"/>
              </a:rPr>
              <a:t>2:24】</a:t>
            </a:r>
            <a:r>
              <a:rPr lang="zh-CN" altLang="en-US" sz="2000" dirty="0">
                <a:effectLst/>
                <a:latin typeface="方正屏显雅宋_GBK" panose="02010600010101010101" pitchFamily="2" charset="-122"/>
                <a:ea typeface="方正屏显雅宋_GBK" panose="02010600010101010101" pitchFamily="2" charset="-122"/>
              </a:rPr>
              <a:t>他被挂在木头上，亲身担当了</a:t>
            </a:r>
            <a:r>
              <a:rPr lang="zh-CN" altLang="en-US" sz="2000" b="1" dirty="0">
                <a:solidFill>
                  <a:srgbClr val="FFC000"/>
                </a:solidFill>
                <a:effectLst/>
                <a:latin typeface="方正屏显雅宋_GBK" panose="02010600010101010101" pitchFamily="2" charset="-122"/>
                <a:ea typeface="方正屏显雅宋_GBK" panose="02010600010101010101" pitchFamily="2" charset="-122"/>
              </a:rPr>
              <a:t>我们的罪</a:t>
            </a:r>
            <a:r>
              <a:rPr lang="zh-CN" altLang="en-US" sz="2000" dirty="0">
                <a:effectLst/>
                <a:latin typeface="方正屏显雅宋_GBK" panose="02010600010101010101" pitchFamily="2" charset="-122"/>
                <a:ea typeface="方正屏显雅宋_GBK" panose="02010600010101010101" pitchFamily="2" charset="-122"/>
              </a:rPr>
              <a:t>，使我们既然在罪上死，就得以在义上活。因他受的鞭伤，你们便</a:t>
            </a:r>
            <a:r>
              <a:rPr lang="zh-CN" altLang="en-US" sz="2000" b="1" dirty="0">
                <a:solidFill>
                  <a:srgbClr val="FFC000"/>
                </a:solidFill>
                <a:effectLst/>
                <a:latin typeface="方正屏显雅宋_GBK" panose="02010600010101010101" pitchFamily="2" charset="-122"/>
                <a:ea typeface="方正屏显雅宋_GBK" panose="02010600010101010101" pitchFamily="2" charset="-122"/>
              </a:rPr>
              <a:t>得了医治</a:t>
            </a:r>
            <a:r>
              <a:rPr lang="zh-CN" altLang="en-US" sz="2000" dirty="0">
                <a:effectLst/>
                <a:latin typeface="方正屏显雅宋_GBK" panose="02010600010101010101" pitchFamily="2" charset="-122"/>
                <a:ea typeface="方正屏显雅宋_GBK" panose="02010600010101010101" pitchFamily="2" charset="-122"/>
              </a:rPr>
              <a:t>。</a:t>
            </a:r>
          </a:p>
          <a:p>
            <a:pPr marL="0" marR="0">
              <a:lnSpc>
                <a:spcPct val="150000"/>
              </a:lnSpc>
              <a:spcBef>
                <a:spcPts val="0"/>
              </a:spcBef>
              <a:spcAft>
                <a:spcPts val="0"/>
              </a:spcAft>
            </a:pPr>
            <a:r>
              <a:rPr lang="en-US" altLang="zh-CN" sz="2000" dirty="0">
                <a:effectLst/>
                <a:latin typeface="方正屏显雅宋_GBK" panose="02010600010101010101" pitchFamily="2" charset="-122"/>
                <a:ea typeface="方正屏显雅宋_GBK" panose="02010600010101010101" pitchFamily="2" charset="-122"/>
              </a:rPr>
              <a:t>【</a:t>
            </a:r>
            <a:r>
              <a:rPr lang="zh-CN" altLang="en-US" sz="2000" dirty="0">
                <a:effectLst/>
                <a:latin typeface="方正屏显雅宋_GBK" panose="02010600010101010101" pitchFamily="2" charset="-122"/>
                <a:ea typeface="方正屏显雅宋_GBK" panose="02010600010101010101" pitchFamily="2" charset="-122"/>
              </a:rPr>
              <a:t>彼前</a:t>
            </a:r>
            <a:r>
              <a:rPr lang="en-US" altLang="zh-CN" sz="2000" dirty="0">
                <a:effectLst/>
                <a:latin typeface="方正屏显雅宋_GBK" panose="02010600010101010101" pitchFamily="2" charset="-122"/>
                <a:ea typeface="方正屏显雅宋_GBK" panose="02010600010101010101" pitchFamily="2" charset="-122"/>
              </a:rPr>
              <a:t>2:25】</a:t>
            </a:r>
            <a:r>
              <a:rPr lang="zh-CN" altLang="en-US" sz="2000" dirty="0">
                <a:effectLst/>
                <a:latin typeface="方正屏显雅宋_GBK" panose="02010600010101010101" pitchFamily="2" charset="-122"/>
                <a:ea typeface="方正屏显雅宋_GBK" panose="02010600010101010101" pitchFamily="2" charset="-122"/>
              </a:rPr>
              <a:t>你们</a:t>
            </a:r>
            <a:r>
              <a:rPr lang="zh-CN" altLang="en-US" sz="2000" b="1" dirty="0">
                <a:solidFill>
                  <a:schemeClr val="accent5"/>
                </a:solidFill>
                <a:effectLst/>
                <a:latin typeface="方正屏显雅宋_GBK" panose="02010600010101010101" pitchFamily="2" charset="-122"/>
                <a:ea typeface="方正屏显雅宋_GBK" panose="02010600010101010101" pitchFamily="2" charset="-122"/>
              </a:rPr>
              <a:t>从前</a:t>
            </a:r>
            <a:r>
              <a:rPr lang="zh-CN" altLang="en-US" sz="2000" dirty="0">
                <a:effectLst/>
                <a:latin typeface="方正屏显雅宋_GBK" panose="02010600010101010101" pitchFamily="2" charset="-122"/>
                <a:ea typeface="方正屏显雅宋_GBK" panose="02010600010101010101" pitchFamily="2" charset="-122"/>
              </a:rPr>
              <a:t>好像迷路的羊，</a:t>
            </a:r>
            <a:r>
              <a:rPr lang="zh-CN" altLang="en-US" sz="2000" b="1" dirty="0">
                <a:solidFill>
                  <a:schemeClr val="accent5"/>
                </a:solidFill>
                <a:effectLst/>
                <a:latin typeface="方正屏显雅宋_GBK" panose="02010600010101010101" pitchFamily="2" charset="-122"/>
                <a:ea typeface="方正屏显雅宋_GBK" panose="02010600010101010101" pitchFamily="2" charset="-122"/>
              </a:rPr>
              <a:t>如今</a:t>
            </a:r>
            <a:r>
              <a:rPr lang="zh-CN" altLang="en-US" sz="2000" dirty="0">
                <a:effectLst/>
                <a:latin typeface="方正屏显雅宋_GBK" panose="02010600010101010101" pitchFamily="2" charset="-122"/>
                <a:ea typeface="方正屏显雅宋_GBK" panose="02010600010101010101" pitchFamily="2" charset="-122"/>
              </a:rPr>
              <a:t>却归到你们灵魂的牧人监督了。</a:t>
            </a:r>
            <a:endParaRPr lang="zh-CN" altLang="zh-CN" sz="2000" dirty="0">
              <a:effectLst/>
              <a:latin typeface="方正屏显雅宋_GBK" panose="02010600010101010101" pitchFamily="2" charset="-122"/>
              <a:ea typeface="方正屏显雅宋_GBK" panose="02010600010101010101" pitchFamily="2" charset="-122"/>
            </a:endParaRPr>
          </a:p>
        </p:txBody>
      </p:sp>
      <p:sp>
        <p:nvSpPr>
          <p:cNvPr id="2" name="文本框 1">
            <a:extLst>
              <a:ext uri="{FF2B5EF4-FFF2-40B4-BE49-F238E27FC236}">
                <a16:creationId xmlns:a16="http://schemas.microsoft.com/office/drawing/2014/main" id="{53C68EE7-41FE-2CC1-43AA-4550BE2DFCEE}"/>
              </a:ext>
            </a:extLst>
          </p:cNvPr>
          <p:cNvSpPr txBox="1"/>
          <p:nvPr>
            <p:custDataLst>
              <p:tags r:id="rId2"/>
            </p:custDataLst>
          </p:nvPr>
        </p:nvSpPr>
        <p:spPr>
          <a:xfrm>
            <a:off x="6557054" y="130968"/>
            <a:ext cx="5634946" cy="830997"/>
          </a:xfrm>
          <a:prstGeom prst="rect">
            <a:avLst/>
          </a:prstGeom>
          <a:noFill/>
        </p:spPr>
        <p:txBody>
          <a:bodyPr wrap="square" rtlCol="0">
            <a:spAutoFit/>
          </a:bodyPr>
          <a:lstStyle/>
          <a:p>
            <a:pPr>
              <a:spcAft>
                <a:spcPts val="600"/>
              </a:spcAft>
            </a:pPr>
            <a:r>
              <a:rPr lang="zh-CN" altLang="en-US" sz="4800" b="1" dirty="0">
                <a:solidFill>
                  <a:schemeClr val="tx1">
                    <a:lumMod val="85000"/>
                    <a:lumOff val="15000"/>
                  </a:schemeClr>
                </a:solidFill>
                <a:cs typeface="+mn-ea"/>
                <a:sym typeface="+mn-lt"/>
              </a:rPr>
              <a:t>经文：彼前二</a:t>
            </a:r>
            <a:r>
              <a:rPr lang="en-US" altLang="zh-CN" sz="4800" b="1" dirty="0"/>
              <a:t>18~25</a:t>
            </a:r>
            <a:endParaRPr lang="zh-CN" altLang="zh-CN" sz="4800"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0" y="2779463"/>
            <a:ext cx="4065490" cy="1679947"/>
          </a:xfrm>
          <a:prstGeom prst="rect">
            <a:avLst/>
          </a:prstGeom>
          <a:noFill/>
        </p:spPr>
        <p:txBody>
          <a:bodyPr wrap="square" rtlCol="0" anchor="t">
            <a:spAutoFit/>
          </a:bodyPr>
          <a:lstStyle/>
          <a:p>
            <a:pPr indent="266700" algn="just">
              <a:lnSpc>
                <a:spcPct val="200000"/>
              </a:lnSpc>
              <a:buNone/>
            </a:pPr>
            <a:r>
              <a:rPr lang="zh-CN" altLang="zh-CN" sz="1800" kern="1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第一段：</a:t>
            </a:r>
            <a:r>
              <a:rPr lang="en-US" altLang="zh-CN" sz="1800" kern="1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18~20</a:t>
            </a:r>
            <a:r>
              <a:rPr lang="zh-CN" altLang="zh-CN" sz="1800" kern="1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节，神所喜爱的。</a:t>
            </a:r>
          </a:p>
          <a:p>
            <a:pPr indent="266700" algn="just">
              <a:lnSpc>
                <a:spcPct val="200000"/>
              </a:lnSpc>
              <a:buNone/>
            </a:pPr>
            <a:r>
              <a:rPr lang="zh-CN" altLang="zh-CN" sz="1800" kern="1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第二段：</a:t>
            </a:r>
            <a:r>
              <a:rPr lang="en-US" altLang="zh-CN" sz="1800" kern="1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21~24</a:t>
            </a:r>
            <a:r>
              <a:rPr lang="zh-CN" altLang="zh-CN" sz="1800" kern="1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节，基督为榜样。</a:t>
            </a:r>
          </a:p>
          <a:p>
            <a:pPr indent="266700" algn="just">
              <a:lnSpc>
                <a:spcPct val="200000"/>
              </a:lnSpc>
            </a:pPr>
            <a:r>
              <a:rPr lang="zh-CN" altLang="zh-CN" sz="1800" kern="1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第三段：</a:t>
            </a:r>
            <a:r>
              <a:rPr lang="en-US" altLang="zh-CN" sz="1800" kern="1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25</a:t>
            </a:r>
            <a:r>
              <a:rPr lang="zh-CN" altLang="zh-CN" sz="1800" kern="1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节，被神所爱的我们。</a:t>
            </a:r>
          </a:p>
        </p:txBody>
      </p:sp>
      <p:cxnSp>
        <p:nvCxnSpPr>
          <p:cNvPr id="5" name="直接连接符 4">
            <a:extLst>
              <a:ext uri="{FF2B5EF4-FFF2-40B4-BE49-F238E27FC236}">
                <a16:creationId xmlns:a16="http://schemas.microsoft.com/office/drawing/2014/main" id="{9CA26DAA-ACC3-E965-66E4-F6A39B93A5B3}"/>
              </a:ext>
            </a:extLst>
          </p:cNvPr>
          <p:cNvCxnSpPr/>
          <p:nvPr/>
        </p:nvCxnSpPr>
        <p:spPr>
          <a:xfrm>
            <a:off x="4057177" y="1311965"/>
            <a:ext cx="0" cy="4544291"/>
          </a:xfrm>
          <a:prstGeom prst="line">
            <a:avLst/>
          </a:prstGeom>
        </p:spPr>
        <p:style>
          <a:lnRef idx="1">
            <a:schemeClr val="accent1"/>
          </a:lnRef>
          <a:fillRef idx="0">
            <a:schemeClr val="accent1"/>
          </a:fillRef>
          <a:effectRef idx="0">
            <a:schemeClr val="accent1"/>
          </a:effectRef>
          <a:fontRef idx="minor">
            <a:schemeClr val="tx1"/>
          </a:fontRef>
        </p:style>
      </p:cxnSp>
      <p:grpSp>
        <p:nvGrpSpPr>
          <p:cNvPr id="4" name="组合 3">
            <a:extLst>
              <a:ext uri="{FF2B5EF4-FFF2-40B4-BE49-F238E27FC236}">
                <a16:creationId xmlns:a16="http://schemas.microsoft.com/office/drawing/2014/main" id="{67CFBFED-23BA-58E2-0492-595457A1DA5E}"/>
              </a:ext>
            </a:extLst>
          </p:cNvPr>
          <p:cNvGrpSpPr/>
          <p:nvPr/>
        </p:nvGrpSpPr>
        <p:grpSpPr>
          <a:xfrm>
            <a:off x="4214954" y="1166182"/>
            <a:ext cx="8044002" cy="1767553"/>
            <a:chOff x="-840331" y="460553"/>
            <a:chExt cx="13141717" cy="984957"/>
          </a:xfrm>
        </p:grpSpPr>
        <p:sp>
          <p:nvSpPr>
            <p:cNvPr id="12" name="矩形: 圆角 11">
              <a:extLst>
                <a:ext uri="{FF2B5EF4-FFF2-40B4-BE49-F238E27FC236}">
                  <a16:creationId xmlns:a16="http://schemas.microsoft.com/office/drawing/2014/main" id="{90FC4EF0-0582-7DC7-F53E-9A1A4B9AFC50}"/>
                </a:ext>
              </a:extLst>
            </p:cNvPr>
            <p:cNvSpPr/>
            <p:nvPr/>
          </p:nvSpPr>
          <p:spPr>
            <a:xfrm>
              <a:off x="-840331" y="460553"/>
              <a:ext cx="13032332" cy="984957"/>
            </a:xfrm>
            <a:prstGeom prst="roundRect">
              <a:avLst/>
            </a:prstGeom>
            <a:noFill/>
            <a:ln>
              <a:solidFill>
                <a:srgbClr val="7030A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zh-CN" altLang="en-US" sz="1600">
                <a:latin typeface="方正屏显雅宋_GBK" panose="02010600010101010101" pitchFamily="2" charset="-122"/>
                <a:ea typeface="方正屏显雅宋_GBK" panose="02010600010101010101" pitchFamily="2" charset="-122"/>
              </a:endParaRPr>
            </a:p>
          </p:txBody>
        </p:sp>
        <p:sp>
          <p:nvSpPr>
            <p:cNvPr id="13" name="矩形: 圆角 4">
              <a:extLst>
                <a:ext uri="{FF2B5EF4-FFF2-40B4-BE49-F238E27FC236}">
                  <a16:creationId xmlns:a16="http://schemas.microsoft.com/office/drawing/2014/main" id="{7DAB6BBF-A107-5EDA-C988-F2FCC0FA4ADA}"/>
                </a:ext>
              </a:extLst>
            </p:cNvPr>
            <p:cNvSpPr txBox="1"/>
            <p:nvPr/>
          </p:nvSpPr>
          <p:spPr>
            <a:xfrm>
              <a:off x="-730946" y="479410"/>
              <a:ext cx="13032332" cy="88030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marR="0">
                <a:lnSpc>
                  <a:spcPct val="150000"/>
                </a:lnSpc>
                <a:spcBef>
                  <a:spcPts val="0"/>
                </a:spcBef>
                <a:spcAft>
                  <a:spcPts val="0"/>
                </a:spcAft>
              </a:pPr>
              <a:r>
                <a:rPr lang="en-US" altLang="zh-CN" sz="14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1400" dirty="0">
                  <a:solidFill>
                    <a:schemeClr val="tx1"/>
                  </a:solidFill>
                  <a:effectLst/>
                  <a:latin typeface="方正屏显雅宋_GBK" panose="02010600010101010101" pitchFamily="2" charset="-122"/>
                  <a:ea typeface="方正屏显雅宋_GBK" panose="02010600010101010101" pitchFamily="2" charset="-122"/>
                </a:rPr>
                <a:t>2:18】</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你们作仆人的，凡事要存敬畏的心顺服主人，不但顺服那善良温和的，就是那乖僻的也要顺服。</a:t>
              </a:r>
            </a:p>
            <a:p>
              <a:pPr marL="0" marR="0">
                <a:lnSpc>
                  <a:spcPct val="150000"/>
                </a:lnSpc>
                <a:spcBef>
                  <a:spcPts val="0"/>
                </a:spcBef>
                <a:spcAft>
                  <a:spcPts val="0"/>
                </a:spcAft>
              </a:pPr>
              <a:r>
                <a:rPr lang="en-US" altLang="zh-CN" sz="14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1400" dirty="0">
                  <a:solidFill>
                    <a:schemeClr val="tx1"/>
                  </a:solidFill>
                  <a:effectLst/>
                  <a:latin typeface="方正屏显雅宋_GBK" panose="02010600010101010101" pitchFamily="2" charset="-122"/>
                  <a:ea typeface="方正屏显雅宋_GBK" panose="02010600010101010101" pitchFamily="2" charset="-122"/>
                </a:rPr>
                <a:t>2:19】</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倘若人为叫良心对得住　神，就忍受冤屈的苦楚，这是可喜爱的。</a:t>
              </a:r>
            </a:p>
            <a:p>
              <a:pPr marL="0" marR="0">
                <a:lnSpc>
                  <a:spcPct val="150000"/>
                </a:lnSpc>
                <a:spcBef>
                  <a:spcPts val="0"/>
                </a:spcBef>
                <a:spcAft>
                  <a:spcPts val="0"/>
                </a:spcAft>
              </a:pPr>
              <a:r>
                <a:rPr lang="en-US" altLang="zh-CN" sz="14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1400" dirty="0">
                  <a:solidFill>
                    <a:schemeClr val="tx1"/>
                  </a:solidFill>
                  <a:effectLst/>
                  <a:latin typeface="方正屏显雅宋_GBK" panose="02010600010101010101" pitchFamily="2" charset="-122"/>
                  <a:ea typeface="方正屏显雅宋_GBK" panose="02010600010101010101" pitchFamily="2" charset="-122"/>
                </a:rPr>
                <a:t>2:20】</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你们若因犯罪受责打，能忍耐，有什么可夸的呢？但你们若因行善受苦，能忍耐，这在　神看是可喜爱的。</a:t>
              </a:r>
              <a:endParaRPr lang="en-US" altLang="zh-CN" sz="1400" dirty="0">
                <a:solidFill>
                  <a:schemeClr val="tx1"/>
                </a:solidFill>
                <a:effectLst/>
                <a:latin typeface="方正屏显雅宋_GBK" panose="02010600010101010101" pitchFamily="2" charset="-122"/>
                <a:ea typeface="方正屏显雅宋_GBK" panose="02010600010101010101" pitchFamily="2" charset="-122"/>
              </a:endParaRPr>
            </a:p>
          </p:txBody>
        </p:sp>
      </p:grpSp>
      <p:grpSp>
        <p:nvGrpSpPr>
          <p:cNvPr id="6" name="组合 5">
            <a:extLst>
              <a:ext uri="{FF2B5EF4-FFF2-40B4-BE49-F238E27FC236}">
                <a16:creationId xmlns:a16="http://schemas.microsoft.com/office/drawing/2014/main" id="{56CD5BD2-A0CC-7D0E-3BD1-0613845A3BF3}"/>
              </a:ext>
            </a:extLst>
          </p:cNvPr>
          <p:cNvGrpSpPr/>
          <p:nvPr/>
        </p:nvGrpSpPr>
        <p:grpSpPr>
          <a:xfrm>
            <a:off x="4214952" y="3080245"/>
            <a:ext cx="7977048" cy="1940164"/>
            <a:chOff x="-24865" y="1489018"/>
            <a:chExt cx="12192001" cy="1326662"/>
          </a:xfrm>
        </p:grpSpPr>
        <p:sp>
          <p:nvSpPr>
            <p:cNvPr id="10" name="矩形: 圆角 9">
              <a:extLst>
                <a:ext uri="{FF2B5EF4-FFF2-40B4-BE49-F238E27FC236}">
                  <a16:creationId xmlns:a16="http://schemas.microsoft.com/office/drawing/2014/main" id="{7BEE8677-CFAD-6942-832E-87D52B896121}"/>
                </a:ext>
              </a:extLst>
            </p:cNvPr>
            <p:cNvSpPr/>
            <p:nvPr/>
          </p:nvSpPr>
          <p:spPr>
            <a:xfrm>
              <a:off x="-24865" y="1489018"/>
              <a:ext cx="12192001" cy="1326662"/>
            </a:xfrm>
            <a:prstGeom prst="roundRect">
              <a:avLst/>
            </a:prstGeom>
            <a:noFill/>
            <a:ln w="12700" cap="flat" cmpd="sng" algn="ctr">
              <a:solidFill>
                <a:srgbClr val="C00000"/>
              </a:solidFill>
              <a:prstDash val="solid"/>
              <a:miter lim="800000"/>
            </a:ln>
            <a:effectLst/>
          </p:spPr>
          <p:style>
            <a:lnRef idx="2">
              <a:scrgbClr r="0" g="0" b="0"/>
            </a:lnRef>
            <a:fillRef idx="1">
              <a:scrgbClr r="0" g="0" b="0"/>
            </a:fillRef>
            <a:effectRef idx="0">
              <a:scrgbClr r="0" g="0" b="0"/>
            </a:effectRef>
            <a:fontRef idx="minor">
              <a:schemeClr val="lt1"/>
            </a:fontRef>
          </p:style>
          <p:txBody>
            <a:bodyPr/>
            <a:lstStyle/>
            <a:p>
              <a:endParaRPr lang="zh-CN" altLang="en-US" sz="1200">
                <a:latin typeface="方正屏显雅宋_GBK" panose="02010600010101010101" pitchFamily="2" charset="-122"/>
                <a:ea typeface="方正屏显雅宋_GBK" panose="02010600010101010101" pitchFamily="2" charset="-122"/>
              </a:endParaRPr>
            </a:p>
          </p:txBody>
        </p:sp>
        <p:sp>
          <p:nvSpPr>
            <p:cNvPr id="11" name="矩形: 圆角 6">
              <a:extLst>
                <a:ext uri="{FF2B5EF4-FFF2-40B4-BE49-F238E27FC236}">
                  <a16:creationId xmlns:a16="http://schemas.microsoft.com/office/drawing/2014/main" id="{3CAB36DD-1A23-5A1B-C9B0-3F43FAF7A79F}"/>
                </a:ext>
              </a:extLst>
            </p:cNvPr>
            <p:cNvSpPr txBox="1"/>
            <p:nvPr/>
          </p:nvSpPr>
          <p:spPr>
            <a:xfrm>
              <a:off x="77470" y="1730983"/>
              <a:ext cx="12062476" cy="79614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a:lnSpc>
                  <a:spcPct val="150000"/>
                </a:lnSpc>
              </a:pPr>
              <a:r>
                <a:rPr lang="en-US" altLang="zh-CN" sz="14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1400" dirty="0">
                  <a:solidFill>
                    <a:schemeClr val="tx1"/>
                  </a:solidFill>
                  <a:effectLst/>
                  <a:latin typeface="方正屏显雅宋_GBK" panose="02010600010101010101" pitchFamily="2" charset="-122"/>
                  <a:ea typeface="方正屏显雅宋_GBK" panose="02010600010101010101" pitchFamily="2" charset="-122"/>
                </a:rPr>
                <a:t>2:21】</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你们蒙召原是为此，因基督也为你们受过苦，给你们留下榜样，叫你们跟随他的脚踪行。</a:t>
              </a:r>
            </a:p>
            <a:p>
              <a:pPr>
                <a:lnSpc>
                  <a:spcPct val="150000"/>
                </a:lnSpc>
              </a:pPr>
              <a:r>
                <a:rPr lang="en-US" altLang="zh-CN" sz="14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1400" dirty="0">
                  <a:solidFill>
                    <a:schemeClr val="tx1"/>
                  </a:solidFill>
                  <a:effectLst/>
                  <a:latin typeface="方正屏显雅宋_GBK" panose="02010600010101010101" pitchFamily="2" charset="-122"/>
                  <a:ea typeface="方正屏显雅宋_GBK" panose="02010600010101010101" pitchFamily="2" charset="-122"/>
                </a:rPr>
                <a:t>2:22】</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他并没有犯罪，口里也没有诡诈。</a:t>
              </a:r>
            </a:p>
            <a:p>
              <a:pPr>
                <a:lnSpc>
                  <a:spcPct val="150000"/>
                </a:lnSpc>
              </a:pPr>
              <a:r>
                <a:rPr lang="en-US" altLang="zh-CN" sz="14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1400" dirty="0">
                  <a:solidFill>
                    <a:schemeClr val="tx1"/>
                  </a:solidFill>
                  <a:effectLst/>
                  <a:latin typeface="方正屏显雅宋_GBK" panose="02010600010101010101" pitchFamily="2" charset="-122"/>
                  <a:ea typeface="方正屏显雅宋_GBK" panose="02010600010101010101" pitchFamily="2" charset="-122"/>
                </a:rPr>
                <a:t>2:23】</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他被骂不还口，受害不说威吓的话，只将自己交托那按公义审判人的主。</a:t>
              </a:r>
            </a:p>
            <a:p>
              <a:pPr>
                <a:lnSpc>
                  <a:spcPct val="150000"/>
                </a:lnSpc>
              </a:pPr>
              <a:r>
                <a:rPr lang="en-US" altLang="zh-CN" sz="14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1400" dirty="0">
                  <a:solidFill>
                    <a:schemeClr val="tx1"/>
                  </a:solidFill>
                  <a:effectLst/>
                  <a:latin typeface="方正屏显雅宋_GBK" panose="02010600010101010101" pitchFamily="2" charset="-122"/>
                  <a:ea typeface="方正屏显雅宋_GBK" panose="02010600010101010101" pitchFamily="2" charset="-122"/>
                </a:rPr>
                <a:t>2:24】</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他被挂在木头上，亲身担当了我们的罪，使我们既然在罪上死，就得以在义上活。因他受的鞭伤，你们便得了医治。</a:t>
              </a:r>
              <a:endParaRPr lang="zh-CN" altLang="zh-CN" sz="1400" dirty="0">
                <a:solidFill>
                  <a:schemeClr val="tx1"/>
                </a:solidFill>
                <a:effectLst/>
                <a:latin typeface="方正屏显雅宋_GBK" panose="02010600010101010101" pitchFamily="2" charset="-122"/>
                <a:ea typeface="方正屏显雅宋_GBK" panose="02010600010101010101" pitchFamily="2" charset="-122"/>
              </a:endParaRPr>
            </a:p>
          </p:txBody>
        </p:sp>
      </p:grpSp>
      <p:grpSp>
        <p:nvGrpSpPr>
          <p:cNvPr id="7" name="组合 6">
            <a:extLst>
              <a:ext uri="{FF2B5EF4-FFF2-40B4-BE49-F238E27FC236}">
                <a16:creationId xmlns:a16="http://schemas.microsoft.com/office/drawing/2014/main" id="{4910B73A-3062-7867-777F-E107D91F1F13}"/>
              </a:ext>
            </a:extLst>
          </p:cNvPr>
          <p:cNvGrpSpPr/>
          <p:nvPr/>
        </p:nvGrpSpPr>
        <p:grpSpPr>
          <a:xfrm>
            <a:off x="4197162" y="5073071"/>
            <a:ext cx="7977048" cy="1172899"/>
            <a:chOff x="-840332" y="3300581"/>
            <a:chExt cx="13032334" cy="1267197"/>
          </a:xfrm>
        </p:grpSpPr>
        <p:sp>
          <p:nvSpPr>
            <p:cNvPr id="8" name="矩形: 圆角 7">
              <a:extLst>
                <a:ext uri="{FF2B5EF4-FFF2-40B4-BE49-F238E27FC236}">
                  <a16:creationId xmlns:a16="http://schemas.microsoft.com/office/drawing/2014/main" id="{18B966AB-7D3A-E7C3-B2B0-BBE50B313EC6}"/>
                </a:ext>
              </a:extLst>
            </p:cNvPr>
            <p:cNvSpPr/>
            <p:nvPr/>
          </p:nvSpPr>
          <p:spPr>
            <a:xfrm>
              <a:off x="-840332" y="3380895"/>
              <a:ext cx="13032334" cy="1186883"/>
            </a:xfrm>
            <a:prstGeom prst="roundRect">
              <a:avLst/>
            </a:prstGeom>
            <a:noFill/>
            <a:ln w="12700" cap="flat" cmpd="sng" algn="ctr">
              <a:solidFill>
                <a:srgbClr val="0070C0"/>
              </a:solidFill>
              <a:prstDash val="solid"/>
              <a:miter lim="800000"/>
            </a:ln>
            <a:effectLst/>
          </p:spPr>
          <p:style>
            <a:lnRef idx="2">
              <a:scrgbClr r="0" g="0" b="0"/>
            </a:lnRef>
            <a:fillRef idx="1">
              <a:scrgbClr r="0" g="0" b="0"/>
            </a:fillRef>
            <a:effectRef idx="0">
              <a:scrgbClr r="0" g="0" b="0"/>
            </a:effectRef>
            <a:fontRef idx="minor">
              <a:schemeClr val="lt1"/>
            </a:fontRef>
          </p:style>
          <p:txBody>
            <a:bodyPr/>
            <a:lstStyle/>
            <a:p>
              <a:endParaRPr lang="zh-CN" altLang="en-US">
                <a:latin typeface="方正屏显雅宋_GBK" panose="02010600010101010101" pitchFamily="2" charset="-122"/>
                <a:ea typeface="方正屏显雅宋_GBK" panose="02010600010101010101" pitchFamily="2" charset="-122"/>
              </a:endParaRPr>
            </a:p>
          </p:txBody>
        </p:sp>
        <p:sp>
          <p:nvSpPr>
            <p:cNvPr id="9" name="矩形: 圆角 8">
              <a:extLst>
                <a:ext uri="{FF2B5EF4-FFF2-40B4-BE49-F238E27FC236}">
                  <a16:creationId xmlns:a16="http://schemas.microsoft.com/office/drawing/2014/main" id="{1F5B6856-AF8A-4085-2AF6-D259C7449B9E}"/>
                </a:ext>
              </a:extLst>
            </p:cNvPr>
            <p:cNvSpPr txBox="1"/>
            <p:nvPr/>
          </p:nvSpPr>
          <p:spPr>
            <a:xfrm>
              <a:off x="-840332" y="3300581"/>
              <a:ext cx="12952018" cy="118688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marR="0">
                <a:lnSpc>
                  <a:spcPct val="150000"/>
                </a:lnSpc>
                <a:spcBef>
                  <a:spcPts val="0"/>
                </a:spcBef>
                <a:spcAft>
                  <a:spcPts val="0"/>
                </a:spcAft>
              </a:pPr>
              <a:r>
                <a:rPr lang="en-US" altLang="zh-CN" sz="1400" dirty="0">
                  <a:solidFill>
                    <a:schemeClr val="tx1"/>
                  </a:solidFill>
                  <a:effectLst/>
                  <a:latin typeface="方正屏显雅宋_GBK" panose="02010600010101010101" pitchFamily="2" charset="-122"/>
                  <a:ea typeface="方正屏显雅宋_GBK" panose="02010600010101010101" pitchFamily="2" charset="-122"/>
                </a:rPr>
                <a:t>【</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彼前</a:t>
              </a:r>
              <a:r>
                <a:rPr lang="en-US" altLang="zh-CN" sz="1400" dirty="0">
                  <a:solidFill>
                    <a:schemeClr val="tx1"/>
                  </a:solidFill>
                  <a:effectLst/>
                  <a:latin typeface="方正屏显雅宋_GBK" panose="02010600010101010101" pitchFamily="2" charset="-122"/>
                  <a:ea typeface="方正屏显雅宋_GBK" panose="02010600010101010101" pitchFamily="2" charset="-122"/>
                </a:rPr>
                <a:t>2:25】</a:t>
              </a:r>
              <a:r>
                <a:rPr lang="zh-CN" altLang="en-US" sz="1400" dirty="0">
                  <a:solidFill>
                    <a:schemeClr val="tx1"/>
                  </a:solidFill>
                  <a:effectLst/>
                  <a:latin typeface="方正屏显雅宋_GBK" panose="02010600010101010101" pitchFamily="2" charset="-122"/>
                  <a:ea typeface="方正屏显雅宋_GBK" panose="02010600010101010101" pitchFamily="2" charset="-122"/>
                </a:rPr>
                <a:t>你们从前好像迷路的羊，如今却归到你们灵魂的牧人监督了。</a:t>
              </a:r>
              <a:endParaRPr lang="zh-CN" altLang="zh-CN" sz="1400" dirty="0">
                <a:solidFill>
                  <a:schemeClr val="tx1"/>
                </a:solidFill>
                <a:effectLst/>
                <a:latin typeface="方正屏显雅宋_GBK" panose="02010600010101010101" pitchFamily="2" charset="-122"/>
                <a:ea typeface="方正屏显雅宋_GBK" panose="02010600010101010101" pitchFamily="2" charset="-122"/>
              </a:endParaRPr>
            </a:p>
          </p:txBody>
        </p:sp>
      </p:grpSp>
      <p:sp>
        <p:nvSpPr>
          <p:cNvPr id="16" name="文本框 15">
            <a:extLst>
              <a:ext uri="{FF2B5EF4-FFF2-40B4-BE49-F238E27FC236}">
                <a16:creationId xmlns:a16="http://schemas.microsoft.com/office/drawing/2014/main" id="{7DE16206-6F61-BEC3-0DA4-3625D631A8E6}"/>
              </a:ext>
            </a:extLst>
          </p:cNvPr>
          <p:cNvSpPr txBox="1"/>
          <p:nvPr/>
        </p:nvSpPr>
        <p:spPr>
          <a:xfrm>
            <a:off x="0" y="6399926"/>
            <a:ext cx="12108871" cy="369332"/>
          </a:xfrm>
          <a:prstGeom prst="rect">
            <a:avLst/>
          </a:prstGeom>
          <a:noFill/>
        </p:spPr>
        <p:txBody>
          <a:bodyPr wrap="square">
            <a:spAutoFit/>
          </a:bodyPr>
          <a:lstStyle/>
          <a:p>
            <a:r>
              <a:rPr lang="zh-CN" altLang="en-US" dirty="0">
                <a:latin typeface="方正屏显雅宋_GBK" panose="02010600010101010101" pitchFamily="2" charset="-122"/>
                <a:ea typeface="方正屏显雅宋_GBK" panose="02010600010101010101" pitchFamily="2" charset="-122"/>
              </a:rPr>
              <a:t>钥节：</a:t>
            </a:r>
            <a:r>
              <a:rPr lang="zh-CN" altLang="en-US" sz="1800" dirty="0">
                <a:solidFill>
                  <a:schemeClr val="tx1"/>
                </a:solidFill>
                <a:effectLst/>
                <a:latin typeface="方正屏显雅宋_GBK" panose="02010600010101010101" pitchFamily="2" charset="-122"/>
                <a:ea typeface="方正屏显雅宋_GBK" panose="02010600010101010101" pitchFamily="2" charset="-122"/>
              </a:rPr>
              <a:t>基督也</a:t>
            </a:r>
            <a:r>
              <a:rPr lang="zh-CN" altLang="en-US" sz="1800" b="1" dirty="0">
                <a:solidFill>
                  <a:srgbClr val="FF0000"/>
                </a:solidFill>
                <a:effectLst/>
                <a:latin typeface="方正屏显雅宋_GBK" panose="02010600010101010101" pitchFamily="2" charset="-122"/>
                <a:ea typeface="方正屏显雅宋_GBK" panose="02010600010101010101" pitchFamily="2" charset="-122"/>
              </a:rPr>
              <a:t>为你们</a:t>
            </a:r>
            <a:r>
              <a:rPr lang="zh-CN" altLang="en-US" sz="1800" dirty="0">
                <a:solidFill>
                  <a:schemeClr val="tx1"/>
                </a:solidFill>
                <a:effectLst/>
                <a:latin typeface="方正屏显雅宋_GBK" panose="02010600010101010101" pitchFamily="2" charset="-122"/>
                <a:ea typeface="方正屏显雅宋_GBK" panose="02010600010101010101" pitchFamily="2" charset="-122"/>
              </a:rPr>
              <a:t>受过苦，</a:t>
            </a:r>
            <a:r>
              <a:rPr lang="zh-CN" altLang="en-US" sz="1800" b="1" dirty="0">
                <a:solidFill>
                  <a:srgbClr val="FF0000"/>
                </a:solidFill>
                <a:effectLst/>
                <a:latin typeface="方正屏显雅宋_GBK" panose="02010600010101010101" pitchFamily="2" charset="-122"/>
                <a:ea typeface="方正屏显雅宋_GBK" panose="02010600010101010101" pitchFamily="2" charset="-122"/>
              </a:rPr>
              <a:t>给你们</a:t>
            </a:r>
            <a:r>
              <a:rPr lang="zh-CN" altLang="en-US" sz="1800" dirty="0">
                <a:solidFill>
                  <a:schemeClr val="tx1"/>
                </a:solidFill>
                <a:effectLst/>
                <a:latin typeface="方正屏显雅宋_GBK" panose="02010600010101010101" pitchFamily="2" charset="-122"/>
                <a:ea typeface="方正屏显雅宋_GBK" panose="02010600010101010101" pitchFamily="2" charset="-122"/>
              </a:rPr>
              <a:t>留下榜样，</a:t>
            </a:r>
            <a:r>
              <a:rPr lang="zh-CN" altLang="en-US" sz="1800" b="1" dirty="0">
                <a:solidFill>
                  <a:srgbClr val="FF0000"/>
                </a:solidFill>
                <a:effectLst/>
                <a:latin typeface="方正屏显雅宋_GBK" panose="02010600010101010101" pitchFamily="2" charset="-122"/>
                <a:ea typeface="方正屏显雅宋_GBK" panose="02010600010101010101" pitchFamily="2" charset="-122"/>
              </a:rPr>
              <a:t>叫你们</a:t>
            </a:r>
            <a:r>
              <a:rPr lang="zh-CN" altLang="en-US" sz="1800" dirty="0">
                <a:solidFill>
                  <a:schemeClr val="tx1"/>
                </a:solidFill>
                <a:effectLst/>
                <a:latin typeface="方正屏显雅宋_GBK" panose="02010600010101010101" pitchFamily="2" charset="-122"/>
                <a:ea typeface="方正屏显雅宋_GBK" panose="02010600010101010101" pitchFamily="2" charset="-122"/>
              </a:rPr>
              <a:t>跟随他的脚踪</a:t>
            </a:r>
            <a:endParaRPr lang="zh-CN" altLang="en-US" dirty="0">
              <a:latin typeface="方正屏显雅宋_GBK" panose="02010600010101010101" pitchFamily="2" charset="-122"/>
              <a:ea typeface="方正屏显雅宋_GBK" panose="02010600010101010101" pitchFamily="2" charset="-122"/>
            </a:endParaRPr>
          </a:p>
        </p:txBody>
      </p:sp>
      <p:sp>
        <p:nvSpPr>
          <p:cNvPr id="3" name="文本框 2">
            <a:extLst>
              <a:ext uri="{FF2B5EF4-FFF2-40B4-BE49-F238E27FC236}">
                <a16:creationId xmlns:a16="http://schemas.microsoft.com/office/drawing/2014/main" id="{9F9D0488-D459-5FA7-C737-1152D109E2C8}"/>
              </a:ext>
            </a:extLst>
          </p:cNvPr>
          <p:cNvSpPr txBox="1"/>
          <p:nvPr>
            <p:custDataLst>
              <p:tags r:id="rId3"/>
            </p:custDataLst>
          </p:nvPr>
        </p:nvSpPr>
        <p:spPr>
          <a:xfrm>
            <a:off x="6557054" y="130968"/>
            <a:ext cx="5634946"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分段</a:t>
            </a:r>
          </a:p>
        </p:txBody>
      </p:sp>
    </p:spTree>
    <p:custDataLst>
      <p:tags r:id="rId1"/>
    </p:custDataLst>
    <p:extLst>
      <p:ext uri="{BB962C8B-B14F-4D97-AF65-F5344CB8AC3E}">
        <p14:creationId xmlns:p14="http://schemas.microsoft.com/office/powerpoint/2010/main" val="3965997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D756E38-44BB-893E-10F4-24648C1F9451}"/>
              </a:ext>
            </a:extLst>
          </p:cNvPr>
          <p:cNvSpPr txBox="1"/>
          <p:nvPr/>
        </p:nvSpPr>
        <p:spPr>
          <a:xfrm>
            <a:off x="470054" y="1175576"/>
            <a:ext cx="8629984" cy="555145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本卷书的一个很重要主题：“受苦”</a:t>
            </a:r>
            <a:endParaRPr lang="en-US"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a:lnSpc>
                <a:spcPct val="150000"/>
              </a:lnSpc>
            </a:pPr>
            <a:r>
              <a:rPr lang="en-US" altLang="zh-CN" sz="1400" dirty="0">
                <a:latin typeface="方正屏显雅宋_GBK" panose="02010600010101010101" pitchFamily="2" charset="-122"/>
                <a:ea typeface="方正屏显雅宋_GBK" panose="02010600010101010101" pitchFamily="2" charset="-122"/>
                <a:cs typeface="Times New Roman" panose="02020603050405020304" pitchFamily="18" charset="0"/>
              </a:rPr>
              <a:t>	1. </a:t>
            </a:r>
            <a:r>
              <a:rPr lang="zh-CN" altLang="en-US" sz="1400" dirty="0">
                <a:latin typeface="方正屏显雅宋_GBK" panose="02010600010101010101" pitchFamily="2" charset="-122"/>
                <a:ea typeface="方正屏显雅宋_GBK" panose="02010600010101010101" pitchFamily="2" charset="-122"/>
                <a:cs typeface="Times New Roman" panose="02020603050405020304" pitchFamily="18" charset="0"/>
              </a:rPr>
              <a:t>前提？</a:t>
            </a:r>
            <a:endParaRPr lang="en-US" altLang="zh-CN" sz="1400" dirty="0">
              <a:latin typeface="方正屏显雅宋_GBK" panose="02010600010101010101" pitchFamily="2" charset="-122"/>
              <a:ea typeface="方正屏显雅宋_GBK" panose="02010600010101010101" pitchFamily="2" charset="-122"/>
              <a:cs typeface="Times New Roman" panose="02020603050405020304" pitchFamily="18" charset="0"/>
            </a:endParaRPr>
          </a:p>
          <a:p>
            <a:pPr>
              <a:lnSpc>
                <a:spcPct val="150000"/>
              </a:lnSpc>
            </a:pPr>
            <a:r>
              <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	2. </a:t>
            </a:r>
            <a:r>
              <a:rPr lang="zh-CN" altLang="en-US"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为谁？</a:t>
            </a:r>
            <a:endPar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a:lnSpc>
                <a:spcPct val="150000"/>
              </a:lnSpc>
            </a:pPr>
            <a:endPar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第一章</a:t>
            </a:r>
            <a:r>
              <a:rPr lang="zh-CN" altLang="en-US"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上：</a:t>
            </a:r>
            <a:r>
              <a:rPr lang="zh-CN"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作为神的儿女我们所拥有的各种恩典、福气和基业</a:t>
            </a:r>
            <a:endParaRPr lang="en-US"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第一章下</a:t>
            </a:r>
            <a:r>
              <a:rPr lang="zh-CN" altLang="en-US"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a:t>
            </a:r>
            <a:r>
              <a:rPr lang="zh-CN"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对神儿女的要求</a:t>
            </a:r>
            <a:endParaRPr lang="en-US" altLang="zh-CN" sz="1600" dirty="0">
              <a:latin typeface="方正屏显雅宋_GBK" panose="02010600010101010101" pitchFamily="2" charset="-122"/>
              <a:ea typeface="方正屏显雅宋_GBK" panose="02010600010101010101" pitchFamily="2" charset="-122"/>
              <a:cs typeface="Times New Roman" panose="02020603050405020304" pitchFamily="18" charset="0"/>
            </a:endParaRPr>
          </a:p>
          <a:p>
            <a:pPr>
              <a:lnSpc>
                <a:spcPct val="150000"/>
              </a:lnSpc>
            </a:pPr>
            <a:r>
              <a:rPr lang="en-US"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	</a:t>
            </a:r>
            <a:r>
              <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1. </a:t>
            </a:r>
            <a:r>
              <a:rPr lang="zh-CN"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约束我们的心，在一切事上圣洁。</a:t>
            </a:r>
            <a:endPar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a:lnSpc>
                <a:spcPct val="150000"/>
              </a:lnSpc>
            </a:pPr>
            <a:r>
              <a:rPr lang="en-US" altLang="zh-CN" sz="1400" dirty="0">
                <a:latin typeface="方正屏显雅宋_GBK" panose="02010600010101010101" pitchFamily="2" charset="-122"/>
                <a:ea typeface="方正屏显雅宋_GBK" panose="02010600010101010101" pitchFamily="2" charset="-122"/>
                <a:cs typeface="Times New Roman" panose="02020603050405020304" pitchFamily="18" charset="0"/>
              </a:rPr>
              <a:t>	</a:t>
            </a:r>
            <a:r>
              <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2. </a:t>
            </a:r>
            <a:r>
              <a:rPr lang="zh-CN"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存敬畏的心，度在世寄居的日子。</a:t>
            </a:r>
            <a:endPar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a:lnSpc>
                <a:spcPct val="150000"/>
              </a:lnSpc>
            </a:pPr>
            <a:r>
              <a:rPr lang="en-US" altLang="zh-CN" sz="1400" dirty="0">
                <a:latin typeface="方正屏显雅宋_GBK" panose="02010600010101010101" pitchFamily="2" charset="-122"/>
                <a:ea typeface="方正屏显雅宋_GBK" panose="02010600010101010101" pitchFamily="2" charset="-122"/>
                <a:cs typeface="Times New Roman" panose="02020603050405020304" pitchFamily="18" charset="0"/>
              </a:rPr>
              <a:t>	</a:t>
            </a:r>
            <a:r>
              <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3. </a:t>
            </a:r>
            <a:r>
              <a:rPr lang="zh-CN"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从心里彼此切实相爱。</a:t>
            </a:r>
            <a:endPar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a:lnSpc>
                <a:spcPct val="150000"/>
              </a:lnSpc>
            </a:pPr>
            <a:endPar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第二章上：我们所蒙的拣选（你们是被拣选的族类）和已有的身份即“属神的子民”。</a:t>
            </a:r>
            <a:endParaRPr lang="en-US"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第二章下</a:t>
            </a:r>
            <a:r>
              <a:rPr lang="en-US"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a:t>
            </a:r>
            <a:r>
              <a:rPr lang="zh-CN" altLang="en-US"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第四章：对“神国的子民”的要求。</a:t>
            </a:r>
            <a:endParaRPr lang="en-US"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a:lnSpc>
                <a:spcPct val="150000"/>
              </a:lnSpc>
            </a:pPr>
            <a:r>
              <a:rPr lang="en-US" altLang="zh-CN" sz="1400" dirty="0">
                <a:latin typeface="方正屏显雅宋_GBK" panose="02010600010101010101" pitchFamily="2" charset="-122"/>
                <a:ea typeface="方正屏显雅宋_GBK" panose="02010600010101010101" pitchFamily="2" charset="-122"/>
                <a:cs typeface="Times New Roman" panose="02020603050405020304" pitchFamily="18" charset="0"/>
              </a:rPr>
              <a:t>	1. </a:t>
            </a:r>
            <a:r>
              <a:rPr lang="zh-CN" altLang="en-US" sz="1400" dirty="0">
                <a:latin typeface="方正屏显雅宋_GBK" panose="02010600010101010101" pitchFamily="2" charset="-122"/>
                <a:ea typeface="方正屏显雅宋_GBK" panose="02010600010101010101" pitchFamily="2" charset="-122"/>
                <a:cs typeface="Times New Roman" panose="02020603050405020304" pitchFamily="18" charset="0"/>
              </a:rPr>
              <a:t>顺服</a:t>
            </a:r>
            <a:endParaRPr lang="en-US" altLang="zh-CN" sz="1400" dirty="0">
              <a:latin typeface="方正屏显雅宋_GBK" panose="02010600010101010101" pitchFamily="2" charset="-122"/>
              <a:ea typeface="方正屏显雅宋_GBK" panose="02010600010101010101" pitchFamily="2" charset="-122"/>
              <a:cs typeface="Times New Roman" panose="02020603050405020304" pitchFamily="18" charset="0"/>
            </a:endParaRPr>
          </a:p>
          <a:p>
            <a:pPr>
              <a:lnSpc>
                <a:spcPct val="150000"/>
              </a:lnSpc>
            </a:pPr>
            <a:r>
              <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	2. </a:t>
            </a:r>
            <a:r>
              <a:rPr lang="zh-CN" altLang="en-US"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受苦</a:t>
            </a:r>
            <a:endPar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a:lnSpc>
                <a:spcPct val="150000"/>
              </a:lnSpc>
            </a:pPr>
            <a:endParaRPr lang="en-US" altLang="zh-CN" sz="14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rPr>
              <a:t>第五章：劝勉、问安。</a:t>
            </a:r>
            <a:endParaRPr lang="en-US" altLang="zh-CN" sz="1600" dirty="0">
              <a:effectLst/>
              <a:latin typeface="方正屏显雅宋_GBK" panose="02010600010101010101" pitchFamily="2" charset="-122"/>
              <a:ea typeface="方正屏显雅宋_GBK" panose="02010600010101010101" pitchFamily="2" charset="-122"/>
              <a:cs typeface="Times New Roman" panose="02020603050405020304" pitchFamily="18" charset="0"/>
            </a:endParaRPr>
          </a:p>
        </p:txBody>
      </p:sp>
      <p:sp>
        <p:nvSpPr>
          <p:cNvPr id="13" name="文本框 12">
            <a:extLst>
              <a:ext uri="{FF2B5EF4-FFF2-40B4-BE49-F238E27FC236}">
                <a16:creationId xmlns:a16="http://schemas.microsoft.com/office/drawing/2014/main" id="{D746A5CF-D098-585A-980B-8A178AD4FC23}"/>
              </a:ext>
            </a:extLst>
          </p:cNvPr>
          <p:cNvSpPr txBox="1"/>
          <p:nvPr>
            <p:custDataLst>
              <p:tags r:id="rId2"/>
            </p:custDataLst>
          </p:nvPr>
        </p:nvSpPr>
        <p:spPr>
          <a:xfrm>
            <a:off x="6557054" y="130968"/>
            <a:ext cx="5634946"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背景</a:t>
            </a:r>
            <a:r>
              <a:rPr lang="en-US" altLang="zh-CN" sz="4800" b="1" dirty="0">
                <a:solidFill>
                  <a:schemeClr val="tx1">
                    <a:lumMod val="85000"/>
                    <a:lumOff val="15000"/>
                  </a:schemeClr>
                </a:solidFill>
                <a:cs typeface="+mn-ea"/>
                <a:sym typeface="+mn-lt"/>
              </a:rPr>
              <a:t>&amp;</a:t>
            </a:r>
            <a:r>
              <a:rPr lang="zh-CN" altLang="en-US" sz="4800" b="1" dirty="0">
                <a:solidFill>
                  <a:schemeClr val="tx1">
                    <a:lumMod val="85000"/>
                    <a:lumOff val="15000"/>
                  </a:schemeClr>
                </a:solidFill>
                <a:cs typeface="+mn-ea"/>
                <a:sym typeface="+mn-lt"/>
              </a:rPr>
              <a:t>整体</a:t>
            </a:r>
          </a:p>
        </p:txBody>
      </p:sp>
    </p:spTree>
    <p:custDataLst>
      <p:tags r:id="rId1"/>
    </p:custDataLst>
    <p:extLst>
      <p:ext uri="{BB962C8B-B14F-4D97-AF65-F5344CB8AC3E}">
        <p14:creationId xmlns:p14="http://schemas.microsoft.com/office/powerpoint/2010/main" val="54695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2" name="Straight Connector 22">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8738"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98E9570D-A674-FFEB-F5F0-050D1BFAA274}"/>
              </a:ext>
            </a:extLst>
          </p:cNvPr>
          <p:cNvSpPr/>
          <p:nvPr/>
        </p:nvSpPr>
        <p:spPr>
          <a:xfrm>
            <a:off x="1266092" y="6453554"/>
            <a:ext cx="1494693" cy="3341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7C112237-1C72-4EC8-52C4-C40918ED5269}"/>
              </a:ext>
            </a:extLst>
          </p:cNvPr>
          <p:cNvSpPr/>
          <p:nvPr/>
        </p:nvSpPr>
        <p:spPr>
          <a:xfrm>
            <a:off x="861646" y="3121269"/>
            <a:ext cx="1652954" cy="33410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
        <p:nvSpPr>
          <p:cNvPr id="2" name="文本框 1"/>
          <p:cNvSpPr txBox="1"/>
          <p:nvPr>
            <p:custDataLst>
              <p:tags r:id="rId2"/>
            </p:custDataLst>
          </p:nvPr>
        </p:nvSpPr>
        <p:spPr>
          <a:xfrm>
            <a:off x="1" y="1741855"/>
            <a:ext cx="5152292" cy="5116145"/>
          </a:xfrm>
          <a:prstGeom prst="rect">
            <a:avLst/>
          </a:prstGeom>
        </p:spPr>
        <p:txBody>
          <a:bodyPr vert="horz" lIns="91440" tIns="45720" rIns="91440" bIns="45720" rtlCol="0">
            <a:normAutofit fontScale="92500" lnSpcReduction="10000"/>
          </a:bodyPr>
          <a:lstStyle/>
          <a:p>
            <a:pPr marL="342900"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命令对象：仆人（“家的仆人” </a:t>
            </a:r>
            <a:r>
              <a:rPr lang="en-US" altLang="zh-CN" dirty="0">
                <a:latin typeface="方正屏显雅宋_GBK" panose="02010600010101010101" pitchFamily="2" charset="-122"/>
                <a:ea typeface="方正屏显雅宋_GBK" panose="02010600010101010101" pitchFamily="2" charset="-122"/>
                <a:sym typeface="+mn-lt"/>
              </a:rPr>
              <a:t>vs </a:t>
            </a:r>
            <a:r>
              <a:rPr lang="zh-CN" altLang="en-US" dirty="0">
                <a:latin typeface="方正屏显雅宋_GBK" panose="02010600010101010101" pitchFamily="2" charset="-122"/>
                <a:ea typeface="方正屏显雅宋_GBK" panose="02010600010101010101" pitchFamily="2" charset="-122"/>
                <a:sym typeface="+mn-lt"/>
              </a:rPr>
              <a:t>“奴隶”）</a:t>
            </a:r>
            <a:endParaRPr lang="en-US" altLang="zh-CN" dirty="0">
              <a:latin typeface="方正屏显雅宋_GBK" panose="02010600010101010101" pitchFamily="2" charset="-122"/>
              <a:ea typeface="方正屏显雅宋_GBK" panose="02010600010101010101" pitchFamily="2" charset="-122"/>
              <a:sym typeface="+mn-lt"/>
            </a:endParaRPr>
          </a:p>
          <a:p>
            <a:pPr marL="342900"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命令范围：凡事</a:t>
            </a:r>
            <a:endParaRPr lang="en-US" altLang="zh-CN" dirty="0">
              <a:latin typeface="方正屏显雅宋_GBK" panose="02010600010101010101" pitchFamily="2" charset="-122"/>
              <a:ea typeface="方正屏显雅宋_GBK" panose="02010600010101010101" pitchFamily="2" charset="-122"/>
              <a:sym typeface="+mn-lt"/>
            </a:endParaRPr>
          </a:p>
          <a:p>
            <a:pPr marL="342900"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命令基础：存敬畏的心</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谁是真正当得敬畏？</a:t>
            </a:r>
            <a:endParaRPr lang="en-US" altLang="zh-CN" sz="17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如何面对世上主人？</a:t>
            </a:r>
            <a:endParaRPr lang="en-US" altLang="zh-CN" sz="1700" dirty="0">
              <a:latin typeface="方正屏显雅宋_GBK" panose="02010600010101010101" pitchFamily="2" charset="-122"/>
              <a:ea typeface="方正屏显雅宋_GBK" panose="02010600010101010101" pitchFamily="2" charset="-122"/>
              <a:sym typeface="+mn-lt"/>
            </a:endParaRPr>
          </a:p>
          <a:p>
            <a:pPr marL="342900"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顺服对象：不但</a:t>
            </a: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，就是</a:t>
            </a:r>
            <a:r>
              <a:rPr lang="en-US" altLang="zh-CN" dirty="0">
                <a:latin typeface="方正屏显雅宋_GBK" panose="02010600010101010101" pitchFamily="2" charset="-122"/>
                <a:ea typeface="方正屏显雅宋_GBK" panose="02010600010101010101" pitchFamily="2" charset="-122"/>
                <a:sym typeface="+mn-lt"/>
              </a:rPr>
              <a:t>……</a:t>
            </a:r>
          </a:p>
          <a:p>
            <a:pPr marL="800100" lvl="1"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形式：</a:t>
            </a:r>
            <a:endParaRPr lang="en-US" altLang="zh-CN" sz="17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可见的</a:t>
            </a:r>
            <a:endParaRPr lang="en-US" altLang="zh-CN" sz="17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不可见</a:t>
            </a:r>
            <a:endParaRPr lang="en-US" altLang="zh-CN" sz="17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对象：</a:t>
            </a:r>
            <a:endParaRPr lang="en-US" altLang="zh-CN" sz="17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愿意的（本能）</a:t>
            </a:r>
            <a:endParaRPr lang="en-US" altLang="zh-CN" sz="17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厌恶的（更深）</a:t>
            </a:r>
            <a:endParaRPr lang="en-US" altLang="zh-CN" sz="17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8D684FDC-0FF7-89F2-9187-5F0E9ED8CA01}"/>
              </a:ext>
            </a:extLst>
          </p:cNvPr>
          <p:cNvSpPr txBox="1"/>
          <p:nvPr/>
        </p:nvSpPr>
        <p:spPr>
          <a:xfrm>
            <a:off x="102042" y="1134633"/>
            <a:ext cx="123566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2:18】</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你们作仆人的，凡事要存敬畏的心顺服主人，不但顺服那善良温和的，就是那乖僻的也要顺服。</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D54D4EEE-52B9-F3EF-1D2D-08F4FB34B57A}"/>
              </a:ext>
            </a:extLst>
          </p:cNvPr>
          <p:cNvSpPr txBox="1"/>
          <p:nvPr>
            <p:custDataLst>
              <p:tags r:id="rId3"/>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第一段：神所喜爱的</a:t>
            </a:r>
          </a:p>
        </p:txBody>
      </p:sp>
      <p:cxnSp>
        <p:nvCxnSpPr>
          <p:cNvPr id="14" name="直接箭头连接符 13">
            <a:extLst>
              <a:ext uri="{FF2B5EF4-FFF2-40B4-BE49-F238E27FC236}">
                <a16:creationId xmlns:a16="http://schemas.microsoft.com/office/drawing/2014/main" id="{29C7C0A5-25D7-5F5A-3F58-C682C0DF2AD6}"/>
              </a:ext>
            </a:extLst>
          </p:cNvPr>
          <p:cNvCxnSpPr/>
          <p:nvPr/>
        </p:nvCxnSpPr>
        <p:spPr>
          <a:xfrm flipV="1">
            <a:off x="1925515" y="3455377"/>
            <a:ext cx="0" cy="2998177"/>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C18479BF-64BB-8B22-DCC0-D47B4C84A3A6}"/>
              </a:ext>
            </a:extLst>
          </p:cNvPr>
          <p:cNvSpPr txBox="1"/>
          <p:nvPr>
            <p:custDataLst>
              <p:tags r:id="rId4"/>
            </p:custDataLst>
          </p:nvPr>
        </p:nvSpPr>
        <p:spPr>
          <a:xfrm>
            <a:off x="5571391" y="4879732"/>
            <a:ext cx="6620608" cy="1740876"/>
          </a:xfrm>
          <a:prstGeom prst="rect">
            <a:avLst/>
          </a:prstGeom>
        </p:spPr>
        <p:txBody>
          <a:bodyPr vert="horz" lIns="91440" tIns="45720" rIns="91440" bIns="45720" rtlCol="0">
            <a:normAutofit/>
          </a:bodyPr>
          <a:lstStyle/>
          <a:p>
            <a:pPr marL="342900" indent="-228600">
              <a:lnSpc>
                <a:spcPct val="150000"/>
              </a:lnSpc>
              <a:spcAft>
                <a:spcPts val="600"/>
              </a:spcAft>
              <a:buFont typeface="Arial" panose="020B0604020202020204" pitchFamily="34" charset="0"/>
              <a:buChar char="•"/>
            </a:pPr>
            <a:r>
              <a:rPr lang="zh-CN" altLang="en-US" sz="2000" b="1" dirty="0">
                <a:latin typeface="方正屏显雅宋_GBK" panose="02010600010101010101" pitchFamily="2" charset="-122"/>
                <a:ea typeface="方正屏显雅宋_GBK" panose="02010600010101010101" pitchFamily="2" charset="-122"/>
                <a:sym typeface="+mn-lt"/>
              </a:rPr>
              <a:t>应用：</a:t>
            </a:r>
            <a:endParaRPr lang="en-US" altLang="zh-CN" sz="2000" b="1"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警惕：只听从神来的直接命令，好似神只对他发命令。</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留意：顺服有时通过可见的人的要求和命令外在表达。</a:t>
            </a:r>
            <a:endParaRPr lang="en-US" altLang="zh-CN" dirty="0">
              <a:latin typeface="方正屏显雅宋_GBK" panose="02010600010101010101" pitchFamily="2" charset="-122"/>
              <a:ea typeface="方正屏显雅宋_GBK" panose="02010600010101010101" pitchFamily="2" charset="-122"/>
              <a:sym typeface="+mn-lt"/>
            </a:endParaRPr>
          </a:p>
        </p:txBody>
      </p:sp>
    </p:spTree>
    <p:custDataLst>
      <p:tags r:id="rId1"/>
    </p:custDataLst>
    <p:extLst>
      <p:ext uri="{BB962C8B-B14F-4D97-AF65-F5344CB8AC3E}">
        <p14:creationId xmlns:p14="http://schemas.microsoft.com/office/powerpoint/2010/main" val="530530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F9369-9E26-C57C-7324-1BD3255ADFE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F0503C3-CBC2-D021-17FE-D1C484B575D4}"/>
              </a:ext>
            </a:extLst>
          </p:cNvPr>
          <p:cNvSpPr txBox="1"/>
          <p:nvPr>
            <p:custDataLst>
              <p:tags r:id="rId2"/>
            </p:custDataLst>
          </p:nvPr>
        </p:nvSpPr>
        <p:spPr>
          <a:xfrm>
            <a:off x="102042" y="2859845"/>
            <a:ext cx="5152292" cy="4039773"/>
          </a:xfrm>
          <a:prstGeom prst="rect">
            <a:avLst/>
          </a:prstGeom>
        </p:spPr>
        <p:txBody>
          <a:bodyPr vert="horz" lIns="91440" tIns="45720" rIns="91440" bIns="45720" rtlCol="0">
            <a:normAutofit fontScale="85000" lnSpcReduction="10000"/>
          </a:bodyPr>
          <a:lstStyle/>
          <a:p>
            <a:pPr marL="342900"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格式：强调、警戒</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可喜爱</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无可夸</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可喜爱</a:t>
            </a:r>
            <a:endParaRPr lang="en-US" altLang="zh-CN" dirty="0">
              <a:latin typeface="方正屏显雅宋_GBK" panose="02010600010101010101" pitchFamily="2" charset="-122"/>
              <a:ea typeface="方正屏显雅宋_GBK" panose="02010600010101010101" pitchFamily="2" charset="-122"/>
              <a:sym typeface="+mn-lt"/>
            </a:endParaRPr>
          </a:p>
          <a:p>
            <a:pPr marL="342900"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强调：可喜爱的</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忍受冤屈的苦楚</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行善受苦，能忍耐（更深、更久）</a:t>
            </a:r>
            <a:endParaRPr lang="en-US" altLang="zh-CN" dirty="0">
              <a:latin typeface="方正屏显雅宋_GBK" panose="02010600010101010101" pitchFamily="2" charset="-122"/>
              <a:ea typeface="方正屏显雅宋_GBK" panose="02010600010101010101" pitchFamily="2" charset="-122"/>
              <a:sym typeface="+mn-lt"/>
            </a:endParaRPr>
          </a:p>
          <a:p>
            <a:pPr marL="342900"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原因：</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顺服的被动表现（顺服表现）</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希望能得神称赞（在神看是）</a:t>
            </a:r>
            <a:endParaRPr lang="en-US" altLang="zh-CN"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4538143B-C457-6020-7600-11C2633393FB}"/>
              </a:ext>
            </a:extLst>
          </p:cNvPr>
          <p:cNvSpPr txBox="1"/>
          <p:nvPr/>
        </p:nvSpPr>
        <p:spPr>
          <a:xfrm>
            <a:off x="102042" y="1134633"/>
            <a:ext cx="12356658" cy="1587871"/>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2:19】</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倘若人为叫良心对得住　神，就忍受冤屈的苦楚，这是</a:t>
            </a:r>
            <a:r>
              <a:rPr kumimoji="0" lang="zh-CN" altLang="en-US" sz="2000" b="0"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可喜爱</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的。</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你们若因犯罪受责打，能忍耐，有什么可夸的呢？（</a:t>
            </a:r>
            <a:r>
              <a:rPr kumimoji="0" lang="zh-CN" altLang="en-US" sz="2000" b="0"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无可夸</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但你们若因行善受苦，能忍耐，这在　神看是</a:t>
            </a:r>
            <a:r>
              <a:rPr kumimoji="0" lang="zh-CN" altLang="en-US" sz="2000" b="0"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可喜爱</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的。</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93CB5EAC-1EFA-E69C-E6E9-D79E92D086F3}"/>
              </a:ext>
            </a:extLst>
          </p:cNvPr>
          <p:cNvSpPr txBox="1"/>
          <p:nvPr>
            <p:custDataLst>
              <p:tags r:id="rId3"/>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第一段：神所喜爱的</a:t>
            </a:r>
          </a:p>
        </p:txBody>
      </p:sp>
      <p:sp>
        <p:nvSpPr>
          <p:cNvPr id="15" name="文本框 14">
            <a:extLst>
              <a:ext uri="{FF2B5EF4-FFF2-40B4-BE49-F238E27FC236}">
                <a16:creationId xmlns:a16="http://schemas.microsoft.com/office/drawing/2014/main" id="{2EFFA07A-564B-F6AF-6356-6BBE425E2103}"/>
              </a:ext>
            </a:extLst>
          </p:cNvPr>
          <p:cNvSpPr txBox="1"/>
          <p:nvPr>
            <p:custDataLst>
              <p:tags r:id="rId4"/>
            </p:custDataLst>
          </p:nvPr>
        </p:nvSpPr>
        <p:spPr>
          <a:xfrm>
            <a:off x="5509844" y="5609492"/>
            <a:ext cx="7107117" cy="1740876"/>
          </a:xfrm>
          <a:prstGeom prst="rect">
            <a:avLst/>
          </a:prstGeom>
        </p:spPr>
        <p:txBody>
          <a:bodyPr vert="horz" lIns="91440" tIns="45720" rIns="91440" bIns="45720" rtlCol="0">
            <a:normAutofit/>
          </a:bodyPr>
          <a:lstStyle/>
          <a:p>
            <a:pPr marL="342900" indent="-228600">
              <a:lnSpc>
                <a:spcPct val="150000"/>
              </a:lnSpc>
              <a:spcAft>
                <a:spcPts val="600"/>
              </a:spcAft>
              <a:buFont typeface="Arial" panose="020B0604020202020204" pitchFamily="34" charset="0"/>
              <a:buChar char="•"/>
            </a:pPr>
            <a:r>
              <a:rPr lang="zh-CN" altLang="en-US" sz="1500" dirty="0">
                <a:latin typeface="方正屏显雅宋_GBK" panose="02010600010101010101" pitchFamily="2" charset="-122"/>
                <a:ea typeface="方正屏显雅宋_GBK" panose="02010600010101010101" pitchFamily="2" charset="-122"/>
                <a:sym typeface="+mn-lt"/>
              </a:rPr>
              <a:t>表现：因爱神而有的甘愿受苦且忍耐，不看自己得失，而是以神为中心</a:t>
            </a:r>
            <a:endParaRPr lang="en-US" altLang="zh-CN" sz="15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500" dirty="0">
                <a:latin typeface="方正屏显雅宋_GBK" panose="02010600010101010101" pitchFamily="2" charset="-122"/>
                <a:ea typeface="方正屏显雅宋_GBK" panose="02010600010101010101" pitchFamily="2" charset="-122"/>
                <a:sym typeface="+mn-lt"/>
              </a:rPr>
              <a:t>叫良心对得住神</a:t>
            </a:r>
            <a:endParaRPr lang="en-US" altLang="zh-CN" sz="15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500" dirty="0">
                <a:latin typeface="方正屏显雅宋_GBK" panose="02010600010101010101" pitchFamily="2" charset="-122"/>
                <a:ea typeface="方正屏显雅宋_GBK" panose="02010600010101010101" pitchFamily="2" charset="-122"/>
                <a:sym typeface="+mn-lt"/>
              </a:rPr>
              <a:t>在神看是可喜爱</a:t>
            </a:r>
            <a:endParaRPr lang="en-US" altLang="zh-CN" sz="1500" dirty="0">
              <a:latin typeface="方正屏显雅宋_GBK" panose="02010600010101010101" pitchFamily="2" charset="-122"/>
              <a:ea typeface="方正屏显雅宋_GBK" panose="02010600010101010101" pitchFamily="2" charset="-122"/>
              <a:sym typeface="+mn-lt"/>
            </a:endParaRPr>
          </a:p>
        </p:txBody>
      </p:sp>
    </p:spTree>
    <p:custDataLst>
      <p:tags r:id="rId1"/>
    </p:custDataLst>
    <p:extLst>
      <p:ext uri="{BB962C8B-B14F-4D97-AF65-F5344CB8AC3E}">
        <p14:creationId xmlns:p14="http://schemas.microsoft.com/office/powerpoint/2010/main" val="1571804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71A7B-CF97-7437-A6C7-4850A87EC729}"/>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4A936F5-1180-E821-E07A-800C51D42F46}"/>
              </a:ext>
            </a:extLst>
          </p:cNvPr>
          <p:cNvSpPr txBox="1"/>
          <p:nvPr>
            <p:custDataLst>
              <p:tags r:id="rId2"/>
            </p:custDataLst>
          </p:nvPr>
        </p:nvSpPr>
        <p:spPr>
          <a:xfrm>
            <a:off x="102040" y="2998177"/>
            <a:ext cx="7626397" cy="2725189"/>
          </a:xfrm>
          <a:prstGeom prst="rect">
            <a:avLst/>
          </a:prstGeom>
        </p:spPr>
        <p:txBody>
          <a:bodyPr vert="horz" lIns="91440" tIns="45720" rIns="91440" bIns="45720" rtlCol="0">
            <a:normAutofit fontScale="85000" lnSpcReduction="10000"/>
          </a:bodyPr>
          <a:lstStyle/>
          <a:p>
            <a:pPr marL="342900"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要求：</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受冤屈要忍耐，不随自己意思，而效法基督样式，如何效法，参</a:t>
            </a:r>
            <a:r>
              <a:rPr lang="en-US" altLang="zh-CN" dirty="0">
                <a:latin typeface="方正屏显雅宋_GBK" panose="02010600010101010101" pitchFamily="2" charset="-122"/>
                <a:ea typeface="方正屏显雅宋_GBK" panose="02010600010101010101" pitchFamily="2" charset="-122"/>
                <a:sym typeface="+mn-lt"/>
              </a:rPr>
              <a:t>22</a:t>
            </a:r>
            <a:r>
              <a:rPr lang="zh-CN" altLang="en-US" dirty="0">
                <a:latin typeface="方正屏显雅宋_GBK" panose="02010600010101010101" pitchFamily="2" charset="-122"/>
                <a:ea typeface="方正屏显雅宋_GBK" panose="02010600010101010101" pitchFamily="2" charset="-122"/>
                <a:sym typeface="+mn-lt"/>
              </a:rPr>
              <a:t>、</a:t>
            </a:r>
            <a:r>
              <a:rPr lang="en-US" altLang="zh-CN" dirty="0">
                <a:latin typeface="方正屏显雅宋_GBK" panose="02010600010101010101" pitchFamily="2" charset="-122"/>
                <a:ea typeface="方正屏显雅宋_GBK" panose="02010600010101010101" pitchFamily="2" charset="-122"/>
                <a:sym typeface="+mn-lt"/>
              </a:rPr>
              <a:t>23</a:t>
            </a:r>
            <a:r>
              <a:rPr lang="zh-CN" altLang="en-US" dirty="0">
                <a:latin typeface="方正屏显雅宋_GBK" panose="02010600010101010101" pitchFamily="2" charset="-122"/>
                <a:ea typeface="方正屏显雅宋_GBK" panose="02010600010101010101" pitchFamily="2" charset="-122"/>
                <a:sym typeface="+mn-lt"/>
              </a:rPr>
              <a:t>、</a:t>
            </a:r>
            <a:r>
              <a:rPr lang="en-US" altLang="zh-CN" dirty="0">
                <a:latin typeface="方正屏显雅宋_GBK" panose="02010600010101010101" pitchFamily="2" charset="-122"/>
                <a:ea typeface="方正屏显雅宋_GBK" panose="02010600010101010101" pitchFamily="2" charset="-122"/>
                <a:sym typeface="+mn-lt"/>
              </a:rPr>
              <a:t>24</a:t>
            </a:r>
            <a:r>
              <a:rPr lang="zh-CN" altLang="en-US" dirty="0">
                <a:latin typeface="方正屏显雅宋_GBK" panose="02010600010101010101" pitchFamily="2" charset="-122"/>
                <a:ea typeface="方正屏显雅宋_GBK" panose="02010600010101010101" pitchFamily="2" charset="-122"/>
                <a:sym typeface="+mn-lt"/>
              </a:rPr>
              <a:t>节。</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行善而受苦，要忍耐，求神的喜悦，同样效法基督样式。</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避免犯罪受责打</a:t>
            </a:r>
            <a:endParaRPr lang="en-US" altLang="zh-CN"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犯罪：广义</a:t>
            </a:r>
            <a:endParaRPr lang="en-US" altLang="zh-CN"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犯罪：狭义</a:t>
            </a:r>
            <a:endParaRPr lang="en-US" altLang="zh-CN"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85F8F99F-B657-8C53-24C5-A8D1575875FA}"/>
              </a:ext>
            </a:extLst>
          </p:cNvPr>
          <p:cNvSpPr txBox="1"/>
          <p:nvPr/>
        </p:nvSpPr>
        <p:spPr>
          <a:xfrm>
            <a:off x="102042" y="1134633"/>
            <a:ext cx="12356658" cy="1587871"/>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2:19】</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倘若人为叫良心对得住　神，就忍受冤屈的苦楚，这是</a:t>
            </a:r>
            <a:r>
              <a:rPr kumimoji="0" lang="zh-CN" altLang="en-US" sz="2000" b="0"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可喜爱</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的。</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你们若因犯罪受责打，能忍耐，有什么可夸的呢？（</a:t>
            </a:r>
            <a:r>
              <a:rPr kumimoji="0" lang="zh-CN" altLang="en-US" sz="2000" b="0"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无可夸</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2:20】</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但你们若因行善受苦，能忍耐，这在　神看是</a:t>
            </a:r>
            <a:r>
              <a:rPr kumimoji="0" lang="zh-CN" altLang="en-US" sz="2000" b="0"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可喜爱</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的。</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1FE8FF7E-2F84-DE7D-C3C4-ED8DB87872A4}"/>
              </a:ext>
            </a:extLst>
          </p:cNvPr>
          <p:cNvSpPr txBox="1"/>
          <p:nvPr>
            <p:custDataLst>
              <p:tags r:id="rId3"/>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第一段：神所喜爱的</a:t>
            </a:r>
          </a:p>
        </p:txBody>
      </p:sp>
      <p:sp>
        <p:nvSpPr>
          <p:cNvPr id="15" name="文本框 14">
            <a:extLst>
              <a:ext uri="{FF2B5EF4-FFF2-40B4-BE49-F238E27FC236}">
                <a16:creationId xmlns:a16="http://schemas.microsoft.com/office/drawing/2014/main" id="{7D9C336D-CEBD-038D-926E-6A4E0C9E12AB}"/>
              </a:ext>
            </a:extLst>
          </p:cNvPr>
          <p:cNvSpPr txBox="1"/>
          <p:nvPr>
            <p:custDataLst>
              <p:tags r:id="rId4"/>
            </p:custDataLst>
          </p:nvPr>
        </p:nvSpPr>
        <p:spPr>
          <a:xfrm>
            <a:off x="4169018" y="5128601"/>
            <a:ext cx="7118838" cy="1740876"/>
          </a:xfrm>
          <a:prstGeom prst="rect">
            <a:avLst/>
          </a:prstGeom>
        </p:spPr>
        <p:txBody>
          <a:bodyPr vert="horz" lIns="91440" tIns="45720" rIns="91440" bIns="45720" rtlCol="0">
            <a:normAutofit/>
          </a:bodyPr>
          <a:lstStyle/>
          <a:p>
            <a:pPr marL="114300">
              <a:lnSpc>
                <a:spcPct val="150000"/>
              </a:lnSpc>
              <a:spcAft>
                <a:spcPts val="600"/>
              </a:spcAft>
            </a:pPr>
            <a:r>
              <a:rPr lang="zh-CN" altLang="en-US" sz="1500" dirty="0">
                <a:latin typeface="方正屏显雅宋_GBK" panose="02010600010101010101" pitchFamily="2" charset="-122"/>
                <a:ea typeface="方正屏显雅宋_GBK" panose="02010600010101010101" pitchFamily="2" charset="-122"/>
                <a:sym typeface="+mn-lt"/>
              </a:rPr>
              <a:t>应用：</a:t>
            </a:r>
            <a:endParaRPr lang="en-US" altLang="zh-CN" sz="15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500" dirty="0">
                <a:latin typeface="方正屏显雅宋_GBK" panose="02010600010101010101" pitchFamily="2" charset="-122"/>
                <a:ea typeface="方正屏显雅宋_GBK" panose="02010600010101010101" pitchFamily="2" charset="-122"/>
                <a:sym typeface="+mn-lt"/>
              </a:rPr>
              <a:t>遵守神的命令或律法，爱神爱人，受误解，效法基督样式。</a:t>
            </a:r>
            <a:endParaRPr lang="en-US" altLang="zh-CN" sz="15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500" dirty="0">
                <a:latin typeface="方正屏显雅宋_GBK" panose="02010600010101010101" pitchFamily="2" charset="-122"/>
                <a:ea typeface="方正屏显雅宋_GBK" panose="02010600010101010101" pitchFamily="2" charset="-122"/>
                <a:sym typeface="+mn-lt"/>
              </a:rPr>
              <a:t>不做神不喜悦的事情，在何乎信仰前提下，竭力顺服权柄。</a:t>
            </a:r>
            <a:endParaRPr lang="en-US" altLang="zh-CN" sz="15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500" dirty="0">
                <a:latin typeface="方正屏显雅宋_GBK" panose="02010600010101010101" pitchFamily="2" charset="-122"/>
                <a:ea typeface="方正屏显雅宋_GBK" panose="02010600010101010101" pitchFamily="2" charset="-122"/>
                <a:sym typeface="+mn-lt"/>
              </a:rPr>
              <a:t>完成自己且超过自己所当做的，求神的喜悦和有神的见证。</a:t>
            </a:r>
            <a:endParaRPr lang="en-US" altLang="zh-CN" sz="1500" dirty="0">
              <a:latin typeface="方正屏显雅宋_GBK" panose="02010600010101010101" pitchFamily="2" charset="-122"/>
              <a:ea typeface="方正屏显雅宋_GBK" panose="02010600010101010101" pitchFamily="2" charset="-122"/>
              <a:sym typeface="+mn-lt"/>
            </a:endParaRPr>
          </a:p>
        </p:txBody>
      </p:sp>
    </p:spTree>
    <p:custDataLst>
      <p:tags r:id="rId1"/>
    </p:custDataLst>
    <p:extLst>
      <p:ext uri="{BB962C8B-B14F-4D97-AF65-F5344CB8AC3E}">
        <p14:creationId xmlns:p14="http://schemas.microsoft.com/office/powerpoint/2010/main" val="2611143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756DF-EC74-0524-133B-1C6C4E1C8E2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C83BCE1-422C-BF8C-AC05-17AEC46E8348}"/>
              </a:ext>
            </a:extLst>
          </p:cNvPr>
          <p:cNvSpPr txBox="1"/>
          <p:nvPr>
            <p:custDataLst>
              <p:tags r:id="rId2"/>
            </p:custDataLst>
          </p:nvPr>
        </p:nvSpPr>
        <p:spPr>
          <a:xfrm>
            <a:off x="0" y="1645286"/>
            <a:ext cx="10976266" cy="5143500"/>
          </a:xfrm>
          <a:prstGeom prst="rect">
            <a:avLst/>
          </a:prstGeom>
        </p:spPr>
        <p:txBody>
          <a:bodyPr vert="horz" lIns="91440" tIns="45720" rIns="91440" bIns="45720" rtlCol="0">
            <a:normAutofit/>
          </a:bodyPr>
          <a:lstStyle/>
          <a:p>
            <a:pPr marL="342900"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结构：</a:t>
            </a:r>
            <a:endParaRPr lang="en-US" altLang="zh-CN" sz="1600" dirty="0">
              <a:latin typeface="方正屏显雅宋_GBK" panose="02010600010101010101" pitchFamily="2" charset="-122"/>
              <a:ea typeface="方正屏显雅宋_GBK" panose="02010600010101010101" pitchFamily="2" charset="-122"/>
              <a:sym typeface="+mn-lt"/>
            </a:endParaRPr>
          </a:p>
          <a:p>
            <a:pPr indent="266700" algn="just">
              <a:lnSpc>
                <a:spcPct val="150000"/>
              </a:lnSpc>
              <a:buNone/>
            </a:pP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   </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基督是神子民的救赎（</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21</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节上）</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buNone/>
            </a:pP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B    </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基督是榜样（</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21</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节下）</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buNone/>
            </a:pP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B</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’榜样的内容（</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21~23</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节）</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pP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’基督救赎的内容（</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24</a:t>
            </a:r>
            <a:r>
              <a:rPr lang="zh-CN" altLang="zh-CN" sz="1600" kern="100" dirty="0">
                <a:effectLst/>
                <a:latin typeface="等线" panose="02010600030101010101" pitchFamily="2" charset="-122"/>
                <a:ea typeface="方正屏显雅宋_GBK" panose="02010600010101010101" pitchFamily="2" charset="-122"/>
                <a:cs typeface="Times New Roman" panose="02020603050405020304" pitchFamily="18" charset="0"/>
              </a:rPr>
              <a:t>节）</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蒙召原是为此</a:t>
            </a:r>
            <a:endParaRPr lang="en-US" altLang="zh-CN" sz="16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指：行善而受苦且忍耐</a:t>
            </a:r>
            <a:endParaRPr lang="en-US" altLang="zh-CN" sz="16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这里提到了“蒙召”，强调我们是被神主动拣选的，我们的身份是神的儿女，对应第</a:t>
            </a:r>
            <a:r>
              <a:rPr lang="en-US" altLang="zh-CN" sz="1600" dirty="0">
                <a:latin typeface="方正屏显雅宋_GBK" panose="02010600010101010101" pitchFamily="2" charset="-122"/>
                <a:ea typeface="方正屏显雅宋_GBK" panose="02010600010101010101" pitchFamily="2" charset="-122"/>
                <a:sym typeface="+mn-lt"/>
              </a:rPr>
              <a:t>9</a:t>
            </a:r>
            <a:r>
              <a:rPr lang="zh-CN" altLang="en-US" sz="1600" dirty="0">
                <a:latin typeface="方正屏显雅宋_GBK" panose="02010600010101010101" pitchFamily="2" charset="-122"/>
                <a:ea typeface="方正屏显雅宋_GBK" panose="02010600010101010101" pitchFamily="2" charset="-122"/>
                <a:sym typeface="+mn-lt"/>
              </a:rPr>
              <a:t>节“被拣选的族类”</a:t>
            </a:r>
            <a:endParaRPr lang="en-US" altLang="zh-CN" sz="16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注意：</a:t>
            </a:r>
            <a:endParaRPr lang="en-US" altLang="zh-CN" sz="16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这里的受苦并不是说我们基督徒蒙召就是为了受苦</a:t>
            </a:r>
            <a:endParaRPr lang="en-US" altLang="zh-CN" sz="16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而是说我们在因行善而受苦的情况下，我们当存忍耐的心志，为神忍耐，为见证神而忍耐。</a:t>
            </a:r>
            <a:endParaRPr lang="en-US" altLang="zh-CN" sz="16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endParaRPr lang="en-US" altLang="zh-CN" sz="16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57CEB706-19AE-A0F6-618F-21C418A8C6E3}"/>
              </a:ext>
            </a:extLst>
          </p:cNvPr>
          <p:cNvSpPr txBox="1"/>
          <p:nvPr/>
        </p:nvSpPr>
        <p:spPr>
          <a:xfrm>
            <a:off x="102042" y="1134633"/>
            <a:ext cx="123566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你们蒙召原是为此，因基督也为你们受过苦，给你们留下榜样，叫你们跟随他的脚踪行。</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6E388396-E2E5-7EAF-91BC-D8F8F87E2A78}"/>
              </a:ext>
            </a:extLst>
          </p:cNvPr>
          <p:cNvSpPr txBox="1"/>
          <p:nvPr>
            <p:custDataLst>
              <p:tags r:id="rId3"/>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第二段：基督为榜样</a:t>
            </a:r>
          </a:p>
        </p:txBody>
      </p:sp>
    </p:spTree>
    <p:custDataLst>
      <p:tags r:id="rId1"/>
    </p:custDataLst>
    <p:extLst>
      <p:ext uri="{BB962C8B-B14F-4D97-AF65-F5344CB8AC3E}">
        <p14:creationId xmlns:p14="http://schemas.microsoft.com/office/powerpoint/2010/main" val="1434747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F7113-BFA5-6309-72A6-582C86B3A97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543D082-2502-5C20-E294-A639BCB7F319}"/>
              </a:ext>
            </a:extLst>
          </p:cNvPr>
          <p:cNvSpPr txBox="1"/>
          <p:nvPr>
            <p:custDataLst>
              <p:tags r:id="rId2"/>
            </p:custDataLst>
          </p:nvPr>
        </p:nvSpPr>
        <p:spPr>
          <a:xfrm>
            <a:off x="0" y="1645286"/>
            <a:ext cx="10976266" cy="5143500"/>
          </a:xfrm>
          <a:prstGeom prst="rect">
            <a:avLst/>
          </a:prstGeom>
        </p:spPr>
        <p:txBody>
          <a:bodyPr vert="horz" lIns="91440" tIns="45720" rIns="91440" bIns="45720" rtlCol="0">
            <a:normAutofit/>
          </a:bodyPr>
          <a:lstStyle/>
          <a:p>
            <a:pPr marL="342900"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蒙召原是为此</a:t>
            </a:r>
            <a:endParaRPr lang="en-US" altLang="zh-CN" sz="16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en-US" altLang="zh-CN" sz="1600" dirty="0">
                <a:latin typeface="方正屏显雅宋_GBK" panose="02010600010101010101" pitchFamily="2" charset="-122"/>
                <a:ea typeface="方正屏显雅宋_GBK" panose="02010600010101010101" pitchFamily="2" charset="-122"/>
                <a:sym typeface="+mn-lt"/>
              </a:rPr>
              <a:t>【</a:t>
            </a:r>
            <a:r>
              <a:rPr lang="zh-CN" altLang="en-US" sz="1600" dirty="0">
                <a:latin typeface="方正屏显雅宋_GBK" panose="02010600010101010101" pitchFamily="2" charset="-122"/>
                <a:ea typeface="方正屏显雅宋_GBK" panose="02010600010101010101" pitchFamily="2" charset="-122"/>
                <a:sym typeface="+mn-lt"/>
              </a:rPr>
              <a:t>彼前</a:t>
            </a:r>
            <a:r>
              <a:rPr lang="en-US" altLang="zh-CN" sz="1600" dirty="0">
                <a:latin typeface="方正屏显雅宋_GBK" panose="02010600010101010101" pitchFamily="2" charset="-122"/>
                <a:ea typeface="方正屏显雅宋_GBK" panose="02010600010101010101" pitchFamily="2" charset="-122"/>
                <a:sym typeface="+mn-lt"/>
              </a:rPr>
              <a:t>3:9】</a:t>
            </a:r>
            <a:r>
              <a:rPr lang="zh-CN" altLang="en-US" sz="1600" dirty="0">
                <a:latin typeface="方正屏显雅宋_GBK" panose="02010600010101010101" pitchFamily="2" charset="-122"/>
                <a:ea typeface="方正屏显雅宋_GBK" panose="02010600010101010101" pitchFamily="2" charset="-122"/>
                <a:sym typeface="+mn-lt"/>
              </a:rPr>
              <a:t>不以恶报恶、以辱骂还辱骂，倒要祝福，因你们是为此</a:t>
            </a:r>
            <a:r>
              <a:rPr lang="zh-CN" altLang="en-US" sz="1600" b="1" dirty="0">
                <a:solidFill>
                  <a:srgbClr val="FF0000"/>
                </a:solidFill>
                <a:latin typeface="方正屏显雅宋_GBK" panose="02010600010101010101" pitchFamily="2" charset="-122"/>
                <a:ea typeface="方正屏显雅宋_GBK" panose="02010600010101010101" pitchFamily="2" charset="-122"/>
                <a:sym typeface="+mn-lt"/>
              </a:rPr>
              <a:t>蒙召</a:t>
            </a:r>
            <a:r>
              <a:rPr lang="zh-CN" altLang="en-US" sz="1600" dirty="0">
                <a:latin typeface="方正屏显雅宋_GBK" panose="02010600010101010101" pitchFamily="2" charset="-122"/>
                <a:ea typeface="方正屏显雅宋_GBK" panose="02010600010101010101" pitchFamily="2" charset="-122"/>
                <a:sym typeface="+mn-lt"/>
              </a:rPr>
              <a:t>，好叫你们承受福气。</a:t>
            </a: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这里也提到了“蒙召”，而我们理当是“不以恶报恶、以辱骂还辱骂，倒要祝福”的一群人。</a:t>
            </a:r>
          </a:p>
          <a:p>
            <a:pPr marL="800100" lvl="1" indent="-228600">
              <a:lnSpc>
                <a:spcPct val="150000"/>
              </a:lnSpc>
              <a:spcAft>
                <a:spcPts val="600"/>
              </a:spcAft>
              <a:buFont typeface="Arial" panose="020B0604020202020204" pitchFamily="34" charset="0"/>
              <a:buChar char="•"/>
            </a:pPr>
            <a:r>
              <a:rPr lang="en-US" altLang="zh-CN" sz="1600" dirty="0">
                <a:latin typeface="方正屏显雅宋_GBK" panose="02010600010101010101" pitchFamily="2" charset="-122"/>
                <a:ea typeface="方正屏显雅宋_GBK" panose="02010600010101010101" pitchFamily="2" charset="-122"/>
                <a:sym typeface="+mn-lt"/>
              </a:rPr>
              <a:t>【</a:t>
            </a:r>
            <a:r>
              <a:rPr lang="zh-CN" altLang="en-US" sz="1600" dirty="0">
                <a:latin typeface="方正屏显雅宋_GBK" panose="02010600010101010101" pitchFamily="2" charset="-122"/>
                <a:ea typeface="方正屏显雅宋_GBK" panose="02010600010101010101" pitchFamily="2" charset="-122"/>
                <a:sym typeface="+mn-lt"/>
              </a:rPr>
              <a:t>彼前</a:t>
            </a:r>
            <a:r>
              <a:rPr lang="en-US" altLang="zh-CN" sz="1600" dirty="0">
                <a:latin typeface="方正屏显雅宋_GBK" panose="02010600010101010101" pitchFamily="2" charset="-122"/>
                <a:ea typeface="方正屏显雅宋_GBK" panose="02010600010101010101" pitchFamily="2" charset="-122"/>
                <a:sym typeface="+mn-lt"/>
              </a:rPr>
              <a:t>5:10】</a:t>
            </a:r>
            <a:r>
              <a:rPr lang="zh-CN" altLang="en-US" sz="1600" dirty="0">
                <a:latin typeface="方正屏显雅宋_GBK" panose="02010600010101010101" pitchFamily="2" charset="-122"/>
                <a:ea typeface="方正屏显雅宋_GBK" panose="02010600010101010101" pitchFamily="2" charset="-122"/>
                <a:sym typeface="+mn-lt"/>
              </a:rPr>
              <a:t>那赐诸般恩典的　神曾在基督里</a:t>
            </a:r>
            <a:r>
              <a:rPr lang="zh-CN" altLang="en-US" sz="1600" b="1" dirty="0">
                <a:solidFill>
                  <a:srgbClr val="FF0000"/>
                </a:solidFill>
                <a:latin typeface="方正屏显雅宋_GBK" panose="02010600010101010101" pitchFamily="2" charset="-122"/>
                <a:ea typeface="方正屏显雅宋_GBK" panose="02010600010101010101" pitchFamily="2" charset="-122"/>
                <a:sym typeface="+mn-lt"/>
              </a:rPr>
              <a:t>召你们</a:t>
            </a:r>
            <a:r>
              <a:rPr lang="zh-CN" altLang="en-US" sz="1600" dirty="0">
                <a:latin typeface="方正屏显雅宋_GBK" panose="02010600010101010101" pitchFamily="2" charset="-122"/>
                <a:ea typeface="方正屏显雅宋_GBK" panose="02010600010101010101" pitchFamily="2" charset="-122"/>
                <a:sym typeface="+mn-lt"/>
              </a:rPr>
              <a:t>，得享他永远的荣耀，等你们暂受苦难之后，必要亲自成全你们，坚固你们，赐力量给你们。</a:t>
            </a:r>
            <a:endParaRPr lang="en-US" altLang="zh-CN" sz="16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神给了我们福气、恩典和永远的荣耀，而我们拥有了这一切的一切我们理当如同基督一样在地上成为祂的见证人，面对那不公的待遇，就是“行善受苦能忍耐”，而效法基督。</a:t>
            </a:r>
          </a:p>
          <a:p>
            <a:pPr marL="1257300" lvl="2" indent="-228600">
              <a:lnSpc>
                <a:spcPct val="150000"/>
              </a:lnSpc>
              <a:spcAft>
                <a:spcPts val="600"/>
              </a:spcAft>
              <a:buFont typeface="Arial" panose="020B0604020202020204" pitchFamily="34" charset="0"/>
              <a:buChar char="•"/>
            </a:pPr>
            <a:endParaRPr lang="en-US" altLang="zh-CN" sz="16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4475DE14-0367-778E-8A0A-AB32BB8E71B4}"/>
              </a:ext>
            </a:extLst>
          </p:cNvPr>
          <p:cNvSpPr txBox="1"/>
          <p:nvPr/>
        </p:nvSpPr>
        <p:spPr>
          <a:xfrm>
            <a:off x="102042" y="1134633"/>
            <a:ext cx="123566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你们蒙召原是为此，因基督也为你们受过苦，给你们留下榜样，叫你们跟随他的脚踪行。</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16D99882-3BA2-DEED-CE9B-46A9F484006E}"/>
              </a:ext>
            </a:extLst>
          </p:cNvPr>
          <p:cNvSpPr txBox="1"/>
          <p:nvPr>
            <p:custDataLst>
              <p:tags r:id="rId3"/>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第二段：基督为榜样</a:t>
            </a:r>
          </a:p>
        </p:txBody>
      </p:sp>
    </p:spTree>
    <p:custDataLst>
      <p:tags r:id="rId1"/>
    </p:custDataLst>
    <p:extLst>
      <p:ext uri="{BB962C8B-B14F-4D97-AF65-F5344CB8AC3E}">
        <p14:creationId xmlns:p14="http://schemas.microsoft.com/office/powerpoint/2010/main" val="605729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AA370-F3B4-78B7-9AE6-9BE3F5D96EF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38E7AAE-3FC2-DADC-1D6C-526AF7A3BF23}"/>
              </a:ext>
            </a:extLst>
          </p:cNvPr>
          <p:cNvSpPr txBox="1"/>
          <p:nvPr>
            <p:custDataLst>
              <p:tags r:id="rId2"/>
            </p:custDataLst>
          </p:nvPr>
        </p:nvSpPr>
        <p:spPr>
          <a:xfrm>
            <a:off x="102042" y="1925515"/>
            <a:ext cx="3924835" cy="4932485"/>
          </a:xfrm>
          <a:prstGeom prst="rect">
            <a:avLst/>
          </a:prstGeom>
        </p:spPr>
        <p:txBody>
          <a:bodyPr vert="horz" lIns="91440" tIns="45720" rIns="91440" bIns="45720" rtlCol="0">
            <a:normAutofit/>
          </a:bodyPr>
          <a:lstStyle/>
          <a:p>
            <a:pPr marL="342900"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基督：</a:t>
            </a:r>
            <a:endParaRPr lang="en-US" altLang="zh-CN" sz="16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为：谁得益处</a:t>
            </a:r>
            <a:endParaRPr lang="en-US" altLang="zh-CN" sz="16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为我们</a:t>
            </a:r>
            <a:endParaRPr lang="en-US" altLang="zh-CN" sz="16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受过苦（已成就）</a:t>
            </a:r>
            <a:endParaRPr lang="en-US" altLang="zh-CN" sz="16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给：目标</a:t>
            </a:r>
            <a:endParaRPr lang="en-US" altLang="zh-CN" sz="16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留下（持续的）</a:t>
            </a:r>
            <a:endParaRPr lang="en-US" altLang="zh-CN" sz="16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榜样（效法对象）</a:t>
            </a:r>
            <a:endParaRPr lang="en-US" altLang="zh-CN" sz="16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叫：命令</a:t>
            </a:r>
            <a:endParaRPr lang="en-US" altLang="zh-CN" sz="16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跟随</a:t>
            </a:r>
            <a:endParaRPr lang="en-US" altLang="zh-CN" sz="16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他的脚踪</a:t>
            </a:r>
            <a:endParaRPr lang="en-US" altLang="zh-CN" sz="16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66762BE1-7A8B-4F9F-97C3-A4CC98EDC01A}"/>
              </a:ext>
            </a:extLst>
          </p:cNvPr>
          <p:cNvSpPr txBox="1"/>
          <p:nvPr/>
        </p:nvSpPr>
        <p:spPr>
          <a:xfrm>
            <a:off x="102042" y="1134633"/>
            <a:ext cx="123566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你们蒙召原是为此，因基督也为你们受过苦，给你们留下榜样，叫你们跟随他的脚踪行。</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9973B3BD-1E31-1046-2D9F-576346AC6B42}"/>
              </a:ext>
            </a:extLst>
          </p:cNvPr>
          <p:cNvSpPr txBox="1"/>
          <p:nvPr>
            <p:custDataLst>
              <p:tags r:id="rId3"/>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第二段：基督为榜样</a:t>
            </a:r>
          </a:p>
        </p:txBody>
      </p:sp>
      <p:grpSp>
        <p:nvGrpSpPr>
          <p:cNvPr id="10" name="组合 9">
            <a:extLst>
              <a:ext uri="{FF2B5EF4-FFF2-40B4-BE49-F238E27FC236}">
                <a16:creationId xmlns:a16="http://schemas.microsoft.com/office/drawing/2014/main" id="{E09E36DA-92A4-7057-3682-D21E041B5A6B}"/>
              </a:ext>
            </a:extLst>
          </p:cNvPr>
          <p:cNvGrpSpPr/>
          <p:nvPr/>
        </p:nvGrpSpPr>
        <p:grpSpPr>
          <a:xfrm>
            <a:off x="8165125" y="1921630"/>
            <a:ext cx="7326886" cy="2279479"/>
            <a:chOff x="8137625" y="3158339"/>
            <a:chExt cx="7118838" cy="2531758"/>
          </a:xfrm>
        </p:grpSpPr>
        <p:sp>
          <p:nvSpPr>
            <p:cNvPr id="3" name="文本框 2">
              <a:extLst>
                <a:ext uri="{FF2B5EF4-FFF2-40B4-BE49-F238E27FC236}">
                  <a16:creationId xmlns:a16="http://schemas.microsoft.com/office/drawing/2014/main" id="{E3BAF162-D263-0443-C131-805E84A53D5C}"/>
                </a:ext>
              </a:extLst>
            </p:cNvPr>
            <p:cNvSpPr txBox="1"/>
            <p:nvPr>
              <p:custDataLst>
                <p:tags r:id="rId4"/>
              </p:custDataLst>
            </p:nvPr>
          </p:nvSpPr>
          <p:spPr>
            <a:xfrm>
              <a:off x="8137625" y="3158339"/>
              <a:ext cx="7118838" cy="2531758"/>
            </a:xfrm>
            <a:prstGeom prst="rect">
              <a:avLst/>
            </a:prstGeom>
          </p:spPr>
          <p:txBody>
            <a:bodyPr vert="horz" lIns="91440" tIns="45720" rIns="91440" bIns="45720" rtlCol="0">
              <a:normAutofit/>
            </a:bodyPr>
            <a:lstStyle/>
            <a:p>
              <a:pPr marL="114300">
                <a:lnSpc>
                  <a:spcPct val="150000"/>
                </a:lnSpc>
                <a:spcAft>
                  <a:spcPts val="600"/>
                </a:spcAft>
              </a:pPr>
              <a:r>
                <a:rPr lang="zh-CN" altLang="en-US" sz="1400" dirty="0">
                  <a:latin typeface="方正屏显雅宋_GBK" panose="02010600010101010101" pitchFamily="2" charset="-122"/>
                  <a:ea typeface="方正屏显雅宋_GBK" panose="02010600010101010101" pitchFamily="2" charset="-122"/>
                  <a:sym typeface="+mn-lt"/>
                </a:rPr>
                <a:t>提醒：</a:t>
              </a:r>
              <a:endParaRPr lang="en-US" altLang="zh-CN" sz="14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我们已经蒙恩一群人</a:t>
              </a:r>
              <a:endParaRPr lang="en-US" altLang="zh-CN" sz="14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基督已经为我们受苦</a:t>
              </a:r>
              <a:endParaRPr lang="en-US" altLang="zh-CN" sz="14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基督已经为我们榜样</a:t>
              </a:r>
              <a:endParaRPr lang="en-US" altLang="zh-CN" sz="14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命令：跟随他的脚踪</a:t>
              </a:r>
              <a:endParaRPr lang="en-US" altLang="zh-CN" sz="1400" dirty="0">
                <a:latin typeface="方正屏显雅宋_GBK" panose="02010600010101010101" pitchFamily="2" charset="-122"/>
                <a:ea typeface="方正屏显雅宋_GBK" panose="02010600010101010101" pitchFamily="2" charset="-122"/>
                <a:sym typeface="+mn-lt"/>
              </a:endParaRPr>
            </a:p>
          </p:txBody>
        </p:sp>
        <p:pic>
          <p:nvPicPr>
            <p:cNvPr id="7" name="图形 6" descr="灯打开 纯色填充">
              <a:extLst>
                <a:ext uri="{FF2B5EF4-FFF2-40B4-BE49-F238E27FC236}">
                  <a16:creationId xmlns:a16="http://schemas.microsoft.com/office/drawing/2014/main" id="{D6B84C19-2F79-FC7B-63AD-631D8E5C70E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78660" y="3667081"/>
              <a:ext cx="341557" cy="341557"/>
            </a:xfrm>
            <a:prstGeom prst="rect">
              <a:avLst/>
            </a:prstGeom>
          </p:spPr>
        </p:pic>
      </p:grpSp>
      <p:sp>
        <p:nvSpPr>
          <p:cNvPr id="9" name="文本框 8">
            <a:extLst>
              <a:ext uri="{FF2B5EF4-FFF2-40B4-BE49-F238E27FC236}">
                <a16:creationId xmlns:a16="http://schemas.microsoft.com/office/drawing/2014/main" id="{BA12D726-2713-6AB9-503A-7C59F95B52C8}"/>
              </a:ext>
            </a:extLst>
          </p:cNvPr>
          <p:cNvSpPr txBox="1"/>
          <p:nvPr/>
        </p:nvSpPr>
        <p:spPr>
          <a:xfrm>
            <a:off x="3517885" y="4634280"/>
            <a:ext cx="8674115" cy="2092752"/>
          </a:xfrm>
          <a:prstGeom prst="rect">
            <a:avLst/>
          </a:prstGeom>
          <a:noFill/>
        </p:spPr>
        <p:txBody>
          <a:bodyPr wrap="square">
            <a:spAutoFit/>
          </a:bodyPr>
          <a:lstStyle/>
          <a:p>
            <a:pPr indent="127000" algn="just">
              <a:lnSpc>
                <a:spcPct val="150000"/>
              </a:lnSpc>
            </a:pPr>
            <a:r>
              <a:rPr lang="zh-CN" altLang="zh-CN" b="1" kern="100" dirty="0">
                <a:effectLst/>
                <a:latin typeface="等线" panose="02010600030101010101" pitchFamily="2" charset="-122"/>
                <a:ea typeface="方正屏显雅宋_GBK" panose="02010600010101010101" pitchFamily="2" charset="-122"/>
                <a:cs typeface="Times New Roman" panose="02020603050405020304" pitchFamily="18" charset="0"/>
              </a:rPr>
              <a:t>“跟随”</a:t>
            </a:r>
            <a:r>
              <a:rPr lang="zh-CN" altLang="en-US" b="1" kern="100" dirty="0">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b="1" kern="100" dirty="0">
              <a:latin typeface="等线" panose="02010600030101010101" pitchFamily="2" charset="-122"/>
              <a:ea typeface="方正屏显雅宋_GBK" panose="0201060001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不仅仅是外在的行动上的模仿</a:t>
            </a:r>
            <a:r>
              <a:rPr lang="zh-CN" altLang="en-US" sz="14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重要的是投入到教师的生命中，与基督的生命有份，即基督复活在我们每个属神的儿女身上</a:t>
            </a:r>
            <a:r>
              <a:rPr lang="zh-CN" altLang="en-US" sz="1400" kern="100" dirty="0">
                <a:latin typeface="等线" panose="02010600030101010101" pitchFamily="2" charset="-122"/>
                <a:ea typeface="方正屏显雅宋_GBK" panose="02010600010101010101" pitchFamily="2" charset="-122"/>
                <a:cs typeface="Times New Roman" panose="02020603050405020304" pitchFamily="18" charset="0"/>
              </a:rPr>
              <a:t>，</a:t>
            </a: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从里到外</a:t>
            </a:r>
            <a:r>
              <a:rPr lang="zh-CN" altLang="en-US" sz="14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基督救恩的动力是爱，而同样我们的跟随也要以爱为动力，</a:t>
            </a:r>
            <a:endParaRPr lang="en-US"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基督的目的是为祂的子民，同样我们作为神的儿女，我们的目的理当是为神。</a:t>
            </a:r>
            <a:endParaRPr lang="en-US"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前面提到的为神“因行善而受苦和忍耐”是我们理当如此行的跟随表现之一。</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810972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E0585-9C06-C868-67F7-D90D6F022B34}"/>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C5CCD72A-133A-CFE9-19DF-E3E7F0C0108A}"/>
              </a:ext>
            </a:extLst>
          </p:cNvPr>
          <p:cNvSpPr txBox="1"/>
          <p:nvPr/>
        </p:nvSpPr>
        <p:spPr>
          <a:xfrm>
            <a:off x="102042" y="1134633"/>
            <a:ext cx="12356658" cy="2588144"/>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你们蒙召原是为此，因基督也为你们受过苦，给你们留下榜样，叫你们跟随他的脚踪行。</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2:22】</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他并没有犯罪，口里也没有诡诈。</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2:23】</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他被骂不还口，受害不说威吓的话，只将自己交托那按公义审判人的主。</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2:24】</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他被挂在木头上，亲身担当了我们的罪，使我们既然在罪上死，就得以在义上活。因他受的鞭伤，你们便得了医治。</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B978E40D-80A3-7554-73F9-D3E00D1D62C2}"/>
              </a:ext>
            </a:extLst>
          </p:cNvPr>
          <p:cNvSpPr txBox="1"/>
          <p:nvPr>
            <p:custDataLst>
              <p:tags r:id="rId2"/>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第二段：基督为榜样</a:t>
            </a:r>
          </a:p>
        </p:txBody>
      </p:sp>
      <p:graphicFrame>
        <p:nvGraphicFramePr>
          <p:cNvPr id="3" name="表格 2">
            <a:extLst>
              <a:ext uri="{FF2B5EF4-FFF2-40B4-BE49-F238E27FC236}">
                <a16:creationId xmlns:a16="http://schemas.microsoft.com/office/drawing/2014/main" id="{DD833D5C-6D8A-C9F0-854E-A579ADE7BC6F}"/>
              </a:ext>
            </a:extLst>
          </p:cNvPr>
          <p:cNvGraphicFramePr>
            <a:graphicFrameLocks noGrp="1"/>
          </p:cNvGraphicFramePr>
          <p:nvPr>
            <p:extLst>
              <p:ext uri="{D42A27DB-BD31-4B8C-83A1-F6EECF244321}">
                <p14:modId xmlns:p14="http://schemas.microsoft.com/office/powerpoint/2010/main" val="3966873615"/>
              </p:ext>
            </p:extLst>
          </p:nvPr>
        </p:nvGraphicFramePr>
        <p:xfrm>
          <a:off x="560558" y="4106008"/>
          <a:ext cx="6639560" cy="1528956"/>
        </p:xfrm>
        <a:graphic>
          <a:graphicData uri="http://schemas.openxmlformats.org/drawingml/2006/table">
            <a:tbl>
              <a:tblPr firstRow="1" firstCol="1" bandRow="1">
                <a:tableStyleId>{C083E6E3-FA7D-4D7B-A595-EF9225AFEA82}</a:tableStyleId>
              </a:tblPr>
              <a:tblGrid>
                <a:gridCol w="627380">
                  <a:extLst>
                    <a:ext uri="{9D8B030D-6E8A-4147-A177-3AD203B41FA5}">
                      <a16:colId xmlns:a16="http://schemas.microsoft.com/office/drawing/2014/main" val="2736526345"/>
                    </a:ext>
                  </a:extLst>
                </a:gridCol>
                <a:gridCol w="2609850">
                  <a:extLst>
                    <a:ext uri="{9D8B030D-6E8A-4147-A177-3AD203B41FA5}">
                      <a16:colId xmlns:a16="http://schemas.microsoft.com/office/drawing/2014/main" val="2438252556"/>
                    </a:ext>
                  </a:extLst>
                </a:gridCol>
                <a:gridCol w="630555">
                  <a:extLst>
                    <a:ext uri="{9D8B030D-6E8A-4147-A177-3AD203B41FA5}">
                      <a16:colId xmlns:a16="http://schemas.microsoft.com/office/drawing/2014/main" val="3907964385"/>
                    </a:ext>
                  </a:extLst>
                </a:gridCol>
                <a:gridCol w="2771775">
                  <a:extLst>
                    <a:ext uri="{9D8B030D-6E8A-4147-A177-3AD203B41FA5}">
                      <a16:colId xmlns:a16="http://schemas.microsoft.com/office/drawing/2014/main" val="3422962234"/>
                    </a:ext>
                  </a:extLst>
                </a:gridCol>
              </a:tblGrid>
              <a:tr h="0">
                <a:tc gridSpan="2">
                  <a:txBody>
                    <a:bodyPr/>
                    <a:lstStyle/>
                    <a:p>
                      <a:pPr indent="127000" algn="ctr">
                        <a:lnSpc>
                          <a:spcPct val="150000"/>
                        </a:lnSpc>
                        <a:buNone/>
                      </a:pPr>
                      <a:r>
                        <a:rPr lang="zh-CN" sz="1050" kern="100">
                          <a:effectLst/>
                        </a:rPr>
                        <a:t>彼前二</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hMerge="1">
                  <a:txBody>
                    <a:bodyPr/>
                    <a:lstStyle/>
                    <a:p>
                      <a:endParaRPr lang="zh-CN" altLang="en-US"/>
                    </a:p>
                  </a:txBody>
                  <a:tcPr/>
                </a:tc>
                <a:tc gridSpan="2">
                  <a:txBody>
                    <a:bodyPr/>
                    <a:lstStyle/>
                    <a:p>
                      <a:pPr indent="127000" algn="ctr">
                        <a:lnSpc>
                          <a:spcPct val="150000"/>
                        </a:lnSpc>
                        <a:buNone/>
                      </a:pPr>
                      <a:r>
                        <a:rPr lang="zh-CN" sz="1050" kern="100">
                          <a:effectLst/>
                        </a:rPr>
                        <a:t>赛五十三</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hMerge="1">
                  <a:txBody>
                    <a:bodyPr/>
                    <a:lstStyle/>
                    <a:p>
                      <a:endParaRPr lang="zh-CN" altLang="en-US"/>
                    </a:p>
                  </a:txBody>
                  <a:tcPr/>
                </a:tc>
                <a:extLst>
                  <a:ext uri="{0D108BD9-81ED-4DB2-BD59-A6C34878D82A}">
                    <a16:rowId xmlns:a16="http://schemas.microsoft.com/office/drawing/2014/main" val="1064853413"/>
                  </a:ext>
                </a:extLst>
              </a:tr>
              <a:tr h="0">
                <a:tc>
                  <a:txBody>
                    <a:bodyPr/>
                    <a:lstStyle/>
                    <a:p>
                      <a:pPr indent="127000" algn="just">
                        <a:lnSpc>
                          <a:spcPct val="150000"/>
                        </a:lnSpc>
                        <a:buNone/>
                      </a:pPr>
                      <a:r>
                        <a:rPr lang="en-US" sz="1050" kern="100">
                          <a:effectLst/>
                        </a:rPr>
                        <a:t>22</a:t>
                      </a:r>
                      <a:r>
                        <a:rPr lang="zh-CN" sz="1050" kern="100">
                          <a:effectLst/>
                        </a:rPr>
                        <a:t>下</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zh-CN" sz="1050" kern="100">
                          <a:effectLst/>
                        </a:rPr>
                        <a:t>口里也没有诡诈</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en-US" sz="1050" kern="100">
                          <a:effectLst/>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zh-CN" sz="1050" kern="100">
                          <a:effectLst/>
                        </a:rPr>
                        <a:t>可中也没有诡诈</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20697854"/>
                  </a:ext>
                </a:extLst>
              </a:tr>
              <a:tr h="0">
                <a:tc>
                  <a:txBody>
                    <a:bodyPr/>
                    <a:lstStyle/>
                    <a:p>
                      <a:pPr indent="127000" algn="just">
                        <a:lnSpc>
                          <a:spcPct val="150000"/>
                        </a:lnSpc>
                        <a:buNone/>
                      </a:pPr>
                      <a:r>
                        <a:rPr lang="en-US" sz="1050" kern="100">
                          <a:effectLst/>
                        </a:rPr>
                        <a:t>23</a:t>
                      </a:r>
                      <a:r>
                        <a:rPr lang="zh-CN" sz="1050" kern="100">
                          <a:effectLst/>
                        </a:rPr>
                        <a:t>中</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zh-CN" sz="1050" kern="100">
                          <a:effectLst/>
                        </a:rPr>
                        <a:t>受害不说威吓的话</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en-US" sz="1050" kern="100">
                          <a:effectLst/>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zh-CN" sz="1050" kern="100">
                          <a:effectLst/>
                        </a:rPr>
                        <a:t>在受苦时候却不开口</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42387769"/>
                  </a:ext>
                </a:extLst>
              </a:tr>
              <a:tr h="0">
                <a:tc>
                  <a:txBody>
                    <a:bodyPr/>
                    <a:lstStyle/>
                    <a:p>
                      <a:pPr indent="127000" algn="just">
                        <a:lnSpc>
                          <a:spcPct val="150000"/>
                        </a:lnSpc>
                        <a:buNone/>
                      </a:pPr>
                      <a:r>
                        <a:rPr lang="en-US" sz="1050" kern="100">
                          <a:effectLst/>
                        </a:rPr>
                        <a:t>24</a:t>
                      </a:r>
                      <a:r>
                        <a:rPr lang="zh-CN" sz="1050" kern="100">
                          <a:effectLst/>
                        </a:rPr>
                        <a:t>上</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zh-CN" sz="1050" kern="100">
                          <a:effectLst/>
                        </a:rPr>
                        <a:t>亲身担当我们的罪</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en-US" sz="1050" kern="100">
                          <a:effectLst/>
                        </a:rPr>
                        <a:t>4</a:t>
                      </a:r>
                      <a:endParaRPr lang="zh-CN" sz="1050" kern="100">
                        <a:effectLst/>
                      </a:endParaRPr>
                    </a:p>
                    <a:p>
                      <a:pPr indent="127000" algn="just">
                        <a:lnSpc>
                          <a:spcPct val="150000"/>
                        </a:lnSpc>
                        <a:buNone/>
                      </a:pPr>
                      <a:r>
                        <a:rPr lang="en-US" sz="1050" kern="100">
                          <a:effectLst/>
                        </a:rPr>
                        <a:t>12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zh-CN" sz="1050" kern="100">
                          <a:effectLst/>
                        </a:rPr>
                        <a:t>他自己诚然担当</a:t>
                      </a:r>
                    </a:p>
                    <a:p>
                      <a:pPr indent="127000" algn="just">
                        <a:lnSpc>
                          <a:spcPct val="150000"/>
                        </a:lnSpc>
                        <a:buNone/>
                      </a:pPr>
                      <a:r>
                        <a:rPr lang="zh-CN" sz="1050" kern="100">
                          <a:effectLst/>
                        </a:rPr>
                        <a:t>他却亲身担当多人的罪</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48983350"/>
                  </a:ext>
                </a:extLst>
              </a:tr>
              <a:tr h="0">
                <a:tc>
                  <a:txBody>
                    <a:bodyPr/>
                    <a:lstStyle/>
                    <a:p>
                      <a:pPr indent="127000" algn="just">
                        <a:lnSpc>
                          <a:spcPct val="150000"/>
                        </a:lnSpc>
                        <a:buNone/>
                      </a:pPr>
                      <a:r>
                        <a:rPr lang="en-US" sz="1050" kern="100">
                          <a:effectLst/>
                        </a:rPr>
                        <a:t>24</a:t>
                      </a:r>
                      <a:r>
                        <a:rPr lang="zh-CN" sz="1050" kern="100">
                          <a:effectLst/>
                        </a:rPr>
                        <a:t>下</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zh-CN" sz="1050" kern="100">
                          <a:effectLst/>
                        </a:rPr>
                        <a:t>因他受的鞭伤，你们便得以医治</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en-US" sz="1050" kern="100">
                          <a:effectLst/>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zh-CN" sz="1050" kern="100">
                          <a:effectLst/>
                        </a:rPr>
                        <a:t>因他受的鞭伤，我们得医治</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12940000"/>
                  </a:ext>
                </a:extLst>
              </a:tr>
              <a:tr h="0">
                <a:tc>
                  <a:txBody>
                    <a:bodyPr/>
                    <a:lstStyle/>
                    <a:p>
                      <a:pPr indent="127000" algn="just">
                        <a:lnSpc>
                          <a:spcPct val="150000"/>
                        </a:lnSpc>
                        <a:buNone/>
                      </a:pPr>
                      <a:r>
                        <a:rPr lang="en-US" sz="1050" kern="100">
                          <a:effectLst/>
                        </a:rPr>
                        <a:t>25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zh-CN" sz="1050" kern="100">
                          <a:effectLst/>
                        </a:rPr>
                        <a:t>好像迷路的羊</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en-US" sz="1050" kern="100">
                          <a:effectLst/>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indent="127000" algn="just">
                        <a:lnSpc>
                          <a:spcPct val="150000"/>
                        </a:lnSpc>
                        <a:buNone/>
                      </a:pPr>
                      <a:r>
                        <a:rPr lang="zh-CN" sz="1050" kern="100" dirty="0">
                          <a:effectLst/>
                        </a:rPr>
                        <a:t>我们都如羊走迷</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1243089"/>
                  </a:ext>
                </a:extLst>
              </a:tr>
            </a:tbl>
          </a:graphicData>
        </a:graphic>
      </p:graphicFrame>
    </p:spTree>
    <p:custDataLst>
      <p:tags r:id="rId1"/>
    </p:custDataLst>
    <p:extLst>
      <p:ext uri="{BB962C8B-B14F-4D97-AF65-F5344CB8AC3E}">
        <p14:creationId xmlns:p14="http://schemas.microsoft.com/office/powerpoint/2010/main" val="2516179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9FD45-BEC1-CA0C-1DEC-FE658C3346E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540B5EE-0206-0BA2-B65C-CCDB414C3BDF}"/>
              </a:ext>
            </a:extLst>
          </p:cNvPr>
          <p:cNvSpPr txBox="1"/>
          <p:nvPr>
            <p:custDataLst>
              <p:tags r:id="rId2"/>
            </p:custDataLst>
          </p:nvPr>
        </p:nvSpPr>
        <p:spPr>
          <a:xfrm>
            <a:off x="102042" y="3722777"/>
            <a:ext cx="7195229" cy="3135223"/>
          </a:xfrm>
          <a:prstGeom prst="rect">
            <a:avLst/>
          </a:prstGeom>
        </p:spPr>
        <p:txBody>
          <a:bodyPr vert="horz" lIns="91440" tIns="45720" rIns="91440" bIns="45720" rtlCol="0">
            <a:normAutofit fontScale="85000" lnSpcReduction="20000"/>
          </a:bodyPr>
          <a:lstStyle/>
          <a:p>
            <a:pPr marL="342900"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口</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攻击或反击最简单、直接是言语或口。</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可能当时基督徒易抱怨或以口犯罪不顺服</a:t>
            </a:r>
            <a:endParaRPr lang="en-US" altLang="zh-CN" dirty="0">
              <a:latin typeface="方正屏显雅宋_GBK" panose="02010600010101010101" pitchFamily="2" charset="-122"/>
              <a:ea typeface="方正屏显雅宋_GBK" panose="02010600010101010101" pitchFamily="2" charset="-122"/>
              <a:sym typeface="+mn-lt"/>
            </a:endParaRPr>
          </a:p>
          <a:p>
            <a:pPr marL="342900"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基督：</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没有犯罪、口里没有诡诈 </a:t>
            </a:r>
            <a:r>
              <a:rPr lang="en-US" altLang="zh-CN" b="1" dirty="0">
                <a:solidFill>
                  <a:srgbClr val="FF0000"/>
                </a:solidFill>
                <a:latin typeface="方正屏显雅宋_GBK" panose="02010600010101010101" pitchFamily="2" charset="-122"/>
                <a:ea typeface="方正屏显雅宋_GBK" panose="02010600010101010101" pitchFamily="2" charset="-122"/>
                <a:sym typeface="+mn-lt"/>
              </a:rPr>
              <a:t>vs</a:t>
            </a:r>
            <a:r>
              <a:rPr lang="en-US" altLang="zh-CN" dirty="0">
                <a:latin typeface="方正屏显雅宋_GBK" panose="02010600010101010101" pitchFamily="2" charset="-122"/>
                <a:ea typeface="方正屏显雅宋_GBK" panose="02010600010101010101" pitchFamily="2" charset="-122"/>
                <a:sym typeface="+mn-lt"/>
              </a:rPr>
              <a:t> </a:t>
            </a:r>
            <a:r>
              <a:rPr lang="zh-CN" altLang="en-US" dirty="0">
                <a:latin typeface="方正屏显雅宋_GBK" panose="02010600010101010101" pitchFamily="2" charset="-122"/>
                <a:ea typeface="方正屏显雅宋_GBK" panose="02010600010101010101" pitchFamily="2" charset="-122"/>
                <a:sym typeface="+mn-lt"/>
              </a:rPr>
              <a:t>“因犯罪而受责打”</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被骂不还口、受害不说威吓的话 </a:t>
            </a:r>
            <a:r>
              <a:rPr lang="en-US" altLang="zh-CN" b="1" dirty="0">
                <a:solidFill>
                  <a:srgbClr val="FF0000"/>
                </a:solidFill>
                <a:latin typeface="方正屏显雅宋_GBK" panose="02010600010101010101" pitchFamily="2" charset="-122"/>
                <a:ea typeface="方正屏显雅宋_GBK" panose="02010600010101010101" pitchFamily="2" charset="-122"/>
                <a:sym typeface="+mn-lt"/>
              </a:rPr>
              <a:t>vs</a:t>
            </a:r>
            <a:r>
              <a:rPr lang="en-US" altLang="zh-CN" dirty="0">
                <a:latin typeface="方正屏显雅宋_GBK" panose="02010600010101010101" pitchFamily="2" charset="-122"/>
                <a:ea typeface="方正屏显雅宋_GBK" panose="02010600010101010101" pitchFamily="2" charset="-122"/>
                <a:sym typeface="+mn-lt"/>
              </a:rPr>
              <a:t> </a:t>
            </a:r>
            <a:r>
              <a:rPr lang="zh-CN" altLang="en-US" dirty="0">
                <a:latin typeface="方正屏显雅宋_GBK" panose="02010600010101010101" pitchFamily="2" charset="-122"/>
                <a:ea typeface="方正屏显雅宋_GBK" panose="02010600010101010101" pitchFamily="2" charset="-122"/>
                <a:sym typeface="+mn-lt"/>
              </a:rPr>
              <a:t>“忍受冤屈”</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将自己交托 </a:t>
            </a:r>
            <a:r>
              <a:rPr lang="en-US" altLang="zh-CN" b="1" dirty="0">
                <a:solidFill>
                  <a:srgbClr val="FF0000"/>
                </a:solidFill>
                <a:latin typeface="方正屏显雅宋_GBK" panose="02010600010101010101" pitchFamily="2" charset="-122"/>
                <a:ea typeface="方正屏显雅宋_GBK" panose="02010600010101010101" pitchFamily="2" charset="-122"/>
                <a:sym typeface="+mn-lt"/>
              </a:rPr>
              <a:t>vs</a:t>
            </a:r>
            <a:r>
              <a:rPr lang="en-US" altLang="zh-CN" dirty="0">
                <a:latin typeface="方正屏显雅宋_GBK" panose="02010600010101010101" pitchFamily="2" charset="-122"/>
                <a:ea typeface="方正屏显雅宋_GBK" panose="02010600010101010101" pitchFamily="2" charset="-122"/>
                <a:sym typeface="+mn-lt"/>
              </a:rPr>
              <a:t> </a:t>
            </a:r>
            <a:r>
              <a:rPr lang="zh-CN" altLang="en-US" dirty="0">
                <a:latin typeface="方正屏显雅宋_GBK" panose="02010600010101010101" pitchFamily="2" charset="-122"/>
                <a:ea typeface="方正屏显雅宋_GBK" panose="02010600010101010101" pitchFamily="2" charset="-122"/>
                <a:sym typeface="+mn-lt"/>
              </a:rPr>
              <a:t>“神（公义审判的主）看为可喜爱的”</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被挂在木头上 </a:t>
            </a:r>
            <a:r>
              <a:rPr lang="en-US" altLang="zh-CN" b="1" dirty="0">
                <a:solidFill>
                  <a:srgbClr val="FF0000"/>
                </a:solidFill>
                <a:latin typeface="方正屏显雅宋_GBK" panose="02010600010101010101" pitchFamily="2" charset="-122"/>
                <a:ea typeface="方正屏显雅宋_GBK" panose="02010600010101010101" pitchFamily="2" charset="-122"/>
                <a:sym typeface="+mn-lt"/>
              </a:rPr>
              <a:t>vs</a:t>
            </a:r>
            <a:r>
              <a:rPr lang="en-US" altLang="zh-CN" dirty="0">
                <a:latin typeface="方正屏显雅宋_GBK" panose="02010600010101010101" pitchFamily="2" charset="-122"/>
                <a:ea typeface="方正屏显雅宋_GBK" panose="02010600010101010101" pitchFamily="2" charset="-122"/>
                <a:sym typeface="+mn-lt"/>
              </a:rPr>
              <a:t> </a:t>
            </a:r>
            <a:r>
              <a:rPr lang="zh-CN" altLang="en-US" dirty="0">
                <a:latin typeface="方正屏显雅宋_GBK" panose="02010600010101010101" pitchFamily="2" charset="-122"/>
                <a:ea typeface="方正屏显雅宋_GBK" panose="02010600010101010101" pitchFamily="2" charset="-122"/>
                <a:sym typeface="+mn-lt"/>
              </a:rPr>
              <a:t>“行善受苦，能忍耐”</a:t>
            </a:r>
            <a:r>
              <a:rPr lang="en-US" altLang="zh-CN" dirty="0">
                <a:latin typeface="方正屏显雅宋_GBK" panose="02010600010101010101" pitchFamily="2" charset="-122"/>
                <a:ea typeface="方正屏显雅宋_GBK" panose="02010600010101010101" pitchFamily="2" charset="-122"/>
                <a:sym typeface="+mn-lt"/>
              </a:rPr>
              <a:t> </a:t>
            </a:r>
          </a:p>
        </p:txBody>
      </p:sp>
      <p:sp>
        <p:nvSpPr>
          <p:cNvPr id="6" name="文本框 5">
            <a:extLst>
              <a:ext uri="{FF2B5EF4-FFF2-40B4-BE49-F238E27FC236}">
                <a16:creationId xmlns:a16="http://schemas.microsoft.com/office/drawing/2014/main" id="{5E35CB56-7AD8-46BC-8837-6E98611CDA77}"/>
              </a:ext>
            </a:extLst>
          </p:cNvPr>
          <p:cNvSpPr txBox="1"/>
          <p:nvPr/>
        </p:nvSpPr>
        <p:spPr>
          <a:xfrm>
            <a:off x="102042" y="1134633"/>
            <a:ext cx="12356658" cy="2588144"/>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你们蒙召原是为此，因基督也为你们受过苦，给你们留下榜样，叫你们跟随他的脚踪行。</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2:22】</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他并没有犯罪，口里也没有诡诈。</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2:23】</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他被骂不还口，受害不说威吓的话，只将自己交托那按公义审判人的主。</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2:24】</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他被挂在木头上，亲身担当了我们的罪，使我们既然在罪上死，就得以在义上活。因他受的鞭伤，你们便得了医治。</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657F0A1A-E6F6-2ABE-B8B6-207EDC34DA78}"/>
              </a:ext>
            </a:extLst>
          </p:cNvPr>
          <p:cNvSpPr txBox="1"/>
          <p:nvPr>
            <p:custDataLst>
              <p:tags r:id="rId3"/>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第二段：基督为榜样</a:t>
            </a:r>
          </a:p>
        </p:txBody>
      </p:sp>
      <p:sp>
        <p:nvSpPr>
          <p:cNvPr id="5" name="文本框 4">
            <a:extLst>
              <a:ext uri="{FF2B5EF4-FFF2-40B4-BE49-F238E27FC236}">
                <a16:creationId xmlns:a16="http://schemas.microsoft.com/office/drawing/2014/main" id="{FB0DE3D5-CD84-1559-47F0-3FD61CEC8607}"/>
              </a:ext>
            </a:extLst>
          </p:cNvPr>
          <p:cNvSpPr txBox="1"/>
          <p:nvPr/>
        </p:nvSpPr>
        <p:spPr>
          <a:xfrm>
            <a:off x="4813788" y="3550109"/>
            <a:ext cx="6898100" cy="707758"/>
          </a:xfrm>
          <a:prstGeom prst="rect">
            <a:avLst/>
          </a:prstGeom>
          <a:noFill/>
        </p:spPr>
        <p:txBody>
          <a:bodyPr wrap="square">
            <a:spAutoFit/>
          </a:bodyPr>
          <a:lstStyle/>
          <a:p>
            <a:pPr indent="127000" algn="just">
              <a:lnSpc>
                <a:spcPct val="150000"/>
              </a:lnSpc>
              <a:buNone/>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【雅</a:t>
            </a:r>
            <a:r>
              <a:rPr lang="en-US" altLang="zh-CN" sz="1400" kern="100" dirty="0">
                <a:effectLst/>
                <a:latin typeface="等线" panose="02010600030101010101" pitchFamily="2" charset="-122"/>
                <a:ea typeface="等线" panose="02010600030101010101" pitchFamily="2" charset="-122"/>
                <a:cs typeface="Times New Roman" panose="02020603050405020304" pitchFamily="18" charset="0"/>
              </a:rPr>
              <a:t>3:7</a:t>
            </a: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】各类的走兽、飞禽、昆虫、水族，本来都可以制伏，也</a:t>
            </a:r>
            <a:r>
              <a:rPr lang="zh-CN" altLang="zh-CN" sz="14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已经被人制伏</a:t>
            </a: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了；</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27000" algn="just">
              <a:lnSpc>
                <a:spcPct val="150000"/>
              </a:lnSpc>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【雅</a:t>
            </a:r>
            <a:r>
              <a:rPr lang="en-US" altLang="zh-CN" sz="1400" kern="100" dirty="0">
                <a:effectLst/>
                <a:latin typeface="等线" panose="02010600030101010101" pitchFamily="2" charset="-122"/>
                <a:ea typeface="等线" panose="02010600030101010101" pitchFamily="2" charset="-122"/>
                <a:cs typeface="Times New Roman" panose="02020603050405020304" pitchFamily="18" charset="0"/>
              </a:rPr>
              <a:t>3:8</a:t>
            </a: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】惟独舌头</a:t>
            </a:r>
            <a:r>
              <a:rPr lang="zh-CN" altLang="zh-CN" sz="1400"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没有人能制伏</a:t>
            </a: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，是不止息的恶物，满了害死人的毒气。</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B0E5D5C9-F8B8-5759-2C0C-DD1CE3364DAF}"/>
              </a:ext>
            </a:extLst>
          </p:cNvPr>
          <p:cNvSpPr txBox="1"/>
          <p:nvPr/>
        </p:nvSpPr>
        <p:spPr>
          <a:xfrm>
            <a:off x="4813788" y="4274664"/>
            <a:ext cx="6233746" cy="384592"/>
          </a:xfrm>
          <a:prstGeom prst="rect">
            <a:avLst/>
          </a:prstGeom>
          <a:noFill/>
        </p:spPr>
        <p:txBody>
          <a:bodyPr wrap="square">
            <a:spAutoFit/>
          </a:bodyPr>
          <a:lstStyle>
            <a:defPPr>
              <a:defRPr lang="zh-CN"/>
            </a:defPPr>
            <a:lvl1pPr indent="127000" algn="just">
              <a:lnSpc>
                <a:spcPct val="150000"/>
              </a:lnSpc>
              <a:buNone/>
              <a:defRPr sz="1400" kern="100">
                <a:effectLst/>
                <a:latin typeface="等线" panose="02010600030101010101" pitchFamily="2" charset="-122"/>
                <a:ea typeface="方正屏显雅宋_GBK" panose="02010600010101010101" pitchFamily="2" charset="-122"/>
                <a:cs typeface="Times New Roman" panose="02020603050405020304" pitchFamily="18" charset="0"/>
              </a:defRPr>
            </a:lvl1pPr>
          </a:lstStyle>
          <a:p>
            <a:r>
              <a:rPr lang="zh-CN" altLang="zh-CN" dirty="0"/>
              <a:t>【诗</a:t>
            </a:r>
            <a:r>
              <a:rPr lang="en-US" altLang="zh-CN" dirty="0"/>
              <a:t>34:13</a:t>
            </a:r>
            <a:r>
              <a:rPr lang="zh-CN" altLang="zh-CN" dirty="0"/>
              <a:t>】就要禁止舌头，不出恶言，嘴唇不说</a:t>
            </a:r>
            <a:r>
              <a:rPr lang="zh-CN" altLang="zh-CN" dirty="0">
                <a:solidFill>
                  <a:srgbClr val="FF0000"/>
                </a:solidFill>
              </a:rPr>
              <a:t>诡诈</a:t>
            </a:r>
            <a:r>
              <a:rPr lang="zh-CN" altLang="zh-CN" dirty="0"/>
              <a:t>的话。</a:t>
            </a:r>
          </a:p>
        </p:txBody>
      </p:sp>
    </p:spTree>
    <p:custDataLst>
      <p:tags r:id="rId1"/>
    </p:custDataLst>
    <p:extLst>
      <p:ext uri="{BB962C8B-B14F-4D97-AF65-F5344CB8AC3E}">
        <p14:creationId xmlns:p14="http://schemas.microsoft.com/office/powerpoint/2010/main" val="771341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50289-E26A-EE0B-1679-84A569D709D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92974C8-8F7D-F346-6C97-140D5F3CA834}"/>
              </a:ext>
            </a:extLst>
          </p:cNvPr>
          <p:cNvSpPr txBox="1"/>
          <p:nvPr>
            <p:custDataLst>
              <p:tags r:id="rId2"/>
            </p:custDataLst>
          </p:nvPr>
        </p:nvSpPr>
        <p:spPr>
          <a:xfrm>
            <a:off x="102042" y="3722777"/>
            <a:ext cx="7195229" cy="3135223"/>
          </a:xfrm>
          <a:prstGeom prst="rect">
            <a:avLst/>
          </a:prstGeom>
        </p:spPr>
        <p:txBody>
          <a:bodyPr vert="horz" lIns="91440" tIns="45720" rIns="91440" bIns="45720" rtlCol="0">
            <a:normAutofit/>
          </a:bodyPr>
          <a:lstStyle/>
          <a:p>
            <a:pPr marL="342900" indent="-228600">
              <a:lnSpc>
                <a:spcPct val="150000"/>
              </a:lnSpc>
              <a:spcAft>
                <a:spcPts val="600"/>
              </a:spcAft>
              <a:buFont typeface="Arial" panose="020B0604020202020204" pitchFamily="34" charset="0"/>
              <a:buChar char="•"/>
            </a:pPr>
            <a:r>
              <a:rPr lang="en-US" altLang="zh-CN" dirty="0">
                <a:latin typeface="方正屏显雅宋_GBK" panose="02010600010101010101" pitchFamily="2" charset="-122"/>
                <a:ea typeface="方正屏显雅宋_GBK" panose="02010600010101010101" pitchFamily="2" charset="-122"/>
                <a:sym typeface="+mn-lt"/>
              </a:rPr>
              <a:t>23</a:t>
            </a:r>
            <a:r>
              <a:rPr lang="zh-CN" altLang="en-US" dirty="0">
                <a:latin typeface="方正屏显雅宋_GBK" panose="02010600010101010101" pitchFamily="2" charset="-122"/>
                <a:ea typeface="方正屏显雅宋_GBK" panose="02010600010101010101" pitchFamily="2" charset="-122"/>
                <a:sym typeface="+mn-lt"/>
              </a:rPr>
              <a:t>、</a:t>
            </a:r>
            <a:r>
              <a:rPr lang="en-US" altLang="zh-CN" dirty="0">
                <a:latin typeface="方正屏显雅宋_GBK" panose="02010600010101010101" pitchFamily="2" charset="-122"/>
                <a:ea typeface="方正屏显雅宋_GBK" panose="02010600010101010101" pitchFamily="2" charset="-122"/>
                <a:sym typeface="+mn-lt"/>
              </a:rPr>
              <a:t>24</a:t>
            </a:r>
            <a:r>
              <a:rPr lang="zh-CN" altLang="en-US" dirty="0">
                <a:latin typeface="方正屏显雅宋_GBK" panose="02010600010101010101" pitchFamily="2" charset="-122"/>
                <a:ea typeface="方正屏显雅宋_GBK" panose="02010600010101010101" pitchFamily="2" charset="-122"/>
                <a:sym typeface="+mn-lt"/>
              </a:rPr>
              <a:t>：</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具体基督为我们所成就的救恩。</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被骂、受害、挂、担当和鞭伤。</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救恩成就：罪的代赎和罪医治。</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死 </a:t>
            </a:r>
            <a:r>
              <a:rPr lang="en-US" altLang="zh-CN" dirty="0">
                <a:latin typeface="方正屏显雅宋_GBK" panose="02010600010101010101" pitchFamily="2" charset="-122"/>
                <a:ea typeface="方正屏显雅宋_GBK" panose="02010600010101010101" pitchFamily="2" charset="-122"/>
                <a:sym typeface="+mn-lt"/>
              </a:rPr>
              <a:t>vs </a:t>
            </a:r>
            <a:r>
              <a:rPr lang="zh-CN" altLang="en-US" dirty="0">
                <a:latin typeface="方正屏显雅宋_GBK" panose="02010600010101010101" pitchFamily="2" charset="-122"/>
                <a:ea typeface="方正屏显雅宋_GBK" panose="02010600010101010101" pitchFamily="2" charset="-122"/>
                <a:sym typeface="+mn-lt"/>
              </a:rPr>
              <a:t>活</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基督为我们在“罪上死”，而我们“得以在义上活”。</a:t>
            </a:r>
            <a:endParaRPr lang="en-US" altLang="zh-CN"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A49E40BD-1BE1-6415-F8B6-4A3972DA07C5}"/>
              </a:ext>
            </a:extLst>
          </p:cNvPr>
          <p:cNvSpPr txBox="1"/>
          <p:nvPr/>
        </p:nvSpPr>
        <p:spPr>
          <a:xfrm>
            <a:off x="102042" y="1134633"/>
            <a:ext cx="12356658" cy="2588144"/>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你们蒙召原是为此，因基督也为你们受过苦，给你们留下榜样，叫你们跟随他的脚踪行。</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2:22】</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他并没有犯罪，口里也没有诡诈。</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2:23】</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他被骂不还口，受害不说威吓的话，只将自己交托那按公义审判人的主。</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2:24】</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他被挂在木头上，亲身担当了我们的罪，使我们既然在罪上死，就得以在义上活。因他受的鞭伤，你们便得了医治。</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88A836D8-F19D-6BE4-CFFD-5E2DAF3F5CCD}"/>
              </a:ext>
            </a:extLst>
          </p:cNvPr>
          <p:cNvSpPr txBox="1"/>
          <p:nvPr>
            <p:custDataLst>
              <p:tags r:id="rId3"/>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第二段：基督为榜样</a:t>
            </a:r>
          </a:p>
        </p:txBody>
      </p:sp>
    </p:spTree>
    <p:custDataLst>
      <p:tags r:id="rId1"/>
    </p:custDataLst>
    <p:extLst>
      <p:ext uri="{BB962C8B-B14F-4D97-AF65-F5344CB8AC3E}">
        <p14:creationId xmlns:p14="http://schemas.microsoft.com/office/powerpoint/2010/main" val="2664180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3DC91-AF20-D5EC-45D0-276F0AF66A68}"/>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57C8526C-15E9-BD40-D3B2-07287CF2EEC8}"/>
              </a:ext>
            </a:extLst>
          </p:cNvPr>
          <p:cNvSpPr txBox="1"/>
          <p:nvPr/>
        </p:nvSpPr>
        <p:spPr>
          <a:xfrm>
            <a:off x="102042" y="1134633"/>
            <a:ext cx="12356658" cy="2588144"/>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2:21】</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你们蒙召原是为此，因基督也为你们受过苦，给你们留下榜样，叫你们跟随他的脚踪行。</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2:22】</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他并没有犯罪，口里也没有诡诈。</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2:23】</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他被骂不还口，受害不说威吓的话，只将自己交托那按公义审判人的主。</a:t>
            </a:r>
          </a:p>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2:24】</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他被挂在木头上，亲身担当了我们的罪，使我们既然在罪上死，就得以在义上活。因他受的鞭伤，你们便得了医治。</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A0FB1745-802E-7A9A-059A-A02FF1C57DF3}"/>
              </a:ext>
            </a:extLst>
          </p:cNvPr>
          <p:cNvSpPr txBox="1"/>
          <p:nvPr>
            <p:custDataLst>
              <p:tags r:id="rId2"/>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第二段：基督为榜样</a:t>
            </a:r>
          </a:p>
        </p:txBody>
      </p:sp>
      <p:sp>
        <p:nvSpPr>
          <p:cNvPr id="3" name="文本框 2">
            <a:extLst>
              <a:ext uri="{FF2B5EF4-FFF2-40B4-BE49-F238E27FC236}">
                <a16:creationId xmlns:a16="http://schemas.microsoft.com/office/drawing/2014/main" id="{C6E86B80-079B-EBE5-6702-6FF95E93D306}"/>
              </a:ext>
            </a:extLst>
          </p:cNvPr>
          <p:cNvSpPr txBox="1"/>
          <p:nvPr/>
        </p:nvSpPr>
        <p:spPr>
          <a:xfrm>
            <a:off x="439715" y="3895445"/>
            <a:ext cx="10703415" cy="2739083"/>
          </a:xfrm>
          <a:prstGeom prst="rect">
            <a:avLst/>
          </a:prstGeom>
          <a:noFill/>
        </p:spPr>
        <p:txBody>
          <a:bodyPr wrap="square">
            <a:spAutoFit/>
          </a:bodyPr>
          <a:lstStyle/>
          <a:p>
            <a:pPr indent="127000" algn="just">
              <a:lnSpc>
                <a:spcPct val="150000"/>
              </a:lnSpc>
            </a:pPr>
            <a:r>
              <a:rPr lang="zh-CN" altLang="en-US" b="1" kern="100" dirty="0">
                <a:effectLst/>
                <a:latin typeface="等线" panose="02010600030101010101" pitchFamily="2" charset="-122"/>
                <a:ea typeface="方正屏显雅宋_GBK" panose="02010600010101010101" pitchFamily="2" charset="-122"/>
                <a:cs typeface="Times New Roman" panose="02020603050405020304" pitchFamily="18" charset="0"/>
              </a:rPr>
              <a:t>应用</a:t>
            </a:r>
            <a:r>
              <a:rPr lang="zh-CN" altLang="en-US" b="1" kern="100" dirty="0">
                <a:latin typeface="等线" panose="02010600030101010101" pitchFamily="2" charset="-122"/>
                <a:ea typeface="方正屏显雅宋_GBK" panose="02010600010101010101" pitchFamily="2" charset="-122"/>
                <a:cs typeface="Times New Roman" panose="02020603050405020304" pitchFamily="18" charset="0"/>
              </a:rPr>
              <a:t>：</a:t>
            </a:r>
            <a:endParaRPr lang="en-US" altLang="zh-CN" b="1" kern="100" dirty="0">
              <a:latin typeface="等线" panose="02010600030101010101" pitchFamily="2" charset="-122"/>
              <a:ea typeface="方正屏显雅宋_GBK" panose="02010600010101010101" pitchFamily="2" charset="-122"/>
              <a:cs typeface="Times New Roman" panose="02020603050405020304" pitchFamily="18" charset="0"/>
            </a:endParaRPr>
          </a:p>
          <a:p>
            <a:pPr marL="342900" lvl="0" indent="-342900" algn="just">
              <a:lnSpc>
                <a:spcPct val="150000"/>
              </a:lnSpc>
              <a:buFont typeface="+mj-ea"/>
              <a:buAutoNum type="ea1JpnKorPlain"/>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跟随基督的脚踪不仅仅是指要有基督外在的顺服，也指我们内心要有基督的生命。</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ct val="150000"/>
              </a:lnSpc>
              <a:buFont typeface="+mj-ea"/>
              <a:buAutoNum type="ea1JpnKorPlain"/>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经文特别强调是我们在言语上的柔和。彼得在这里重点提及基督为我们的榜样是如何行的，希望信徒效法基督的样子，不要做过多的争辩和反击。</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ct val="150000"/>
              </a:lnSpc>
              <a:buFont typeface="+mj-ea"/>
              <a:buAutoNum type="ea1JpnKorPlain"/>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忍耐的核心是对神的信靠和仰望，对神公义审判的相信，不是自己申冤，而是知道神的公义，祂是申冤的主，如同基督一样。而我们在世上也会遇到不公义的事情，比如前面提及因行善而受苦，但我们知道且相信神的公义。所以</a:t>
            </a:r>
            <a:r>
              <a:rPr lang="zh-CN" altLang="zh-CN" sz="1400" kern="100" dirty="0">
                <a:latin typeface="等线" panose="02010600030101010101" pitchFamily="2" charset="-122"/>
                <a:ea typeface="方正屏显雅宋_GBK" panose="02010600010101010101" pitchFamily="2" charset="-122"/>
                <a:cs typeface="Times New Roman" panose="02020603050405020304" pitchFamily="18" charset="0"/>
              </a:rPr>
              <a:t>我们能盼望且忍耐。</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ct val="150000"/>
              </a:lnSpc>
              <a:buFont typeface="+mj-ea"/>
              <a:buAutoNum type="ea1JpnKorPlain"/>
            </a:pPr>
            <a:r>
              <a:rPr lang="zh-CN" altLang="zh-CN" sz="1400" kern="100" dirty="0">
                <a:effectLst/>
                <a:latin typeface="等线" panose="02010600030101010101" pitchFamily="2" charset="-122"/>
                <a:ea typeface="方正屏显雅宋_GBK" panose="02010600010101010101" pitchFamily="2" charset="-122"/>
                <a:cs typeface="Times New Roman" panose="02020603050405020304" pitchFamily="18" charset="0"/>
              </a:rPr>
              <a:t>明确我们自己身份，我们是被基督救赎且在义上活的人，不应再在罪中活，因基督的工作我们已经在罪中死了，从而进入到义上活，所以我们要时刻活在义，而远离罪。</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4194923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466D4-679A-BF2C-982A-13444DBA939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367345C-F3E6-BAD6-CA8F-A53BCC285744}"/>
              </a:ext>
            </a:extLst>
          </p:cNvPr>
          <p:cNvSpPr txBox="1"/>
          <p:nvPr>
            <p:custDataLst>
              <p:tags r:id="rId2"/>
            </p:custDataLst>
          </p:nvPr>
        </p:nvSpPr>
        <p:spPr>
          <a:xfrm>
            <a:off x="102042" y="1881555"/>
            <a:ext cx="7195229" cy="4976446"/>
          </a:xfrm>
          <a:prstGeom prst="rect">
            <a:avLst/>
          </a:prstGeom>
        </p:spPr>
        <p:txBody>
          <a:bodyPr vert="horz" lIns="91440" tIns="45720" rIns="91440" bIns="45720" rtlCol="0">
            <a:normAutofit/>
          </a:bodyPr>
          <a:lstStyle/>
          <a:p>
            <a:pPr marL="342900" indent="-228600">
              <a:lnSpc>
                <a:spcPct val="150000"/>
              </a:lnSpc>
              <a:spcAft>
                <a:spcPts val="600"/>
              </a:spcAft>
              <a:buFont typeface="Arial" panose="020B0604020202020204" pitchFamily="34" charset="0"/>
              <a:buChar char="•"/>
            </a:pPr>
            <a:r>
              <a:rPr lang="zh-CN" altLang="en-US" sz="2000" b="1" dirty="0">
                <a:latin typeface="方正屏显雅宋_GBK" panose="02010600010101010101" pitchFamily="2" charset="-122"/>
                <a:ea typeface="方正屏显雅宋_GBK" panose="02010600010101010101" pitchFamily="2" charset="-122"/>
                <a:sym typeface="+mn-lt"/>
              </a:rPr>
              <a:t>对比：</a:t>
            </a:r>
            <a:endParaRPr lang="en-US" altLang="zh-CN" sz="2000" b="1"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从前 </a:t>
            </a:r>
            <a:r>
              <a:rPr lang="en-US" altLang="zh-CN" dirty="0">
                <a:latin typeface="方正屏显雅宋_GBK" panose="02010600010101010101" pitchFamily="2" charset="-122"/>
                <a:ea typeface="方正屏显雅宋_GBK" panose="02010600010101010101" pitchFamily="2" charset="-122"/>
                <a:sym typeface="+mn-lt"/>
              </a:rPr>
              <a:t>vs </a:t>
            </a:r>
            <a:r>
              <a:rPr lang="zh-CN" altLang="en-US" dirty="0">
                <a:latin typeface="方正屏显雅宋_GBK" panose="02010600010101010101" pitchFamily="2" charset="-122"/>
                <a:ea typeface="方正屏显雅宋_GBK" panose="02010600010101010101" pitchFamily="2" charset="-122"/>
                <a:sym typeface="+mn-lt"/>
              </a:rPr>
              <a:t>如今</a:t>
            </a:r>
            <a:endParaRPr lang="en-US" altLang="zh-CN"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迷路的羊</a:t>
            </a:r>
            <a:endParaRPr lang="en-US" altLang="zh-CN"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zh-CN" sz="1600" dirty="0">
                <a:effectLst/>
                <a:latin typeface="等线" panose="02010600030101010101" pitchFamily="2" charset="-122"/>
                <a:ea typeface="方正屏显雅宋_GBK" panose="02010600010101010101" pitchFamily="2" charset="-122"/>
                <a:cs typeface="Times New Roman" panose="02020603050405020304" pitchFamily="18" charset="0"/>
              </a:rPr>
              <a:t>不知道自己的目的和方向</a:t>
            </a:r>
            <a:endParaRPr lang="en-US" altLang="zh-CN" sz="1600" dirty="0">
              <a:effectLst/>
              <a:latin typeface="等线" panose="02010600030101010101" pitchFamily="2" charset="-122"/>
              <a:ea typeface="方正屏显雅宋_GBK" panose="02010600010101010101" pitchFamily="2" charset="-122"/>
              <a:cs typeface="Times New Roman" panose="02020603050405020304" pitchFamily="18" charset="0"/>
            </a:endParaRPr>
          </a:p>
          <a:p>
            <a:pPr marL="1257300" lvl="2" indent="-228600">
              <a:lnSpc>
                <a:spcPct val="150000"/>
              </a:lnSpc>
              <a:spcAft>
                <a:spcPts val="600"/>
              </a:spcAft>
              <a:buFont typeface="Arial" panose="020B0604020202020204" pitchFamily="34" charset="0"/>
              <a:buChar char="•"/>
            </a:pPr>
            <a:r>
              <a:rPr lang="zh-CN" altLang="en-US" sz="1600" dirty="0">
                <a:latin typeface="方正屏显雅宋_GBK" panose="02010600010101010101" pitchFamily="2" charset="-122"/>
                <a:ea typeface="方正屏显雅宋_GBK" panose="02010600010101010101" pitchFamily="2" charset="-122"/>
                <a:sym typeface="+mn-lt"/>
              </a:rPr>
              <a:t>没有领头羊的带领和看顾</a:t>
            </a:r>
            <a:endParaRPr lang="en-US" altLang="zh-CN" sz="1600" dirty="0">
              <a:latin typeface="方正屏显雅宋_GBK" panose="02010600010101010101" pitchFamily="2" charset="-122"/>
              <a:ea typeface="方正屏显雅宋_GBK" panose="02010600010101010101" pitchFamily="2" charset="-122"/>
              <a:sym typeface="+mn-lt"/>
            </a:endParaRP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牧人监督</a:t>
            </a:r>
            <a:endParaRPr lang="en-US" altLang="zh-CN"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一是引导和带领</a:t>
            </a:r>
            <a:endParaRPr lang="en-US" altLang="zh-CN" sz="17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二是照管和管理</a:t>
            </a:r>
            <a:endParaRPr lang="en-US" altLang="zh-CN" sz="17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灵魂有依靠带领</a:t>
            </a:r>
            <a:endParaRPr lang="en-US" altLang="zh-CN" sz="17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700" dirty="0">
                <a:latin typeface="方正屏显雅宋_GBK" panose="02010600010101010101" pitchFamily="2" charset="-122"/>
                <a:ea typeface="方正屏显雅宋_GBK" panose="02010600010101010101" pitchFamily="2" charset="-122"/>
                <a:sym typeface="+mn-lt"/>
              </a:rPr>
              <a:t>负我们完全责任</a:t>
            </a:r>
            <a:endParaRPr lang="en-US" altLang="zh-CN" sz="17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D4D7F1ED-B117-9A2B-1124-F05576E4C0A3}"/>
              </a:ext>
            </a:extLst>
          </p:cNvPr>
          <p:cNvSpPr txBox="1"/>
          <p:nvPr/>
        </p:nvSpPr>
        <p:spPr>
          <a:xfrm>
            <a:off x="102042" y="1134633"/>
            <a:ext cx="123566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2:25】</a:t>
            </a:r>
            <a:r>
              <a:rPr kumimoji="0" lang="zh-CN" altLang="en-US"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你们从前好像迷路的羊，如今却归到你们灵魂的牧人监督了。</a:t>
            </a:r>
            <a:endParaRPr kumimoji="0" lang="en-US" altLang="zh-CN" sz="2000"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endParaRPr>
          </a:p>
        </p:txBody>
      </p:sp>
      <p:sp>
        <p:nvSpPr>
          <p:cNvPr id="4" name="文本框 3">
            <a:extLst>
              <a:ext uri="{FF2B5EF4-FFF2-40B4-BE49-F238E27FC236}">
                <a16:creationId xmlns:a16="http://schemas.microsoft.com/office/drawing/2014/main" id="{791867A6-E236-5675-51BF-1560AA454AEF}"/>
              </a:ext>
            </a:extLst>
          </p:cNvPr>
          <p:cNvSpPr txBox="1"/>
          <p:nvPr>
            <p:custDataLst>
              <p:tags r:id="rId3"/>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第三段：被神所爱</a:t>
            </a:r>
          </a:p>
        </p:txBody>
      </p:sp>
    </p:spTree>
    <p:custDataLst>
      <p:tags r:id="rId1"/>
    </p:custDataLst>
    <p:extLst>
      <p:ext uri="{BB962C8B-B14F-4D97-AF65-F5344CB8AC3E}">
        <p14:creationId xmlns:p14="http://schemas.microsoft.com/office/powerpoint/2010/main" val="1324870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63FB8-DA67-C40C-4D03-750DA63FA93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FB199FB-5F0E-49A2-50E3-2EB4ACFBA523}"/>
              </a:ext>
            </a:extLst>
          </p:cNvPr>
          <p:cNvSpPr txBox="1"/>
          <p:nvPr>
            <p:custDataLst>
              <p:tags r:id="rId2"/>
            </p:custDataLst>
          </p:nvPr>
        </p:nvSpPr>
        <p:spPr>
          <a:xfrm>
            <a:off x="102042" y="1090246"/>
            <a:ext cx="11723612" cy="5767755"/>
          </a:xfrm>
          <a:prstGeom prst="rect">
            <a:avLst/>
          </a:prstGeom>
        </p:spPr>
        <p:txBody>
          <a:bodyPr vert="horz" lIns="91440" tIns="45720" rIns="91440" bIns="45720" rtlCol="0">
            <a:normAutofit/>
          </a:bodyPr>
          <a:lstStyle/>
          <a:p>
            <a:pPr marL="571500" lvl="1">
              <a:lnSpc>
                <a:spcPct val="150000"/>
              </a:lnSpc>
              <a:spcAft>
                <a:spcPts val="600"/>
              </a:spcAft>
            </a:pPr>
            <a:r>
              <a:rPr lang="zh-CN" altLang="en-US" dirty="0">
                <a:latin typeface="方正屏显雅宋_GBK" panose="02010600010101010101" pitchFamily="2" charset="-122"/>
                <a:ea typeface="方正屏显雅宋_GBK" panose="02010600010101010101" pitchFamily="2" charset="-122"/>
                <a:sym typeface="+mn-lt"/>
              </a:rPr>
              <a:t>耶稣：教导门徒有关苦难三方面的事实：</a:t>
            </a:r>
          </a:p>
          <a:p>
            <a:pPr marL="800100" lvl="1"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a:t>
            </a:r>
            <a:r>
              <a:rPr lang="en-US" altLang="zh-CN" sz="1400" dirty="0">
                <a:latin typeface="方正屏显雅宋_GBK" panose="02010600010101010101" pitchFamily="2" charset="-122"/>
                <a:ea typeface="方正屏显雅宋_GBK" panose="02010600010101010101" pitchFamily="2" charset="-122"/>
                <a:sym typeface="+mn-lt"/>
              </a:rPr>
              <a:t>1</a:t>
            </a:r>
            <a:r>
              <a:rPr lang="zh-CN" altLang="en-US" sz="1400" dirty="0">
                <a:latin typeface="方正屏显雅宋_GBK" panose="02010600010101010101" pitchFamily="2" charset="-122"/>
                <a:ea typeface="方正屏显雅宋_GBK" panose="02010600010101010101" pitchFamily="2" charset="-122"/>
                <a:sym typeface="+mn-lt"/>
              </a:rPr>
              <a:t>）祂自己必须要受苦（路廿四</a:t>
            </a:r>
            <a:r>
              <a:rPr lang="en-US" altLang="zh-CN" sz="1400" dirty="0">
                <a:latin typeface="方正屏显雅宋_GBK" panose="02010600010101010101" pitchFamily="2" charset="-122"/>
                <a:ea typeface="方正屏显雅宋_GBK" panose="02010600010101010101" pitchFamily="2" charset="-122"/>
                <a:sym typeface="+mn-lt"/>
              </a:rPr>
              <a:t>25〜27</a:t>
            </a:r>
            <a:r>
              <a:rPr lang="zh-CN" altLang="en-US" sz="1400" dirty="0">
                <a:latin typeface="方正屏显雅宋_GBK" panose="02010600010101010101" pitchFamily="2" charset="-122"/>
                <a:ea typeface="方正屏显雅宋_GBK" panose="02010600010101010101" pitchFamily="2" charset="-122"/>
                <a:sym typeface="+mn-lt"/>
              </a:rPr>
              <a:t>、</a:t>
            </a:r>
            <a:r>
              <a:rPr lang="en-US" altLang="zh-CN" sz="1400" dirty="0">
                <a:latin typeface="方正屏显雅宋_GBK" panose="02010600010101010101" pitchFamily="2" charset="-122"/>
                <a:ea typeface="方正屏显雅宋_GBK" panose="02010600010101010101" pitchFamily="2" charset="-122"/>
                <a:sym typeface="+mn-lt"/>
              </a:rPr>
              <a:t>44〜47</a:t>
            </a:r>
            <a:r>
              <a:rPr lang="zh-CN" altLang="en-US" sz="1400" dirty="0">
                <a:latin typeface="方正屏显雅宋_GBK" panose="02010600010101010101" pitchFamily="2" charset="-122"/>
                <a:ea typeface="方正屏显雅宋_GBK" panose="02010600010101010101" pitchFamily="2" charset="-122"/>
                <a:sym typeface="+mn-lt"/>
              </a:rPr>
              <a:t>），祂是那受苦的仆人；</a:t>
            </a:r>
          </a:p>
          <a:p>
            <a:pPr marL="800100" lvl="1"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a:t>
            </a:r>
            <a:r>
              <a:rPr lang="en-US" altLang="zh-CN" sz="1400" dirty="0">
                <a:latin typeface="方正屏显雅宋_GBK" panose="02010600010101010101" pitchFamily="2" charset="-122"/>
                <a:ea typeface="方正屏显雅宋_GBK" panose="02010600010101010101" pitchFamily="2" charset="-122"/>
                <a:sym typeface="+mn-lt"/>
              </a:rPr>
              <a:t>2</a:t>
            </a:r>
            <a:r>
              <a:rPr lang="zh-CN" altLang="en-US" sz="1400" dirty="0">
                <a:latin typeface="方正屏显雅宋_GBK" panose="02010600010101010101" pitchFamily="2" charset="-122"/>
                <a:ea typeface="方正屏显雅宋_GBK" panose="02010600010101010101" pitchFamily="2" charset="-122"/>
                <a:sym typeface="+mn-lt"/>
              </a:rPr>
              <a:t>）祂的受苦是为着其他人，为他人赎罪（太廿</a:t>
            </a:r>
            <a:r>
              <a:rPr lang="en-US" altLang="zh-CN" sz="1400" dirty="0">
                <a:latin typeface="方正屏显雅宋_GBK" panose="02010600010101010101" pitchFamily="2" charset="-122"/>
                <a:ea typeface="方正屏显雅宋_GBK" panose="02010600010101010101" pitchFamily="2" charset="-122"/>
                <a:sym typeface="+mn-lt"/>
              </a:rPr>
              <a:t>28</a:t>
            </a:r>
            <a:r>
              <a:rPr lang="zh-CN" altLang="en-US" sz="1400" dirty="0">
                <a:latin typeface="方正屏显雅宋_GBK" panose="02010600010101010101" pitchFamily="2" charset="-122"/>
                <a:ea typeface="方正屏显雅宋_GBK" panose="02010600010101010101" pitchFamily="2" charset="-122"/>
                <a:sym typeface="+mn-lt"/>
              </a:rPr>
              <a:t>，廿六</a:t>
            </a:r>
            <a:r>
              <a:rPr lang="en-US" altLang="zh-CN" sz="1400" dirty="0">
                <a:latin typeface="方正屏显雅宋_GBK" panose="02010600010101010101" pitchFamily="2" charset="-122"/>
                <a:ea typeface="方正屏显雅宋_GBK" panose="02010600010101010101" pitchFamily="2" charset="-122"/>
                <a:sym typeface="+mn-lt"/>
              </a:rPr>
              <a:t>28</a:t>
            </a:r>
            <a:r>
              <a:rPr lang="zh-CN" altLang="en-US" sz="1400" dirty="0">
                <a:latin typeface="方正屏显雅宋_GBK" panose="02010600010101010101" pitchFamily="2" charset="-122"/>
                <a:ea typeface="方正屏显雅宋_GBK" panose="02010600010101010101" pitchFamily="2" charset="-122"/>
                <a:sym typeface="+mn-lt"/>
              </a:rPr>
              <a:t>）；</a:t>
            </a:r>
          </a:p>
          <a:p>
            <a:pPr marL="800100" lvl="1"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a:t>
            </a:r>
            <a:r>
              <a:rPr lang="en-US" altLang="zh-CN" sz="1400" dirty="0">
                <a:latin typeface="方正屏显雅宋_GBK" panose="02010600010101010101" pitchFamily="2" charset="-122"/>
                <a:ea typeface="方正屏显雅宋_GBK" panose="02010600010101010101" pitchFamily="2" charset="-122"/>
                <a:sym typeface="+mn-lt"/>
              </a:rPr>
              <a:t>3</a:t>
            </a:r>
            <a:r>
              <a:rPr lang="zh-CN" altLang="en-US" sz="1400" dirty="0">
                <a:latin typeface="方正屏显雅宋_GBK" panose="02010600010101010101" pitchFamily="2" charset="-122"/>
                <a:ea typeface="方正屏显雅宋_GBK" panose="02010600010101010101" pitchFamily="2" charset="-122"/>
                <a:sym typeface="+mn-lt"/>
              </a:rPr>
              <a:t>）凡跟随祂的，都要预备承受苦难（可八</a:t>
            </a:r>
            <a:r>
              <a:rPr lang="en-US" altLang="zh-CN" sz="1400" dirty="0">
                <a:latin typeface="方正屏显雅宋_GBK" panose="02010600010101010101" pitchFamily="2" charset="-122"/>
                <a:ea typeface="方正屏显雅宋_GBK" panose="02010600010101010101" pitchFamily="2" charset="-122"/>
                <a:sym typeface="+mn-lt"/>
              </a:rPr>
              <a:t>34</a:t>
            </a:r>
            <a:r>
              <a:rPr lang="zh-CN" altLang="en-US" sz="1400" dirty="0">
                <a:latin typeface="方正屏显雅宋_GBK" panose="02010600010101010101" pitchFamily="2" charset="-122"/>
                <a:ea typeface="方正屏显雅宋_GBK" panose="02010600010101010101" pitchFamily="2" charset="-122"/>
                <a:sym typeface="+mn-lt"/>
              </a:rPr>
              <a:t>，十</a:t>
            </a:r>
            <a:r>
              <a:rPr lang="en-US" altLang="zh-CN" sz="1400" dirty="0">
                <a:latin typeface="方正屏显雅宋_GBK" panose="02010600010101010101" pitchFamily="2" charset="-122"/>
                <a:ea typeface="方正屏显雅宋_GBK" panose="02010600010101010101" pitchFamily="2" charset="-122"/>
                <a:sym typeface="+mn-lt"/>
              </a:rPr>
              <a:t>38〜39</a:t>
            </a:r>
            <a:r>
              <a:rPr lang="zh-CN" altLang="en-US" sz="1400" dirty="0">
                <a:latin typeface="方正屏显雅宋_GBK" panose="02010600010101010101" pitchFamily="2" charset="-122"/>
                <a:ea typeface="方正屏显雅宋_GBK" panose="02010600010101010101" pitchFamily="2" charset="-122"/>
                <a:sym typeface="+mn-lt"/>
              </a:rPr>
              <a:t>）。</a:t>
            </a:r>
          </a:p>
          <a:p>
            <a:pPr marL="571500" lvl="1">
              <a:lnSpc>
                <a:spcPct val="150000"/>
              </a:lnSpc>
              <a:spcAft>
                <a:spcPts val="600"/>
              </a:spcAft>
            </a:pPr>
            <a:r>
              <a:rPr lang="zh-CN" altLang="en-US" dirty="0">
                <a:latin typeface="方正屏显雅宋_GBK" panose="02010600010101010101" pitchFamily="2" charset="-122"/>
                <a:ea typeface="方正屏显雅宋_GBK" panose="02010600010101010101" pitchFamily="2" charset="-122"/>
                <a:sym typeface="+mn-lt"/>
              </a:rPr>
              <a:t>彼得：特别强调受苦者必须淸楚自己不是因犯罪而受罚，正如基督并没有犯罪（二</a:t>
            </a:r>
            <a:r>
              <a:rPr lang="en-US" altLang="zh-CN" dirty="0">
                <a:latin typeface="方正屏显雅宋_GBK" panose="02010600010101010101" pitchFamily="2" charset="-122"/>
                <a:ea typeface="方正屏显雅宋_GBK" panose="02010600010101010101" pitchFamily="2" charset="-122"/>
                <a:sym typeface="+mn-lt"/>
              </a:rPr>
              <a:t>22</a:t>
            </a:r>
            <a:r>
              <a:rPr lang="zh-CN" altLang="en-US" dirty="0">
                <a:latin typeface="方正屏显雅宋_GBK" panose="02010600010101010101" pitchFamily="2" charset="-122"/>
                <a:ea typeface="方正屏显雅宋_GBK" panose="02010600010101010101" pitchFamily="2" charset="-122"/>
                <a:sym typeface="+mn-lt"/>
              </a:rPr>
              <a:t>）：</a:t>
            </a:r>
          </a:p>
          <a:p>
            <a:pPr marL="571500" lvl="1">
              <a:lnSpc>
                <a:spcPct val="150000"/>
              </a:lnSpc>
              <a:spcAft>
                <a:spcPts val="600"/>
              </a:spcAft>
            </a:pPr>
            <a:r>
              <a:rPr lang="en-US" altLang="zh-CN" sz="1400" dirty="0">
                <a:latin typeface="方正屏显雅宋_GBK" panose="02010600010101010101" pitchFamily="2" charset="-122"/>
                <a:ea typeface="方正屏显雅宋_GBK" panose="02010600010101010101" pitchFamily="2" charset="-122"/>
                <a:sym typeface="+mn-lt"/>
              </a:rPr>
              <a:t>	【</a:t>
            </a:r>
            <a:r>
              <a:rPr lang="zh-CN" altLang="en-US" sz="1400" dirty="0">
                <a:latin typeface="方正屏显雅宋_GBK" panose="02010600010101010101" pitchFamily="2" charset="-122"/>
                <a:ea typeface="方正屏显雅宋_GBK" panose="02010600010101010101" pitchFamily="2" charset="-122"/>
                <a:sym typeface="+mn-lt"/>
              </a:rPr>
              <a:t>彼前</a:t>
            </a:r>
            <a:r>
              <a:rPr lang="en-US" altLang="zh-CN" sz="1400" dirty="0">
                <a:latin typeface="方正屏显雅宋_GBK" panose="02010600010101010101" pitchFamily="2" charset="-122"/>
                <a:ea typeface="方正屏显雅宋_GBK" panose="02010600010101010101" pitchFamily="2" charset="-122"/>
                <a:sym typeface="+mn-lt"/>
              </a:rPr>
              <a:t>4:15】</a:t>
            </a:r>
            <a:r>
              <a:rPr lang="zh-CN" altLang="en-US" sz="1400" dirty="0">
                <a:latin typeface="方正屏显雅宋_GBK" panose="02010600010101010101" pitchFamily="2" charset="-122"/>
                <a:ea typeface="方正屏显雅宋_GBK" panose="02010600010101010101" pitchFamily="2" charset="-122"/>
                <a:sym typeface="+mn-lt"/>
              </a:rPr>
              <a:t>你们中间却不可有人因为杀人、偷窃、作恶、好管闲事而受苦；</a:t>
            </a: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在受苦之时，他们不要存报复的心理，以致在言语上咒诅或以侮辱还击。</a:t>
            </a:r>
            <a:endParaRPr lang="en-US" altLang="zh-CN"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a:t>
            </a:r>
            <a:r>
              <a:rPr lang="en-US" altLang="zh-CN" sz="1400" dirty="0">
                <a:latin typeface="方正屏显雅宋_GBK" panose="02010600010101010101" pitchFamily="2" charset="-122"/>
                <a:ea typeface="方正屏显雅宋_GBK" panose="02010600010101010101" pitchFamily="2" charset="-122"/>
                <a:sym typeface="+mn-lt"/>
              </a:rPr>
              <a:t>1</a:t>
            </a:r>
            <a:r>
              <a:rPr lang="zh-CN" altLang="en-US" sz="1400" dirty="0">
                <a:latin typeface="方正屏显雅宋_GBK" panose="02010600010101010101" pitchFamily="2" charset="-122"/>
                <a:ea typeface="方正屏显雅宋_GBK" panose="02010600010101010101" pitchFamily="2" charset="-122"/>
                <a:sym typeface="+mn-lt"/>
              </a:rPr>
              <a:t>）只会使那些作恶的人越发的排拒，而不会帮助他们明白基督的精神。</a:t>
            </a:r>
          </a:p>
          <a:p>
            <a:pPr marL="1257300" lvl="2"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a:t>
            </a:r>
            <a:r>
              <a:rPr lang="en-US" altLang="zh-CN" sz="1400" dirty="0">
                <a:latin typeface="方正屏显雅宋_GBK" panose="02010600010101010101" pitchFamily="2" charset="-122"/>
                <a:ea typeface="方正屏显雅宋_GBK" panose="02010600010101010101" pitchFamily="2" charset="-122"/>
                <a:sym typeface="+mn-lt"/>
              </a:rPr>
              <a:t>2</a:t>
            </a:r>
            <a:r>
              <a:rPr lang="zh-CN" altLang="en-US" sz="1400" dirty="0">
                <a:latin typeface="方正屏显雅宋_GBK" panose="02010600010101010101" pitchFamily="2" charset="-122"/>
                <a:ea typeface="方正屏显雅宋_GBK" panose="02010600010101010101" pitchFamily="2" charset="-122"/>
                <a:sym typeface="+mn-lt"/>
              </a:rPr>
              <a:t>）充满憎恨和报复心理，会对信徒的生命带来腐蚀性致命的影响。</a:t>
            </a:r>
          </a:p>
          <a:p>
            <a:pPr marL="800100" lvl="1" indent="-228600">
              <a:lnSpc>
                <a:spcPct val="150000"/>
              </a:lnSpc>
              <a:spcAft>
                <a:spcPts val="600"/>
              </a:spcAft>
              <a:buFont typeface="Arial" panose="020B0604020202020204" pitchFamily="34" charset="0"/>
              <a:buChar char="•"/>
            </a:pPr>
            <a:r>
              <a:rPr lang="zh-CN" altLang="en-US" dirty="0">
                <a:latin typeface="方正屏显雅宋_GBK" panose="02010600010101010101" pitchFamily="2" charset="-122"/>
                <a:ea typeface="方正屏显雅宋_GBK" panose="02010600010101010101" pitchFamily="2" charset="-122"/>
                <a:sym typeface="+mn-lt"/>
              </a:rPr>
              <a:t>应用：</a:t>
            </a:r>
            <a:endParaRPr lang="en-US" altLang="zh-CN"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第一，有感恩的心，从前 </a:t>
            </a:r>
            <a:r>
              <a:rPr lang="en-US" altLang="zh-CN" sz="1400" dirty="0">
                <a:latin typeface="方正屏显雅宋_GBK" panose="02010600010101010101" pitchFamily="2" charset="-122"/>
                <a:ea typeface="方正屏显雅宋_GBK" panose="02010600010101010101" pitchFamily="2" charset="-122"/>
                <a:sym typeface="+mn-lt"/>
              </a:rPr>
              <a:t>vs </a:t>
            </a:r>
            <a:r>
              <a:rPr lang="zh-CN" altLang="en-US" sz="1400" dirty="0">
                <a:latin typeface="方正屏显雅宋_GBK" panose="02010600010101010101" pitchFamily="2" charset="-122"/>
                <a:ea typeface="方正屏显雅宋_GBK" panose="02010600010101010101" pitchFamily="2" charset="-122"/>
                <a:sym typeface="+mn-lt"/>
              </a:rPr>
              <a:t>如今</a:t>
            </a:r>
            <a:endParaRPr lang="en-US" altLang="zh-CN" sz="1400" dirty="0">
              <a:latin typeface="方正屏显雅宋_GBK" panose="02010600010101010101" pitchFamily="2" charset="-122"/>
              <a:ea typeface="方正屏显雅宋_GBK" panose="02010600010101010101" pitchFamily="2" charset="-122"/>
              <a:sym typeface="+mn-lt"/>
            </a:endParaRPr>
          </a:p>
          <a:p>
            <a:pPr marL="1257300" lvl="2"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第二，困苦不胆怯，我们知道有“大牧人”作我们的监督和看顾，祂必负我们完全的责任。</a:t>
            </a:r>
          </a:p>
          <a:p>
            <a:pPr marL="1257300" lvl="2" indent="-228600">
              <a:lnSpc>
                <a:spcPct val="150000"/>
              </a:lnSpc>
              <a:spcAft>
                <a:spcPts val="600"/>
              </a:spcAft>
              <a:buFont typeface="Arial" panose="020B0604020202020204" pitchFamily="34" charset="0"/>
              <a:buChar char="•"/>
            </a:pPr>
            <a:r>
              <a:rPr lang="zh-CN" altLang="en-US" sz="1400" dirty="0">
                <a:latin typeface="方正屏显雅宋_GBK" panose="02010600010101010101" pitchFamily="2" charset="-122"/>
                <a:ea typeface="方正屏显雅宋_GBK" panose="02010600010101010101" pitchFamily="2" charset="-122"/>
                <a:sym typeface="+mn-lt"/>
              </a:rPr>
              <a:t>第三，无论何境，不要断了行善的心志。</a:t>
            </a:r>
            <a:endParaRPr lang="en-US" altLang="zh-CN" sz="1400" dirty="0">
              <a:latin typeface="方正屏显雅宋_GBK" panose="02010600010101010101" pitchFamily="2" charset="-122"/>
              <a:ea typeface="方正屏显雅宋_GBK" panose="02010600010101010101" pitchFamily="2" charset="-122"/>
              <a:sym typeface="+mn-lt"/>
            </a:endParaRPr>
          </a:p>
        </p:txBody>
      </p:sp>
      <p:sp>
        <p:nvSpPr>
          <p:cNvPr id="4" name="文本框 3">
            <a:extLst>
              <a:ext uri="{FF2B5EF4-FFF2-40B4-BE49-F238E27FC236}">
                <a16:creationId xmlns:a16="http://schemas.microsoft.com/office/drawing/2014/main" id="{4E6FB873-812B-40A4-4B88-BFC2DEAD753F}"/>
              </a:ext>
            </a:extLst>
          </p:cNvPr>
          <p:cNvSpPr txBox="1"/>
          <p:nvPr>
            <p:custDataLst>
              <p:tags r:id="rId3"/>
            </p:custDataLst>
          </p:nvPr>
        </p:nvSpPr>
        <p:spPr>
          <a:xfrm>
            <a:off x="6268915" y="130968"/>
            <a:ext cx="5923085" cy="830997"/>
          </a:xfrm>
          <a:prstGeom prst="rect">
            <a:avLst/>
          </a:prstGeom>
          <a:noFill/>
        </p:spPr>
        <p:txBody>
          <a:bodyPr wrap="square" rtlCol="0">
            <a:spAutoFit/>
          </a:bodyPr>
          <a:lstStyle/>
          <a:p>
            <a:pPr algn="r">
              <a:spcAft>
                <a:spcPts val="600"/>
              </a:spcAft>
            </a:pPr>
            <a:r>
              <a:rPr lang="zh-CN" altLang="en-US" sz="4800" b="1" dirty="0">
                <a:solidFill>
                  <a:schemeClr val="tx1">
                    <a:lumMod val="85000"/>
                    <a:lumOff val="15000"/>
                  </a:schemeClr>
                </a:solidFill>
                <a:cs typeface="+mn-ea"/>
                <a:sym typeface="+mn-lt"/>
              </a:rPr>
              <a:t>总结：</a:t>
            </a:r>
          </a:p>
        </p:txBody>
      </p:sp>
    </p:spTree>
    <p:custDataLst>
      <p:tags r:id="rId1"/>
    </p:custDataLst>
    <p:extLst>
      <p:ext uri="{BB962C8B-B14F-4D97-AF65-F5344CB8AC3E}">
        <p14:creationId xmlns:p14="http://schemas.microsoft.com/office/powerpoint/2010/main" val="3375259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2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p:cNvSpPr txBox="1"/>
          <p:nvPr>
            <p:custDataLst>
              <p:tags r:id="rId2"/>
            </p:custDataLst>
          </p:nvPr>
        </p:nvSpPr>
        <p:spPr>
          <a:xfrm>
            <a:off x="635000" y="640823"/>
            <a:ext cx="3418659" cy="558314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zh-CN" altLang="en-US" sz="5400" b="1" kern="1200" dirty="0">
                <a:solidFill>
                  <a:schemeClr val="tx1"/>
                </a:solidFill>
                <a:latin typeface="+mj-lt"/>
                <a:ea typeface="+mj-ea"/>
                <a:cs typeface="+mj-cs"/>
                <a:sym typeface="+mn-lt"/>
              </a:rPr>
              <a:t>问题？</a:t>
            </a:r>
          </a:p>
        </p:txBody>
      </p:sp>
      <p:sp>
        <p:nvSpPr>
          <p:cNvPr id="4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文本框 1">
            <a:extLst>
              <a:ext uri="{FF2B5EF4-FFF2-40B4-BE49-F238E27FC236}">
                <a16:creationId xmlns:a16="http://schemas.microsoft.com/office/drawing/2014/main" id="{C4743AA0-529F-EA4A-5AAF-9A09C2CB0EAC}"/>
              </a:ext>
            </a:extLst>
          </p:cNvPr>
          <p:cNvGraphicFramePr/>
          <p:nvPr>
            <p:extLst>
              <p:ext uri="{D42A27DB-BD31-4B8C-83A1-F6EECF244321}">
                <p14:modId xmlns:p14="http://schemas.microsoft.com/office/powerpoint/2010/main" val="1016068750"/>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419382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4.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3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6816</TotalTime>
  <Words>3220</Words>
  <Application>Microsoft Office PowerPoint</Application>
  <PresentationFormat>宽屏</PresentationFormat>
  <Paragraphs>250</Paragraphs>
  <Slides>18</Slides>
  <Notes>17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等线</vt:lpstr>
      <vt:lpstr>方正屏显雅宋_GBK</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李强</cp:lastModifiedBy>
  <cp:revision>23</cp:revision>
  <dcterms:created xsi:type="dcterms:W3CDTF">2019-06-19T02:08:00Z</dcterms:created>
  <dcterms:modified xsi:type="dcterms:W3CDTF">2025-05-17T06:12:45Z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