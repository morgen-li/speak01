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3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4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5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6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7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8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9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0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1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2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13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4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560" r:id="rId2"/>
    <p:sldId id="554" r:id="rId3"/>
    <p:sldId id="425" r:id="rId4"/>
    <p:sldId id="598" r:id="rId5"/>
    <p:sldId id="531" r:id="rId6"/>
    <p:sldId id="599" r:id="rId7"/>
    <p:sldId id="600" r:id="rId8"/>
    <p:sldId id="601" r:id="rId9"/>
    <p:sldId id="602" r:id="rId10"/>
    <p:sldId id="603" r:id="rId11"/>
    <p:sldId id="604" r:id="rId12"/>
    <p:sldId id="605" r:id="rId13"/>
    <p:sldId id="606" r:id="rId14"/>
    <p:sldId id="607" r:id="rId15"/>
    <p:sldId id="608" r:id="rId16"/>
    <p:sldId id="55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9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4301CB-5EA1-4F54-8EB5-D7B3CEBB18EC}" v="341" dt="2025-06-14T13:10:50.159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986" autoAdjust="0"/>
  </p:normalViewPr>
  <p:slideViewPr>
    <p:cSldViewPr snapToGrid="0">
      <p:cViewPr varScale="1">
        <p:scale>
          <a:sx n="84" d="100"/>
          <a:sy n="84" d="100"/>
        </p:scale>
        <p:origin x="1596" y="84"/>
      </p:cViewPr>
      <p:guideLst>
        <p:guide orient="horz" pos="3249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</pc:sldChg>
    </pc:docChg>
  </pc:docChgLst>
  <pc:docChgLst>
    <pc:chgData name="强 李" userId="cd6c7ec7188785ae" providerId="LiveId" clId="{E84301CB-5EA1-4F54-8EB5-D7B3CEBB18EC}"/>
    <pc:docChg chg="undo custSel addSld delSld modSld">
      <pc:chgData name="强 李" userId="cd6c7ec7188785ae" providerId="LiveId" clId="{E84301CB-5EA1-4F54-8EB5-D7B3CEBB18EC}" dt="2025-06-14T13:12:13.355" v="1822" actId="2711"/>
      <pc:docMkLst>
        <pc:docMk/>
      </pc:docMkLst>
      <pc:sldChg chg="addSp delSp modSp mod">
        <pc:chgData name="强 李" userId="cd6c7ec7188785ae" providerId="LiveId" clId="{E84301CB-5EA1-4F54-8EB5-D7B3CEBB18EC}" dt="2025-06-14T09:11:41.422" v="281" actId="207"/>
        <pc:sldMkLst>
          <pc:docMk/>
          <pc:sldMk cId="0" sldId="425"/>
        </pc:sldMkLst>
        <pc:spChg chg="add mod">
          <ac:chgData name="强 李" userId="cd6c7ec7188785ae" providerId="LiveId" clId="{E84301CB-5EA1-4F54-8EB5-D7B3CEBB18EC}" dt="2025-06-14T09:11:07.876" v="271"/>
          <ac:spMkLst>
            <pc:docMk/>
            <pc:sldMk cId="0" sldId="425"/>
            <ac:spMk id="2" creationId="{82B6704A-8B78-53BC-6AA8-C6EC956D94BC}"/>
          </ac:spMkLst>
        </pc:spChg>
        <pc:spChg chg="mod">
          <ac:chgData name="强 李" userId="cd6c7ec7188785ae" providerId="LiveId" clId="{E84301CB-5EA1-4F54-8EB5-D7B3CEBB18EC}" dt="2025-06-14T09:11:41.422" v="281" actId="207"/>
          <ac:spMkLst>
            <pc:docMk/>
            <pc:sldMk cId="0" sldId="425"/>
            <ac:spMk id="3" creationId="{FF9BF7C3-9929-69BC-A1CA-30EBD45BF72F}"/>
          </ac:spMkLst>
        </pc:spChg>
        <pc:spChg chg="del">
          <ac:chgData name="强 李" userId="cd6c7ec7188785ae" providerId="LiveId" clId="{E84301CB-5EA1-4F54-8EB5-D7B3CEBB18EC}" dt="2025-06-14T09:11:07.504" v="270" actId="478"/>
          <ac:spMkLst>
            <pc:docMk/>
            <pc:sldMk cId="0" sldId="425"/>
            <ac:spMk id="18" creationId="{00000000-0000-0000-0000-000000000000}"/>
          </ac:spMkLst>
        </pc:spChg>
      </pc:sldChg>
      <pc:sldChg chg="delSp modSp mod">
        <pc:chgData name="强 李" userId="cd6c7ec7188785ae" providerId="LiveId" clId="{E84301CB-5EA1-4F54-8EB5-D7B3CEBB18EC}" dt="2025-06-14T11:36:02.935" v="723" actId="1076"/>
        <pc:sldMkLst>
          <pc:docMk/>
          <pc:sldMk cId="54695671" sldId="531"/>
        </pc:sldMkLst>
        <pc:spChg chg="del">
          <ac:chgData name="强 李" userId="cd6c7ec7188785ae" providerId="LiveId" clId="{E84301CB-5EA1-4F54-8EB5-D7B3CEBB18EC}" dt="2025-06-14T10:29:31.352" v="347" actId="478"/>
          <ac:spMkLst>
            <pc:docMk/>
            <pc:sldMk cId="54695671" sldId="531"/>
            <ac:spMk id="2" creationId="{00000000-0000-0000-0000-000000000000}"/>
          </ac:spMkLst>
        </pc:spChg>
        <pc:spChg chg="del">
          <ac:chgData name="强 李" userId="cd6c7ec7188785ae" providerId="LiveId" clId="{E84301CB-5EA1-4F54-8EB5-D7B3CEBB18EC}" dt="2025-06-14T10:29:36.549" v="350" actId="478"/>
          <ac:spMkLst>
            <pc:docMk/>
            <pc:sldMk cId="54695671" sldId="531"/>
            <ac:spMk id="3" creationId="{B504861B-6EFA-BAFD-C2A3-DA811CA92353}"/>
          </ac:spMkLst>
        </pc:spChg>
        <pc:spChg chg="del">
          <ac:chgData name="强 李" userId="cd6c7ec7188785ae" providerId="LiveId" clId="{E84301CB-5EA1-4F54-8EB5-D7B3CEBB18EC}" dt="2025-06-14T10:29:28.895" v="346" actId="478"/>
          <ac:spMkLst>
            <pc:docMk/>
            <pc:sldMk cId="54695671" sldId="531"/>
            <ac:spMk id="4" creationId="{813ADE0C-0A95-8BE0-FCB2-CDA44CEA64A3}"/>
          </ac:spMkLst>
        </pc:spChg>
        <pc:spChg chg="mod">
          <ac:chgData name="强 李" userId="cd6c7ec7188785ae" providerId="LiveId" clId="{E84301CB-5EA1-4F54-8EB5-D7B3CEBB18EC}" dt="2025-06-14T11:36:02.935" v="723" actId="1076"/>
          <ac:spMkLst>
            <pc:docMk/>
            <pc:sldMk cId="54695671" sldId="531"/>
            <ac:spMk id="5" creationId="{6D756E38-44BB-893E-10F4-24648C1F9451}"/>
          </ac:spMkLst>
        </pc:spChg>
        <pc:spChg chg="del">
          <ac:chgData name="强 李" userId="cd6c7ec7188785ae" providerId="LiveId" clId="{E84301CB-5EA1-4F54-8EB5-D7B3CEBB18EC}" dt="2025-06-14T10:29:26.922" v="345" actId="478"/>
          <ac:spMkLst>
            <pc:docMk/>
            <pc:sldMk cId="54695671" sldId="531"/>
            <ac:spMk id="6" creationId="{AA272FBC-B21D-C369-0141-9585E0210DD1}"/>
          </ac:spMkLst>
        </pc:spChg>
        <pc:spChg chg="del">
          <ac:chgData name="强 李" userId="cd6c7ec7188785ae" providerId="LiveId" clId="{E84301CB-5EA1-4F54-8EB5-D7B3CEBB18EC}" dt="2025-06-14T10:29:32.699" v="348" actId="478"/>
          <ac:spMkLst>
            <pc:docMk/>
            <pc:sldMk cId="54695671" sldId="531"/>
            <ac:spMk id="7" creationId="{F80DDDB8-F32B-B7A7-73DA-9790F3B5DCB3}"/>
          </ac:spMkLst>
        </pc:spChg>
        <pc:spChg chg="del">
          <ac:chgData name="强 李" userId="cd6c7ec7188785ae" providerId="LiveId" clId="{E84301CB-5EA1-4F54-8EB5-D7B3CEBB18EC}" dt="2025-06-14T10:29:34.554" v="349" actId="478"/>
          <ac:spMkLst>
            <pc:docMk/>
            <pc:sldMk cId="54695671" sldId="531"/>
            <ac:spMk id="11" creationId="{8F585226-39A8-96AE-40A3-878704581BB6}"/>
          </ac:spMkLst>
        </pc:spChg>
        <pc:spChg chg="mod">
          <ac:chgData name="强 李" userId="cd6c7ec7188785ae" providerId="LiveId" clId="{E84301CB-5EA1-4F54-8EB5-D7B3CEBB18EC}" dt="2025-06-14T10:30:23.575" v="372"/>
          <ac:spMkLst>
            <pc:docMk/>
            <pc:sldMk cId="54695671" sldId="531"/>
            <ac:spMk id="18" creationId="{00000000-0000-0000-0000-000000000000}"/>
          </ac:spMkLst>
        </pc:spChg>
        <pc:cxnChg chg="del">
          <ac:chgData name="强 李" userId="cd6c7ec7188785ae" providerId="LiveId" clId="{E84301CB-5EA1-4F54-8EB5-D7B3CEBB18EC}" dt="2025-06-14T10:29:37.965" v="351" actId="478"/>
          <ac:cxnSpMkLst>
            <pc:docMk/>
            <pc:sldMk cId="54695671" sldId="531"/>
            <ac:cxnSpMk id="8" creationId="{A82D5C8F-64C1-A4EE-87A4-62170D321C35}"/>
          </ac:cxnSpMkLst>
        </pc:cxnChg>
      </pc:sldChg>
      <pc:sldChg chg="addSp delSp modSp mod">
        <pc:chgData name="强 李" userId="cd6c7ec7188785ae" providerId="LiveId" clId="{E84301CB-5EA1-4F54-8EB5-D7B3CEBB18EC}" dt="2025-06-14T13:12:13.355" v="1822" actId="2711"/>
        <pc:sldMkLst>
          <pc:docMk/>
          <pc:sldMk cId="419382719" sldId="552"/>
        </pc:sldMkLst>
        <pc:spChg chg="add mod">
          <ac:chgData name="强 李" userId="cd6c7ec7188785ae" providerId="LiveId" clId="{E84301CB-5EA1-4F54-8EB5-D7B3CEBB18EC}" dt="2025-06-14T13:12:13.355" v="1822" actId="2711"/>
          <ac:spMkLst>
            <pc:docMk/>
            <pc:sldMk cId="419382719" sldId="552"/>
            <ac:spMk id="3" creationId="{ED9918F1-120A-684A-094D-5746DB463D77}"/>
          </ac:spMkLst>
        </pc:spChg>
        <pc:graphicFrameChg chg="del mod modGraphic">
          <ac:chgData name="强 李" userId="cd6c7ec7188785ae" providerId="LiveId" clId="{E84301CB-5EA1-4F54-8EB5-D7B3CEBB18EC}" dt="2025-06-14T13:11:10.807" v="1792" actId="478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del">
        <pc:chgData name="强 李" userId="cd6c7ec7188785ae" providerId="LiveId" clId="{E84301CB-5EA1-4F54-8EB5-D7B3CEBB18EC}" dt="2025-06-14T11:36:22.621" v="724" actId="47"/>
        <pc:sldMkLst>
          <pc:docMk/>
          <pc:sldMk cId="530530540" sldId="553"/>
        </pc:sldMkLst>
      </pc:sldChg>
      <pc:sldChg chg="modSp mod">
        <pc:chgData name="强 李" userId="cd6c7ec7188785ae" providerId="LiveId" clId="{E84301CB-5EA1-4F54-8EB5-D7B3CEBB18EC}" dt="2025-06-14T09:10:37.138" v="266" actId="20577"/>
        <pc:sldMkLst>
          <pc:docMk/>
          <pc:sldMk cId="3418790839" sldId="554"/>
        </pc:sldMkLst>
        <pc:spChg chg="mod">
          <ac:chgData name="强 李" userId="cd6c7ec7188785ae" providerId="LiveId" clId="{E84301CB-5EA1-4F54-8EB5-D7B3CEBB18EC}" dt="2025-06-14T09:09:34.942" v="1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mod">
          <ac:chgData name="强 李" userId="cd6c7ec7188785ae" providerId="LiveId" clId="{E84301CB-5EA1-4F54-8EB5-D7B3CEBB18EC}" dt="2025-06-14T09:10:37.138" v="266" actId="20577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addSp delSp modSp mod">
        <pc:chgData name="强 李" userId="cd6c7ec7188785ae" providerId="LiveId" clId="{E84301CB-5EA1-4F54-8EB5-D7B3CEBB18EC}" dt="2025-06-14T09:08:57.649" v="120" actId="1076"/>
        <pc:sldMkLst>
          <pc:docMk/>
          <pc:sldMk cId="1911491714" sldId="560"/>
        </pc:sldMkLst>
        <pc:spChg chg="add">
          <ac:chgData name="强 李" userId="cd6c7ec7188785ae" providerId="LiveId" clId="{E84301CB-5EA1-4F54-8EB5-D7B3CEBB18EC}" dt="2025-06-14T08:46:15.791" v="0"/>
          <ac:spMkLst>
            <pc:docMk/>
            <pc:sldMk cId="1911491714" sldId="560"/>
            <ac:spMk id="2" creationId="{140B2B1B-07A1-13F7-E3C2-539A6B199E0D}"/>
          </ac:spMkLst>
        </pc:spChg>
        <pc:spChg chg="add mod">
          <ac:chgData name="强 李" userId="cd6c7ec7188785ae" providerId="LiveId" clId="{E84301CB-5EA1-4F54-8EB5-D7B3CEBB18EC}" dt="2025-06-14T08:46:17.894" v="1"/>
          <ac:spMkLst>
            <pc:docMk/>
            <pc:sldMk cId="1911491714" sldId="560"/>
            <ac:spMk id="3" creationId="{5C6876C2-0D7B-11B7-923F-8799EB9C53D8}"/>
          </ac:spMkLst>
        </pc:spChg>
        <pc:spChg chg="mod ord">
          <ac:chgData name="强 李" userId="cd6c7ec7188785ae" providerId="LiveId" clId="{E84301CB-5EA1-4F54-8EB5-D7B3CEBB18EC}" dt="2025-06-14T09:08:57.649" v="120" actId="1076"/>
          <ac:spMkLst>
            <pc:docMk/>
            <pc:sldMk cId="1911491714" sldId="560"/>
            <ac:spMk id="4" creationId="{00000000-0000-0000-0000-000000000000}"/>
          </ac:spMkLst>
        </pc:spChg>
        <pc:spChg chg="mod ord">
          <ac:chgData name="强 李" userId="cd6c7ec7188785ae" providerId="LiveId" clId="{E84301CB-5EA1-4F54-8EB5-D7B3CEBB18EC}" dt="2025-06-14T09:07:36.481" v="108" actId="26606"/>
          <ac:spMkLst>
            <pc:docMk/>
            <pc:sldMk cId="1911491714" sldId="560"/>
            <ac:spMk id="5" creationId="{00000000-0000-0000-0000-000000000000}"/>
          </ac:spMkLst>
        </pc:spChg>
        <pc:spChg chg="add mod">
          <ac:chgData name="强 李" userId="cd6c7ec7188785ae" providerId="LiveId" clId="{E84301CB-5EA1-4F54-8EB5-D7B3CEBB18EC}" dt="2025-06-14T08:46:20.715" v="2"/>
          <ac:spMkLst>
            <pc:docMk/>
            <pc:sldMk cId="1911491714" sldId="560"/>
            <ac:spMk id="6" creationId="{070A7154-A03C-DA0B-E8C3-EBA306CDEB05}"/>
          </ac:spMkLst>
        </pc:spChg>
        <pc:spChg chg="add mod">
          <ac:chgData name="强 李" userId="cd6c7ec7188785ae" providerId="LiveId" clId="{E84301CB-5EA1-4F54-8EB5-D7B3CEBB18EC}" dt="2025-06-14T08:46:24.637" v="3"/>
          <ac:spMkLst>
            <pc:docMk/>
            <pc:sldMk cId="1911491714" sldId="560"/>
            <ac:spMk id="7" creationId="{2D0D9744-AB88-0E41-BCD7-F3AFC6596A0B}"/>
          </ac:spMkLst>
        </pc:spChg>
        <pc:spChg chg="add del">
          <ac:chgData name="强 李" userId="cd6c7ec7188785ae" providerId="LiveId" clId="{E84301CB-5EA1-4F54-8EB5-D7B3CEBB18EC}" dt="2025-06-14T08:47:22.070" v="14" actId="26606"/>
          <ac:spMkLst>
            <pc:docMk/>
            <pc:sldMk cId="1911491714" sldId="560"/>
            <ac:spMk id="1042" creationId="{EC3FE92E-FF21-46DB-BE36-B3A5D4149B10}"/>
          </ac:spMkLst>
        </pc:spChg>
        <pc:spChg chg="add del">
          <ac:chgData name="强 李" userId="cd6c7ec7188785ae" providerId="LiveId" clId="{E84301CB-5EA1-4F54-8EB5-D7B3CEBB18EC}" dt="2025-06-14T08:47:22.070" v="14" actId="26606"/>
          <ac:spMkLst>
            <pc:docMk/>
            <pc:sldMk cId="1911491714" sldId="560"/>
            <ac:spMk id="1043" creationId="{7E9DFFEE-526A-4D56-A70C-EADE7289BEE5}"/>
          </ac:spMkLst>
        </pc:spChg>
        <pc:spChg chg="add del">
          <ac:chgData name="强 李" userId="cd6c7ec7188785ae" providerId="LiveId" clId="{E84301CB-5EA1-4F54-8EB5-D7B3CEBB18EC}" dt="2025-06-14T08:47:22.057" v="13" actId="26606"/>
          <ac:spMkLst>
            <pc:docMk/>
            <pc:sldMk cId="1911491714" sldId="560"/>
            <ac:spMk id="1048" creationId="{9089EED9-F54D-4F20-A2C6-949DE4176959}"/>
          </ac:spMkLst>
        </pc:spChg>
        <pc:spChg chg="add del">
          <ac:chgData name="强 李" userId="cd6c7ec7188785ae" providerId="LiveId" clId="{E84301CB-5EA1-4F54-8EB5-D7B3CEBB18EC}" dt="2025-06-14T08:47:22.057" v="13" actId="26606"/>
          <ac:spMkLst>
            <pc:docMk/>
            <pc:sldMk cId="1911491714" sldId="560"/>
            <ac:spMk id="1050" creationId="{7E46F721-3785-414D-8697-16AF490E6806}"/>
          </ac:spMkLst>
        </pc:spChg>
        <pc:spChg chg="add del">
          <ac:chgData name="强 李" userId="cd6c7ec7188785ae" providerId="LiveId" clId="{E84301CB-5EA1-4F54-8EB5-D7B3CEBB18EC}" dt="2025-06-14T08:47:36.498" v="21" actId="26606"/>
          <ac:spMkLst>
            <pc:docMk/>
            <pc:sldMk cId="1911491714" sldId="560"/>
            <ac:spMk id="1052" creationId="{AF2F604E-43BE-4DC3-B983-E071523364F8}"/>
          </ac:spMkLst>
        </pc:spChg>
        <pc:spChg chg="add del">
          <ac:chgData name="强 李" userId="cd6c7ec7188785ae" providerId="LiveId" clId="{E84301CB-5EA1-4F54-8EB5-D7B3CEBB18EC}" dt="2025-06-14T08:47:36.498" v="21" actId="26606"/>
          <ac:spMkLst>
            <pc:docMk/>
            <pc:sldMk cId="1911491714" sldId="560"/>
            <ac:spMk id="1053" creationId="{E91DC736-0EF8-4F87-9146-EBF1D2EE4D3D}"/>
          </ac:spMkLst>
        </pc:spChg>
        <pc:spChg chg="add del">
          <ac:chgData name="强 李" userId="cd6c7ec7188785ae" providerId="LiveId" clId="{E84301CB-5EA1-4F54-8EB5-D7B3CEBB18EC}" dt="2025-06-14T08:47:36.481" v="20" actId="26606"/>
          <ac:spMkLst>
            <pc:docMk/>
            <pc:sldMk cId="1911491714" sldId="560"/>
            <ac:spMk id="1054" creationId="{08C9B587-E65E-4B52-B37C-ABEBB6E87928}"/>
          </ac:spMkLst>
        </pc:spChg>
        <pc:spChg chg="add del">
          <ac:chgData name="强 李" userId="cd6c7ec7188785ae" providerId="LiveId" clId="{E84301CB-5EA1-4F54-8EB5-D7B3CEBB18EC}" dt="2025-06-14T08:47:36.498" v="21" actId="26606"/>
          <ac:spMkLst>
            <pc:docMk/>
            <pc:sldMk cId="1911491714" sldId="560"/>
            <ac:spMk id="1055" creationId="{097CD68E-23E3-4007-8847-CD0944C4F7BE}"/>
          </ac:spMkLst>
        </pc:spChg>
        <pc:spChg chg="add del">
          <ac:chgData name="强 李" userId="cd6c7ec7188785ae" providerId="LiveId" clId="{E84301CB-5EA1-4F54-8EB5-D7B3CEBB18EC}" dt="2025-06-14T08:47:33.800" v="18" actId="26606"/>
          <ac:spMkLst>
            <pc:docMk/>
            <pc:sldMk cId="1911491714" sldId="560"/>
            <ac:spMk id="1060" creationId="{E91DC736-0EF8-4F87-9146-EBF1D2EE4D3D}"/>
          </ac:spMkLst>
        </pc:spChg>
        <pc:spChg chg="add del">
          <ac:chgData name="强 李" userId="cd6c7ec7188785ae" providerId="LiveId" clId="{E84301CB-5EA1-4F54-8EB5-D7B3CEBB18EC}" dt="2025-06-14T08:47:33.800" v="18" actId="26606"/>
          <ac:spMkLst>
            <pc:docMk/>
            <pc:sldMk cId="1911491714" sldId="560"/>
            <ac:spMk id="1062" creationId="{097CD68E-23E3-4007-8847-CD0944C4F7BE}"/>
          </ac:spMkLst>
        </pc:spChg>
        <pc:spChg chg="add del">
          <ac:chgData name="强 李" userId="cd6c7ec7188785ae" providerId="LiveId" clId="{E84301CB-5EA1-4F54-8EB5-D7B3CEBB18EC}" dt="2025-06-14T08:47:33.800" v="18" actId="26606"/>
          <ac:spMkLst>
            <pc:docMk/>
            <pc:sldMk cId="1911491714" sldId="560"/>
            <ac:spMk id="1064" creationId="{AF2F604E-43BE-4DC3-B983-E071523364F8}"/>
          </ac:spMkLst>
        </pc:spChg>
        <pc:spChg chg="add del">
          <ac:chgData name="强 李" userId="cd6c7ec7188785ae" providerId="LiveId" clId="{E84301CB-5EA1-4F54-8EB5-D7B3CEBB18EC}" dt="2025-06-14T08:47:33.800" v="18" actId="26606"/>
          <ac:spMkLst>
            <pc:docMk/>
            <pc:sldMk cId="1911491714" sldId="560"/>
            <ac:spMk id="1066" creationId="{08C9B587-E65E-4B52-B37C-ABEBB6E87928}"/>
          </ac:spMkLst>
        </pc:spChg>
        <pc:spChg chg="add del">
          <ac:chgData name="强 李" userId="cd6c7ec7188785ae" providerId="LiveId" clId="{E84301CB-5EA1-4F54-8EB5-D7B3CEBB18EC}" dt="2025-06-14T08:47:36.481" v="20" actId="26606"/>
          <ac:spMkLst>
            <pc:docMk/>
            <pc:sldMk cId="1911491714" sldId="560"/>
            <ac:spMk id="1068" creationId="{6CCA5F87-1D1E-45CB-8D83-FC7EEFAD9935}"/>
          </ac:spMkLst>
        </pc:spChg>
        <pc:spChg chg="add del">
          <ac:chgData name="强 李" userId="cd6c7ec7188785ae" providerId="LiveId" clId="{E84301CB-5EA1-4F54-8EB5-D7B3CEBB18EC}" dt="2025-06-14T08:47:36.481" v="20" actId="26606"/>
          <ac:spMkLst>
            <pc:docMk/>
            <pc:sldMk cId="1911491714" sldId="560"/>
            <ac:spMk id="1069" creationId="{7CCFC2C6-6238-4A2F-93DE-2ADF74AF635E}"/>
          </ac:spMkLst>
        </pc:spChg>
        <pc:spChg chg="add del">
          <ac:chgData name="强 李" userId="cd6c7ec7188785ae" providerId="LiveId" clId="{E84301CB-5EA1-4F54-8EB5-D7B3CEBB18EC}" dt="2025-06-14T08:47:36.481" v="20" actId="26606"/>
          <ac:spMkLst>
            <pc:docMk/>
            <pc:sldMk cId="1911491714" sldId="560"/>
            <ac:spMk id="1070" creationId="{AF2F604E-43BE-4DC3-B983-E071523364F8}"/>
          </ac:spMkLst>
        </pc:spChg>
        <pc:spChg chg="add del">
          <ac:chgData name="强 李" userId="cd6c7ec7188785ae" providerId="LiveId" clId="{E84301CB-5EA1-4F54-8EB5-D7B3CEBB18EC}" dt="2025-06-14T08:47:36.481" v="20" actId="26606"/>
          <ac:spMkLst>
            <pc:docMk/>
            <pc:sldMk cId="1911491714" sldId="560"/>
            <ac:spMk id="1071" creationId="{08C9B587-E65E-4B52-B37C-ABEBB6E87928}"/>
          </ac:spMkLst>
        </pc:spChg>
        <pc:spChg chg="add del">
          <ac:chgData name="强 李" userId="cd6c7ec7188785ae" providerId="LiveId" clId="{E84301CB-5EA1-4F54-8EB5-D7B3CEBB18EC}" dt="2025-06-14T08:48:00.390" v="69" actId="26606"/>
          <ac:spMkLst>
            <pc:docMk/>
            <pc:sldMk cId="1911491714" sldId="560"/>
            <ac:spMk id="1073" creationId="{5DCB5928-DC7D-4612-9922-441966E15627}"/>
          </ac:spMkLst>
        </pc:spChg>
        <pc:spChg chg="add del">
          <ac:chgData name="强 李" userId="cd6c7ec7188785ae" providerId="LiveId" clId="{E84301CB-5EA1-4F54-8EB5-D7B3CEBB18EC}" dt="2025-06-14T08:48:00.390" v="69" actId="26606"/>
          <ac:spMkLst>
            <pc:docMk/>
            <pc:sldMk cId="1911491714" sldId="560"/>
            <ac:spMk id="1074" creationId="{682C1161-1736-45EC-99B7-33F3CAE9D517}"/>
          </ac:spMkLst>
        </pc:spChg>
        <pc:spChg chg="add del">
          <ac:chgData name="强 李" userId="cd6c7ec7188785ae" providerId="LiveId" clId="{E84301CB-5EA1-4F54-8EB5-D7B3CEBB18EC}" dt="2025-06-14T08:48:00.390" v="69" actId="26606"/>
          <ac:spMkLst>
            <pc:docMk/>
            <pc:sldMk cId="1911491714" sldId="560"/>
            <ac:spMk id="1075" creationId="{84D4DDB8-B68F-45B0-9F62-C4279996F672}"/>
          </ac:spMkLst>
        </pc:spChg>
        <pc:spChg chg="add del">
          <ac:chgData name="强 李" userId="cd6c7ec7188785ae" providerId="LiveId" clId="{E84301CB-5EA1-4F54-8EB5-D7B3CEBB18EC}" dt="2025-06-14T08:48:00.390" v="69" actId="26606"/>
          <ac:spMkLst>
            <pc:docMk/>
            <pc:sldMk cId="1911491714" sldId="560"/>
            <ac:spMk id="1076" creationId="{AF2F604E-43BE-4DC3-B983-E071523364F8}"/>
          </ac:spMkLst>
        </pc:spChg>
        <pc:spChg chg="add del">
          <ac:chgData name="强 李" userId="cd6c7ec7188785ae" providerId="LiveId" clId="{E84301CB-5EA1-4F54-8EB5-D7B3CEBB18EC}" dt="2025-06-14T08:48:00.390" v="69" actId="26606"/>
          <ac:spMkLst>
            <pc:docMk/>
            <pc:sldMk cId="1911491714" sldId="560"/>
            <ac:spMk id="1077" creationId="{08C9B587-E65E-4B52-B37C-ABEBB6E87928}"/>
          </ac:spMkLst>
        </pc:spChg>
        <pc:spChg chg="add del">
          <ac:chgData name="强 李" userId="cd6c7ec7188785ae" providerId="LiveId" clId="{E84301CB-5EA1-4F54-8EB5-D7B3CEBB18EC}" dt="2025-06-14T09:07:36.481" v="108" actId="26606"/>
          <ac:spMkLst>
            <pc:docMk/>
            <pc:sldMk cId="1911491714" sldId="560"/>
            <ac:spMk id="1082" creationId="{47942995-B07F-4636-9A06-C6A104B260A8}"/>
          </ac:spMkLst>
        </pc:spChg>
        <pc:spChg chg="add del">
          <ac:chgData name="强 李" userId="cd6c7ec7188785ae" providerId="LiveId" clId="{E84301CB-5EA1-4F54-8EB5-D7B3CEBB18EC}" dt="2025-06-14T09:07:36.481" v="108" actId="26606"/>
          <ac:spMkLst>
            <pc:docMk/>
            <pc:sldMk cId="1911491714" sldId="560"/>
            <ac:spMk id="1089" creationId="{B81933D1-5615-42C7-9C0B-4EB7105CCE2D}"/>
          </ac:spMkLst>
        </pc:spChg>
        <pc:spChg chg="add del">
          <ac:chgData name="强 李" userId="cd6c7ec7188785ae" providerId="LiveId" clId="{E84301CB-5EA1-4F54-8EB5-D7B3CEBB18EC}" dt="2025-06-14T09:07:36.481" v="108" actId="26606"/>
          <ac:spMkLst>
            <pc:docMk/>
            <pc:sldMk cId="1911491714" sldId="560"/>
            <ac:spMk id="1091" creationId="{19C9EAEA-39D0-4B0E-A0EB-51E7B26740B1}"/>
          </ac:spMkLst>
        </pc:spChg>
        <pc:spChg chg="add del">
          <ac:chgData name="强 李" userId="cd6c7ec7188785ae" providerId="LiveId" clId="{E84301CB-5EA1-4F54-8EB5-D7B3CEBB18EC}" dt="2025-06-14T09:07:34.623" v="105" actId="26606"/>
          <ac:spMkLst>
            <pc:docMk/>
            <pc:sldMk cId="1911491714" sldId="560"/>
            <ac:spMk id="1096" creationId="{55666830-9A19-4E01-8505-D6C7F9AC5665}"/>
          </ac:spMkLst>
        </pc:spChg>
        <pc:spChg chg="add del">
          <ac:chgData name="强 李" userId="cd6c7ec7188785ae" providerId="LiveId" clId="{E84301CB-5EA1-4F54-8EB5-D7B3CEBB18EC}" dt="2025-06-14T09:07:34.623" v="105" actId="26606"/>
          <ac:spMkLst>
            <pc:docMk/>
            <pc:sldMk cId="1911491714" sldId="560"/>
            <ac:spMk id="1098" creationId="{AE9FC877-7FB6-4D22-9988-35420644E202}"/>
          </ac:spMkLst>
        </pc:spChg>
        <pc:spChg chg="add del">
          <ac:chgData name="强 李" userId="cd6c7ec7188785ae" providerId="LiveId" clId="{E84301CB-5EA1-4F54-8EB5-D7B3CEBB18EC}" dt="2025-06-14T09:07:34.623" v="105" actId="26606"/>
          <ac:spMkLst>
            <pc:docMk/>
            <pc:sldMk cId="1911491714" sldId="560"/>
            <ac:spMk id="1100" creationId="{E41809D1-F12E-46BB-B804-5F209D325E8B}"/>
          </ac:spMkLst>
        </pc:spChg>
        <pc:spChg chg="add del">
          <ac:chgData name="强 李" userId="cd6c7ec7188785ae" providerId="LiveId" clId="{E84301CB-5EA1-4F54-8EB5-D7B3CEBB18EC}" dt="2025-06-14T09:07:34.623" v="105" actId="26606"/>
          <ac:spMkLst>
            <pc:docMk/>
            <pc:sldMk cId="1911491714" sldId="560"/>
            <ac:spMk id="1102" creationId="{AF2F604E-43BE-4DC3-B983-E071523364F8}"/>
          </ac:spMkLst>
        </pc:spChg>
        <pc:spChg chg="add del">
          <ac:chgData name="强 李" userId="cd6c7ec7188785ae" providerId="LiveId" clId="{E84301CB-5EA1-4F54-8EB5-D7B3CEBB18EC}" dt="2025-06-14T09:07:34.623" v="105" actId="26606"/>
          <ac:spMkLst>
            <pc:docMk/>
            <pc:sldMk cId="1911491714" sldId="560"/>
            <ac:spMk id="1104" creationId="{08C9B587-E65E-4B52-B37C-ABEBB6E87928}"/>
          </ac:spMkLst>
        </pc:spChg>
        <pc:spChg chg="add del">
          <ac:chgData name="强 李" userId="cd6c7ec7188785ae" providerId="LiveId" clId="{E84301CB-5EA1-4F54-8EB5-D7B3CEBB18EC}" dt="2025-06-14T09:07:36.472" v="107" actId="26606"/>
          <ac:spMkLst>
            <pc:docMk/>
            <pc:sldMk cId="1911491714" sldId="560"/>
            <ac:spMk id="1106" creationId="{62542EEC-4F7C-4AE2-933E-EAC8EB3FA378}"/>
          </ac:spMkLst>
        </pc:spChg>
        <pc:spChg chg="add del">
          <ac:chgData name="强 李" userId="cd6c7ec7188785ae" providerId="LiveId" clId="{E84301CB-5EA1-4F54-8EB5-D7B3CEBB18EC}" dt="2025-06-14T09:07:36.472" v="107" actId="26606"/>
          <ac:spMkLst>
            <pc:docMk/>
            <pc:sldMk cId="1911491714" sldId="560"/>
            <ac:spMk id="1107" creationId="{B81933D1-5615-42C7-9C0B-4EB7105CCE2D}"/>
          </ac:spMkLst>
        </pc:spChg>
        <pc:spChg chg="add del">
          <ac:chgData name="强 李" userId="cd6c7ec7188785ae" providerId="LiveId" clId="{E84301CB-5EA1-4F54-8EB5-D7B3CEBB18EC}" dt="2025-06-14T09:07:36.472" v="107" actId="26606"/>
          <ac:spMkLst>
            <pc:docMk/>
            <pc:sldMk cId="1911491714" sldId="560"/>
            <ac:spMk id="1108" creationId="{19C9EAEA-39D0-4B0E-A0EB-51E7B26740B1}"/>
          </ac:spMkLst>
        </pc:spChg>
        <pc:spChg chg="add">
          <ac:chgData name="强 李" userId="cd6c7ec7188785ae" providerId="LiveId" clId="{E84301CB-5EA1-4F54-8EB5-D7B3CEBB18EC}" dt="2025-06-14T09:07:36.481" v="108" actId="26606"/>
          <ac:spMkLst>
            <pc:docMk/>
            <pc:sldMk cId="1911491714" sldId="560"/>
            <ac:spMk id="1112" creationId="{5DCB5928-DC7D-4612-9922-441966E15627}"/>
          </ac:spMkLst>
        </pc:spChg>
        <pc:spChg chg="add">
          <ac:chgData name="强 李" userId="cd6c7ec7188785ae" providerId="LiveId" clId="{E84301CB-5EA1-4F54-8EB5-D7B3CEBB18EC}" dt="2025-06-14T09:07:36.481" v="108" actId="26606"/>
          <ac:spMkLst>
            <pc:docMk/>
            <pc:sldMk cId="1911491714" sldId="560"/>
            <ac:spMk id="1113" creationId="{682C1161-1736-45EC-99B7-33F3CAE9D517}"/>
          </ac:spMkLst>
        </pc:spChg>
        <pc:spChg chg="add">
          <ac:chgData name="强 李" userId="cd6c7ec7188785ae" providerId="LiveId" clId="{E84301CB-5EA1-4F54-8EB5-D7B3CEBB18EC}" dt="2025-06-14T09:07:36.481" v="108" actId="26606"/>
          <ac:spMkLst>
            <pc:docMk/>
            <pc:sldMk cId="1911491714" sldId="560"/>
            <ac:spMk id="1114" creationId="{84D4DDB8-B68F-45B0-9F62-C4279996F672}"/>
          </ac:spMkLst>
        </pc:spChg>
        <pc:spChg chg="add">
          <ac:chgData name="强 李" userId="cd6c7ec7188785ae" providerId="LiveId" clId="{E84301CB-5EA1-4F54-8EB5-D7B3CEBB18EC}" dt="2025-06-14T09:07:36.481" v="108" actId="26606"/>
          <ac:spMkLst>
            <pc:docMk/>
            <pc:sldMk cId="1911491714" sldId="560"/>
            <ac:spMk id="1115" creationId="{AF2F604E-43BE-4DC3-B983-E071523364F8}"/>
          </ac:spMkLst>
        </pc:spChg>
        <pc:spChg chg="add">
          <ac:chgData name="强 李" userId="cd6c7ec7188785ae" providerId="LiveId" clId="{E84301CB-5EA1-4F54-8EB5-D7B3CEBB18EC}" dt="2025-06-14T09:07:36.481" v="108" actId="26606"/>
          <ac:spMkLst>
            <pc:docMk/>
            <pc:sldMk cId="1911491714" sldId="560"/>
            <ac:spMk id="1116" creationId="{08C9B587-E65E-4B52-B37C-ABEBB6E87928}"/>
          </ac:spMkLst>
        </pc:spChg>
        <pc:grpChg chg="add del">
          <ac:chgData name="强 李" userId="cd6c7ec7188785ae" providerId="LiveId" clId="{E84301CB-5EA1-4F54-8EB5-D7B3CEBB18EC}" dt="2025-06-14T09:07:36.472" v="107" actId="26606"/>
          <ac:grpSpMkLst>
            <pc:docMk/>
            <pc:sldMk cId="1911491714" sldId="560"/>
            <ac:grpSpMk id="1109" creationId="{032D8612-31EB-44CF-A1D0-14FD4C705424}"/>
          </ac:grpSpMkLst>
        </pc:grpChg>
        <pc:picChg chg="add mod ord">
          <ac:chgData name="强 李" userId="cd6c7ec7188785ae" providerId="LiveId" clId="{E84301CB-5EA1-4F54-8EB5-D7B3CEBB18EC}" dt="2025-06-14T09:08:41.753" v="118" actId="1076"/>
          <ac:picMkLst>
            <pc:docMk/>
            <pc:sldMk cId="1911491714" sldId="560"/>
            <ac:picMk id="9" creationId="{1B083A9E-3F07-B8A1-BA91-C4A18E015CAB}"/>
          </ac:picMkLst>
        </pc:picChg>
        <pc:picChg chg="del">
          <ac:chgData name="强 李" userId="cd6c7ec7188785ae" providerId="LiveId" clId="{E84301CB-5EA1-4F54-8EB5-D7B3CEBB18EC}" dt="2025-06-14T08:46:26.273" v="4" actId="478"/>
          <ac:picMkLst>
            <pc:docMk/>
            <pc:sldMk cId="1911491714" sldId="560"/>
            <ac:picMk id="2050" creationId="{A4081DB8-EE42-1A11-C34E-9E04C69FA8E4}"/>
          </ac:picMkLst>
        </pc:picChg>
      </pc:sldChg>
      <pc:sldChg chg="del">
        <pc:chgData name="强 李" userId="cd6c7ec7188785ae" providerId="LiveId" clId="{E84301CB-5EA1-4F54-8EB5-D7B3CEBB18EC}" dt="2025-06-14T11:36:22.621" v="724" actId="47"/>
        <pc:sldMkLst>
          <pc:docMk/>
          <pc:sldMk cId="159884778" sldId="574"/>
        </pc:sldMkLst>
      </pc:sldChg>
      <pc:sldChg chg="del">
        <pc:chgData name="强 李" userId="cd6c7ec7188785ae" providerId="LiveId" clId="{E84301CB-5EA1-4F54-8EB5-D7B3CEBB18EC}" dt="2025-06-14T11:36:22.621" v="724" actId="47"/>
        <pc:sldMkLst>
          <pc:docMk/>
          <pc:sldMk cId="3921434846" sldId="587"/>
        </pc:sldMkLst>
      </pc:sldChg>
      <pc:sldChg chg="del">
        <pc:chgData name="强 李" userId="cd6c7ec7188785ae" providerId="LiveId" clId="{E84301CB-5EA1-4F54-8EB5-D7B3CEBB18EC}" dt="2025-06-14T11:36:22.621" v="724" actId="47"/>
        <pc:sldMkLst>
          <pc:docMk/>
          <pc:sldMk cId="2648053192" sldId="588"/>
        </pc:sldMkLst>
      </pc:sldChg>
      <pc:sldChg chg="del">
        <pc:chgData name="强 李" userId="cd6c7ec7188785ae" providerId="LiveId" clId="{E84301CB-5EA1-4F54-8EB5-D7B3CEBB18EC}" dt="2025-06-14T11:36:22.621" v="724" actId="47"/>
        <pc:sldMkLst>
          <pc:docMk/>
          <pc:sldMk cId="534191096" sldId="589"/>
        </pc:sldMkLst>
      </pc:sldChg>
      <pc:sldChg chg="del">
        <pc:chgData name="强 李" userId="cd6c7ec7188785ae" providerId="LiveId" clId="{E84301CB-5EA1-4F54-8EB5-D7B3CEBB18EC}" dt="2025-06-14T11:36:22.621" v="724" actId="47"/>
        <pc:sldMkLst>
          <pc:docMk/>
          <pc:sldMk cId="4207264488" sldId="590"/>
        </pc:sldMkLst>
      </pc:sldChg>
      <pc:sldChg chg="del">
        <pc:chgData name="强 李" userId="cd6c7ec7188785ae" providerId="LiveId" clId="{E84301CB-5EA1-4F54-8EB5-D7B3CEBB18EC}" dt="2025-06-14T11:36:22.621" v="724" actId="47"/>
        <pc:sldMkLst>
          <pc:docMk/>
          <pc:sldMk cId="3491062220" sldId="591"/>
        </pc:sldMkLst>
      </pc:sldChg>
      <pc:sldChg chg="del">
        <pc:chgData name="强 李" userId="cd6c7ec7188785ae" providerId="LiveId" clId="{E84301CB-5EA1-4F54-8EB5-D7B3CEBB18EC}" dt="2025-06-14T11:36:22.621" v="724" actId="47"/>
        <pc:sldMkLst>
          <pc:docMk/>
          <pc:sldMk cId="4046377894" sldId="592"/>
        </pc:sldMkLst>
      </pc:sldChg>
      <pc:sldChg chg="del">
        <pc:chgData name="强 李" userId="cd6c7ec7188785ae" providerId="LiveId" clId="{E84301CB-5EA1-4F54-8EB5-D7B3CEBB18EC}" dt="2025-06-14T11:36:22.621" v="724" actId="47"/>
        <pc:sldMkLst>
          <pc:docMk/>
          <pc:sldMk cId="3468762565" sldId="593"/>
        </pc:sldMkLst>
      </pc:sldChg>
      <pc:sldChg chg="del">
        <pc:chgData name="强 李" userId="cd6c7ec7188785ae" providerId="LiveId" clId="{E84301CB-5EA1-4F54-8EB5-D7B3CEBB18EC}" dt="2025-06-14T11:36:22.621" v="724" actId="47"/>
        <pc:sldMkLst>
          <pc:docMk/>
          <pc:sldMk cId="340286292" sldId="594"/>
        </pc:sldMkLst>
      </pc:sldChg>
      <pc:sldChg chg="delSp modSp mod">
        <pc:chgData name="强 李" userId="cd6c7ec7188785ae" providerId="LiveId" clId="{E84301CB-5EA1-4F54-8EB5-D7B3CEBB18EC}" dt="2025-06-14T10:28:55.904" v="342" actId="121"/>
        <pc:sldMkLst>
          <pc:docMk/>
          <pc:sldMk cId="3965997736" sldId="598"/>
        </pc:sldMkLst>
        <pc:spChg chg="mod">
          <ac:chgData name="强 李" userId="cd6c7ec7188785ae" providerId="LiveId" clId="{E84301CB-5EA1-4F54-8EB5-D7B3CEBB18EC}" dt="2025-06-14T09:14:43.803" v="339" actId="1076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E84301CB-5EA1-4F54-8EB5-D7B3CEBB18EC}" dt="2025-06-14T09:12:49.149" v="287" actId="207"/>
          <ac:spMkLst>
            <pc:docMk/>
            <pc:sldMk cId="3965997736" sldId="598"/>
            <ac:spMk id="9" creationId="{1F5B6856-AF8A-4085-2AF6-D259C7449B9E}"/>
          </ac:spMkLst>
        </pc:spChg>
        <pc:spChg chg="mod">
          <ac:chgData name="强 李" userId="cd6c7ec7188785ae" providerId="LiveId" clId="{E84301CB-5EA1-4F54-8EB5-D7B3CEBB18EC}" dt="2025-06-14T09:12:36.686" v="285" actId="207"/>
          <ac:spMkLst>
            <pc:docMk/>
            <pc:sldMk cId="3965997736" sldId="598"/>
            <ac:spMk id="13" creationId="{7DAB6BBF-A107-5EDA-C988-F2FCC0FA4ADA}"/>
          </ac:spMkLst>
        </pc:spChg>
        <pc:spChg chg="mod">
          <ac:chgData name="强 李" userId="cd6c7ec7188785ae" providerId="LiveId" clId="{E84301CB-5EA1-4F54-8EB5-D7B3CEBB18EC}" dt="2025-06-14T09:14:14.245" v="333"/>
          <ac:spMkLst>
            <pc:docMk/>
            <pc:sldMk cId="3965997736" sldId="598"/>
            <ac:spMk id="16" creationId="{7DE16206-6F61-BEC3-0DA4-3625D631A8E6}"/>
          </ac:spMkLst>
        </pc:spChg>
        <pc:spChg chg="mod">
          <ac:chgData name="强 李" userId="cd6c7ec7188785ae" providerId="LiveId" clId="{E84301CB-5EA1-4F54-8EB5-D7B3CEBB18EC}" dt="2025-06-14T10:28:55.904" v="342" actId="121"/>
          <ac:spMkLst>
            <pc:docMk/>
            <pc:sldMk cId="3965997736" sldId="598"/>
            <ac:spMk id="18" creationId="{00000000-0000-0000-0000-000000000000}"/>
          </ac:spMkLst>
        </pc:spChg>
        <pc:grpChg chg="mod">
          <ac:chgData name="强 李" userId="cd6c7ec7188785ae" providerId="LiveId" clId="{E84301CB-5EA1-4F54-8EB5-D7B3CEBB18EC}" dt="2025-06-14T09:13:07.456" v="290" actId="14100"/>
          <ac:grpSpMkLst>
            <pc:docMk/>
            <pc:sldMk cId="3965997736" sldId="598"/>
            <ac:grpSpMk id="4" creationId="{67CFBFED-23BA-58E2-0492-595457A1DA5E}"/>
          </ac:grpSpMkLst>
        </pc:grpChg>
        <pc:grpChg chg="del">
          <ac:chgData name="强 李" userId="cd6c7ec7188785ae" providerId="LiveId" clId="{E84301CB-5EA1-4F54-8EB5-D7B3CEBB18EC}" dt="2025-06-14T09:12:26.852" v="283" actId="478"/>
          <ac:grpSpMkLst>
            <pc:docMk/>
            <pc:sldMk cId="3965997736" sldId="598"/>
            <ac:grpSpMk id="6" creationId="{56CD5BD2-A0CC-7D0E-3BD1-0613845A3BF3}"/>
          </ac:grpSpMkLst>
        </pc:grpChg>
        <pc:grpChg chg="mod">
          <ac:chgData name="强 李" userId="cd6c7ec7188785ae" providerId="LiveId" clId="{E84301CB-5EA1-4F54-8EB5-D7B3CEBB18EC}" dt="2025-06-14T09:13:02.986" v="289" actId="1076"/>
          <ac:grpSpMkLst>
            <pc:docMk/>
            <pc:sldMk cId="3965997736" sldId="598"/>
            <ac:grpSpMk id="7" creationId="{4910B73A-3062-7867-777F-E107D91F1F13}"/>
          </ac:grpSpMkLst>
        </pc:grpChg>
      </pc:sldChg>
      <pc:sldChg chg="modSp add mod">
        <pc:chgData name="强 李" userId="cd6c7ec7188785ae" providerId="LiveId" clId="{E84301CB-5EA1-4F54-8EB5-D7B3CEBB18EC}" dt="2025-06-14T11:53:26.192" v="1059"/>
        <pc:sldMkLst>
          <pc:docMk/>
          <pc:sldMk cId="300267067" sldId="599"/>
        </pc:sldMkLst>
        <pc:spChg chg="mod">
          <ac:chgData name="强 李" userId="cd6c7ec7188785ae" providerId="LiveId" clId="{E84301CB-5EA1-4F54-8EB5-D7B3CEBB18EC}" dt="2025-06-14T11:53:26.192" v="1059"/>
          <ac:spMkLst>
            <pc:docMk/>
            <pc:sldMk cId="300267067" sldId="599"/>
            <ac:spMk id="5" creationId="{6054C52E-B843-548C-FE6C-8B21B6624BAF}"/>
          </ac:spMkLst>
        </pc:spChg>
        <pc:spChg chg="mod">
          <ac:chgData name="强 李" userId="cd6c7ec7188785ae" providerId="LiveId" clId="{E84301CB-5EA1-4F54-8EB5-D7B3CEBB18EC}" dt="2025-06-14T11:49:22.315" v="763"/>
          <ac:spMkLst>
            <pc:docMk/>
            <pc:sldMk cId="300267067" sldId="599"/>
            <ac:spMk id="18" creationId="{B8D83726-12AA-D5C8-4100-1A751DCEDA45}"/>
          </ac:spMkLst>
        </pc:spChg>
      </pc:sldChg>
      <pc:sldChg chg="modSp add mod">
        <pc:chgData name="强 李" userId="cd6c7ec7188785ae" providerId="LiveId" clId="{E84301CB-5EA1-4F54-8EB5-D7B3CEBB18EC}" dt="2025-06-14T12:52:06.698" v="1114"/>
        <pc:sldMkLst>
          <pc:docMk/>
          <pc:sldMk cId="3809878107" sldId="600"/>
        </pc:sldMkLst>
        <pc:spChg chg="mod">
          <ac:chgData name="强 李" userId="cd6c7ec7188785ae" providerId="LiveId" clId="{E84301CB-5EA1-4F54-8EB5-D7B3CEBB18EC}" dt="2025-06-14T12:52:06.698" v="1114"/>
          <ac:spMkLst>
            <pc:docMk/>
            <pc:sldMk cId="3809878107" sldId="600"/>
            <ac:spMk id="5" creationId="{0CBD9D23-9CD5-2804-EE6D-41C06A5A6B0C}"/>
          </ac:spMkLst>
        </pc:spChg>
      </pc:sldChg>
      <pc:sldChg chg="del">
        <pc:chgData name="强 李" userId="cd6c7ec7188785ae" providerId="LiveId" clId="{E84301CB-5EA1-4F54-8EB5-D7B3CEBB18EC}" dt="2025-06-14T11:36:22.621" v="724" actId="47"/>
        <pc:sldMkLst>
          <pc:docMk/>
          <pc:sldMk cId="125507599" sldId="601"/>
        </pc:sldMkLst>
      </pc:sldChg>
      <pc:sldChg chg="modSp add mod">
        <pc:chgData name="强 李" userId="cd6c7ec7188785ae" providerId="LiveId" clId="{E84301CB-5EA1-4F54-8EB5-D7B3CEBB18EC}" dt="2025-06-14T12:58:29.995" v="1351" actId="6549"/>
        <pc:sldMkLst>
          <pc:docMk/>
          <pc:sldMk cId="2576843511" sldId="601"/>
        </pc:sldMkLst>
        <pc:spChg chg="mod">
          <ac:chgData name="强 李" userId="cd6c7ec7188785ae" providerId="LiveId" clId="{E84301CB-5EA1-4F54-8EB5-D7B3CEBB18EC}" dt="2025-06-14T12:58:29.995" v="1351" actId="6549"/>
          <ac:spMkLst>
            <pc:docMk/>
            <pc:sldMk cId="2576843511" sldId="601"/>
            <ac:spMk id="5" creationId="{BF954DB0-C94C-293D-6392-159CE566DA3B}"/>
          </ac:spMkLst>
        </pc:spChg>
      </pc:sldChg>
      <pc:sldChg chg="modSp add mod">
        <pc:chgData name="强 李" userId="cd6c7ec7188785ae" providerId="LiveId" clId="{E84301CB-5EA1-4F54-8EB5-D7B3CEBB18EC}" dt="2025-06-14T13:00:52.157" v="1552"/>
        <pc:sldMkLst>
          <pc:docMk/>
          <pc:sldMk cId="3356675094" sldId="602"/>
        </pc:sldMkLst>
        <pc:spChg chg="mod">
          <ac:chgData name="强 李" userId="cd6c7ec7188785ae" providerId="LiveId" clId="{E84301CB-5EA1-4F54-8EB5-D7B3CEBB18EC}" dt="2025-06-14T13:00:52.157" v="1552"/>
          <ac:spMkLst>
            <pc:docMk/>
            <pc:sldMk cId="3356675094" sldId="602"/>
            <ac:spMk id="5" creationId="{1BF5B270-E769-F611-7B72-C8BBDDF85DAE}"/>
          </ac:spMkLst>
        </pc:spChg>
      </pc:sldChg>
      <pc:sldChg chg="modSp add mod">
        <pc:chgData name="强 李" userId="cd6c7ec7188785ae" providerId="LiveId" clId="{E84301CB-5EA1-4F54-8EB5-D7B3CEBB18EC}" dt="2025-06-14T13:03:02.042" v="1590" actId="6549"/>
        <pc:sldMkLst>
          <pc:docMk/>
          <pc:sldMk cId="3316505869" sldId="603"/>
        </pc:sldMkLst>
        <pc:spChg chg="mod">
          <ac:chgData name="强 李" userId="cd6c7ec7188785ae" providerId="LiveId" clId="{E84301CB-5EA1-4F54-8EB5-D7B3CEBB18EC}" dt="2025-06-14T13:03:02.042" v="1590" actId="6549"/>
          <ac:spMkLst>
            <pc:docMk/>
            <pc:sldMk cId="3316505869" sldId="603"/>
            <ac:spMk id="5" creationId="{7CA7D59B-2522-EEBA-2699-A1215B01DC85}"/>
          </ac:spMkLst>
        </pc:spChg>
      </pc:sldChg>
      <pc:sldChg chg="modSp add mod">
        <pc:chgData name="强 李" userId="cd6c7ec7188785ae" providerId="LiveId" clId="{E84301CB-5EA1-4F54-8EB5-D7B3CEBB18EC}" dt="2025-06-14T13:04:59.751" v="1641"/>
        <pc:sldMkLst>
          <pc:docMk/>
          <pc:sldMk cId="1226946495" sldId="604"/>
        </pc:sldMkLst>
        <pc:spChg chg="mod">
          <ac:chgData name="强 李" userId="cd6c7ec7188785ae" providerId="LiveId" clId="{E84301CB-5EA1-4F54-8EB5-D7B3CEBB18EC}" dt="2025-06-14T13:04:59.751" v="1641"/>
          <ac:spMkLst>
            <pc:docMk/>
            <pc:sldMk cId="1226946495" sldId="604"/>
            <ac:spMk id="5" creationId="{5B5E3255-C1FA-6B4B-C119-9DD2412536BF}"/>
          </ac:spMkLst>
        </pc:spChg>
      </pc:sldChg>
      <pc:sldChg chg="modSp add mod">
        <pc:chgData name="强 李" userId="cd6c7ec7188785ae" providerId="LiveId" clId="{E84301CB-5EA1-4F54-8EB5-D7B3CEBB18EC}" dt="2025-06-14T13:06:43.402" v="1689" actId="6549"/>
        <pc:sldMkLst>
          <pc:docMk/>
          <pc:sldMk cId="4125374727" sldId="605"/>
        </pc:sldMkLst>
        <pc:spChg chg="mod">
          <ac:chgData name="强 李" userId="cd6c7ec7188785ae" providerId="LiveId" clId="{E84301CB-5EA1-4F54-8EB5-D7B3CEBB18EC}" dt="2025-06-14T13:06:43.402" v="1689" actId="6549"/>
          <ac:spMkLst>
            <pc:docMk/>
            <pc:sldMk cId="4125374727" sldId="605"/>
            <ac:spMk id="5" creationId="{14366167-9B93-40EB-DC2F-99E50A3DFC57}"/>
          </ac:spMkLst>
        </pc:spChg>
      </pc:sldChg>
      <pc:sldChg chg="modSp add mod">
        <pc:chgData name="强 李" userId="cd6c7ec7188785ae" providerId="LiveId" clId="{E84301CB-5EA1-4F54-8EB5-D7B3CEBB18EC}" dt="2025-06-14T13:08:28.068" v="1717" actId="6549"/>
        <pc:sldMkLst>
          <pc:docMk/>
          <pc:sldMk cId="2661059512" sldId="606"/>
        </pc:sldMkLst>
        <pc:spChg chg="mod">
          <ac:chgData name="强 李" userId="cd6c7ec7188785ae" providerId="LiveId" clId="{E84301CB-5EA1-4F54-8EB5-D7B3CEBB18EC}" dt="2025-06-14T13:08:28.068" v="1717" actId="6549"/>
          <ac:spMkLst>
            <pc:docMk/>
            <pc:sldMk cId="2661059512" sldId="606"/>
            <ac:spMk id="5" creationId="{B0F979FB-4C49-1645-EC63-49CEDED58B5B}"/>
          </ac:spMkLst>
        </pc:spChg>
        <pc:spChg chg="mod">
          <ac:chgData name="强 李" userId="cd6c7ec7188785ae" providerId="LiveId" clId="{E84301CB-5EA1-4F54-8EB5-D7B3CEBB18EC}" dt="2025-06-14T13:06:51.489" v="1696" actId="20577"/>
          <ac:spMkLst>
            <pc:docMk/>
            <pc:sldMk cId="2661059512" sldId="606"/>
            <ac:spMk id="18" creationId="{CD091B7E-F77B-6CC3-F5BB-6DA5229B26FE}"/>
          </ac:spMkLst>
        </pc:spChg>
      </pc:sldChg>
      <pc:sldChg chg="modSp add mod">
        <pc:chgData name="强 李" userId="cd6c7ec7188785ae" providerId="LiveId" clId="{E84301CB-5EA1-4F54-8EB5-D7B3CEBB18EC}" dt="2025-06-14T13:09:43.924" v="1737" actId="6549"/>
        <pc:sldMkLst>
          <pc:docMk/>
          <pc:sldMk cId="3612797730" sldId="607"/>
        </pc:sldMkLst>
        <pc:spChg chg="mod">
          <ac:chgData name="强 李" userId="cd6c7ec7188785ae" providerId="LiveId" clId="{E84301CB-5EA1-4F54-8EB5-D7B3CEBB18EC}" dt="2025-06-14T13:09:43.924" v="1737" actId="6549"/>
          <ac:spMkLst>
            <pc:docMk/>
            <pc:sldMk cId="3612797730" sldId="607"/>
            <ac:spMk id="5" creationId="{80429BED-D653-375A-9350-EB64BAB0DCBA}"/>
          </ac:spMkLst>
        </pc:spChg>
      </pc:sldChg>
      <pc:sldChg chg="modSp add mod">
        <pc:chgData name="强 李" userId="cd6c7ec7188785ae" providerId="LiveId" clId="{E84301CB-5EA1-4F54-8EB5-D7B3CEBB18EC}" dt="2025-06-14T13:10:30.958" v="1786" actId="6549"/>
        <pc:sldMkLst>
          <pc:docMk/>
          <pc:sldMk cId="4182640995" sldId="608"/>
        </pc:sldMkLst>
        <pc:spChg chg="mod">
          <ac:chgData name="强 李" userId="cd6c7ec7188785ae" providerId="LiveId" clId="{E84301CB-5EA1-4F54-8EB5-D7B3CEBB18EC}" dt="2025-06-14T13:10:30.958" v="1786" actId="6549"/>
          <ac:spMkLst>
            <pc:docMk/>
            <pc:sldMk cId="4182640995" sldId="608"/>
            <ac:spMk id="5" creationId="{7F472380-2FD3-4A46-FF49-05571F22E2AD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</pc:sldChg>
    </pc:docChg>
  </pc:docChgLst>
  <pc:docChgLst>
    <pc:chgData name="强 李" userId="cd6c7ec7188785ae" providerId="LiveId" clId="{61586838-3426-4CA7-9136-A1D939CBC975}"/>
    <pc:docChg chg="undo custSel modSld">
      <pc:chgData name="强 李" userId="cd6c7ec7188785ae" providerId="LiveId" clId="{61586838-3426-4CA7-9136-A1D939CBC975}" dt="2025-05-07T03:54:48.731" v="331"/>
      <pc:docMkLst>
        <pc:docMk/>
      </pc:docMkLst>
      <pc:sldChg chg="addSp delSp">
        <pc:chgData name="强 李" userId="cd6c7ec7188785ae" providerId="LiveId" clId="{61586838-3426-4CA7-9136-A1D939CBC975}" dt="2025-05-07T03:29:08.674" v="140" actId="21"/>
        <pc:sldMkLst>
          <pc:docMk/>
          <pc:sldMk cId="54695671" sldId="531"/>
        </pc:sldMkLst>
      </pc:sldChg>
      <pc:sldChg chg="modSp mod">
        <pc:chgData name="强 李" userId="cd6c7ec7188785ae" providerId="LiveId" clId="{61586838-3426-4CA7-9136-A1D939CBC975}" dt="2025-05-07T03:54:48.731" v="331"/>
        <pc:sldMkLst>
          <pc:docMk/>
          <pc:sldMk cId="530530540" sldId="553"/>
        </pc:sldMkLst>
      </pc:sldChg>
      <pc:sldChg chg="modSp modNotesTx">
        <pc:chgData name="强 李" userId="cd6c7ec7188785ae" providerId="LiveId" clId="{61586838-3426-4CA7-9136-A1D939CBC975}" dt="2025-05-07T03:52:22.952" v="287"/>
        <pc:sldMkLst>
          <pc:docMk/>
          <pc:sldMk cId="3418790839" sldId="554"/>
        </pc:sldMkLst>
        <pc:graphicFrameChg chg="mod">
          <ac:chgData name="强 李" userId="cd6c7ec7188785ae" providerId="LiveId" clId="{61586838-3426-4CA7-9136-A1D939CBC975}" dt="2025-05-07T03:52:22.952" v="287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addSp delSp modSp mod setBg">
        <pc:chgData name="强 李" userId="cd6c7ec7188785ae" providerId="LiveId" clId="{61586838-3426-4CA7-9136-A1D939CBC975}" dt="2025-05-07T03:34:27.518" v="151" actId="1076"/>
        <pc:sldMkLst>
          <pc:docMk/>
          <pc:sldMk cId="1911491714" sldId="560"/>
        </pc:sldMkLst>
        <pc:spChg chg="mod ord">
          <ac:chgData name="强 李" userId="cd6c7ec7188785ae" providerId="LiveId" clId="{61586838-3426-4CA7-9136-A1D939CBC975}" dt="2025-05-07T03:29:42.134" v="148" actId="26606"/>
          <ac:spMkLst>
            <pc:docMk/>
            <pc:sldMk cId="1911491714" sldId="560"/>
            <ac:spMk id="4" creationId="{00000000-0000-0000-0000-000000000000}"/>
          </ac:spMkLst>
        </pc:spChg>
        <pc:spChg chg="mod ord">
          <ac:chgData name="强 李" userId="cd6c7ec7188785ae" providerId="LiveId" clId="{61586838-3426-4CA7-9136-A1D939CBC975}" dt="2025-05-07T03:29:42.134" v="148" actId="26606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61586838-3426-4CA7-9136-A1D939CBC975}" dt="2025-05-07T03:28:32.664" v="138"/>
        <pc:sldMkLst>
          <pc:docMk/>
          <pc:sldMk cId="3965997736" sldId="598"/>
        </pc:sldMkLst>
        <pc:spChg chg="mod">
          <ac:chgData name="强 李" userId="cd6c7ec7188785ae" providerId="LiveId" clId="{61586838-3426-4CA7-9136-A1D939CBC975}" dt="2025-05-07T03:28:32.664" v="138"/>
          <ac:spMkLst>
            <pc:docMk/>
            <pc:sldMk cId="3965997736" sldId="598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</pc:sldChg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</pc:sldChg>
      <pc:sldChg chg="addSp delSp modSp mod setBg">
        <pc:chgData name="强 李" userId="cd6c7ec7188785ae" providerId="LiveId" clId="{C0D944F3-8C60-42D3-8287-9054FF582414}" dt="2024-06-29T21:50:53.370" v="60" actId="20577"/>
        <pc:sldMkLst>
          <pc:docMk/>
          <pc:sldMk cId="530530540" sldId="553"/>
        </pc:sldMkLst>
      </pc:sldChg>
      <pc:sldChg chg="modSp mod">
        <pc:chgData name="强 李" userId="cd6c7ec7188785ae" providerId="LiveId" clId="{C0D944F3-8C60-42D3-8287-9054FF582414}" dt="2024-06-29T21:49:05.622" v="49" actId="20577"/>
        <pc:sldMkLst>
          <pc:docMk/>
          <pc:sldMk cId="3418790839" sldId="554"/>
        </pc:sldMkLst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DE40780E-EFA5-4970-BF3D-38E349A22C12}"/>
    <pc:docChg chg="delSld modSld">
      <pc:chgData name="强 李" userId="cd6c7ec7188785ae" providerId="LiveId" clId="{DE40780E-EFA5-4970-BF3D-38E349A22C12}" dt="2025-05-09T07:45:00.616" v="339"/>
      <pc:docMkLst>
        <pc:docMk/>
      </pc:docMkLst>
      <pc:sldChg chg="modSp mod">
        <pc:chgData name="强 李" userId="cd6c7ec7188785ae" providerId="LiveId" clId="{DE40780E-EFA5-4970-BF3D-38E349A22C12}" dt="2025-05-09T07:43:45.404" v="199" actId="20577"/>
        <pc:sldMkLst>
          <pc:docMk/>
          <pc:sldMk cId="159884778" sldId="574"/>
        </pc:sldMkLst>
      </pc:sldChg>
      <pc:sldChg chg="modSp mod">
        <pc:chgData name="强 李" userId="cd6c7ec7188785ae" providerId="LiveId" clId="{DE40780E-EFA5-4970-BF3D-38E349A22C12}" dt="2025-05-09T07:41:48.436" v="22" actId="20577"/>
        <pc:sldMkLst>
          <pc:docMk/>
          <pc:sldMk cId="3921434846" sldId="587"/>
        </pc:sldMkLst>
      </pc:sldChg>
      <pc:sldChg chg="modSp mod">
        <pc:chgData name="强 李" userId="cd6c7ec7188785ae" providerId="LiveId" clId="{DE40780E-EFA5-4970-BF3D-38E349A22C12}" dt="2025-05-09T07:45:00.616" v="339"/>
        <pc:sldMkLst>
          <pc:docMk/>
          <pc:sldMk cId="3468762565" sldId="593"/>
        </pc:sldMkLst>
      </pc:sldChg>
      <pc:sldChg chg="modSp mod">
        <pc:chgData name="强 李" userId="cd6c7ec7188785ae" providerId="LiveId" clId="{DE40780E-EFA5-4970-BF3D-38E349A22C12}" dt="2025-05-09T07:42:36.059" v="41"/>
        <pc:sldMkLst>
          <pc:docMk/>
          <pc:sldMk cId="340286292" sldId="594"/>
        </pc:sldMkLst>
      </pc:sldChg>
      <pc:sldChg chg="del">
        <pc:chgData name="强 李" userId="cd6c7ec7188785ae" providerId="LiveId" clId="{DE40780E-EFA5-4970-BF3D-38E349A22C12}" dt="2025-05-09T07:43:57.728" v="200" actId="47"/>
        <pc:sldMkLst>
          <pc:docMk/>
          <pc:sldMk cId="4003489816" sldId="599"/>
        </pc:sldMkLst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</pc:sldChg>
    </pc:docChg>
  </pc:docChgLst>
  <pc:docChgLst>
    <pc:chgData name="强 李" userId="cd6c7ec7188785ae" providerId="LiveId" clId="{1F788608-16AE-484E-BA0E-693D8C33E910}"/>
    <pc:docChg chg="undo custSel addSld delSld modSld sldOrd">
      <pc:chgData name="强 李" userId="cd6c7ec7188785ae" providerId="LiveId" clId="{1F788608-16AE-484E-BA0E-693D8C33E910}" dt="2024-08-24T03:18:54.421" v="1559" actId="1035"/>
      <pc:docMkLst>
        <pc:docMk/>
      </pc:docMkLst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242525785" sldId="543"/>
        </pc:sldMkLst>
      </pc:sldChg>
      <pc:sldChg chg="modSp mod">
        <pc:chgData name="强 李" userId="cd6c7ec7188785ae" providerId="LiveId" clId="{1F788608-16AE-484E-BA0E-693D8C33E910}" dt="2024-08-23T11:33:52.931" v="318"/>
        <pc:sldMkLst>
          <pc:docMk/>
          <pc:sldMk cId="419382719" sldId="552"/>
        </pc:sldMkLst>
      </pc:sldChg>
      <pc:sldChg chg="addSp delSp modSp mod ord">
        <pc:chgData name="强 李" userId="cd6c7ec7188785ae" providerId="LiveId" clId="{1F788608-16AE-484E-BA0E-693D8C33E910}" dt="2024-08-24T02:43:55.075" v="876"/>
        <pc:sldMkLst>
          <pc:docMk/>
          <pc:sldMk cId="3418790839" sldId="554"/>
        </pc:sldMkLst>
      </pc:sldChg>
      <pc:sldChg chg="modSp mod">
        <pc:chgData name="强 李" userId="cd6c7ec7188785ae" providerId="LiveId" clId="{1F788608-16AE-484E-BA0E-693D8C33E910}" dt="2024-08-22T09:14:03.896" v="0" actId="6549"/>
        <pc:sldMkLst>
          <pc:docMk/>
          <pc:sldMk cId="1911491714" sldId="560"/>
        </pc:sldMkLst>
      </pc:sldChg>
      <pc:sldChg chg="modSp mod">
        <pc:chgData name="强 李" userId="cd6c7ec7188785ae" providerId="LiveId" clId="{1F788608-16AE-484E-BA0E-693D8C33E910}" dt="2024-08-24T02:59:04.488" v="1103" actId="6549"/>
        <pc:sldMkLst>
          <pc:docMk/>
          <pc:sldMk cId="159884778" sldId="574"/>
        </pc:sldMkLst>
      </pc:sldChg>
      <pc:sldChg chg="delSp modSp mod">
        <pc:chgData name="强 李" userId="cd6c7ec7188785ae" providerId="LiveId" clId="{1F788608-16AE-484E-BA0E-693D8C33E910}" dt="2024-08-24T03:01:59.493" v="1191" actId="1036"/>
        <pc:sldMkLst>
          <pc:docMk/>
          <pc:sldMk cId="3921434846" sldId="587"/>
        </pc:sldMkLst>
      </pc:sldChg>
      <pc:sldChg chg="delSp modSp mod">
        <pc:chgData name="强 李" userId="cd6c7ec7188785ae" providerId="LiveId" clId="{1F788608-16AE-484E-BA0E-693D8C33E910}" dt="2024-08-23T11:44:40.504" v="696" actId="20577"/>
        <pc:sldMkLst>
          <pc:docMk/>
          <pc:sldMk cId="534191096" sldId="589"/>
        </pc:sldMkLst>
      </pc:sldChg>
      <pc:sldChg chg="modSp mod">
        <pc:chgData name="强 李" userId="cd6c7ec7188785ae" providerId="LiveId" clId="{1F788608-16AE-484E-BA0E-693D8C33E910}" dt="2024-08-24T03:05:09.231" v="1246" actId="20577"/>
        <pc:sldMkLst>
          <pc:docMk/>
          <pc:sldMk cId="4207264488" sldId="590"/>
        </pc:sldMkLst>
      </pc:sldChg>
      <pc:sldChg chg="modSp mod">
        <pc:chgData name="强 李" userId="cd6c7ec7188785ae" providerId="LiveId" clId="{1F788608-16AE-484E-BA0E-693D8C33E910}" dt="2024-08-24T03:06:46.135" v="1249" actId="113"/>
        <pc:sldMkLst>
          <pc:docMk/>
          <pc:sldMk cId="3491062220" sldId="591"/>
        </pc:sldMkLst>
      </pc:sldChg>
      <pc:sldChg chg="modSp mod">
        <pc:chgData name="强 李" userId="cd6c7ec7188785ae" providerId="LiveId" clId="{1F788608-16AE-484E-BA0E-693D8C33E910}" dt="2024-08-23T11:38:40.102" v="386" actId="20577"/>
        <pc:sldMkLst>
          <pc:docMk/>
          <pc:sldMk cId="4046377894" sldId="592"/>
        </pc:sldMkLst>
      </pc:sldChg>
      <pc:sldChg chg="del">
        <pc:chgData name="强 李" userId="cd6c7ec7188785ae" providerId="LiveId" clId="{1F788608-16AE-484E-BA0E-693D8C33E910}" dt="2024-08-24T03:07:12.869" v="1250" actId="47"/>
        <pc:sldMkLst>
          <pc:docMk/>
          <pc:sldMk cId="1164883511" sldId="596"/>
        </pc:sldMkLst>
      </pc:sldChg>
      <pc:sldChg chg="addSp delSp modSp add del mod ord setBg modClrScheme chgLayout">
        <pc:chgData name="强 李" userId="cd6c7ec7188785ae" providerId="LiveId" clId="{1F788608-16AE-484E-BA0E-693D8C33E910}" dt="2024-08-23T11:32:05.568" v="313" actId="47"/>
        <pc:sldMkLst>
          <pc:docMk/>
          <pc:sldMk cId="245500765" sldId="597"/>
        </pc:sldMkLst>
      </pc:sldChg>
      <pc:sldChg chg="modSp add mod">
        <pc:chgData name="强 李" userId="cd6c7ec7188785ae" providerId="LiveId" clId="{1F788608-16AE-484E-BA0E-693D8C33E910}" dt="2024-08-24T02:46:11.460" v="884" actId="108"/>
        <pc:sldMkLst>
          <pc:docMk/>
          <pc:sldMk cId="3965997736" sldId="598"/>
        </pc:sldMkLst>
      </pc:sldChg>
      <pc:sldChg chg="addSp delSp modSp add mod">
        <pc:chgData name="强 李" userId="cd6c7ec7188785ae" providerId="LiveId" clId="{1F788608-16AE-484E-BA0E-693D8C33E910}" dt="2024-08-24T03:03:27.979" v="1244"/>
        <pc:sldMkLst>
          <pc:docMk/>
          <pc:sldMk cId="4003489816" sldId="599"/>
        </pc:sldMkLst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048211412" sldId="600"/>
        </pc:sldMkLst>
      </pc:sldChg>
      <pc:sldChg chg="modSp add mod">
        <pc:chgData name="强 李" userId="cd6c7ec7188785ae" providerId="LiveId" clId="{1F788608-16AE-484E-BA0E-693D8C33E910}" dt="2024-08-24T03:18:54.421" v="1559" actId="1035"/>
        <pc:sldMkLst>
          <pc:docMk/>
          <pc:sldMk cId="125507599" sldId="601"/>
        </pc:sldMkLst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如何拥有幸福婚姻？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基督徒正确婚姻观</a:t>
          </a:r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如何拥有幸福婚姻？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基督徒正确婚姻观</a:t>
          </a: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2025/6/14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253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，最看重的是什么？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，我们信仰对我们自己有什么改变？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6F1A2-35DC-94A5-B7D9-B5BD518FF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3F8DCA-C031-9E1D-F18A-1A65EAD44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DFFFB5-BDCA-BE72-7BD1-12064D3D0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5E77AB-E789-FD5D-AC3D-BDBAB8EE5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7183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B0170-C133-E002-DBF0-A6E979ECB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71616C-64E7-4AFC-1CDA-A43B6C59A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3AE394-09DC-0710-1BE2-B73B8C3A7B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2EDCC9-7F2D-6DA1-8AF3-33325C692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895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3B1AE-8E52-5471-1DAA-87B28FA52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4A9660-723E-BAC7-8796-AB57D837C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1AA5C3-4F9D-6712-A0AD-4025885187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8923C4-0C61-736B-4D16-4463C4043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262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7A4BD-0215-F9A6-AF88-3306938DA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79292D-680D-B8D0-91C9-43E2C6F04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C7C921-A29F-91A4-F2CC-14AE3B522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9FA36E-287F-133C-9F64-84D399010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475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32A2B-5012-087A-70F2-F9F40B429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8758F9-56FB-E3C6-8316-9983D7CAE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435180-7278-B6C5-B6BC-4AD107BF0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97C368-521C-2CC5-CFE6-64C12193C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5554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DB5D4-5CEF-D38F-72A8-DCC41D098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FA7F9A-A598-5E17-C515-0580F0F60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1CB1E8-42FC-5F15-BC96-9650FB82A7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3DD355-D665-D065-7809-B11AA8D36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635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ADDD3-4C2C-160E-5129-597667934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B49112-9DD5-19EE-54A9-F4174E661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E8E5B7-AB32-14AE-0292-2098535A5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464CE1-A6A9-11EE-D9AE-E4DCBE951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09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2EE0A-0068-33CA-96BF-3EF8F9E72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01536E-AEB7-1E9E-F0D7-BDE38A537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4A6664-2F68-C45B-7179-AB9E631DE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4810B4-68E0-8424-D493-DA56B44D15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950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367E0-8F50-1DDC-192E-3F03CEB72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A89F84-B229-6A8E-2CFB-2B4A30415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FDE18C-C052-687F-94AC-ECC9D5454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355A36-C233-3F7F-3E77-78BE3D6E3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860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B6908-41C2-2E7C-787C-C3198BF8B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B4CA18-FDE1-D4C3-6818-449B354B09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61307F-B819-B55C-12E5-292618147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5E419B-3513-3E30-F4A7-2651A30F3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4761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2025/6/14 Saturday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2025/6/14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2025/6/14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2025/6/14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2025/6/14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2025/6/14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jp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4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12" name="Rectangle 1095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13" name="Freeform: Shape 1097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14" name="Freeform: Shape 1099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328961" y="4546920"/>
            <a:ext cx="5893194" cy="198189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marL="0" marR="0" lvl="0" indent="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lt"/>
              </a:rPr>
              <a:t>在婚姻中顺服与敬重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+mj-lt"/>
              <a:ea typeface="+mj-ea"/>
              <a:cs typeface="+mj-cs"/>
              <a:sym typeface="+mn-lt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4000" b="1" kern="1200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  <a:sym typeface="+mn-lt"/>
              </a:rPr>
              <a:t>彼前三</a:t>
            </a:r>
            <a:r>
              <a:rPr lang="en-US" altLang="zh-CN" sz="4000" b="1" kern="1200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  <a:sym typeface="+mn-lt"/>
              </a:rPr>
              <a:t>1-7</a:t>
            </a:r>
            <a:r>
              <a:rPr lang="zh-CN" altLang="en-US" sz="4000" b="1" kern="1200" dirty="0">
                <a:solidFill>
                  <a:schemeClr val="tx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  <a:sym typeface="+mn-lt"/>
              </a:rPr>
              <a:t>节</a:t>
            </a:r>
            <a:endParaRPr lang="en-US" altLang="zh-CN" sz="4000" b="1" kern="1200" dirty="0"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lt"/>
              <a:ea typeface="+mj-ea"/>
              <a:cs typeface="+mj-cs"/>
              <a:sym typeface="+mn-lt"/>
            </a:endParaRPr>
          </a:p>
        </p:txBody>
      </p:sp>
      <p:sp>
        <p:nvSpPr>
          <p:cNvPr id="1115" name="Rectangle 110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16" name="Rectangle 110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图片 8" descr="图片包含 徽标&#10;&#10;AI 生成的内容可能不正确。">
            <a:extLst>
              <a:ext uri="{FF2B5EF4-FFF2-40B4-BE49-F238E27FC236}">
                <a16:creationId xmlns:a16="http://schemas.microsoft.com/office/drawing/2014/main" id="{1B083A9E-3F07-B8A1-BA91-C4A18E015C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9" t="9091" r="19886"/>
          <a:stretch>
            <a:fillRect/>
          </a:stretch>
        </p:blipFill>
        <p:spPr>
          <a:xfrm>
            <a:off x="5265398" y="-64866"/>
            <a:ext cx="6408836" cy="5070247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13809" y="953037"/>
            <a:ext cx="4036333" cy="170984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marR="0" lvl="0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 sz="2500">
                <a:solidFill>
                  <a:srgbClr val="FFFFFF"/>
                </a:solidFill>
              </a:defRPr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0B2B1B-07A1-13F7-E3C2-539A6B199E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C6876C2-0D7B-11B7-923F-8799EB9C53D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070A7154-A03C-DA0B-E8C3-EBA306CDEB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2D0D9744-AB88-0E41-BCD7-F3AFC6596A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757670" y="220414"/>
            <a:ext cx="5434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en-US" sz="4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ym typeface="+mn-lt"/>
              </a:rPr>
              <a:t>彼前三</a:t>
            </a:r>
            <a:r>
              <a:rPr lang="en-US" altLang="zh-CN" sz="4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ym typeface="+mn-lt"/>
              </a:rPr>
              <a:t>1-7</a:t>
            </a:r>
            <a:r>
              <a:rPr lang="zh-CN" altLang="en-US" sz="4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ym typeface="+mn-lt"/>
              </a:rPr>
              <a:t>节</a:t>
            </a:r>
            <a:endParaRPr lang="en-US" altLang="zh-CN" sz="4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ym typeface="+mn-lt"/>
            </a:endParaRPr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4687698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4665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</a:t>
            </a:r>
            <a:r>
              <a:rPr lang="en-US" altLang="zh-CN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3:1】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你们作妻子的</a:t>
            </a:r>
            <a:r>
              <a:rPr lang="zh-CN" altLang="en-US" sz="2000" b="1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要顺服自己的丈夫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。这样，若有不信从道理的丈夫，他们虽然不听道，也可以因妻子的品行被感化过来，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3:2】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这正是因看见你们有贞洁的品行和敬畏的心。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3:3】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</a:t>
            </a:r>
            <a:r>
              <a:rPr lang="zh-CN" altLang="en-US" sz="2000" b="1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不要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以外面的辫头发、戴金饰、穿美衣为妆饰，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3:4】</a:t>
            </a:r>
            <a:r>
              <a:rPr lang="zh-CN" altLang="en-US" sz="2000" b="1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只要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以里面存着长久温柔、安静的心为妆饰，这在　神面前是极宝贵的。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3:5】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因为古时仰赖　神的圣洁妇人，正是以此为妆饰，顺服自己的丈夫，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3:6】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就如撒拉听从亚伯拉罕，称他为主。你们若行善，不因恐吓而害怕，便是撒拉的女儿了。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3:7】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你们作丈夫的</a:t>
            </a:r>
            <a:r>
              <a:rPr lang="zh-CN" altLang="en-US" sz="2000" b="1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也要按情理和妻子同住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（“情理”原文作“知识”），因她比你软弱（“比你软弱”原文作“是软弱的器皿”），与你一同承受生命之恩的，所以</a:t>
            </a:r>
            <a:r>
              <a:rPr lang="zh-CN" altLang="en-US" sz="2000" b="1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要敬重她</a:t>
            </a:r>
            <a:r>
              <a:rPr lang="zh-CN" altLang="en-US" sz="20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，这样，便叫你们的祷告没有阻碍。</a:t>
            </a:r>
            <a:endParaRPr lang="zh-CN" altLang="zh-CN" sz="20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2B6704A-8B78-53BC-6AA8-C6EC956D94B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757670" y="220414"/>
            <a:ext cx="5434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en-US" sz="4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ym typeface="+mn-lt"/>
              </a:rPr>
              <a:t>彼前三</a:t>
            </a:r>
            <a:r>
              <a:rPr lang="en-US" altLang="zh-CN" sz="4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ym typeface="+mn-lt"/>
              </a:rPr>
              <a:t>1-7</a:t>
            </a:r>
            <a:r>
              <a:rPr lang="zh-CN" altLang="en-US" sz="48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ym typeface="+mn-lt"/>
              </a:rPr>
              <a:t>节</a:t>
            </a:r>
            <a:endParaRPr lang="en-US" altLang="zh-CN" sz="48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5163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spcAft>
                <a:spcPts val="600"/>
              </a:spcAft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</a:lstStyle>
          <a:p>
            <a:pPr algn="r"/>
            <a:r>
              <a:rPr lang="zh-CN" altLang="en-US" dirty="0"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9159" y="2122379"/>
            <a:ext cx="4065490" cy="337727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第一段：</a:t>
            </a:r>
            <a:r>
              <a:rPr lang="en-US" altLang="zh-CN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1~6</a:t>
            </a:r>
            <a:r>
              <a:rPr lang="zh-CN" altLang="en-US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节，对妻子劝导。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	第一节：妻子要顺服丈夫。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	第二节：美德胜过外在妆饰。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	第三节：以古为例。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第二段：</a:t>
            </a:r>
            <a:r>
              <a:rPr lang="en-US" altLang="zh-CN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7</a:t>
            </a:r>
            <a:r>
              <a:rPr lang="zh-CN" altLang="en-US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节，对丈夫劝导。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	第一节：命令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	第二节：原因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	第三节：益处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057177" y="1311965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214954" y="1166183"/>
            <a:ext cx="8043382" cy="3433192"/>
            <a:chOff x="-840331" y="460553"/>
            <a:chExt cx="13140705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31958" y="710322"/>
              <a:ext cx="13032332" cy="8803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 </a:t>
              </a:r>
              <a:r>
                <a:rPr lang="en-US" altLang="zh-CN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3:1】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你们作妻子的</a:t>
              </a:r>
              <a:r>
                <a:rPr lang="zh-CN" altLang="en-US" sz="1600" b="1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要顺服自己的丈夫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。这样，若有不信从道理的丈夫，他们虽然不听道，也可以因妻子的品行被感化过来，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3:2】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这正是因看见你们有贞洁的品行和敬畏的心。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3:3】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你们</a:t>
              </a:r>
              <a:r>
                <a:rPr lang="zh-CN" altLang="en-US" sz="1600" b="1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不要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以外面的辫头发、戴金饰、穿美衣为妆饰，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3:4】</a:t>
              </a:r>
              <a:r>
                <a:rPr lang="zh-CN" altLang="en-US" sz="1600" b="1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只要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以里面存着长久温柔、安静的心为妆饰，这在　神面前是极宝贵的。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3:5】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因为古时仰赖　神的圣洁妇人，正是以此为妆饰，顺服自己的丈夫，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3:6】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就如撒拉听从亚伯拉罕，称他为主。你们若行善，不因恐吓而害怕，便是撒拉的女儿了。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214954" y="4706708"/>
            <a:ext cx="7977048" cy="1693501"/>
            <a:chOff x="-840332" y="3300581"/>
            <a:chExt cx="13032334" cy="126719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-840332" y="3380895"/>
              <a:ext cx="13032334" cy="11868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-840332" y="3300581"/>
              <a:ext cx="12952018" cy="11868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彼前</a:t>
              </a:r>
              <a:r>
                <a:rPr lang="en-US" altLang="zh-CN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3:7】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你们作丈夫的</a:t>
              </a:r>
              <a:r>
                <a:rPr lang="zh-CN" altLang="en-US" sz="1600" b="1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也要按情理和妻子同住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（“情理”原文作“知识”），因她比你软弱（“比你软弱”原文作“是软弱的器皿”），与你一同承受生命之恩的，所以</a:t>
              </a:r>
              <a:r>
                <a:rPr lang="zh-CN" altLang="en-US" sz="1600" b="1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要敬重她</a:t>
              </a:r>
              <a:r>
                <a:rPr lang="zh-CN" altLang="en-US" sz="1600" dirty="0">
                  <a:solidFill>
                    <a:schemeClr val="tx1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，这样，便叫你们的祷告没有阻碍。</a:t>
              </a:r>
              <a:endParaRPr lang="zh-CN" altLang="zh-CN" sz="16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钥节：【彼前三章】作妻子的</a:t>
            </a:r>
            <a:r>
              <a:rPr lang="zh-CN" altLang="en-US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要顺服自己的丈夫</a:t>
            </a:r>
            <a:r>
              <a:rPr lang="en-US" altLang="zh-CN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作丈夫的</a:t>
            </a:r>
            <a:r>
              <a:rPr lang="zh-CN" altLang="en-US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也要按情理和妻子同住</a:t>
            </a:r>
            <a:endPara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9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背景、上下文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599301" y="1127168"/>
            <a:ext cx="11592699" cy="5048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背景、上下文：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第二章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节进入到基督徒在世上的行事为人的宗旨</a:t>
            </a:r>
            <a:endParaRPr lang="en-US" altLang="zh-CN" sz="2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第二章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13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节，基督徒与社会的关系，即对外的如何相处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为主的缘故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顺服人的一切制度，或是在上的君王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第三章论述的基督徒的家中的关系，也要遵循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12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</a:t>
            </a:r>
            <a:endParaRPr lang="en-US" altLang="zh-CN" sz="2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妻子应作的</a:t>
            </a:r>
            <a:endParaRPr lang="en-US" altLang="zh-CN" sz="2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丈夫应作的</a:t>
            </a:r>
            <a:endParaRPr lang="en-US" altLang="zh-CN" sz="2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6EA5A-884C-6A28-B830-04435B678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8D83726-12AA-D5C8-4100-1A751DCEDA4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第一段：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1~6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54C52E-B843-548C-FE6C-8B21B6624BAF}"/>
              </a:ext>
            </a:extLst>
          </p:cNvPr>
          <p:cNvSpPr txBox="1"/>
          <p:nvPr/>
        </p:nvSpPr>
        <p:spPr>
          <a:xfrm>
            <a:off x="1" y="1127168"/>
            <a:ext cx="12192000" cy="557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3:1】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你们作妻子的要顺服自己的丈夫。这样，若有不信从道理的丈夫，他们虽然不听道，也可以因妻子的品行被感化过来，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3:2】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这正是因看见你们有贞洁的品行和敬畏的心。</a:t>
            </a:r>
            <a:endParaRPr lang="en-US" altLang="zh-CN" sz="2400" b="1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命令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顺服自己的丈夫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结果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因妻子的品行被感化过来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品行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贞洁的品行和敬畏的心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26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48E03-A4CB-6E2B-2A9A-4C25FF2E7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17C2C8A-1FCC-78E7-87B3-9F8BC2AA2D3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第一段：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1~6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BD9D23-9CD5-2804-EE6D-41C06A5A6B0C}"/>
              </a:ext>
            </a:extLst>
          </p:cNvPr>
          <p:cNvSpPr txBox="1"/>
          <p:nvPr/>
        </p:nvSpPr>
        <p:spPr>
          <a:xfrm>
            <a:off x="1" y="1127168"/>
            <a:ext cx="12192000" cy="4925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3:1】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你们作妻子的要顺服自己的丈夫。这样，若有不信从道理的丈夫，他们虽然不听道，也可以因妻子的品行被感化过来，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3:2】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这正是因看见你们有贞洁的品行和敬畏的心。</a:t>
            </a:r>
            <a:endParaRPr lang="en-US" altLang="zh-CN" sz="2400" b="1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两个注意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一无条件的是不带条件的命令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没有对丈夫状态有要求的命令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一个提醒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在不违背信仰的真理前提下的顺服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9878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94FC5-2282-5D58-A9FF-C54286321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AE4B5175-F882-2B5E-1AE8-EA95CA6EB6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第一段：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1~6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954DB0-C94C-293D-6392-159CE566DA3B}"/>
              </a:ext>
            </a:extLst>
          </p:cNvPr>
          <p:cNvSpPr txBox="1"/>
          <p:nvPr/>
        </p:nvSpPr>
        <p:spPr>
          <a:xfrm>
            <a:off x="1" y="1127168"/>
            <a:ext cx="12192000" cy="4925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3:1】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你们作妻子的要顺服自己的丈夫。这样，若有不信从道理的丈夫，他们虽然不听道，也可以因妻子的品行被感化过来，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3:2】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这正是因看见你们有贞洁的品行和敬畏的心。</a:t>
            </a:r>
            <a:endParaRPr lang="en-US" altLang="zh-CN" sz="2400" b="1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权利和责任的关系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亚当夏娃的例子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传福音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用真理传福音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用品行传福音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6843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9612C-3842-FE31-4E0F-6672DE290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A69C778-7610-AE90-C09C-905685501D4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第一段：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1~6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F5B270-E769-F611-7B72-C8BBDDF85DAE}"/>
              </a:ext>
            </a:extLst>
          </p:cNvPr>
          <p:cNvSpPr txBox="1"/>
          <p:nvPr/>
        </p:nvSpPr>
        <p:spPr>
          <a:xfrm>
            <a:off x="1" y="1127168"/>
            <a:ext cx="12192000" cy="5294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3:1】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你们作妻子的要顺服自己的丈夫。这样，若有不信从道理的丈夫，他们虽然不听道，也可以因妻子的品行被感化过来，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3:2】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这正是因看见你们有贞洁的品行和敬畏的心。</a:t>
            </a:r>
            <a:endParaRPr lang="en-US" altLang="zh-CN" sz="2400" b="1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贞洁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贞洁在新约中可以翻译为“纯洁、圣洁、清洁”等等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雅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3:17】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惟独从上头来的智慧，先是清洁，后是和平，温良柔顺，满有怜悯，多结善果，没有偏见，没有假冒。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应用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如何彰显我们的信仰，让我们品行见证基督在我们身上的爱和改变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6675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88B60-1C2A-991C-DE5A-E8973903D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3F63FABB-5E84-6E7C-15A6-0A9B851B5B6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第一段：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1~6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A7D59B-2522-EEBA-2699-A1215B01DC85}"/>
              </a:ext>
            </a:extLst>
          </p:cNvPr>
          <p:cNvSpPr txBox="1"/>
          <p:nvPr/>
        </p:nvSpPr>
        <p:spPr>
          <a:xfrm>
            <a:off x="1" y="1127168"/>
            <a:ext cx="12192000" cy="5210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3:3】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你们不要以外面的辫头发、戴金饰、穿美衣为妆饰，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3:4】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只要以里面存着长久温柔、安静的心为妆饰，这在　神面前是极宝贵的。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对比：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外在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vs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里面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辫头发、戴金饰、穿美衣 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vs 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长久温柔、安静的心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人看重 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vs 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神看为极宝贵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内在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“温柔”： 不是懦弱，而是内在力量在控制下的柔和、谦卑、顺服神的旨意。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“安静”： 不是沉默不语，是内心的平安、笃定、不轻易发怒，源于对神的信靠。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6505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46ED8-5B31-6F10-B310-FF0E85546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4D269D3-8C01-C39D-FFCB-74D0D51A7A8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第一段：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1~6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5E3255-C1FA-6B4B-C119-9DD2412536BF}"/>
              </a:ext>
            </a:extLst>
          </p:cNvPr>
          <p:cNvSpPr txBox="1"/>
          <p:nvPr/>
        </p:nvSpPr>
        <p:spPr>
          <a:xfrm>
            <a:off x="1" y="1127168"/>
            <a:ext cx="12192000" cy="5764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3:5】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因为古时仰赖　神的圣洁妇人，正是以此为妆饰，顺服自己的丈夫，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3:6】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就如撒拉听从亚伯拉罕，称他为主。你们若行善，不因恐吓而害怕，便是撒拉的女儿了。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古时的圣洁妇人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妆饰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顺服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例子：撒拉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创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18:12】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撒拉心里暗笑，说：“我既已衰败，我主也老迈，岂能有这喜事呢？”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在古近东文化中，“主”是对丈夫的一种尊称（类似“主人”或“先生”），表达尊重，而非奴隶式的绝对服从。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6946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09CB4-5851-4A30-3C80-51FA24899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C916F8A-6982-7825-823B-CC08EC3ADD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第一段：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1~6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366167-9B93-40EB-DC2F-99E50A3DFC57}"/>
              </a:ext>
            </a:extLst>
          </p:cNvPr>
          <p:cNvSpPr txBox="1"/>
          <p:nvPr/>
        </p:nvSpPr>
        <p:spPr>
          <a:xfrm>
            <a:off x="1" y="1127168"/>
            <a:ext cx="12192000" cy="5210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3:5】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因为古时仰赖　神的圣洁妇人，正是以此为妆饰，顺服自己的丈夫，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3:6】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就如撒拉听从亚伯拉罕，称他为主。你们若行善，不因恐吓而害怕，便是撒拉的女儿了。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总结：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针对妻子的命令或者说要求，要求妻子顺服自己的丈夫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强调内在生命（贞洁品行、敬畏的心）的有力的见证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第三外在和内在，彼得强调神所看为宝贵的是内在“温柔、安静的心”，撒拉为例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应用：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我的生命（尤其是在家庭中，如果有人未成为神的儿女）是否在吸引人归向基督？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5374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AA271-5E06-DD17-08A4-01D7AE64D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CD091B7E-F77B-6CC3-F5BB-6DA5229B26F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第二段：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7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0F979FB-4C49-1645-EC63-49CEDED58B5B}"/>
              </a:ext>
            </a:extLst>
          </p:cNvPr>
          <p:cNvSpPr txBox="1"/>
          <p:nvPr/>
        </p:nvSpPr>
        <p:spPr>
          <a:xfrm>
            <a:off x="1" y="1127168"/>
            <a:ext cx="12192000" cy="5764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3:7】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你们作丈夫的也要按情理和妻子同住（“情理”原文作“知识”），因她比你软弱（“比你软弱”原文作“是软弱的器皿”），与你一同承受生命之恩的，所以要敬重她，这样，便叫你们的祷告没有阻碍。</a:t>
            </a:r>
            <a:endParaRPr lang="en-US" altLang="zh-CN" sz="2400" b="1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命令有两个方面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同住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敬重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要按情理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晓得她的需要，要理解妻子、体恤她的感受、需要、想法和处境，婚姻需要建立在理解、沟通和智慧的基础上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警诫丈夫不要效法“从前蒙昧无知的时候那放纵私欲的样子”（一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1059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BB9B8-AA76-919E-DA93-DA302CECF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A893ED70-C143-C5C2-43BC-A73DAD3985D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第二段：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7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429BED-D653-375A-9350-EB64BAB0DCBA}"/>
              </a:ext>
            </a:extLst>
          </p:cNvPr>
          <p:cNvSpPr txBox="1"/>
          <p:nvPr/>
        </p:nvSpPr>
        <p:spPr>
          <a:xfrm>
            <a:off x="1" y="1127168"/>
            <a:ext cx="12192000" cy="4564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3:7】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你们作丈夫的也要按情理和妻子同住（“情理”原文作“知识”），因她比你软弱（“比你软弱”原文作“是软弱的器皿”），与你一同承受生命之恩的，所以要敬重她，这样，便叫你们的祷告没有阻碍。</a:t>
            </a:r>
            <a:endParaRPr lang="en-US" altLang="zh-CN" sz="2400" b="1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她是比你软弱的器皿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主要是指身体上或者体力上男性在这个方面的确是有优势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也指在“情感”上女性更加的敏感和细腻，不像男性那么粗旷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也有可能指当时社会地位女性比较低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但并不是指的“智力、灵性或者能力”上的低劣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2797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A102A-9D86-3820-5A1E-2B881E6DF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27CB6A4-E185-96E8-79AA-576E46015DD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第二段：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7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472380-2FD3-4A46-FF49-05571F22E2AD}"/>
              </a:ext>
            </a:extLst>
          </p:cNvPr>
          <p:cNvSpPr txBox="1"/>
          <p:nvPr/>
        </p:nvSpPr>
        <p:spPr>
          <a:xfrm>
            <a:off x="1" y="1127168"/>
            <a:ext cx="12192000" cy="427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3:7】</a:t>
            </a:r>
            <a:r>
              <a:rPr lang="zh-CN" altLang="en-US" sz="2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你们作丈夫的也要按情理和妻子同住（“情理”原文作“知识”），因她比你软弱（“比你软弱”原文作“是软弱的器皿”），与你一同承受生命之恩的，所以要敬重她，这样，便叫你们的祷告没有阻碍。</a:t>
            </a:r>
            <a:endParaRPr lang="en-US" altLang="zh-CN" sz="2400" b="1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一同承受生命之恩的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敬重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结果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祷告蒙垂听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2640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9918F1-120A-684A-094D-5746DB463D77}"/>
              </a:ext>
            </a:extLst>
          </p:cNvPr>
          <p:cNvSpPr txBox="1"/>
          <p:nvPr/>
        </p:nvSpPr>
        <p:spPr>
          <a:xfrm>
            <a:off x="4469130" y="1051524"/>
            <a:ext cx="7722870" cy="3374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>
              <a:lnSpc>
                <a:spcPct val="150000"/>
              </a:lnSpc>
              <a:buFont typeface="+mj-ea"/>
              <a:buAutoNum type="ea1JpnKorPlain"/>
            </a:pPr>
            <a:r>
              <a:rPr lang="zh-CN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对姊妹来说，我们如何对待自己的丈夫，不论丈夫是信主还是未信，是热心还是不热心等等？对丈夫来说，我们如何对待自己的妻子，不论妻子是信主还是未信，是热心还是不热心等等？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lvl="0" indent="-342900" rtl="0">
              <a:lnSpc>
                <a:spcPct val="150000"/>
              </a:lnSpc>
              <a:buFont typeface="+mj-ea"/>
              <a:buAutoNum type="ea1JpnKorPlain"/>
            </a:pP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lvl="0" indent="-342900" rtl="0">
              <a:lnSpc>
                <a:spcPct val="150000"/>
              </a:lnSpc>
              <a:buFont typeface="+mj-ea"/>
              <a:buAutoNum type="ea1JpnKorPlain"/>
            </a:pP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对姊妹来说，思想如何顺服自己的丈夫，你打算如何行？对丈夫来说，思想如何按情理与妻子同住，你打算如何行？</a:t>
            </a:r>
            <a:endParaRPr lang="en-US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lvl="0" indent="-342900" rtl="0">
              <a:lnSpc>
                <a:spcPct val="150000"/>
              </a:lnSpc>
              <a:buFont typeface="+mj-ea"/>
              <a:buAutoNum type="ea1JpnKorPlain"/>
            </a:pPr>
            <a:endParaRPr lang="zh-CN" altLang="en-US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lvl="0" indent="-342900" rtl="0">
              <a:lnSpc>
                <a:spcPct val="150000"/>
              </a:lnSpc>
              <a:buFont typeface="+mj-ea"/>
              <a:buAutoNum type="ea1JpnKorPlain"/>
            </a:pP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思想基督徒婚姻的意义（个人、神的国）是什么？</a:t>
            </a:r>
            <a:endParaRPr lang="zh-CN" altLang="zh-CN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6896</TotalTime>
  <Words>1913</Words>
  <Application>Microsoft Office PowerPoint</Application>
  <PresentationFormat>宽屏</PresentationFormat>
  <Paragraphs>143</Paragraphs>
  <Slides>16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方正屏显雅宋_GBK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23</cp:revision>
  <dcterms:created xsi:type="dcterms:W3CDTF">2019-06-19T02:08:00Z</dcterms:created>
  <dcterms:modified xsi:type="dcterms:W3CDTF">2025-06-14T13:12:16Z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