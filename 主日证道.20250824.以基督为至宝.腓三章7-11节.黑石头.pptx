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3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4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5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6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7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8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9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0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560" r:id="rId2"/>
    <p:sldId id="554" r:id="rId3"/>
    <p:sldId id="425" r:id="rId4"/>
    <p:sldId id="598" r:id="rId5"/>
    <p:sldId id="531" r:id="rId6"/>
    <p:sldId id="553" r:id="rId7"/>
    <p:sldId id="587" r:id="rId8"/>
    <p:sldId id="594" r:id="rId9"/>
    <p:sldId id="574" r:id="rId10"/>
    <p:sldId id="588" r:id="rId11"/>
    <p:sldId id="593" r:id="rId12"/>
    <p:sldId id="589" r:id="rId13"/>
    <p:sldId id="590" r:id="rId14"/>
    <p:sldId id="591" r:id="rId15"/>
    <p:sldId id="592" r:id="rId16"/>
    <p:sldId id="601" r:id="rId17"/>
    <p:sldId id="55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9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F0C07-3B09-4BF7-A417-253025ABDE6D}" v="5" dt="2025-08-23T06:39:09.150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986" autoAdjust="0"/>
  </p:normalViewPr>
  <p:slideViewPr>
    <p:cSldViewPr snapToGrid="0">
      <p:cViewPr varScale="1">
        <p:scale>
          <a:sx n="79" d="100"/>
          <a:sy n="79" d="100"/>
        </p:scale>
        <p:origin x="1794" y="90"/>
      </p:cViewPr>
      <p:guideLst>
        <p:guide orient="horz" pos="3249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</pc:sldChg>
    </pc:docChg>
  </pc:docChgLst>
  <pc:docChgLst>
    <pc:chgData name="强 李" userId="cd6c7ec7188785ae" providerId="LiveId" clId="{A32F0C07-3B09-4BF7-A417-253025ABDE6D}"/>
    <pc:docChg chg="undo custSel modSld">
      <pc:chgData name="强 李" userId="cd6c7ec7188785ae" providerId="LiveId" clId="{A32F0C07-3B09-4BF7-A417-253025ABDE6D}" dt="2025-08-23T06:40:32.499" v="68" actId="404"/>
      <pc:docMkLst>
        <pc:docMk/>
      </pc:docMkLst>
      <pc:sldChg chg="addSp delSp modSp mod">
        <pc:chgData name="强 李" userId="cd6c7ec7188785ae" providerId="LiveId" clId="{A32F0C07-3B09-4BF7-A417-253025ABDE6D}" dt="2025-08-23T06:40:32.499" v="68" actId="404"/>
        <pc:sldMkLst>
          <pc:docMk/>
          <pc:sldMk cId="1911491714" sldId="560"/>
        </pc:sldMkLst>
        <pc:spChg chg="add">
          <ac:chgData name="强 李" userId="cd6c7ec7188785ae" providerId="LiveId" clId="{A32F0C07-3B09-4BF7-A417-253025ABDE6D}" dt="2025-08-23T06:33:21.717" v="1"/>
          <ac:spMkLst>
            <pc:docMk/>
            <pc:sldMk cId="1911491714" sldId="560"/>
            <ac:spMk id="2" creationId="{24DE42EC-EC44-2699-E5D1-55EC7E299B2B}"/>
          </ac:spMkLst>
        </pc:spChg>
        <pc:spChg chg="mod">
          <ac:chgData name="强 李" userId="cd6c7ec7188785ae" providerId="LiveId" clId="{A32F0C07-3B09-4BF7-A417-253025ABDE6D}" dt="2025-08-23T06:40:32.499" v="68" actId="404"/>
          <ac:spMkLst>
            <pc:docMk/>
            <pc:sldMk cId="1911491714" sldId="560"/>
            <ac:spMk id="4" creationId="{00000000-0000-0000-0000-000000000000}"/>
          </ac:spMkLst>
        </pc:spChg>
        <pc:spChg chg="del mod">
          <ac:chgData name="强 李" userId="cd6c7ec7188785ae" providerId="LiveId" clId="{A32F0C07-3B09-4BF7-A417-253025ABDE6D}" dt="2025-08-23T06:36:28.477" v="14" actId="478"/>
          <ac:spMkLst>
            <pc:docMk/>
            <pc:sldMk cId="1911491714" sldId="560"/>
            <ac:spMk id="5" creationId="{00000000-0000-0000-0000-000000000000}"/>
          </ac:spMkLst>
        </pc:spChg>
        <pc:spChg chg="add del">
          <ac:chgData name="强 李" userId="cd6c7ec7188785ae" providerId="LiveId" clId="{A32F0C07-3B09-4BF7-A417-253025ABDE6D}" dt="2025-08-23T06:37:58.980" v="32" actId="26606"/>
          <ac:spMkLst>
            <pc:docMk/>
            <pc:sldMk cId="1911491714" sldId="560"/>
            <ac:spMk id="1042" creationId="{EC3FE92E-FF21-46DB-BE36-B3A5D4149B10}"/>
          </ac:spMkLst>
        </pc:spChg>
        <pc:spChg chg="add del">
          <ac:chgData name="强 李" userId="cd6c7ec7188785ae" providerId="LiveId" clId="{A32F0C07-3B09-4BF7-A417-253025ABDE6D}" dt="2025-08-23T06:37:58.980" v="32" actId="26606"/>
          <ac:spMkLst>
            <pc:docMk/>
            <pc:sldMk cId="1911491714" sldId="560"/>
            <ac:spMk id="1043" creationId="{7E9DFFEE-526A-4D56-A70C-EADE7289BEE5}"/>
          </ac:spMkLst>
        </pc:spChg>
        <pc:spChg chg="add del">
          <ac:chgData name="强 李" userId="cd6c7ec7188785ae" providerId="LiveId" clId="{A32F0C07-3B09-4BF7-A417-253025ABDE6D}" dt="2025-08-23T06:37:47.516" v="27" actId="26606"/>
          <ac:spMkLst>
            <pc:docMk/>
            <pc:sldMk cId="1911491714" sldId="560"/>
            <ac:spMk id="1048" creationId="{E91DC736-0EF8-4F87-9146-EBF1D2EE4D3D}"/>
          </ac:spMkLst>
        </pc:spChg>
        <pc:spChg chg="add del">
          <ac:chgData name="强 李" userId="cd6c7ec7188785ae" providerId="LiveId" clId="{A32F0C07-3B09-4BF7-A417-253025ABDE6D}" dt="2025-08-23T06:37:47.516" v="27" actId="26606"/>
          <ac:spMkLst>
            <pc:docMk/>
            <pc:sldMk cId="1911491714" sldId="560"/>
            <ac:spMk id="1050" creationId="{097CD68E-23E3-4007-8847-CD0944C4F7BE}"/>
          </ac:spMkLst>
        </pc:spChg>
        <pc:spChg chg="add del">
          <ac:chgData name="强 李" userId="cd6c7ec7188785ae" providerId="LiveId" clId="{A32F0C07-3B09-4BF7-A417-253025ABDE6D}" dt="2025-08-23T06:37:47.516" v="27" actId="26606"/>
          <ac:spMkLst>
            <pc:docMk/>
            <pc:sldMk cId="1911491714" sldId="560"/>
            <ac:spMk id="1052" creationId="{AF2F604E-43BE-4DC3-B983-E071523364F8}"/>
          </ac:spMkLst>
        </pc:spChg>
        <pc:spChg chg="add del">
          <ac:chgData name="强 李" userId="cd6c7ec7188785ae" providerId="LiveId" clId="{A32F0C07-3B09-4BF7-A417-253025ABDE6D}" dt="2025-08-23T06:37:47.516" v="27" actId="26606"/>
          <ac:spMkLst>
            <pc:docMk/>
            <pc:sldMk cId="1911491714" sldId="560"/>
            <ac:spMk id="1054" creationId="{08C9B587-E65E-4B52-B37C-ABEBB6E87928}"/>
          </ac:spMkLst>
        </pc:spChg>
        <pc:spChg chg="add del">
          <ac:chgData name="强 李" userId="cd6c7ec7188785ae" providerId="LiveId" clId="{A32F0C07-3B09-4BF7-A417-253025ABDE6D}" dt="2025-08-23T06:37:53.991" v="29" actId="26606"/>
          <ac:spMkLst>
            <pc:docMk/>
            <pc:sldMk cId="1911491714" sldId="560"/>
            <ac:spMk id="1056" creationId="{0671A8AE-40A1-4631-A6B8-581AFF065482}"/>
          </ac:spMkLst>
        </pc:spChg>
        <pc:spChg chg="add del">
          <ac:chgData name="强 李" userId="cd6c7ec7188785ae" providerId="LiveId" clId="{A32F0C07-3B09-4BF7-A417-253025ABDE6D}" dt="2025-08-23T06:37:53.991" v="29" actId="26606"/>
          <ac:spMkLst>
            <pc:docMk/>
            <pc:sldMk cId="1911491714" sldId="560"/>
            <ac:spMk id="1057" creationId="{AB58EF07-17C2-48CF-ABB0-EEF1F17CB8F0}"/>
          </ac:spMkLst>
        </pc:spChg>
        <pc:spChg chg="add del">
          <ac:chgData name="强 李" userId="cd6c7ec7188785ae" providerId="LiveId" clId="{A32F0C07-3B09-4BF7-A417-253025ABDE6D}" dt="2025-08-23T06:37:53.991" v="29" actId="26606"/>
          <ac:spMkLst>
            <pc:docMk/>
            <pc:sldMk cId="1911491714" sldId="560"/>
            <ac:spMk id="1058" creationId="{AF2F604E-43BE-4DC3-B983-E071523364F8}"/>
          </ac:spMkLst>
        </pc:spChg>
        <pc:spChg chg="add del">
          <ac:chgData name="强 李" userId="cd6c7ec7188785ae" providerId="LiveId" clId="{A32F0C07-3B09-4BF7-A417-253025ABDE6D}" dt="2025-08-23T06:37:53.991" v="29" actId="26606"/>
          <ac:spMkLst>
            <pc:docMk/>
            <pc:sldMk cId="1911491714" sldId="560"/>
            <ac:spMk id="1059" creationId="{08C9B587-E65E-4B52-B37C-ABEBB6E87928}"/>
          </ac:spMkLst>
        </pc:spChg>
        <pc:spChg chg="add del">
          <ac:chgData name="强 李" userId="cd6c7ec7188785ae" providerId="LiveId" clId="{A32F0C07-3B09-4BF7-A417-253025ABDE6D}" dt="2025-08-23T06:37:58.972" v="31" actId="26606"/>
          <ac:spMkLst>
            <pc:docMk/>
            <pc:sldMk cId="1911491714" sldId="560"/>
            <ac:spMk id="1061" creationId="{2CAD20A5-B9BF-4C29-B1C0-882CF36B433A}"/>
          </ac:spMkLst>
        </pc:spChg>
        <pc:spChg chg="add del">
          <ac:chgData name="强 李" userId="cd6c7ec7188785ae" providerId="LiveId" clId="{A32F0C07-3B09-4BF7-A417-253025ABDE6D}" dt="2025-08-23T06:37:58.972" v="31" actId="26606"/>
          <ac:spMkLst>
            <pc:docMk/>
            <pc:sldMk cId="1911491714" sldId="560"/>
            <ac:spMk id="1062" creationId="{7283847B-B7B4-4D47-875A-C45ADEF4C2C9}"/>
          </ac:spMkLst>
        </pc:spChg>
        <pc:spChg chg="add del">
          <ac:chgData name="强 李" userId="cd6c7ec7188785ae" providerId="LiveId" clId="{A32F0C07-3B09-4BF7-A417-253025ABDE6D}" dt="2025-08-23T06:38:19.109" v="39" actId="26606"/>
          <ac:spMkLst>
            <pc:docMk/>
            <pc:sldMk cId="1911491714" sldId="560"/>
            <ac:spMk id="1064" creationId="{0671A8AE-40A1-4631-A6B8-581AFF065482}"/>
          </ac:spMkLst>
        </pc:spChg>
        <pc:spChg chg="add del">
          <ac:chgData name="强 李" userId="cd6c7ec7188785ae" providerId="LiveId" clId="{A32F0C07-3B09-4BF7-A417-253025ABDE6D}" dt="2025-08-23T06:38:19.109" v="39" actId="26606"/>
          <ac:spMkLst>
            <pc:docMk/>
            <pc:sldMk cId="1911491714" sldId="560"/>
            <ac:spMk id="1065" creationId="{AB58EF07-17C2-48CF-ABB0-EEF1F17CB8F0}"/>
          </ac:spMkLst>
        </pc:spChg>
        <pc:spChg chg="add del">
          <ac:chgData name="强 李" userId="cd6c7ec7188785ae" providerId="LiveId" clId="{A32F0C07-3B09-4BF7-A417-253025ABDE6D}" dt="2025-08-23T06:38:19.109" v="39" actId="26606"/>
          <ac:spMkLst>
            <pc:docMk/>
            <pc:sldMk cId="1911491714" sldId="560"/>
            <ac:spMk id="1066" creationId="{AF2F604E-43BE-4DC3-B983-E071523364F8}"/>
          </ac:spMkLst>
        </pc:spChg>
        <pc:spChg chg="add del">
          <ac:chgData name="强 李" userId="cd6c7ec7188785ae" providerId="LiveId" clId="{A32F0C07-3B09-4BF7-A417-253025ABDE6D}" dt="2025-08-23T06:38:19.109" v="39" actId="26606"/>
          <ac:spMkLst>
            <pc:docMk/>
            <pc:sldMk cId="1911491714" sldId="560"/>
            <ac:spMk id="1067" creationId="{08C9B587-E65E-4B52-B37C-ABEBB6E87928}"/>
          </ac:spMkLst>
        </pc:spChg>
        <pc:spChg chg="add del">
          <ac:chgData name="强 李" userId="cd6c7ec7188785ae" providerId="LiveId" clId="{A32F0C07-3B09-4BF7-A417-253025ABDE6D}" dt="2025-08-23T06:38:12.629" v="36" actId="26606"/>
          <ac:spMkLst>
            <pc:docMk/>
            <pc:sldMk cId="1911491714" sldId="560"/>
            <ac:spMk id="1072" creationId="{16A15A88-001A-4EEF-8984-D87E643599AB}"/>
          </ac:spMkLst>
        </pc:spChg>
        <pc:spChg chg="add del">
          <ac:chgData name="强 李" userId="cd6c7ec7188785ae" providerId="LiveId" clId="{A32F0C07-3B09-4BF7-A417-253025ABDE6D}" dt="2025-08-23T06:40:10.139" v="62" actId="26606"/>
          <ac:spMkLst>
            <pc:docMk/>
            <pc:sldMk cId="1911491714" sldId="560"/>
            <ac:spMk id="1076" creationId="{AF2F604E-43BE-4DC3-B983-E071523364F8}"/>
          </ac:spMkLst>
        </pc:spChg>
        <pc:spChg chg="add del">
          <ac:chgData name="强 李" userId="cd6c7ec7188785ae" providerId="LiveId" clId="{A32F0C07-3B09-4BF7-A417-253025ABDE6D}" dt="2025-08-23T06:38:19.104" v="38" actId="26606"/>
          <ac:spMkLst>
            <pc:docMk/>
            <pc:sldMk cId="1911491714" sldId="560"/>
            <ac:spMk id="1078" creationId="{C6B158B5-50B5-4927-A367-7C9F3AFE5DCB}"/>
          </ac:spMkLst>
        </pc:spChg>
        <pc:spChg chg="add del">
          <ac:chgData name="强 李" userId="cd6c7ec7188785ae" providerId="LiveId" clId="{A32F0C07-3B09-4BF7-A417-253025ABDE6D}" dt="2025-08-23T06:38:19.104" v="38" actId="26606"/>
          <ac:spMkLst>
            <pc:docMk/>
            <pc:sldMk cId="1911491714" sldId="560"/>
            <ac:spMk id="1079" creationId="{B01367A3-F670-4BD9-9972-F7E97FC227ED}"/>
          </ac:spMkLst>
        </pc:spChg>
        <pc:spChg chg="add del">
          <ac:chgData name="强 李" userId="cd6c7ec7188785ae" providerId="LiveId" clId="{A32F0C07-3B09-4BF7-A417-253025ABDE6D}" dt="2025-08-23T06:38:19.104" v="38" actId="26606"/>
          <ac:spMkLst>
            <pc:docMk/>
            <pc:sldMk cId="1911491714" sldId="560"/>
            <ac:spMk id="1080" creationId="{38C3DB02-606C-40EC-8381-7A29A1ADFAE7}"/>
          </ac:spMkLst>
        </pc:spChg>
        <pc:spChg chg="add del">
          <ac:chgData name="强 李" userId="cd6c7ec7188785ae" providerId="LiveId" clId="{A32F0C07-3B09-4BF7-A417-253025ABDE6D}" dt="2025-08-23T06:40:10.139" v="62" actId="26606"/>
          <ac:spMkLst>
            <pc:docMk/>
            <pc:sldMk cId="1911491714" sldId="560"/>
            <ac:spMk id="1082" creationId="{0671A8AE-40A1-4631-A6B8-581AFF065482}"/>
          </ac:spMkLst>
        </pc:spChg>
        <pc:spChg chg="add del">
          <ac:chgData name="强 李" userId="cd6c7ec7188785ae" providerId="LiveId" clId="{A32F0C07-3B09-4BF7-A417-253025ABDE6D}" dt="2025-08-23T06:40:10.139" v="62" actId="26606"/>
          <ac:spMkLst>
            <pc:docMk/>
            <pc:sldMk cId="1911491714" sldId="560"/>
            <ac:spMk id="1083" creationId="{AB58EF07-17C2-48CF-ABB0-EEF1F17CB8F0}"/>
          </ac:spMkLst>
        </pc:spChg>
        <pc:spChg chg="add del">
          <ac:chgData name="强 李" userId="cd6c7ec7188785ae" providerId="LiveId" clId="{A32F0C07-3B09-4BF7-A417-253025ABDE6D}" dt="2025-08-23T06:40:10.139" v="62" actId="26606"/>
          <ac:spMkLst>
            <pc:docMk/>
            <pc:sldMk cId="1911491714" sldId="560"/>
            <ac:spMk id="1084" creationId="{08C9B587-E65E-4B52-B37C-ABEBB6E87928}"/>
          </ac:spMkLst>
        </pc:spChg>
        <pc:spChg chg="add del">
          <ac:chgData name="强 李" userId="cd6c7ec7188785ae" providerId="LiveId" clId="{A32F0C07-3B09-4BF7-A417-253025ABDE6D}" dt="2025-08-23T06:40:05.131" v="59" actId="26606"/>
          <ac:spMkLst>
            <pc:docMk/>
            <pc:sldMk cId="1911491714" sldId="560"/>
            <ac:spMk id="1089" creationId="{5A59F003-E00A-43F9-91DC-CC54E3B87466}"/>
          </ac:spMkLst>
        </pc:spChg>
        <pc:spChg chg="add del">
          <ac:chgData name="强 李" userId="cd6c7ec7188785ae" providerId="LiveId" clId="{A32F0C07-3B09-4BF7-A417-253025ABDE6D}" dt="2025-08-23T06:40:05.131" v="59" actId="26606"/>
          <ac:spMkLst>
            <pc:docMk/>
            <pc:sldMk cId="1911491714" sldId="560"/>
            <ac:spMk id="1091" creationId="{D74A4382-E3AD-430A-9A1F-DFA3E0E77A7D}"/>
          </ac:spMkLst>
        </pc:spChg>
        <pc:spChg chg="add del">
          <ac:chgData name="强 李" userId="cd6c7ec7188785ae" providerId="LiveId" clId="{A32F0C07-3B09-4BF7-A417-253025ABDE6D}" dt="2025-08-23T06:40:05.131" v="59" actId="26606"/>
          <ac:spMkLst>
            <pc:docMk/>
            <pc:sldMk cId="1911491714" sldId="560"/>
            <ac:spMk id="1093" creationId="{79F40191-0F44-4FD1-82CC-ACB507C14BE6}"/>
          </ac:spMkLst>
        </pc:spChg>
        <pc:spChg chg="add del">
          <ac:chgData name="强 李" userId="cd6c7ec7188785ae" providerId="LiveId" clId="{A32F0C07-3B09-4BF7-A417-253025ABDE6D}" dt="2025-08-23T06:40:10.127" v="61" actId="26606"/>
          <ac:spMkLst>
            <pc:docMk/>
            <pc:sldMk cId="1911491714" sldId="560"/>
            <ac:spMk id="1095" creationId="{5E81CCFB-7BEF-4186-86FB-D09450B4D02D}"/>
          </ac:spMkLst>
        </pc:spChg>
        <pc:spChg chg="add del">
          <ac:chgData name="强 李" userId="cd6c7ec7188785ae" providerId="LiveId" clId="{A32F0C07-3B09-4BF7-A417-253025ABDE6D}" dt="2025-08-23T06:40:10.127" v="61" actId="26606"/>
          <ac:spMkLst>
            <pc:docMk/>
            <pc:sldMk cId="1911491714" sldId="560"/>
            <ac:spMk id="1096" creationId="{9203DE33-2CD4-4CA8-9AF3-37C3B65133B0}"/>
          </ac:spMkLst>
        </pc:spChg>
        <pc:spChg chg="add del">
          <ac:chgData name="强 李" userId="cd6c7ec7188785ae" providerId="LiveId" clId="{A32F0C07-3B09-4BF7-A417-253025ABDE6D}" dt="2025-08-23T06:40:10.127" v="61" actId="26606"/>
          <ac:spMkLst>
            <pc:docMk/>
            <pc:sldMk cId="1911491714" sldId="560"/>
            <ac:spMk id="1097" creationId="{0AF57B88-1D4C-41FA-A761-EC1DD10C35CB}"/>
          </ac:spMkLst>
        </pc:spChg>
        <pc:spChg chg="add del">
          <ac:chgData name="强 李" userId="cd6c7ec7188785ae" providerId="LiveId" clId="{A32F0C07-3B09-4BF7-A417-253025ABDE6D}" dt="2025-08-23T06:40:10.127" v="61" actId="26606"/>
          <ac:spMkLst>
            <pc:docMk/>
            <pc:sldMk cId="1911491714" sldId="560"/>
            <ac:spMk id="1098" creationId="{D2548F45-5164-4ABB-8212-7F293FDED8D4}"/>
          </ac:spMkLst>
        </pc:spChg>
        <pc:spChg chg="add">
          <ac:chgData name="强 李" userId="cd6c7ec7188785ae" providerId="LiveId" clId="{A32F0C07-3B09-4BF7-A417-253025ABDE6D}" dt="2025-08-23T06:40:10.139" v="62" actId="26606"/>
          <ac:spMkLst>
            <pc:docMk/>
            <pc:sldMk cId="1911491714" sldId="560"/>
            <ac:spMk id="1100" creationId="{6CCA5F87-1D1E-45CB-8D83-FC7EEFAD9935}"/>
          </ac:spMkLst>
        </pc:spChg>
        <pc:spChg chg="add">
          <ac:chgData name="强 李" userId="cd6c7ec7188785ae" providerId="LiveId" clId="{A32F0C07-3B09-4BF7-A417-253025ABDE6D}" dt="2025-08-23T06:40:10.139" v="62" actId="26606"/>
          <ac:spMkLst>
            <pc:docMk/>
            <pc:sldMk cId="1911491714" sldId="560"/>
            <ac:spMk id="1101" creationId="{7CCFC2C6-6238-4A2F-93DE-2ADF74AF635E}"/>
          </ac:spMkLst>
        </pc:spChg>
        <pc:spChg chg="add">
          <ac:chgData name="强 李" userId="cd6c7ec7188785ae" providerId="LiveId" clId="{A32F0C07-3B09-4BF7-A417-253025ABDE6D}" dt="2025-08-23T06:40:10.139" v="62" actId="26606"/>
          <ac:spMkLst>
            <pc:docMk/>
            <pc:sldMk cId="1911491714" sldId="560"/>
            <ac:spMk id="1102" creationId="{AF2F604E-43BE-4DC3-B983-E071523364F8}"/>
          </ac:spMkLst>
        </pc:spChg>
        <pc:spChg chg="add">
          <ac:chgData name="强 李" userId="cd6c7ec7188785ae" providerId="LiveId" clId="{A32F0C07-3B09-4BF7-A417-253025ABDE6D}" dt="2025-08-23T06:40:10.139" v="62" actId="26606"/>
          <ac:spMkLst>
            <pc:docMk/>
            <pc:sldMk cId="1911491714" sldId="560"/>
            <ac:spMk id="1103" creationId="{08C9B587-E65E-4B52-B37C-ABEBB6E87928}"/>
          </ac:spMkLst>
        </pc:spChg>
        <pc:grpChg chg="add del">
          <ac:chgData name="强 李" userId="cd6c7ec7188785ae" providerId="LiveId" clId="{A32F0C07-3B09-4BF7-A417-253025ABDE6D}" dt="2025-08-23T06:38:12.629" v="36" actId="26606"/>
          <ac:grpSpMkLst>
            <pc:docMk/>
            <pc:sldMk cId="1911491714" sldId="560"/>
            <ac:grpSpMk id="1074" creationId="{A7900967-84CA-47B4-9F1C-E787BAC1496A}"/>
          </ac:grpSpMkLst>
        </pc:grpChg>
        <pc:picChg chg="add mod ord">
          <ac:chgData name="强 李" userId="cd6c7ec7188785ae" providerId="LiveId" clId="{A32F0C07-3B09-4BF7-A417-253025ABDE6D}" dt="2025-08-23T06:40:10.139" v="62" actId="26606"/>
          <ac:picMkLst>
            <pc:docMk/>
            <pc:sldMk cId="1911491714" sldId="560"/>
            <ac:picMk id="6" creationId="{642E3B0D-1DD2-7914-3679-96FEE90A993F}"/>
          </ac:picMkLst>
        </pc:picChg>
        <pc:picChg chg="del mod">
          <ac:chgData name="强 李" userId="cd6c7ec7188785ae" providerId="LiveId" clId="{A32F0C07-3B09-4BF7-A417-253025ABDE6D}" dt="2025-08-23T06:35:56.999" v="9" actId="478"/>
          <ac:picMkLst>
            <pc:docMk/>
            <pc:sldMk cId="1911491714" sldId="560"/>
            <ac:picMk id="2050" creationId="{A4081DB8-EE42-1A11-C34E-9E04C69FA8E4}"/>
          </ac:picMkLst>
        </pc:pic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</pc:sldChg>
    </pc:docChg>
  </pc:docChgLst>
  <pc:docChgLst>
    <pc:chgData name="强 李" userId="cd6c7ec7188785ae" providerId="LiveId" clId="{61586838-3426-4CA7-9136-A1D939CBC975}"/>
    <pc:docChg chg="undo custSel modSld">
      <pc:chgData name="强 李" userId="cd6c7ec7188785ae" providerId="LiveId" clId="{61586838-3426-4CA7-9136-A1D939CBC975}" dt="2025-05-07T03:54:48.731" v="331"/>
      <pc:docMkLst>
        <pc:docMk/>
      </pc:docMkLst>
      <pc:sldChg chg="addSp delSp">
        <pc:chgData name="强 李" userId="cd6c7ec7188785ae" providerId="LiveId" clId="{61586838-3426-4CA7-9136-A1D939CBC975}" dt="2025-05-07T03:29:08.674" v="140" actId="21"/>
        <pc:sldMkLst>
          <pc:docMk/>
          <pc:sldMk cId="54695671" sldId="531"/>
        </pc:sldMkLst>
      </pc:sldChg>
      <pc:sldChg chg="modSp mod">
        <pc:chgData name="强 李" userId="cd6c7ec7188785ae" providerId="LiveId" clId="{61586838-3426-4CA7-9136-A1D939CBC975}" dt="2025-05-07T03:54:48.731" v="331"/>
        <pc:sldMkLst>
          <pc:docMk/>
          <pc:sldMk cId="530530540" sldId="553"/>
        </pc:sldMkLst>
      </pc:sldChg>
      <pc:sldChg chg="modSp modNotesTx">
        <pc:chgData name="强 李" userId="cd6c7ec7188785ae" providerId="LiveId" clId="{61586838-3426-4CA7-9136-A1D939CBC975}" dt="2025-05-07T03:52:22.952" v="287"/>
        <pc:sldMkLst>
          <pc:docMk/>
          <pc:sldMk cId="3418790839" sldId="554"/>
        </pc:sldMkLst>
      </pc:sldChg>
      <pc:sldChg chg="addSp delSp modSp mod setBg">
        <pc:chgData name="强 李" userId="cd6c7ec7188785ae" providerId="LiveId" clId="{61586838-3426-4CA7-9136-A1D939CBC975}" dt="2025-05-07T03:34:27.518" v="151" actId="1076"/>
        <pc:sldMkLst>
          <pc:docMk/>
          <pc:sldMk cId="1911491714" sldId="560"/>
        </pc:sldMkLst>
      </pc:sldChg>
      <pc:sldChg chg="modSp mod">
        <pc:chgData name="强 李" userId="cd6c7ec7188785ae" providerId="LiveId" clId="{61586838-3426-4CA7-9136-A1D939CBC975}" dt="2025-05-07T03:28:32.664" v="138"/>
        <pc:sldMkLst>
          <pc:docMk/>
          <pc:sldMk cId="3965997736" sldId="598"/>
        </pc:sldMkLst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</pc:sldChg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</pc:sldChg>
      <pc:sldChg chg="addSp delSp modSp mod setBg">
        <pc:chgData name="强 李" userId="cd6c7ec7188785ae" providerId="LiveId" clId="{C0D944F3-8C60-42D3-8287-9054FF582414}" dt="2024-06-29T21:50:53.370" v="60" actId="20577"/>
        <pc:sldMkLst>
          <pc:docMk/>
          <pc:sldMk cId="530530540" sldId="553"/>
        </pc:sldMkLst>
      </pc:sldChg>
      <pc:sldChg chg="modSp mod">
        <pc:chgData name="强 李" userId="cd6c7ec7188785ae" providerId="LiveId" clId="{C0D944F3-8C60-42D3-8287-9054FF582414}" dt="2024-06-29T21:49:05.622" v="49" actId="20577"/>
        <pc:sldMkLst>
          <pc:docMk/>
          <pc:sldMk cId="3418790839" sldId="554"/>
        </pc:sldMkLst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DE40780E-EFA5-4970-BF3D-38E349A22C12}"/>
    <pc:docChg chg="delSld modSld">
      <pc:chgData name="强 李" userId="cd6c7ec7188785ae" providerId="LiveId" clId="{DE40780E-EFA5-4970-BF3D-38E349A22C12}" dt="2025-05-09T07:45:00.616" v="339"/>
      <pc:docMkLst>
        <pc:docMk/>
      </pc:docMkLst>
      <pc:sldChg chg="modSp mod">
        <pc:chgData name="强 李" userId="cd6c7ec7188785ae" providerId="LiveId" clId="{DE40780E-EFA5-4970-BF3D-38E349A22C12}" dt="2025-05-09T07:43:45.404" v="199" actId="20577"/>
        <pc:sldMkLst>
          <pc:docMk/>
          <pc:sldMk cId="159884778" sldId="574"/>
        </pc:sldMkLst>
      </pc:sldChg>
      <pc:sldChg chg="modSp mod">
        <pc:chgData name="强 李" userId="cd6c7ec7188785ae" providerId="LiveId" clId="{DE40780E-EFA5-4970-BF3D-38E349A22C12}" dt="2025-05-09T07:41:48.436" v="22" actId="20577"/>
        <pc:sldMkLst>
          <pc:docMk/>
          <pc:sldMk cId="3921434846" sldId="587"/>
        </pc:sldMkLst>
      </pc:sldChg>
      <pc:sldChg chg="modSp mod">
        <pc:chgData name="强 李" userId="cd6c7ec7188785ae" providerId="LiveId" clId="{DE40780E-EFA5-4970-BF3D-38E349A22C12}" dt="2025-05-09T07:45:00.616" v="339"/>
        <pc:sldMkLst>
          <pc:docMk/>
          <pc:sldMk cId="3468762565" sldId="593"/>
        </pc:sldMkLst>
      </pc:sldChg>
      <pc:sldChg chg="modSp mod">
        <pc:chgData name="强 李" userId="cd6c7ec7188785ae" providerId="LiveId" clId="{DE40780E-EFA5-4970-BF3D-38E349A22C12}" dt="2025-05-09T07:42:36.059" v="41"/>
        <pc:sldMkLst>
          <pc:docMk/>
          <pc:sldMk cId="340286292" sldId="594"/>
        </pc:sldMkLst>
      </pc:sldChg>
      <pc:sldChg chg="del">
        <pc:chgData name="强 李" userId="cd6c7ec7188785ae" providerId="LiveId" clId="{DE40780E-EFA5-4970-BF3D-38E349A22C12}" dt="2025-05-09T07:43:57.728" v="200" actId="47"/>
        <pc:sldMkLst>
          <pc:docMk/>
          <pc:sldMk cId="4003489816" sldId="599"/>
        </pc:sldMkLst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</pc:sldChg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modSp mod">
        <pc:chgData name="强 李" userId="cd6c7ec7188785ae" providerId="LiveId" clId="{1F788608-16AE-484E-BA0E-693D8C33E910}" dt="2024-08-24T02:44:12.507" v="879" actId="403"/>
        <pc:sldMkLst>
          <pc:docMk/>
          <pc:sldMk cId="0" sldId="425"/>
        </pc:sldMkLst>
      </pc:sldChg>
      <pc:sldChg chg="modSp mod">
        <pc:chgData name="强 李" userId="cd6c7ec7188785ae" providerId="LiveId" clId="{1F788608-16AE-484E-BA0E-693D8C33E910}" dt="2024-08-24T00:52:30.863" v="856"/>
        <pc:sldMkLst>
          <pc:docMk/>
          <pc:sldMk cId="54695671" sldId="531"/>
        </pc:sldMkLst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</pc:sldChg>
      <pc:sldChg chg="modSp mod">
        <pc:chgData name="强 李" userId="cd6c7ec7188785ae" providerId="LiveId" clId="{1F788608-16AE-484E-BA0E-693D8C33E910}" dt="2024-08-23T11:33:52.931" v="318"/>
        <pc:sldMkLst>
          <pc:docMk/>
          <pc:sldMk cId="419382719" sldId="552"/>
        </pc:sldMkLst>
      </pc:sldChg>
      <pc:sldChg chg="addSp delSp modSp mod setBg">
        <pc:chgData name="强 李" userId="cd6c7ec7188785ae" providerId="LiveId" clId="{1F788608-16AE-484E-BA0E-693D8C33E910}" dt="2024-08-24T02:54:21.908" v="965" actId="14100"/>
        <pc:sldMkLst>
          <pc:docMk/>
          <pc:sldMk cId="530530540" sldId="553"/>
        </pc:sldMkLst>
      </pc:sldChg>
      <pc:sldChg chg="addSp delSp modSp mod ord">
        <pc:chgData name="强 李" userId="cd6c7ec7188785ae" providerId="LiveId" clId="{1F788608-16AE-484E-BA0E-693D8C33E910}" dt="2024-08-24T02:43:55.075" v="876"/>
        <pc:sldMkLst>
          <pc:docMk/>
          <pc:sldMk cId="3418790839" sldId="554"/>
        </pc:sldMkLst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作为一名</a:t>
          </a:r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基督</a:t>
          </a:r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徒我们理当看重？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因着这看重的你的改变是什么</a:t>
          </a:r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2800" dirty="0"/>
            <a:t>1. </a:t>
          </a:r>
          <a:r>
            <a:rPr lang="zh-CN" sz="2800" dirty="0"/>
            <a:t>保罗看万事的几个阶段？</a:t>
          </a:r>
          <a:endParaRPr lang="en-US" sz="28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6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600"/>
        </a:p>
      </dgm:t>
    </dgm:pt>
    <dgm:pt modelId="{F3B345D5-7D6A-40B4-A8B5-8D58FC184AC8}">
      <dgm:prSet custT="1"/>
      <dgm:spPr/>
      <dgm:t>
        <a:bodyPr/>
        <a:lstStyle/>
        <a:p>
          <a:r>
            <a:rPr lang="en-US" sz="2800" dirty="0"/>
            <a:t>2.</a:t>
          </a:r>
          <a:r>
            <a:rPr lang="zh-CN" sz="2800" dirty="0"/>
            <a:t>个人认为自己与神关系什么状态？</a:t>
          </a:r>
          <a:endParaRPr lang="en-US" sz="2800" dirty="0"/>
        </a:p>
      </dgm:t>
    </dgm:pt>
    <dgm:pt modelId="{58A9D0BC-EA5B-426F-8EFC-89F5E2AD176F}" type="parTrans" cxnId="{D7C08A80-39D3-4F49-9183-E7D1A6CD5FDF}">
      <dgm:prSet/>
      <dgm:spPr/>
      <dgm:t>
        <a:bodyPr/>
        <a:lstStyle/>
        <a:p>
          <a:endParaRPr lang="en-US" sz="3600"/>
        </a:p>
      </dgm:t>
    </dgm:pt>
    <dgm:pt modelId="{31206C19-BCFB-4241-AFF4-D8120521141F}" type="sibTrans" cxnId="{D7C08A80-39D3-4F49-9183-E7D1A6CD5FDF}">
      <dgm:prSet/>
      <dgm:spPr/>
      <dgm:t>
        <a:bodyPr/>
        <a:lstStyle/>
        <a:p>
          <a:endParaRPr lang="en-US" sz="3600"/>
        </a:p>
      </dgm:t>
    </dgm:pt>
    <dgm:pt modelId="{74982DA8-69FD-4613-A503-8C299FE55366}">
      <dgm:prSet custT="1"/>
      <dgm:spPr/>
      <dgm:t>
        <a:bodyPr/>
        <a:lstStyle/>
        <a:p>
          <a:r>
            <a:rPr lang="en-US" sz="2800" dirty="0"/>
            <a:t>3. </a:t>
          </a:r>
          <a:r>
            <a:rPr lang="zh-CN" sz="2800" dirty="0"/>
            <a:t>个人是如何看待万事？</a:t>
          </a:r>
          <a:endParaRPr lang="en-US" sz="2800" dirty="0"/>
        </a:p>
      </dgm:t>
    </dgm:pt>
    <dgm:pt modelId="{68F55F50-5FE8-465A-A335-8CE6EC9F4876}" type="parTrans" cxnId="{D1A5C339-A9A6-453D-875E-D104C5E21575}">
      <dgm:prSet/>
      <dgm:spPr/>
      <dgm:t>
        <a:bodyPr/>
        <a:lstStyle/>
        <a:p>
          <a:endParaRPr lang="en-US" sz="3600"/>
        </a:p>
      </dgm:t>
    </dgm:pt>
    <dgm:pt modelId="{B53015F6-A74B-43A1-9324-9EA86A44CBC3}" type="sibTrans" cxnId="{D1A5C339-A9A6-453D-875E-D104C5E21575}">
      <dgm:prSet/>
      <dgm:spPr/>
      <dgm:t>
        <a:bodyPr/>
        <a:lstStyle/>
        <a:p>
          <a:endParaRPr lang="en-US" sz="3600"/>
        </a:p>
      </dgm:t>
    </dgm:pt>
    <dgm:pt modelId="{E66591BB-8B69-4DD2-8336-CFF27369AF6D}">
      <dgm:prSet custT="1"/>
      <dgm:spPr/>
      <dgm:t>
        <a:bodyPr/>
        <a:lstStyle/>
        <a:p>
          <a:r>
            <a:rPr lang="en-US" sz="2800" dirty="0"/>
            <a:t>4.</a:t>
          </a:r>
          <a:r>
            <a:rPr lang="zh-CN" sz="2800" dirty="0"/>
            <a:t>（</a:t>
          </a:r>
          <a:r>
            <a:rPr lang="zh-CN" altLang="en-US" sz="2800" dirty="0"/>
            <a:t>选答题</a:t>
          </a:r>
          <a:r>
            <a:rPr lang="en-US" altLang="zh-CN" sz="2800" dirty="0"/>
            <a:t>&amp;</a:t>
          </a:r>
          <a:r>
            <a:rPr lang="zh-CN" altLang="en-US" sz="2800" dirty="0"/>
            <a:t>开放型</a:t>
          </a:r>
          <a:r>
            <a:rPr lang="zh-CN" sz="2800" dirty="0"/>
            <a:t>）你认识神之后为信仰改变了什么？</a:t>
          </a:r>
          <a:endParaRPr lang="en-US" sz="2800" dirty="0"/>
        </a:p>
      </dgm:t>
    </dgm:pt>
    <dgm:pt modelId="{CB08CDC9-D36D-4045-A16B-64FB689ACFE5}" type="parTrans" cxnId="{70DEF5F0-6DA9-427B-924B-10ED415AE591}">
      <dgm:prSet/>
      <dgm:spPr/>
      <dgm:t>
        <a:bodyPr/>
        <a:lstStyle/>
        <a:p>
          <a:endParaRPr lang="en-US" sz="3600"/>
        </a:p>
      </dgm:t>
    </dgm:pt>
    <dgm:pt modelId="{EA6F5F02-B7D9-46E3-84D4-E452BBE22DB5}" type="sibTrans" cxnId="{70DEF5F0-6DA9-427B-924B-10ED415AE591}">
      <dgm:prSet/>
      <dgm:spPr/>
      <dgm:t>
        <a:bodyPr/>
        <a:lstStyle/>
        <a:p>
          <a:endParaRPr lang="en-US" sz="3600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AEC063B2-7783-4155-A879-3FB3B2D793DC}" type="pres">
      <dgm:prSet presAssocID="{C176FC01-0F21-475B-85EA-274FB5949CEE}" presName="parentLin" presStyleCnt="0"/>
      <dgm:spPr/>
    </dgm:pt>
    <dgm:pt modelId="{92496FFA-3E4F-4752-B5AE-E88700E86530}" type="pres">
      <dgm:prSet presAssocID="{C176FC01-0F21-475B-85EA-274FB5949CEE}" presName="parentLeftMargin" presStyleLbl="node1" presStyleIdx="0" presStyleCnt="4"/>
      <dgm:spPr/>
    </dgm:pt>
    <dgm:pt modelId="{D380AF95-F959-4D0A-B7E1-7422A5B1EAB9}" type="pres">
      <dgm:prSet presAssocID="{C176FC01-0F21-475B-85EA-274FB5949CEE}" presName="parentText" presStyleLbl="node1" presStyleIdx="0" presStyleCnt="4" custScaleX="142857">
        <dgm:presLayoutVars>
          <dgm:chMax val="0"/>
          <dgm:bulletEnabled val="1"/>
        </dgm:presLayoutVars>
      </dgm:prSet>
      <dgm:spPr/>
    </dgm:pt>
    <dgm:pt modelId="{BFF9330A-5949-4295-ACC2-9B2A12355909}" type="pres">
      <dgm:prSet presAssocID="{C176FC01-0F21-475B-85EA-274FB5949CEE}" presName="negativeSpace" presStyleCnt="0"/>
      <dgm:spPr/>
    </dgm:pt>
    <dgm:pt modelId="{848F4D12-C394-4ABC-9593-6F1DC924B5B9}" type="pres">
      <dgm:prSet presAssocID="{C176FC01-0F21-475B-85EA-274FB5949CEE}" presName="childText" presStyleLbl="conFgAcc1" presStyleIdx="0" presStyleCnt="4">
        <dgm:presLayoutVars>
          <dgm:bulletEnabled val="1"/>
        </dgm:presLayoutVars>
      </dgm:prSet>
      <dgm:spPr/>
    </dgm:pt>
    <dgm:pt modelId="{BCF3AA3D-C523-4447-8B75-EDE1FDCAE301}" type="pres">
      <dgm:prSet presAssocID="{CFDA8DFF-2E53-463E-9C51-FEB63EFB3957}" presName="spaceBetweenRectangles" presStyleCnt="0"/>
      <dgm:spPr/>
    </dgm:pt>
    <dgm:pt modelId="{D30C43A6-2353-447A-8CB9-C61F797183D6}" type="pres">
      <dgm:prSet presAssocID="{F3B345D5-7D6A-40B4-A8B5-8D58FC184AC8}" presName="parentLin" presStyleCnt="0"/>
      <dgm:spPr/>
    </dgm:pt>
    <dgm:pt modelId="{01724ED6-55E4-4FFC-A11D-6005B0F3F873}" type="pres">
      <dgm:prSet presAssocID="{F3B345D5-7D6A-40B4-A8B5-8D58FC184AC8}" presName="parentLeftMargin" presStyleLbl="node1" presStyleIdx="0" presStyleCnt="4"/>
      <dgm:spPr/>
    </dgm:pt>
    <dgm:pt modelId="{6C6E9518-0146-482C-87F7-ED6910F3F12A}" type="pres">
      <dgm:prSet presAssocID="{F3B345D5-7D6A-40B4-A8B5-8D58FC184AC8}" presName="parentText" presStyleLbl="node1" presStyleIdx="1" presStyleCnt="4" custScaleX="142857">
        <dgm:presLayoutVars>
          <dgm:chMax val="0"/>
          <dgm:bulletEnabled val="1"/>
        </dgm:presLayoutVars>
      </dgm:prSet>
      <dgm:spPr/>
    </dgm:pt>
    <dgm:pt modelId="{EDCC1AFF-4A1D-4243-AAB9-5F9E37DC5425}" type="pres">
      <dgm:prSet presAssocID="{F3B345D5-7D6A-40B4-A8B5-8D58FC184AC8}" presName="negativeSpace" presStyleCnt="0"/>
      <dgm:spPr/>
    </dgm:pt>
    <dgm:pt modelId="{7D08B866-75B8-438F-B5B3-827B52936C85}" type="pres">
      <dgm:prSet presAssocID="{F3B345D5-7D6A-40B4-A8B5-8D58FC184AC8}" presName="childText" presStyleLbl="conFgAcc1" presStyleIdx="1" presStyleCnt="4">
        <dgm:presLayoutVars>
          <dgm:bulletEnabled val="1"/>
        </dgm:presLayoutVars>
      </dgm:prSet>
      <dgm:spPr/>
    </dgm:pt>
    <dgm:pt modelId="{58E1F496-3E5E-40B9-A5FE-5DCE72A4A0EA}" type="pres">
      <dgm:prSet presAssocID="{31206C19-BCFB-4241-AFF4-D8120521141F}" presName="spaceBetweenRectangles" presStyleCnt="0"/>
      <dgm:spPr/>
    </dgm:pt>
    <dgm:pt modelId="{A82C0C93-3AC6-487C-AC31-CE906AAEFBA1}" type="pres">
      <dgm:prSet presAssocID="{74982DA8-69FD-4613-A503-8C299FE55366}" presName="parentLin" presStyleCnt="0"/>
      <dgm:spPr/>
    </dgm:pt>
    <dgm:pt modelId="{0FC55B0C-8B97-4275-8596-A379BFA6805B}" type="pres">
      <dgm:prSet presAssocID="{74982DA8-69FD-4613-A503-8C299FE55366}" presName="parentLeftMargin" presStyleLbl="node1" presStyleIdx="1" presStyleCnt="4"/>
      <dgm:spPr/>
    </dgm:pt>
    <dgm:pt modelId="{8EB4FA3E-C890-4823-B918-12AD6C8AC679}" type="pres">
      <dgm:prSet presAssocID="{74982DA8-69FD-4613-A503-8C299FE55366}" presName="parentText" presStyleLbl="node1" presStyleIdx="2" presStyleCnt="4" custScaleX="142857">
        <dgm:presLayoutVars>
          <dgm:chMax val="0"/>
          <dgm:bulletEnabled val="1"/>
        </dgm:presLayoutVars>
      </dgm:prSet>
      <dgm:spPr/>
    </dgm:pt>
    <dgm:pt modelId="{478C0771-F5EC-4737-A829-E18FDA524713}" type="pres">
      <dgm:prSet presAssocID="{74982DA8-69FD-4613-A503-8C299FE55366}" presName="negativeSpace" presStyleCnt="0"/>
      <dgm:spPr/>
    </dgm:pt>
    <dgm:pt modelId="{A6289FCF-E881-4296-BAC6-1269D379F35F}" type="pres">
      <dgm:prSet presAssocID="{74982DA8-69FD-4613-A503-8C299FE55366}" presName="childText" presStyleLbl="conFgAcc1" presStyleIdx="2" presStyleCnt="4">
        <dgm:presLayoutVars>
          <dgm:bulletEnabled val="1"/>
        </dgm:presLayoutVars>
      </dgm:prSet>
      <dgm:spPr/>
    </dgm:pt>
    <dgm:pt modelId="{7A117FAA-E006-43E3-B54E-EDBA52498A0A}" type="pres">
      <dgm:prSet presAssocID="{B53015F6-A74B-43A1-9324-9EA86A44CBC3}" presName="spaceBetweenRectangles" presStyleCnt="0"/>
      <dgm:spPr/>
    </dgm:pt>
    <dgm:pt modelId="{682A9A75-AC21-42A5-AB73-8158723AB930}" type="pres">
      <dgm:prSet presAssocID="{E66591BB-8B69-4DD2-8336-CFF27369AF6D}" presName="parentLin" presStyleCnt="0"/>
      <dgm:spPr/>
    </dgm:pt>
    <dgm:pt modelId="{C4B3156D-8266-4170-8703-E1E2F6F50A7C}" type="pres">
      <dgm:prSet presAssocID="{E66591BB-8B69-4DD2-8336-CFF27369AF6D}" presName="parentLeftMargin" presStyleLbl="node1" presStyleIdx="2" presStyleCnt="4"/>
      <dgm:spPr/>
    </dgm:pt>
    <dgm:pt modelId="{F8C950F0-0665-4134-9061-99063EA58481}" type="pres">
      <dgm:prSet presAssocID="{E66591BB-8B69-4DD2-8336-CFF27369AF6D}" presName="parentText" presStyleLbl="node1" presStyleIdx="3" presStyleCnt="4" custScaleX="142857" custScaleY="135165">
        <dgm:presLayoutVars>
          <dgm:chMax val="0"/>
          <dgm:bulletEnabled val="1"/>
        </dgm:presLayoutVars>
      </dgm:prSet>
      <dgm:spPr/>
    </dgm:pt>
    <dgm:pt modelId="{79EAFE63-8573-4C09-95C3-30B7F3A1A204}" type="pres">
      <dgm:prSet presAssocID="{E66591BB-8B69-4DD2-8336-CFF27369AF6D}" presName="negativeSpace" presStyleCnt="0"/>
      <dgm:spPr/>
    </dgm:pt>
    <dgm:pt modelId="{FC9BEFEA-8D9E-4010-82C0-FDA1AD6902A5}" type="pres">
      <dgm:prSet presAssocID="{E66591BB-8B69-4DD2-8336-CFF27369AF6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058F138-9FA2-4795-B54A-24C7FD3FFCAB}" type="presOf" srcId="{E66591BB-8B69-4DD2-8336-CFF27369AF6D}" destId="{F8C950F0-0665-4134-9061-99063EA58481}" srcOrd="1" destOrd="0" presId="urn:microsoft.com/office/officeart/2005/8/layout/list1"/>
    <dgm:cxn modelId="{D1A5C339-A9A6-453D-875E-D104C5E21575}" srcId="{0FFEBC65-5800-49C2-ACE8-714124562FFC}" destId="{74982DA8-69FD-4613-A503-8C299FE55366}" srcOrd="2" destOrd="0" parTransId="{68F55F50-5FE8-465A-A335-8CE6EC9F4876}" sibTransId="{B53015F6-A74B-43A1-9324-9EA86A44CBC3}"/>
    <dgm:cxn modelId="{32B3BC4B-6EE7-4A51-A46D-8C4EED978952}" type="presOf" srcId="{F3B345D5-7D6A-40B4-A8B5-8D58FC184AC8}" destId="{6C6E9518-0146-482C-87F7-ED6910F3F12A}" srcOrd="1" destOrd="0" presId="urn:microsoft.com/office/officeart/2005/8/layout/list1"/>
    <dgm:cxn modelId="{1FB45976-AA48-4665-B403-621CBBA43D3C}" type="presOf" srcId="{E66591BB-8B69-4DD2-8336-CFF27369AF6D}" destId="{C4B3156D-8266-4170-8703-E1E2F6F50A7C}" srcOrd="0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D7C08A80-39D3-4F49-9183-E7D1A6CD5FDF}" srcId="{0FFEBC65-5800-49C2-ACE8-714124562FFC}" destId="{F3B345D5-7D6A-40B4-A8B5-8D58FC184AC8}" srcOrd="1" destOrd="0" parTransId="{58A9D0BC-EA5B-426F-8EFC-89F5E2AD176F}" sibTransId="{31206C19-BCFB-4241-AFF4-D8120521141F}"/>
    <dgm:cxn modelId="{8D99CE84-D880-49AD-85A0-AA4A2DBDAB28}" type="presOf" srcId="{74982DA8-69FD-4613-A503-8C299FE55366}" destId="{8EB4FA3E-C890-4823-B918-12AD6C8AC679}" srcOrd="1" destOrd="0" presId="urn:microsoft.com/office/officeart/2005/8/layout/list1"/>
    <dgm:cxn modelId="{FE71D29A-6B81-48DF-8BA8-F4714BDBC5BA}" type="presOf" srcId="{C176FC01-0F21-475B-85EA-274FB5949CEE}" destId="{92496FFA-3E4F-4752-B5AE-E88700E86530}" srcOrd="0" destOrd="0" presId="urn:microsoft.com/office/officeart/2005/8/layout/list1"/>
    <dgm:cxn modelId="{E17C1EA1-9D49-446A-92C7-4682A6327E3C}" type="presOf" srcId="{F3B345D5-7D6A-40B4-A8B5-8D58FC184AC8}" destId="{01724ED6-55E4-4FFC-A11D-6005B0F3F873}" srcOrd="0" destOrd="0" presId="urn:microsoft.com/office/officeart/2005/8/layout/list1"/>
    <dgm:cxn modelId="{C74143CD-6612-4200-855F-008CD44AD518}" type="presOf" srcId="{74982DA8-69FD-4613-A503-8C299FE55366}" destId="{0FC55B0C-8B97-4275-8596-A379BFA6805B}" srcOrd="0" destOrd="0" presId="urn:microsoft.com/office/officeart/2005/8/layout/list1"/>
    <dgm:cxn modelId="{70DEF5F0-6DA9-427B-924B-10ED415AE591}" srcId="{0FFEBC65-5800-49C2-ACE8-714124562FFC}" destId="{E66591BB-8B69-4DD2-8336-CFF27369AF6D}" srcOrd="3" destOrd="0" parTransId="{CB08CDC9-D36D-4045-A16B-64FB689ACFE5}" sibTransId="{EA6F5F02-B7D9-46E3-84D4-E452BBE22DB5}"/>
    <dgm:cxn modelId="{41D059F8-ED48-424C-860E-372EBD35D6F8}" type="presOf" srcId="{C176FC01-0F21-475B-85EA-274FB5949CEE}" destId="{D380AF95-F959-4D0A-B7E1-7422A5B1EAB9}" srcOrd="1" destOrd="0" presId="urn:microsoft.com/office/officeart/2005/8/layout/list1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672B1CE-B335-4A97-9411-A2CC6665F435}" type="presParOf" srcId="{1F12DA8F-2D73-42EB-96BB-B7F23E046792}" destId="{AEC063B2-7783-4155-A879-3FB3B2D793DC}" srcOrd="0" destOrd="0" presId="urn:microsoft.com/office/officeart/2005/8/layout/list1"/>
    <dgm:cxn modelId="{A9EF1D7E-28D7-4C51-BF8B-02F4DD90D827}" type="presParOf" srcId="{AEC063B2-7783-4155-A879-3FB3B2D793DC}" destId="{92496FFA-3E4F-4752-B5AE-E88700E86530}" srcOrd="0" destOrd="0" presId="urn:microsoft.com/office/officeart/2005/8/layout/list1"/>
    <dgm:cxn modelId="{F115C0A8-674A-43CA-9CB3-E4D876691FFB}" type="presParOf" srcId="{AEC063B2-7783-4155-A879-3FB3B2D793DC}" destId="{D380AF95-F959-4D0A-B7E1-7422A5B1EAB9}" srcOrd="1" destOrd="0" presId="urn:microsoft.com/office/officeart/2005/8/layout/list1"/>
    <dgm:cxn modelId="{859F4A83-3344-4E37-8D96-16D55036EB25}" type="presParOf" srcId="{1F12DA8F-2D73-42EB-96BB-B7F23E046792}" destId="{BFF9330A-5949-4295-ACC2-9B2A12355909}" srcOrd="1" destOrd="0" presId="urn:microsoft.com/office/officeart/2005/8/layout/list1"/>
    <dgm:cxn modelId="{BBCD0A6F-6125-4DFF-AA19-1AAAF0D97954}" type="presParOf" srcId="{1F12DA8F-2D73-42EB-96BB-B7F23E046792}" destId="{848F4D12-C394-4ABC-9593-6F1DC924B5B9}" srcOrd="2" destOrd="0" presId="urn:microsoft.com/office/officeart/2005/8/layout/list1"/>
    <dgm:cxn modelId="{4B545FD9-6CA0-460B-81E0-35C8A5EBCA9D}" type="presParOf" srcId="{1F12DA8F-2D73-42EB-96BB-B7F23E046792}" destId="{BCF3AA3D-C523-4447-8B75-EDE1FDCAE301}" srcOrd="3" destOrd="0" presId="urn:microsoft.com/office/officeart/2005/8/layout/list1"/>
    <dgm:cxn modelId="{50F7BBF0-C1BE-4976-AD10-96149DCBFB39}" type="presParOf" srcId="{1F12DA8F-2D73-42EB-96BB-B7F23E046792}" destId="{D30C43A6-2353-447A-8CB9-C61F797183D6}" srcOrd="4" destOrd="0" presId="urn:microsoft.com/office/officeart/2005/8/layout/list1"/>
    <dgm:cxn modelId="{CFDA4C92-498C-4060-801E-D5742EBD8687}" type="presParOf" srcId="{D30C43A6-2353-447A-8CB9-C61F797183D6}" destId="{01724ED6-55E4-4FFC-A11D-6005B0F3F873}" srcOrd="0" destOrd="0" presId="urn:microsoft.com/office/officeart/2005/8/layout/list1"/>
    <dgm:cxn modelId="{BFC92E83-A838-45D3-866C-18E2866941AC}" type="presParOf" srcId="{D30C43A6-2353-447A-8CB9-C61F797183D6}" destId="{6C6E9518-0146-482C-87F7-ED6910F3F12A}" srcOrd="1" destOrd="0" presId="urn:microsoft.com/office/officeart/2005/8/layout/list1"/>
    <dgm:cxn modelId="{C6A3794E-2337-48BF-8D4B-0591ABC8A13E}" type="presParOf" srcId="{1F12DA8F-2D73-42EB-96BB-B7F23E046792}" destId="{EDCC1AFF-4A1D-4243-AAB9-5F9E37DC5425}" srcOrd="5" destOrd="0" presId="urn:microsoft.com/office/officeart/2005/8/layout/list1"/>
    <dgm:cxn modelId="{81946EA2-D8B9-4DEB-BBDD-93E8CE837DDC}" type="presParOf" srcId="{1F12DA8F-2D73-42EB-96BB-B7F23E046792}" destId="{7D08B866-75B8-438F-B5B3-827B52936C85}" srcOrd="6" destOrd="0" presId="urn:microsoft.com/office/officeart/2005/8/layout/list1"/>
    <dgm:cxn modelId="{C84843ED-DCC9-4948-9F41-DE5CEC872E02}" type="presParOf" srcId="{1F12DA8F-2D73-42EB-96BB-B7F23E046792}" destId="{58E1F496-3E5E-40B9-A5FE-5DCE72A4A0EA}" srcOrd="7" destOrd="0" presId="urn:microsoft.com/office/officeart/2005/8/layout/list1"/>
    <dgm:cxn modelId="{1159BDB1-882A-47B5-B208-978E9C14685D}" type="presParOf" srcId="{1F12DA8F-2D73-42EB-96BB-B7F23E046792}" destId="{A82C0C93-3AC6-487C-AC31-CE906AAEFBA1}" srcOrd="8" destOrd="0" presId="urn:microsoft.com/office/officeart/2005/8/layout/list1"/>
    <dgm:cxn modelId="{B429EF7F-93F0-4A2B-B177-6DCAE81A74B5}" type="presParOf" srcId="{A82C0C93-3AC6-487C-AC31-CE906AAEFBA1}" destId="{0FC55B0C-8B97-4275-8596-A379BFA6805B}" srcOrd="0" destOrd="0" presId="urn:microsoft.com/office/officeart/2005/8/layout/list1"/>
    <dgm:cxn modelId="{E626B523-FD5B-4E39-ABDA-83ACD1EA6F6D}" type="presParOf" srcId="{A82C0C93-3AC6-487C-AC31-CE906AAEFBA1}" destId="{8EB4FA3E-C890-4823-B918-12AD6C8AC679}" srcOrd="1" destOrd="0" presId="urn:microsoft.com/office/officeart/2005/8/layout/list1"/>
    <dgm:cxn modelId="{33908DDB-FC8F-4D4A-93D7-FA7FC4D21264}" type="presParOf" srcId="{1F12DA8F-2D73-42EB-96BB-B7F23E046792}" destId="{478C0771-F5EC-4737-A829-E18FDA524713}" srcOrd="9" destOrd="0" presId="urn:microsoft.com/office/officeart/2005/8/layout/list1"/>
    <dgm:cxn modelId="{21975FEA-E6B0-4630-9640-5FD796B5A960}" type="presParOf" srcId="{1F12DA8F-2D73-42EB-96BB-B7F23E046792}" destId="{A6289FCF-E881-4296-BAC6-1269D379F35F}" srcOrd="10" destOrd="0" presId="urn:microsoft.com/office/officeart/2005/8/layout/list1"/>
    <dgm:cxn modelId="{6FA69A10-FCCD-4466-BE3B-5374714A21F8}" type="presParOf" srcId="{1F12DA8F-2D73-42EB-96BB-B7F23E046792}" destId="{7A117FAA-E006-43E3-B54E-EDBA52498A0A}" srcOrd="11" destOrd="0" presId="urn:microsoft.com/office/officeart/2005/8/layout/list1"/>
    <dgm:cxn modelId="{4B63FB33-6D22-445A-8A78-36BDD4A964BD}" type="presParOf" srcId="{1F12DA8F-2D73-42EB-96BB-B7F23E046792}" destId="{682A9A75-AC21-42A5-AB73-8158723AB930}" srcOrd="12" destOrd="0" presId="urn:microsoft.com/office/officeart/2005/8/layout/list1"/>
    <dgm:cxn modelId="{0BED3EE1-F4D9-414D-B297-4934BB7C4034}" type="presParOf" srcId="{682A9A75-AC21-42A5-AB73-8158723AB930}" destId="{C4B3156D-8266-4170-8703-E1E2F6F50A7C}" srcOrd="0" destOrd="0" presId="urn:microsoft.com/office/officeart/2005/8/layout/list1"/>
    <dgm:cxn modelId="{B61E6A65-6969-4540-B40C-E53DC26358CD}" type="presParOf" srcId="{682A9A75-AC21-42A5-AB73-8158723AB930}" destId="{F8C950F0-0665-4134-9061-99063EA58481}" srcOrd="1" destOrd="0" presId="urn:microsoft.com/office/officeart/2005/8/layout/list1"/>
    <dgm:cxn modelId="{BE838A54-1FF6-4FEE-9825-BA9E681045BA}" type="presParOf" srcId="{1F12DA8F-2D73-42EB-96BB-B7F23E046792}" destId="{79EAFE63-8573-4C09-95C3-30B7F3A1A204}" srcOrd="13" destOrd="0" presId="urn:microsoft.com/office/officeart/2005/8/layout/list1"/>
    <dgm:cxn modelId="{C9E6270D-8FCD-48E7-96A8-D00368BC609B}" type="presParOf" srcId="{1F12DA8F-2D73-42EB-96BB-B7F23E046792}" destId="{FC9BEFEA-8D9E-4010-82C0-FDA1AD6902A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作为一名</a:t>
          </a: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基督</a:t>
          </a: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徒我们理当看重？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因着这看重的你的改变是什么</a:t>
          </a: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F4D12-C394-4ABC-9593-6F1DC924B5B9}">
      <dsp:nvSpPr>
        <dsp:cNvPr id="0" name=""/>
        <dsp:cNvSpPr/>
      </dsp:nvSpPr>
      <dsp:spPr>
        <a:xfrm>
          <a:off x="0" y="49301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0AF95-F959-4D0A-B7E1-7422A5B1EAB9}">
      <dsp:nvSpPr>
        <dsp:cNvPr id="0" name=""/>
        <dsp:cNvSpPr/>
      </dsp:nvSpPr>
      <dsp:spPr>
        <a:xfrm>
          <a:off x="328515" y="64970"/>
          <a:ext cx="6570305" cy="856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1. </a:t>
          </a:r>
          <a:r>
            <a:rPr lang="zh-CN" sz="2800" kern="1200" dirty="0"/>
            <a:t>保罗看万事的几个阶段？</a:t>
          </a:r>
          <a:endParaRPr lang="en-US" sz="2800" kern="1200" dirty="0"/>
        </a:p>
      </dsp:txBody>
      <dsp:txXfrm>
        <a:off x="370305" y="106760"/>
        <a:ext cx="6486725" cy="772500"/>
      </dsp:txXfrm>
    </dsp:sp>
    <dsp:sp modelId="{7D08B866-75B8-438F-B5B3-827B52936C85}">
      <dsp:nvSpPr>
        <dsp:cNvPr id="0" name=""/>
        <dsp:cNvSpPr/>
      </dsp:nvSpPr>
      <dsp:spPr>
        <a:xfrm>
          <a:off x="0" y="180845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563217"/>
              <a:satOff val="-13334"/>
              <a:lumOff val="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E9518-0146-482C-87F7-ED6910F3F12A}">
      <dsp:nvSpPr>
        <dsp:cNvPr id="0" name=""/>
        <dsp:cNvSpPr/>
      </dsp:nvSpPr>
      <dsp:spPr>
        <a:xfrm>
          <a:off x="328515" y="1380410"/>
          <a:ext cx="6570305" cy="856080"/>
        </a:xfrm>
        <a:prstGeom prst="roundRect">
          <a:avLst/>
        </a:prstGeom>
        <a:solidFill>
          <a:schemeClr val="accent2">
            <a:hueOff val="-2563217"/>
            <a:satOff val="-13334"/>
            <a:lumOff val="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2.</a:t>
          </a:r>
          <a:r>
            <a:rPr lang="zh-CN" sz="2800" kern="1200" dirty="0"/>
            <a:t>个人认为自己与神关系什么状态？</a:t>
          </a:r>
          <a:endParaRPr lang="en-US" sz="2800" kern="1200" dirty="0"/>
        </a:p>
      </dsp:txBody>
      <dsp:txXfrm>
        <a:off x="370305" y="1422200"/>
        <a:ext cx="6486725" cy="772500"/>
      </dsp:txXfrm>
    </dsp:sp>
    <dsp:sp modelId="{A6289FCF-E881-4296-BAC6-1269D379F35F}">
      <dsp:nvSpPr>
        <dsp:cNvPr id="0" name=""/>
        <dsp:cNvSpPr/>
      </dsp:nvSpPr>
      <dsp:spPr>
        <a:xfrm>
          <a:off x="0" y="312389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126434"/>
              <a:satOff val="-26667"/>
              <a:lumOff val="9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4FA3E-C890-4823-B918-12AD6C8AC679}">
      <dsp:nvSpPr>
        <dsp:cNvPr id="0" name=""/>
        <dsp:cNvSpPr/>
      </dsp:nvSpPr>
      <dsp:spPr>
        <a:xfrm>
          <a:off x="328515" y="2695850"/>
          <a:ext cx="6570305" cy="856080"/>
        </a:xfrm>
        <a:prstGeom prst="roundRect">
          <a:avLst/>
        </a:prstGeom>
        <a:solidFill>
          <a:schemeClr val="accent2">
            <a:hueOff val="-5126434"/>
            <a:satOff val="-26667"/>
            <a:lumOff val="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3. </a:t>
          </a:r>
          <a:r>
            <a:rPr lang="zh-CN" sz="2800" kern="1200" dirty="0"/>
            <a:t>个人是如何看待万事？</a:t>
          </a:r>
          <a:endParaRPr lang="en-US" sz="2800" kern="1200" dirty="0"/>
        </a:p>
      </dsp:txBody>
      <dsp:txXfrm>
        <a:off x="370305" y="2737640"/>
        <a:ext cx="6486725" cy="772500"/>
      </dsp:txXfrm>
    </dsp:sp>
    <dsp:sp modelId="{FC9BEFEA-8D9E-4010-82C0-FDA1AD6902A5}">
      <dsp:nvSpPr>
        <dsp:cNvPr id="0" name=""/>
        <dsp:cNvSpPr/>
      </dsp:nvSpPr>
      <dsp:spPr>
        <a:xfrm>
          <a:off x="0" y="474037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950F0-0665-4134-9061-99063EA58481}">
      <dsp:nvSpPr>
        <dsp:cNvPr id="0" name=""/>
        <dsp:cNvSpPr/>
      </dsp:nvSpPr>
      <dsp:spPr>
        <a:xfrm>
          <a:off x="328515" y="4011290"/>
          <a:ext cx="6570305" cy="115712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4.</a:t>
          </a:r>
          <a:r>
            <a:rPr lang="zh-CN" sz="2800" kern="1200" dirty="0"/>
            <a:t>（</a:t>
          </a:r>
          <a:r>
            <a:rPr lang="zh-CN" altLang="en-US" sz="2800" kern="1200" dirty="0"/>
            <a:t>选答题</a:t>
          </a:r>
          <a:r>
            <a:rPr lang="en-US" altLang="zh-CN" sz="2800" kern="1200" dirty="0"/>
            <a:t>&amp;</a:t>
          </a:r>
          <a:r>
            <a:rPr lang="zh-CN" altLang="en-US" sz="2800" kern="1200" dirty="0"/>
            <a:t>开放型</a:t>
          </a:r>
          <a:r>
            <a:rPr lang="zh-CN" sz="2800" kern="1200" dirty="0"/>
            <a:t>）你认识神之后为信仰改变了什么？</a:t>
          </a:r>
          <a:endParaRPr lang="en-US" sz="2800" kern="1200" dirty="0"/>
        </a:p>
      </dsp:txBody>
      <dsp:txXfrm>
        <a:off x="385001" y="4067776"/>
        <a:ext cx="6457333" cy="1044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2025/8/23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253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，最看重的是什么？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，我们信仰对我们自己有什么改变？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246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392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553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628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17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4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2025/8/23 Saturday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2025/8/23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2025/8/23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2025/8/23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2025/8/23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2025/8/23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6.emf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0" name="Rectangle 108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42E3B0D-1DD2-7914-3679-96FEE90A99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7722" r="-1" b="9469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01" name="Rectangle 109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7848600" y="2225039"/>
            <a:ext cx="4023360" cy="21014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4800" b="1" dirty="0">
                <a:ln/>
                <a:solidFill>
                  <a:schemeClr val="tx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  <a:sym typeface="+mn-lt"/>
              </a:rPr>
              <a:t>以基督为至宝</a:t>
            </a:r>
            <a:endParaRPr lang="en-US" altLang="zh-CN" sz="4800" b="1" dirty="0">
              <a:ln/>
              <a:solidFill>
                <a:schemeClr val="tx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+mj-lt"/>
              <a:ea typeface="+mj-ea"/>
              <a:cs typeface="+mj-cs"/>
              <a:sym typeface="+mn-lt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  <a:sym typeface="+mn-lt"/>
              </a:rPr>
              <a:t>腓立比书三章</a:t>
            </a:r>
            <a:r>
              <a:rPr lang="en-US" altLang="zh-C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  <a:sym typeface="+mn-lt"/>
              </a:rPr>
              <a:t>7~11</a:t>
            </a:r>
            <a:r>
              <a:rPr lang="zh-CN" alt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  <a:sym typeface="+mn-lt"/>
              </a:rPr>
              <a:t>节</a:t>
            </a:r>
            <a:endParaRPr lang="en-US" altLang="zh-CN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  <a:sym typeface="+mn-lt"/>
            </a:endParaRPr>
          </a:p>
        </p:txBody>
      </p:sp>
      <p:sp>
        <p:nvSpPr>
          <p:cNvPr id="1102" name="Rectangle 109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03" name="Rectangle 109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AutoShape 2" descr="已生成图片">
            <a:extLst>
              <a:ext uri="{FF2B5EF4-FFF2-40B4-BE49-F238E27FC236}">
                <a16:creationId xmlns:a16="http://schemas.microsoft.com/office/drawing/2014/main" id="{24DE42EC-EC44-2699-E5D1-55EC7E299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817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7~11</a:t>
            </a:r>
            <a:endParaRPr lang="zh-CN" altLang="zh-CN" sz="4800" dirty="0"/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9947181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7~11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294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【腓3:7】只是我先前以为与我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有益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的，我现在因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32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都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当作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有损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【腓3:8】不但如此，我也将万事当作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有损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的，因我以认识我主</a:t>
            </a:r>
            <a:r>
              <a:rPr lang="yo-NG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耶稣为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至宝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。我为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已经丢弃万事，看作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粪土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，为要得着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【腓3:9】并且得以在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里面，不是有自己因律法而得的义，乃是有信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的义，就是因信　神而来的义，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【腓3:10】使我认识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，晓得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复活的大能，并且晓得和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一同受苦，效法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的死，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【腓3:11】或者我也得以从死里复活。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22840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一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:7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，什么是真正的益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二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:9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，如何有基督的义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三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:10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11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，认信基督得什么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057177" y="1311965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214954" y="1166183"/>
            <a:ext cx="8043382" cy="1391244"/>
            <a:chOff x="-840331" y="460553"/>
            <a:chExt cx="13140705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31958" y="710322"/>
              <a:ext cx="13032332" cy="8803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【腓3:7】只是我先前以为与我有益的，我现在因</a:t>
              </a:r>
              <a:r>
                <a:rPr lang="zh-CN" altLang="zh-CN" b="1" dirty="0">
                  <a:solidFill>
                    <a:srgbClr val="7030A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都当作有损的。</a:t>
              </a: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上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】不但如此，我也将万事当作有损的，因我以认识我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主</a:t>
              </a:r>
              <a:r>
                <a:rPr lang="yo-NG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耶稣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为至宝。</a:t>
              </a: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下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】我为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已经丢弃万事，看作粪土，为要得着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，</a:t>
              </a: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214954" y="2820697"/>
            <a:ext cx="7977048" cy="1026684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896261"/>
              <a:ext cx="12062476" cy="5996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【腓3:9】并且得以在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里面，不是有自己因律法而得的义，乃是有信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的义，就是因信　</a:t>
              </a:r>
              <a:r>
                <a:rPr lang="zh-CN" altLang="zh-CN" sz="1600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神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而来的义，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214954" y="4119672"/>
            <a:ext cx="7977048" cy="1693501"/>
            <a:chOff x="-840332" y="3300581"/>
            <a:chExt cx="13032334" cy="126719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-840332" y="3380895"/>
              <a:ext cx="13032334" cy="11868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-840332" y="3300581"/>
              <a:ext cx="12952018" cy="11868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【腓3:10】使我认识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，晓得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复活的大能，并且晓得和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一同受苦，效法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的死，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【腓3:11】或者我也得以从死里复活。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钥节：【腓3:8】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为要</a:t>
            </a:r>
            <a:r>
              <a:rPr lang="zh-CN" altLang="en-US" sz="24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得着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9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264700" y="4872175"/>
            <a:ext cx="5201418" cy="16889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12-16</a:t>
            </a:r>
            <a:r>
              <a:rPr lang="zh-CN" altLang="en-US" sz="3200" b="1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节：竭力追求</a:t>
            </a:r>
            <a:endParaRPr lang="en-US" altLang="zh-CN" sz="3200" b="1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行动：竭力追求</a:t>
            </a:r>
            <a:endParaRPr lang="en-US" altLang="zh-CN" sz="28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目的：从上面奖赏</a:t>
            </a:r>
            <a:endParaRPr lang="en-US" altLang="zh-CN" sz="28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496431" y="1664378"/>
            <a:ext cx="4685211" cy="246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1~6</a:t>
            </a:r>
            <a:r>
              <a:rPr lang="zh-CN" altLang="en-US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节：靠主喜乐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命令：要靠主喜乐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根源：真受割礼的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对比：过去的保罗</a:t>
            </a:r>
            <a:endParaRPr lang="zh-CN" altLang="en-US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272FBC-B21D-C369-0141-9585E0210DD1}"/>
              </a:ext>
            </a:extLst>
          </p:cNvPr>
          <p:cNvSpPr txBox="1"/>
          <p:nvPr/>
        </p:nvSpPr>
        <p:spPr>
          <a:xfrm>
            <a:off x="5181642" y="1370912"/>
            <a:ext cx="5298278" cy="3109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7~11</a:t>
            </a:r>
            <a:r>
              <a:rPr lang="zh-CN" altLang="en-US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节： 得着基督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对比：过去和现在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目的：为得着基督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方法：信基督的义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过程：信、受苦、效法、成全</a:t>
            </a:r>
            <a:endPara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82D5C8F-64C1-A4EE-87A4-62170D321C35}"/>
              </a:ext>
            </a:extLst>
          </p:cNvPr>
          <p:cNvCxnSpPr/>
          <p:nvPr/>
        </p:nvCxnSpPr>
        <p:spPr>
          <a:xfrm>
            <a:off x="5021695" y="1294097"/>
            <a:ext cx="0" cy="2973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8F585226-39A8-96AE-40A3-878704581BB6}"/>
              </a:ext>
            </a:extLst>
          </p:cNvPr>
          <p:cNvSpPr/>
          <p:nvPr/>
        </p:nvSpPr>
        <p:spPr>
          <a:xfrm rot="5400000">
            <a:off x="5814136" y="-1296777"/>
            <a:ext cx="306371" cy="115734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3" name="标注: 弯曲线形 2">
            <a:extLst>
              <a:ext uri="{FF2B5EF4-FFF2-40B4-BE49-F238E27FC236}">
                <a16:creationId xmlns:a16="http://schemas.microsoft.com/office/drawing/2014/main" id="{B504861B-6EFA-BAFD-C2A3-DA811CA92353}"/>
              </a:ext>
            </a:extLst>
          </p:cNvPr>
          <p:cNvSpPr/>
          <p:nvPr/>
        </p:nvSpPr>
        <p:spPr>
          <a:xfrm>
            <a:off x="3807500" y="1181662"/>
            <a:ext cx="914400" cy="612648"/>
          </a:xfrm>
          <a:prstGeom prst="borderCallout2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过去</a:t>
            </a:r>
          </a:p>
        </p:txBody>
      </p:sp>
      <p:sp>
        <p:nvSpPr>
          <p:cNvPr id="4" name="标注: 弯曲线形 3">
            <a:extLst>
              <a:ext uri="{FF2B5EF4-FFF2-40B4-BE49-F238E27FC236}">
                <a16:creationId xmlns:a16="http://schemas.microsoft.com/office/drawing/2014/main" id="{813ADE0C-0A95-8BE0-FCB2-CDA44CEA64A3}"/>
              </a:ext>
            </a:extLst>
          </p:cNvPr>
          <p:cNvSpPr/>
          <p:nvPr/>
        </p:nvSpPr>
        <p:spPr>
          <a:xfrm>
            <a:off x="9565520" y="1121670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9333"/>
              <a:gd name="adj6" fmla="val -9111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现在</a:t>
            </a:r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F80DDDB8-F32B-B7A7-73DA-9790F3B5DCB3}"/>
              </a:ext>
            </a:extLst>
          </p:cNvPr>
          <p:cNvSpPr/>
          <p:nvPr/>
        </p:nvSpPr>
        <p:spPr>
          <a:xfrm>
            <a:off x="8789353" y="4584947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9333"/>
              <a:gd name="adj6" fmla="val -9111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将来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64638" y="308692"/>
            <a:ext cx="5598202" cy="1402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第一段：什么是真正的益</a:t>
            </a:r>
          </a:p>
        </p:txBody>
      </p:sp>
      <p:cxnSp>
        <p:nvCxnSpPr>
          <p:cNvPr id="22" name="Straight Connector 22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8738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865940"/>
            <a:ext cx="12006203" cy="51161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ym typeface="+mn-lt"/>
              </a:rPr>
              <a:t>强烈对比：中心是基督</a:t>
            </a:r>
            <a:endParaRPr lang="en-US" altLang="zh-CN" b="1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+mn-lt"/>
              </a:rPr>
              <a:t>“</a:t>
            </a:r>
            <a:r>
              <a:rPr lang="zh-CN" altLang="en-US" b="1" dirty="0">
                <a:sym typeface="+mn-lt"/>
              </a:rPr>
              <a:t>当做”（完成式）</a:t>
            </a:r>
            <a:endParaRPr lang="en-US" altLang="zh-CN" b="1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之前追求为神热心、律法的义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现在认识基督、弥赛亚的身份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人生完全的改变（巨大）</a:t>
            </a:r>
            <a:endParaRPr lang="en-US" altLang="zh-CN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+mn-lt"/>
              </a:rPr>
              <a:t>“</a:t>
            </a:r>
            <a:r>
              <a:rPr lang="zh-CN" altLang="en-US" b="1" dirty="0">
                <a:sym typeface="+mn-lt"/>
              </a:rPr>
              <a:t>有损”</a:t>
            </a:r>
            <a:r>
              <a:rPr lang="en-US" altLang="zh-CN" b="1" dirty="0">
                <a:sym typeface="+mn-lt"/>
              </a:rPr>
              <a:t> </a:t>
            </a: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是之前对立面，对立程度，表现极大转变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与先前彻底决裂</a:t>
            </a:r>
            <a:endParaRPr lang="en-US" altLang="zh-CN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总结：如果任何人依靠其他（非基督而来的）追求有益（真正的益），都是有损的。</a:t>
            </a:r>
            <a:endParaRPr lang="en-US" altLang="zh-CN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应用：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700" dirty="0">
                <a:effectLst/>
              </a:rPr>
              <a:t>【</a:t>
            </a:r>
            <a:r>
              <a:rPr lang="zh-CN" altLang="en-US" sz="1700" dirty="0">
                <a:effectLst/>
              </a:rPr>
              <a:t>徒</a:t>
            </a:r>
            <a:r>
              <a:rPr lang="en-US" altLang="zh-CN" sz="1700" dirty="0">
                <a:effectLst/>
              </a:rPr>
              <a:t>26:24】</a:t>
            </a:r>
            <a:r>
              <a:rPr lang="zh-CN" altLang="en-US" sz="1700" dirty="0">
                <a:effectLst/>
              </a:rPr>
              <a:t>保罗这样分诉，非斯都大声说：“保罗，你癫狂了吧！</a:t>
            </a:r>
            <a:r>
              <a:rPr lang="zh-CN" altLang="en-US" sz="1700" b="1" dirty="0">
                <a:effectLst/>
              </a:rPr>
              <a:t>你的学问太大</a:t>
            </a:r>
            <a:r>
              <a:rPr lang="zh-CN" altLang="en-US" sz="1700" dirty="0">
                <a:effectLst/>
              </a:rPr>
              <a:t>，反叫你癫狂了。”</a:t>
            </a:r>
            <a:endParaRPr lang="en-US" altLang="zh-CN" dirty="0"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>
              <a:sym typeface="+mn-l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2FE9AF6-DC4E-CA6E-D418-D12FF887D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925347"/>
              </p:ext>
            </p:extLst>
          </p:nvPr>
        </p:nvGraphicFramePr>
        <p:xfrm>
          <a:off x="6434197" y="1602453"/>
          <a:ext cx="4812923" cy="917385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751398">
                  <a:extLst>
                    <a:ext uri="{9D8B030D-6E8A-4147-A177-3AD203B41FA5}">
                      <a16:colId xmlns:a16="http://schemas.microsoft.com/office/drawing/2014/main" val="2748950055"/>
                    </a:ext>
                  </a:extLst>
                </a:gridCol>
                <a:gridCol w="2009205">
                  <a:extLst>
                    <a:ext uri="{9D8B030D-6E8A-4147-A177-3AD203B41FA5}">
                      <a16:colId xmlns:a16="http://schemas.microsoft.com/office/drawing/2014/main" val="3706839926"/>
                    </a:ext>
                  </a:extLst>
                </a:gridCol>
                <a:gridCol w="629920">
                  <a:extLst>
                    <a:ext uri="{9D8B030D-6E8A-4147-A177-3AD203B41FA5}">
                      <a16:colId xmlns:a16="http://schemas.microsoft.com/office/drawing/2014/main" val="218964935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4291045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67999278"/>
                    </a:ext>
                  </a:extLst>
                </a:gridCol>
              </a:tblGrid>
              <a:tr h="480347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>
                          <a:solidFill>
                            <a:schemeClr val="tx1"/>
                          </a:solidFill>
                          <a:effectLst/>
                        </a:rPr>
                        <a:t>一切事</a:t>
                      </a:r>
                      <a:endParaRPr lang="zh-CN" sz="1400" cap="none" spc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我先前以为</a:t>
                      </a: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alt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alt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节）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我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有益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过去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extLst>
                  <a:ext uri="{0D108BD9-81ED-4DB2-BD59-A6C34878D82A}">
                    <a16:rowId xmlns:a16="http://schemas.microsoft.com/office/drawing/2014/main" val="2103193327"/>
                  </a:ext>
                </a:extLst>
              </a:tr>
              <a:tr h="307097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>
                          <a:solidFill>
                            <a:schemeClr val="tx1"/>
                          </a:solidFill>
                          <a:effectLst/>
                        </a:rPr>
                        <a:t>这些事</a:t>
                      </a:r>
                      <a:endParaRPr lang="zh-CN" sz="1400" cap="none" spc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现在都当做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>
                          <a:solidFill>
                            <a:schemeClr val="tx1"/>
                          </a:solidFill>
                          <a:effectLst/>
                        </a:rPr>
                        <a:t>基督</a:t>
                      </a:r>
                      <a:endParaRPr lang="zh-CN" sz="1400" cap="none" spc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有损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现在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extLst>
                  <a:ext uri="{0D108BD9-81ED-4DB2-BD59-A6C34878D82A}">
                    <a16:rowId xmlns:a16="http://schemas.microsoft.com/office/drawing/2014/main" val="3512496955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D684FDC-0FF7-89F2-9187-5F0E9ED8CA01}"/>
              </a:ext>
            </a:extLst>
          </p:cNvPr>
          <p:cNvSpPr txBox="1"/>
          <p:nvPr/>
        </p:nvSpPr>
        <p:spPr>
          <a:xfrm>
            <a:off x="102042" y="1134633"/>
            <a:ext cx="868762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腓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3:7】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只是我先前以为与我有益的，我现在因</a:t>
            </a:r>
            <a:r>
              <a:rPr kumimoji="0" lang="zh-CN" altLang="en-US" sz="20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都当作有损的。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389BD0-E388-0097-466C-F26299510F99}"/>
              </a:ext>
            </a:extLst>
          </p:cNvPr>
          <p:cNvSpPr txBox="1"/>
          <p:nvPr/>
        </p:nvSpPr>
        <p:spPr>
          <a:xfrm>
            <a:off x="6819900" y="2792970"/>
            <a:ext cx="4427220" cy="16796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1.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第八天受割礼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2.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希伯来人（以色列族、便雅悯支派）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3.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法利赛人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4.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就热心是逼迫教会的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5.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就律法是无可指摘的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D08CFA-8FF2-B85A-F2F5-2DA8F5683277}"/>
              </a:ext>
            </a:extLst>
          </p:cNvPr>
          <p:cNvSpPr/>
          <p:nvPr/>
        </p:nvSpPr>
        <p:spPr>
          <a:xfrm>
            <a:off x="8300720" y="1680682"/>
            <a:ext cx="762000" cy="27313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08425F2-0B6C-B005-DB21-CFAD782922F2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681720" y="1953814"/>
            <a:ext cx="0" cy="829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3" y="113635"/>
            <a:ext cx="708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946801"/>
            <a:ext cx="12192000" cy="57041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】不但如此，我也将万事当作有损的，因我以认识我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</a:t>
            </a:r>
            <a:r>
              <a:rPr kumimoji="0" lang="yo-NG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不但如此：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没有止步与第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7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节，更进一步说明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先前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	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以为有益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现在 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	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与基督无关万事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	         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有损的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lvl="1">
              <a:lnSpc>
                <a:spcPct val="125000"/>
              </a:lnSpc>
            </a:pPr>
            <a:r>
              <a:rPr lang="en-US" altLang="zh-CN" dirty="0">
                <a:ea typeface="苹方-简" panose="020B0300000000000000" pitchFamily="34" charset="-122"/>
                <a:sym typeface="+mn-lt"/>
              </a:rPr>
              <a:t>		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认识主基督耶稣             为</a:t>
            </a:r>
            <a:r>
              <a:rPr lang="zh-CN" altLang="en-US" b="1" dirty="0">
                <a:solidFill>
                  <a:srgbClr val="FF0000"/>
                </a:solidFill>
                <a:ea typeface="苹方-简" panose="020B0300000000000000" pitchFamily="34" charset="-122"/>
                <a:sym typeface="+mn-lt"/>
              </a:rPr>
              <a:t>至宝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  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万事：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先前以为与我有益的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vs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万事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数量的增加（万事）</a:t>
            </a:r>
            <a:endParaRPr lang="en-US" altLang="zh-CN" sz="1800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程度的加深（有损）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最高的等级（至宝）</a:t>
            </a:r>
            <a:endParaRPr lang="en-US" altLang="zh-CN" sz="1800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当下的你认为什么是最有益的呢？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你如何看待耶稣在你生命中地位？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003D761B-E889-B91D-BD41-4C84CF49A89F}"/>
              </a:ext>
            </a:extLst>
          </p:cNvPr>
          <p:cNvSpPr/>
          <p:nvPr/>
        </p:nvSpPr>
        <p:spPr>
          <a:xfrm flipV="1">
            <a:off x="1394689" y="2355146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37DDADB6-FEDE-F371-AEA9-C5A37A96DB50}"/>
              </a:ext>
            </a:extLst>
          </p:cNvPr>
          <p:cNvSpPr/>
          <p:nvPr/>
        </p:nvSpPr>
        <p:spPr>
          <a:xfrm flipV="1">
            <a:off x="1394689" y="2698456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16D8AC54-27F5-A2FE-FDAD-C66FFAE80155}"/>
              </a:ext>
            </a:extLst>
          </p:cNvPr>
          <p:cNvSpPr/>
          <p:nvPr/>
        </p:nvSpPr>
        <p:spPr>
          <a:xfrm>
            <a:off x="3739573" y="2702498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2F96101-F061-483B-59C8-DAE652A14E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9934" y="1838897"/>
            <a:ext cx="7746856" cy="4572000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EA83E63F-1A84-4C77-F88A-67457B349D94}"/>
              </a:ext>
            </a:extLst>
          </p:cNvPr>
          <p:cNvSpPr/>
          <p:nvPr/>
        </p:nvSpPr>
        <p:spPr>
          <a:xfrm>
            <a:off x="3746499" y="3040204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1434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3" y="113635"/>
            <a:ext cx="708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147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】不但如此，我也将万事当作有损的，因我以认识我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</a:t>
            </a:r>
            <a:r>
              <a:rPr kumimoji="0" lang="yo-NG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认识：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知识上的认识。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雅</a:t>
            </a: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2:19】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你信　神只有一位，你信的不错；鬼魔也信，却是战惊。</a:t>
            </a:r>
            <a:endParaRPr lang="en-US" altLang="zh-CN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关系上的</a:t>
            </a:r>
            <a:r>
              <a:rPr lang="zh-CN" altLang="en-US" dirty="0">
                <a:ea typeface="苹方-简" panose="020B0300000000000000" pitchFamily="34" charset="-122"/>
              </a:rPr>
              <a:t>认识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有互动的关系，无信靠的交托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各自是独立的个体</a:t>
            </a:r>
            <a:endParaRPr lang="en-US" altLang="zh-CN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生命上的</a:t>
            </a:r>
            <a:r>
              <a:rPr lang="zh-CN" altLang="en-US" dirty="0">
                <a:ea typeface="苹方-简" panose="020B0300000000000000" pitchFamily="34" charset="-122"/>
              </a:rPr>
              <a:t>认识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生命交托：基督为我，竭诚为主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基督在我里面，我在基督里面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程度：层层递进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你个人与耶稣基督的关系或认识？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86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94512" y="113635"/>
            <a:ext cx="710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7179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认识我主</a:t>
            </a:r>
            <a:r>
              <a:rPr lang="yo-NG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基督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本段核心：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认识我主</a:t>
            </a:r>
            <a:r>
              <a:rPr lang="yo-NG" altLang="zh-CN" sz="2000" b="1" dirty="0">
                <a:solidFill>
                  <a:srgbClr val="000000"/>
                </a:solidFill>
                <a:cs typeface="+mn-ea"/>
              </a:rPr>
              <a:t>基督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耶稣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保罗的认识：</a:t>
            </a:r>
            <a:endParaRPr lang="en-US" altLang="zh-CN" sz="2000" b="1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真理上认识（旧约认识耶和华）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ffectLst/>
                <a:ea typeface="苹方-简" panose="020B0300000000000000" pitchFamily="34" charset="-122"/>
              </a:rPr>
              <a:t>"敬畏耶和华是智慧的开端，认识至圣者便是聪明。" （箴 9:10）</a:t>
            </a:r>
            <a:endParaRPr lang="en-US" altLang="zh-CN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生命上认识（与基督救恩有份）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a typeface="苹方-简" panose="020B0300000000000000" pitchFamily="34" charset="-122"/>
              </a:rPr>
              <a:t>使我认识基督，晓得他复活的大能，并且晓得和他一同受苦，效法他的死，（腓3:10）</a:t>
            </a:r>
            <a:endParaRPr lang="en-US" altLang="zh-CN" sz="1600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程度：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对比：基督 </a:t>
            </a:r>
            <a:r>
              <a:rPr lang="en-US" altLang="zh-CN" dirty="0">
                <a:ea typeface="苹方-简" panose="020B0300000000000000" pitchFamily="34" charset="-122"/>
              </a:rPr>
              <a:t>vs </a:t>
            </a:r>
            <a:r>
              <a:rPr lang="zh-CN" altLang="en-US" dirty="0">
                <a:ea typeface="苹方-简" panose="020B0300000000000000" pitchFamily="34" charset="-122"/>
              </a:rPr>
              <a:t>万事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结论：至宝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vs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有损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“因”：因果关系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因把基督为至宝，才能把万事当做有损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留意先后顺序，先得至宝，才轻看万事。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8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33553" y="139761"/>
            <a:ext cx="7149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44D04F-DD6A-1675-150F-0D830C44AF9C}"/>
              </a:ext>
            </a:extLst>
          </p:cNvPr>
          <p:cNvSpPr/>
          <p:nvPr/>
        </p:nvSpPr>
        <p:spPr>
          <a:xfrm>
            <a:off x="895927" y="2078182"/>
            <a:ext cx="3537528" cy="4802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176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我为他已经丢弃万事，看作粪土，为要得着基督，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b="1" dirty="0">
                <a:cs typeface="+mn-ea"/>
                <a:sym typeface="+mn-lt"/>
              </a:rPr>
              <a:t>中心：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cs typeface="+mn-ea"/>
                <a:sym typeface="+mn-lt"/>
              </a:rPr>
              <a:t>“得着基督”才是真正的益处。</a:t>
            </a:r>
            <a:endParaRPr lang="en-US" altLang="zh-CN" sz="2000" b="1" dirty="0">
              <a:solidFill>
                <a:srgbClr val="FF0000"/>
              </a:solidFill>
              <a:highlight>
                <a:srgbClr val="FFFF00"/>
              </a:highlight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保罗：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丢弃万事（粪土）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对比：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至宝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3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万事 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粪土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得着基督：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即“与基督联合”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基督在我里面（圣灵的工作）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我在基督里面（相信神掌权）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6727A4CA-1768-94A4-5B86-43070B44DF2C}"/>
              </a:ext>
            </a:extLst>
          </p:cNvPr>
          <p:cNvSpPr/>
          <p:nvPr/>
        </p:nvSpPr>
        <p:spPr>
          <a:xfrm flipV="1">
            <a:off x="2503051" y="3616488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B7F548D-0B51-9956-B283-BDB03CA5C763}"/>
              </a:ext>
            </a:extLst>
          </p:cNvPr>
          <p:cNvSpPr/>
          <p:nvPr/>
        </p:nvSpPr>
        <p:spPr>
          <a:xfrm flipV="1">
            <a:off x="2503051" y="4073689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8053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33553" y="139761"/>
            <a:ext cx="7149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36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应用：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为认识基督轻看万事，如果有事情拦阻了我们认识基督则应该看为有损的。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为荣耀基督则在真理教导下凡事尽力。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或作劝化的，就当专一劝化；施舍的，就当诚实；治理的，就当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；怜悯人的，就当甘心。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12:11】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不可懒惰。要心里火热，常常服侍主。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4:28】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从前偷窃的，不要再偷。总要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劳力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，亲手作正经事，就可有余，分给那缺少的人。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问 1：人的主要目的是什么？ 答：人的主要目的就是荣耀神，永远以他为乐。 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耶稣基督为人生中至宝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，所以要竭力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认识基督，建立与基督的关系，为要得着基督。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13:44】“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天国好像宝贝藏在地里，人遇见了就把它藏起来，欢欢喜喜地去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变卖一切所有的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，买这块地。”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8762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0056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在他里面：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神的预定、拣选、保守。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不是有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乃是有：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对比、强调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不是依靠自己，而完全依靠神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4191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5866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zh-CN" sz="20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信基督的义：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对比：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4~6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信基督的义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“就是”：强调义的源头是神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在真理中认识神：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【创15:6】亚伯兰信耶和华，耶和华就以此为他的义。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“信基督”、“因神而”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义是神的加给，而非自己依靠律法、行为赚的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+mn-ea"/>
                <a:sym typeface="+mn-lt"/>
              </a:rPr>
              <a:t>应用：</a:t>
            </a:r>
            <a:endParaRPr lang="en-US" altLang="zh-CN" sz="2400" b="1" dirty="0"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悔改、赦罪的道，认识神的恩典和神的主权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596321-B78F-A68F-F6CC-FFD464CE31F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7264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7931"/>
            <a:ext cx="12192000" cy="5864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“使我认识基督”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进入到与基督的生命的互动中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“复活的大能”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死里复活，显明基督的身份、神的儿子、弥赛亚和救赎主。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基督为我们做了什么？我们为基督做了什么？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“一同受苦”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明白基督所说的苦难和痛苦为我们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我们愿意效法基督而背十字架成圣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路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9:23】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耶稣又对众人说：“若有人要跟从我，就当舍己，</a:t>
            </a:r>
            <a:r>
              <a:rPr lang="zh-CN" altLang="en-US" sz="2000" b="1" dirty="0">
                <a:solidFill>
                  <a:srgbClr val="7030A0"/>
                </a:solidFill>
                <a:cs typeface="+mn-ea"/>
              </a:rPr>
              <a:t>天天背起他的十字架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来跟从我。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1062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5399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“效法他的死”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基督背负我们的罪被钉十字架，受死、复活。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我们为基督如同保罗愿意离世与神同在，原因在于真认识祂（身份、工作）。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solidFill>
                  <a:srgbClr val="000000"/>
                </a:solidFill>
                <a:cs typeface="+mn-ea"/>
              </a:rPr>
              <a:t>效法基督到完全没有自己，愿意为基督而奉献自己全部。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【腓1:21】因我活着就是基督，我死了就有益处。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“或者”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一方面强调神的恩典和大能</a:t>
            </a:r>
            <a:r>
              <a:rPr lang="zh-CN" altLang="en-US" sz="2000" dirty="0">
                <a:ea typeface="苹方-简" panose="020B0300000000000000" pitchFamily="34" charset="-122"/>
              </a:rPr>
              <a:t>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另一个方面是强调人的责任。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	</a:t>
            </a:r>
            <a:r>
              <a:rPr lang="zh-CN" altLang="en-US" sz="2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参：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 【腓2:12】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……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就当恐惧战兢，作成你们得救的工夫；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F693BE-D3F5-9A06-FC54-A1D34A776B2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377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368507" y="130236"/>
            <a:ext cx="4823494" cy="83099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4800" b="1" dirty="0">
                <a:ln w="0"/>
                <a:solidFill>
                  <a:schemeClr val="tx1"/>
                </a:solidFill>
                <a:latin typeface="+mn-ea"/>
                <a:cs typeface="+mn-ea"/>
                <a:sym typeface="+mn-lt"/>
              </a:rPr>
              <a:t>你的至宝是什么？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51012" y="1078109"/>
            <a:ext cx="11689976" cy="55835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核心：得着基督（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上），为了得着基督，保罗愿意丢弃万事，把万事当做粪土。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保罗生命历程，每个基督徒生命历程：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降卑（看做有损）、万物看做粪土、为要得着基督、受苦、受死、复活。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我们的目标：以基督为至宝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我们轻看世上，我们竭力</a:t>
            </a:r>
            <a:r>
              <a:rPr lang="zh-CN" altLang="en-US" sz="2400" dirty="0">
                <a:effectLst/>
                <a:latin typeface="+mn-ea"/>
              </a:rPr>
              <a:t>的</a:t>
            </a:r>
            <a:r>
              <a:rPr lang="zh-CN" altLang="zh-CN" sz="2400" dirty="0">
                <a:effectLst/>
                <a:latin typeface="+mn-ea"/>
              </a:rPr>
              <a:t>追求基督，为要得着基督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因基督的使命，我们愿意成为光</a:t>
            </a:r>
            <a:r>
              <a:rPr lang="zh-CN" altLang="en-US" sz="2400" dirty="0">
                <a:effectLst/>
                <a:latin typeface="+mn-ea"/>
              </a:rPr>
              <a:t>和</a:t>
            </a:r>
            <a:r>
              <a:rPr lang="zh-CN" altLang="zh-CN" sz="2400" dirty="0">
                <a:effectLst/>
                <a:latin typeface="+mn-ea"/>
              </a:rPr>
              <a:t>盐，尽本分荣耀神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在过程中（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12-16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节方法）：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受苦</a:t>
            </a:r>
            <a:r>
              <a:rPr lang="zh-CN" altLang="en-US" sz="2400" dirty="0">
                <a:effectLst/>
                <a:latin typeface="+mn-ea"/>
              </a:rPr>
              <a:t>（不一定是身体痛苦，也指治死老我的苦）</a:t>
            </a:r>
            <a:r>
              <a:rPr lang="zh-CN" altLang="zh-CN" sz="2400" dirty="0">
                <a:effectLst/>
                <a:latin typeface="+mn-ea"/>
              </a:rPr>
              <a:t>，如同与基督一同受苦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治死自己罪性、老我和血气的自己，进入基督赐给</a:t>
            </a:r>
            <a:r>
              <a:rPr lang="zh-CN" altLang="en-US" sz="2400" dirty="0">
                <a:effectLst/>
                <a:latin typeface="+mn-ea"/>
              </a:rPr>
              <a:t>我们</a:t>
            </a:r>
            <a:r>
              <a:rPr lang="zh-CN" altLang="zh-CN" sz="2400" dirty="0">
                <a:effectLst/>
                <a:latin typeface="+mn-ea"/>
              </a:rPr>
              <a:t>新的生命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盼望在基督，深信基督与我们同在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507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863472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6731</TotalTime>
  <Words>2056</Words>
  <Application>Microsoft Office PowerPoint</Application>
  <PresentationFormat>宽屏</PresentationFormat>
  <Paragraphs>210</Paragraphs>
  <Slides>17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方正屏显雅宋_GBK</vt:lpstr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23</cp:revision>
  <dcterms:created xsi:type="dcterms:W3CDTF">2019-06-19T02:08:00Z</dcterms:created>
  <dcterms:modified xsi:type="dcterms:W3CDTF">2025-08-23T06:40:41Z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