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3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6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7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560" r:id="rId2"/>
    <p:sldId id="554" r:id="rId3"/>
    <p:sldId id="425" r:id="rId4"/>
    <p:sldId id="598" r:id="rId5"/>
    <p:sldId id="602" r:id="rId6"/>
    <p:sldId id="603" r:id="rId7"/>
    <p:sldId id="604" r:id="rId8"/>
    <p:sldId id="605" r:id="rId9"/>
    <p:sldId id="606" r:id="rId10"/>
    <p:sldId id="607" r:id="rId11"/>
    <p:sldId id="608" r:id="rId12"/>
    <p:sldId id="609" r:id="rId13"/>
    <p:sldId id="610" r:id="rId14"/>
    <p:sldId id="611" r:id="rId15"/>
    <p:sldId id="612" r:id="rId16"/>
    <p:sldId id="613" r:id="rId17"/>
    <p:sldId id="614" r:id="rId18"/>
    <p:sldId id="615" r:id="rId19"/>
    <p:sldId id="616" r:id="rId20"/>
    <p:sldId id="617" r:id="rId21"/>
    <p:sldId id="618" r:id="rId22"/>
    <p:sldId id="55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9D4753-F2F2-40D4-8CDF-E028940497B9}" v="418" dt="2025-09-13T03:47:03.02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986" autoAdjust="0"/>
  </p:normalViewPr>
  <p:slideViewPr>
    <p:cSldViewPr snapToGrid="0">
      <p:cViewPr varScale="1">
        <p:scale>
          <a:sx n="79" d="100"/>
          <a:sy n="79" d="100"/>
        </p:scale>
        <p:origin x="1794" y="78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A32F0C07-3B09-4BF7-A417-253025ABDE6D}"/>
    <pc:docChg chg="undo custSel modSld">
      <pc:chgData name="强 李" userId="cd6c7ec7188785ae" providerId="LiveId" clId="{A32F0C07-3B09-4BF7-A417-253025ABDE6D}" dt="2025-08-23T06:40:32.499" v="68" actId="404"/>
      <pc:docMkLst>
        <pc:docMk/>
      </pc:docMkLst>
      <pc:sldChg chg="addSp delSp modSp mod">
        <pc:chgData name="强 李" userId="cd6c7ec7188785ae" providerId="LiveId" clId="{A32F0C07-3B09-4BF7-A417-253025ABDE6D}" dt="2025-08-23T06:40:32.499" v="68" actId="404"/>
        <pc:sldMkLst>
          <pc:docMk/>
          <pc:sldMk cId="1911491714" sldId="560"/>
        </pc:sldMkLst>
        <pc:spChg chg="add">
          <ac:chgData name="强 李" userId="cd6c7ec7188785ae" providerId="LiveId" clId="{A32F0C07-3B09-4BF7-A417-253025ABDE6D}" dt="2025-08-23T06:33:21.717" v="1"/>
          <ac:spMkLst>
            <pc:docMk/>
            <pc:sldMk cId="1911491714" sldId="560"/>
            <ac:spMk id="2" creationId="{24DE42EC-EC44-2699-E5D1-55EC7E299B2B}"/>
          </ac:spMkLst>
        </pc:spChg>
        <pc:spChg chg="mod">
          <ac:chgData name="强 李" userId="cd6c7ec7188785ae" providerId="LiveId" clId="{A32F0C07-3B09-4BF7-A417-253025ABDE6D}" dt="2025-08-23T06:40:32.499" v="68" actId="404"/>
          <ac:spMkLst>
            <pc:docMk/>
            <pc:sldMk cId="1911491714" sldId="560"/>
            <ac:spMk id="4" creationId="{00000000-0000-0000-0000-000000000000}"/>
          </ac:spMkLst>
        </pc:spChg>
        <pc:spChg chg="add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100" creationId="{6CCA5F87-1D1E-45CB-8D83-FC7EEFAD9935}"/>
          </ac:spMkLst>
        </pc:spChg>
        <pc:spChg chg="add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101" creationId="{7CCFC2C6-6238-4A2F-93DE-2ADF74AF635E}"/>
          </ac:spMkLst>
        </pc:spChg>
        <pc:spChg chg="add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102" creationId="{AF2F604E-43BE-4DC3-B983-E071523364F8}"/>
          </ac:spMkLst>
        </pc:spChg>
        <pc:spChg chg="add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103" creationId="{08C9B587-E65E-4B52-B37C-ABEBB6E87928}"/>
          </ac:spMkLst>
        </pc:spChg>
        <pc:picChg chg="add mod ord">
          <ac:chgData name="强 李" userId="cd6c7ec7188785ae" providerId="LiveId" clId="{A32F0C07-3B09-4BF7-A417-253025ABDE6D}" dt="2025-08-23T06:40:10.139" v="62" actId="26606"/>
          <ac:picMkLst>
            <pc:docMk/>
            <pc:sldMk cId="1911491714" sldId="560"/>
            <ac:picMk id="6" creationId="{642E3B0D-1DD2-7914-3679-96FEE90A993F}"/>
          </ac:picMkLst>
        </pc:pic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  <pc:docChgLst>
    <pc:chgData name="强 李" userId="cd6c7ec7188785ae" providerId="LiveId" clId="{BD9D4753-F2F2-40D4-8CDF-E028940497B9}"/>
    <pc:docChg chg="undo custSel addSld delSld modSld sldOrd">
      <pc:chgData name="强 李" userId="cd6c7ec7188785ae" providerId="LiveId" clId="{BD9D4753-F2F2-40D4-8CDF-E028940497B9}" dt="2025-09-13T03:47:21.076" v="2724" actId="27636"/>
      <pc:docMkLst>
        <pc:docMk/>
      </pc:docMkLst>
      <pc:sldChg chg="addSp delSp modSp mod">
        <pc:chgData name="强 李" userId="cd6c7ec7188785ae" providerId="LiveId" clId="{BD9D4753-F2F2-40D4-8CDF-E028940497B9}" dt="2025-09-13T02:14:25.625" v="166" actId="2711"/>
        <pc:sldMkLst>
          <pc:docMk/>
          <pc:sldMk cId="0" sldId="425"/>
        </pc:sldMkLst>
        <pc:spChg chg="add mod">
          <ac:chgData name="强 李" userId="cd6c7ec7188785ae" providerId="LiveId" clId="{BD9D4753-F2F2-40D4-8CDF-E028940497B9}" dt="2025-09-13T02:14:25.625" v="166" actId="2711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BD9D4753-F2F2-40D4-8CDF-E028940497B9}" dt="2025-09-12T13:24:23.820" v="143" actId="207"/>
          <ac:spMkLst>
            <pc:docMk/>
            <pc:sldMk cId="0" sldId="425"/>
            <ac:spMk id="3" creationId="{FF9BF7C3-9929-69BC-A1CA-30EBD45BF72F}"/>
          </ac:spMkLst>
        </pc:spChg>
        <pc:spChg chg="del">
          <ac:chgData name="强 李" userId="cd6c7ec7188785ae" providerId="LiveId" clId="{BD9D4753-F2F2-40D4-8CDF-E028940497B9}" dt="2025-09-12T13:19:16.251" v="67" actId="478"/>
          <ac:spMkLst>
            <pc:docMk/>
            <pc:sldMk cId="0" sldId="425"/>
            <ac:spMk id="18" creationId="{00000000-0000-0000-0000-000000000000}"/>
          </ac:spMkLst>
        </pc:spChg>
      </pc:sldChg>
      <pc:sldChg chg="modSp del mod">
        <pc:chgData name="强 李" userId="cd6c7ec7188785ae" providerId="LiveId" clId="{BD9D4753-F2F2-40D4-8CDF-E028940497B9}" dt="2025-09-13T02:20:20.857" v="606" actId="47"/>
        <pc:sldMkLst>
          <pc:docMk/>
          <pc:sldMk cId="54695671" sldId="531"/>
        </pc:sldMkLst>
        <pc:spChg chg="mod">
          <ac:chgData name="强 李" userId="cd6c7ec7188785ae" providerId="LiveId" clId="{BD9D4753-F2F2-40D4-8CDF-E028940497B9}" dt="2025-09-13T02:12:54.222" v="162" actId="108"/>
          <ac:spMkLst>
            <pc:docMk/>
            <pc:sldMk cId="54695671" sldId="531"/>
            <ac:spMk id="18" creationId="{00000000-0000-0000-0000-000000000000}"/>
          </ac:spMkLst>
        </pc:spChg>
      </pc:sldChg>
      <pc:sldChg chg="modSp mod">
        <pc:chgData name="强 李" userId="cd6c7ec7188785ae" providerId="LiveId" clId="{BD9D4753-F2F2-40D4-8CDF-E028940497B9}" dt="2025-09-12T13:23:03.500" v="130" actId="403"/>
        <pc:sldMkLst>
          <pc:docMk/>
          <pc:sldMk cId="419382719" sldId="552"/>
        </pc:sldMkLst>
        <pc:spChg chg="mod">
          <ac:chgData name="强 李" userId="cd6c7ec7188785ae" providerId="LiveId" clId="{BD9D4753-F2F2-40D4-8CDF-E028940497B9}" dt="2025-09-12T13:23:03.500" v="130" actId="403"/>
          <ac:spMkLst>
            <pc:docMk/>
            <pc:sldMk cId="419382719" sldId="552"/>
            <ac:spMk id="18" creationId="{00000000-0000-0000-0000-000000000000}"/>
          </ac:spMkLst>
        </pc:spChg>
        <pc:graphicFrameChg chg="mod modGraphic">
          <ac:chgData name="强 李" userId="cd6c7ec7188785ae" providerId="LiveId" clId="{BD9D4753-F2F2-40D4-8CDF-E028940497B9}" dt="2025-09-12T13:22:47.596" v="129" actId="404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530530540" sldId="553"/>
        </pc:sldMkLst>
      </pc:sldChg>
      <pc:sldChg chg="modSp mod">
        <pc:chgData name="强 李" userId="cd6c7ec7188785ae" providerId="LiveId" clId="{BD9D4753-F2F2-40D4-8CDF-E028940497B9}" dt="2025-09-13T02:14:49.562" v="180" actId="121"/>
        <pc:sldMkLst>
          <pc:docMk/>
          <pc:sldMk cId="3418790839" sldId="554"/>
        </pc:sldMkLst>
        <pc:spChg chg="mod">
          <ac:chgData name="强 李" userId="cd6c7ec7188785ae" providerId="LiveId" clId="{BD9D4753-F2F2-40D4-8CDF-E028940497B9}" dt="2025-09-13T02:14:49.562" v="180" actId="121"/>
          <ac:spMkLst>
            <pc:docMk/>
            <pc:sldMk cId="3418790839" sldId="554"/>
            <ac:spMk id="18" creationId="{00000000-0000-0000-0000-000000000000}"/>
          </ac:spMkLst>
        </pc:spChg>
        <pc:graphicFrameChg chg="mod modGraphic">
          <ac:chgData name="强 李" userId="cd6c7ec7188785ae" providerId="LiveId" clId="{BD9D4753-F2F2-40D4-8CDF-E028940497B9}" dt="2025-09-12T13:18:14.829" v="55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BD9D4753-F2F2-40D4-8CDF-E028940497B9}" dt="2025-09-12T13:17:24.001" v="6" actId="1076"/>
        <pc:sldMkLst>
          <pc:docMk/>
          <pc:sldMk cId="1911491714" sldId="560"/>
        </pc:sldMkLst>
        <pc:spChg chg="mod">
          <ac:chgData name="强 李" userId="cd6c7ec7188785ae" providerId="LiveId" clId="{BD9D4753-F2F2-40D4-8CDF-E028940497B9}" dt="2025-09-12T13:17:24.001" v="6" actId="1076"/>
          <ac:spMkLst>
            <pc:docMk/>
            <pc:sldMk cId="1911491714" sldId="560"/>
            <ac:spMk id="4" creationId="{00000000-0000-0000-0000-000000000000}"/>
          </ac:spMkLst>
        </pc:spChg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159884778" sldId="574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921434846" sldId="587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2648053192" sldId="588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534191096" sldId="589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4207264488" sldId="590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91062220" sldId="591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4046377894" sldId="592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68762565" sldId="593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0286292" sldId="594"/>
        </pc:sldMkLst>
      </pc:sldChg>
      <pc:sldChg chg="addSp delSp modSp mod">
        <pc:chgData name="强 李" userId="cd6c7ec7188785ae" providerId="LiveId" clId="{BD9D4753-F2F2-40D4-8CDF-E028940497B9}" dt="2025-09-13T02:14:12.038" v="165" actId="108"/>
        <pc:sldMkLst>
          <pc:docMk/>
          <pc:sldMk cId="3965997736" sldId="598"/>
        </pc:sldMkLst>
        <pc:spChg chg="mod">
          <ac:chgData name="强 李" userId="cd6c7ec7188785ae" providerId="LiveId" clId="{BD9D4753-F2F2-40D4-8CDF-E028940497B9}" dt="2025-09-13T02:11:09.960" v="145" actId="20577"/>
          <ac:spMkLst>
            <pc:docMk/>
            <pc:sldMk cId="3965997736" sldId="598"/>
            <ac:spMk id="2" creationId="{00000000-0000-0000-0000-000000000000}"/>
          </ac:spMkLst>
        </pc:spChg>
        <pc:spChg chg="add mod">
          <ac:chgData name="强 李" userId="cd6c7ec7188785ae" providerId="LiveId" clId="{BD9D4753-F2F2-40D4-8CDF-E028940497B9}" dt="2025-09-13T02:11:57.997" v="156" actId="1076"/>
          <ac:spMkLst>
            <pc:docMk/>
            <pc:sldMk cId="3965997736" sldId="598"/>
            <ac:spMk id="4" creationId="{B4B332DE-F3FB-23DE-0615-8D213F22297F}"/>
          </ac:spMkLst>
        </pc:spChg>
        <pc:spChg chg="del topLvl">
          <ac:chgData name="强 李" userId="cd6c7ec7188785ae" providerId="LiveId" clId="{BD9D4753-F2F2-40D4-8CDF-E028940497B9}" dt="2025-09-12T13:19:48.950" v="73" actId="478"/>
          <ac:spMkLst>
            <pc:docMk/>
            <pc:sldMk cId="3965997736" sldId="598"/>
            <ac:spMk id="12" creationId="{90FC4EF0-0582-7DC7-F53E-9A1A4B9AFC50}"/>
          </ac:spMkLst>
        </pc:spChg>
        <pc:spChg chg="del topLvl">
          <ac:chgData name="强 李" userId="cd6c7ec7188785ae" providerId="LiveId" clId="{BD9D4753-F2F2-40D4-8CDF-E028940497B9}" dt="2025-09-12T13:19:47.626" v="72" actId="478"/>
          <ac:spMkLst>
            <pc:docMk/>
            <pc:sldMk cId="3965997736" sldId="598"/>
            <ac:spMk id="13" creationId="{7DAB6BBF-A107-5EDA-C988-F2FCC0FA4ADA}"/>
          </ac:spMkLst>
        </pc:spChg>
        <pc:spChg chg="del">
          <ac:chgData name="强 李" userId="cd6c7ec7188785ae" providerId="LiveId" clId="{BD9D4753-F2F2-40D4-8CDF-E028940497B9}" dt="2025-09-12T13:20:06.575" v="83" actId="478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BD9D4753-F2F2-40D4-8CDF-E028940497B9}" dt="2025-09-13T02:14:12.038" v="165" actId="108"/>
          <ac:spMkLst>
            <pc:docMk/>
            <pc:sldMk cId="3965997736" sldId="598"/>
            <ac:spMk id="18" creationId="{00000000-0000-0000-0000-000000000000}"/>
          </ac:spMkLst>
        </pc:spChg>
        <pc:grpChg chg="del">
          <ac:chgData name="强 李" userId="cd6c7ec7188785ae" providerId="LiveId" clId="{BD9D4753-F2F2-40D4-8CDF-E028940497B9}" dt="2025-09-12T13:19:47.626" v="72" actId="478"/>
          <ac:grpSpMkLst>
            <pc:docMk/>
            <pc:sldMk cId="3965997736" sldId="598"/>
            <ac:grpSpMk id="4" creationId="{67CFBFED-23BA-58E2-0492-595457A1DA5E}"/>
          </ac:grpSpMkLst>
        </pc:grpChg>
        <pc:grpChg chg="del">
          <ac:chgData name="强 李" userId="cd6c7ec7188785ae" providerId="LiveId" clId="{BD9D4753-F2F2-40D4-8CDF-E028940497B9}" dt="2025-09-12T13:19:44.559" v="71" actId="478"/>
          <ac:grpSpMkLst>
            <pc:docMk/>
            <pc:sldMk cId="3965997736" sldId="598"/>
            <ac:grpSpMk id="6" creationId="{56CD5BD2-A0CC-7D0E-3BD1-0613845A3BF3}"/>
          </ac:grpSpMkLst>
        </pc:grpChg>
        <pc:grpChg chg="del">
          <ac:chgData name="强 李" userId="cd6c7ec7188785ae" providerId="LiveId" clId="{BD9D4753-F2F2-40D4-8CDF-E028940497B9}" dt="2025-09-12T13:19:43.649" v="70" actId="478"/>
          <ac:grpSpMkLst>
            <pc:docMk/>
            <pc:sldMk cId="3965997736" sldId="598"/>
            <ac:grpSpMk id="7" creationId="{4910B73A-3062-7867-777F-E107D91F1F13}"/>
          </ac:grpSpMkLst>
        </pc:grpChg>
        <pc:cxnChg chg="del">
          <ac:chgData name="强 李" userId="cd6c7ec7188785ae" providerId="LiveId" clId="{BD9D4753-F2F2-40D4-8CDF-E028940497B9}" dt="2025-09-12T13:19:50.139" v="74" actId="478"/>
          <ac:cxnSpMkLst>
            <pc:docMk/>
            <pc:sldMk cId="3965997736" sldId="598"/>
            <ac:cxnSpMk id="5" creationId="{9CA26DAA-ACC3-E965-66E4-F6A39B93A5B3}"/>
          </ac:cxnSpMkLst>
        </pc:cxnChg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125507599" sldId="601"/>
        </pc:sldMkLst>
      </pc:sldChg>
      <pc:sldChg chg="modSp add mod">
        <pc:chgData name="强 李" userId="cd6c7ec7188785ae" providerId="LiveId" clId="{BD9D4753-F2F2-40D4-8CDF-E028940497B9}" dt="2025-09-13T02:20:17.409" v="605"/>
        <pc:sldMkLst>
          <pc:docMk/>
          <pc:sldMk cId="474383694" sldId="602"/>
        </pc:sldMkLst>
        <pc:spChg chg="mod">
          <ac:chgData name="强 李" userId="cd6c7ec7188785ae" providerId="LiveId" clId="{BD9D4753-F2F2-40D4-8CDF-E028940497B9}" dt="2025-09-13T02:20:17.409" v="605"/>
          <ac:spMkLst>
            <pc:docMk/>
            <pc:sldMk cId="474383694" sldId="602"/>
            <ac:spMk id="5" creationId="{6D756E38-44BB-893E-10F4-24648C1F9451}"/>
          </ac:spMkLst>
        </pc:spChg>
        <pc:spChg chg="mod">
          <ac:chgData name="强 李" userId="cd6c7ec7188785ae" providerId="LiveId" clId="{BD9D4753-F2F2-40D4-8CDF-E028940497B9}" dt="2025-09-13T02:14:00.642" v="164" actId="121"/>
          <ac:spMkLst>
            <pc:docMk/>
            <pc:sldMk cId="474383694" sldId="602"/>
            <ac:spMk id="18" creationId="{00000000-0000-0000-0000-000000000000}"/>
          </ac:spMkLst>
        </pc:spChg>
      </pc:sldChg>
      <pc:sldChg chg="delSp modSp add mod setBg delDesignElem">
        <pc:chgData name="强 李" userId="cd6c7ec7188785ae" providerId="LiveId" clId="{BD9D4753-F2F2-40D4-8CDF-E028940497B9}" dt="2025-09-13T02:22:33.277" v="648" actId="6549"/>
        <pc:sldMkLst>
          <pc:docMk/>
          <pc:sldMk cId="3312005581" sldId="603"/>
        </pc:sldMkLst>
        <pc:spChg chg="mod">
          <ac:chgData name="强 李" userId="cd6c7ec7188785ae" providerId="LiveId" clId="{BD9D4753-F2F2-40D4-8CDF-E028940497B9}" dt="2025-09-13T02:22:33.277" v="648" actId="6549"/>
          <ac:spMkLst>
            <pc:docMk/>
            <pc:sldMk cId="3312005581" sldId="603"/>
            <ac:spMk id="2" creationId="{00000000-0000-0000-0000-000000000000}"/>
          </ac:spMkLst>
        </pc:spChg>
        <pc:spChg chg="mod">
          <ac:chgData name="强 李" userId="cd6c7ec7188785ae" providerId="LiveId" clId="{BD9D4753-F2F2-40D4-8CDF-E028940497B9}" dt="2025-09-13T02:22:07.124" v="626"/>
          <ac:spMkLst>
            <pc:docMk/>
            <pc:sldMk cId="3312005581" sldId="603"/>
            <ac:spMk id="6" creationId="{8D684FDC-0FF7-89F2-9187-5F0E9ED8CA01}"/>
          </ac:spMkLst>
        </pc:spChg>
        <pc:spChg chg="mod">
          <ac:chgData name="强 李" userId="cd6c7ec7188785ae" providerId="LiveId" clId="{BD9D4753-F2F2-40D4-8CDF-E028940497B9}" dt="2025-09-13T02:21:06.485" v="612" actId="2711"/>
          <ac:spMkLst>
            <pc:docMk/>
            <pc:sldMk cId="3312005581" sldId="603"/>
            <ac:spMk id="18" creationId="{00000000-0000-0000-0000-000000000000}"/>
          </ac:spMkLst>
        </pc:spChg>
        <pc:cxnChg chg="del">
          <ac:chgData name="强 李" userId="cd6c7ec7188785ae" providerId="LiveId" clId="{BD9D4753-F2F2-40D4-8CDF-E028940497B9}" dt="2025-09-13T02:20:30.528" v="608"/>
          <ac:cxnSpMkLst>
            <pc:docMk/>
            <pc:sldMk cId="3312005581" sldId="603"/>
            <ac:cxnSpMk id="22" creationId="{1503BFE4-729B-D9D0-C17B-501E6AF1127A}"/>
          </ac:cxnSpMkLst>
        </pc:cxnChg>
      </pc:sldChg>
      <pc:sldChg chg="modSp add mod">
        <pc:chgData name="强 李" userId="cd6c7ec7188785ae" providerId="LiveId" clId="{BD9D4753-F2F2-40D4-8CDF-E028940497B9}" dt="2025-09-13T02:32:51.482" v="853" actId="6549"/>
        <pc:sldMkLst>
          <pc:docMk/>
          <pc:sldMk cId="3183267929" sldId="604"/>
        </pc:sldMkLst>
        <pc:spChg chg="mod">
          <ac:chgData name="强 李" userId="cd6c7ec7188785ae" providerId="LiveId" clId="{BD9D4753-F2F2-40D4-8CDF-E028940497B9}" dt="2025-09-13T02:32:51.482" v="853" actId="6549"/>
          <ac:spMkLst>
            <pc:docMk/>
            <pc:sldMk cId="3183267929" sldId="604"/>
            <ac:spMk id="2" creationId="{47C0FB36-2F30-BF74-7C90-07486C544DEF}"/>
          </ac:spMkLst>
        </pc:spChg>
        <pc:spChg chg="mod">
          <ac:chgData name="强 李" userId="cd6c7ec7188785ae" providerId="LiveId" clId="{BD9D4753-F2F2-40D4-8CDF-E028940497B9}" dt="2025-09-13T02:24:12.143" v="651" actId="6549"/>
          <ac:spMkLst>
            <pc:docMk/>
            <pc:sldMk cId="3183267929" sldId="604"/>
            <ac:spMk id="6" creationId="{46C32556-EF44-DE89-4CF8-47BF9DB9992A}"/>
          </ac:spMkLst>
        </pc:spChg>
      </pc:sldChg>
      <pc:sldChg chg="modSp add mod">
        <pc:chgData name="强 李" userId="cd6c7ec7188785ae" providerId="LiveId" clId="{BD9D4753-F2F2-40D4-8CDF-E028940497B9}" dt="2025-09-13T02:36:58.380" v="1132" actId="6549"/>
        <pc:sldMkLst>
          <pc:docMk/>
          <pc:sldMk cId="123293470" sldId="605"/>
        </pc:sldMkLst>
        <pc:spChg chg="mod">
          <ac:chgData name="强 李" userId="cd6c7ec7188785ae" providerId="LiveId" clId="{BD9D4753-F2F2-40D4-8CDF-E028940497B9}" dt="2025-09-13T02:36:58.380" v="1132" actId="6549"/>
          <ac:spMkLst>
            <pc:docMk/>
            <pc:sldMk cId="123293470" sldId="605"/>
            <ac:spMk id="2" creationId="{EA7D3BFC-D712-3B92-AD3F-06C2A855ABF2}"/>
          </ac:spMkLst>
        </pc:spChg>
      </pc:sldChg>
      <pc:sldChg chg="modSp add mod">
        <pc:chgData name="强 李" userId="cd6c7ec7188785ae" providerId="LiveId" clId="{BD9D4753-F2F2-40D4-8CDF-E028940497B9}" dt="2025-09-13T02:41:13.286" v="1312" actId="27636"/>
        <pc:sldMkLst>
          <pc:docMk/>
          <pc:sldMk cId="569777423" sldId="606"/>
        </pc:sldMkLst>
        <pc:spChg chg="mod">
          <ac:chgData name="强 李" userId="cd6c7ec7188785ae" providerId="LiveId" clId="{BD9D4753-F2F2-40D4-8CDF-E028940497B9}" dt="2025-09-13T02:41:13.286" v="1312" actId="27636"/>
          <ac:spMkLst>
            <pc:docMk/>
            <pc:sldMk cId="569777423" sldId="606"/>
            <ac:spMk id="2" creationId="{4F6B3803-61FC-83AC-AE6F-05BA740A7D85}"/>
          </ac:spMkLst>
        </pc:spChg>
        <pc:spChg chg="mod">
          <ac:chgData name="强 李" userId="cd6c7ec7188785ae" providerId="LiveId" clId="{BD9D4753-F2F2-40D4-8CDF-E028940497B9}" dt="2025-09-13T02:37:42.449" v="1140"/>
          <ac:spMkLst>
            <pc:docMk/>
            <pc:sldMk cId="569777423" sldId="606"/>
            <ac:spMk id="6" creationId="{267F950B-49F8-A6AB-6B40-F956B7F6C309}"/>
          </ac:spMkLst>
        </pc:spChg>
      </pc:sldChg>
      <pc:sldChg chg="modSp add mod">
        <pc:chgData name="强 李" userId="cd6c7ec7188785ae" providerId="LiveId" clId="{BD9D4753-F2F2-40D4-8CDF-E028940497B9}" dt="2025-09-13T02:43:58.752" v="1458" actId="5793"/>
        <pc:sldMkLst>
          <pc:docMk/>
          <pc:sldMk cId="3501543384" sldId="607"/>
        </pc:sldMkLst>
        <pc:spChg chg="mod">
          <ac:chgData name="强 李" userId="cd6c7ec7188785ae" providerId="LiveId" clId="{BD9D4753-F2F2-40D4-8CDF-E028940497B9}" dt="2025-09-13T02:43:58.752" v="1458" actId="5793"/>
          <ac:spMkLst>
            <pc:docMk/>
            <pc:sldMk cId="3501543384" sldId="607"/>
            <ac:spMk id="2" creationId="{D61B378F-E418-26D6-D260-774692BE1218}"/>
          </ac:spMkLst>
        </pc:spChg>
      </pc:sldChg>
      <pc:sldChg chg="addSp modSp add mod">
        <pc:chgData name="强 李" userId="cd6c7ec7188785ae" providerId="LiveId" clId="{BD9D4753-F2F2-40D4-8CDF-E028940497B9}" dt="2025-09-13T02:46:15.090" v="1577" actId="113"/>
        <pc:sldMkLst>
          <pc:docMk/>
          <pc:sldMk cId="2243036877" sldId="608"/>
        </pc:sldMkLst>
        <pc:spChg chg="mod">
          <ac:chgData name="强 李" userId="cd6c7ec7188785ae" providerId="LiveId" clId="{BD9D4753-F2F2-40D4-8CDF-E028940497B9}" dt="2025-09-13T02:45:33.450" v="1570"/>
          <ac:spMkLst>
            <pc:docMk/>
            <pc:sldMk cId="2243036877" sldId="608"/>
            <ac:spMk id="2" creationId="{654FA869-9348-FAE4-830A-71A748F08754}"/>
          </ac:spMkLst>
        </pc:spChg>
        <pc:spChg chg="add mod">
          <ac:chgData name="强 李" userId="cd6c7ec7188785ae" providerId="LiveId" clId="{BD9D4753-F2F2-40D4-8CDF-E028940497B9}" dt="2025-09-13T02:46:15.090" v="1577" actId="113"/>
          <ac:spMkLst>
            <pc:docMk/>
            <pc:sldMk cId="2243036877" sldId="608"/>
            <ac:spMk id="4" creationId="{8F8560F2-A694-7626-FF26-8014E32FADDA}"/>
          </ac:spMkLst>
        </pc:spChg>
      </pc:sldChg>
      <pc:sldChg chg="modSp add mod ord">
        <pc:chgData name="强 李" userId="cd6c7ec7188785ae" providerId="LiveId" clId="{BD9D4753-F2F2-40D4-8CDF-E028940497B9}" dt="2025-09-13T02:57:34.540" v="1844"/>
        <pc:sldMkLst>
          <pc:docMk/>
          <pc:sldMk cId="3416398076" sldId="609"/>
        </pc:sldMkLst>
        <pc:spChg chg="mod">
          <ac:chgData name="强 李" userId="cd6c7ec7188785ae" providerId="LiveId" clId="{BD9D4753-F2F2-40D4-8CDF-E028940497B9}" dt="2025-09-13T02:55:34.530" v="1826"/>
          <ac:spMkLst>
            <pc:docMk/>
            <pc:sldMk cId="3416398076" sldId="609"/>
            <ac:spMk id="2" creationId="{C4A274DA-EFE9-69C7-E246-D8D11B5F2E77}"/>
          </ac:spMkLst>
        </pc:spChg>
        <pc:spChg chg="mod">
          <ac:chgData name="强 李" userId="cd6c7ec7188785ae" providerId="LiveId" clId="{BD9D4753-F2F2-40D4-8CDF-E028940497B9}" dt="2025-09-13T02:47:11.190" v="1596"/>
          <ac:spMkLst>
            <pc:docMk/>
            <pc:sldMk cId="3416398076" sldId="609"/>
            <ac:spMk id="6" creationId="{24E3A727-89C3-4655-CBC0-B31B0FA9077B}"/>
          </ac:spMkLst>
        </pc:spChg>
        <pc:spChg chg="mod">
          <ac:chgData name="强 李" userId="cd6c7ec7188785ae" providerId="LiveId" clId="{BD9D4753-F2F2-40D4-8CDF-E028940497B9}" dt="2025-09-13T02:46:50.397" v="1595"/>
          <ac:spMkLst>
            <pc:docMk/>
            <pc:sldMk cId="3416398076" sldId="609"/>
            <ac:spMk id="18" creationId="{19825681-7F54-3E04-7045-47F73B799E80}"/>
          </ac:spMkLst>
        </pc:spChg>
      </pc:sldChg>
      <pc:sldChg chg="modSp add mod ord">
        <pc:chgData name="强 李" userId="cd6c7ec7188785ae" providerId="LiveId" clId="{BD9D4753-F2F2-40D4-8CDF-E028940497B9}" dt="2025-09-13T02:57:01.412" v="1842"/>
        <pc:sldMkLst>
          <pc:docMk/>
          <pc:sldMk cId="131054885" sldId="610"/>
        </pc:sldMkLst>
        <pc:spChg chg="mod">
          <ac:chgData name="强 李" userId="cd6c7ec7188785ae" providerId="LiveId" clId="{BD9D4753-F2F2-40D4-8CDF-E028940497B9}" dt="2025-09-13T02:57:01.412" v="1842"/>
          <ac:spMkLst>
            <pc:docMk/>
            <pc:sldMk cId="131054885" sldId="610"/>
            <ac:spMk id="2" creationId="{EB591FF6-11E5-A807-1D01-CB5705D5439A}"/>
          </ac:spMkLst>
        </pc:spChg>
      </pc:sldChg>
      <pc:sldChg chg="modSp add mod">
        <pc:chgData name="强 李" userId="cd6c7ec7188785ae" providerId="LiveId" clId="{BD9D4753-F2F2-40D4-8CDF-E028940497B9}" dt="2025-09-13T03:00:48.645" v="1908" actId="20577"/>
        <pc:sldMkLst>
          <pc:docMk/>
          <pc:sldMk cId="3940621306" sldId="611"/>
        </pc:sldMkLst>
        <pc:spChg chg="mod">
          <ac:chgData name="强 李" userId="cd6c7ec7188785ae" providerId="LiveId" clId="{BD9D4753-F2F2-40D4-8CDF-E028940497B9}" dt="2025-09-13T03:00:48.645" v="1908" actId="20577"/>
          <ac:spMkLst>
            <pc:docMk/>
            <pc:sldMk cId="3940621306" sldId="611"/>
            <ac:spMk id="2" creationId="{6165DA6F-6AAB-4906-CF2B-4E9719DE70FE}"/>
          </ac:spMkLst>
        </pc:spChg>
      </pc:sldChg>
      <pc:sldChg chg="modSp add mod">
        <pc:chgData name="强 李" userId="cd6c7ec7188785ae" providerId="LiveId" clId="{BD9D4753-F2F2-40D4-8CDF-E028940497B9}" dt="2025-09-13T03:14:58.088" v="1983"/>
        <pc:sldMkLst>
          <pc:docMk/>
          <pc:sldMk cId="1893130029" sldId="612"/>
        </pc:sldMkLst>
        <pc:spChg chg="mod">
          <ac:chgData name="强 李" userId="cd6c7ec7188785ae" providerId="LiveId" clId="{BD9D4753-F2F2-40D4-8CDF-E028940497B9}" dt="2025-09-13T03:14:58.088" v="1983"/>
          <ac:spMkLst>
            <pc:docMk/>
            <pc:sldMk cId="1893130029" sldId="612"/>
            <ac:spMk id="2" creationId="{079A1996-77E4-73A7-DB04-2C818CA04D2E}"/>
          </ac:spMkLst>
        </pc:spChg>
        <pc:spChg chg="mod">
          <ac:chgData name="强 李" userId="cd6c7ec7188785ae" providerId="LiveId" clId="{BD9D4753-F2F2-40D4-8CDF-E028940497B9}" dt="2025-09-13T03:01:31.951" v="1913"/>
          <ac:spMkLst>
            <pc:docMk/>
            <pc:sldMk cId="1893130029" sldId="612"/>
            <ac:spMk id="6" creationId="{E7D00DC5-F726-D837-93F0-CC249DCC6B58}"/>
          </ac:spMkLst>
        </pc:spChg>
      </pc:sldChg>
      <pc:sldChg chg="modSp add mod">
        <pc:chgData name="强 李" userId="cd6c7ec7188785ae" providerId="LiveId" clId="{BD9D4753-F2F2-40D4-8CDF-E028940497B9}" dt="2025-09-13T03:34:25.238" v="2090" actId="27636"/>
        <pc:sldMkLst>
          <pc:docMk/>
          <pc:sldMk cId="3523874398" sldId="613"/>
        </pc:sldMkLst>
        <pc:spChg chg="mod">
          <ac:chgData name="强 李" userId="cd6c7ec7188785ae" providerId="LiveId" clId="{BD9D4753-F2F2-40D4-8CDF-E028940497B9}" dt="2025-09-13T03:34:25.238" v="2090" actId="27636"/>
          <ac:spMkLst>
            <pc:docMk/>
            <pc:sldMk cId="3523874398" sldId="613"/>
            <ac:spMk id="2" creationId="{6371E900-4EAB-22E8-5DE0-2C8613D3CC13}"/>
          </ac:spMkLst>
        </pc:spChg>
      </pc:sldChg>
      <pc:sldChg chg="modSp add mod">
        <pc:chgData name="强 李" userId="cd6c7ec7188785ae" providerId="LiveId" clId="{BD9D4753-F2F2-40D4-8CDF-E028940497B9}" dt="2025-09-13T03:37:03.386" v="2126" actId="27636"/>
        <pc:sldMkLst>
          <pc:docMk/>
          <pc:sldMk cId="3444690874" sldId="614"/>
        </pc:sldMkLst>
        <pc:spChg chg="mod">
          <ac:chgData name="强 李" userId="cd6c7ec7188785ae" providerId="LiveId" clId="{BD9D4753-F2F2-40D4-8CDF-E028940497B9}" dt="2025-09-13T03:37:03.386" v="2126" actId="27636"/>
          <ac:spMkLst>
            <pc:docMk/>
            <pc:sldMk cId="3444690874" sldId="614"/>
            <ac:spMk id="2" creationId="{75F3C094-91F2-0284-88B7-DF53F613CDD2}"/>
          </ac:spMkLst>
        </pc:spChg>
        <pc:spChg chg="mod">
          <ac:chgData name="强 李" userId="cd6c7ec7188785ae" providerId="LiveId" clId="{BD9D4753-F2F2-40D4-8CDF-E028940497B9}" dt="2025-09-13T03:33:55.895" v="2082" actId="207"/>
          <ac:spMkLst>
            <pc:docMk/>
            <pc:sldMk cId="3444690874" sldId="614"/>
            <ac:spMk id="6" creationId="{9618BBF0-7C3A-C99D-A71B-9E2111C431B1}"/>
          </ac:spMkLst>
        </pc:spChg>
        <pc:spChg chg="mod">
          <ac:chgData name="强 李" userId="cd6c7ec7188785ae" providerId="LiveId" clId="{BD9D4753-F2F2-40D4-8CDF-E028940497B9}" dt="2025-09-13T03:33:17.969" v="2076"/>
          <ac:spMkLst>
            <pc:docMk/>
            <pc:sldMk cId="3444690874" sldId="614"/>
            <ac:spMk id="18" creationId="{9EA60F5B-36D6-AAC5-FEE3-244B1F74B1B5}"/>
          </ac:spMkLst>
        </pc:spChg>
      </pc:sldChg>
      <pc:sldChg chg="modSp add mod">
        <pc:chgData name="强 李" userId="cd6c7ec7188785ae" providerId="LiveId" clId="{BD9D4753-F2F2-40D4-8CDF-E028940497B9}" dt="2025-09-13T03:39:28.728" v="2152" actId="27636"/>
        <pc:sldMkLst>
          <pc:docMk/>
          <pc:sldMk cId="4289276280" sldId="615"/>
        </pc:sldMkLst>
        <pc:spChg chg="mod">
          <ac:chgData name="强 李" userId="cd6c7ec7188785ae" providerId="LiveId" clId="{BD9D4753-F2F2-40D4-8CDF-E028940497B9}" dt="2025-09-13T03:39:28.728" v="2152" actId="27636"/>
          <ac:spMkLst>
            <pc:docMk/>
            <pc:sldMk cId="4289276280" sldId="615"/>
            <ac:spMk id="2" creationId="{06053D97-89FB-BA60-D65D-CB1445673C73}"/>
          </ac:spMkLst>
        </pc:spChg>
      </pc:sldChg>
      <pc:sldChg chg="modSp add mod">
        <pc:chgData name="强 李" userId="cd6c7ec7188785ae" providerId="LiveId" clId="{BD9D4753-F2F2-40D4-8CDF-E028940497B9}" dt="2025-09-13T03:42:50.084" v="2264" actId="20577"/>
        <pc:sldMkLst>
          <pc:docMk/>
          <pc:sldMk cId="2376314133" sldId="616"/>
        </pc:sldMkLst>
        <pc:spChg chg="mod">
          <ac:chgData name="强 李" userId="cd6c7ec7188785ae" providerId="LiveId" clId="{BD9D4753-F2F2-40D4-8CDF-E028940497B9}" dt="2025-09-13T03:42:50.084" v="2264" actId="20577"/>
          <ac:spMkLst>
            <pc:docMk/>
            <pc:sldMk cId="2376314133" sldId="616"/>
            <ac:spMk id="2" creationId="{42EE8B06-ED50-6B8C-F57D-09C90BB8B9BA}"/>
          </ac:spMkLst>
        </pc:spChg>
      </pc:sldChg>
      <pc:sldChg chg="modSp add mod">
        <pc:chgData name="强 李" userId="cd6c7ec7188785ae" providerId="LiveId" clId="{BD9D4753-F2F2-40D4-8CDF-E028940497B9}" dt="2025-09-13T03:44:46.229" v="2612" actId="20577"/>
        <pc:sldMkLst>
          <pc:docMk/>
          <pc:sldMk cId="2595995318" sldId="617"/>
        </pc:sldMkLst>
        <pc:spChg chg="mod">
          <ac:chgData name="强 李" userId="cd6c7ec7188785ae" providerId="LiveId" clId="{BD9D4753-F2F2-40D4-8CDF-E028940497B9}" dt="2025-09-13T03:44:46.229" v="2612" actId="20577"/>
          <ac:spMkLst>
            <pc:docMk/>
            <pc:sldMk cId="2595995318" sldId="617"/>
            <ac:spMk id="2" creationId="{1AA81B0D-7672-3EEE-154C-3A7EA5146092}"/>
          </ac:spMkLst>
        </pc:spChg>
      </pc:sldChg>
      <pc:sldChg chg="delSp modSp add mod">
        <pc:chgData name="强 李" userId="cd6c7ec7188785ae" providerId="LiveId" clId="{BD9D4753-F2F2-40D4-8CDF-E028940497B9}" dt="2025-09-13T03:47:21.076" v="2724" actId="27636"/>
        <pc:sldMkLst>
          <pc:docMk/>
          <pc:sldMk cId="85683632" sldId="618"/>
        </pc:sldMkLst>
        <pc:spChg chg="mod">
          <ac:chgData name="强 李" userId="cd6c7ec7188785ae" providerId="LiveId" clId="{BD9D4753-F2F2-40D4-8CDF-E028940497B9}" dt="2025-09-13T03:47:21.076" v="2724" actId="27636"/>
          <ac:spMkLst>
            <pc:docMk/>
            <pc:sldMk cId="85683632" sldId="618"/>
            <ac:spMk id="2" creationId="{C9B1CDB9-92CC-1216-F90E-BC86B82CBB3A}"/>
          </ac:spMkLst>
        </pc:spChg>
        <pc:spChg chg="del">
          <ac:chgData name="强 李" userId="cd6c7ec7188785ae" providerId="LiveId" clId="{BD9D4753-F2F2-40D4-8CDF-E028940497B9}" dt="2025-09-13T03:45:11.849" v="2636" actId="478"/>
          <ac:spMkLst>
            <pc:docMk/>
            <pc:sldMk cId="85683632" sldId="618"/>
            <ac:spMk id="6" creationId="{8C642688-E956-2903-8EC6-23AB59F4F63E}"/>
          </ac:spMkLst>
        </pc:spChg>
        <pc:spChg chg="mod">
          <ac:chgData name="强 李" userId="cd6c7ec7188785ae" providerId="LiveId" clId="{BD9D4753-F2F2-40D4-8CDF-E028940497B9}" dt="2025-09-13T03:45:07.063" v="2635" actId="6549"/>
          <ac:spMkLst>
            <pc:docMk/>
            <pc:sldMk cId="85683632" sldId="618"/>
            <ac:spMk id="18" creationId="{653048A0-7386-D0C0-6FBB-1D4E539321D3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61586838-3426-4CA7-9136-A1D939CBC975}"/>
    <pc:docChg chg="undo custSel modSld">
      <pc:chgData name="强 李" userId="cd6c7ec7188785ae" providerId="LiveId" clId="{61586838-3426-4CA7-9136-A1D939CBC975}" dt="2025-05-07T03:54:48.731" v="331"/>
      <pc:docMkLst>
        <pc:docMk/>
      </pc:docMkLst>
      <pc:sldChg chg="modSp mod">
        <pc:chgData name="强 李" userId="cd6c7ec7188785ae" providerId="LiveId" clId="{61586838-3426-4CA7-9136-A1D939CBC975}" dt="2025-05-07T03:54:48.731" v="331"/>
        <pc:sldMkLst>
          <pc:docMk/>
          <pc:sldMk cId="530530540" sldId="553"/>
        </pc:sldMkLst>
      </pc:sldChg>
      <pc:sldChg chg="modSp modNotesTx">
        <pc:chgData name="强 李" userId="cd6c7ec7188785ae" providerId="LiveId" clId="{61586838-3426-4CA7-9136-A1D939CBC975}" dt="2025-05-07T03:52:22.952" v="287"/>
        <pc:sldMkLst>
          <pc:docMk/>
          <pc:sldMk cId="3418790839" sldId="554"/>
        </pc:sldMkLst>
      </pc:sldChg>
      <pc:sldChg chg="addSp delSp modSp mod setBg">
        <pc:chgData name="强 李" userId="cd6c7ec7188785ae" providerId="LiveId" clId="{61586838-3426-4CA7-9136-A1D939CBC975}" dt="2025-05-07T03:34:27.518" v="151" actId="1076"/>
        <pc:sldMkLst>
          <pc:docMk/>
          <pc:sldMk cId="1911491714" sldId="560"/>
        </pc:sldMkLst>
      </pc:sldChg>
      <pc:sldChg chg="modSp mod">
        <pc:chgData name="强 李" userId="cd6c7ec7188785ae" providerId="LiveId" clId="{61586838-3426-4CA7-9136-A1D939CBC975}" dt="2025-05-07T03:28:32.664" v="138"/>
        <pc:sldMkLst>
          <pc:docMk/>
          <pc:sldMk cId="3965997736" sldId="598"/>
        </pc:sldMkLst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DE40780E-EFA5-4970-BF3D-38E349A22C12}"/>
    <pc:docChg chg="delSld modSld">
      <pc:chgData name="强 李" userId="cd6c7ec7188785ae" providerId="LiveId" clId="{DE40780E-EFA5-4970-BF3D-38E349A22C12}" dt="2025-05-09T07:45:00.616" v="339"/>
      <pc:docMkLst>
        <pc:docMk/>
      </pc:docMkLst>
      <pc:sldChg chg="modSp mod">
        <pc:chgData name="强 李" userId="cd6c7ec7188785ae" providerId="LiveId" clId="{DE40780E-EFA5-4970-BF3D-38E349A22C12}" dt="2025-05-09T07:43:45.404" v="199" actId="20577"/>
        <pc:sldMkLst>
          <pc:docMk/>
          <pc:sldMk cId="159884778" sldId="574"/>
        </pc:sldMkLst>
      </pc:sldChg>
      <pc:sldChg chg="modSp mod">
        <pc:chgData name="强 李" userId="cd6c7ec7188785ae" providerId="LiveId" clId="{DE40780E-EFA5-4970-BF3D-38E349A22C12}" dt="2025-05-09T07:41:48.436" v="22" actId="20577"/>
        <pc:sldMkLst>
          <pc:docMk/>
          <pc:sldMk cId="3921434846" sldId="587"/>
        </pc:sldMkLst>
      </pc:sldChg>
      <pc:sldChg chg="modSp mod">
        <pc:chgData name="强 李" userId="cd6c7ec7188785ae" providerId="LiveId" clId="{DE40780E-EFA5-4970-BF3D-38E349A22C12}" dt="2025-05-09T07:45:00.616" v="339"/>
        <pc:sldMkLst>
          <pc:docMk/>
          <pc:sldMk cId="3468762565" sldId="593"/>
        </pc:sldMkLst>
      </pc:sldChg>
      <pc:sldChg chg="modSp mod">
        <pc:chgData name="强 李" userId="cd6c7ec7188785ae" providerId="LiveId" clId="{DE40780E-EFA5-4970-BF3D-38E349A22C12}" dt="2025-05-09T07:42:36.059" v="41"/>
        <pc:sldMkLst>
          <pc:docMk/>
          <pc:sldMk cId="340286292" sldId="594"/>
        </pc:sldMkLst>
      </pc:sldChg>
      <pc:sldChg chg="del">
        <pc:chgData name="强 李" userId="cd6c7ec7188785ae" providerId="LiveId" clId="{DE40780E-EFA5-4970-BF3D-38E349A22C12}" dt="2025-05-09T07:43:57.728" v="200" actId="47"/>
        <pc:sldMkLst>
          <pc:docMk/>
          <pc:sldMk cId="4003489816" sldId="599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神的儿女与受苦的关系？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sz="2800" dirty="0"/>
            <a:t>热心行善还会遭人毁谤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zh-CN" sz="2800" dirty="0"/>
            <a:t>经文提到蒙福的途径之一是什么？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EBCF6D5C-1466-4892-A3A7-68FBBA2AFB03}">
      <dgm:prSet custT="1"/>
      <dgm:spPr/>
      <dgm:t>
        <a:bodyPr/>
        <a:lstStyle/>
        <a:p>
          <a:pPr>
            <a:buFont typeface="+mj-cs"/>
            <a:buAutoNum type="arabicDbPlain"/>
          </a:pPr>
          <a:r>
            <a:rPr lang="zh-CN" altLang="en-US" sz="2400" dirty="0"/>
            <a:t>经文提到“心里尊主基督为圣”，你认为在日常生活中，怎样才能真正把基督放在首位？</a:t>
          </a:r>
        </a:p>
      </dgm:t>
    </dgm:pt>
    <dgm:pt modelId="{EF4D3ED9-178C-4094-B666-B679CD1EB2DF}" type="parTrans" cxnId="{57606B5B-C010-42E3-AD0E-6EC36D7C7C45}">
      <dgm:prSet/>
      <dgm:spPr/>
      <dgm:t>
        <a:bodyPr/>
        <a:lstStyle/>
        <a:p>
          <a:endParaRPr lang="zh-CN" altLang="en-US"/>
        </a:p>
      </dgm:t>
    </dgm:pt>
    <dgm:pt modelId="{DF18CF76-97EC-49FF-8340-CA185AA4CF04}" type="sibTrans" cxnId="{57606B5B-C010-42E3-AD0E-6EC36D7C7C45}">
      <dgm:prSet/>
      <dgm:spPr/>
      <dgm:t>
        <a:bodyPr/>
        <a:lstStyle/>
        <a:p>
          <a:endParaRPr lang="zh-CN" altLang="en-US"/>
        </a:p>
      </dgm:t>
    </dgm:pt>
    <dgm:pt modelId="{617CB348-B620-4A3D-A1B0-0B8AAA6401C5}">
      <dgm:prSet custT="1"/>
      <dgm:spPr/>
      <dgm:t>
        <a:bodyPr/>
        <a:lstStyle/>
        <a:p>
          <a:pPr>
            <a:buFont typeface="+mj-cs"/>
            <a:buAutoNum type="arabicDbPlain"/>
          </a:pPr>
          <a:r>
            <a:rPr lang="zh-CN" altLang="en-US" sz="2800" dirty="0"/>
            <a:t>当别人询问你信仰的缘由时，你是否常常“常作准备”，以温柔、敬畏的心回答他们？</a:t>
          </a:r>
        </a:p>
      </dgm:t>
    </dgm:pt>
    <dgm:pt modelId="{DE541C0D-5252-4F45-A579-3339F8405CD0}" type="parTrans" cxnId="{54DCE341-6760-48F6-B3A0-698CE93C3D96}">
      <dgm:prSet/>
      <dgm:spPr/>
      <dgm:t>
        <a:bodyPr/>
        <a:lstStyle/>
        <a:p>
          <a:endParaRPr lang="zh-CN" altLang="en-US"/>
        </a:p>
      </dgm:t>
    </dgm:pt>
    <dgm:pt modelId="{E6D5CDAA-05F7-4AAE-969F-EDE0DDF7DC2F}" type="sibTrans" cxnId="{54DCE341-6760-48F6-B3A0-698CE93C3D96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3"/>
      <dgm:spPr/>
    </dgm:pt>
    <dgm:pt modelId="{D380AF95-F959-4D0A-B7E1-7422A5B1EAB9}" type="pres">
      <dgm:prSet presAssocID="{C176FC01-0F21-475B-85EA-274FB5949CEE}" presName="parentText" presStyleLbl="node1" presStyleIdx="0" presStyleCnt="3" custScaleX="142857" custScaleY="312765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3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281E1A1C-C8ED-4A20-BF24-A8E7DA0933F7}" type="pres">
      <dgm:prSet presAssocID="{EBCF6D5C-1466-4892-A3A7-68FBBA2AFB03}" presName="parentLin" presStyleCnt="0"/>
      <dgm:spPr/>
    </dgm:pt>
    <dgm:pt modelId="{196832D3-5979-45A7-B1F3-3C4F6245D15A}" type="pres">
      <dgm:prSet presAssocID="{EBCF6D5C-1466-4892-A3A7-68FBBA2AFB03}" presName="parentLeftMargin" presStyleLbl="node1" presStyleIdx="0" presStyleCnt="3"/>
      <dgm:spPr/>
    </dgm:pt>
    <dgm:pt modelId="{DEA7F92F-7EB3-49DB-AADD-6EBC0E0CDC23}" type="pres">
      <dgm:prSet presAssocID="{EBCF6D5C-1466-4892-A3A7-68FBBA2AFB03}" presName="parentText" presStyleLbl="node1" presStyleIdx="1" presStyleCnt="3" custScaleX="157466" custScaleY="313869">
        <dgm:presLayoutVars>
          <dgm:chMax val="0"/>
          <dgm:bulletEnabled val="1"/>
        </dgm:presLayoutVars>
      </dgm:prSet>
      <dgm:spPr/>
    </dgm:pt>
    <dgm:pt modelId="{0BD7F0E0-781E-4DA4-9F5F-AF826423473D}" type="pres">
      <dgm:prSet presAssocID="{EBCF6D5C-1466-4892-A3A7-68FBBA2AFB03}" presName="negativeSpace" presStyleCnt="0"/>
      <dgm:spPr/>
    </dgm:pt>
    <dgm:pt modelId="{46F9758E-B750-4135-A447-B1FFA867E210}" type="pres">
      <dgm:prSet presAssocID="{EBCF6D5C-1466-4892-A3A7-68FBBA2AFB03}" presName="childText" presStyleLbl="conFgAcc1" presStyleIdx="1" presStyleCnt="3">
        <dgm:presLayoutVars>
          <dgm:bulletEnabled val="1"/>
        </dgm:presLayoutVars>
      </dgm:prSet>
      <dgm:spPr/>
    </dgm:pt>
    <dgm:pt modelId="{3DA4997D-5DA2-4526-A79C-093A0577BCF0}" type="pres">
      <dgm:prSet presAssocID="{DF18CF76-97EC-49FF-8340-CA185AA4CF04}" presName="spaceBetweenRectangles" presStyleCnt="0"/>
      <dgm:spPr/>
    </dgm:pt>
    <dgm:pt modelId="{F95F99D0-B373-42B9-A38E-95C2A8E68357}" type="pres">
      <dgm:prSet presAssocID="{617CB348-B620-4A3D-A1B0-0B8AAA6401C5}" presName="parentLin" presStyleCnt="0"/>
      <dgm:spPr/>
    </dgm:pt>
    <dgm:pt modelId="{5766BECA-397A-4E5D-8197-A9A3D558BD07}" type="pres">
      <dgm:prSet presAssocID="{617CB348-B620-4A3D-A1B0-0B8AAA6401C5}" presName="parentLeftMargin" presStyleLbl="node1" presStyleIdx="1" presStyleCnt="3"/>
      <dgm:spPr/>
    </dgm:pt>
    <dgm:pt modelId="{5F7AAD39-03C5-425E-9C05-2D4ECC463532}" type="pres">
      <dgm:prSet presAssocID="{617CB348-B620-4A3D-A1B0-0B8AAA6401C5}" presName="parentText" presStyleLbl="node1" presStyleIdx="2" presStyleCnt="3" custScaleX="142997" custScaleY="419179">
        <dgm:presLayoutVars>
          <dgm:chMax val="0"/>
          <dgm:bulletEnabled val="1"/>
        </dgm:presLayoutVars>
      </dgm:prSet>
      <dgm:spPr/>
    </dgm:pt>
    <dgm:pt modelId="{EFED2B10-4311-4E5A-B83B-4793A0FA3746}" type="pres">
      <dgm:prSet presAssocID="{617CB348-B620-4A3D-A1B0-0B8AAA6401C5}" presName="negativeSpace" presStyleCnt="0"/>
      <dgm:spPr/>
    </dgm:pt>
    <dgm:pt modelId="{12560B9F-1536-4B1B-B6B9-EFE5B7039E4F}" type="pres">
      <dgm:prSet presAssocID="{617CB348-B620-4A3D-A1B0-0B8AAA6401C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28E3F08-EEEF-4DDD-B82B-706D10C968D2}" type="presOf" srcId="{EBCF6D5C-1466-4892-A3A7-68FBBA2AFB03}" destId="{196832D3-5979-45A7-B1F3-3C4F6245D15A}" srcOrd="0" destOrd="0" presId="urn:microsoft.com/office/officeart/2005/8/layout/list1"/>
    <dgm:cxn modelId="{0B6B8B3D-9665-4450-8638-44D86F0DBB76}" type="presOf" srcId="{617CB348-B620-4A3D-A1B0-0B8AAA6401C5}" destId="{5F7AAD39-03C5-425E-9C05-2D4ECC463532}" srcOrd="1" destOrd="0" presId="urn:microsoft.com/office/officeart/2005/8/layout/list1"/>
    <dgm:cxn modelId="{57606B5B-C010-42E3-AD0E-6EC36D7C7C45}" srcId="{0FFEBC65-5800-49C2-ACE8-714124562FFC}" destId="{EBCF6D5C-1466-4892-A3A7-68FBBA2AFB03}" srcOrd="1" destOrd="0" parTransId="{EF4D3ED9-178C-4094-B666-B679CD1EB2DF}" sibTransId="{DF18CF76-97EC-49FF-8340-CA185AA4CF04}"/>
    <dgm:cxn modelId="{D7A9205D-E60E-4C4F-92F4-72FF53452A0C}" type="presOf" srcId="{EBCF6D5C-1466-4892-A3A7-68FBBA2AFB03}" destId="{DEA7F92F-7EB3-49DB-AADD-6EBC0E0CDC23}" srcOrd="1" destOrd="0" presId="urn:microsoft.com/office/officeart/2005/8/layout/list1"/>
    <dgm:cxn modelId="{54DCE341-6760-48F6-B3A0-698CE93C3D96}" srcId="{0FFEBC65-5800-49C2-ACE8-714124562FFC}" destId="{617CB348-B620-4A3D-A1B0-0B8AAA6401C5}" srcOrd="2" destOrd="0" parTransId="{DE541C0D-5252-4F45-A579-3339F8405CD0}" sibTransId="{E6D5CDAA-05F7-4AAE-969F-EDE0DDF7DC2F}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D5400CC0-683E-4221-A4BD-5F4C2A427A55}" type="presOf" srcId="{617CB348-B620-4A3D-A1B0-0B8AAA6401C5}" destId="{5766BECA-397A-4E5D-8197-A9A3D558BD07}" srcOrd="0" destOrd="0" presId="urn:microsoft.com/office/officeart/2005/8/layout/list1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394B2C3-382D-4134-82D0-C120C354E4CC}" type="presParOf" srcId="{1F12DA8F-2D73-42EB-96BB-B7F23E046792}" destId="{281E1A1C-C8ED-4A20-BF24-A8E7DA0933F7}" srcOrd="4" destOrd="0" presId="urn:microsoft.com/office/officeart/2005/8/layout/list1"/>
    <dgm:cxn modelId="{2F4D8409-1753-4E68-AEC9-742E77AEB82B}" type="presParOf" srcId="{281E1A1C-C8ED-4A20-BF24-A8E7DA0933F7}" destId="{196832D3-5979-45A7-B1F3-3C4F6245D15A}" srcOrd="0" destOrd="0" presId="urn:microsoft.com/office/officeart/2005/8/layout/list1"/>
    <dgm:cxn modelId="{04FD0AE4-C185-4C8B-A006-2B5FE571FC6F}" type="presParOf" srcId="{281E1A1C-C8ED-4A20-BF24-A8E7DA0933F7}" destId="{DEA7F92F-7EB3-49DB-AADD-6EBC0E0CDC23}" srcOrd="1" destOrd="0" presId="urn:microsoft.com/office/officeart/2005/8/layout/list1"/>
    <dgm:cxn modelId="{2B5D8F1F-DA53-421B-AD9D-279A552CCCA5}" type="presParOf" srcId="{1F12DA8F-2D73-42EB-96BB-B7F23E046792}" destId="{0BD7F0E0-781E-4DA4-9F5F-AF826423473D}" srcOrd="5" destOrd="0" presId="urn:microsoft.com/office/officeart/2005/8/layout/list1"/>
    <dgm:cxn modelId="{141F8606-68CD-4062-B687-094506887147}" type="presParOf" srcId="{1F12DA8F-2D73-42EB-96BB-B7F23E046792}" destId="{46F9758E-B750-4135-A447-B1FFA867E210}" srcOrd="6" destOrd="0" presId="urn:microsoft.com/office/officeart/2005/8/layout/list1"/>
    <dgm:cxn modelId="{6479B65D-21F4-45C4-9E0E-0089E11B77DA}" type="presParOf" srcId="{1F12DA8F-2D73-42EB-96BB-B7F23E046792}" destId="{3DA4997D-5DA2-4526-A79C-093A0577BCF0}" srcOrd="7" destOrd="0" presId="urn:microsoft.com/office/officeart/2005/8/layout/list1"/>
    <dgm:cxn modelId="{87536D06-7B63-47A2-985F-8EB515FE8DB0}" type="presParOf" srcId="{1F12DA8F-2D73-42EB-96BB-B7F23E046792}" destId="{F95F99D0-B373-42B9-A38E-95C2A8E68357}" srcOrd="8" destOrd="0" presId="urn:microsoft.com/office/officeart/2005/8/layout/list1"/>
    <dgm:cxn modelId="{00603188-B8DA-4951-B728-BE178285BA04}" type="presParOf" srcId="{F95F99D0-B373-42B9-A38E-95C2A8E68357}" destId="{5766BECA-397A-4E5D-8197-A9A3D558BD07}" srcOrd="0" destOrd="0" presId="urn:microsoft.com/office/officeart/2005/8/layout/list1"/>
    <dgm:cxn modelId="{CB896AA2-049A-4D20-A638-45478ACD1E05}" type="presParOf" srcId="{F95F99D0-B373-42B9-A38E-95C2A8E68357}" destId="{5F7AAD39-03C5-425E-9C05-2D4ECC463532}" srcOrd="1" destOrd="0" presId="urn:microsoft.com/office/officeart/2005/8/layout/list1"/>
    <dgm:cxn modelId="{71272BED-F594-4D86-8582-E6DBF04B9E3A}" type="presParOf" srcId="{1F12DA8F-2D73-42EB-96BB-B7F23E046792}" destId="{EFED2B10-4311-4E5A-B83B-4793A0FA3746}" srcOrd="9" destOrd="0" presId="urn:microsoft.com/office/officeart/2005/8/layout/list1"/>
    <dgm:cxn modelId="{7D72A9C3-308C-4555-8A96-440A81C96A97}" type="presParOf" srcId="{1F12DA8F-2D73-42EB-96BB-B7F23E046792}" destId="{12560B9F-1536-4B1B-B6B9-EFE5B7039E4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神的儿女与受苦的关系？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kern="1200" dirty="0"/>
            <a:t>热心行善还会遭人毁谤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1300263"/>
          <a:ext cx="7543982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59149" y="136740"/>
          <a:ext cx="7182983" cy="13849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kern="1200" dirty="0"/>
            <a:t>经文提到蒙福的途径之一是什么？</a:t>
          </a:r>
          <a:endParaRPr lang="en-US" sz="2800" kern="1200" dirty="0"/>
        </a:p>
      </dsp:txBody>
      <dsp:txXfrm>
        <a:off x="426755" y="204346"/>
        <a:ext cx="7047771" cy="1249711"/>
      </dsp:txXfrm>
    </dsp:sp>
    <dsp:sp modelId="{46F9758E-B750-4135-A447-B1FFA867E210}">
      <dsp:nvSpPr>
        <dsp:cNvPr id="0" name=""/>
        <dsp:cNvSpPr/>
      </dsp:nvSpPr>
      <dsp:spPr>
        <a:xfrm>
          <a:off x="0" y="2927675"/>
          <a:ext cx="7543982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7F92F-7EB3-49DB-AADD-6EBC0E0CDC23}">
      <dsp:nvSpPr>
        <dsp:cNvPr id="0" name=""/>
        <dsp:cNvSpPr/>
      </dsp:nvSpPr>
      <dsp:spPr>
        <a:xfrm>
          <a:off x="327102" y="1759263"/>
          <a:ext cx="7211049" cy="1389811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cs"/>
            <a:buNone/>
          </a:pPr>
          <a:r>
            <a:rPr lang="zh-CN" altLang="en-US" sz="2400" kern="1200" dirty="0"/>
            <a:t>经文提到“心里尊主基督为圣”，你认为在日常生活中，怎样才能真正把基督放在首位？</a:t>
          </a:r>
        </a:p>
      </dsp:txBody>
      <dsp:txXfrm>
        <a:off x="394947" y="1827108"/>
        <a:ext cx="7075359" cy="1254121"/>
      </dsp:txXfrm>
    </dsp:sp>
    <dsp:sp modelId="{12560B9F-1536-4B1B-B6B9-EFE5B7039E4F}">
      <dsp:nvSpPr>
        <dsp:cNvPr id="0" name=""/>
        <dsp:cNvSpPr/>
      </dsp:nvSpPr>
      <dsp:spPr>
        <a:xfrm>
          <a:off x="0" y="5021400"/>
          <a:ext cx="7543982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AAD39-03C5-425E-9C05-2D4ECC463532}">
      <dsp:nvSpPr>
        <dsp:cNvPr id="0" name=""/>
        <dsp:cNvSpPr/>
      </dsp:nvSpPr>
      <dsp:spPr>
        <a:xfrm>
          <a:off x="358781" y="3386675"/>
          <a:ext cx="7182648" cy="1856124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cs"/>
            <a:buNone/>
          </a:pPr>
          <a:r>
            <a:rPr lang="zh-CN" altLang="en-US" sz="2800" kern="1200" dirty="0"/>
            <a:t>当别人询问你信仰的缘由时，你是否常常“常作准备”，以温柔、敬畏的心回答他们？</a:t>
          </a:r>
        </a:p>
      </dsp:txBody>
      <dsp:txXfrm>
        <a:off x="449390" y="3477284"/>
        <a:ext cx="7001430" cy="1674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2025/9/13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46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9A21-8164-4C55-7DC7-D6F84347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5600E5-76CD-25B4-BB04-B06779901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A0369D-C8FD-3F3F-F05E-4C6640EFC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83777-250A-F215-EABF-79BF09E9E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795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C66C-1E20-B579-ACDB-7AA232CE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5CF35D-8967-964A-0C03-646CCD902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77BA46-4795-AF3B-B013-3F1E3D77E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FBB90D-D5C8-9D93-945D-568A2A481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891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E4899-BABF-F9EC-39E5-86437378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4EEE19-D44A-595D-9257-353EDFEAE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5FA777-C05C-4BC5-C234-EAB2E6683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DAA4A9-1687-7609-C2EA-6FA34D09B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645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FBCC1-FC32-E75E-DC17-85E40653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62BE1B-091F-2D51-2672-9F141C058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19B698-5E0B-2DF1-C6AE-CBEFEB77D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4C5DF5-7BF1-4C18-FF10-2EED6EF81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106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EBDE-3B91-8B0F-72C7-2B1B75F8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D1AFB1-1572-F0FF-0738-91D991311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454323-3686-5122-ABD3-AF0CFA796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01096B-F91D-1B24-6185-AAE8C27A9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703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FA1B-6743-813B-062C-B715F098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07F0A5-64D1-7D42-E81E-214DF17EE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D52807-265C-58D3-4E6B-6D3128637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586CE7-CB86-EFDE-360E-044E04B80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116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D6E4-8D3B-5160-DC7A-73C5EDD1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09B142-7727-6CFD-E522-068C89F03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0DBDB7-BF56-C09A-D2A8-E1E544855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582BF7-4A76-AE61-02EE-F405D3F63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322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2B069-AEBA-1FDB-F7A9-EDEF2879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992963-CF93-F0FA-CF94-1CBD3FF27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053439-153B-58DD-4C3E-990407AFB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FF144-60B5-7485-EA45-20620FD54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376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AF90-4634-0F52-1985-FABBC67B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2CB6C9-2D8B-B9D0-3775-6808A63C1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8D8602-EE55-D623-37FA-D6660548B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9DEB4-3AA9-341F-F186-B3D1EEA47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568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C65B-3D0C-5D07-69FE-DB0DE30B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51C225-CA9F-DC98-6276-042490C9D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491892-1FE2-7DF9-5DEE-888FCE35A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0B9C44-14FD-797B-B845-9FEBBD778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869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03647-5EBB-0037-2589-63B7B65BA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562946-70AD-4E07-1043-EC6A5B2E4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E7B249-A807-EFEE-89D0-18E74B5B1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AA96D3-267E-5E36-CE62-742B041B3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488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B5B92-CC69-E25C-AC9D-37A68163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866F9B-B3CA-E2CA-C83D-0137F31C6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D19C22-8029-3F76-AC17-CC3DC7908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922F81-9752-4D1A-483D-A4C1AD718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313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652C-4066-473F-F8E1-70732AC3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481637-4DBE-3B11-7CAA-0DA6FEA38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67F0BB-4755-7B65-0091-A67B01F53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77DE55-A972-BE72-2038-B8B6E0C39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9746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408F-9023-A999-D8D1-F307F2A4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DDD04A-4900-DEBB-0649-9EDEEE8CD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18735B-1082-2389-75DE-E6DB0E0D5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F388DA-4C33-647F-7BA1-3D72044C2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3526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E0FC9-7E1C-51CC-5A53-DDDB48BD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02AD60-F18A-2D37-5420-EA2AD48B9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E0DE29-3124-71E9-C763-48A10620C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46A3A-AF6B-0051-057E-BACFB0505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79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2025/9/13 Saturday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2025/9/13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2025/9/13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0" name="Rectangle 108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2E3B0D-1DD2-7914-3679-96FEE90A99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722" r="-1" b="9469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01" name="Rectangle 109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819900" y="1566813"/>
            <a:ext cx="5219700" cy="21014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800" b="1" dirty="0">
                <a:ln/>
                <a:solidFill>
                  <a:schemeClr val="tx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尊主为圣为义受苦</a:t>
            </a:r>
            <a:endParaRPr lang="en-US" altLang="zh-CN" sz="4800" b="1" dirty="0">
              <a:ln/>
              <a:solidFill>
                <a:schemeClr val="tx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zh-CN" dirty="0"/>
              <a:t>彼得前书三章</a:t>
            </a:r>
            <a:r>
              <a:rPr lang="en-US" altLang="zh-CN" dirty="0"/>
              <a:t>13~17</a:t>
            </a:r>
            <a:r>
              <a:rPr lang="zh-CN" altLang="zh-CN" dirty="0"/>
              <a:t>节</a:t>
            </a:r>
            <a:endParaRPr lang="en-US" altLang="zh-CN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102" name="Rectangle 109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03" name="Rectangle 109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前言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7254975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9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3:13】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你们若是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热心行善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，有谁害你们呢？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3:14a】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你们就是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为义受苦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，也是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有福的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3:14b】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不要怕人的威吓，也不要惊慌（“的威吓”或作“所怕的”），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只要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心里尊主基督为圣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。有人问你们心中盼望的缘由，就要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常作准备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，以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温柔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敬畏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的心回答各人。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3:16】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存着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无亏的良心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，叫你们在何事上被毁谤，就在何事上可以叫那诬赖你们在基督里有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好品行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的人自觉羞愧。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3:17】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　神的旨意若是叫你们因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行善受苦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，总强如因行恶受苦。</a:t>
            </a:r>
            <a:endParaRPr lang="zh-CN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彼前三章</a:t>
            </a:r>
            <a:r>
              <a:rPr lang="en-US" altLang="zh-CN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13~17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662230" y="1794514"/>
            <a:ext cx="8867539" cy="32689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</a:t>
            </a: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14a</a:t>
            </a: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节，为义受苦是有福的。</a:t>
            </a:r>
          </a:p>
          <a:p>
            <a:pPr>
              <a:lnSpc>
                <a:spcPct val="200000"/>
              </a:lnSpc>
            </a:pP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14b</a:t>
            </a: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15</a:t>
            </a: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节，活出尊主为圣见证。</a:t>
            </a:r>
          </a:p>
          <a:p>
            <a:pPr>
              <a:lnSpc>
                <a:spcPct val="200000"/>
              </a:lnSpc>
            </a:pP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16</a:t>
            </a: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17</a:t>
            </a:r>
            <a:r>
              <a:rPr lang="zh-CN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节，无亏良心与美好品行。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0" y="6263670"/>
            <a:ext cx="8180832" cy="59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3:17】</a:t>
            </a:r>
            <a:r>
              <a:rPr lang="zh-CN" altLang="en-US" sz="1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　</a:t>
            </a:r>
            <a:r>
              <a:rPr lang="zh-CN" altLang="en-US" sz="24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神的旨意</a:t>
            </a:r>
            <a:r>
              <a:rPr lang="zh-CN" altLang="en-US" sz="1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若是叫你们因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行善受苦</a:t>
            </a:r>
            <a:r>
              <a:rPr lang="zh-CN" altLang="en-US" sz="1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，总强如因行恶受苦。</a:t>
            </a:r>
            <a:endParaRPr lang="zh-CN" altLang="zh-CN" sz="1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049393" cy="578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身份：第一章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2:9】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惟有你们是被拣选的族类，是有君尊的祭司，是圣洁的国度，是属　神的子民，要叫你们宣扬那召你们出黑暗、入奇妙光明者的美德。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生活：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节开始阐述做为神的儿女我们在地上生活的一些要求或者命令。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13~17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节，是在讲述我们与社会的关系，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18~20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是讲述我们在职场上的关系，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1~7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，是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讲述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家庭中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的关系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8~12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节，群体生活原则（神儿女内部之间）。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6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节，为义受苦。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~17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节是为义受苦的命令（神儿女对外之间）。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到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节，是基督的受苦带给我们的救恩。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节是基督徒受苦的生活。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13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节，为义受苦是有福的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两个方面：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第一方面：行善是命令。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第二方面：受苦是福气。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684FDC-0FF7-89F2-9187-5F0E9ED8CA01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3:13】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你们若是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热心行善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，有谁害你们呢？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你们就是为义受苦，也是有福的。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200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1D3CA-D84E-AC76-EE16-76CD1187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329C9B2-F8B7-D96A-7575-978262F9573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13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节，为义受苦是有福的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C0FB36-2F30-BF74-7C90-07486C544DE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热心行善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反问来表达肯定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常识：大部分的人很少会愿意伤害热心行善的基督徒。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我们有神的帮助和看顾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节强调“主的眼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看顾义人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，主的耳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听他们的祈祷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8:31】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既是这样，还有什么说的呢？　神若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帮助我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们，谁能敌挡我们呢？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56:4】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我倚靠　神，我要赞美他的话；我倚靠　神，必不惧怕。血气之辈能把我怎么样呢？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32556-EF44-DE89-4CF8-47BF9DB9992A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3:13】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你们若是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热心行善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，有谁害你们呢？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326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47F8-07BE-CB8A-6926-1D1A4AAF6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1E336BD-72B7-C234-2C04-6C44305068E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13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节，为义受苦是有福的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7D3BFC-D712-3B92-AD3F-06C2A855ABF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态度：热心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积极竭力而行做到经上所说的“热心”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节强调是持续性，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13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节强调是积极性。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13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节：不仅需要持续，且要积极而行，为得是荣耀见证主的名。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应用：基督徒医生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行善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143000" lvl="2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基督徒的善是有标准的：圣经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143000" lvl="2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应用：祭祖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孝敬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BB8900-D8DD-33F0-46DB-F66906BB5B8D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3:13】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你们若是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热心行善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，有谁害你们呢？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29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B016-851D-F46A-A5F7-0476D104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E2361CF-2FDE-43A8-8D45-1634E1E33DE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13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节，为义受苦是有福的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6B3803-61FC-83AC-AE6F-05BA740A7D8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受苦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没有十足的保证说如此就不会受苦，即使基督也受苦虽是为我们。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徒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10:38】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　神怎样以圣灵和能力膏拿撒勒人耶稣，这都是你们知道的。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他周流四方，行善事，医好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凡被魔鬼压制的人，因为　神与他同在。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祂自己没有逃避苦难，而我们做为神的儿女，也不自认为可以避开所有的苦难。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约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16:33】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我将这些事告诉你们，是要叫你们在我里面有平安。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在世上你们有苦难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，但你们可以放心，我已经胜了世界。”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彼得在此也是提醒神的儿女们，不必因为蒙召受苦而感觉奇怪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4:12】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亲爱的弟兄啊，有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火炼的试验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临到你们，不要以为奇怪（似乎是遭遇非常的事），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7F950B-49F8-A6AB-6B40-F956B7F6C309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你们就是为义受苦，也是有福的。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977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A296C-5AE6-4B0E-C1C2-F13C226D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F4C2F5B-8184-61D7-EC6C-FCCA8F0EF1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13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节，为义受苦是有福的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1B378F-E418-26D6-D260-774692BE12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286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有福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143000" lvl="2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受苦不是神不能掌管，更不是被神咒诅。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5:10】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为义受逼迫的人有福了，因为天国是他们的。</a:t>
            </a: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5:11】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人若因我辱骂你们，逼迫你们，捏造各样坏话毁谤你们，你们就有福了。</a:t>
            </a: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主耶稣在此不只是宣告，也是宣告一种赐福的开始。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143000" lvl="2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当我们为基督或者说因信仰而受苦的时刻也是蒙神赐福的时刻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143000" lvl="2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“就是”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表达有可能，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13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节有应许神的同在和保守，但苦难仍有可能会发生。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思想古代圣徒所遭遇的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E63D97-F697-C991-5839-BAEE54EF58A6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你们就是为义受苦，也是有福的。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154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FE03-3BEE-7360-C89C-C2A3F0F08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170A6B0-DC3C-43E0-5605-538E1DA1073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13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节，为义受苦是有福的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4FA869-9348-FAE4-830A-71A748F0875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有福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思想古代圣徒所遭遇的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</a:t>
            </a: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十一位使徒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600200" lvl="3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主啊，你往何处去？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</a:t>
            </a:r>
          </a:p>
          <a:p>
            <a:pPr marL="2057400" lvl="4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皇帝尼禄在罗马火灾之后，下令大火并嫁祸基督徒，用这一借口展开残酷的迫害。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057400" lvl="4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当彼得逃离罗马时，在亚比安路遇到走向罗马的基督。他问：“主啊，你往何处去？”基督回答说：“我要回去，让他们再一次把我钉在十字架上。”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057400" lvl="4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相传彼得最终在罗马被倒钉十字架。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0F0586-2F9A-FB85-9C70-3607E5008F37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你们就是为义受苦，也是有福的。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8560F2-A694-7626-FF26-8014E32FADDA}"/>
              </a:ext>
            </a:extLst>
          </p:cNvPr>
          <p:cNvSpPr txBox="1"/>
          <p:nvPr/>
        </p:nvSpPr>
        <p:spPr>
          <a:xfrm>
            <a:off x="0" y="6206073"/>
            <a:ext cx="10594848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【罗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8:28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】我们晓得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万事都互相效力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，叫爱　神的人得益处，就是按他旨意被召的人。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3036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CE6D2-7A99-C255-21FB-917115D2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9825681-7F54-3E04-7045-47F73B799E8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14b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15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节，活出尊主为圣见证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A274DA-EFE9-69C7-E246-D8D11B5F2E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92000" cy="421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“只要”：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强调“只要”：“不要”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……“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也不要”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……“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只要”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……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经文出自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赛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八章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~13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赛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8:12】“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这百姓说同谋背叛，你们不要说同谋背叛。他们所怕的，你们不要怕，也不要畏惧。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赛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8:13】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但要尊万军之耶和华为圣，以他为你们所当怕的、所当畏惧的。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“不要怕、惊慌”：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143000" lvl="2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人怕是可见的得失：财产、名誉、健康等等。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143000" lvl="2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不怕的背后的核心是我们要知道这个世界是谁在最终掌权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143000" lvl="2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为什么会“惊慌”呢？因为没有依靠。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E3A727-89C3-4655-CBC0-B31B0FA9077B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不要怕人的威吓，也不要惊慌（“的威吓”或作“所怕的”），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只要心里尊主基督为圣。有人问你们心中盼望的缘由，就要常作准备，以温柔、敬畏的心回答各人。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6398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B908-E419-DBA1-E995-EAF11FF4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CE816CC-99FD-0F03-EC85-4EFCFF0338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14b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15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节，活出尊主为圣见证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591FF6-11E5-A807-1D01-CB5705D5439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92000" cy="421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第一：敬畏对象：不同，导致生命的方向不同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第二：随时准备：见证盼望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第三：见证方式：温柔与敬畏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C1F1E7-77B0-3E79-D43B-EDCFA27EC2DF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不要怕人的威吓，也不要惊慌（“的威吓”或作“所怕的”），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只要心里尊主基督为圣。有人问你们心中盼望的缘由，就要常作准备，以温柔、敬畏的心回答各人。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054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CEFB1-132A-6FE4-17C6-9CBE3C2F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C1D7828-BB36-0FEE-76FE-26B8665CFF4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14b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15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节，活出尊主为圣见证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65DA6F-6AAB-4906-CF2B-4E9719DE70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92000" cy="421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第一：敬畏对象：不同，导致生命的方向不同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世人以这个世界为他们所依靠和追求的。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神的儿女，我们所敬畏的对象则是经文所说“主基督为圣”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我们存在的价值就在于此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所以世界带给不了恐惧和惊吓，所以彼得这里强调不要“怕”。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世人永远不能把基督从我们心中夺走。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不是说基督徒就没有七情六欲等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9:3】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为我弟兄、我骨肉之亲，就是自己被咒诅，与基督分离，我也愿意。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这并不是说保罗就真正与基督分离，而是表达他对其同族的爱之深，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我们的真正的喜乐和盼望的源头是主耶稣基督，而非我们所遭遇现今事情。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EA3392-9B57-A98B-9E06-EFF304C59A9E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3:14b】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不要怕人的威吓，也不要惊慌（“的威吓”或作“所怕的”），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只要心里尊主基督为圣。有人问你们心中盼望的缘由，就要常作准备，以温柔、敬畏的心回答各人。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0621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7E18-5DA9-E257-0A2D-9AFD6768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3EB6FA5-3260-BBD7-B232-9924DD07EE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14b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15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节，活出尊主为圣见证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9A1996-77E4-73A7-DB04-2C818CA04D2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第二：随时准备：见证盼望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不同：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善行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内心坚定的盼望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始终尊主基督为圣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“回答”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“辩护”或者“护教”之意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持续的预备，随时可以回应讲明自己的信仰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正确的内容，表明福音的内容或者真理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盼望是与信心是同义词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基督徒都是以耶稣基督为我们的救主和生命的主。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以“信心”为焦点的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D00DC5-F726-D837-93F0-CC249DCC6B58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3:15】……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有人问你们心中盼望的缘由，就要常作准备，以温柔、敬畏的心回答各人。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3130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C89C2-D1AB-5955-0333-E6E85292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6581967-E585-0C36-A6E7-ED435015AA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14b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15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节，活出尊主为圣见证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71E900-4EAB-22E8-5DE0-2C8613D3CC1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645286"/>
            <a:ext cx="12192000" cy="5212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第三：见证方式：温柔与敬畏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温柔：不是软弱，而是克制自己，不以恶报恶，不强夺别人的观点或者强迫别人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让人能藉着言语在知识或者真理上受益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在心灵里触摸到我们做为神的儿女柔软的心肠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敬畏：在回答人时，不是倚靠自己的聪明，而是带着对神的敬畏。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把权利交给神，让神在其心中做工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改变人的是神，而非我们的知识或者口才能力等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结果：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不骄不傲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不气馁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结果交在神的手中，归荣耀给神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应用：有位姊妹在公司因信仰被调侃，但她以温柔回答：“我信主不是因为我完美，而是因为我需要救主。”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18367A-31D5-F55F-80C8-0C30B33AEC61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3:15】……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有人问你们心中盼望的缘由，就要常作准备，以温柔、敬畏的心回答各人。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3874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FD9D-6E1E-310F-C698-F0D996DB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EA60F5B-36D6-AAC5-FEE3-244B1F74B1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16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节，无亏良心与美好品行。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F3C094-91F2-0284-88B7-DF53F613CDD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92000" cy="421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“无亏的良心”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人尽到良心的本份，保持纯洁不败坏，不被罪所玷污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产生“爱”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提前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1:5】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但命令的总归就是爱，这爱是从清洁的心和无亏的良心、无伪的信心生出来的。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坦然无惧的站立在神和人面前，而不怕控告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徒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23:1】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保罗定睛看着公会的人，说：“弟兄们，我在　神面前行事为人都是凭着良心，直到今日。”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“无亏”，让我们在神和人面前不仅没有罪咎感，也没有负债感。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竭力在神面前不但竭力保持圣洁避免犯罪，而且要努力也不欠债，无负债感。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徒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24:16】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我因此自己勉励，对　神对人，常存无亏的良心。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18BBF0-7C3A-C99D-A71B-9E2111C431B1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3:16】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存着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无亏的良心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，叫你们在何事上被毁谤，就在何事上可以叫那诬赖你们在基督里有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好品行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的人自觉羞愧。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3:17】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　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神的旨意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若是叫你们因行善受苦，总强如因行恶受苦。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4690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E6BF5-9791-0AA5-F18D-DA1D1A63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33E0AE6-BD1F-9AD5-200A-9640BA9860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16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节，无亏良心与美好品行。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053D97-89FB-BA60-D65D-CB1445673C7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92000" cy="421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“好品行”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不是以恶报恶，而是以“在基督里的有好品行”，让逼迫我们的人“自觉羞愧”。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世人可能拒绝我们的言语，却无法否认我们善行的见证。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5:16】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你们的光也当这样照在人前，叫他们看见你们的好行为，便将荣耀归给你们在天上的父。”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8:28】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我们晓得万事都互相效力，叫爱　神的人得益处，就是按他旨意被召的人。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能够接受苦难是神的计划的一部份，因而能以神的保守来装备自己，抵挡这个敌对的世界。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312633-A2E7-FB3C-D859-2C5969FB029D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3:16】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存着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无亏的良心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，叫你们在何事上被毁谤，就在何事上可以叫那诬赖你们在基督里有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好品行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的人自觉羞愧。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3:17】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　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神的旨意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若是叫你们因行善受苦，总强如因行恶受苦。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276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C955C-BB96-B394-A877-770AC445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1D7C1C4-FC23-7FDA-AACD-942A6EABECE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16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节，无亏良心与美好品行。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EE8B06-ED50-6B8C-F57D-09C90BB8B9B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92000" cy="421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“因行善受苦，总强如因行恶受苦”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总结：因犯罪受惩罚是羞辱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因义受苦却是荣耀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世人常为作恶受苦，基督徒若因善行受苦，却是与基督同受苦难，这是神的旨意，也是进入荣耀的道路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呼应：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2:20】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你们若因犯罪受责打，能忍耐，有什么可夸的呢？但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你们若因行善受苦，能忍耐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，这在　神看是可喜爱的。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世人常为作恶受苦，基督徒若因善行受苦，却是与基督同受苦难，这是神的旨意，也是进入荣耀的道路。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8654CF-3646-3719-C023-1C79844ED733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3:16】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存着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无亏的良心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，叫你们在何事上被毁谤，就在何事上可以叫那诬赖你们在基督里有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好品行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的人自觉羞愧。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3:17】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　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神的旨意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若是叫你们因行善受苦，总强如因行恶受苦。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6314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DE13-8152-87D8-159B-E628E0A84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D1D90C0-A9C6-2A29-9CA4-E47F4594F1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16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节，无亏良心与美好品行。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A81B0D-7672-3EEE-154C-3A7EA514609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92000" cy="421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“神的旨意”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彼得回归到“神的旨意”为起始点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强调凡事都在神的掌管中，而我们要做了就遵神的命令行，将荣耀归给神。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B04EC5-538B-9494-2851-43D2C4696B31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3:16】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存着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无亏的良心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，叫你们在何事上被毁谤，就在何事上可以叫那诬赖你们在基督里有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好品行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的人自觉羞愧。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3:17】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　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神的旨意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若是叫你们因行善受苦，总强如因行恶受苦。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5995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CED0C-9BFB-A33A-75FB-169EDFCC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53048A0-7386-D0C0-6FBB-1D4E539321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应用：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B1CDB9-92CC-1216-F90E-BC86B82CBB3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072896"/>
            <a:ext cx="12192000" cy="57851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三种态度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不怕人的威吓（信心）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尊基督为圣（盼望）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以温柔敬畏见证（爱心）</a:t>
            </a: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当今挑战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在家庭里，信主可能被误解为叛逆。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在职场中，坚持公义可能被孤立。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在社会里，信仰常被边缘化。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我们是否愿意为基督的名受苦？</a:t>
            </a: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最终盼望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神的眼目看顾义人，祂的耳垂听他们的祷告（彼前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3:12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受苦不是终点，荣耀才是结局。基督已复活，我们也必在祂里面得胜。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683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4575836"/>
              </p:ext>
            </p:extLst>
          </p:nvPr>
        </p:nvGraphicFramePr>
        <p:xfrm>
          <a:off x="4648018" y="640822"/>
          <a:ext cx="754398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6838</TotalTime>
  <Words>3058</Words>
  <Application>Microsoft Office PowerPoint</Application>
  <PresentationFormat>宽屏</PresentationFormat>
  <Paragraphs>221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2025-09-13T03:47:22Z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