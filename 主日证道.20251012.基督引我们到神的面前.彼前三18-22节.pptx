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3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4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5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6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7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8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9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10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11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2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3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14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15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16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17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18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19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20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21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22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23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24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560" r:id="rId2"/>
    <p:sldId id="554" r:id="rId3"/>
    <p:sldId id="425" r:id="rId4"/>
    <p:sldId id="598" r:id="rId5"/>
    <p:sldId id="602" r:id="rId6"/>
    <p:sldId id="603" r:id="rId7"/>
    <p:sldId id="604" r:id="rId8"/>
    <p:sldId id="605" r:id="rId9"/>
    <p:sldId id="606" r:id="rId10"/>
    <p:sldId id="607" r:id="rId11"/>
    <p:sldId id="608" r:id="rId12"/>
    <p:sldId id="609" r:id="rId13"/>
    <p:sldId id="610" r:id="rId14"/>
    <p:sldId id="611" r:id="rId15"/>
    <p:sldId id="612" r:id="rId16"/>
    <p:sldId id="613" r:id="rId17"/>
    <p:sldId id="614" r:id="rId18"/>
    <p:sldId id="615" r:id="rId19"/>
    <p:sldId id="616" r:id="rId20"/>
    <p:sldId id="617" r:id="rId21"/>
    <p:sldId id="618" r:id="rId22"/>
    <p:sldId id="619" r:id="rId23"/>
    <p:sldId id="620" r:id="rId24"/>
    <p:sldId id="621" r:id="rId25"/>
    <p:sldId id="552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9" userDrawn="1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5497D1-93E4-4DCA-866F-B65318029599}" v="607" dt="2025-10-11T14:38:24.484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38" autoAdjust="0"/>
  </p:normalViewPr>
  <p:slideViewPr>
    <p:cSldViewPr snapToGrid="0">
      <p:cViewPr>
        <p:scale>
          <a:sx n="75" d="100"/>
          <a:sy n="75" d="100"/>
        </p:scale>
        <p:origin x="1914" y="762"/>
      </p:cViewPr>
      <p:guideLst>
        <p:guide orient="horz" pos="3249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</pc:sldChg>
      <pc:sldChg chg="ord">
        <pc:chgData name="强 李" userId="cd6c7ec7188785ae" providerId="LiveId" clId="{B6154CA8-8C72-45D2-BE76-D4B6167EDC87}" dt="2023-03-18T21:01:16.632" v="1"/>
        <pc:sldMkLst>
          <pc:docMk/>
          <pc:sldMk cId="3418790839" sldId="554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</pc:sldChg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modSp mod">
        <pc:chgData name="强 李" userId="cd6c7ec7188785ae" providerId="LiveId" clId="{87276778-7DB3-428F-B3B5-B40BFDCB90D5}" dt="2023-10-28T21:25:43.378" v="5" actId="20577"/>
        <pc:sldMkLst>
          <pc:docMk/>
          <pc:sldMk cId="1911491714" sldId="56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</pc:sldChg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</pc:sldChg>
    </pc:docChg>
  </pc:docChgLst>
  <pc:docChgLst>
    <pc:chgData name="强 李" userId="cd6c7ec7188785ae" providerId="LiveId" clId="{61586838-3426-4CA7-9136-A1D939CBC975}"/>
    <pc:docChg chg="undo custSel modSld">
      <pc:chgData name="强 李" userId="cd6c7ec7188785ae" providerId="LiveId" clId="{61586838-3426-4CA7-9136-A1D939CBC975}" dt="2025-05-07T03:54:48.731" v="331"/>
      <pc:docMkLst>
        <pc:docMk/>
      </pc:docMkLst>
      <pc:sldChg chg="modSp mod">
        <pc:chgData name="强 李" userId="cd6c7ec7188785ae" providerId="LiveId" clId="{61586838-3426-4CA7-9136-A1D939CBC975}" dt="2025-05-07T03:54:48.731" v="331"/>
        <pc:sldMkLst>
          <pc:docMk/>
          <pc:sldMk cId="530530540" sldId="553"/>
        </pc:sldMkLst>
      </pc:sldChg>
      <pc:sldChg chg="modSp modNotesTx">
        <pc:chgData name="强 李" userId="cd6c7ec7188785ae" providerId="LiveId" clId="{61586838-3426-4CA7-9136-A1D939CBC975}" dt="2025-05-07T03:52:22.952" v="287"/>
        <pc:sldMkLst>
          <pc:docMk/>
          <pc:sldMk cId="3418790839" sldId="554"/>
        </pc:sldMkLst>
      </pc:sldChg>
      <pc:sldChg chg="addSp delSp modSp mod setBg">
        <pc:chgData name="强 李" userId="cd6c7ec7188785ae" providerId="LiveId" clId="{61586838-3426-4CA7-9136-A1D939CBC975}" dt="2025-05-07T03:34:27.518" v="151" actId="1076"/>
        <pc:sldMkLst>
          <pc:docMk/>
          <pc:sldMk cId="1911491714" sldId="560"/>
        </pc:sldMkLst>
      </pc:sldChg>
      <pc:sldChg chg="modSp mod">
        <pc:chgData name="强 李" userId="cd6c7ec7188785ae" providerId="LiveId" clId="{61586838-3426-4CA7-9136-A1D939CBC975}" dt="2025-05-07T03:28:32.664" v="138"/>
        <pc:sldMkLst>
          <pc:docMk/>
          <pc:sldMk cId="3965997736" sldId="598"/>
        </pc:sldMkLst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</pc:sldChg>
    </pc:docChg>
  </pc:docChgLst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</pc:docChg>
  </pc:docChgLst>
  <pc:docChgLst>
    <pc:chgData name="强 李" userId="cd6c7ec7188785ae" providerId="LiveId" clId="{A32F0C07-3B09-4BF7-A417-253025ABDE6D}"/>
    <pc:docChg chg="undo custSel modSld">
      <pc:chgData name="强 李" userId="cd6c7ec7188785ae" providerId="LiveId" clId="{A32F0C07-3B09-4BF7-A417-253025ABDE6D}" dt="2025-08-23T06:40:32.499" v="68" actId="404"/>
      <pc:docMkLst>
        <pc:docMk/>
      </pc:docMkLst>
      <pc:sldChg chg="addSp delSp modSp mod">
        <pc:chgData name="强 李" userId="cd6c7ec7188785ae" providerId="LiveId" clId="{A32F0C07-3B09-4BF7-A417-253025ABDE6D}" dt="2025-08-23T06:40:32.499" v="68" actId="404"/>
        <pc:sldMkLst>
          <pc:docMk/>
          <pc:sldMk cId="1911491714" sldId="560"/>
        </pc:sldMkLst>
      </pc:sldChg>
    </pc:docChg>
  </pc:docChgLst>
  <pc:docChgLst>
    <pc:chgData name="强 李" userId="cd6c7ec7188785ae" providerId="LiveId" clId="{E0EEEAD3-6AF6-4BF1-A7F2-844E1D56509A}"/>
    <pc:docChg chg="undo custSel modSld">
      <pc:chgData name="强 李" userId="cd6c7ec7188785ae" providerId="LiveId" clId="{E0EEEAD3-6AF6-4BF1-A7F2-844E1D56509A}" dt="2024-04-14T13:20:11.078" v="800" actId="404"/>
      <pc:docMkLst>
        <pc:docMk/>
      </pc:docMkLst>
      <pc:sldChg chg="modSp mod">
        <pc:chgData name="强 李" userId="cd6c7ec7188785ae" providerId="LiveId" clId="{E0EEEAD3-6AF6-4BF1-A7F2-844E1D56509A}" dt="2024-04-14T13:19:54.428" v="798" actId="6549"/>
        <pc:sldMkLst>
          <pc:docMk/>
          <pc:sldMk cId="0" sldId="425"/>
        </pc:sldMkLst>
      </pc:sldChg>
      <pc:sldChg chg="addSp delSp modSp mod">
        <pc:chgData name="强 李" userId="cd6c7ec7188785ae" providerId="LiveId" clId="{E0EEEAD3-6AF6-4BF1-A7F2-844E1D56509A}" dt="2024-04-14T13:00:13.377" v="132" actId="1076"/>
        <pc:sldMkLst>
          <pc:docMk/>
          <pc:sldMk cId="54695671" sldId="531"/>
        </pc:sldMkLst>
      </pc:sldChg>
      <pc:sldChg chg="modSp mod">
        <pc:chgData name="强 李" userId="cd6c7ec7188785ae" providerId="LiveId" clId="{E0EEEAD3-6AF6-4BF1-A7F2-844E1D56509A}" dt="2024-04-14T13:15:23.462" v="509" actId="113"/>
        <pc:sldMkLst>
          <pc:docMk/>
          <pc:sldMk cId="1242525785" sldId="543"/>
        </pc:sldMkLst>
      </pc:sldChg>
      <pc:sldChg chg="modSp mod">
        <pc:chgData name="强 李" userId="cd6c7ec7188785ae" providerId="LiveId" clId="{E0EEEAD3-6AF6-4BF1-A7F2-844E1D56509A}" dt="2024-04-14T13:19:33.835" v="796" actId="14100"/>
        <pc:sldMkLst>
          <pc:docMk/>
          <pc:sldMk cId="419382719" sldId="552"/>
        </pc:sldMkLst>
      </pc:sldChg>
      <pc:sldChg chg="modSp mod">
        <pc:chgData name="强 李" userId="cd6c7ec7188785ae" providerId="LiveId" clId="{E0EEEAD3-6AF6-4BF1-A7F2-844E1D56509A}" dt="2024-04-14T13:07:43.147" v="272" actId="1038"/>
        <pc:sldMkLst>
          <pc:docMk/>
          <pc:sldMk cId="530530540" sldId="553"/>
        </pc:sldMkLst>
      </pc:sldChg>
      <pc:sldChg chg="modSp mod">
        <pc:chgData name="强 李" userId="cd6c7ec7188785ae" providerId="LiveId" clId="{E0EEEAD3-6AF6-4BF1-A7F2-844E1D56509A}" dt="2024-04-14T13:20:11.078" v="800" actId="404"/>
        <pc:sldMkLst>
          <pc:docMk/>
          <pc:sldMk cId="3418790839" sldId="554"/>
        </pc:sldMkLst>
      </pc:sldChg>
      <pc:sldChg chg="modSp mod">
        <pc:chgData name="强 李" userId="cd6c7ec7188785ae" providerId="LiveId" clId="{E0EEEAD3-6AF6-4BF1-A7F2-844E1D56509A}" dt="2024-04-14T13:07:19.895" v="220" actId="1037"/>
        <pc:sldMkLst>
          <pc:docMk/>
          <pc:sldMk cId="159884778" sldId="574"/>
        </pc:sldMkLst>
      </pc:sldChg>
      <pc:sldChg chg="modSp mod">
        <pc:chgData name="强 李" userId="cd6c7ec7188785ae" providerId="LiveId" clId="{E0EEEAD3-6AF6-4BF1-A7F2-844E1D56509A}" dt="2024-04-14T13:07:31.464" v="243" actId="1038"/>
        <pc:sldMkLst>
          <pc:docMk/>
          <pc:sldMk cId="3921434846" sldId="587"/>
        </pc:sldMkLst>
      </pc:sldChg>
      <pc:sldChg chg="modSp mod">
        <pc:chgData name="强 李" userId="cd6c7ec7188785ae" providerId="LiveId" clId="{E0EEEAD3-6AF6-4BF1-A7F2-844E1D56509A}" dt="2024-04-14T13:11:00.308" v="332" actId="403"/>
        <pc:sldMkLst>
          <pc:docMk/>
          <pc:sldMk cId="2648053192" sldId="588"/>
        </pc:sldMkLst>
      </pc:sldChg>
      <pc:sldChg chg="modSp mod">
        <pc:chgData name="强 李" userId="cd6c7ec7188785ae" providerId="LiveId" clId="{E0EEEAD3-6AF6-4BF1-A7F2-844E1D56509A}" dt="2024-04-14T13:08:30.120" v="276" actId="403"/>
        <pc:sldMkLst>
          <pc:docMk/>
          <pc:sldMk cId="534191096" sldId="589"/>
        </pc:sldMkLst>
      </pc:sldChg>
      <pc:sldChg chg="addSp delSp modSp mod">
        <pc:chgData name="强 李" userId="cd6c7ec7188785ae" providerId="LiveId" clId="{E0EEEAD3-6AF6-4BF1-A7F2-844E1D56509A}" dt="2024-04-14T13:10:52.862" v="330" actId="6549"/>
        <pc:sldMkLst>
          <pc:docMk/>
          <pc:sldMk cId="4207264488" sldId="590"/>
        </pc:sldMkLst>
      </pc:sldChg>
      <pc:sldChg chg="modSp mod">
        <pc:chgData name="强 李" userId="cd6c7ec7188785ae" providerId="LiveId" clId="{E0EEEAD3-6AF6-4BF1-A7F2-844E1D56509A}" dt="2024-04-14T13:10:46.095" v="328" actId="403"/>
        <pc:sldMkLst>
          <pc:docMk/>
          <pc:sldMk cId="3491062220" sldId="591"/>
        </pc:sldMkLst>
      </pc:sldChg>
      <pc:sldChg chg="addSp delSp modSp mod">
        <pc:chgData name="强 李" userId="cd6c7ec7188785ae" providerId="LiveId" clId="{E0EEEAD3-6AF6-4BF1-A7F2-844E1D56509A}" dt="2024-04-14T13:11:39.229" v="337" actId="403"/>
        <pc:sldMkLst>
          <pc:docMk/>
          <pc:sldMk cId="4046377894" sldId="592"/>
        </pc:sldMkLst>
      </pc:sldChg>
    </pc:docChg>
  </pc:docChgLst>
  <pc:docChgLst>
    <pc:chgData name="强 李" userId="cd6c7ec7188785ae" providerId="LiveId" clId="{DE40780E-EFA5-4970-BF3D-38E349A22C12}"/>
    <pc:docChg chg="delSld modSld">
      <pc:chgData name="强 李" userId="cd6c7ec7188785ae" providerId="LiveId" clId="{DE40780E-EFA5-4970-BF3D-38E349A22C12}" dt="2025-05-09T07:45:00.616" v="339"/>
      <pc:docMkLst>
        <pc:docMk/>
      </pc:docMkLst>
      <pc:sldChg chg="modSp mod">
        <pc:chgData name="强 李" userId="cd6c7ec7188785ae" providerId="LiveId" clId="{DE40780E-EFA5-4970-BF3D-38E349A22C12}" dt="2025-05-09T07:43:45.404" v="199" actId="20577"/>
        <pc:sldMkLst>
          <pc:docMk/>
          <pc:sldMk cId="159884778" sldId="574"/>
        </pc:sldMkLst>
      </pc:sldChg>
      <pc:sldChg chg="modSp mod">
        <pc:chgData name="强 李" userId="cd6c7ec7188785ae" providerId="LiveId" clId="{DE40780E-EFA5-4970-BF3D-38E349A22C12}" dt="2025-05-09T07:41:48.436" v="22" actId="20577"/>
        <pc:sldMkLst>
          <pc:docMk/>
          <pc:sldMk cId="3921434846" sldId="587"/>
        </pc:sldMkLst>
      </pc:sldChg>
      <pc:sldChg chg="modSp mod">
        <pc:chgData name="强 李" userId="cd6c7ec7188785ae" providerId="LiveId" clId="{DE40780E-EFA5-4970-BF3D-38E349A22C12}" dt="2025-05-09T07:45:00.616" v="339"/>
        <pc:sldMkLst>
          <pc:docMk/>
          <pc:sldMk cId="3468762565" sldId="593"/>
        </pc:sldMkLst>
      </pc:sldChg>
      <pc:sldChg chg="modSp mod">
        <pc:chgData name="强 李" userId="cd6c7ec7188785ae" providerId="LiveId" clId="{DE40780E-EFA5-4970-BF3D-38E349A22C12}" dt="2025-05-09T07:42:36.059" v="41"/>
        <pc:sldMkLst>
          <pc:docMk/>
          <pc:sldMk cId="340286292" sldId="594"/>
        </pc:sldMkLst>
      </pc:sldChg>
      <pc:sldChg chg="del">
        <pc:chgData name="强 李" userId="cd6c7ec7188785ae" providerId="LiveId" clId="{DE40780E-EFA5-4970-BF3D-38E349A22C12}" dt="2025-05-09T07:43:57.728" v="200" actId="47"/>
        <pc:sldMkLst>
          <pc:docMk/>
          <pc:sldMk cId="4003489816" sldId="599"/>
        </pc:sldMkLst>
      </pc:sldChg>
    </pc:docChg>
  </pc:docChgLst>
  <pc:docChgLst>
    <pc:chgData name="强 李" userId="cd6c7ec7188785ae" providerId="LiveId" clId="{C0D944F3-8C60-42D3-8287-9054FF582414}"/>
    <pc:docChg chg="undo custSel modSld">
      <pc:chgData name="强 李" userId="cd6c7ec7188785ae" providerId="LiveId" clId="{C0D944F3-8C60-42D3-8287-9054FF582414}" dt="2024-06-29T22:23:03.727" v="215" actId="1076"/>
      <pc:docMkLst>
        <pc:docMk/>
      </pc:docMkLst>
      <pc:sldChg chg="modSp mod">
        <pc:chgData name="强 李" userId="cd6c7ec7188785ae" providerId="LiveId" clId="{C0D944F3-8C60-42D3-8287-9054FF582414}" dt="2024-06-29T22:22:39.800" v="214" actId="20577"/>
        <pc:sldMkLst>
          <pc:docMk/>
          <pc:sldMk cId="1242525785" sldId="543"/>
        </pc:sldMkLst>
      </pc:sldChg>
      <pc:sldChg chg="modSp mod">
        <pc:chgData name="强 李" userId="cd6c7ec7188785ae" providerId="LiveId" clId="{C0D944F3-8C60-42D3-8287-9054FF582414}" dt="2024-06-29T22:14:33.277" v="111"/>
        <pc:sldMkLst>
          <pc:docMk/>
          <pc:sldMk cId="4207264488" sldId="590"/>
        </pc:sldMkLst>
      </pc:sldChg>
      <pc:sldChg chg="modSp mod">
        <pc:chgData name="强 李" userId="cd6c7ec7188785ae" providerId="LiveId" clId="{C0D944F3-8C60-42D3-8287-9054FF582414}" dt="2024-06-29T22:15:20.741" v="123"/>
        <pc:sldMkLst>
          <pc:docMk/>
          <pc:sldMk cId="3491062220" sldId="591"/>
        </pc:sldMkLst>
      </pc:sldChg>
      <pc:sldChg chg="modSp mod">
        <pc:chgData name="强 李" userId="cd6c7ec7188785ae" providerId="LiveId" clId="{C0D944F3-8C60-42D3-8287-9054FF582414}" dt="2024-06-29T22:23:03.727" v="215" actId="1076"/>
        <pc:sldMkLst>
          <pc:docMk/>
          <pc:sldMk cId="1164883511" sldId="596"/>
        </pc:sldMkLst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0:18.066" v="6" actId="113"/>
        <pc:sldMkLst>
          <pc:docMk/>
          <pc:sldMk cId="54695671" sldId="531"/>
        </pc:sldMkLst>
      </pc:sldChg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</pc:sldChg>
    </pc:docChg>
  </pc:docChgLst>
  <pc:docChgLst>
    <pc:chgData name="强 李" userId="cd6c7ec7188785ae" providerId="LiveId" clId="{1F788608-16AE-484E-BA0E-693D8C33E910}"/>
    <pc:docChg chg="undo custSel addSld delSld modSld sldOrd">
      <pc:chgData name="强 李" userId="cd6c7ec7188785ae" providerId="LiveId" clId="{1F788608-16AE-484E-BA0E-693D8C33E910}" dt="2024-08-24T03:18:54.421" v="1559" actId="1035"/>
      <pc:docMkLst>
        <pc:docMk/>
      </pc:docMkLst>
      <pc:sldChg chg="modSp mod">
        <pc:chgData name="强 李" userId="cd6c7ec7188785ae" providerId="LiveId" clId="{1F788608-16AE-484E-BA0E-693D8C33E910}" dt="2024-08-24T02:44:12.507" v="879" actId="403"/>
        <pc:sldMkLst>
          <pc:docMk/>
          <pc:sldMk cId="0" sldId="425"/>
        </pc:sldMkLst>
      </pc:sldChg>
      <pc:sldChg chg="modSp mod">
        <pc:chgData name="强 李" userId="cd6c7ec7188785ae" providerId="LiveId" clId="{1F788608-16AE-484E-BA0E-693D8C33E910}" dt="2024-08-24T00:52:30.863" v="856"/>
        <pc:sldMkLst>
          <pc:docMk/>
          <pc:sldMk cId="54695671" sldId="531"/>
        </pc:sldMkLst>
      </pc:sldChg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242525785" sldId="543"/>
        </pc:sldMkLst>
      </pc:sldChg>
      <pc:sldChg chg="modSp mod">
        <pc:chgData name="强 李" userId="cd6c7ec7188785ae" providerId="LiveId" clId="{1F788608-16AE-484E-BA0E-693D8C33E910}" dt="2024-08-23T11:33:52.931" v="318"/>
        <pc:sldMkLst>
          <pc:docMk/>
          <pc:sldMk cId="419382719" sldId="552"/>
        </pc:sldMkLst>
      </pc:sldChg>
      <pc:sldChg chg="addSp delSp modSp mod setBg">
        <pc:chgData name="强 李" userId="cd6c7ec7188785ae" providerId="LiveId" clId="{1F788608-16AE-484E-BA0E-693D8C33E910}" dt="2024-08-24T02:54:21.908" v="965" actId="14100"/>
        <pc:sldMkLst>
          <pc:docMk/>
          <pc:sldMk cId="530530540" sldId="553"/>
        </pc:sldMkLst>
      </pc:sldChg>
      <pc:sldChg chg="addSp delSp modSp mod ord">
        <pc:chgData name="强 李" userId="cd6c7ec7188785ae" providerId="LiveId" clId="{1F788608-16AE-484E-BA0E-693D8C33E910}" dt="2024-08-24T02:43:55.075" v="876"/>
        <pc:sldMkLst>
          <pc:docMk/>
          <pc:sldMk cId="3418790839" sldId="554"/>
        </pc:sldMkLst>
      </pc:sldChg>
      <pc:sldChg chg="modSp mod">
        <pc:chgData name="强 李" userId="cd6c7ec7188785ae" providerId="LiveId" clId="{1F788608-16AE-484E-BA0E-693D8C33E910}" dt="2024-08-22T09:14:03.896" v="0" actId="6549"/>
        <pc:sldMkLst>
          <pc:docMk/>
          <pc:sldMk cId="1911491714" sldId="560"/>
        </pc:sldMkLst>
      </pc:sldChg>
      <pc:sldChg chg="modSp mod">
        <pc:chgData name="强 李" userId="cd6c7ec7188785ae" providerId="LiveId" clId="{1F788608-16AE-484E-BA0E-693D8C33E910}" dt="2024-08-24T02:59:04.488" v="1103" actId="6549"/>
        <pc:sldMkLst>
          <pc:docMk/>
          <pc:sldMk cId="159884778" sldId="574"/>
        </pc:sldMkLst>
      </pc:sldChg>
      <pc:sldChg chg="delSp modSp mod">
        <pc:chgData name="强 李" userId="cd6c7ec7188785ae" providerId="LiveId" clId="{1F788608-16AE-484E-BA0E-693D8C33E910}" dt="2024-08-24T03:01:59.493" v="1191" actId="1036"/>
        <pc:sldMkLst>
          <pc:docMk/>
          <pc:sldMk cId="3921434846" sldId="587"/>
        </pc:sldMkLst>
      </pc:sldChg>
      <pc:sldChg chg="delSp modSp mod">
        <pc:chgData name="强 李" userId="cd6c7ec7188785ae" providerId="LiveId" clId="{1F788608-16AE-484E-BA0E-693D8C33E910}" dt="2024-08-23T11:44:40.504" v="696" actId="20577"/>
        <pc:sldMkLst>
          <pc:docMk/>
          <pc:sldMk cId="534191096" sldId="589"/>
        </pc:sldMkLst>
      </pc:sldChg>
      <pc:sldChg chg="modSp mod">
        <pc:chgData name="强 李" userId="cd6c7ec7188785ae" providerId="LiveId" clId="{1F788608-16AE-484E-BA0E-693D8C33E910}" dt="2024-08-24T03:05:09.231" v="1246" actId="20577"/>
        <pc:sldMkLst>
          <pc:docMk/>
          <pc:sldMk cId="4207264488" sldId="590"/>
        </pc:sldMkLst>
      </pc:sldChg>
      <pc:sldChg chg="modSp mod">
        <pc:chgData name="强 李" userId="cd6c7ec7188785ae" providerId="LiveId" clId="{1F788608-16AE-484E-BA0E-693D8C33E910}" dt="2024-08-24T03:06:46.135" v="1249" actId="113"/>
        <pc:sldMkLst>
          <pc:docMk/>
          <pc:sldMk cId="3491062220" sldId="591"/>
        </pc:sldMkLst>
      </pc:sldChg>
      <pc:sldChg chg="modSp mod">
        <pc:chgData name="强 李" userId="cd6c7ec7188785ae" providerId="LiveId" clId="{1F788608-16AE-484E-BA0E-693D8C33E910}" dt="2024-08-23T11:38:40.102" v="386" actId="20577"/>
        <pc:sldMkLst>
          <pc:docMk/>
          <pc:sldMk cId="4046377894" sldId="592"/>
        </pc:sldMkLst>
      </pc:sldChg>
      <pc:sldChg chg="del">
        <pc:chgData name="强 李" userId="cd6c7ec7188785ae" providerId="LiveId" clId="{1F788608-16AE-484E-BA0E-693D8C33E910}" dt="2024-08-24T03:07:12.869" v="1250" actId="47"/>
        <pc:sldMkLst>
          <pc:docMk/>
          <pc:sldMk cId="1164883511" sldId="596"/>
        </pc:sldMkLst>
      </pc:sldChg>
      <pc:sldChg chg="addSp delSp modSp add del mod ord setBg modClrScheme chgLayout">
        <pc:chgData name="强 李" userId="cd6c7ec7188785ae" providerId="LiveId" clId="{1F788608-16AE-484E-BA0E-693D8C33E910}" dt="2024-08-23T11:32:05.568" v="313" actId="47"/>
        <pc:sldMkLst>
          <pc:docMk/>
          <pc:sldMk cId="245500765" sldId="597"/>
        </pc:sldMkLst>
      </pc:sldChg>
      <pc:sldChg chg="modSp add mod">
        <pc:chgData name="强 李" userId="cd6c7ec7188785ae" providerId="LiveId" clId="{1F788608-16AE-484E-BA0E-693D8C33E910}" dt="2024-08-24T02:46:11.460" v="884" actId="108"/>
        <pc:sldMkLst>
          <pc:docMk/>
          <pc:sldMk cId="3965997736" sldId="598"/>
        </pc:sldMkLst>
      </pc:sldChg>
      <pc:sldChg chg="addSp delSp modSp add mod">
        <pc:chgData name="强 李" userId="cd6c7ec7188785ae" providerId="LiveId" clId="{1F788608-16AE-484E-BA0E-693D8C33E910}" dt="2024-08-24T03:03:27.979" v="1244"/>
        <pc:sldMkLst>
          <pc:docMk/>
          <pc:sldMk cId="4003489816" sldId="599"/>
        </pc:sldMkLst>
      </pc:sldChg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048211412" sldId="600"/>
        </pc:sldMkLst>
      </pc:sldChg>
      <pc:sldChg chg="modSp add mod">
        <pc:chgData name="强 李" userId="cd6c7ec7188785ae" providerId="LiveId" clId="{1F788608-16AE-484E-BA0E-693D8C33E910}" dt="2024-08-24T03:18:54.421" v="1559" actId="1035"/>
        <pc:sldMkLst>
          <pc:docMk/>
          <pc:sldMk cId="125507599" sldId="601"/>
        </pc:sldMkLst>
      </pc:sldChg>
    </pc:docChg>
  </pc:docChgLst>
  <pc:docChgLst>
    <pc:chgData name="强 李" userId="cd6c7ec7188785ae" providerId="LiveId" clId="{BE5497D1-93E4-4DCA-866F-B65318029599}"/>
    <pc:docChg chg="undo custSel addSld delSld modSld">
      <pc:chgData name="强 李" userId="cd6c7ec7188785ae" providerId="LiveId" clId="{BE5497D1-93E4-4DCA-866F-B65318029599}" dt="2025-10-11T14:38:24.484" v="3785"/>
      <pc:docMkLst>
        <pc:docMk/>
      </pc:docMkLst>
      <pc:sldChg chg="modSp mod">
        <pc:chgData name="强 李" userId="cd6c7ec7188785ae" providerId="LiveId" clId="{BE5497D1-93E4-4DCA-866F-B65318029599}" dt="2025-10-11T14:38:24.484" v="3785"/>
        <pc:sldMkLst>
          <pc:docMk/>
          <pc:sldMk cId="419382719" sldId="552"/>
        </pc:sldMkLst>
        <pc:graphicFrameChg chg="mod modGraphic">
          <ac:chgData name="强 李" userId="cd6c7ec7188785ae" providerId="LiveId" clId="{BE5497D1-93E4-4DCA-866F-B65318029599}" dt="2025-10-11T14:38:24.484" v="3785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modSp mod">
        <pc:chgData name="强 李" userId="cd6c7ec7188785ae" providerId="LiveId" clId="{BE5497D1-93E4-4DCA-866F-B65318029599}" dt="2025-10-11T10:13:09.663" v="187" actId="1076"/>
        <pc:sldMkLst>
          <pc:docMk/>
          <pc:sldMk cId="3965997736" sldId="598"/>
        </pc:sldMkLst>
        <pc:spChg chg="mod">
          <ac:chgData name="强 李" userId="cd6c7ec7188785ae" providerId="LiveId" clId="{BE5497D1-93E4-4DCA-866F-B65318029599}" dt="2025-10-11T10:13:09.663" v="187" actId="1076"/>
          <ac:spMkLst>
            <pc:docMk/>
            <pc:sldMk cId="3965997736" sldId="598"/>
            <ac:spMk id="2" creationId="{00000000-0000-0000-0000-000000000000}"/>
          </ac:spMkLst>
        </pc:spChg>
        <pc:spChg chg="mod">
          <ac:chgData name="强 李" userId="cd6c7ec7188785ae" providerId="LiveId" clId="{BE5497D1-93E4-4DCA-866F-B65318029599}" dt="2025-10-11T10:12:51.259" v="184" actId="14100"/>
          <ac:spMkLst>
            <pc:docMk/>
            <pc:sldMk cId="3965997736" sldId="598"/>
            <ac:spMk id="4" creationId="{B4B332DE-F3FB-23DE-0615-8D213F22297F}"/>
          </ac:spMkLst>
        </pc:spChg>
      </pc:sldChg>
      <pc:sldChg chg="modSp mod">
        <pc:chgData name="强 李" userId="cd6c7ec7188785ae" providerId="LiveId" clId="{BE5497D1-93E4-4DCA-866F-B65318029599}" dt="2025-10-11T12:38:05.243" v="348"/>
        <pc:sldMkLst>
          <pc:docMk/>
          <pc:sldMk cId="474383694" sldId="602"/>
        </pc:sldMkLst>
        <pc:spChg chg="mod">
          <ac:chgData name="强 李" userId="cd6c7ec7188785ae" providerId="LiveId" clId="{BE5497D1-93E4-4DCA-866F-B65318029599}" dt="2025-10-11T12:38:05.243" v="348"/>
          <ac:spMkLst>
            <pc:docMk/>
            <pc:sldMk cId="474383694" sldId="602"/>
            <ac:spMk id="5" creationId="{6D756E38-44BB-893E-10F4-24648C1F9451}"/>
          </ac:spMkLst>
        </pc:spChg>
      </pc:sldChg>
      <pc:sldChg chg="modSp mod">
        <pc:chgData name="强 李" userId="cd6c7ec7188785ae" providerId="LiveId" clId="{BE5497D1-93E4-4DCA-866F-B65318029599}" dt="2025-10-11T13:34:26.066" v="940" actId="27636"/>
        <pc:sldMkLst>
          <pc:docMk/>
          <pc:sldMk cId="3312005581" sldId="603"/>
        </pc:sldMkLst>
        <pc:spChg chg="mod">
          <ac:chgData name="强 李" userId="cd6c7ec7188785ae" providerId="LiveId" clId="{BE5497D1-93E4-4DCA-866F-B65318029599}" dt="2025-10-11T13:34:26.066" v="940" actId="27636"/>
          <ac:spMkLst>
            <pc:docMk/>
            <pc:sldMk cId="3312005581" sldId="603"/>
            <ac:spMk id="2" creationId="{00000000-0000-0000-0000-000000000000}"/>
          </ac:spMkLst>
        </pc:spChg>
        <pc:spChg chg="mod">
          <ac:chgData name="强 李" userId="cd6c7ec7188785ae" providerId="LiveId" clId="{BE5497D1-93E4-4DCA-866F-B65318029599}" dt="2025-10-11T10:13:50.438" v="188"/>
          <ac:spMkLst>
            <pc:docMk/>
            <pc:sldMk cId="3312005581" sldId="603"/>
            <ac:spMk id="6" creationId="{8D684FDC-0FF7-89F2-9187-5F0E9ED8CA01}"/>
          </ac:spMkLst>
        </pc:spChg>
        <pc:spChg chg="mod">
          <ac:chgData name="强 李" userId="cd6c7ec7188785ae" providerId="LiveId" clId="{BE5497D1-93E4-4DCA-866F-B65318029599}" dt="2025-10-11T10:14:20.863" v="195"/>
          <ac:spMkLst>
            <pc:docMk/>
            <pc:sldMk cId="3312005581" sldId="603"/>
            <ac:spMk id="18" creationId="{00000000-0000-0000-0000-000000000000}"/>
          </ac:spMkLst>
        </pc:spChg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3183267929" sldId="604"/>
        </pc:sldMkLst>
      </pc:sldChg>
      <pc:sldChg chg="modSp add mod">
        <pc:chgData name="强 李" userId="cd6c7ec7188785ae" providerId="LiveId" clId="{BE5497D1-93E4-4DCA-866F-B65318029599}" dt="2025-10-11T13:37:11.370" v="1097" actId="20577"/>
        <pc:sldMkLst>
          <pc:docMk/>
          <pc:sldMk cId="3947397742" sldId="604"/>
        </pc:sldMkLst>
        <pc:spChg chg="mod">
          <ac:chgData name="强 李" userId="cd6c7ec7188785ae" providerId="LiveId" clId="{BE5497D1-93E4-4DCA-866F-B65318029599}" dt="2025-10-11T13:37:11.370" v="1097" actId="20577"/>
          <ac:spMkLst>
            <pc:docMk/>
            <pc:sldMk cId="3947397742" sldId="604"/>
            <ac:spMk id="2" creationId="{C685C0D0-B001-EED5-B545-495CFA25E4F6}"/>
          </ac:spMkLst>
        </pc:spChg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123293470" sldId="605"/>
        </pc:sldMkLst>
      </pc:sldChg>
      <pc:sldChg chg="modSp add mod">
        <pc:chgData name="强 李" userId="cd6c7ec7188785ae" providerId="LiveId" clId="{BE5497D1-93E4-4DCA-866F-B65318029599}" dt="2025-10-11T13:43:07.094" v="1351" actId="207"/>
        <pc:sldMkLst>
          <pc:docMk/>
          <pc:sldMk cId="1990415969" sldId="605"/>
        </pc:sldMkLst>
        <pc:spChg chg="mod">
          <ac:chgData name="强 李" userId="cd6c7ec7188785ae" providerId="LiveId" clId="{BE5497D1-93E4-4DCA-866F-B65318029599}" dt="2025-10-11T13:43:07.094" v="1351" actId="207"/>
          <ac:spMkLst>
            <pc:docMk/>
            <pc:sldMk cId="1990415969" sldId="605"/>
            <ac:spMk id="2" creationId="{C10AA763-8050-7724-4BDB-B6873A20316F}"/>
          </ac:spMkLst>
        </pc:spChg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569777423" sldId="606"/>
        </pc:sldMkLst>
      </pc:sldChg>
      <pc:sldChg chg="modSp add mod">
        <pc:chgData name="强 李" userId="cd6c7ec7188785ae" providerId="LiveId" clId="{BE5497D1-93E4-4DCA-866F-B65318029599}" dt="2025-10-11T13:45:57.128" v="1434" actId="20577"/>
        <pc:sldMkLst>
          <pc:docMk/>
          <pc:sldMk cId="3708620594" sldId="606"/>
        </pc:sldMkLst>
        <pc:spChg chg="mod">
          <ac:chgData name="强 李" userId="cd6c7ec7188785ae" providerId="LiveId" clId="{BE5497D1-93E4-4DCA-866F-B65318029599}" dt="2025-10-11T13:45:57.128" v="1434" actId="20577"/>
          <ac:spMkLst>
            <pc:docMk/>
            <pc:sldMk cId="3708620594" sldId="606"/>
            <ac:spMk id="2" creationId="{9921180D-FD43-F0F7-279C-E59025D899FD}"/>
          </ac:spMkLst>
        </pc:spChg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3501543384" sldId="607"/>
        </pc:sldMkLst>
      </pc:sldChg>
      <pc:sldChg chg="modSp add mod">
        <pc:chgData name="强 李" userId="cd6c7ec7188785ae" providerId="LiveId" clId="{BE5497D1-93E4-4DCA-866F-B65318029599}" dt="2025-10-11T13:52:07.395" v="1615"/>
        <pc:sldMkLst>
          <pc:docMk/>
          <pc:sldMk cId="3752360027" sldId="607"/>
        </pc:sldMkLst>
        <pc:spChg chg="mod">
          <ac:chgData name="强 李" userId="cd6c7ec7188785ae" providerId="LiveId" clId="{BE5497D1-93E4-4DCA-866F-B65318029599}" dt="2025-10-11T13:52:07.395" v="1615"/>
          <ac:spMkLst>
            <pc:docMk/>
            <pc:sldMk cId="3752360027" sldId="607"/>
            <ac:spMk id="2" creationId="{1206CC92-F399-BEC9-97FE-924418616858}"/>
          </ac:spMkLst>
        </pc:spChg>
        <pc:spChg chg="mod">
          <ac:chgData name="强 李" userId="cd6c7ec7188785ae" providerId="LiveId" clId="{BE5497D1-93E4-4DCA-866F-B65318029599}" dt="2025-10-11T13:47:36.159" v="1452"/>
          <ac:spMkLst>
            <pc:docMk/>
            <pc:sldMk cId="3752360027" sldId="607"/>
            <ac:spMk id="6" creationId="{2B6E8B57-ADFB-88C4-5B7C-97CC137361A8}"/>
          </ac:spMkLst>
        </pc:spChg>
        <pc:spChg chg="mod">
          <ac:chgData name="强 李" userId="cd6c7ec7188785ae" providerId="LiveId" clId="{BE5497D1-93E4-4DCA-866F-B65318029599}" dt="2025-10-11T13:47:33.062" v="1447"/>
          <ac:spMkLst>
            <pc:docMk/>
            <pc:sldMk cId="3752360027" sldId="607"/>
            <ac:spMk id="18" creationId="{7D400540-4F56-6157-414D-9ED5F2D5294F}"/>
          </ac:spMkLst>
        </pc:spChg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2243036877" sldId="608"/>
        </pc:sldMkLst>
      </pc:sldChg>
      <pc:sldChg chg="modSp add mod">
        <pc:chgData name="强 李" userId="cd6c7ec7188785ae" providerId="LiveId" clId="{BE5497D1-93E4-4DCA-866F-B65318029599}" dt="2025-10-11T13:58:58.704" v="1943" actId="20577"/>
        <pc:sldMkLst>
          <pc:docMk/>
          <pc:sldMk cId="2786634272" sldId="608"/>
        </pc:sldMkLst>
        <pc:spChg chg="mod">
          <ac:chgData name="强 李" userId="cd6c7ec7188785ae" providerId="LiveId" clId="{BE5497D1-93E4-4DCA-866F-B65318029599}" dt="2025-10-11T13:58:58.704" v="1943" actId="20577"/>
          <ac:spMkLst>
            <pc:docMk/>
            <pc:sldMk cId="2786634272" sldId="608"/>
            <ac:spMk id="2" creationId="{EB7D5C7E-44E3-C387-771F-B69677C1CF18}"/>
          </ac:spMkLst>
        </pc:spChg>
        <pc:spChg chg="mod">
          <ac:chgData name="强 李" userId="cd6c7ec7188785ae" providerId="LiveId" clId="{BE5497D1-93E4-4DCA-866F-B65318029599}" dt="2025-10-11T13:53:06.996" v="1617" actId="6549"/>
          <ac:spMkLst>
            <pc:docMk/>
            <pc:sldMk cId="2786634272" sldId="608"/>
            <ac:spMk id="6" creationId="{DD69C282-1183-47BC-0B8E-E7103608E5E0}"/>
          </ac:spMkLst>
        </pc:spChg>
      </pc:sldChg>
      <pc:sldChg chg="modSp add mod">
        <pc:chgData name="强 李" userId="cd6c7ec7188785ae" providerId="LiveId" clId="{BE5497D1-93E4-4DCA-866F-B65318029599}" dt="2025-10-11T14:02:30.513" v="1981" actId="403"/>
        <pc:sldMkLst>
          <pc:docMk/>
          <pc:sldMk cId="2147924010" sldId="609"/>
        </pc:sldMkLst>
        <pc:spChg chg="mod">
          <ac:chgData name="强 李" userId="cd6c7ec7188785ae" providerId="LiveId" clId="{BE5497D1-93E4-4DCA-866F-B65318029599}" dt="2025-10-11T14:02:30.513" v="1981" actId="403"/>
          <ac:spMkLst>
            <pc:docMk/>
            <pc:sldMk cId="2147924010" sldId="609"/>
            <ac:spMk id="2" creationId="{0B865F34-EA6E-6ECF-96EE-B3A934514231}"/>
          </ac:spMkLst>
        </pc:spChg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3416398076" sldId="609"/>
        </pc:sldMkLst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131054885" sldId="610"/>
        </pc:sldMkLst>
      </pc:sldChg>
      <pc:sldChg chg="modSp add mod">
        <pc:chgData name="强 李" userId="cd6c7ec7188785ae" providerId="LiveId" clId="{BE5497D1-93E4-4DCA-866F-B65318029599}" dt="2025-10-11T14:04:29.109" v="2019" actId="20577"/>
        <pc:sldMkLst>
          <pc:docMk/>
          <pc:sldMk cId="3634359352" sldId="610"/>
        </pc:sldMkLst>
        <pc:spChg chg="mod">
          <ac:chgData name="强 李" userId="cd6c7ec7188785ae" providerId="LiveId" clId="{BE5497D1-93E4-4DCA-866F-B65318029599}" dt="2025-10-11T14:04:29.109" v="2019" actId="20577"/>
          <ac:spMkLst>
            <pc:docMk/>
            <pc:sldMk cId="3634359352" sldId="610"/>
            <ac:spMk id="2" creationId="{07E05856-5AAB-4065-524E-3D967C9F808F}"/>
          </ac:spMkLst>
        </pc:spChg>
        <pc:spChg chg="mod">
          <ac:chgData name="强 李" userId="cd6c7ec7188785ae" providerId="LiveId" clId="{BE5497D1-93E4-4DCA-866F-B65318029599}" dt="2025-10-11T14:03:06.485" v="1984" actId="20577"/>
          <ac:spMkLst>
            <pc:docMk/>
            <pc:sldMk cId="3634359352" sldId="610"/>
            <ac:spMk id="6" creationId="{0BFE47D9-7857-03F4-014C-ABCC11493E3F}"/>
          </ac:spMkLst>
        </pc:spChg>
      </pc:sldChg>
      <pc:sldChg chg="modSp add mod">
        <pc:chgData name="强 李" userId="cd6c7ec7188785ae" providerId="LiveId" clId="{BE5497D1-93E4-4DCA-866F-B65318029599}" dt="2025-10-11T14:07:38.485" v="2206" actId="20577"/>
        <pc:sldMkLst>
          <pc:docMk/>
          <pc:sldMk cId="3844168252" sldId="611"/>
        </pc:sldMkLst>
        <pc:spChg chg="mod">
          <ac:chgData name="强 李" userId="cd6c7ec7188785ae" providerId="LiveId" clId="{BE5497D1-93E4-4DCA-866F-B65318029599}" dt="2025-10-11T14:07:38.485" v="2206" actId="20577"/>
          <ac:spMkLst>
            <pc:docMk/>
            <pc:sldMk cId="3844168252" sldId="611"/>
            <ac:spMk id="2" creationId="{1EFB23F9-5B67-27B8-E335-44DFCBD512A5}"/>
          </ac:spMkLst>
        </pc:spChg>
        <pc:spChg chg="mod">
          <ac:chgData name="强 李" userId="cd6c7ec7188785ae" providerId="LiveId" clId="{BE5497D1-93E4-4DCA-866F-B65318029599}" dt="2025-10-11T14:04:49.472" v="2022" actId="207"/>
          <ac:spMkLst>
            <pc:docMk/>
            <pc:sldMk cId="3844168252" sldId="611"/>
            <ac:spMk id="6" creationId="{B9B20180-EC2A-E93C-7B74-5BF18A6611F5}"/>
          </ac:spMkLst>
        </pc:spChg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3940621306" sldId="611"/>
        </pc:sldMkLst>
      </pc:sldChg>
      <pc:sldChg chg="addSp modSp add mod">
        <pc:chgData name="强 李" userId="cd6c7ec7188785ae" providerId="LiveId" clId="{BE5497D1-93E4-4DCA-866F-B65318029599}" dt="2025-10-11T14:14:03.252" v="2836"/>
        <pc:sldMkLst>
          <pc:docMk/>
          <pc:sldMk cId="1376585543" sldId="612"/>
        </pc:sldMkLst>
        <pc:spChg chg="mod">
          <ac:chgData name="强 李" userId="cd6c7ec7188785ae" providerId="LiveId" clId="{BE5497D1-93E4-4DCA-866F-B65318029599}" dt="2025-10-11T14:14:03.252" v="2836"/>
          <ac:spMkLst>
            <pc:docMk/>
            <pc:sldMk cId="1376585543" sldId="612"/>
            <ac:spMk id="2" creationId="{DC516C99-EA6B-0C55-FA77-4479FD37AB80}"/>
          </ac:spMkLst>
        </pc:spChg>
        <pc:spChg chg="add mod">
          <ac:chgData name="强 李" userId="cd6c7ec7188785ae" providerId="LiveId" clId="{BE5497D1-93E4-4DCA-866F-B65318029599}" dt="2025-10-11T14:13:33.322" v="2814" actId="1076"/>
          <ac:spMkLst>
            <pc:docMk/>
            <pc:sldMk cId="1376585543" sldId="612"/>
            <ac:spMk id="4" creationId="{586AFB19-A13A-866A-8FFB-188119119354}"/>
          </ac:spMkLst>
        </pc:spChg>
        <pc:cxnChg chg="add mod">
          <ac:chgData name="强 李" userId="cd6c7ec7188785ae" providerId="LiveId" clId="{BE5497D1-93E4-4DCA-866F-B65318029599}" dt="2025-10-11T14:13:47.764" v="2816" actId="208"/>
          <ac:cxnSpMkLst>
            <pc:docMk/>
            <pc:sldMk cId="1376585543" sldId="612"/>
            <ac:cxnSpMk id="7" creationId="{9C4001FC-8C25-FEF5-7F12-C910E2FC295E}"/>
          </ac:cxnSpMkLst>
        </pc:cxnChg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1893130029" sldId="612"/>
        </pc:sldMkLst>
      </pc:sldChg>
      <pc:sldChg chg="add del">
        <pc:chgData name="强 李" userId="cd6c7ec7188785ae" providerId="LiveId" clId="{BE5497D1-93E4-4DCA-866F-B65318029599}" dt="2025-10-11T14:14:15.461" v="2837" actId="47"/>
        <pc:sldMkLst>
          <pc:docMk/>
          <pc:sldMk cId="826775556" sldId="613"/>
        </pc:sldMkLst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3523874398" sldId="613"/>
        </pc:sldMkLst>
      </pc:sldChg>
      <pc:sldChg chg="addSp modSp add mod">
        <pc:chgData name="强 李" userId="cd6c7ec7188785ae" providerId="LiveId" clId="{BE5497D1-93E4-4DCA-866F-B65318029599}" dt="2025-10-11T14:15:01.993" v="2844" actId="208"/>
        <pc:sldMkLst>
          <pc:docMk/>
          <pc:sldMk cId="3557024024" sldId="613"/>
        </pc:sldMkLst>
        <pc:spChg chg="add mod">
          <ac:chgData name="强 李" userId="cd6c7ec7188785ae" providerId="LiveId" clId="{BE5497D1-93E4-4DCA-866F-B65318029599}" dt="2025-10-11T14:14:40.906" v="2842" actId="1076"/>
          <ac:spMkLst>
            <pc:docMk/>
            <pc:sldMk cId="3557024024" sldId="613"/>
            <ac:spMk id="4" creationId="{F2D76B51-A37D-82B1-FAD1-C0A96CFA87EF}"/>
          </ac:spMkLst>
        </pc:spChg>
        <pc:cxnChg chg="add mod">
          <ac:chgData name="强 李" userId="cd6c7ec7188785ae" providerId="LiveId" clId="{BE5497D1-93E4-4DCA-866F-B65318029599}" dt="2025-10-11T14:15:01.993" v="2844" actId="208"/>
          <ac:cxnSpMkLst>
            <pc:docMk/>
            <pc:sldMk cId="3557024024" sldId="613"/>
            <ac:cxnSpMk id="7" creationId="{196123A6-CD59-C699-83CA-31A8037FF567}"/>
          </ac:cxnSpMkLst>
        </pc:cxnChg>
      </pc:sldChg>
      <pc:sldChg chg="modSp add mod">
        <pc:chgData name="强 李" userId="cd6c7ec7188785ae" providerId="LiveId" clId="{BE5497D1-93E4-4DCA-866F-B65318029599}" dt="2025-10-11T14:18:05.792" v="2892" actId="404"/>
        <pc:sldMkLst>
          <pc:docMk/>
          <pc:sldMk cId="2663860680" sldId="614"/>
        </pc:sldMkLst>
        <pc:spChg chg="mod">
          <ac:chgData name="强 李" userId="cd6c7ec7188785ae" providerId="LiveId" clId="{BE5497D1-93E4-4DCA-866F-B65318029599}" dt="2025-10-11T14:18:05.792" v="2892" actId="404"/>
          <ac:spMkLst>
            <pc:docMk/>
            <pc:sldMk cId="2663860680" sldId="614"/>
            <ac:spMk id="2" creationId="{53905FD3-7C8D-435F-01FA-642C5479D691}"/>
          </ac:spMkLst>
        </pc:spChg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3444690874" sldId="614"/>
        </pc:sldMkLst>
      </pc:sldChg>
      <pc:sldChg chg="modSp add mod">
        <pc:chgData name="强 李" userId="cd6c7ec7188785ae" providerId="LiveId" clId="{BE5497D1-93E4-4DCA-866F-B65318029599}" dt="2025-10-11T14:19:28.451" v="2914" actId="27636"/>
        <pc:sldMkLst>
          <pc:docMk/>
          <pc:sldMk cId="3562621814" sldId="615"/>
        </pc:sldMkLst>
        <pc:spChg chg="mod">
          <ac:chgData name="强 李" userId="cd6c7ec7188785ae" providerId="LiveId" clId="{BE5497D1-93E4-4DCA-866F-B65318029599}" dt="2025-10-11T14:19:28.451" v="2914" actId="27636"/>
          <ac:spMkLst>
            <pc:docMk/>
            <pc:sldMk cId="3562621814" sldId="615"/>
            <ac:spMk id="2" creationId="{8A0B489B-71DE-9C7E-619C-22617DA7BA13}"/>
          </ac:spMkLst>
        </pc:spChg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4289276280" sldId="615"/>
        </pc:sldMkLst>
      </pc:sldChg>
      <pc:sldChg chg="modSp add mod">
        <pc:chgData name="强 李" userId="cd6c7ec7188785ae" providerId="LiveId" clId="{BE5497D1-93E4-4DCA-866F-B65318029599}" dt="2025-10-11T14:23:04.134" v="2991" actId="27636"/>
        <pc:sldMkLst>
          <pc:docMk/>
          <pc:sldMk cId="1264471641" sldId="616"/>
        </pc:sldMkLst>
        <pc:spChg chg="mod">
          <ac:chgData name="强 李" userId="cd6c7ec7188785ae" providerId="LiveId" clId="{BE5497D1-93E4-4DCA-866F-B65318029599}" dt="2025-10-11T14:23:04.134" v="2991" actId="27636"/>
          <ac:spMkLst>
            <pc:docMk/>
            <pc:sldMk cId="1264471641" sldId="616"/>
            <ac:spMk id="2" creationId="{787645AB-B616-5222-3DA5-27F0C34E4C65}"/>
          </ac:spMkLst>
        </pc:spChg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2376314133" sldId="616"/>
        </pc:sldMkLst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2595995318" sldId="617"/>
        </pc:sldMkLst>
      </pc:sldChg>
      <pc:sldChg chg="modSp add mod">
        <pc:chgData name="强 李" userId="cd6c7ec7188785ae" providerId="LiveId" clId="{BE5497D1-93E4-4DCA-866F-B65318029599}" dt="2025-10-11T14:26:24.648" v="3163"/>
        <pc:sldMkLst>
          <pc:docMk/>
          <pc:sldMk cId="3803959891" sldId="617"/>
        </pc:sldMkLst>
        <pc:spChg chg="mod">
          <ac:chgData name="强 李" userId="cd6c7ec7188785ae" providerId="LiveId" clId="{BE5497D1-93E4-4DCA-866F-B65318029599}" dt="2025-10-11T14:26:24.648" v="3163"/>
          <ac:spMkLst>
            <pc:docMk/>
            <pc:sldMk cId="3803959891" sldId="617"/>
            <ac:spMk id="2" creationId="{2B98C996-DE05-B830-C854-345939D002E3}"/>
          </ac:spMkLst>
        </pc:spChg>
        <pc:spChg chg="mod">
          <ac:chgData name="强 李" userId="cd6c7ec7188785ae" providerId="LiveId" clId="{BE5497D1-93E4-4DCA-866F-B65318029599}" dt="2025-10-11T14:23:50.901" v="2996"/>
          <ac:spMkLst>
            <pc:docMk/>
            <pc:sldMk cId="3803959891" sldId="617"/>
            <ac:spMk id="6" creationId="{8C9FA58B-D471-D8BE-B44A-E480E62BF16C}"/>
          </ac:spMkLst>
        </pc:spChg>
        <pc:spChg chg="mod">
          <ac:chgData name="强 李" userId="cd6c7ec7188785ae" providerId="LiveId" clId="{BE5497D1-93E4-4DCA-866F-B65318029599}" dt="2025-10-11T14:23:33.346" v="2995" actId="20577"/>
          <ac:spMkLst>
            <pc:docMk/>
            <pc:sldMk cId="3803959891" sldId="617"/>
            <ac:spMk id="18" creationId="{9920DF3B-784C-97D6-16A0-474E9E3F67BA}"/>
          </ac:spMkLst>
        </pc:spChg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85683632" sldId="618"/>
        </pc:sldMkLst>
      </pc:sldChg>
      <pc:sldChg chg="modSp add mod">
        <pc:chgData name="强 李" userId="cd6c7ec7188785ae" providerId="LiveId" clId="{BE5497D1-93E4-4DCA-866F-B65318029599}" dt="2025-10-11T14:29:28.786" v="3199"/>
        <pc:sldMkLst>
          <pc:docMk/>
          <pc:sldMk cId="2048242825" sldId="618"/>
        </pc:sldMkLst>
        <pc:spChg chg="mod">
          <ac:chgData name="强 李" userId="cd6c7ec7188785ae" providerId="LiveId" clId="{BE5497D1-93E4-4DCA-866F-B65318029599}" dt="2025-10-11T14:29:28.786" v="3199"/>
          <ac:spMkLst>
            <pc:docMk/>
            <pc:sldMk cId="2048242825" sldId="618"/>
            <ac:spMk id="2" creationId="{7486372F-B2F0-2BB7-8126-ECF7FBF78C03}"/>
          </ac:spMkLst>
        </pc:spChg>
      </pc:sldChg>
      <pc:sldChg chg="modSp add mod">
        <pc:chgData name="强 李" userId="cd6c7ec7188785ae" providerId="LiveId" clId="{BE5497D1-93E4-4DCA-866F-B65318029599}" dt="2025-10-11T14:31:38.252" v="3228"/>
        <pc:sldMkLst>
          <pc:docMk/>
          <pc:sldMk cId="2989059354" sldId="619"/>
        </pc:sldMkLst>
        <pc:spChg chg="mod">
          <ac:chgData name="强 李" userId="cd6c7ec7188785ae" providerId="LiveId" clId="{BE5497D1-93E4-4DCA-866F-B65318029599}" dt="2025-10-11T14:31:38.252" v="3228"/>
          <ac:spMkLst>
            <pc:docMk/>
            <pc:sldMk cId="2989059354" sldId="619"/>
            <ac:spMk id="2" creationId="{0EE88B90-72FE-2F40-6F1E-BD4A00FCE476}"/>
          </ac:spMkLst>
        </pc:spChg>
      </pc:sldChg>
      <pc:sldChg chg="modSp add mod">
        <pc:chgData name="强 李" userId="cd6c7ec7188785ae" providerId="LiveId" clId="{BE5497D1-93E4-4DCA-866F-B65318029599}" dt="2025-10-11T14:33:54.580" v="3278" actId="27636"/>
        <pc:sldMkLst>
          <pc:docMk/>
          <pc:sldMk cId="3870421118" sldId="620"/>
        </pc:sldMkLst>
        <pc:spChg chg="mod">
          <ac:chgData name="强 李" userId="cd6c7ec7188785ae" providerId="LiveId" clId="{BE5497D1-93E4-4DCA-866F-B65318029599}" dt="2025-10-11T14:33:54.580" v="3278" actId="27636"/>
          <ac:spMkLst>
            <pc:docMk/>
            <pc:sldMk cId="3870421118" sldId="620"/>
            <ac:spMk id="2" creationId="{2E1A58A7-EB91-456A-C67E-5DA0A8FC0BA3}"/>
          </ac:spMkLst>
        </pc:spChg>
      </pc:sldChg>
      <pc:sldChg chg="modSp add mod">
        <pc:chgData name="强 李" userId="cd6c7ec7188785ae" providerId="LiveId" clId="{BE5497D1-93E4-4DCA-866F-B65318029599}" dt="2025-10-11T14:37:20.970" v="3761"/>
        <pc:sldMkLst>
          <pc:docMk/>
          <pc:sldMk cId="4014174071" sldId="621"/>
        </pc:sldMkLst>
        <pc:spChg chg="mod">
          <ac:chgData name="强 李" userId="cd6c7ec7188785ae" providerId="LiveId" clId="{BE5497D1-93E4-4DCA-866F-B65318029599}" dt="2025-10-11T14:37:20.970" v="3761"/>
          <ac:spMkLst>
            <pc:docMk/>
            <pc:sldMk cId="4014174071" sldId="621"/>
            <ac:spMk id="2" creationId="{60C05720-E7B0-3B1A-57C1-3CE0085E633B}"/>
          </ac:spMkLst>
        </pc:spChg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</pc:sldChg>
    </pc:docChg>
  </pc:docChgLst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</pc:sldChg>
    </pc:docChg>
  </pc:docChgLst>
  <pc:docChgLst>
    <pc:chgData name="强 李" userId="cd6c7ec7188785ae" providerId="LiveId" clId="{C4BB4458-5026-43D6-8C8F-02924DFE1BAF}"/>
    <pc:docChg chg="undo custSel addSld delSld modSld">
      <pc:chgData name="强 李" userId="cd6c7ec7188785ae" providerId="LiveId" clId="{C4BB4458-5026-43D6-8C8F-02924DFE1BAF}" dt="2024-05-18T14:17:39.797" v="1781" actId="6549"/>
      <pc:docMkLst>
        <pc:docMk/>
      </pc:docMkLst>
      <pc:sldChg chg="addSp delSp modSp mod">
        <pc:chgData name="强 李" userId="cd6c7ec7188785ae" providerId="LiveId" clId="{C4BB4458-5026-43D6-8C8F-02924DFE1BAF}" dt="2024-05-18T03:11:11.939" v="64" actId="13926"/>
        <pc:sldMkLst>
          <pc:docMk/>
          <pc:sldMk cId="0" sldId="425"/>
        </pc:sldMkLst>
      </pc:sldChg>
      <pc:sldChg chg="addSp modSp mod">
        <pc:chgData name="强 李" userId="cd6c7ec7188785ae" providerId="LiveId" clId="{C4BB4458-5026-43D6-8C8F-02924DFE1BAF}" dt="2024-05-18T13:46:35.739" v="1306" actId="1037"/>
        <pc:sldMkLst>
          <pc:docMk/>
          <pc:sldMk cId="54695671" sldId="531"/>
        </pc:sldMkLst>
      </pc:sldChg>
      <pc:sldChg chg="modSp mod">
        <pc:chgData name="强 李" userId="cd6c7ec7188785ae" providerId="LiveId" clId="{C4BB4458-5026-43D6-8C8F-02924DFE1BAF}" dt="2024-05-18T05:39:51.284" v="1181"/>
        <pc:sldMkLst>
          <pc:docMk/>
          <pc:sldMk cId="1242525785" sldId="543"/>
        </pc:sldMkLst>
      </pc:sldChg>
      <pc:sldChg chg="addSp delSp modSp mod setBg">
        <pc:chgData name="强 李" userId="cd6c7ec7188785ae" providerId="LiveId" clId="{C4BB4458-5026-43D6-8C8F-02924DFE1BAF}" dt="2024-05-18T05:53:37.086" v="1249"/>
        <pc:sldMkLst>
          <pc:docMk/>
          <pc:sldMk cId="419382719" sldId="552"/>
        </pc:sldMkLst>
      </pc:sldChg>
      <pc:sldChg chg="modSp mod">
        <pc:chgData name="强 李" userId="cd6c7ec7188785ae" providerId="LiveId" clId="{C4BB4458-5026-43D6-8C8F-02924DFE1BAF}" dt="2024-05-18T13:47:20.799" v="1308" actId="6549"/>
        <pc:sldMkLst>
          <pc:docMk/>
          <pc:sldMk cId="530530540" sldId="553"/>
        </pc:sldMkLst>
      </pc:sldChg>
      <pc:sldChg chg="modSp mod">
        <pc:chgData name="强 李" userId="cd6c7ec7188785ae" providerId="LiveId" clId="{C4BB4458-5026-43D6-8C8F-02924DFE1BAF}" dt="2024-05-18T05:40:48.111" v="1200" actId="121"/>
        <pc:sldMkLst>
          <pc:docMk/>
          <pc:sldMk cId="1911491714" sldId="560"/>
        </pc:sldMkLst>
      </pc:sldChg>
      <pc:sldChg chg="modSp mod">
        <pc:chgData name="强 李" userId="cd6c7ec7188785ae" providerId="LiveId" clId="{C4BB4458-5026-43D6-8C8F-02924DFE1BAF}" dt="2024-05-18T05:11:18.361" v="688" actId="20577"/>
        <pc:sldMkLst>
          <pc:docMk/>
          <pc:sldMk cId="159884778" sldId="574"/>
        </pc:sldMkLst>
      </pc:sldChg>
      <pc:sldChg chg="addSp delSp modSp mod">
        <pc:chgData name="强 李" userId="cd6c7ec7188785ae" providerId="LiveId" clId="{C4BB4458-5026-43D6-8C8F-02924DFE1BAF}" dt="2024-05-18T14:15:43.178" v="1600"/>
        <pc:sldMkLst>
          <pc:docMk/>
          <pc:sldMk cId="3921434846" sldId="587"/>
        </pc:sldMkLst>
      </pc:sldChg>
      <pc:sldChg chg="addSp modSp mod">
        <pc:chgData name="强 李" userId="cd6c7ec7188785ae" providerId="LiveId" clId="{C4BB4458-5026-43D6-8C8F-02924DFE1BAF}" dt="2024-05-18T05:25:30.847" v="889"/>
        <pc:sldMkLst>
          <pc:docMk/>
          <pc:sldMk cId="2648053192" sldId="588"/>
        </pc:sldMkLst>
      </pc:sldChg>
      <pc:sldChg chg="addSp modSp mod modNotesTx">
        <pc:chgData name="强 李" userId="cd6c7ec7188785ae" providerId="LiveId" clId="{C4BB4458-5026-43D6-8C8F-02924DFE1BAF}" dt="2024-05-18T05:33:38.994" v="1079"/>
        <pc:sldMkLst>
          <pc:docMk/>
          <pc:sldMk cId="534191096" sldId="589"/>
        </pc:sldMkLst>
      </pc:sldChg>
      <pc:sldChg chg="modSp mod">
        <pc:chgData name="强 李" userId="cd6c7ec7188785ae" providerId="LiveId" clId="{C4BB4458-5026-43D6-8C8F-02924DFE1BAF}" dt="2024-05-18T05:34:49.979" v="1089" actId="6549"/>
        <pc:sldMkLst>
          <pc:docMk/>
          <pc:sldMk cId="4207264488" sldId="590"/>
        </pc:sldMkLst>
      </pc:sldChg>
      <pc:sldChg chg="modSp mod">
        <pc:chgData name="强 李" userId="cd6c7ec7188785ae" providerId="LiveId" clId="{C4BB4458-5026-43D6-8C8F-02924DFE1BAF}" dt="2024-05-18T05:37:46.107" v="1143"/>
        <pc:sldMkLst>
          <pc:docMk/>
          <pc:sldMk cId="3491062220" sldId="591"/>
        </pc:sldMkLst>
      </pc:sldChg>
      <pc:sldChg chg="modSp mod">
        <pc:chgData name="强 李" userId="cd6c7ec7188785ae" providerId="LiveId" clId="{C4BB4458-5026-43D6-8C8F-02924DFE1BAF}" dt="2024-05-18T05:38:25.684" v="1153"/>
        <pc:sldMkLst>
          <pc:docMk/>
          <pc:sldMk cId="4046377894" sldId="592"/>
        </pc:sldMkLst>
      </pc:sldChg>
      <pc:sldChg chg="modSp add mod">
        <pc:chgData name="强 李" userId="cd6c7ec7188785ae" providerId="LiveId" clId="{C4BB4458-5026-43D6-8C8F-02924DFE1BAF}" dt="2024-05-18T05:12:18.317" v="689" actId="6549"/>
        <pc:sldMkLst>
          <pc:docMk/>
          <pc:sldMk cId="3468762565" sldId="593"/>
        </pc:sldMkLst>
      </pc:sldChg>
      <pc:sldChg chg="modSp add mod">
        <pc:chgData name="强 李" userId="cd6c7ec7188785ae" providerId="LiveId" clId="{C4BB4458-5026-43D6-8C8F-02924DFE1BAF}" dt="2024-05-18T14:17:39.797" v="1781" actId="6549"/>
        <pc:sldMkLst>
          <pc:docMk/>
          <pc:sldMk cId="340286292" sldId="594"/>
        </pc:sldMkLst>
      </pc:sldChg>
      <pc:sldChg chg="add del">
        <pc:chgData name="强 李" userId="cd6c7ec7188785ae" providerId="LiveId" clId="{C4BB4458-5026-43D6-8C8F-02924DFE1BAF}" dt="2024-05-18T05:50:53.623" v="1203" actId="47"/>
        <pc:sldMkLst>
          <pc:docMk/>
          <pc:sldMk cId="2907531891" sldId="595"/>
        </pc:sldMkLst>
      </pc:sldChg>
      <pc:sldChg chg="addSp delSp modSp add mod setBg">
        <pc:chgData name="强 李" userId="cd6c7ec7188785ae" providerId="LiveId" clId="{C4BB4458-5026-43D6-8C8F-02924DFE1BAF}" dt="2024-05-18T05:51:56.279" v="1233" actId="1076"/>
        <pc:sldMkLst>
          <pc:docMk/>
          <pc:sldMk cId="1164883511" sldId="596"/>
        </pc:sldMkLst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</pc:sldChg>
    </pc:docChg>
  </pc:docChgLst>
  <pc:docChgLst>
    <pc:chgData name="强 李" userId="cd6c7ec7188785ae" providerId="LiveId" clId="{BD9D4753-F2F2-40D4-8CDF-E028940497B9}"/>
    <pc:docChg chg="undo custSel addSld delSld modSld sldOrd">
      <pc:chgData name="强 李" userId="cd6c7ec7188785ae" providerId="LiveId" clId="{BD9D4753-F2F2-40D4-8CDF-E028940497B9}" dt="2025-09-13T03:47:21.076" v="2724" actId="27636"/>
      <pc:docMkLst>
        <pc:docMk/>
      </pc:docMkLst>
      <pc:sldChg chg="addSp delSp modSp mod">
        <pc:chgData name="强 李" userId="cd6c7ec7188785ae" providerId="LiveId" clId="{BD9D4753-F2F2-40D4-8CDF-E028940497B9}" dt="2025-09-13T02:14:25.625" v="166" actId="2711"/>
        <pc:sldMkLst>
          <pc:docMk/>
          <pc:sldMk cId="0" sldId="425"/>
        </pc:sldMkLst>
        <pc:spChg chg="add mod">
          <ac:chgData name="强 李" userId="cd6c7ec7188785ae" providerId="LiveId" clId="{BD9D4753-F2F2-40D4-8CDF-E028940497B9}" dt="2025-09-13T02:14:25.625" v="166" actId="2711"/>
          <ac:spMkLst>
            <pc:docMk/>
            <pc:sldMk cId="0" sldId="425"/>
            <ac:spMk id="2" creationId="{95A7D7BC-5F8D-EE76-0D18-39F6F132CCC7}"/>
          </ac:spMkLst>
        </pc:spChg>
        <pc:spChg chg="mod">
          <ac:chgData name="强 李" userId="cd6c7ec7188785ae" providerId="LiveId" clId="{BD9D4753-F2F2-40D4-8CDF-E028940497B9}" dt="2025-09-12T13:24:23.820" v="143" actId="207"/>
          <ac:spMkLst>
            <pc:docMk/>
            <pc:sldMk cId="0" sldId="425"/>
            <ac:spMk id="3" creationId="{FF9BF7C3-9929-69BC-A1CA-30EBD45BF72F}"/>
          </ac:spMkLst>
        </pc:spChg>
      </pc:sldChg>
      <pc:sldChg chg="modSp del mod">
        <pc:chgData name="强 李" userId="cd6c7ec7188785ae" providerId="LiveId" clId="{BD9D4753-F2F2-40D4-8CDF-E028940497B9}" dt="2025-09-13T02:20:20.857" v="606" actId="47"/>
        <pc:sldMkLst>
          <pc:docMk/>
          <pc:sldMk cId="54695671" sldId="531"/>
        </pc:sldMkLst>
      </pc:sldChg>
      <pc:sldChg chg="modSp mod">
        <pc:chgData name="强 李" userId="cd6c7ec7188785ae" providerId="LiveId" clId="{BD9D4753-F2F2-40D4-8CDF-E028940497B9}" dt="2025-09-12T13:23:03.500" v="130" actId="403"/>
        <pc:sldMkLst>
          <pc:docMk/>
          <pc:sldMk cId="419382719" sldId="552"/>
        </pc:sldMkLst>
        <pc:spChg chg="mod">
          <ac:chgData name="强 李" userId="cd6c7ec7188785ae" providerId="LiveId" clId="{BD9D4753-F2F2-40D4-8CDF-E028940497B9}" dt="2025-09-12T13:23:03.500" v="130" actId="403"/>
          <ac:spMkLst>
            <pc:docMk/>
            <pc:sldMk cId="419382719" sldId="552"/>
            <ac:spMk id="18" creationId="{00000000-0000-0000-0000-000000000000}"/>
          </ac:spMkLst>
        </pc:spChg>
        <pc:graphicFrameChg chg="mod modGraphic">
          <ac:chgData name="强 李" userId="cd6c7ec7188785ae" providerId="LiveId" clId="{BD9D4753-F2F2-40D4-8CDF-E028940497B9}" dt="2025-09-12T13:22:47.596" v="129" actId="404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530530540" sldId="553"/>
        </pc:sldMkLst>
      </pc:sldChg>
      <pc:sldChg chg="modSp mod">
        <pc:chgData name="强 李" userId="cd6c7ec7188785ae" providerId="LiveId" clId="{BD9D4753-F2F2-40D4-8CDF-E028940497B9}" dt="2025-09-13T02:14:49.562" v="180" actId="121"/>
        <pc:sldMkLst>
          <pc:docMk/>
          <pc:sldMk cId="3418790839" sldId="554"/>
        </pc:sldMkLst>
        <pc:spChg chg="mod">
          <ac:chgData name="强 李" userId="cd6c7ec7188785ae" providerId="LiveId" clId="{BD9D4753-F2F2-40D4-8CDF-E028940497B9}" dt="2025-09-13T02:14:49.562" v="180" actId="121"/>
          <ac:spMkLst>
            <pc:docMk/>
            <pc:sldMk cId="3418790839" sldId="554"/>
            <ac:spMk id="18" creationId="{00000000-0000-0000-0000-000000000000}"/>
          </ac:spMkLst>
        </pc:spChg>
        <pc:graphicFrameChg chg="mod modGraphic">
          <ac:chgData name="强 李" userId="cd6c7ec7188785ae" providerId="LiveId" clId="{BD9D4753-F2F2-40D4-8CDF-E028940497B9}" dt="2025-09-12T13:18:14.829" v="55" actId="20577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modSp mod">
        <pc:chgData name="强 李" userId="cd6c7ec7188785ae" providerId="LiveId" clId="{BD9D4753-F2F2-40D4-8CDF-E028940497B9}" dt="2025-09-12T13:17:24.001" v="6" actId="1076"/>
        <pc:sldMkLst>
          <pc:docMk/>
          <pc:sldMk cId="1911491714" sldId="560"/>
        </pc:sldMkLst>
        <pc:spChg chg="mod">
          <ac:chgData name="强 李" userId="cd6c7ec7188785ae" providerId="LiveId" clId="{BD9D4753-F2F2-40D4-8CDF-E028940497B9}" dt="2025-09-12T13:17:24.001" v="6" actId="1076"/>
          <ac:spMkLst>
            <pc:docMk/>
            <pc:sldMk cId="1911491714" sldId="560"/>
            <ac:spMk id="4" creationId="{00000000-0000-0000-0000-000000000000}"/>
          </ac:spMkLst>
        </pc:spChg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159884778" sldId="574"/>
        </pc:sldMkLst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3921434846" sldId="587"/>
        </pc:sldMkLst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2648053192" sldId="588"/>
        </pc:sldMkLst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534191096" sldId="589"/>
        </pc:sldMkLst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4207264488" sldId="590"/>
        </pc:sldMkLst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3491062220" sldId="591"/>
        </pc:sldMkLst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4046377894" sldId="592"/>
        </pc:sldMkLst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3468762565" sldId="593"/>
        </pc:sldMkLst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340286292" sldId="594"/>
        </pc:sldMkLst>
      </pc:sldChg>
      <pc:sldChg chg="addSp delSp modSp mod">
        <pc:chgData name="强 李" userId="cd6c7ec7188785ae" providerId="LiveId" clId="{BD9D4753-F2F2-40D4-8CDF-E028940497B9}" dt="2025-09-13T02:14:12.038" v="165" actId="108"/>
        <pc:sldMkLst>
          <pc:docMk/>
          <pc:sldMk cId="3965997736" sldId="598"/>
        </pc:sldMkLst>
        <pc:spChg chg="mod">
          <ac:chgData name="强 李" userId="cd6c7ec7188785ae" providerId="LiveId" clId="{BD9D4753-F2F2-40D4-8CDF-E028940497B9}" dt="2025-09-13T02:11:09.960" v="145" actId="20577"/>
          <ac:spMkLst>
            <pc:docMk/>
            <pc:sldMk cId="3965997736" sldId="598"/>
            <ac:spMk id="2" creationId="{00000000-0000-0000-0000-000000000000}"/>
          </ac:spMkLst>
        </pc:spChg>
        <pc:spChg chg="add mod">
          <ac:chgData name="强 李" userId="cd6c7ec7188785ae" providerId="LiveId" clId="{BD9D4753-F2F2-40D4-8CDF-E028940497B9}" dt="2025-09-13T02:11:57.997" v="156" actId="1076"/>
          <ac:spMkLst>
            <pc:docMk/>
            <pc:sldMk cId="3965997736" sldId="598"/>
            <ac:spMk id="4" creationId="{B4B332DE-F3FB-23DE-0615-8D213F22297F}"/>
          </ac:spMkLst>
        </pc:spChg>
        <pc:spChg chg="mod">
          <ac:chgData name="强 李" userId="cd6c7ec7188785ae" providerId="LiveId" clId="{BD9D4753-F2F2-40D4-8CDF-E028940497B9}" dt="2025-09-13T02:14:12.038" v="165" actId="108"/>
          <ac:spMkLst>
            <pc:docMk/>
            <pc:sldMk cId="3965997736" sldId="598"/>
            <ac:spMk id="18" creationId="{00000000-0000-0000-0000-000000000000}"/>
          </ac:spMkLst>
        </pc:spChg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125507599" sldId="601"/>
        </pc:sldMkLst>
      </pc:sldChg>
      <pc:sldChg chg="modSp add mod">
        <pc:chgData name="强 李" userId="cd6c7ec7188785ae" providerId="LiveId" clId="{BD9D4753-F2F2-40D4-8CDF-E028940497B9}" dt="2025-09-13T02:20:17.409" v="605"/>
        <pc:sldMkLst>
          <pc:docMk/>
          <pc:sldMk cId="474383694" sldId="602"/>
        </pc:sldMkLst>
        <pc:spChg chg="mod">
          <ac:chgData name="强 李" userId="cd6c7ec7188785ae" providerId="LiveId" clId="{BD9D4753-F2F2-40D4-8CDF-E028940497B9}" dt="2025-09-13T02:20:17.409" v="605"/>
          <ac:spMkLst>
            <pc:docMk/>
            <pc:sldMk cId="474383694" sldId="602"/>
            <ac:spMk id="5" creationId="{6D756E38-44BB-893E-10F4-24648C1F9451}"/>
          </ac:spMkLst>
        </pc:spChg>
        <pc:spChg chg="mod">
          <ac:chgData name="强 李" userId="cd6c7ec7188785ae" providerId="LiveId" clId="{BD9D4753-F2F2-40D4-8CDF-E028940497B9}" dt="2025-09-13T02:14:00.642" v="164" actId="121"/>
          <ac:spMkLst>
            <pc:docMk/>
            <pc:sldMk cId="474383694" sldId="602"/>
            <ac:spMk id="18" creationId="{00000000-0000-0000-0000-000000000000}"/>
          </ac:spMkLst>
        </pc:spChg>
      </pc:sldChg>
      <pc:sldChg chg="delSp modSp add mod setBg delDesignElem">
        <pc:chgData name="强 李" userId="cd6c7ec7188785ae" providerId="LiveId" clId="{BD9D4753-F2F2-40D4-8CDF-E028940497B9}" dt="2025-09-13T02:22:33.277" v="648" actId="6549"/>
        <pc:sldMkLst>
          <pc:docMk/>
          <pc:sldMk cId="3312005581" sldId="603"/>
        </pc:sldMkLst>
        <pc:spChg chg="mod">
          <ac:chgData name="强 李" userId="cd6c7ec7188785ae" providerId="LiveId" clId="{BD9D4753-F2F2-40D4-8CDF-E028940497B9}" dt="2025-09-13T02:22:33.277" v="648" actId="6549"/>
          <ac:spMkLst>
            <pc:docMk/>
            <pc:sldMk cId="3312005581" sldId="603"/>
            <ac:spMk id="2" creationId="{00000000-0000-0000-0000-000000000000}"/>
          </ac:spMkLst>
        </pc:spChg>
        <pc:spChg chg="mod">
          <ac:chgData name="强 李" userId="cd6c7ec7188785ae" providerId="LiveId" clId="{BD9D4753-F2F2-40D4-8CDF-E028940497B9}" dt="2025-09-13T02:22:07.124" v="626"/>
          <ac:spMkLst>
            <pc:docMk/>
            <pc:sldMk cId="3312005581" sldId="603"/>
            <ac:spMk id="6" creationId="{8D684FDC-0FF7-89F2-9187-5F0E9ED8CA01}"/>
          </ac:spMkLst>
        </pc:spChg>
        <pc:spChg chg="mod">
          <ac:chgData name="强 李" userId="cd6c7ec7188785ae" providerId="LiveId" clId="{BD9D4753-F2F2-40D4-8CDF-E028940497B9}" dt="2025-09-13T02:21:06.485" v="612" actId="2711"/>
          <ac:spMkLst>
            <pc:docMk/>
            <pc:sldMk cId="3312005581" sldId="603"/>
            <ac:spMk id="18" creationId="{00000000-0000-0000-0000-000000000000}"/>
          </ac:spMkLst>
        </pc:spChg>
      </pc:sldChg>
      <pc:sldChg chg="modSp add mod">
        <pc:chgData name="强 李" userId="cd6c7ec7188785ae" providerId="LiveId" clId="{BD9D4753-F2F2-40D4-8CDF-E028940497B9}" dt="2025-09-13T02:32:51.482" v="853" actId="6549"/>
        <pc:sldMkLst>
          <pc:docMk/>
          <pc:sldMk cId="3183267929" sldId="604"/>
        </pc:sldMkLst>
      </pc:sldChg>
      <pc:sldChg chg="modSp add mod">
        <pc:chgData name="强 李" userId="cd6c7ec7188785ae" providerId="LiveId" clId="{BD9D4753-F2F2-40D4-8CDF-E028940497B9}" dt="2025-09-13T02:36:58.380" v="1132" actId="6549"/>
        <pc:sldMkLst>
          <pc:docMk/>
          <pc:sldMk cId="123293470" sldId="605"/>
        </pc:sldMkLst>
      </pc:sldChg>
      <pc:sldChg chg="modSp add mod">
        <pc:chgData name="强 李" userId="cd6c7ec7188785ae" providerId="LiveId" clId="{BD9D4753-F2F2-40D4-8CDF-E028940497B9}" dt="2025-09-13T02:41:13.286" v="1312" actId="27636"/>
        <pc:sldMkLst>
          <pc:docMk/>
          <pc:sldMk cId="569777423" sldId="606"/>
        </pc:sldMkLst>
      </pc:sldChg>
      <pc:sldChg chg="modSp add mod">
        <pc:chgData name="强 李" userId="cd6c7ec7188785ae" providerId="LiveId" clId="{BD9D4753-F2F2-40D4-8CDF-E028940497B9}" dt="2025-09-13T02:43:58.752" v="1458" actId="5793"/>
        <pc:sldMkLst>
          <pc:docMk/>
          <pc:sldMk cId="3501543384" sldId="607"/>
        </pc:sldMkLst>
      </pc:sldChg>
      <pc:sldChg chg="addSp modSp add mod">
        <pc:chgData name="强 李" userId="cd6c7ec7188785ae" providerId="LiveId" clId="{BD9D4753-F2F2-40D4-8CDF-E028940497B9}" dt="2025-09-13T02:46:15.090" v="1577" actId="113"/>
        <pc:sldMkLst>
          <pc:docMk/>
          <pc:sldMk cId="2243036877" sldId="608"/>
        </pc:sldMkLst>
      </pc:sldChg>
      <pc:sldChg chg="modSp add mod ord">
        <pc:chgData name="强 李" userId="cd6c7ec7188785ae" providerId="LiveId" clId="{BD9D4753-F2F2-40D4-8CDF-E028940497B9}" dt="2025-09-13T02:57:34.540" v="1844"/>
        <pc:sldMkLst>
          <pc:docMk/>
          <pc:sldMk cId="3416398076" sldId="609"/>
        </pc:sldMkLst>
      </pc:sldChg>
      <pc:sldChg chg="modSp add mod ord">
        <pc:chgData name="强 李" userId="cd6c7ec7188785ae" providerId="LiveId" clId="{BD9D4753-F2F2-40D4-8CDF-E028940497B9}" dt="2025-09-13T02:57:01.412" v="1842"/>
        <pc:sldMkLst>
          <pc:docMk/>
          <pc:sldMk cId="131054885" sldId="610"/>
        </pc:sldMkLst>
      </pc:sldChg>
      <pc:sldChg chg="modSp add mod">
        <pc:chgData name="强 李" userId="cd6c7ec7188785ae" providerId="LiveId" clId="{BD9D4753-F2F2-40D4-8CDF-E028940497B9}" dt="2025-09-13T03:00:48.645" v="1908" actId="20577"/>
        <pc:sldMkLst>
          <pc:docMk/>
          <pc:sldMk cId="3940621306" sldId="611"/>
        </pc:sldMkLst>
      </pc:sldChg>
      <pc:sldChg chg="modSp add mod">
        <pc:chgData name="强 李" userId="cd6c7ec7188785ae" providerId="LiveId" clId="{BD9D4753-F2F2-40D4-8CDF-E028940497B9}" dt="2025-09-13T03:14:58.088" v="1983"/>
        <pc:sldMkLst>
          <pc:docMk/>
          <pc:sldMk cId="1893130029" sldId="612"/>
        </pc:sldMkLst>
      </pc:sldChg>
      <pc:sldChg chg="modSp add mod">
        <pc:chgData name="强 李" userId="cd6c7ec7188785ae" providerId="LiveId" clId="{BD9D4753-F2F2-40D4-8CDF-E028940497B9}" dt="2025-09-13T03:34:25.238" v="2090" actId="27636"/>
        <pc:sldMkLst>
          <pc:docMk/>
          <pc:sldMk cId="3523874398" sldId="613"/>
        </pc:sldMkLst>
      </pc:sldChg>
      <pc:sldChg chg="modSp add mod">
        <pc:chgData name="强 李" userId="cd6c7ec7188785ae" providerId="LiveId" clId="{BD9D4753-F2F2-40D4-8CDF-E028940497B9}" dt="2025-09-13T03:37:03.386" v="2126" actId="27636"/>
        <pc:sldMkLst>
          <pc:docMk/>
          <pc:sldMk cId="3444690874" sldId="614"/>
        </pc:sldMkLst>
      </pc:sldChg>
      <pc:sldChg chg="modSp add mod">
        <pc:chgData name="强 李" userId="cd6c7ec7188785ae" providerId="LiveId" clId="{BD9D4753-F2F2-40D4-8CDF-E028940497B9}" dt="2025-09-13T03:39:28.728" v="2152" actId="27636"/>
        <pc:sldMkLst>
          <pc:docMk/>
          <pc:sldMk cId="4289276280" sldId="615"/>
        </pc:sldMkLst>
      </pc:sldChg>
      <pc:sldChg chg="modSp add mod">
        <pc:chgData name="强 李" userId="cd6c7ec7188785ae" providerId="LiveId" clId="{BD9D4753-F2F2-40D4-8CDF-E028940497B9}" dt="2025-09-13T03:42:50.084" v="2264" actId="20577"/>
        <pc:sldMkLst>
          <pc:docMk/>
          <pc:sldMk cId="2376314133" sldId="616"/>
        </pc:sldMkLst>
      </pc:sldChg>
      <pc:sldChg chg="modSp add mod">
        <pc:chgData name="强 李" userId="cd6c7ec7188785ae" providerId="LiveId" clId="{BD9D4753-F2F2-40D4-8CDF-E028940497B9}" dt="2025-09-13T03:44:46.229" v="2612" actId="20577"/>
        <pc:sldMkLst>
          <pc:docMk/>
          <pc:sldMk cId="2595995318" sldId="617"/>
        </pc:sldMkLst>
      </pc:sldChg>
      <pc:sldChg chg="delSp modSp add mod">
        <pc:chgData name="强 李" userId="cd6c7ec7188785ae" providerId="LiveId" clId="{BD9D4753-F2F2-40D4-8CDF-E028940497B9}" dt="2025-09-13T03:47:21.076" v="2724" actId="27636"/>
        <pc:sldMkLst>
          <pc:docMk/>
          <pc:sldMk cId="85683632" sldId="618"/>
        </pc:sldMkLst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modSp">
        <pc:chgData name="李 强" userId="cd6c7ec7188785ae" providerId="Windows Live" clId="Web-{E46B53FF-9A88-47C2-AE39-26A84E1195D8}" dt="2023-03-11T20:57:46.997" v="2" actId="20577"/>
        <pc:sldMkLst>
          <pc:docMk/>
          <pc:sldMk cId="0" sldId="425"/>
        </pc:sldMkLst>
      </pc:sldChg>
      <pc:sldChg chg="ord">
        <pc:chgData name="李 强" userId="cd6c7ec7188785ae" providerId="Windows Live" clId="Web-{E46B53FF-9A88-47C2-AE39-26A84E1195D8}" dt="2023-03-11T20:57:51.575" v="3"/>
        <pc:sldMkLst>
          <pc:docMk/>
          <pc:sldMk cId="54695671" sldId="531"/>
        </pc:sldMkLst>
      </pc:sldChg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8FDC3B-6E93-441B-AE75-0AB5019C446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562A41-EFF0-4AC1-89E7-BE8FF560234B}">
      <dgm:prSet custT="1"/>
      <dgm:spPr/>
      <dgm:t>
        <a:bodyPr/>
        <a:lstStyle/>
        <a:p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旅游中导游的作用？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6810DFE-177A-4756-AE20-58AE984CEFE7}" type="par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7CE562A-D820-4453-AAFE-210D66D2CD39}" type="sib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9560837B-6C5D-4140-8FB8-A3D015EE0CE3}">
      <dgm:prSet custT="1"/>
      <dgm:spPr/>
      <dgm:t>
        <a:bodyPr/>
        <a:lstStyle/>
        <a:p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信仰中大牧人作用</a:t>
          </a:r>
          <a:r>
            <a:rPr 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23396744-A72A-4748-8321-A140457BB116}" type="par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0F9BA7B3-9CBC-4650-BA6D-125C111485DF}" type="sib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51FB5E3B-C39E-4BBD-A265-2C104DFE0B10}" type="pres">
      <dgm:prSet presAssocID="{6C8FDC3B-6E93-441B-AE75-0AB5019C4468}" presName="root" presStyleCnt="0">
        <dgm:presLayoutVars>
          <dgm:dir/>
          <dgm:resizeHandles val="exact"/>
        </dgm:presLayoutVars>
      </dgm:prSet>
      <dgm:spPr/>
    </dgm:pt>
    <dgm:pt modelId="{1880E83A-9BD8-420E-B078-45BC06C3AEA2}" type="pres">
      <dgm:prSet presAssocID="{B4562A41-EFF0-4AC1-89E7-BE8FF560234B}" presName="compNode" presStyleCnt="0"/>
      <dgm:spPr/>
    </dgm:pt>
    <dgm:pt modelId="{34E1AEC9-CBF3-44C5-B2CE-901E44470EE1}" type="pres">
      <dgm:prSet presAssocID="{B4562A41-EFF0-4AC1-89E7-BE8FF560234B}" presName="bgRect" presStyleLbl="bgShp" presStyleIdx="0" presStyleCnt="2" custScaleX="100000"/>
      <dgm:spPr/>
    </dgm:pt>
    <dgm:pt modelId="{1C53FEA1-DA41-431B-B646-5BCD6C1FEA1B}" type="pres">
      <dgm:prSet presAssocID="{B4562A41-EFF0-4AC1-89E7-BE8FF560234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ayer Candle"/>
        </a:ext>
      </dgm:extLst>
    </dgm:pt>
    <dgm:pt modelId="{1A6690A5-513A-4F9F-8A62-45D9624591FB}" type="pres">
      <dgm:prSet presAssocID="{B4562A41-EFF0-4AC1-89E7-BE8FF560234B}" presName="spaceRect" presStyleCnt="0"/>
      <dgm:spPr/>
    </dgm:pt>
    <dgm:pt modelId="{18A96B3A-EB32-454E-B01A-02C2A2A6D1F8}" type="pres">
      <dgm:prSet presAssocID="{B4562A41-EFF0-4AC1-89E7-BE8FF560234B}" presName="parTx" presStyleLbl="revTx" presStyleIdx="0" presStyleCnt="2">
        <dgm:presLayoutVars>
          <dgm:chMax val="0"/>
          <dgm:chPref val="0"/>
        </dgm:presLayoutVars>
      </dgm:prSet>
      <dgm:spPr/>
    </dgm:pt>
    <dgm:pt modelId="{95D23694-0CA9-4984-96AB-F0BBE7EA174D}" type="pres">
      <dgm:prSet presAssocID="{67CE562A-D820-4453-AAFE-210D66D2CD39}" presName="sibTrans" presStyleCnt="0"/>
      <dgm:spPr/>
    </dgm:pt>
    <dgm:pt modelId="{FE28A877-1997-43E9-BE50-32CA8445AE8B}" type="pres">
      <dgm:prSet presAssocID="{9560837B-6C5D-4140-8FB8-A3D015EE0CE3}" presName="compNode" presStyleCnt="0"/>
      <dgm:spPr/>
    </dgm:pt>
    <dgm:pt modelId="{E64D890F-767D-4E95-A66B-4DC9AE9169B2}" type="pres">
      <dgm:prSet presAssocID="{9560837B-6C5D-4140-8FB8-A3D015EE0CE3}" presName="bgRect" presStyleLbl="bgShp" presStyleIdx="1" presStyleCnt="2"/>
      <dgm:spPr/>
    </dgm:pt>
    <dgm:pt modelId="{0069E9D1-00C8-4A7D-A7E5-FF47AC853351}" type="pres">
      <dgm:prSet presAssocID="{9560837B-6C5D-4140-8FB8-A3D015EE0CE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les with Arrows"/>
        </a:ext>
      </dgm:extLst>
    </dgm:pt>
    <dgm:pt modelId="{89A76834-4A4E-4278-915E-2FFF6CB92353}" type="pres">
      <dgm:prSet presAssocID="{9560837B-6C5D-4140-8FB8-A3D015EE0CE3}" presName="spaceRect" presStyleCnt="0"/>
      <dgm:spPr/>
    </dgm:pt>
    <dgm:pt modelId="{DF44F7BB-85CD-467D-8D84-6D4163CCECA7}" type="pres">
      <dgm:prSet presAssocID="{9560837B-6C5D-4140-8FB8-A3D015EE0CE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20F3C1E-77E7-404F-B6B9-845D8A9A6BAC}" type="presOf" srcId="{9560837B-6C5D-4140-8FB8-A3D015EE0CE3}" destId="{DF44F7BB-85CD-467D-8D84-6D4163CCECA7}" srcOrd="0" destOrd="0" presId="urn:microsoft.com/office/officeart/2018/2/layout/IconVerticalSolidList"/>
    <dgm:cxn modelId="{77B06D2C-076A-4AED-8973-C19FC8E68400}" type="presOf" srcId="{B4562A41-EFF0-4AC1-89E7-BE8FF560234B}" destId="{18A96B3A-EB32-454E-B01A-02C2A2A6D1F8}" srcOrd="0" destOrd="0" presId="urn:microsoft.com/office/officeart/2018/2/layout/IconVerticalSolidList"/>
    <dgm:cxn modelId="{CFBD0E7D-43C2-4C2D-8998-F5E96A64DECC}" srcId="{6C8FDC3B-6E93-441B-AE75-0AB5019C4468}" destId="{B4562A41-EFF0-4AC1-89E7-BE8FF560234B}" srcOrd="0" destOrd="0" parTransId="{66810DFE-177A-4756-AE20-58AE984CEFE7}" sibTransId="{67CE562A-D820-4453-AAFE-210D66D2CD39}"/>
    <dgm:cxn modelId="{FF456F94-0F41-4EC6-B358-F5E9FFF2BF7C}" type="presOf" srcId="{6C8FDC3B-6E93-441B-AE75-0AB5019C4468}" destId="{51FB5E3B-C39E-4BBD-A265-2C104DFE0B10}" srcOrd="0" destOrd="0" presId="urn:microsoft.com/office/officeart/2018/2/layout/IconVerticalSolidList"/>
    <dgm:cxn modelId="{C8532AE3-B1F0-41AF-B6A7-4F510230B6AB}" srcId="{6C8FDC3B-6E93-441B-AE75-0AB5019C4468}" destId="{9560837B-6C5D-4140-8FB8-A3D015EE0CE3}" srcOrd="1" destOrd="0" parTransId="{23396744-A72A-4748-8321-A140457BB116}" sibTransId="{0F9BA7B3-9CBC-4650-BA6D-125C111485DF}"/>
    <dgm:cxn modelId="{11CCD309-22BA-4045-B6C1-BCFC0734FBC9}" type="presParOf" srcId="{51FB5E3B-C39E-4BBD-A265-2C104DFE0B10}" destId="{1880E83A-9BD8-420E-B078-45BC06C3AEA2}" srcOrd="0" destOrd="0" presId="urn:microsoft.com/office/officeart/2018/2/layout/IconVerticalSolidList"/>
    <dgm:cxn modelId="{CB183EBA-F5D0-4920-8ED7-ACC35564AABB}" type="presParOf" srcId="{1880E83A-9BD8-420E-B078-45BC06C3AEA2}" destId="{34E1AEC9-CBF3-44C5-B2CE-901E44470EE1}" srcOrd="0" destOrd="0" presId="urn:microsoft.com/office/officeart/2018/2/layout/IconVerticalSolidList"/>
    <dgm:cxn modelId="{B6DCFEC8-E6F9-4978-B75F-D3901E07EB18}" type="presParOf" srcId="{1880E83A-9BD8-420E-B078-45BC06C3AEA2}" destId="{1C53FEA1-DA41-431B-B646-5BCD6C1FEA1B}" srcOrd="1" destOrd="0" presId="urn:microsoft.com/office/officeart/2018/2/layout/IconVerticalSolidList"/>
    <dgm:cxn modelId="{64497695-77A5-4F8D-B9A7-11063B62B34E}" type="presParOf" srcId="{1880E83A-9BD8-420E-B078-45BC06C3AEA2}" destId="{1A6690A5-513A-4F9F-8A62-45D9624591FB}" srcOrd="2" destOrd="0" presId="urn:microsoft.com/office/officeart/2018/2/layout/IconVerticalSolidList"/>
    <dgm:cxn modelId="{151FFF8F-6393-45C2-A71F-4971B3E952AC}" type="presParOf" srcId="{1880E83A-9BD8-420E-B078-45BC06C3AEA2}" destId="{18A96B3A-EB32-454E-B01A-02C2A2A6D1F8}" srcOrd="3" destOrd="0" presId="urn:microsoft.com/office/officeart/2018/2/layout/IconVerticalSolidList"/>
    <dgm:cxn modelId="{4E5D8AFF-9C72-48EE-AC36-98DCBA99BB2B}" type="presParOf" srcId="{51FB5E3B-C39E-4BBD-A265-2C104DFE0B10}" destId="{95D23694-0CA9-4984-96AB-F0BBE7EA174D}" srcOrd="1" destOrd="0" presId="urn:microsoft.com/office/officeart/2018/2/layout/IconVerticalSolidList"/>
    <dgm:cxn modelId="{672DDEB9-7736-4A57-AA64-06D5EFE7A5A4}" type="presParOf" srcId="{51FB5E3B-C39E-4BBD-A265-2C104DFE0B10}" destId="{FE28A877-1997-43E9-BE50-32CA8445AE8B}" srcOrd="2" destOrd="0" presId="urn:microsoft.com/office/officeart/2018/2/layout/IconVerticalSolidList"/>
    <dgm:cxn modelId="{FB09B094-DE6D-4D5C-8C89-6A65315F4CB2}" type="presParOf" srcId="{FE28A877-1997-43E9-BE50-32CA8445AE8B}" destId="{E64D890F-767D-4E95-A66B-4DC9AE9169B2}" srcOrd="0" destOrd="0" presId="urn:microsoft.com/office/officeart/2018/2/layout/IconVerticalSolidList"/>
    <dgm:cxn modelId="{374DA5C0-7CB9-41D5-8FA5-C87D27D00FFF}" type="presParOf" srcId="{FE28A877-1997-43E9-BE50-32CA8445AE8B}" destId="{0069E9D1-00C8-4A7D-A7E5-FF47AC853351}" srcOrd="1" destOrd="0" presId="urn:microsoft.com/office/officeart/2018/2/layout/IconVerticalSolidList"/>
    <dgm:cxn modelId="{96AB172E-136B-485A-9671-1338419ADC18}" type="presParOf" srcId="{FE28A877-1997-43E9-BE50-32CA8445AE8B}" destId="{89A76834-4A4E-4278-915E-2FFF6CB92353}" srcOrd="2" destOrd="0" presId="urn:microsoft.com/office/officeart/2018/2/layout/IconVerticalSolidList"/>
    <dgm:cxn modelId="{5D395CB3-354C-42E8-A8B7-D2F11A264262}" type="presParOf" srcId="{FE28A877-1997-43E9-BE50-32CA8445AE8B}" destId="{DF44F7BB-85CD-467D-8D84-6D4163CCEC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FEBC65-5800-49C2-ACE8-714124562FF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176FC01-0F21-475B-85EA-274FB5949CEE}">
      <dgm:prSet custT="1"/>
      <dgm:spPr/>
      <dgm:t>
        <a:bodyPr/>
        <a:lstStyle/>
        <a:p>
          <a:r>
            <a:rPr lang="en-US" sz="2800" dirty="0"/>
            <a:t>18</a:t>
          </a:r>
          <a:r>
            <a:rPr lang="zh-CN" sz="2800" dirty="0"/>
            <a:t>节经文中讲述基督为我们受苦的目的是什么？</a:t>
          </a:r>
          <a:endParaRPr lang="en-US" sz="2800" dirty="0"/>
        </a:p>
      </dgm:t>
    </dgm:pt>
    <dgm:pt modelId="{D1D38E7F-16EA-4301-BBA5-CA2CF10E48D8}" type="parTrans" cxnId="{14BA01FB-BBCD-4D00-A6A0-9A70A9AB68B7}">
      <dgm:prSet/>
      <dgm:spPr/>
      <dgm:t>
        <a:bodyPr/>
        <a:lstStyle/>
        <a:p>
          <a:endParaRPr lang="en-US" sz="3600"/>
        </a:p>
      </dgm:t>
    </dgm:pt>
    <dgm:pt modelId="{CFDA8DFF-2E53-463E-9C51-FEB63EFB3957}" type="sibTrans" cxnId="{14BA01FB-BBCD-4D00-A6A0-9A70A9AB68B7}">
      <dgm:prSet/>
      <dgm:spPr/>
      <dgm:t>
        <a:bodyPr/>
        <a:lstStyle/>
        <a:p>
          <a:endParaRPr lang="en-US" sz="3600"/>
        </a:p>
      </dgm:t>
    </dgm:pt>
    <dgm:pt modelId="{64DB2166-30C7-435E-9238-35D96453447E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zh-CN" sz="3200" dirty="0"/>
            <a:t>你个人是如何理解第</a:t>
          </a:r>
          <a:r>
            <a:rPr lang="en-US" sz="3200" dirty="0"/>
            <a:t>19</a:t>
          </a:r>
          <a:r>
            <a:rPr lang="zh-CN" sz="3200" dirty="0"/>
            <a:t>节的经文的？</a:t>
          </a:r>
        </a:p>
      </dgm:t>
    </dgm:pt>
    <dgm:pt modelId="{4CDA663B-29C7-4152-9BFE-3D5D8E028068}" type="parTrans" cxnId="{E357F1E5-D872-4991-84A4-6855FAC57D03}">
      <dgm:prSet/>
      <dgm:spPr/>
      <dgm:t>
        <a:bodyPr/>
        <a:lstStyle/>
        <a:p>
          <a:endParaRPr lang="zh-CN" altLang="en-US"/>
        </a:p>
      </dgm:t>
    </dgm:pt>
    <dgm:pt modelId="{40D57C72-0185-420E-AF99-A8029BD8A2F0}" type="sibTrans" cxnId="{E357F1E5-D872-4991-84A4-6855FAC57D03}">
      <dgm:prSet/>
      <dgm:spPr/>
      <dgm:t>
        <a:bodyPr/>
        <a:lstStyle/>
        <a:p>
          <a:endParaRPr lang="zh-CN" altLang="en-US"/>
        </a:p>
      </dgm:t>
    </dgm:pt>
    <dgm:pt modelId="{86FBE3D8-514A-4503-936B-EAE4EB4EEA64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2800" dirty="0"/>
            <a:t>22</a:t>
          </a:r>
          <a:r>
            <a:rPr lang="zh-CN" sz="2800" dirty="0"/>
            <a:t>节经文“都服从了他（耶稣）”，我们个人该如何服从他（耶稣）呢？</a:t>
          </a:r>
        </a:p>
      </dgm:t>
    </dgm:pt>
    <dgm:pt modelId="{D22ACB7C-4382-42AD-AA48-607F34E1FC93}" type="parTrans" cxnId="{50BE3DFA-C23A-4DCA-84FD-6DBA541A8B1B}">
      <dgm:prSet/>
      <dgm:spPr/>
      <dgm:t>
        <a:bodyPr/>
        <a:lstStyle/>
        <a:p>
          <a:endParaRPr lang="zh-CN" altLang="en-US"/>
        </a:p>
      </dgm:t>
    </dgm:pt>
    <dgm:pt modelId="{878D641A-DDE7-46FA-92F1-3F361601E40C}" type="sibTrans" cxnId="{50BE3DFA-C23A-4DCA-84FD-6DBA541A8B1B}">
      <dgm:prSet/>
      <dgm:spPr/>
      <dgm:t>
        <a:bodyPr/>
        <a:lstStyle/>
        <a:p>
          <a:endParaRPr lang="zh-CN" altLang="en-US"/>
        </a:p>
      </dgm:t>
    </dgm:pt>
    <dgm:pt modelId="{1F12DA8F-2D73-42EB-96BB-B7F23E046792}" type="pres">
      <dgm:prSet presAssocID="{0FFEBC65-5800-49C2-ACE8-714124562FFC}" presName="linear" presStyleCnt="0">
        <dgm:presLayoutVars>
          <dgm:dir/>
          <dgm:animLvl val="lvl"/>
          <dgm:resizeHandles val="exact"/>
        </dgm:presLayoutVars>
      </dgm:prSet>
      <dgm:spPr/>
    </dgm:pt>
    <dgm:pt modelId="{AEC063B2-7783-4155-A879-3FB3B2D793DC}" type="pres">
      <dgm:prSet presAssocID="{C176FC01-0F21-475B-85EA-274FB5949CEE}" presName="parentLin" presStyleCnt="0"/>
      <dgm:spPr/>
    </dgm:pt>
    <dgm:pt modelId="{92496FFA-3E4F-4752-B5AE-E88700E86530}" type="pres">
      <dgm:prSet presAssocID="{C176FC01-0F21-475B-85EA-274FB5949CEE}" presName="parentLeftMargin" presStyleLbl="node1" presStyleIdx="0" presStyleCnt="3"/>
      <dgm:spPr/>
    </dgm:pt>
    <dgm:pt modelId="{D380AF95-F959-4D0A-B7E1-7422A5B1EAB9}" type="pres">
      <dgm:prSet presAssocID="{C176FC01-0F21-475B-85EA-274FB5949CEE}" presName="parentText" presStyleLbl="node1" presStyleIdx="0" presStyleCnt="3" custScaleX="150037" custScaleY="312765" custLinFactY="-100000" custLinFactNeighborX="-334" custLinFactNeighborY="-179641">
        <dgm:presLayoutVars>
          <dgm:chMax val="0"/>
          <dgm:bulletEnabled val="1"/>
        </dgm:presLayoutVars>
      </dgm:prSet>
      <dgm:spPr/>
    </dgm:pt>
    <dgm:pt modelId="{BFF9330A-5949-4295-ACC2-9B2A12355909}" type="pres">
      <dgm:prSet presAssocID="{C176FC01-0F21-475B-85EA-274FB5949CEE}" presName="negativeSpace" presStyleCnt="0"/>
      <dgm:spPr/>
    </dgm:pt>
    <dgm:pt modelId="{848F4D12-C394-4ABC-9593-6F1DC924B5B9}" type="pres">
      <dgm:prSet presAssocID="{C176FC01-0F21-475B-85EA-274FB5949CEE}" presName="childText" presStyleLbl="conFgAcc1" presStyleIdx="0" presStyleCnt="3">
        <dgm:presLayoutVars>
          <dgm:bulletEnabled val="1"/>
        </dgm:presLayoutVars>
      </dgm:prSet>
      <dgm:spPr/>
    </dgm:pt>
    <dgm:pt modelId="{BCF3AA3D-C523-4447-8B75-EDE1FDCAE301}" type="pres">
      <dgm:prSet presAssocID="{CFDA8DFF-2E53-463E-9C51-FEB63EFB3957}" presName="spaceBetweenRectangles" presStyleCnt="0"/>
      <dgm:spPr/>
    </dgm:pt>
    <dgm:pt modelId="{AFC18417-56AF-48AC-90DB-0AE3BFC8481D}" type="pres">
      <dgm:prSet presAssocID="{64DB2166-30C7-435E-9238-35D96453447E}" presName="parentLin" presStyleCnt="0"/>
      <dgm:spPr/>
    </dgm:pt>
    <dgm:pt modelId="{40634267-5850-4352-8FBC-9F94021CF13E}" type="pres">
      <dgm:prSet presAssocID="{64DB2166-30C7-435E-9238-35D96453447E}" presName="parentLeftMargin" presStyleLbl="node1" presStyleIdx="0" presStyleCnt="3"/>
      <dgm:spPr/>
    </dgm:pt>
    <dgm:pt modelId="{E1DD95C0-E757-452D-AC1D-CD2496EB896C}" type="pres">
      <dgm:prSet presAssocID="{64DB2166-30C7-435E-9238-35D96453447E}" presName="parentText" presStyleLbl="node1" presStyleIdx="1" presStyleCnt="3" custScaleX="142997" custScaleY="240586" custLinFactNeighborX="712" custLinFactNeighborY="-33329">
        <dgm:presLayoutVars>
          <dgm:chMax val="0"/>
          <dgm:bulletEnabled val="1"/>
        </dgm:presLayoutVars>
      </dgm:prSet>
      <dgm:spPr/>
    </dgm:pt>
    <dgm:pt modelId="{C411E591-7222-4641-B266-80C8278FBF27}" type="pres">
      <dgm:prSet presAssocID="{64DB2166-30C7-435E-9238-35D96453447E}" presName="negativeSpace" presStyleCnt="0"/>
      <dgm:spPr/>
    </dgm:pt>
    <dgm:pt modelId="{F8CD1D38-39C9-4BAC-AB0D-629DDD2CDF4F}" type="pres">
      <dgm:prSet presAssocID="{64DB2166-30C7-435E-9238-35D96453447E}" presName="childText" presStyleLbl="conFgAcc1" presStyleIdx="1" presStyleCnt="3">
        <dgm:presLayoutVars>
          <dgm:bulletEnabled val="1"/>
        </dgm:presLayoutVars>
      </dgm:prSet>
      <dgm:spPr/>
    </dgm:pt>
    <dgm:pt modelId="{F409D9F3-13DE-41DB-A442-171E10FDB56B}" type="pres">
      <dgm:prSet presAssocID="{40D57C72-0185-420E-AF99-A8029BD8A2F0}" presName="spaceBetweenRectangles" presStyleCnt="0"/>
      <dgm:spPr/>
    </dgm:pt>
    <dgm:pt modelId="{2D96EEDA-8764-4FCA-87CE-8938B5129C10}" type="pres">
      <dgm:prSet presAssocID="{86FBE3D8-514A-4503-936B-EAE4EB4EEA64}" presName="parentLin" presStyleCnt="0"/>
      <dgm:spPr/>
    </dgm:pt>
    <dgm:pt modelId="{F8F3FB03-63F2-47AC-96F4-8E9B2622C5BA}" type="pres">
      <dgm:prSet presAssocID="{86FBE3D8-514A-4503-936B-EAE4EB4EEA64}" presName="parentLeftMargin" presStyleLbl="node1" presStyleIdx="1" presStyleCnt="3"/>
      <dgm:spPr/>
    </dgm:pt>
    <dgm:pt modelId="{FBF6BE57-2E5E-4CC8-B430-578263D5929D}" type="pres">
      <dgm:prSet presAssocID="{86FBE3D8-514A-4503-936B-EAE4EB4EEA64}" presName="parentText" presStyleLbl="node1" presStyleIdx="2" presStyleCnt="3" custScaleX="142857" custScaleY="203930" custLinFactNeighborX="515" custLinFactNeighborY="-36568">
        <dgm:presLayoutVars>
          <dgm:chMax val="0"/>
          <dgm:bulletEnabled val="1"/>
        </dgm:presLayoutVars>
      </dgm:prSet>
      <dgm:spPr/>
    </dgm:pt>
    <dgm:pt modelId="{AD27420F-3D38-4F9F-9217-3F00ADF8E502}" type="pres">
      <dgm:prSet presAssocID="{86FBE3D8-514A-4503-936B-EAE4EB4EEA64}" presName="negativeSpace" presStyleCnt="0"/>
      <dgm:spPr/>
    </dgm:pt>
    <dgm:pt modelId="{CE530F7A-191A-4B18-ADF4-54D5E5168763}" type="pres">
      <dgm:prSet presAssocID="{86FBE3D8-514A-4503-936B-EAE4EB4EEA6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0800D29-386E-4191-807A-FE62AE38B822}" type="presOf" srcId="{86FBE3D8-514A-4503-936B-EAE4EB4EEA64}" destId="{FBF6BE57-2E5E-4CC8-B430-578263D5929D}" srcOrd="1" destOrd="0" presId="urn:microsoft.com/office/officeart/2005/8/layout/list1"/>
    <dgm:cxn modelId="{B950487E-1EE2-4B68-B38F-57044BF6EB1A}" type="presOf" srcId="{0FFEBC65-5800-49C2-ACE8-714124562FFC}" destId="{1F12DA8F-2D73-42EB-96BB-B7F23E046792}" srcOrd="0" destOrd="0" presId="urn:microsoft.com/office/officeart/2005/8/layout/list1"/>
    <dgm:cxn modelId="{2C2E8188-8668-4F81-8B36-FB5DAA3F1359}" type="presOf" srcId="{64DB2166-30C7-435E-9238-35D96453447E}" destId="{E1DD95C0-E757-452D-AC1D-CD2496EB896C}" srcOrd="1" destOrd="0" presId="urn:microsoft.com/office/officeart/2005/8/layout/list1"/>
    <dgm:cxn modelId="{FE71D29A-6B81-48DF-8BA8-F4714BDBC5BA}" type="presOf" srcId="{C176FC01-0F21-475B-85EA-274FB5949CEE}" destId="{92496FFA-3E4F-4752-B5AE-E88700E86530}" srcOrd="0" destOrd="0" presId="urn:microsoft.com/office/officeart/2005/8/layout/list1"/>
    <dgm:cxn modelId="{98DEB1D7-E95C-4ABA-9FAD-FFD24EF7E8D0}" type="presOf" srcId="{86FBE3D8-514A-4503-936B-EAE4EB4EEA64}" destId="{F8F3FB03-63F2-47AC-96F4-8E9B2622C5BA}" srcOrd="0" destOrd="0" presId="urn:microsoft.com/office/officeart/2005/8/layout/list1"/>
    <dgm:cxn modelId="{A017CEE0-B68E-44C7-8556-345701872831}" type="presOf" srcId="{64DB2166-30C7-435E-9238-35D96453447E}" destId="{40634267-5850-4352-8FBC-9F94021CF13E}" srcOrd="0" destOrd="0" presId="urn:microsoft.com/office/officeart/2005/8/layout/list1"/>
    <dgm:cxn modelId="{E357F1E5-D872-4991-84A4-6855FAC57D03}" srcId="{0FFEBC65-5800-49C2-ACE8-714124562FFC}" destId="{64DB2166-30C7-435E-9238-35D96453447E}" srcOrd="1" destOrd="0" parTransId="{4CDA663B-29C7-4152-9BFE-3D5D8E028068}" sibTransId="{40D57C72-0185-420E-AF99-A8029BD8A2F0}"/>
    <dgm:cxn modelId="{41D059F8-ED48-424C-860E-372EBD35D6F8}" type="presOf" srcId="{C176FC01-0F21-475B-85EA-274FB5949CEE}" destId="{D380AF95-F959-4D0A-B7E1-7422A5B1EAB9}" srcOrd="1" destOrd="0" presId="urn:microsoft.com/office/officeart/2005/8/layout/list1"/>
    <dgm:cxn modelId="{50BE3DFA-C23A-4DCA-84FD-6DBA541A8B1B}" srcId="{0FFEBC65-5800-49C2-ACE8-714124562FFC}" destId="{86FBE3D8-514A-4503-936B-EAE4EB4EEA64}" srcOrd="2" destOrd="0" parTransId="{D22ACB7C-4382-42AD-AA48-607F34E1FC93}" sibTransId="{878D641A-DDE7-46FA-92F1-3F361601E40C}"/>
    <dgm:cxn modelId="{14BA01FB-BBCD-4D00-A6A0-9A70A9AB68B7}" srcId="{0FFEBC65-5800-49C2-ACE8-714124562FFC}" destId="{C176FC01-0F21-475B-85EA-274FB5949CEE}" srcOrd="0" destOrd="0" parTransId="{D1D38E7F-16EA-4301-BBA5-CA2CF10E48D8}" sibTransId="{CFDA8DFF-2E53-463E-9C51-FEB63EFB3957}"/>
    <dgm:cxn modelId="{6672B1CE-B335-4A97-9411-A2CC6665F435}" type="presParOf" srcId="{1F12DA8F-2D73-42EB-96BB-B7F23E046792}" destId="{AEC063B2-7783-4155-A879-3FB3B2D793DC}" srcOrd="0" destOrd="0" presId="urn:microsoft.com/office/officeart/2005/8/layout/list1"/>
    <dgm:cxn modelId="{A9EF1D7E-28D7-4C51-BF8B-02F4DD90D827}" type="presParOf" srcId="{AEC063B2-7783-4155-A879-3FB3B2D793DC}" destId="{92496FFA-3E4F-4752-B5AE-E88700E86530}" srcOrd="0" destOrd="0" presId="urn:microsoft.com/office/officeart/2005/8/layout/list1"/>
    <dgm:cxn modelId="{F115C0A8-674A-43CA-9CB3-E4D876691FFB}" type="presParOf" srcId="{AEC063B2-7783-4155-A879-3FB3B2D793DC}" destId="{D380AF95-F959-4D0A-B7E1-7422A5B1EAB9}" srcOrd="1" destOrd="0" presId="urn:microsoft.com/office/officeart/2005/8/layout/list1"/>
    <dgm:cxn modelId="{859F4A83-3344-4E37-8D96-16D55036EB25}" type="presParOf" srcId="{1F12DA8F-2D73-42EB-96BB-B7F23E046792}" destId="{BFF9330A-5949-4295-ACC2-9B2A12355909}" srcOrd="1" destOrd="0" presId="urn:microsoft.com/office/officeart/2005/8/layout/list1"/>
    <dgm:cxn modelId="{BBCD0A6F-6125-4DFF-AA19-1AAAF0D97954}" type="presParOf" srcId="{1F12DA8F-2D73-42EB-96BB-B7F23E046792}" destId="{848F4D12-C394-4ABC-9593-6F1DC924B5B9}" srcOrd="2" destOrd="0" presId="urn:microsoft.com/office/officeart/2005/8/layout/list1"/>
    <dgm:cxn modelId="{4B545FD9-6CA0-460B-81E0-35C8A5EBCA9D}" type="presParOf" srcId="{1F12DA8F-2D73-42EB-96BB-B7F23E046792}" destId="{BCF3AA3D-C523-4447-8B75-EDE1FDCAE301}" srcOrd="3" destOrd="0" presId="urn:microsoft.com/office/officeart/2005/8/layout/list1"/>
    <dgm:cxn modelId="{D0559B64-035D-4ACF-AEE9-0115F7B5BBD9}" type="presParOf" srcId="{1F12DA8F-2D73-42EB-96BB-B7F23E046792}" destId="{AFC18417-56AF-48AC-90DB-0AE3BFC8481D}" srcOrd="4" destOrd="0" presId="urn:microsoft.com/office/officeart/2005/8/layout/list1"/>
    <dgm:cxn modelId="{461615E2-D44E-440C-BA9D-FF938130DE59}" type="presParOf" srcId="{AFC18417-56AF-48AC-90DB-0AE3BFC8481D}" destId="{40634267-5850-4352-8FBC-9F94021CF13E}" srcOrd="0" destOrd="0" presId="urn:microsoft.com/office/officeart/2005/8/layout/list1"/>
    <dgm:cxn modelId="{722846D1-A677-493F-9E4E-47109961272C}" type="presParOf" srcId="{AFC18417-56AF-48AC-90DB-0AE3BFC8481D}" destId="{E1DD95C0-E757-452D-AC1D-CD2496EB896C}" srcOrd="1" destOrd="0" presId="urn:microsoft.com/office/officeart/2005/8/layout/list1"/>
    <dgm:cxn modelId="{A46C5E9D-A291-4DFB-89AF-DB0C9D2C2F01}" type="presParOf" srcId="{1F12DA8F-2D73-42EB-96BB-B7F23E046792}" destId="{C411E591-7222-4641-B266-80C8278FBF27}" srcOrd="5" destOrd="0" presId="urn:microsoft.com/office/officeart/2005/8/layout/list1"/>
    <dgm:cxn modelId="{3A01F243-F8D2-4836-9C7D-6C98AEBE9077}" type="presParOf" srcId="{1F12DA8F-2D73-42EB-96BB-B7F23E046792}" destId="{F8CD1D38-39C9-4BAC-AB0D-629DDD2CDF4F}" srcOrd="6" destOrd="0" presId="urn:microsoft.com/office/officeart/2005/8/layout/list1"/>
    <dgm:cxn modelId="{CFED2ADC-4AE1-4D01-82AB-FCC34014F1CB}" type="presParOf" srcId="{1F12DA8F-2D73-42EB-96BB-B7F23E046792}" destId="{F409D9F3-13DE-41DB-A442-171E10FDB56B}" srcOrd="7" destOrd="0" presId="urn:microsoft.com/office/officeart/2005/8/layout/list1"/>
    <dgm:cxn modelId="{8327EADD-70D9-42F8-A02E-51CB8E5FB83C}" type="presParOf" srcId="{1F12DA8F-2D73-42EB-96BB-B7F23E046792}" destId="{2D96EEDA-8764-4FCA-87CE-8938B5129C10}" srcOrd="8" destOrd="0" presId="urn:microsoft.com/office/officeart/2005/8/layout/list1"/>
    <dgm:cxn modelId="{21211301-0D09-4B7A-84C3-F085F8D67233}" type="presParOf" srcId="{2D96EEDA-8764-4FCA-87CE-8938B5129C10}" destId="{F8F3FB03-63F2-47AC-96F4-8E9B2622C5BA}" srcOrd="0" destOrd="0" presId="urn:microsoft.com/office/officeart/2005/8/layout/list1"/>
    <dgm:cxn modelId="{EB4FA878-AA8F-4610-9B15-344FF3AA6A97}" type="presParOf" srcId="{2D96EEDA-8764-4FCA-87CE-8938B5129C10}" destId="{FBF6BE57-2E5E-4CC8-B430-578263D5929D}" srcOrd="1" destOrd="0" presId="urn:microsoft.com/office/officeart/2005/8/layout/list1"/>
    <dgm:cxn modelId="{580B379C-A250-4C5C-8126-9F64738AF5D8}" type="presParOf" srcId="{1F12DA8F-2D73-42EB-96BB-B7F23E046792}" destId="{AD27420F-3D38-4F9F-9217-3F00ADF8E502}" srcOrd="9" destOrd="0" presId="urn:microsoft.com/office/officeart/2005/8/layout/list1"/>
    <dgm:cxn modelId="{FF781B97-B0D4-45C4-9CB9-0772E9A29B45}" type="presParOf" srcId="{1F12DA8F-2D73-42EB-96BB-B7F23E046792}" destId="{CE530F7A-191A-4B18-ADF4-54D5E5168763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E1AEC9-CBF3-44C5-B2CE-901E44470EE1}">
      <dsp:nvSpPr>
        <dsp:cNvPr id="0" name=""/>
        <dsp:cNvSpPr/>
      </dsp:nvSpPr>
      <dsp:spPr>
        <a:xfrm>
          <a:off x="0" y="707288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3FEA1-DA41-431B-B646-5BCD6C1FEA1B}">
      <dsp:nvSpPr>
        <dsp:cNvPr id="0" name=""/>
        <dsp:cNvSpPr/>
      </dsp:nvSpPr>
      <dsp:spPr>
        <a:xfrm>
          <a:off x="394993" y="1001085"/>
          <a:ext cx="718169" cy="718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96B3A-EB32-454E-B01A-02C2A2A6D1F8}">
      <dsp:nvSpPr>
        <dsp:cNvPr id="0" name=""/>
        <dsp:cNvSpPr/>
      </dsp:nvSpPr>
      <dsp:spPr>
        <a:xfrm>
          <a:off x="1508156" y="707288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旅游中导游的作用？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707288"/>
        <a:ext cx="9436068" cy="1305763"/>
      </dsp:txXfrm>
    </dsp:sp>
    <dsp:sp modelId="{E64D890F-767D-4E95-A66B-4DC9AE9169B2}">
      <dsp:nvSpPr>
        <dsp:cNvPr id="0" name=""/>
        <dsp:cNvSpPr/>
      </dsp:nvSpPr>
      <dsp:spPr>
        <a:xfrm>
          <a:off x="0" y="2339492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9E9D1-00C8-4A7D-A7E5-FF47AC853351}">
      <dsp:nvSpPr>
        <dsp:cNvPr id="0" name=""/>
        <dsp:cNvSpPr/>
      </dsp:nvSpPr>
      <dsp:spPr>
        <a:xfrm>
          <a:off x="394993" y="2633289"/>
          <a:ext cx="718169" cy="718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4F7BB-85CD-467D-8D84-6D4163CCECA7}">
      <dsp:nvSpPr>
        <dsp:cNvPr id="0" name=""/>
        <dsp:cNvSpPr/>
      </dsp:nvSpPr>
      <dsp:spPr>
        <a:xfrm>
          <a:off x="1508156" y="2339492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信仰中大牧人作用</a:t>
          </a:r>
          <a:r>
            <a:rPr lang="zh-CN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2339492"/>
        <a:ext cx="9436068" cy="13057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8F4D12-C394-4ABC-9593-6F1DC924B5B9}">
      <dsp:nvSpPr>
        <dsp:cNvPr id="0" name=""/>
        <dsp:cNvSpPr/>
      </dsp:nvSpPr>
      <dsp:spPr>
        <a:xfrm>
          <a:off x="0" y="1662741"/>
          <a:ext cx="7543982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0AF95-F959-4D0A-B7E1-7422A5B1EAB9}">
      <dsp:nvSpPr>
        <dsp:cNvPr id="0" name=""/>
        <dsp:cNvSpPr/>
      </dsp:nvSpPr>
      <dsp:spPr>
        <a:xfrm>
          <a:off x="341429" y="0"/>
          <a:ext cx="7195815" cy="184656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601" tIns="0" rIns="199601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18</a:t>
          </a:r>
          <a:r>
            <a:rPr lang="zh-CN" sz="2800" kern="1200" dirty="0"/>
            <a:t>节经文中讲述基督为我们受苦的目的是什么？</a:t>
          </a:r>
          <a:endParaRPr lang="en-US" sz="2800" kern="1200" dirty="0"/>
        </a:p>
      </dsp:txBody>
      <dsp:txXfrm>
        <a:off x="431571" y="90142"/>
        <a:ext cx="7015531" cy="1666280"/>
      </dsp:txXfrm>
    </dsp:sp>
    <dsp:sp modelId="{F8CD1D38-39C9-4BAC-AB0D-629DDD2CDF4F}">
      <dsp:nvSpPr>
        <dsp:cNvPr id="0" name=""/>
        <dsp:cNvSpPr/>
      </dsp:nvSpPr>
      <dsp:spPr>
        <a:xfrm>
          <a:off x="0" y="3399961"/>
          <a:ext cx="7543982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3844825"/>
              <a:satOff val="-20000"/>
              <a:lumOff val="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DD95C0-E757-452D-AC1D-CD2496EB896C}">
      <dsp:nvSpPr>
        <dsp:cNvPr id="0" name=""/>
        <dsp:cNvSpPr/>
      </dsp:nvSpPr>
      <dsp:spPr>
        <a:xfrm>
          <a:off x="361333" y="2077967"/>
          <a:ext cx="7182648" cy="1420419"/>
        </a:xfrm>
        <a:prstGeom prst="roundRect">
          <a:avLst/>
        </a:prstGeom>
        <a:solidFill>
          <a:schemeClr val="accent2">
            <a:hueOff val="-3844825"/>
            <a:satOff val="-20000"/>
            <a:lumOff val="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601" tIns="0" rIns="199601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CN" sz="3200" kern="1200" dirty="0"/>
            <a:t>你个人是如何理解第</a:t>
          </a:r>
          <a:r>
            <a:rPr lang="en-US" sz="3200" kern="1200" dirty="0"/>
            <a:t>19</a:t>
          </a:r>
          <a:r>
            <a:rPr lang="zh-CN" sz="3200" kern="1200" dirty="0"/>
            <a:t>节的经文的？</a:t>
          </a:r>
        </a:p>
      </dsp:txBody>
      <dsp:txXfrm>
        <a:off x="430672" y="2147306"/>
        <a:ext cx="7043970" cy="1281741"/>
      </dsp:txXfrm>
    </dsp:sp>
    <dsp:sp modelId="{CE530F7A-191A-4B18-ADF4-54D5E5168763}">
      <dsp:nvSpPr>
        <dsp:cNvPr id="0" name=""/>
        <dsp:cNvSpPr/>
      </dsp:nvSpPr>
      <dsp:spPr>
        <a:xfrm>
          <a:off x="0" y="4920764"/>
          <a:ext cx="7543982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689651"/>
              <a:satOff val="-40001"/>
              <a:lumOff val="1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F6BE57-2E5E-4CC8-B430-578263D5929D}">
      <dsp:nvSpPr>
        <dsp:cNvPr id="0" name=""/>
        <dsp:cNvSpPr/>
      </dsp:nvSpPr>
      <dsp:spPr>
        <a:xfrm>
          <a:off x="360998" y="3796063"/>
          <a:ext cx="7182983" cy="1204002"/>
        </a:xfrm>
        <a:prstGeom prst="roundRect">
          <a:avLst/>
        </a:prstGeom>
        <a:solidFill>
          <a:schemeClr val="accent2">
            <a:hueOff val="-7689651"/>
            <a:satOff val="-40001"/>
            <a:lumOff val="14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601" tIns="0" rIns="199601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800" kern="1200" dirty="0"/>
            <a:t>22</a:t>
          </a:r>
          <a:r>
            <a:rPr lang="zh-CN" sz="2800" kern="1200" dirty="0"/>
            <a:t>节经文“都服从了他（耶稣）”，我们个人该如何服从他（耶稣）呢？</a:t>
          </a:r>
        </a:p>
      </dsp:txBody>
      <dsp:txXfrm>
        <a:off x="419773" y="3854838"/>
        <a:ext cx="7065433" cy="1086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2025/10/11 Saturday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253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，最看重的是什么？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，我们信仰对我们自己有什么改变？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40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418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276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069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246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296B6-5D6F-251A-77D3-58DD5646F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36AB37-821E-1B3B-C9FC-770FCBC51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8BC6E9-3922-7AF3-5BF0-498443DF9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839026-3D33-FE9E-460D-BBDA6DCF23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9095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64486-2CF8-6719-8079-578102FC9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A5DEACD-7F4D-CB50-4C75-C52A45F18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43BFFE-1D47-DBB8-EDFB-A326C5EAA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28179B-9824-7EC3-E0E8-5A666879AA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78680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BD770-CD81-B4C8-402E-A3503BCDC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23F1B2-9EE9-8D4F-FD3A-948BD7672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AF2629-6181-7A27-D269-9A56B51DE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6FA4FE-66FF-AA5C-263F-552677AB1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5326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25962-FAC3-4DC7-B6B4-EB6B0732D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3F5B42-2E12-6A92-6719-2B09612FD7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FDD351-27B6-04DD-C848-4A187EF5F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182A65-4937-4591-5255-1E7623F31A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1416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025EC-26E0-525F-2C89-3B4FFBB5C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2EBECF2-B255-A8B6-0157-C62F05233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FC1C391-9F9A-4DBE-C234-A69BFA5B2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7A6F34-C8B1-9436-714E-EF7352C0D1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0052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4870C-74B4-56B9-93C8-53884BD04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0B2D35B-57C1-3E31-B1FF-E538A19A2A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60BF30F-E8C0-E748-AB39-001932245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04F805-981A-AF40-CA85-B7047AD73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0710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EAFF6-F1F1-77A5-538B-C2ECCFBFD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B261C2-7FF8-F547-B775-B490F32EF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AF6897-5660-2740-CEDF-874084B70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829E3D-2DEE-DD33-C1AC-53DCCFAAED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7057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19530-EDFF-D5A0-45EA-C48043EF1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D44FCD-C683-368B-496A-411487D3F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976C5D5-7DF0-257D-47B2-64473D7B1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EB0EA4-25C3-928E-3547-38DA4D5BA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8243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FF017-E9AF-0C5C-B6EC-A4DAFC6BA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086547-215E-83BA-F6CE-AA3BBFFBC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189BB3-8B01-8F19-AE10-331CEFD82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196B0E-8B96-8E66-0932-9268FAE7BB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2113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0ED6C-8820-69B2-8705-928636B80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ABB68A-0FAD-134F-7DDF-C9D2FDDA6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C4FC9E3-A8A6-278A-0F35-8B9083C4E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368330-A454-B27B-0DD6-1E278276CD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904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7DB4A-AA66-1E57-1561-A7A02D775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3EEC9D-F6B5-085D-5181-6D03091BEC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7FA477A-631D-67AB-B001-D7FBF45E17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840C81-A4D2-C841-BEC9-A6EB5764BB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7876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D3F83-895D-5667-76E1-6FEBAAFC2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514E78-3D29-D003-D2F6-1D58E4630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C0A5B86-7D9A-1424-DBAE-9F1ED2E0D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BEE4F4-45A0-6104-F033-0CDD55011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555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C2D51-9FCB-D66E-2393-00148E37B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7999F7-BE37-D1F3-8252-377C70C0A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F4DA6B-45A7-7769-1227-C51CA7A02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92A43E-159D-8D3F-47C0-B337BF0AE3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605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E869D-601A-BCCB-E6D9-EB431048F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90492C-94AE-9F67-2A91-A74FB28E3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0028D4-6C98-228E-7A33-E6E516997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813F03-DA8A-74C6-A352-1488B90BE4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0726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C5807-DBFF-29A6-0C74-D8AA30D4A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1DC81A-9FA7-73A0-815F-A969788847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7B706D-C062-E121-ED90-A620414C2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A1884A-9074-2A52-9421-9E6ADAABA4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8240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FFA3E-E717-8ED2-7AF3-6A2FE0FC9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89668EA-9B8D-D8CF-8951-CD34263FC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2CC474-3B57-2235-5D72-8B9CF9D44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F5DC9A-0DA4-B4FB-97AE-F99F458068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5354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ED5C5-915E-3FB3-041A-EE93B2359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2A090B-BA5A-FA04-6D4A-91A28E37D6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F6E838-88FA-5274-99FF-4B1D2A6EA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C5E8DF-6523-2AF9-B6B7-47814D6B2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3730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81D6C-EFEB-49C9-465E-559653E5F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35DCE7-63B3-F22C-FC54-E8FB3DE607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4A816A-E97B-4339-8D6E-F44C45FE6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19D01F-0BFC-D14D-D17C-16FC5A1AAE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561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2025/10/11 Saturday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2025/10/11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2025/10/11 Saturday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2025/10/11 Saturday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2025/10/11 Saturday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2025/10/11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notesSlide" Target="../notesSlides/notesSlide2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8" name="Rectangle 1107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已生成图片">
            <a:extLst>
              <a:ext uri="{FF2B5EF4-FFF2-40B4-BE49-F238E27FC236}">
                <a16:creationId xmlns:a16="http://schemas.microsoft.com/office/drawing/2014/main" id="{811B476F-69CA-A86D-2D44-644D3D800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47" r="8017" b="34779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0" name="Rectangle 1109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79401" y="2774187"/>
            <a:ext cx="5816600" cy="15523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zh-CN" altLang="en-US" sz="4800" b="1" dirty="0">
                <a:ln/>
                <a:solidFill>
                  <a:schemeClr val="tx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+mj-lt"/>
                <a:ea typeface="+mj-ea"/>
                <a:cs typeface="+mj-cs"/>
                <a:sym typeface="+mn-lt"/>
              </a:rPr>
              <a:t>基督引我们到神面前</a:t>
            </a:r>
            <a:endParaRPr lang="en-US" altLang="zh-CN" sz="4800" b="1" dirty="0">
              <a:ln/>
              <a:solidFill>
                <a:schemeClr val="tx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+mj-lt"/>
              <a:ea typeface="+mj-ea"/>
              <a:cs typeface="+mj-cs"/>
              <a:sym typeface="+mn-lt"/>
            </a:endParaRPr>
          </a:p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zh-CN" altLang="en-US" sz="3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彼得前书三章</a:t>
            </a:r>
            <a:r>
              <a:rPr lang="en-US" altLang="zh-CN" sz="3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18~22</a:t>
            </a:r>
            <a:r>
              <a:rPr lang="zh-CN" altLang="en-US" sz="3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节</a:t>
            </a:r>
            <a:endParaRPr lang="en-US" altLang="zh-CN" sz="3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  <a:sym typeface="+mn-lt"/>
            </a:endParaRPr>
          </a:p>
        </p:txBody>
      </p:sp>
      <p:sp>
        <p:nvSpPr>
          <p:cNvPr id="1112" name="Rectangle 11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14" name="Rectangle 11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AutoShape 2" descr="已生成图片">
            <a:extLst>
              <a:ext uri="{FF2B5EF4-FFF2-40B4-BE49-F238E27FC236}">
                <a16:creationId xmlns:a16="http://schemas.microsoft.com/office/drawing/2014/main" id="{24DE42EC-EC44-2699-E5D1-55EC7E299B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257800" y="139761"/>
            <a:ext cx="693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zh-CN" altLang="en-US" sz="48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前言</a:t>
            </a:r>
            <a:endParaRPr lang="zh-CN" altLang="zh-CN" sz="48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graphicFrame>
        <p:nvGraphicFramePr>
          <p:cNvPr id="3" name="文本框 2">
            <a:extLst>
              <a:ext uri="{FF2B5EF4-FFF2-40B4-BE49-F238E27FC236}">
                <a16:creationId xmlns:a16="http://schemas.microsoft.com/office/drawing/2014/main" id="{7EB314CC-7FA2-2824-BC32-28291A20FB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2928091"/>
              </p:ext>
            </p:extLst>
          </p:nvPr>
        </p:nvGraphicFramePr>
        <p:xfrm>
          <a:off x="623888" y="1461739"/>
          <a:ext cx="109442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124509"/>
            <a:ext cx="12192000" cy="5580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3:18】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因基督也曾一次</a:t>
            </a:r>
            <a:r>
              <a:rPr lang="zh-CN" altLang="en-US" sz="24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为罪受苦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（“受苦”有古卷作“受死”），就是</a:t>
            </a:r>
            <a:r>
              <a:rPr lang="zh-CN" altLang="en-US" sz="24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义的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代替</a:t>
            </a:r>
            <a:r>
              <a:rPr lang="zh-CN" altLang="en-US" sz="24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不义的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</a:t>
            </a:r>
            <a:r>
              <a:rPr lang="zh-CN" altLang="en-US" sz="3200" b="1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为要</a:t>
            </a:r>
            <a:r>
              <a:rPr lang="zh-CN" altLang="en-US" sz="2400" dirty="0">
                <a:solidFill>
                  <a:srgbClr val="C0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引我们到　神面前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。按着肉体说，他被治死；按着灵性说，他复活了。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3:19】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他藉这灵曾去传道给那些在监狱里的灵听，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3:20】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就是那从前在挪亚预备方舟、　神容忍等待的时候，不信从的人。当时进入方舟，藉着水得救的不多，只有八个人。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3:21】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这水所表明的洗礼，现在藉着</a:t>
            </a:r>
            <a:r>
              <a:rPr lang="zh-CN" altLang="en-US" sz="24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耶稣基督复活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也拯救你们。这洗礼本不在乎除掉肉体的污秽，</a:t>
            </a:r>
            <a:r>
              <a:rPr lang="zh-CN" altLang="en-US" sz="3200" b="1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只求</a:t>
            </a:r>
            <a:r>
              <a:rPr lang="zh-CN" altLang="en-US" sz="24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在　神面前有无亏的良心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3:22】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耶稣已经进入天堂，在　神的右边，众天使和有权柄的，并有能力的，</a:t>
            </a:r>
            <a:r>
              <a:rPr lang="zh-CN" altLang="en-US" sz="3200" b="1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都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服从了他。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5A7D7BC-5F8D-EE76-0D18-39F6F132CC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257800" y="139761"/>
            <a:ext cx="693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经文：</a:t>
            </a:r>
            <a:r>
              <a:rPr lang="zh-CN" altLang="en-US" sz="48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彼前三章</a:t>
            </a:r>
            <a:r>
              <a:rPr lang="en-US" altLang="zh-CN" sz="48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18~22</a:t>
            </a:r>
            <a:r>
              <a:rPr lang="zh-CN" altLang="en-US" sz="48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</a:t>
            </a:r>
            <a:endParaRPr lang="zh-CN" altLang="zh-CN" sz="48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5163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395530" y="1794514"/>
            <a:ext cx="10596445" cy="326897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第一段：</a:t>
            </a:r>
            <a:r>
              <a:rPr lang="en-US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18</a:t>
            </a:r>
            <a:r>
              <a:rPr lang="zh-CN" altLang="en-US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节上，耶稣引我们到神面前。</a:t>
            </a:r>
          </a:p>
          <a:p>
            <a:pPr>
              <a:lnSpc>
                <a:spcPct val="200000"/>
              </a:lnSpc>
            </a:pPr>
            <a:r>
              <a:rPr lang="zh-CN" altLang="en-US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第二段：</a:t>
            </a:r>
            <a:r>
              <a:rPr lang="en-US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18</a:t>
            </a:r>
            <a:r>
              <a:rPr lang="zh-CN" altLang="en-US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节下</a:t>
            </a:r>
            <a:r>
              <a:rPr lang="en-US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~20</a:t>
            </a:r>
            <a:r>
              <a:rPr lang="zh-CN" altLang="en-US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节，古时的人也是靠耶稣得救。</a:t>
            </a:r>
          </a:p>
          <a:p>
            <a:pPr>
              <a:lnSpc>
                <a:spcPct val="200000"/>
              </a:lnSpc>
            </a:pPr>
            <a:r>
              <a:rPr lang="zh-CN" altLang="en-US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第三段：</a:t>
            </a:r>
            <a:r>
              <a:rPr lang="en-US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21</a:t>
            </a:r>
            <a:r>
              <a:rPr lang="zh-CN" altLang="en-US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、</a:t>
            </a:r>
            <a:r>
              <a:rPr lang="en-US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22</a:t>
            </a:r>
            <a:r>
              <a:rPr lang="zh-CN" altLang="en-US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节，耶稣荣耀的得胜。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B332DE-F3FB-23DE-0615-8D213F22297F}"/>
              </a:ext>
            </a:extLst>
          </p:cNvPr>
          <p:cNvSpPr txBox="1"/>
          <p:nvPr/>
        </p:nvSpPr>
        <p:spPr>
          <a:xfrm>
            <a:off x="-1" y="6263670"/>
            <a:ext cx="12487275" cy="59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3:18】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因基督也曾一次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为罪受苦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（“受苦”有古卷作“受死”），就是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义的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代替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不义的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</a:t>
            </a:r>
            <a:r>
              <a:rPr lang="zh-CN" altLang="en-US" sz="2400" b="1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为要</a:t>
            </a:r>
            <a:r>
              <a:rPr lang="zh-CN" altLang="en-US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引我们到　神面前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  <a:endParaRPr lang="zh-CN" altLang="zh-CN" sz="1800" dirty="0">
              <a:effectLst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5997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整体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756E38-44BB-893E-10F4-24648C1F9451}"/>
              </a:ext>
            </a:extLst>
          </p:cNvPr>
          <p:cNvSpPr txBox="1"/>
          <p:nvPr/>
        </p:nvSpPr>
        <p:spPr>
          <a:xfrm>
            <a:off x="571303" y="1103546"/>
            <a:ext cx="11049393" cy="578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身份：第一章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~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第二章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10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2:9】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惟有你们是被拣选的族类，是有君尊的祭司，是圣洁的国度，是属　神的子民，要叫你们宣扬那召你们出黑暗、入奇妙光明者的美德。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生活：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11</a:t>
            </a: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节开始阐述做为神的儿女我们在地上生活的一些要求或者命令。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二章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13~17</a:t>
            </a: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节，是在讲述我们与社会的关系，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二章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18~20</a:t>
            </a: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</a:t>
            </a: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是讲述我们在职场上的关系，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三章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1~7</a:t>
            </a: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，是</a:t>
            </a: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讲述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家庭中</a:t>
            </a: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的关系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三章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8~12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节，群体生活原则（神儿女内部之间）。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三章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13~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四章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6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节，为义受苦。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三章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13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~17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节是为义受苦的命令（神儿女对外之间）。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三章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18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到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22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节，基督的受苦带给我们的救恩、古时的人也曾受苦以及基督所得的荣耀。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四章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1~6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节是基督徒受苦的生活。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4383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18a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节，耶稣引我们到神面前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2183895"/>
            <a:ext cx="12192000" cy="4674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“因”：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解释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17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节，神的旨意，用基督做类比。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17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节，我们受苦不是神不能掌管，而是神的旨意。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18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节，基督受苦（或“死”）是“代替”我们受。</a:t>
            </a:r>
          </a:p>
          <a:p>
            <a:pPr marL="914400" lvl="1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受苦原因：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为罪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替代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684FDC-0FF7-89F2-9187-5F0E9ED8CA01}"/>
              </a:ext>
            </a:extLst>
          </p:cNvPr>
          <p:cNvSpPr txBox="1"/>
          <p:nvPr/>
        </p:nvSpPr>
        <p:spPr>
          <a:xfrm>
            <a:off x="102042" y="1134633"/>
            <a:ext cx="12089958" cy="972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3:18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上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因基督也曾一次为罪受苦（“受苦”有古卷作“受死”），就是义的代替不义的，为要引我们到　神面前。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2005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E5250-235B-5AA2-5747-83FEE28B7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0E9343E1-CB01-3FF3-79A6-12C60318FAC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18a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节，耶稣引我们到神面前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685C0D0-B001-EED5-B545-495CFA25E4F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183895"/>
            <a:ext cx="12192000" cy="4674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“罪”：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914400" lvl="1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谁的罪？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罗</a:t>
            </a:r>
            <a:r>
              <a:rPr lang="en-US" altLang="zh-CN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5:12】</a:t>
            </a:r>
            <a:r>
              <a:rPr lang="zh-CN" altLang="en-US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这就如罪是从一人入了世界，死又是从罪来的；于是死就临到众人，因为众人都犯了罪。</a:t>
            </a:r>
            <a:endParaRPr lang="en-US" altLang="zh-CN" sz="19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914400" lvl="1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谁是义的？谁是不义的？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来</a:t>
            </a:r>
            <a:r>
              <a:rPr lang="en-US" altLang="zh-CN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7:26】</a:t>
            </a:r>
            <a:r>
              <a:rPr lang="zh-CN" altLang="en-US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像这样圣洁、无邪恶、无玷污、远离罪人、高过诸天的大祭司，原是与我们合宜的。</a:t>
            </a:r>
            <a:endParaRPr lang="en-US" altLang="zh-CN" sz="19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914400" lvl="1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代替：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罗</a:t>
            </a:r>
            <a:r>
              <a:rPr lang="en-US" altLang="zh-CN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3:25】</a:t>
            </a:r>
            <a:r>
              <a:rPr lang="zh-CN" altLang="en-US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　神设立耶稣作挽回祭，是凭着耶稣的血，藉着人的信，要显明　神的义。因为他用忍耐的心，宽容人先时所犯的罪，</a:t>
            </a:r>
            <a:endParaRPr lang="zh-CN" altLang="en-US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57E408-CB83-E030-5C9D-915E8131DDAB}"/>
              </a:ext>
            </a:extLst>
          </p:cNvPr>
          <p:cNvSpPr txBox="1"/>
          <p:nvPr/>
        </p:nvSpPr>
        <p:spPr>
          <a:xfrm>
            <a:off x="102042" y="1134633"/>
            <a:ext cx="12089958" cy="972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3:18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上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因基督也曾一次为罪受苦（“受苦”有古卷作“受死”），就是义的代替不义的，为要引我们到　神面前。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7397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5D660-8E18-70AE-AA54-C1E7A1684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63BC6751-F6A7-7C12-B93F-DD703DDF16D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18a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节，耶稣引我们到神面前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10AA763-8050-7724-4BDB-B6873A20316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183895"/>
            <a:ext cx="12192000" cy="467410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“为要”：到神的面前</a:t>
            </a:r>
          </a:p>
          <a:p>
            <a:pPr marL="914400" lvl="1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目的：得永生、得荣耀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914400" lvl="1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条件：满足神的要求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出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33:23】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然后我要将我的手收回，你就得见我的背，却不得见我的面。”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来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12:14】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你们要追求与众人和睦，并要追求圣洁，非圣洁没有人能见主。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914400" lvl="1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亚当夏娃：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创</a:t>
            </a:r>
            <a:r>
              <a:rPr lang="en-US" altLang="zh-CN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2:22】</a:t>
            </a:r>
            <a:r>
              <a:rPr lang="zh-CN" altLang="en-US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耶和华　神就用那人身上所取的肋骨造成一个女人，</a:t>
            </a:r>
            <a:r>
              <a:rPr lang="zh-CN" altLang="en-US" sz="19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领</a:t>
            </a:r>
            <a:r>
              <a:rPr lang="zh-CN" altLang="en-US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她到那人跟前。</a:t>
            </a:r>
            <a:endParaRPr lang="en-US" altLang="zh-CN" sz="19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创</a:t>
            </a:r>
            <a:r>
              <a:rPr lang="en-US" altLang="zh-CN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3:8】</a:t>
            </a:r>
            <a:r>
              <a:rPr lang="zh-CN" altLang="en-US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天起了凉风，耶和华　神在园中行走。那人和他妻子听见　神的声音，就藏在园里的树木中，</a:t>
            </a:r>
            <a:r>
              <a:rPr lang="zh-CN" altLang="en-US" sz="19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躲避</a:t>
            </a:r>
            <a:r>
              <a:rPr lang="zh-CN" altLang="en-US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耶和华　神的面。</a:t>
            </a:r>
            <a:endParaRPr lang="en-US" altLang="zh-CN" sz="19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22DC90-9C60-C763-F8AB-E1FE75B92DA2}"/>
              </a:ext>
            </a:extLst>
          </p:cNvPr>
          <p:cNvSpPr txBox="1"/>
          <p:nvPr/>
        </p:nvSpPr>
        <p:spPr>
          <a:xfrm>
            <a:off x="102042" y="1134633"/>
            <a:ext cx="12089958" cy="972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3:18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上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因基督也曾一次为罪受苦（“受苦”有古卷作“受死”），就是义的代替不义的，为要引我们到　神面前。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0415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C3807-5319-88A1-2F2E-C6F3A73FC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6962BFA2-1E9C-8B0E-169F-54CA7D2DFDF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18a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节，耶稣引我们到神面前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921180D-FD43-F0F7-279C-E59025D899F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183895"/>
            <a:ext cx="12192000" cy="4674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“为要”：到神的面前</a:t>
            </a: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“血”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来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9:22】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按着律法，凡物差不多都是用血洁净的，若不流血，罪就不得赦免了。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弗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1:7】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我们藉这爱子的血得蒙救赎，过犯得以赦免，乃是照他丰富的恩典。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639C0BA-5ADB-807F-F785-E26EBD27BF7D}"/>
              </a:ext>
            </a:extLst>
          </p:cNvPr>
          <p:cNvSpPr txBox="1"/>
          <p:nvPr/>
        </p:nvSpPr>
        <p:spPr>
          <a:xfrm>
            <a:off x="102042" y="1134633"/>
            <a:ext cx="12089958" cy="972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3:18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上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因基督也曾一次为罪受苦（“受苦”有古卷作“受死”），就是义的代替不义的，为要引我们到　神面前。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8620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D7F75-5E52-F8DC-8122-392C90DDF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7D400540-4F56-6157-414D-9ED5F2D5294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18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b~20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节，古时的人也是靠耶稣得救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206CC92-F399-BEC9-97FE-92441861685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3332167"/>
            <a:ext cx="12192000" cy="3525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“肉体”：完全的人，与我们一样</a:t>
            </a: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“治死”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真实的历史事件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太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27:38】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当时，有两个强盗和他同钉十字架，一个在右边，一个在左边。</a:t>
            </a: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太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27:50】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耶稣又大声喊叫，气就断了。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腓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2:8】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既有人的样子，就自己卑微，存心顺服，以至于死，且死在十字架上。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6E8B57-ADFB-88C4-5B7C-97CC137361A8}"/>
              </a:ext>
            </a:extLst>
          </p:cNvPr>
          <p:cNvSpPr txBox="1"/>
          <p:nvPr/>
        </p:nvSpPr>
        <p:spPr>
          <a:xfrm>
            <a:off x="102042" y="1134633"/>
            <a:ext cx="12089958" cy="204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3:18b】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按着肉体说，他被治死；按着灵性说，他复活了。 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3:19】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他藉这灵曾去传道给那些在监狱里的灵听， 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3:20】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就是那从前在挪亚预备方舟、　神容忍等待的时候，不信从的人。当时进入方舟，藉着水得救的不多，只有八个人。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52360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FEE41-ED09-028E-5CA4-2AAFC4A84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913F2EDB-6476-D0C2-7CB6-6BB05491F4D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18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b~20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节，古时的人也是靠耶稣得救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B7D5C7E-44E3-C387-771F-B69677C1CF1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793284"/>
            <a:ext cx="12192000" cy="5064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“灵性”：属灵的领域</a:t>
            </a: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“复活”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强调：耶稣肉身的确复活，但不是本处所强调的。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286000" lvl="4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约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20:27】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就对多马说：“伸过你的指头来，摸（“摸”原文作“看”）我的手；伸出你的手来，探入我的肋旁。不要疑惑，总要信。”</a:t>
            </a:r>
          </a:p>
          <a:p>
            <a:pPr marL="2286000" lvl="4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约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20:28】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多马说：“我的主，我的　神！”</a:t>
            </a: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肉身 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vs 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灵性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天然肉身生活的范畴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属天属灵永恒的范畴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D69C282-1183-47BC-0B8E-E7103608E5E0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3:18b】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按着肉体说，他被治死；按着灵性说，他复活了。 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86634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E2EE8-61AD-339D-A26A-A38F0D0FC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D26F2D2C-AE0A-F92F-D930-1F0350D50C3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18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b~20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节，古时的人也是靠耶稣得救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865F34-EA6E-6ECF-96EE-B3A93451423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793284"/>
            <a:ext cx="12192000" cy="5064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“灵性”：属灵的领域</a:t>
            </a: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林前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15:42】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死人复活也是这样：所种的是必朽坏的，复活的是不朽坏的； 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林前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15:43】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所种的是羞辱的，复活的是荣耀的；所种的是软弱的，复活的是强壮的； 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林前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15:44】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所种的是血气的身体，复活的是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灵性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的身体。若有血气的身体，也必有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灵性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的身体。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彼前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4:6】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为此，就是死人也曾有福音传给他们，要叫他们的肉体按着人受审判，他们的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灵性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却靠　神活着。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基督死了，但照属灵存在的层面，基督被赐生命。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主自愿受肉身的苦，以致于死，为的是在永恒的属灵界里有得着，即这得着是引我们到神面前。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CE2331-F4AA-4C07-6DD5-B9E1C8B20FF2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3:18b】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按着肉体说，他被治死；按着灵性说，他复活了。 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47924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944F2-7B86-8450-E590-B296A2685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B3071612-F1B7-8998-87A6-E1423A7A6C6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18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b~20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节，古时的人也是靠耶稣得救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E05856-5AAB-4065-524E-3D967C9F808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793557"/>
            <a:ext cx="12192000" cy="4064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“这灵”：属灵的领域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基督按着灵性已经复活，祂在灵界做了一些事情：</a:t>
            </a: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何时去？</a:t>
            </a: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去哪儿？</a:t>
            </a: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对象谁？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BFE47D9-7857-03F4-014C-ABCC11493E3F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3:19】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他藉这灵曾去传道给那些在监狱里的灵听， 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3:20】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就是那从前在挪亚预备方舟、　神容忍等待的时候，不信从的人。当时进入方舟，藉着水得救的不多，只有八个人。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34359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89484-B181-7228-3280-8F96666BE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47834C17-79B6-C8E7-F588-8D3FDFE5686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18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b~20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节，古时的人也是靠耶稣得救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EFB23F9-5B67-27B8-E335-44DFCBD512A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793557"/>
            <a:ext cx="12192000" cy="406444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“这灵”：属灵的领域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基督按着灵性已经复活，祂在灵界做了一些事情：</a:t>
            </a: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何时去？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“曾去”：过去式</a:t>
            </a: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去哪儿？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“监狱”：地狱</a:t>
            </a: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对象谁？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监狱里的灵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”已经下到地狱人的灵魂</a:t>
            </a: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zh-CN" altLang="en-US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B20180-EC2A-E93C-7B74-5BF18A6611F5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3:19】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他藉这灵</a:t>
            </a:r>
            <a:r>
              <a:rPr kumimoji="0" lang="zh-CN" altLang="en-US" sz="2000" b="1" i="0" u="none" strike="noStrike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曾去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传道给那些在监狱里的灵听， 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3:20】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就是那从前在挪亚预备方舟、　神容忍等待的时候，不信从的人。当时进入方舟，藉着水得救的不多，只有八个人。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4168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2F57F-0753-2EA1-2CFE-45BC8EACB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FF8D2B2-D2C7-051F-E163-D08A1B605FE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18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b~20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节，古时的人也是靠耶稣得救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C516C99-EA6B-0C55-FA77-4479FD37AB8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793557"/>
            <a:ext cx="12192000" cy="406444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“神容忍等待的时候，不信从的人”：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何时去？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“曾去”：过去式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在挪亚时代，基督也曾藉着这灵感动挪亚去传福音给那个时代的人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特点：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286000" lvl="4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当挪亚预备方舟的时候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286000" lvl="4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神容刃等待的时候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286000" lvl="4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不信从的人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286000" lvl="4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大部分人未得救，得救的只有八人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BB0D61-B28F-EB94-F7C1-0B4143A0C6DA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3:19】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他藉这灵</a:t>
            </a:r>
            <a:r>
              <a:rPr kumimoji="0" lang="zh-CN" altLang="en-US" sz="2000" b="1" i="0" u="none" strike="noStrike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曾去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传道给那些在监狱里的灵听， 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3:20】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就是那从前在挪亚预备方舟、　神容忍等待的时候，不信从的人。当时进入方舟，藉着水得救的不多，只有八个人。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86AFB19-A13A-866A-8FFB-188119119354}"/>
              </a:ext>
            </a:extLst>
          </p:cNvPr>
          <p:cNvSpPr txBox="1"/>
          <p:nvPr/>
        </p:nvSpPr>
        <p:spPr>
          <a:xfrm>
            <a:off x="5274945" y="4839792"/>
            <a:ext cx="6153150" cy="88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buNone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【彼后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2:5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】　神也没有宽容上古的世代，曾叫洪水临到那不敬虔的世代，却保护了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传义道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的挪亚一家八口；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C4001FC-8C25-FEF5-7F12-C910E2FC295E}"/>
              </a:ext>
            </a:extLst>
          </p:cNvPr>
          <p:cNvCxnSpPr/>
          <p:nvPr/>
        </p:nvCxnSpPr>
        <p:spPr>
          <a:xfrm>
            <a:off x="6362700" y="4445000"/>
            <a:ext cx="1988820" cy="9525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376585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FF893-9944-C0F7-453B-DF24B54CD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3FD195B1-D145-3199-A8F6-728ECD1B27F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18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b~20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节，古时的人也是靠耶稣得救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DF54A0D-B730-D68C-AAF1-949D1BCAF79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793557"/>
            <a:ext cx="12192000" cy="406444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“这灵”：属灵的领域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基督按着灵性已经复活，祂在灵界做了一些事情：</a:t>
            </a: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何时去？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“曾去”：过去式</a:t>
            </a: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去哪儿？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“监狱”：地狱</a:t>
            </a: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对象谁？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监狱里的灵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”已经下到地狱人的灵魂</a:t>
            </a: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zh-CN" altLang="en-US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6E38C2-F56C-2414-941D-B6AD34F2C0C2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3:19】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他藉这灵</a:t>
            </a:r>
            <a:r>
              <a:rPr kumimoji="0" lang="zh-CN" altLang="en-US" sz="2000" b="1" i="0" u="none" strike="noStrike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曾去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传道给那些在监狱里的灵听， 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3:20】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就是那从前在挪亚预备方舟、　神容忍等待的时候，不信从的人。当时进入方舟，藉着水得救的不多，只有八个人。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D76B51-A37D-82B1-FAD1-C0A96CFA87EF}"/>
              </a:ext>
            </a:extLst>
          </p:cNvPr>
          <p:cNvSpPr txBox="1"/>
          <p:nvPr/>
        </p:nvSpPr>
        <p:spPr>
          <a:xfrm>
            <a:off x="5768975" y="4839792"/>
            <a:ext cx="6153150" cy="88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buNone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【创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6:4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】那时候有伟人在地上。后来　神的儿子们和人的女子们交合生子，那就是上古英武有名的人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96123A6-CD59-C699-83CA-31A8037FF567}"/>
              </a:ext>
            </a:extLst>
          </p:cNvPr>
          <p:cNvCxnSpPr/>
          <p:nvPr/>
        </p:nvCxnSpPr>
        <p:spPr>
          <a:xfrm flipV="1">
            <a:off x="6400800" y="5664200"/>
            <a:ext cx="1549400" cy="762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557024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88693-BE1F-7699-E0B2-BFCAFA39E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E2C29107-116E-1AD3-309A-8F259CEB10F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18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b~20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节，古时的人也是靠耶稣得救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3905FD3-7C8D-435F-01FA-642C5479D69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793557"/>
            <a:ext cx="12192000" cy="4064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“这灵”：属灵的领域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“现在在监狱的灵”（“现在”指彼得写书的时候）。这些“灵”是先前在挪亚时代住在地上的人，他们都听过基督藉挪亚传的道理。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“从前⋯⋯不信从的人”是那些古代违抗神的人。那时，基督“在灵里”向这些人传道。神也在挪亚预备方舟的日子带着耐心等这些先前违背祂的人悔改。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彼前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1:11】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就是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考察在他们心里基督的灵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，预先证明基督受苦难，后来得荣耀，是指着什么时候，并怎样的时候。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52DF08-6BD8-9855-4621-593BD35964AE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3:19】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他藉这灵</a:t>
            </a:r>
            <a:r>
              <a:rPr kumimoji="0" lang="zh-CN" altLang="en-US" sz="2000" b="1" i="0" u="none" strike="noStrike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曾去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传道给那些在监狱里的灵听， 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3:20】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就是那从前在挪亚预备方舟、　神容忍等待的时候，不信从的人。当时进入方舟，藉着水得救的不多，只有八个人。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3860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D2D90-8252-9A18-5620-2D7FDD13E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DA87639A-D8D8-8601-589E-A23AEFDDB5B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18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b~20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节，古时的人也是靠耶稣得救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A0B489B-71DE-9C7E-619C-22617DA7BA1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793557"/>
            <a:ext cx="12192000" cy="4064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“神容忍等待的时候”：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创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5:21】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以诺活到六十五岁，生了玛土撒拉。 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创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5:27】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玛土撒拉共活了九百六十九岁就死了。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玛土撒拉，名字的意思是“当他死的时候，神的审判和追讨就要来到”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玛土撒拉生拉麦的年岁和拉麦生挪亚的年岁，再加上挪亚的六百年，这正好是玛土撒拉一生的日子。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0233CA-5907-468B-7294-B2BC41B0D1C9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3:19】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他藉这灵</a:t>
            </a:r>
            <a:r>
              <a:rPr kumimoji="0" lang="zh-CN" altLang="en-US" sz="2000" b="1" i="0" u="none" strike="noStrike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曾去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传道给那些在监狱里的灵听， 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3:20】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就是那从前在挪亚预备方舟、　神容忍等待的时候，不信从的人。当时进入方舟，藉着水得救的不多，只有八个人。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2621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54FB6-7346-F3B1-09EC-B92AC0CE0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34B1055D-C732-C351-0C34-04538F00E91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18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b~20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节，古时的人也是靠耶稣得救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87645AB-B616-5222-3DA5-27F0C34E4C6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793557"/>
            <a:ext cx="12192000" cy="40644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对比当前时代：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挪亚与他家人只是一小撮人，被含有敌意的不信者包围。读彼得信者也是这样 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挪亚是邪恶世代中间的义人。彼得也要求他的读者要在邪恶不信的人中间做义人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挪亚大胆向周围人作见证。彼得也鼓励他的读者向周围的人作美好见证，要情愿受苦，领人归主。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挪亚意识到审判很快要临到那个时代。彼得则提醒他的读者，神的审判必然临到，万物的结局已近。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BDAAFBB-67CE-E972-E290-E3A62915A71A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3:19】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他藉这灵</a:t>
            </a:r>
            <a:r>
              <a:rPr kumimoji="0" lang="zh-CN" altLang="en-US" sz="2000" b="1" i="0" u="none" strike="noStrike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曾去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传道给那些在监狱里的灵听， 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3:20】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就是那从前在挪亚预备方舟、　神容忍等待的时候，不信从的人。当时进入方舟，藉着水得救的不多，只有八个人。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44716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2E0B-5F90-1340-CEBC-9448A9AF0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9920DF3B-784C-97D6-16A0-474E9E3F67B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第三段：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21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22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节，耶稣荣耀的得胜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B98C996-DE05-B830-C854-345939D002E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793557"/>
            <a:ext cx="12192000" cy="4064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“这水”：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挪亚时代的洪水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方舟预表：基督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“洗礼”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象征在基督里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如同得平安的方舟，会安然驶过各种灾难和审判，而进入到与神同在的新天地中。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9FA58B-D471-D8BE-B44A-E480E62BF16C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3:21】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这水所表明的洗礼，现在藉着耶稣基督复活也拯救你们。这洗礼本不在乎除掉肉体的污秽，只求在　神面前有无亏的良心。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3:22】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耶稣已经进入天堂，在　神的右边，众天使和有权柄的，并有能力的，都服从了他。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3959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29FD7-7B70-0AA9-8BDF-6106A9596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0FB68C9C-D11F-1267-C5A5-1A167977CC1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第三段：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21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22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节，耶稣荣耀的得胜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486372F-B2F0-2BB7-8126-ECF7FBF78C0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793557"/>
            <a:ext cx="12192000" cy="406444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“洗礼”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洗礼没有特别神奇的功效，是属灵的见证，最终指向的是基督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破除“洗礼的仪式本身有一种救人魔力”这种错误想法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洗礼的最终目的不是为了除掉肉体的污秽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拯救不是靠洗礼仪式本身或者仪式的神奇，我们得救永远都是靠耶稣基督的宝血的功效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仪式本身不重要，关键是仪式的内涵才是真正我们需要关注的。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3773562-F5FA-2592-2CC1-8EC3F9D678E5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3:21】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这水所表明的洗礼，现在藉着耶稣基督复活也拯救你们。这洗礼本不在乎除掉肉体的污秽，只求在　神面前有无亏的良心。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3:22】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耶稣已经进入天堂，在　神的右边，众天使和有权柄的，并有能力的，都服从了他。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8242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46E0A-A285-4242-169D-1FEF848D7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BBFCA274-D1D0-8322-F805-A6712F7BE7D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第三段：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21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22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节，耶稣荣耀的得胜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E88B90-72FE-2F40-6F1E-BD4A00FCE47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793557"/>
            <a:ext cx="12192000" cy="4064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“求”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原文中可以翻译为“许愿”。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彼前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3:16】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存着无亏的良心，叫你们在何事上被毁谤，就在何事上可以叫那诬赖你们在基督里有好品行的人自觉羞愧。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无论在什么环境中都应该向神忠心从而表现出好的行为，让人归荣耀给神。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挪亚在洪水中经过从而为神做了见证，而彼得也要求我们经过洗礼，而能起来为神做见证，而过一个良心清洁的生活。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E36AD72-716B-8C58-7388-3C876ED4B757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3:21】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这水所表明的洗礼，现在藉着耶稣基督复活也拯救你们。这洗礼本不在乎除掉肉体的污秽，只求在　神面前有无亏的良心。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3:22】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耶稣已经进入天堂，在　神的右边，众天使和有权柄的，并有能力的，都服从了他。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90593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C9ADB-DD62-DCE0-B638-9E57AEDA6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0BF69AF5-77FB-2F47-5077-10FD9E86376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第三段：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21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22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节，耶稣荣耀的得胜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E1A58A7-EB91-456A-C67E-5DA0A8FC0BA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793557"/>
            <a:ext cx="12192000" cy="4064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“已经”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权柄、荣耀。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腓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2:9】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所以　神将他升为至高，又赐给他那超乎万名之上的名，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来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1:4】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他所承受的名既比天使的名更尊贵，就远超过天使。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 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弗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1:21】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远超过一切执政的、掌权的、有能的、主治的和一切有名的，不但是今世的，连来世的也都超过了。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耶稣基督的得胜，这也是神的得胜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03FD63-E2A4-5B82-889A-4103C1A9C0CD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3:21】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这水所表明的洗礼，现在藉着耶稣基督复活也拯救你们。这洗礼本不在乎除掉肉体的污秽，只求在　神面前有无亏的良心。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3:22】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耶稣已经进入天堂，在　神的右边，众天使和有权柄的，并有能力的，都服从了他。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0421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0CF5A-42E6-48AA-A528-4267A3336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2606DF62-A685-2AA8-0D4F-A9E071131A2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第三段：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21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22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节，耶稣荣耀的得胜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0C05720-E7B0-3B1A-57C1-3CE0085E633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793557"/>
            <a:ext cx="12192000" cy="4064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“都服从了他”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到服从了他：理当包括我们这属神的子民。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做什么呢？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遵神的命令行，参：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8~17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节：为义受苦。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对扩展的命令，参：太二十八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18~20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节：去，使万民做门徒。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629636-423F-C8A4-BE85-B4B57C39032A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3:21】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这水所表明的洗礼，现在藉着耶稣基督复活也拯救你们。这洗礼本不在乎除掉肉体的污秽，只求在　神面前有无亏的良心。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3:22】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耶稣已经进入天堂，在　神的右边，众天使和有权柄的，并有能力的，都服从了他。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4174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6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问题？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文本框 1">
            <a:extLst>
              <a:ext uri="{FF2B5EF4-FFF2-40B4-BE49-F238E27FC236}">
                <a16:creationId xmlns:a16="http://schemas.microsoft.com/office/drawing/2014/main" id="{C4743AA0-529F-EA4A-5AAF-9A09C2CB0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4583249"/>
              </p:ext>
            </p:extLst>
          </p:nvPr>
        </p:nvGraphicFramePr>
        <p:xfrm>
          <a:off x="4648018" y="640822"/>
          <a:ext cx="754398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7146</TotalTime>
  <Words>3678</Words>
  <Application>Microsoft Office PowerPoint</Application>
  <PresentationFormat>宽屏</PresentationFormat>
  <Paragraphs>232</Paragraphs>
  <Slides>25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2" baseType="lpstr">
      <vt:lpstr>等线</vt:lpstr>
      <vt:lpstr>方正屏显雅宋_GBK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李强</cp:lastModifiedBy>
  <cp:revision>23</cp:revision>
  <dcterms:created xsi:type="dcterms:W3CDTF">2019-06-19T02:08:00Z</dcterms:created>
  <dcterms:modified xsi:type="dcterms:W3CDTF">2025-10-11T14:38:26Z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