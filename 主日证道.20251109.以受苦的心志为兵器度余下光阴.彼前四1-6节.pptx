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heme/theme2.xml" ContentType="application/vnd.openxmlformats-officedocument.theme+xml"/>
  <Override PartName="/ppt/tags/tag32.xml" ContentType="application/vnd.openxmlformats-officedocument.presentationml.tags+xml"/>
  <Override PartName="/ppt/tags/tag33.xml" ContentType="application/vnd.openxmlformats-officedocument.presentationml.tags+xml"/>
  <Override PartName="/ppt/notesSlides/notesSlide1.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36.xml" ContentType="application/vnd.openxmlformats-officedocument.presentationml.tags+xml"/>
  <Override PartName="/ppt/tags/tag37.xml" ContentType="application/vnd.openxmlformats-officedocument.presentationml.tags+xml"/>
  <Override PartName="/ppt/notesSlides/notesSlide3.xml" ContentType="application/vnd.openxmlformats-officedocument.presentationml.notesSlide+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notesSlides/notesSlide4.xml" ContentType="application/vnd.openxmlformats-officedocument.presentationml.notesSlide+xml"/>
  <Override PartName="/ppt/tags/tag41.xml" ContentType="application/vnd.openxmlformats-officedocument.presentationml.tags+xml"/>
  <Override PartName="/ppt/tags/tag42.xml" ContentType="application/vnd.openxmlformats-officedocument.presentationml.tags+xml"/>
  <Override PartName="/ppt/notesSlides/notesSlide5.xml" ContentType="application/vnd.openxmlformats-officedocument.presentationml.notesSlide+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notesSlides/notesSlide6.xml" ContentType="application/vnd.openxmlformats-officedocument.presentationml.notesSlide+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notesSlides/notesSlide7.xml" ContentType="application/vnd.openxmlformats-officedocument.presentationml.notesSlide+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notesSlides/notesSlide8.xml" ContentType="application/vnd.openxmlformats-officedocument.presentationml.notesSlide+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notesSlides/notesSlide9.xml" ContentType="application/vnd.openxmlformats-officedocument.presentationml.notesSlide+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notesSlides/notesSlide10.xml" ContentType="application/vnd.openxmlformats-officedocument.presentationml.notesSlide+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notesSlides/notesSlide11.xml" ContentType="application/vnd.openxmlformats-officedocument.presentationml.notesSlide+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notesSlides/notesSlide12.xml" ContentType="application/vnd.openxmlformats-officedocument.presentationml.notesSlide+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notesSlides/notesSlide13.xml" ContentType="application/vnd.openxmlformats-officedocument.presentationml.notesSlide+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notesSlides/notesSlide14.xml" ContentType="application/vnd.openxmlformats-officedocument.presentationml.notesSlide+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notesSlides/notesSlide15.xml" ContentType="application/vnd.openxmlformats-officedocument.presentationml.notesSlide+xml"/>
  <Override PartName="/ppt/tags/tag73.xml" ContentType="application/vnd.openxmlformats-officedocument.presentationml.tags+xml"/>
  <Override PartName="/ppt/tags/tag74.xml" ContentType="application/vnd.openxmlformats-officedocument.presentationml.tag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560" r:id="rId2"/>
    <p:sldId id="554" r:id="rId3"/>
    <p:sldId id="425" r:id="rId4"/>
    <p:sldId id="598" r:id="rId5"/>
    <p:sldId id="602" r:id="rId6"/>
    <p:sldId id="623" r:id="rId7"/>
    <p:sldId id="603" r:id="rId8"/>
    <p:sldId id="624" r:id="rId9"/>
    <p:sldId id="625" r:id="rId10"/>
    <p:sldId id="626" r:id="rId11"/>
    <p:sldId id="627" r:id="rId12"/>
    <p:sldId id="628" r:id="rId13"/>
    <p:sldId id="629" r:id="rId14"/>
    <p:sldId id="630" r:id="rId15"/>
    <p:sldId id="631" r:id="rId16"/>
    <p:sldId id="552" r:id="rId17"/>
  </p:sldIdLst>
  <p:sldSz cx="12192000" cy="6858000"/>
  <p:notesSz cx="9144000" cy="6858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249" userDrawn="1">
          <p15:clr>
            <a:srgbClr val="A4A3A4"/>
          </p15:clr>
        </p15:guide>
        <p15:guide id="2" pos="3856">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9671AAC-EE65-C2E9-8FB4-81033EEFC221}" name="强 李" initials="强李" userId="cd6c7ec7188785ae"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33D06"/>
    <a:srgbClr val="F1F1F1"/>
    <a:srgbClr val="1A3A76"/>
    <a:srgbClr val="FCFEFE"/>
    <a:srgbClr val="FFFFFF"/>
    <a:srgbClr val="00205D"/>
    <a:srgbClr val="C90909"/>
    <a:srgbClr val="272520"/>
    <a:srgbClr val="203E80"/>
    <a:srgbClr val="00ABE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52C545B-3584-4001-9970-CE01E2FE1A64}" v="824" dt="2025-11-09T00:03:29.028"/>
  </p1510:revLst>
</p1510:revInfo>
</file>

<file path=ppt/tableStyles.xml><?xml version="1.0" encoding="utf-8"?>
<a:tblStyleLst xmlns:a="http://schemas.openxmlformats.org/drawingml/2006/main" def="{5C22544A-7EE6-4342-B048-85BDC9FD1C3A}">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E3FDE45-AF77-4B5C-9715-49D594BDF05E}" styleName="浅色样式 1 - 强调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6238" autoAdjust="0"/>
  </p:normalViewPr>
  <p:slideViewPr>
    <p:cSldViewPr snapToGrid="0">
      <p:cViewPr varScale="1">
        <p:scale>
          <a:sx n="106" d="100"/>
          <a:sy n="106" d="100"/>
        </p:scale>
        <p:origin x="756" y="108"/>
      </p:cViewPr>
      <p:guideLst>
        <p:guide orient="horz" pos="3249"/>
        <p:guide pos="3856"/>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强 李" userId="cd6c7ec7188785ae" providerId="LiveId" clId="{679AE789-3C55-40EF-A498-9E0F503B8F2B}"/>
    <pc:docChg chg="undo custSel modSld modNotesMaster">
      <pc:chgData name="强 李" userId="cd6c7ec7188785ae" providerId="LiveId" clId="{679AE789-3C55-40EF-A498-9E0F503B8F2B}" dt="2025-10-18T12:49:40.121" v="978"/>
      <pc:docMkLst>
        <pc:docMk/>
      </pc:docMkLst>
      <pc:sldChg chg="addSp delSp modSp mod">
        <pc:chgData name="强 李" userId="cd6c7ec7188785ae" providerId="LiveId" clId="{679AE789-3C55-40EF-A498-9E0F503B8F2B}" dt="2025-10-18T11:32:23.378" v="92" actId="14100"/>
        <pc:sldMkLst>
          <pc:docMk/>
          <pc:sldMk cId="0" sldId="425"/>
        </pc:sldMkLst>
        <pc:spChg chg="mod">
          <ac:chgData name="强 李" userId="cd6c7ec7188785ae" providerId="LiveId" clId="{679AE789-3C55-40EF-A498-9E0F503B8F2B}" dt="2025-10-18T11:30:45.213" v="76" actId="13822"/>
          <ac:spMkLst>
            <pc:docMk/>
            <pc:sldMk cId="0" sldId="425"/>
            <ac:spMk id="3" creationId="{FF9BF7C3-9929-69BC-A1CA-30EBD45BF72F}"/>
          </ac:spMkLst>
        </pc:spChg>
        <pc:spChg chg="add mod">
          <ac:chgData name="强 李" userId="cd6c7ec7188785ae" providerId="LiveId" clId="{679AE789-3C55-40EF-A498-9E0F503B8F2B}" dt="2025-10-18T11:31:23.571" v="83" actId="208"/>
          <ac:spMkLst>
            <pc:docMk/>
            <pc:sldMk cId="0" sldId="425"/>
            <ac:spMk id="6" creationId="{9B0DA5D5-D5F8-0BF5-7039-25D277A38794}"/>
          </ac:spMkLst>
        </pc:spChg>
        <pc:spChg chg="add mod">
          <ac:chgData name="强 李" userId="cd6c7ec7188785ae" providerId="LiveId" clId="{679AE789-3C55-40EF-A498-9E0F503B8F2B}" dt="2025-10-18T11:32:11.737" v="89" actId="14100"/>
          <ac:spMkLst>
            <pc:docMk/>
            <pc:sldMk cId="0" sldId="425"/>
            <ac:spMk id="9" creationId="{05AC09AD-B44B-E802-4D26-4A22FF68B6DC}"/>
          </ac:spMkLst>
        </pc:spChg>
        <pc:cxnChg chg="add mod">
          <ac:chgData name="强 李" userId="cd6c7ec7188785ae" providerId="LiveId" clId="{679AE789-3C55-40EF-A498-9E0F503B8F2B}" dt="2025-10-18T11:31:49.676" v="86" actId="208"/>
          <ac:cxnSpMkLst>
            <pc:docMk/>
            <pc:sldMk cId="0" sldId="425"/>
            <ac:cxnSpMk id="8" creationId="{EDC9F361-B63E-89E2-DAF1-A52ED6092FD2}"/>
          </ac:cxnSpMkLst>
        </pc:cxnChg>
        <pc:cxnChg chg="add mod">
          <ac:chgData name="强 李" userId="cd6c7ec7188785ae" providerId="LiveId" clId="{679AE789-3C55-40EF-A498-9E0F503B8F2B}" dt="2025-10-18T11:32:23.378" v="92" actId="14100"/>
          <ac:cxnSpMkLst>
            <pc:docMk/>
            <pc:sldMk cId="0" sldId="425"/>
            <ac:cxnSpMk id="10" creationId="{74935337-67B1-51DB-111E-1326744B169C}"/>
          </ac:cxnSpMkLst>
        </pc:cxnChg>
      </pc:sldChg>
      <pc:sldChg chg="modSp mod">
        <pc:chgData name="强 李" userId="cd6c7ec7188785ae" providerId="LiveId" clId="{679AE789-3C55-40EF-A498-9E0F503B8F2B}" dt="2025-10-18T11:30:18.238" v="75"/>
        <pc:sldMkLst>
          <pc:docMk/>
          <pc:sldMk cId="3418790839" sldId="554"/>
        </pc:sldMkLst>
        <pc:graphicFrameChg chg="mod modGraphic">
          <ac:chgData name="强 李" userId="cd6c7ec7188785ae" providerId="LiveId" clId="{679AE789-3C55-40EF-A498-9E0F503B8F2B}" dt="2025-10-18T11:30:18.238" v="75"/>
          <ac:graphicFrameMkLst>
            <pc:docMk/>
            <pc:sldMk cId="3418790839" sldId="554"/>
            <ac:graphicFrameMk id="3" creationId="{7EB314CC-7FA2-2824-BC32-28291A20FBE2}"/>
          </ac:graphicFrameMkLst>
        </pc:graphicFrameChg>
      </pc:sldChg>
      <pc:sldChg chg="modSp mod">
        <pc:chgData name="强 李" userId="cd6c7ec7188785ae" providerId="LiveId" clId="{679AE789-3C55-40EF-A498-9E0F503B8F2B}" dt="2025-10-18T11:33:41.111" v="206"/>
        <pc:sldMkLst>
          <pc:docMk/>
          <pc:sldMk cId="3965997736" sldId="598"/>
        </pc:sldMkLst>
        <pc:spChg chg="mod">
          <ac:chgData name="强 李" userId="cd6c7ec7188785ae" providerId="LiveId" clId="{679AE789-3C55-40EF-A498-9E0F503B8F2B}" dt="2025-10-18T11:33:41.111" v="206"/>
          <ac:spMkLst>
            <pc:docMk/>
            <pc:sldMk cId="3965997736" sldId="598"/>
            <ac:spMk id="2" creationId="{00000000-0000-0000-0000-000000000000}"/>
          </ac:spMkLst>
        </pc:spChg>
      </pc:sldChg>
      <pc:sldChg chg="modSp mod">
        <pc:chgData name="强 李" userId="cd6c7ec7188785ae" providerId="LiveId" clId="{679AE789-3C55-40EF-A498-9E0F503B8F2B}" dt="2025-10-18T12:29:57.587" v="239" actId="20577"/>
        <pc:sldMkLst>
          <pc:docMk/>
          <pc:sldMk cId="474383694" sldId="602"/>
        </pc:sldMkLst>
        <pc:spChg chg="mod">
          <ac:chgData name="强 李" userId="cd6c7ec7188785ae" providerId="LiveId" clId="{679AE789-3C55-40EF-A498-9E0F503B8F2B}" dt="2025-10-18T12:29:57.587" v="239" actId="20577"/>
          <ac:spMkLst>
            <pc:docMk/>
            <pc:sldMk cId="474383694" sldId="602"/>
            <ac:spMk id="5" creationId="{6D756E38-44BB-893E-10F4-24648C1F9451}"/>
          </ac:spMkLst>
        </pc:spChg>
      </pc:sldChg>
      <pc:sldChg chg="modSp mod">
        <pc:chgData name="强 李" userId="cd6c7ec7188785ae" providerId="LiveId" clId="{679AE789-3C55-40EF-A498-9E0F503B8F2B}" dt="2025-10-18T11:36:22.884" v="229"/>
        <pc:sldMkLst>
          <pc:docMk/>
          <pc:sldMk cId="3312005581" sldId="603"/>
        </pc:sldMkLst>
        <pc:spChg chg="mod">
          <ac:chgData name="强 李" userId="cd6c7ec7188785ae" providerId="LiveId" clId="{679AE789-3C55-40EF-A498-9E0F503B8F2B}" dt="2025-10-18T11:36:22.884" v="229"/>
          <ac:spMkLst>
            <pc:docMk/>
            <pc:sldMk cId="3312005581" sldId="603"/>
            <ac:spMk id="2" creationId="{00000000-0000-0000-0000-000000000000}"/>
          </ac:spMkLst>
        </pc:spChg>
      </pc:sldChg>
      <pc:sldChg chg="modSp mod">
        <pc:chgData name="强 李" userId="cd6c7ec7188785ae" providerId="LiveId" clId="{679AE789-3C55-40EF-A498-9E0F503B8F2B}" dt="2025-10-18T12:32:07.607" v="267"/>
        <pc:sldMkLst>
          <pc:docMk/>
          <pc:sldMk cId="1990415969" sldId="605"/>
        </pc:sldMkLst>
      </pc:sldChg>
      <pc:sldChg chg="modSp mod">
        <pc:chgData name="强 李" userId="cd6c7ec7188785ae" providerId="LiveId" clId="{679AE789-3C55-40EF-A498-9E0F503B8F2B}" dt="2025-10-18T12:34:15.907" v="388" actId="20577"/>
        <pc:sldMkLst>
          <pc:docMk/>
          <pc:sldMk cId="2786634272" sldId="608"/>
        </pc:sldMkLst>
      </pc:sldChg>
      <pc:sldChg chg="modSp mod">
        <pc:chgData name="强 李" userId="cd6c7ec7188785ae" providerId="LiveId" clId="{679AE789-3C55-40EF-A498-9E0F503B8F2B}" dt="2025-10-18T12:36:17.964" v="450"/>
        <pc:sldMkLst>
          <pc:docMk/>
          <pc:sldMk cId="3634359352" sldId="610"/>
        </pc:sldMkLst>
      </pc:sldChg>
      <pc:sldChg chg="modSp mod">
        <pc:chgData name="强 李" userId="cd6c7ec7188785ae" providerId="LiveId" clId="{679AE789-3C55-40EF-A498-9E0F503B8F2B}" dt="2025-10-18T12:38:10.516" v="715"/>
        <pc:sldMkLst>
          <pc:docMk/>
          <pc:sldMk cId="3844168252" sldId="611"/>
        </pc:sldMkLst>
      </pc:sldChg>
      <pc:sldChg chg="modSp mod">
        <pc:chgData name="强 李" userId="cd6c7ec7188785ae" providerId="LiveId" clId="{679AE789-3C55-40EF-A498-9E0F503B8F2B}" dt="2025-10-18T12:38:28.402" v="732"/>
        <pc:sldMkLst>
          <pc:docMk/>
          <pc:sldMk cId="1376585543" sldId="612"/>
        </pc:sldMkLst>
      </pc:sldChg>
      <pc:sldChg chg="modSp mod">
        <pc:chgData name="强 李" userId="cd6c7ec7188785ae" providerId="LiveId" clId="{679AE789-3C55-40EF-A498-9E0F503B8F2B}" dt="2025-10-18T12:38:49.436" v="744"/>
        <pc:sldMkLst>
          <pc:docMk/>
          <pc:sldMk cId="3557024024" sldId="613"/>
        </pc:sldMkLst>
      </pc:sldChg>
      <pc:sldChg chg="modSp mod">
        <pc:chgData name="强 李" userId="cd6c7ec7188785ae" providerId="LiveId" clId="{679AE789-3C55-40EF-A498-9E0F503B8F2B}" dt="2025-10-18T12:39:10.137" v="754"/>
        <pc:sldMkLst>
          <pc:docMk/>
          <pc:sldMk cId="2663860680" sldId="614"/>
        </pc:sldMkLst>
      </pc:sldChg>
      <pc:sldChg chg="modSp mod">
        <pc:chgData name="强 李" userId="cd6c7ec7188785ae" providerId="LiveId" clId="{679AE789-3C55-40EF-A498-9E0F503B8F2B}" dt="2025-10-18T12:45:39.410" v="761"/>
        <pc:sldMkLst>
          <pc:docMk/>
          <pc:sldMk cId="1264471641" sldId="616"/>
        </pc:sldMkLst>
      </pc:sldChg>
      <pc:sldChg chg="modSp mod">
        <pc:chgData name="强 李" userId="cd6c7ec7188785ae" providerId="LiveId" clId="{679AE789-3C55-40EF-A498-9E0F503B8F2B}" dt="2025-10-18T12:47:04.544" v="806"/>
        <pc:sldMkLst>
          <pc:docMk/>
          <pc:sldMk cId="3870421118" sldId="620"/>
        </pc:sldMkLst>
      </pc:sldChg>
      <pc:sldChg chg="modSp mod">
        <pc:chgData name="强 李" userId="cd6c7ec7188785ae" providerId="LiveId" clId="{679AE789-3C55-40EF-A498-9E0F503B8F2B}" dt="2025-10-18T12:48:55.997" v="977"/>
        <pc:sldMkLst>
          <pc:docMk/>
          <pc:sldMk cId="4014174071" sldId="621"/>
        </pc:sldMkLst>
      </pc:sldChg>
    </pc:docChg>
  </pc:docChgLst>
  <pc:docChgLst>
    <pc:chgData name="强 李" userId="cd6c7ec7188785ae" providerId="LiveId" clId="{452C545B-3584-4001-9970-CE01E2FE1A64}"/>
    <pc:docChg chg="undo custSel addSld delSld modSld sldOrd">
      <pc:chgData name="强 李" userId="cd6c7ec7188785ae" providerId="LiveId" clId="{452C545B-3584-4001-9970-CE01E2FE1A64}" dt="2025-11-09T00:03:29.028" v="5143" actId="13782"/>
      <pc:docMkLst>
        <pc:docMk/>
      </pc:docMkLst>
      <pc:sldChg chg="modSp mod">
        <pc:chgData name="强 李" userId="cd6c7ec7188785ae" providerId="LiveId" clId="{452C545B-3584-4001-9970-CE01E2FE1A64}" dt="2025-11-08T22:19:22.791" v="167" actId="207"/>
        <pc:sldMkLst>
          <pc:docMk/>
          <pc:sldMk cId="0" sldId="425"/>
        </pc:sldMkLst>
        <pc:spChg chg="mod">
          <ac:chgData name="强 李" userId="cd6c7ec7188785ae" providerId="LiveId" clId="{452C545B-3584-4001-9970-CE01E2FE1A64}" dt="2025-11-08T22:17:36.803" v="154" actId="20577"/>
          <ac:spMkLst>
            <pc:docMk/>
            <pc:sldMk cId="0" sldId="425"/>
            <ac:spMk id="2" creationId="{95A7D7BC-5F8D-EE76-0D18-39F6F132CCC7}"/>
          </ac:spMkLst>
        </pc:spChg>
        <pc:spChg chg="mod">
          <ac:chgData name="强 李" userId="cd6c7ec7188785ae" providerId="LiveId" clId="{452C545B-3584-4001-9970-CE01E2FE1A64}" dt="2025-11-08T22:19:22.791" v="167" actId="207"/>
          <ac:spMkLst>
            <pc:docMk/>
            <pc:sldMk cId="0" sldId="425"/>
            <ac:spMk id="3" creationId="{FF9BF7C3-9929-69BC-A1CA-30EBD45BF72F}"/>
          </ac:spMkLst>
        </pc:spChg>
        <pc:spChg chg="mod">
          <ac:chgData name="强 李" userId="cd6c7ec7188785ae" providerId="LiveId" clId="{452C545B-3584-4001-9970-CE01E2FE1A64}" dt="2025-11-08T22:19:12.098" v="165" actId="1076"/>
          <ac:spMkLst>
            <pc:docMk/>
            <pc:sldMk cId="0" sldId="425"/>
            <ac:spMk id="6" creationId="{9B0DA5D5-D5F8-0BF5-7039-25D277A38794}"/>
          </ac:spMkLst>
        </pc:spChg>
        <pc:spChg chg="mod">
          <ac:chgData name="强 李" userId="cd6c7ec7188785ae" providerId="LiveId" clId="{452C545B-3584-4001-9970-CE01E2FE1A64}" dt="2025-11-08T22:18:55.849" v="163" actId="1076"/>
          <ac:spMkLst>
            <pc:docMk/>
            <pc:sldMk cId="0" sldId="425"/>
            <ac:spMk id="9" creationId="{05AC09AD-B44B-E802-4D26-4A22FF68B6DC}"/>
          </ac:spMkLst>
        </pc:spChg>
        <pc:cxnChg chg="mod">
          <ac:chgData name="强 李" userId="cd6c7ec7188785ae" providerId="LiveId" clId="{452C545B-3584-4001-9970-CE01E2FE1A64}" dt="2025-11-08T22:18:48.577" v="162" actId="1076"/>
          <ac:cxnSpMkLst>
            <pc:docMk/>
            <pc:sldMk cId="0" sldId="425"/>
            <ac:cxnSpMk id="8" creationId="{EDC9F361-B63E-89E2-DAF1-A52ED6092FD2}"/>
          </ac:cxnSpMkLst>
        </pc:cxnChg>
        <pc:cxnChg chg="mod">
          <ac:chgData name="强 李" userId="cd6c7ec7188785ae" providerId="LiveId" clId="{452C545B-3584-4001-9970-CE01E2FE1A64}" dt="2025-11-08T22:19:06.154" v="164" actId="1076"/>
          <ac:cxnSpMkLst>
            <pc:docMk/>
            <pc:sldMk cId="0" sldId="425"/>
            <ac:cxnSpMk id="10" creationId="{74935337-67B1-51DB-111E-1326744B169C}"/>
          </ac:cxnSpMkLst>
        </pc:cxnChg>
      </pc:sldChg>
      <pc:sldChg chg="modSp">
        <pc:chgData name="强 李" userId="cd6c7ec7188785ae" providerId="LiveId" clId="{452C545B-3584-4001-9970-CE01E2FE1A64}" dt="2025-11-09T00:03:29.028" v="5143" actId="13782"/>
        <pc:sldMkLst>
          <pc:docMk/>
          <pc:sldMk cId="419382719" sldId="552"/>
        </pc:sldMkLst>
        <pc:graphicFrameChg chg="mod">
          <ac:chgData name="强 李" userId="cd6c7ec7188785ae" providerId="LiveId" clId="{452C545B-3584-4001-9970-CE01E2FE1A64}" dt="2025-11-09T00:03:29.028" v="5143" actId="13782"/>
          <ac:graphicFrameMkLst>
            <pc:docMk/>
            <pc:sldMk cId="419382719" sldId="552"/>
            <ac:graphicFrameMk id="47" creationId="{C4743AA0-529F-EA4A-5AAF-9A09C2CB0EAC}"/>
          </ac:graphicFrameMkLst>
        </pc:graphicFrameChg>
      </pc:sldChg>
      <pc:sldChg chg="modSp mod">
        <pc:chgData name="强 李" userId="cd6c7ec7188785ae" providerId="LiveId" clId="{452C545B-3584-4001-9970-CE01E2FE1A64}" dt="2025-11-08T22:16:46.597" v="132"/>
        <pc:sldMkLst>
          <pc:docMk/>
          <pc:sldMk cId="3418790839" sldId="554"/>
        </pc:sldMkLst>
        <pc:graphicFrameChg chg="mod modGraphic">
          <ac:chgData name="强 李" userId="cd6c7ec7188785ae" providerId="LiveId" clId="{452C545B-3584-4001-9970-CE01E2FE1A64}" dt="2025-11-08T22:16:46.597" v="132"/>
          <ac:graphicFrameMkLst>
            <pc:docMk/>
            <pc:sldMk cId="3418790839" sldId="554"/>
            <ac:graphicFrameMk id="3" creationId="{7EB314CC-7FA2-2824-BC32-28291A20FBE2}"/>
          </ac:graphicFrameMkLst>
        </pc:graphicFrameChg>
      </pc:sldChg>
      <pc:sldChg chg="modSp mod">
        <pc:chgData name="强 李" userId="cd6c7ec7188785ae" providerId="LiveId" clId="{452C545B-3584-4001-9970-CE01E2FE1A64}" dt="2025-11-08T21:51:34.994" v="30" actId="14100"/>
        <pc:sldMkLst>
          <pc:docMk/>
          <pc:sldMk cId="1911491714" sldId="560"/>
        </pc:sldMkLst>
        <pc:spChg chg="mod">
          <ac:chgData name="强 李" userId="cd6c7ec7188785ae" providerId="LiveId" clId="{452C545B-3584-4001-9970-CE01E2FE1A64}" dt="2025-11-08T21:51:34.994" v="30" actId="14100"/>
          <ac:spMkLst>
            <pc:docMk/>
            <pc:sldMk cId="1911491714" sldId="560"/>
            <ac:spMk id="4" creationId="{00000000-0000-0000-0000-000000000000}"/>
          </ac:spMkLst>
        </pc:spChg>
      </pc:sldChg>
      <pc:sldChg chg="modSp mod">
        <pc:chgData name="强 李" userId="cd6c7ec7188785ae" providerId="LiveId" clId="{452C545B-3584-4001-9970-CE01E2FE1A64}" dt="2025-11-08T22:20:39.885" v="177" actId="207"/>
        <pc:sldMkLst>
          <pc:docMk/>
          <pc:sldMk cId="3965997736" sldId="598"/>
        </pc:sldMkLst>
        <pc:spChg chg="mod">
          <ac:chgData name="强 李" userId="cd6c7ec7188785ae" providerId="LiveId" clId="{452C545B-3584-4001-9970-CE01E2FE1A64}" dt="2025-11-08T22:19:55.834" v="168"/>
          <ac:spMkLst>
            <pc:docMk/>
            <pc:sldMk cId="3965997736" sldId="598"/>
            <ac:spMk id="2" creationId="{00000000-0000-0000-0000-000000000000}"/>
          </ac:spMkLst>
        </pc:spChg>
        <pc:spChg chg="mod">
          <ac:chgData name="强 李" userId="cd6c7ec7188785ae" providerId="LiveId" clId="{452C545B-3584-4001-9970-CE01E2FE1A64}" dt="2025-11-08T22:20:39.885" v="177" actId="207"/>
          <ac:spMkLst>
            <pc:docMk/>
            <pc:sldMk cId="3965997736" sldId="598"/>
            <ac:spMk id="4" creationId="{B4B332DE-F3FB-23DE-0615-8D213F22297F}"/>
          </ac:spMkLst>
        </pc:spChg>
      </pc:sldChg>
      <pc:sldChg chg="addSp modSp mod">
        <pc:chgData name="强 李" userId="cd6c7ec7188785ae" providerId="LiveId" clId="{452C545B-3584-4001-9970-CE01E2FE1A64}" dt="2025-11-08T23:05:13.635" v="828" actId="1076"/>
        <pc:sldMkLst>
          <pc:docMk/>
          <pc:sldMk cId="3312005581" sldId="603"/>
        </pc:sldMkLst>
        <pc:spChg chg="mod">
          <ac:chgData name="强 李" userId="cd6c7ec7188785ae" providerId="LiveId" clId="{452C545B-3584-4001-9970-CE01E2FE1A64}" dt="2025-11-08T23:04:01.646" v="817" actId="403"/>
          <ac:spMkLst>
            <pc:docMk/>
            <pc:sldMk cId="3312005581" sldId="603"/>
            <ac:spMk id="2" creationId="{00000000-0000-0000-0000-000000000000}"/>
          </ac:spMkLst>
        </pc:spChg>
        <pc:spChg chg="add mod">
          <ac:chgData name="强 李" userId="cd6c7ec7188785ae" providerId="LiveId" clId="{452C545B-3584-4001-9970-CE01E2FE1A64}" dt="2025-11-08T23:03:03.924" v="806" actId="1076"/>
          <ac:spMkLst>
            <pc:docMk/>
            <pc:sldMk cId="3312005581" sldId="603"/>
            <ac:spMk id="3" creationId="{054F6395-1975-B8A2-703B-55FCED5D19F3}"/>
          </ac:spMkLst>
        </pc:spChg>
        <pc:spChg chg="add mod">
          <ac:chgData name="强 李" userId="cd6c7ec7188785ae" providerId="LiveId" clId="{452C545B-3584-4001-9970-CE01E2FE1A64}" dt="2025-11-08T23:03:14.179" v="808" actId="1076"/>
          <ac:spMkLst>
            <pc:docMk/>
            <pc:sldMk cId="3312005581" sldId="603"/>
            <ac:spMk id="4" creationId="{30D5193B-333A-E8C7-B696-EBD96AB6BB6B}"/>
          </ac:spMkLst>
        </pc:spChg>
        <pc:spChg chg="mod">
          <ac:chgData name="强 李" userId="cd6c7ec7188785ae" providerId="LiveId" clId="{452C545B-3584-4001-9970-CE01E2FE1A64}" dt="2025-11-08T22:23:08.788" v="247" actId="207"/>
          <ac:spMkLst>
            <pc:docMk/>
            <pc:sldMk cId="3312005581" sldId="603"/>
            <ac:spMk id="6" creationId="{8D684FDC-0FF7-89F2-9187-5F0E9ED8CA01}"/>
          </ac:spMkLst>
        </pc:spChg>
        <pc:spChg chg="add mod ord">
          <ac:chgData name="强 李" userId="cd6c7ec7188785ae" providerId="LiveId" clId="{452C545B-3584-4001-9970-CE01E2FE1A64}" dt="2025-11-08T23:04:51.115" v="823" actId="208"/>
          <ac:spMkLst>
            <pc:docMk/>
            <pc:sldMk cId="3312005581" sldId="603"/>
            <ac:spMk id="8" creationId="{678B9CC0-1526-EED8-F012-57C69977FC1D}"/>
          </ac:spMkLst>
        </pc:spChg>
        <pc:spChg chg="mod">
          <ac:chgData name="强 李" userId="cd6c7ec7188785ae" providerId="LiveId" clId="{452C545B-3584-4001-9970-CE01E2FE1A64}" dt="2025-11-08T22:21:38.412" v="183" actId="27636"/>
          <ac:spMkLst>
            <pc:docMk/>
            <pc:sldMk cId="3312005581" sldId="603"/>
            <ac:spMk id="18" creationId="{00000000-0000-0000-0000-000000000000}"/>
          </ac:spMkLst>
        </pc:spChg>
        <pc:cxnChg chg="add mod">
          <ac:chgData name="强 李" userId="cd6c7ec7188785ae" providerId="LiveId" clId="{452C545B-3584-4001-9970-CE01E2FE1A64}" dt="2025-11-08T23:05:05.681" v="826" actId="14100"/>
          <ac:cxnSpMkLst>
            <pc:docMk/>
            <pc:sldMk cId="3312005581" sldId="603"/>
            <ac:cxnSpMk id="7" creationId="{3324255E-FE9E-E09F-10A3-43BA14E199E7}"/>
          </ac:cxnSpMkLst>
        </pc:cxnChg>
        <pc:cxnChg chg="add mod">
          <ac:chgData name="强 李" userId="cd6c7ec7188785ae" providerId="LiveId" clId="{452C545B-3584-4001-9970-CE01E2FE1A64}" dt="2025-11-08T23:05:13.635" v="828" actId="1076"/>
          <ac:cxnSpMkLst>
            <pc:docMk/>
            <pc:sldMk cId="3312005581" sldId="603"/>
            <ac:cxnSpMk id="9" creationId="{60A4A503-2EAA-3F53-3F5E-A4A7E500CA41}"/>
          </ac:cxnSpMkLst>
        </pc:cxnChg>
      </pc:sldChg>
      <pc:sldChg chg="del">
        <pc:chgData name="强 李" userId="cd6c7ec7188785ae" providerId="LiveId" clId="{452C545B-3584-4001-9970-CE01E2FE1A64}" dt="2025-11-08T22:27:26.823" v="542" actId="47"/>
        <pc:sldMkLst>
          <pc:docMk/>
          <pc:sldMk cId="3947397742" sldId="604"/>
        </pc:sldMkLst>
      </pc:sldChg>
      <pc:sldChg chg="del">
        <pc:chgData name="强 李" userId="cd6c7ec7188785ae" providerId="LiveId" clId="{452C545B-3584-4001-9970-CE01E2FE1A64}" dt="2025-11-08T22:27:26.823" v="542" actId="47"/>
        <pc:sldMkLst>
          <pc:docMk/>
          <pc:sldMk cId="1990415969" sldId="605"/>
        </pc:sldMkLst>
      </pc:sldChg>
      <pc:sldChg chg="del">
        <pc:chgData name="强 李" userId="cd6c7ec7188785ae" providerId="LiveId" clId="{452C545B-3584-4001-9970-CE01E2FE1A64}" dt="2025-11-08T22:27:26.823" v="542" actId="47"/>
        <pc:sldMkLst>
          <pc:docMk/>
          <pc:sldMk cId="3708620594" sldId="606"/>
        </pc:sldMkLst>
      </pc:sldChg>
      <pc:sldChg chg="del">
        <pc:chgData name="强 李" userId="cd6c7ec7188785ae" providerId="LiveId" clId="{452C545B-3584-4001-9970-CE01E2FE1A64}" dt="2025-11-08T22:27:26.823" v="542" actId="47"/>
        <pc:sldMkLst>
          <pc:docMk/>
          <pc:sldMk cId="3752360027" sldId="607"/>
        </pc:sldMkLst>
      </pc:sldChg>
      <pc:sldChg chg="del">
        <pc:chgData name="强 李" userId="cd6c7ec7188785ae" providerId="LiveId" clId="{452C545B-3584-4001-9970-CE01E2FE1A64}" dt="2025-11-08T22:27:26.823" v="542" actId="47"/>
        <pc:sldMkLst>
          <pc:docMk/>
          <pc:sldMk cId="2786634272" sldId="608"/>
        </pc:sldMkLst>
      </pc:sldChg>
      <pc:sldChg chg="del">
        <pc:chgData name="强 李" userId="cd6c7ec7188785ae" providerId="LiveId" clId="{452C545B-3584-4001-9970-CE01E2FE1A64}" dt="2025-11-08T22:27:26.823" v="542" actId="47"/>
        <pc:sldMkLst>
          <pc:docMk/>
          <pc:sldMk cId="2147924010" sldId="609"/>
        </pc:sldMkLst>
      </pc:sldChg>
      <pc:sldChg chg="del">
        <pc:chgData name="强 李" userId="cd6c7ec7188785ae" providerId="LiveId" clId="{452C545B-3584-4001-9970-CE01E2FE1A64}" dt="2025-11-08T22:27:26.823" v="542" actId="47"/>
        <pc:sldMkLst>
          <pc:docMk/>
          <pc:sldMk cId="3634359352" sldId="610"/>
        </pc:sldMkLst>
      </pc:sldChg>
      <pc:sldChg chg="del">
        <pc:chgData name="强 李" userId="cd6c7ec7188785ae" providerId="LiveId" clId="{452C545B-3584-4001-9970-CE01E2FE1A64}" dt="2025-11-08T22:27:26.823" v="542" actId="47"/>
        <pc:sldMkLst>
          <pc:docMk/>
          <pc:sldMk cId="3844168252" sldId="611"/>
        </pc:sldMkLst>
      </pc:sldChg>
      <pc:sldChg chg="del">
        <pc:chgData name="强 李" userId="cd6c7ec7188785ae" providerId="LiveId" clId="{452C545B-3584-4001-9970-CE01E2FE1A64}" dt="2025-11-08T22:27:26.823" v="542" actId="47"/>
        <pc:sldMkLst>
          <pc:docMk/>
          <pc:sldMk cId="1376585543" sldId="612"/>
        </pc:sldMkLst>
      </pc:sldChg>
      <pc:sldChg chg="del">
        <pc:chgData name="强 李" userId="cd6c7ec7188785ae" providerId="LiveId" clId="{452C545B-3584-4001-9970-CE01E2FE1A64}" dt="2025-11-08T22:27:26.823" v="542" actId="47"/>
        <pc:sldMkLst>
          <pc:docMk/>
          <pc:sldMk cId="3557024024" sldId="613"/>
        </pc:sldMkLst>
      </pc:sldChg>
      <pc:sldChg chg="del">
        <pc:chgData name="强 李" userId="cd6c7ec7188785ae" providerId="LiveId" clId="{452C545B-3584-4001-9970-CE01E2FE1A64}" dt="2025-11-08T22:27:26.823" v="542" actId="47"/>
        <pc:sldMkLst>
          <pc:docMk/>
          <pc:sldMk cId="2663860680" sldId="614"/>
        </pc:sldMkLst>
      </pc:sldChg>
      <pc:sldChg chg="del">
        <pc:chgData name="强 李" userId="cd6c7ec7188785ae" providerId="LiveId" clId="{452C545B-3584-4001-9970-CE01E2FE1A64}" dt="2025-11-08T22:27:26.823" v="542" actId="47"/>
        <pc:sldMkLst>
          <pc:docMk/>
          <pc:sldMk cId="3562621814" sldId="615"/>
        </pc:sldMkLst>
      </pc:sldChg>
      <pc:sldChg chg="del">
        <pc:chgData name="强 李" userId="cd6c7ec7188785ae" providerId="LiveId" clId="{452C545B-3584-4001-9970-CE01E2FE1A64}" dt="2025-11-08T22:27:26.823" v="542" actId="47"/>
        <pc:sldMkLst>
          <pc:docMk/>
          <pc:sldMk cId="1264471641" sldId="616"/>
        </pc:sldMkLst>
      </pc:sldChg>
      <pc:sldChg chg="del">
        <pc:chgData name="强 李" userId="cd6c7ec7188785ae" providerId="LiveId" clId="{452C545B-3584-4001-9970-CE01E2FE1A64}" dt="2025-11-08T22:27:26.823" v="542" actId="47"/>
        <pc:sldMkLst>
          <pc:docMk/>
          <pc:sldMk cId="3803959891" sldId="617"/>
        </pc:sldMkLst>
      </pc:sldChg>
      <pc:sldChg chg="del">
        <pc:chgData name="强 李" userId="cd6c7ec7188785ae" providerId="LiveId" clId="{452C545B-3584-4001-9970-CE01E2FE1A64}" dt="2025-11-08T22:27:26.823" v="542" actId="47"/>
        <pc:sldMkLst>
          <pc:docMk/>
          <pc:sldMk cId="2048242825" sldId="618"/>
        </pc:sldMkLst>
      </pc:sldChg>
      <pc:sldChg chg="del">
        <pc:chgData name="强 李" userId="cd6c7ec7188785ae" providerId="LiveId" clId="{452C545B-3584-4001-9970-CE01E2FE1A64}" dt="2025-11-08T22:27:26.823" v="542" actId="47"/>
        <pc:sldMkLst>
          <pc:docMk/>
          <pc:sldMk cId="2989059354" sldId="619"/>
        </pc:sldMkLst>
      </pc:sldChg>
      <pc:sldChg chg="del">
        <pc:chgData name="强 李" userId="cd6c7ec7188785ae" providerId="LiveId" clId="{452C545B-3584-4001-9970-CE01E2FE1A64}" dt="2025-11-08T22:27:26.823" v="542" actId="47"/>
        <pc:sldMkLst>
          <pc:docMk/>
          <pc:sldMk cId="3870421118" sldId="620"/>
        </pc:sldMkLst>
      </pc:sldChg>
      <pc:sldChg chg="del">
        <pc:chgData name="强 李" userId="cd6c7ec7188785ae" providerId="LiveId" clId="{452C545B-3584-4001-9970-CE01E2FE1A64}" dt="2025-11-08T22:27:26.823" v="542" actId="47"/>
        <pc:sldMkLst>
          <pc:docMk/>
          <pc:sldMk cId="4014174071" sldId="621"/>
        </pc:sldMkLst>
      </pc:sldChg>
      <pc:sldChg chg="del">
        <pc:chgData name="强 李" userId="cd6c7ec7188785ae" providerId="LiveId" clId="{452C545B-3584-4001-9970-CE01E2FE1A64}" dt="2025-11-08T22:27:26.823" v="542" actId="47"/>
        <pc:sldMkLst>
          <pc:docMk/>
          <pc:sldMk cId="1438733071" sldId="622"/>
        </pc:sldMkLst>
      </pc:sldChg>
      <pc:sldChg chg="modSp add mod ord">
        <pc:chgData name="强 李" userId="cd6c7ec7188785ae" providerId="LiveId" clId="{452C545B-3584-4001-9970-CE01E2FE1A64}" dt="2025-11-08T23:06:30.737" v="830" actId="113"/>
        <pc:sldMkLst>
          <pc:docMk/>
          <pc:sldMk cId="2152635545" sldId="623"/>
        </pc:sldMkLst>
        <pc:spChg chg="mod">
          <ac:chgData name="强 李" userId="cd6c7ec7188785ae" providerId="LiveId" clId="{452C545B-3584-4001-9970-CE01E2FE1A64}" dt="2025-11-08T23:06:30.737" v="830" actId="113"/>
          <ac:spMkLst>
            <pc:docMk/>
            <pc:sldMk cId="2152635545" sldId="623"/>
            <ac:spMk id="2" creationId="{FA552FA6-491B-050A-4A87-695E2F51774D}"/>
          </ac:spMkLst>
        </pc:spChg>
      </pc:sldChg>
      <pc:sldChg chg="modSp add mod">
        <pc:chgData name="强 李" userId="cd6c7ec7188785ae" providerId="LiveId" clId="{452C545B-3584-4001-9970-CE01E2FE1A64}" dt="2025-11-08T23:16:32.332" v="1716" actId="27636"/>
        <pc:sldMkLst>
          <pc:docMk/>
          <pc:sldMk cId="492937376" sldId="624"/>
        </pc:sldMkLst>
        <pc:spChg chg="mod">
          <ac:chgData name="强 李" userId="cd6c7ec7188785ae" providerId="LiveId" clId="{452C545B-3584-4001-9970-CE01E2FE1A64}" dt="2025-11-08T23:16:32.332" v="1716" actId="27636"/>
          <ac:spMkLst>
            <pc:docMk/>
            <pc:sldMk cId="492937376" sldId="624"/>
            <ac:spMk id="2" creationId="{60F4CE8B-3C93-05F0-AFA3-C92ACE06F409}"/>
          </ac:spMkLst>
        </pc:spChg>
      </pc:sldChg>
      <pc:sldChg chg="modSp add mod">
        <pc:chgData name="强 李" userId="cd6c7ec7188785ae" providerId="LiveId" clId="{452C545B-3584-4001-9970-CE01E2FE1A64}" dt="2025-11-08T23:31:20.512" v="2940" actId="27636"/>
        <pc:sldMkLst>
          <pc:docMk/>
          <pc:sldMk cId="2275128330" sldId="625"/>
        </pc:sldMkLst>
        <pc:spChg chg="mod">
          <ac:chgData name="强 李" userId="cd6c7ec7188785ae" providerId="LiveId" clId="{452C545B-3584-4001-9970-CE01E2FE1A64}" dt="2025-11-08T23:31:20.512" v="2940" actId="27636"/>
          <ac:spMkLst>
            <pc:docMk/>
            <pc:sldMk cId="2275128330" sldId="625"/>
            <ac:spMk id="2" creationId="{75E91B84-2627-A596-DF18-AEF7FB82C607}"/>
          </ac:spMkLst>
        </pc:spChg>
      </pc:sldChg>
      <pc:sldChg chg="modSp add mod">
        <pc:chgData name="强 李" userId="cd6c7ec7188785ae" providerId="LiveId" clId="{452C545B-3584-4001-9970-CE01E2FE1A64}" dt="2025-11-08T23:32:50.535" v="3092" actId="27636"/>
        <pc:sldMkLst>
          <pc:docMk/>
          <pc:sldMk cId="1237329950" sldId="626"/>
        </pc:sldMkLst>
        <pc:spChg chg="mod">
          <ac:chgData name="强 李" userId="cd6c7ec7188785ae" providerId="LiveId" clId="{452C545B-3584-4001-9970-CE01E2FE1A64}" dt="2025-11-08T23:32:50.535" v="3092" actId="27636"/>
          <ac:spMkLst>
            <pc:docMk/>
            <pc:sldMk cId="1237329950" sldId="626"/>
            <ac:spMk id="2" creationId="{A48F2A4F-EB19-2A8F-2282-6D7CB2047328}"/>
          </ac:spMkLst>
        </pc:spChg>
      </pc:sldChg>
      <pc:sldChg chg="addSp modSp add mod">
        <pc:chgData name="强 李" userId="cd6c7ec7188785ae" providerId="LiveId" clId="{452C545B-3584-4001-9970-CE01E2FE1A64}" dt="2025-11-08T23:42:37.767" v="3514" actId="27636"/>
        <pc:sldMkLst>
          <pc:docMk/>
          <pc:sldMk cId="4218527108" sldId="627"/>
        </pc:sldMkLst>
        <pc:spChg chg="mod">
          <ac:chgData name="强 李" userId="cd6c7ec7188785ae" providerId="LiveId" clId="{452C545B-3584-4001-9970-CE01E2FE1A64}" dt="2025-11-08T23:42:37.767" v="3514" actId="27636"/>
          <ac:spMkLst>
            <pc:docMk/>
            <pc:sldMk cId="4218527108" sldId="627"/>
            <ac:spMk id="2" creationId="{34C2D190-46EA-6DE2-44C3-95DB907DAB5B}"/>
          </ac:spMkLst>
        </pc:spChg>
        <pc:spChg chg="add mod">
          <ac:chgData name="强 李" userId="cd6c7ec7188785ae" providerId="LiveId" clId="{452C545B-3584-4001-9970-CE01E2FE1A64}" dt="2025-11-08T23:40:58.496" v="3381" actId="1582"/>
          <ac:spMkLst>
            <pc:docMk/>
            <pc:sldMk cId="4218527108" sldId="627"/>
            <ac:spMk id="3" creationId="{4D8B5FA8-53C5-17C7-DF36-06CE96E85543}"/>
          </ac:spMkLst>
        </pc:spChg>
        <pc:spChg chg="mod">
          <ac:chgData name="强 李" userId="cd6c7ec7188785ae" providerId="LiveId" clId="{452C545B-3584-4001-9970-CE01E2FE1A64}" dt="2025-11-08T23:36:32.049" v="3209" actId="1076"/>
          <ac:spMkLst>
            <pc:docMk/>
            <pc:sldMk cId="4218527108" sldId="627"/>
            <ac:spMk id="6" creationId="{84486A34-41C2-27FD-5093-40290276FAB8}"/>
          </ac:spMkLst>
        </pc:spChg>
        <pc:spChg chg="mod">
          <ac:chgData name="强 李" userId="cd6c7ec7188785ae" providerId="LiveId" clId="{452C545B-3584-4001-9970-CE01E2FE1A64}" dt="2025-11-08T23:33:33.795" v="3116" actId="27636"/>
          <ac:spMkLst>
            <pc:docMk/>
            <pc:sldMk cId="4218527108" sldId="627"/>
            <ac:spMk id="18" creationId="{CF67285A-E6EE-33A4-60C5-6CFF97BD10F0}"/>
          </ac:spMkLst>
        </pc:spChg>
      </pc:sldChg>
      <pc:sldChg chg="modSp add mod">
        <pc:chgData name="强 李" userId="cd6c7ec7188785ae" providerId="LiveId" clId="{452C545B-3584-4001-9970-CE01E2FE1A64}" dt="2025-11-08T23:49:29.404" v="3809" actId="27636"/>
        <pc:sldMkLst>
          <pc:docMk/>
          <pc:sldMk cId="1504008797" sldId="628"/>
        </pc:sldMkLst>
        <pc:spChg chg="mod">
          <ac:chgData name="强 李" userId="cd6c7ec7188785ae" providerId="LiveId" clId="{452C545B-3584-4001-9970-CE01E2FE1A64}" dt="2025-11-08T23:49:29.404" v="3809" actId="27636"/>
          <ac:spMkLst>
            <pc:docMk/>
            <pc:sldMk cId="1504008797" sldId="628"/>
            <ac:spMk id="2" creationId="{502A3D2C-47C1-D6C3-7E6D-A385775D13A9}"/>
          </ac:spMkLst>
        </pc:spChg>
        <pc:spChg chg="mod">
          <ac:chgData name="强 李" userId="cd6c7ec7188785ae" providerId="LiveId" clId="{452C545B-3584-4001-9970-CE01E2FE1A64}" dt="2025-11-08T23:48:47.826" v="3802" actId="1076"/>
          <ac:spMkLst>
            <pc:docMk/>
            <pc:sldMk cId="1504008797" sldId="628"/>
            <ac:spMk id="6" creationId="{387A309B-1D72-10A3-7193-A876573CCDEE}"/>
          </ac:spMkLst>
        </pc:spChg>
      </pc:sldChg>
      <pc:sldChg chg="modSp add del mod">
        <pc:chgData name="强 李" userId="cd6c7ec7188785ae" providerId="LiveId" clId="{452C545B-3584-4001-9970-CE01E2FE1A64}" dt="2025-11-08T23:38:21.851" v="3314"/>
        <pc:sldMkLst>
          <pc:docMk/>
          <pc:sldMk cId="2555238439" sldId="628"/>
        </pc:sldMkLst>
        <pc:spChg chg="mod">
          <ac:chgData name="强 李" userId="cd6c7ec7188785ae" providerId="LiveId" clId="{452C545B-3584-4001-9970-CE01E2FE1A64}" dt="2025-11-08T23:38:21.526" v="3313" actId="6549"/>
          <ac:spMkLst>
            <pc:docMk/>
            <pc:sldMk cId="2555238439" sldId="628"/>
            <ac:spMk id="2" creationId="{642754E6-6176-EDDE-430F-0424E08D5EA2}"/>
          </ac:spMkLst>
        </pc:spChg>
      </pc:sldChg>
      <pc:sldChg chg="modSp add mod">
        <pc:chgData name="强 李" userId="cd6c7ec7188785ae" providerId="LiveId" clId="{452C545B-3584-4001-9970-CE01E2FE1A64}" dt="2025-11-08T23:53:23.004" v="4292" actId="27636"/>
        <pc:sldMkLst>
          <pc:docMk/>
          <pc:sldMk cId="3509406236" sldId="629"/>
        </pc:sldMkLst>
        <pc:spChg chg="mod">
          <ac:chgData name="强 李" userId="cd6c7ec7188785ae" providerId="LiveId" clId="{452C545B-3584-4001-9970-CE01E2FE1A64}" dt="2025-11-08T23:53:23.004" v="4292" actId="27636"/>
          <ac:spMkLst>
            <pc:docMk/>
            <pc:sldMk cId="3509406236" sldId="629"/>
            <ac:spMk id="2" creationId="{AD7E4567-FB71-E5BF-7814-ABBBD5AC3419}"/>
          </ac:spMkLst>
        </pc:spChg>
      </pc:sldChg>
      <pc:sldChg chg="delSp modSp add mod">
        <pc:chgData name="强 李" userId="cd6c7ec7188785ae" providerId="LiveId" clId="{452C545B-3584-4001-9970-CE01E2FE1A64}" dt="2025-11-09T00:01:46.524" v="5094" actId="27636"/>
        <pc:sldMkLst>
          <pc:docMk/>
          <pc:sldMk cId="3940055481" sldId="630"/>
        </pc:sldMkLst>
        <pc:spChg chg="mod">
          <ac:chgData name="强 李" userId="cd6c7ec7188785ae" providerId="LiveId" clId="{452C545B-3584-4001-9970-CE01E2FE1A64}" dt="2025-11-09T00:01:46.524" v="5094" actId="27636"/>
          <ac:spMkLst>
            <pc:docMk/>
            <pc:sldMk cId="3940055481" sldId="630"/>
            <ac:spMk id="2" creationId="{F5B24CD7-FE3B-F4E7-1913-6909F0D265F6}"/>
          </ac:spMkLst>
        </pc:spChg>
        <pc:spChg chg="del">
          <ac:chgData name="强 李" userId="cd6c7ec7188785ae" providerId="LiveId" clId="{452C545B-3584-4001-9970-CE01E2FE1A64}" dt="2025-11-08T23:53:57.176" v="4302" actId="478"/>
          <ac:spMkLst>
            <pc:docMk/>
            <pc:sldMk cId="3940055481" sldId="630"/>
            <ac:spMk id="3" creationId="{CD5EE80C-154C-12E9-2A2C-6F114F53F708}"/>
          </ac:spMkLst>
        </pc:spChg>
        <pc:spChg chg="mod">
          <ac:chgData name="强 李" userId="cd6c7ec7188785ae" providerId="LiveId" clId="{452C545B-3584-4001-9970-CE01E2FE1A64}" dt="2025-11-08T23:54:03.153" v="4304" actId="1076"/>
          <ac:spMkLst>
            <pc:docMk/>
            <pc:sldMk cId="3940055481" sldId="630"/>
            <ac:spMk id="6" creationId="{941B09FE-3AC0-0785-1188-14120A554AE3}"/>
          </ac:spMkLst>
        </pc:spChg>
        <pc:spChg chg="mod">
          <ac:chgData name="强 李" userId="cd6c7ec7188785ae" providerId="LiveId" clId="{452C545B-3584-4001-9970-CE01E2FE1A64}" dt="2025-11-08T23:53:45.262" v="4300"/>
          <ac:spMkLst>
            <pc:docMk/>
            <pc:sldMk cId="3940055481" sldId="630"/>
            <ac:spMk id="18" creationId="{B2D3AA4F-1B6A-2E7B-F7F6-634F96DB4F32}"/>
          </ac:spMkLst>
        </pc:spChg>
      </pc:sldChg>
      <pc:sldChg chg="delSp modSp add mod">
        <pc:chgData name="强 李" userId="cd6c7ec7188785ae" providerId="LiveId" clId="{452C545B-3584-4001-9970-CE01E2FE1A64}" dt="2025-11-09T00:02:21.905" v="5140" actId="6549"/>
        <pc:sldMkLst>
          <pc:docMk/>
          <pc:sldMk cId="2628974246" sldId="631"/>
        </pc:sldMkLst>
        <pc:spChg chg="mod">
          <ac:chgData name="强 李" userId="cd6c7ec7188785ae" providerId="LiveId" clId="{452C545B-3584-4001-9970-CE01E2FE1A64}" dt="2025-11-09T00:02:21.905" v="5140" actId="6549"/>
          <ac:spMkLst>
            <pc:docMk/>
            <pc:sldMk cId="2628974246" sldId="631"/>
            <ac:spMk id="2" creationId="{7DB86E49-07B6-4C8A-AD79-D927361D1C55}"/>
          </ac:spMkLst>
        </pc:spChg>
        <pc:spChg chg="del">
          <ac:chgData name="强 李" userId="cd6c7ec7188785ae" providerId="LiveId" clId="{452C545B-3584-4001-9970-CE01E2FE1A64}" dt="2025-11-09T00:02:08.434" v="5139" actId="478"/>
          <ac:spMkLst>
            <pc:docMk/>
            <pc:sldMk cId="2628974246" sldId="631"/>
            <ac:spMk id="6" creationId="{540480B1-177D-1CBD-5E37-2518F90874C8}"/>
          </ac:spMkLst>
        </pc:spChg>
        <pc:spChg chg="mod">
          <ac:chgData name="强 李" userId="cd6c7ec7188785ae" providerId="LiveId" clId="{452C545B-3584-4001-9970-CE01E2FE1A64}" dt="2025-11-09T00:00:02.737" v="5006"/>
          <ac:spMkLst>
            <pc:docMk/>
            <pc:sldMk cId="2628974246" sldId="631"/>
            <ac:spMk id="18" creationId="{995E96D6-B222-8BF8-92AE-8D95A12B9E90}"/>
          </ac:spMkLst>
        </pc:spChg>
      </pc:sldChg>
    </pc:docChg>
  </pc:docChgLst>
  <pc:docChgLst>
    <pc:chgData name="强 李" userId="cd6c7ec7188785ae" providerId="LiveId" clId="{EBCFE0FE-99A7-4425-B0EC-5A3002F98C50}"/>
    <pc:docChg chg="undo custSel addSld modSld">
      <pc:chgData name="强 李" userId="cd6c7ec7188785ae" providerId="LiveId" clId="{EBCFE0FE-99A7-4425-B0EC-5A3002F98C50}" dt="2025-10-25T12:10:04.021" v="1519" actId="6549"/>
      <pc:docMkLst>
        <pc:docMk/>
      </pc:docMkLst>
      <pc:sldChg chg="modSp mod">
        <pc:chgData name="强 李" userId="cd6c7ec7188785ae" providerId="LiveId" clId="{EBCFE0FE-99A7-4425-B0EC-5A3002F98C50}" dt="2025-10-25T11:51:34.289" v="2" actId="113"/>
        <pc:sldMkLst>
          <pc:docMk/>
          <pc:sldMk cId="0" sldId="425"/>
        </pc:sldMkLst>
        <pc:spChg chg="mod">
          <ac:chgData name="强 李" userId="cd6c7ec7188785ae" providerId="LiveId" clId="{EBCFE0FE-99A7-4425-B0EC-5A3002F98C50}" dt="2025-10-25T11:51:34.289" v="2" actId="113"/>
          <ac:spMkLst>
            <pc:docMk/>
            <pc:sldMk cId="0" sldId="425"/>
            <ac:spMk id="3" creationId="{FF9BF7C3-9929-69BC-A1CA-30EBD45BF72F}"/>
          </ac:spMkLst>
        </pc:spChg>
      </pc:sldChg>
      <pc:sldChg chg="modSp mod">
        <pc:chgData name="强 李" userId="cd6c7ec7188785ae" providerId="LiveId" clId="{EBCFE0FE-99A7-4425-B0EC-5A3002F98C50}" dt="2025-10-25T11:51:17.422" v="0" actId="20577"/>
        <pc:sldMkLst>
          <pc:docMk/>
          <pc:sldMk cId="3418790839" sldId="554"/>
        </pc:sldMkLst>
        <pc:graphicFrameChg chg="modGraphic">
          <ac:chgData name="强 李" userId="cd6c7ec7188785ae" providerId="LiveId" clId="{EBCFE0FE-99A7-4425-B0EC-5A3002F98C50}" dt="2025-10-25T11:51:17.422" v="0" actId="20577"/>
          <ac:graphicFrameMkLst>
            <pc:docMk/>
            <pc:sldMk cId="3418790839" sldId="554"/>
            <ac:graphicFrameMk id="3" creationId="{7EB314CC-7FA2-2824-BC32-28291A20FBE2}"/>
          </ac:graphicFrameMkLst>
        </pc:graphicFrameChg>
      </pc:sldChg>
      <pc:sldChg chg="modSp mod">
        <pc:chgData name="强 李" userId="cd6c7ec7188785ae" providerId="LiveId" clId="{EBCFE0FE-99A7-4425-B0EC-5A3002F98C50}" dt="2025-10-25T11:52:49.963" v="17"/>
        <pc:sldMkLst>
          <pc:docMk/>
          <pc:sldMk cId="474383694" sldId="602"/>
        </pc:sldMkLst>
        <pc:spChg chg="mod">
          <ac:chgData name="强 李" userId="cd6c7ec7188785ae" providerId="LiveId" clId="{EBCFE0FE-99A7-4425-B0EC-5A3002F98C50}" dt="2025-10-25T11:52:49.963" v="17"/>
          <ac:spMkLst>
            <pc:docMk/>
            <pc:sldMk cId="474383694" sldId="602"/>
            <ac:spMk id="5" creationId="{6D756E38-44BB-893E-10F4-24648C1F9451}"/>
          </ac:spMkLst>
        </pc:spChg>
      </pc:sldChg>
      <pc:sldChg chg="modSp mod">
        <pc:chgData name="强 李" userId="cd6c7ec7188785ae" providerId="LiveId" clId="{EBCFE0FE-99A7-4425-B0EC-5A3002F98C50}" dt="2025-10-25T11:53:29.247" v="21" actId="207"/>
        <pc:sldMkLst>
          <pc:docMk/>
          <pc:sldMk cId="3312005581" sldId="603"/>
        </pc:sldMkLst>
        <pc:spChg chg="mod">
          <ac:chgData name="强 李" userId="cd6c7ec7188785ae" providerId="LiveId" clId="{EBCFE0FE-99A7-4425-B0EC-5A3002F98C50}" dt="2025-10-25T11:53:29.247" v="21" actId="207"/>
          <ac:spMkLst>
            <pc:docMk/>
            <pc:sldMk cId="3312005581" sldId="603"/>
            <ac:spMk id="6" creationId="{8D684FDC-0FF7-89F2-9187-5F0E9ED8CA01}"/>
          </ac:spMkLst>
        </pc:spChg>
      </pc:sldChg>
      <pc:sldChg chg="modSp mod">
        <pc:chgData name="强 李" userId="cd6c7ec7188785ae" providerId="LiveId" clId="{EBCFE0FE-99A7-4425-B0EC-5A3002F98C50}" dt="2025-10-25T11:53:59.921" v="25" actId="207"/>
        <pc:sldMkLst>
          <pc:docMk/>
          <pc:sldMk cId="3947397742" sldId="604"/>
        </pc:sldMkLst>
      </pc:sldChg>
      <pc:sldChg chg="modSp mod">
        <pc:chgData name="强 李" userId="cd6c7ec7188785ae" providerId="LiveId" clId="{EBCFE0FE-99A7-4425-B0EC-5A3002F98C50}" dt="2025-10-25T11:55:28.291" v="203"/>
        <pc:sldMkLst>
          <pc:docMk/>
          <pc:sldMk cId="1990415969" sldId="605"/>
        </pc:sldMkLst>
      </pc:sldChg>
      <pc:sldChg chg="modSp mod">
        <pc:chgData name="强 李" userId="cd6c7ec7188785ae" providerId="LiveId" clId="{EBCFE0FE-99A7-4425-B0EC-5A3002F98C50}" dt="2025-10-25T11:56:18.038" v="346" actId="207"/>
        <pc:sldMkLst>
          <pc:docMk/>
          <pc:sldMk cId="3708620594" sldId="606"/>
        </pc:sldMkLst>
      </pc:sldChg>
      <pc:sldChg chg="modSp mod">
        <pc:chgData name="强 李" userId="cd6c7ec7188785ae" providerId="LiveId" clId="{EBCFE0FE-99A7-4425-B0EC-5A3002F98C50}" dt="2025-10-25T11:59:20.372" v="875" actId="207"/>
        <pc:sldMkLst>
          <pc:docMk/>
          <pc:sldMk cId="3752360027" sldId="607"/>
        </pc:sldMkLst>
      </pc:sldChg>
      <pc:sldChg chg="modSp mod">
        <pc:chgData name="强 李" userId="cd6c7ec7188785ae" providerId="LiveId" clId="{EBCFE0FE-99A7-4425-B0EC-5A3002F98C50}" dt="2025-10-25T11:59:58.308" v="901"/>
        <pc:sldMkLst>
          <pc:docMk/>
          <pc:sldMk cId="2786634272" sldId="608"/>
        </pc:sldMkLst>
      </pc:sldChg>
      <pc:sldChg chg="modSp mod">
        <pc:chgData name="强 李" userId="cd6c7ec7188785ae" providerId="LiveId" clId="{EBCFE0FE-99A7-4425-B0EC-5A3002F98C50}" dt="2025-10-25T12:01:16.342" v="907"/>
        <pc:sldMkLst>
          <pc:docMk/>
          <pc:sldMk cId="3634359352" sldId="610"/>
        </pc:sldMkLst>
      </pc:sldChg>
      <pc:sldChg chg="addSp modSp mod">
        <pc:chgData name="强 李" userId="cd6c7ec7188785ae" providerId="LiveId" clId="{EBCFE0FE-99A7-4425-B0EC-5A3002F98C50}" dt="2025-10-25T12:09:29.714" v="1508" actId="1076"/>
        <pc:sldMkLst>
          <pc:docMk/>
          <pc:sldMk cId="3844168252" sldId="611"/>
        </pc:sldMkLst>
      </pc:sldChg>
      <pc:sldChg chg="modSp mod">
        <pc:chgData name="强 李" userId="cd6c7ec7188785ae" providerId="LiveId" clId="{EBCFE0FE-99A7-4425-B0EC-5A3002F98C50}" dt="2025-10-25T12:09:38.894" v="1509" actId="207"/>
        <pc:sldMkLst>
          <pc:docMk/>
          <pc:sldMk cId="1376585543" sldId="612"/>
        </pc:sldMkLst>
      </pc:sldChg>
      <pc:sldChg chg="modSp mod">
        <pc:chgData name="强 李" userId="cd6c7ec7188785ae" providerId="LiveId" clId="{EBCFE0FE-99A7-4425-B0EC-5A3002F98C50}" dt="2025-10-25T12:10:04.021" v="1519" actId="6549"/>
        <pc:sldMkLst>
          <pc:docMk/>
          <pc:sldMk cId="3557024024" sldId="613"/>
        </pc:sldMkLst>
      </pc:sldChg>
      <pc:sldChg chg="modSp add mod">
        <pc:chgData name="强 李" userId="cd6c7ec7188785ae" providerId="LiveId" clId="{EBCFE0FE-99A7-4425-B0EC-5A3002F98C50}" dt="2025-10-25T11:59:03.106" v="871"/>
        <pc:sldMkLst>
          <pc:docMk/>
          <pc:sldMk cId="1438733071" sldId="622"/>
        </pc:sldMkLst>
      </pc:sldChg>
    </pc:docChg>
  </pc:docChgLst>
  <pc:docChgLst>
    <pc:chgData name="强 李" userId="cd6c7ec7188785ae" providerId="LiveId" clId="{BE5497D1-93E4-4DCA-866F-B65318029599}"/>
    <pc:docChg chg="undo custSel addSld delSld modSld">
      <pc:chgData name="强 李" userId="cd6c7ec7188785ae" providerId="LiveId" clId="{BE5497D1-93E4-4DCA-866F-B65318029599}" dt="2025-10-11T14:38:24.484" v="3785"/>
      <pc:docMkLst>
        <pc:docMk/>
      </pc:docMkLst>
      <pc:sldChg chg="modSp mod">
        <pc:chgData name="强 李" userId="cd6c7ec7188785ae" providerId="LiveId" clId="{BE5497D1-93E4-4DCA-866F-B65318029599}" dt="2025-10-11T10:13:09.663" v="187" actId="1076"/>
        <pc:sldMkLst>
          <pc:docMk/>
          <pc:sldMk cId="3965997736" sldId="598"/>
        </pc:sldMkLst>
        <pc:spChg chg="mod">
          <ac:chgData name="强 李" userId="cd6c7ec7188785ae" providerId="LiveId" clId="{BE5497D1-93E4-4DCA-866F-B65318029599}" dt="2025-10-11T10:13:09.663" v="187" actId="1076"/>
          <ac:spMkLst>
            <pc:docMk/>
            <pc:sldMk cId="3965997736" sldId="598"/>
            <ac:spMk id="2" creationId="{00000000-0000-0000-0000-000000000000}"/>
          </ac:spMkLst>
        </pc:spChg>
        <pc:spChg chg="mod">
          <ac:chgData name="强 李" userId="cd6c7ec7188785ae" providerId="LiveId" clId="{BE5497D1-93E4-4DCA-866F-B65318029599}" dt="2025-10-11T10:12:51.259" v="184" actId="14100"/>
          <ac:spMkLst>
            <pc:docMk/>
            <pc:sldMk cId="3965997736" sldId="598"/>
            <ac:spMk id="4" creationId="{B4B332DE-F3FB-23DE-0615-8D213F22297F}"/>
          </ac:spMkLst>
        </pc:spChg>
      </pc:sldChg>
      <pc:sldChg chg="modSp mod">
        <pc:chgData name="强 李" userId="cd6c7ec7188785ae" providerId="LiveId" clId="{BE5497D1-93E4-4DCA-866F-B65318029599}" dt="2025-10-11T12:38:05.243" v="348"/>
        <pc:sldMkLst>
          <pc:docMk/>
          <pc:sldMk cId="474383694" sldId="602"/>
        </pc:sldMkLst>
        <pc:spChg chg="mod">
          <ac:chgData name="强 李" userId="cd6c7ec7188785ae" providerId="LiveId" clId="{BE5497D1-93E4-4DCA-866F-B65318029599}" dt="2025-10-11T12:38:05.243" v="348"/>
          <ac:spMkLst>
            <pc:docMk/>
            <pc:sldMk cId="474383694" sldId="602"/>
            <ac:spMk id="5" creationId="{6D756E38-44BB-893E-10F4-24648C1F9451}"/>
          </ac:spMkLst>
        </pc:spChg>
      </pc:sldChg>
      <pc:sldChg chg="modSp mod">
        <pc:chgData name="强 李" userId="cd6c7ec7188785ae" providerId="LiveId" clId="{BE5497D1-93E4-4DCA-866F-B65318029599}" dt="2025-10-11T13:34:26.066" v="940" actId="27636"/>
        <pc:sldMkLst>
          <pc:docMk/>
          <pc:sldMk cId="3312005581" sldId="603"/>
        </pc:sldMkLst>
        <pc:spChg chg="mod">
          <ac:chgData name="强 李" userId="cd6c7ec7188785ae" providerId="LiveId" clId="{BE5497D1-93E4-4DCA-866F-B65318029599}" dt="2025-10-11T13:34:26.066" v="940" actId="27636"/>
          <ac:spMkLst>
            <pc:docMk/>
            <pc:sldMk cId="3312005581" sldId="603"/>
            <ac:spMk id="2" creationId="{00000000-0000-0000-0000-000000000000}"/>
          </ac:spMkLst>
        </pc:spChg>
        <pc:spChg chg="mod">
          <ac:chgData name="强 李" userId="cd6c7ec7188785ae" providerId="LiveId" clId="{BE5497D1-93E4-4DCA-866F-B65318029599}" dt="2025-10-11T10:13:50.438" v="188"/>
          <ac:spMkLst>
            <pc:docMk/>
            <pc:sldMk cId="3312005581" sldId="603"/>
            <ac:spMk id="6" creationId="{8D684FDC-0FF7-89F2-9187-5F0E9ED8CA01}"/>
          </ac:spMkLst>
        </pc:spChg>
        <pc:spChg chg="mod">
          <ac:chgData name="强 李" userId="cd6c7ec7188785ae" providerId="LiveId" clId="{BE5497D1-93E4-4DCA-866F-B65318029599}" dt="2025-10-11T10:14:20.863" v="195"/>
          <ac:spMkLst>
            <pc:docMk/>
            <pc:sldMk cId="3312005581" sldId="603"/>
            <ac:spMk id="18" creationId="{00000000-0000-0000-0000-000000000000}"/>
          </ac:spMkLst>
        </pc:spChg>
      </pc:sldChg>
      <pc:sldChg chg="modSp add mod">
        <pc:chgData name="强 李" userId="cd6c7ec7188785ae" providerId="LiveId" clId="{BE5497D1-93E4-4DCA-866F-B65318029599}" dt="2025-10-11T13:37:11.370" v="1097" actId="20577"/>
        <pc:sldMkLst>
          <pc:docMk/>
          <pc:sldMk cId="3947397742" sldId="604"/>
        </pc:sldMkLst>
      </pc:sldChg>
      <pc:sldChg chg="modSp add mod">
        <pc:chgData name="强 李" userId="cd6c7ec7188785ae" providerId="LiveId" clId="{BE5497D1-93E4-4DCA-866F-B65318029599}" dt="2025-10-11T13:43:07.094" v="1351" actId="207"/>
        <pc:sldMkLst>
          <pc:docMk/>
          <pc:sldMk cId="1990415969" sldId="605"/>
        </pc:sldMkLst>
      </pc:sldChg>
      <pc:sldChg chg="modSp add mod">
        <pc:chgData name="强 李" userId="cd6c7ec7188785ae" providerId="LiveId" clId="{BE5497D1-93E4-4DCA-866F-B65318029599}" dt="2025-10-11T13:45:57.128" v="1434" actId="20577"/>
        <pc:sldMkLst>
          <pc:docMk/>
          <pc:sldMk cId="3708620594" sldId="606"/>
        </pc:sldMkLst>
      </pc:sldChg>
      <pc:sldChg chg="modSp add mod">
        <pc:chgData name="强 李" userId="cd6c7ec7188785ae" providerId="LiveId" clId="{BE5497D1-93E4-4DCA-866F-B65318029599}" dt="2025-10-11T13:52:07.395" v="1615"/>
        <pc:sldMkLst>
          <pc:docMk/>
          <pc:sldMk cId="3752360027" sldId="607"/>
        </pc:sldMkLst>
      </pc:sldChg>
      <pc:sldChg chg="modSp add mod">
        <pc:chgData name="强 李" userId="cd6c7ec7188785ae" providerId="LiveId" clId="{BE5497D1-93E4-4DCA-866F-B65318029599}" dt="2025-10-11T13:58:58.704" v="1943" actId="20577"/>
        <pc:sldMkLst>
          <pc:docMk/>
          <pc:sldMk cId="2786634272" sldId="608"/>
        </pc:sldMkLst>
      </pc:sldChg>
      <pc:sldChg chg="modSp add mod">
        <pc:chgData name="强 李" userId="cd6c7ec7188785ae" providerId="LiveId" clId="{BE5497D1-93E4-4DCA-866F-B65318029599}" dt="2025-10-11T14:02:30.513" v="1981" actId="403"/>
        <pc:sldMkLst>
          <pc:docMk/>
          <pc:sldMk cId="2147924010" sldId="609"/>
        </pc:sldMkLst>
      </pc:sldChg>
      <pc:sldChg chg="modSp add mod">
        <pc:chgData name="强 李" userId="cd6c7ec7188785ae" providerId="LiveId" clId="{BE5497D1-93E4-4DCA-866F-B65318029599}" dt="2025-10-11T14:04:29.109" v="2019" actId="20577"/>
        <pc:sldMkLst>
          <pc:docMk/>
          <pc:sldMk cId="3634359352" sldId="610"/>
        </pc:sldMkLst>
      </pc:sldChg>
      <pc:sldChg chg="modSp add mod">
        <pc:chgData name="强 李" userId="cd6c7ec7188785ae" providerId="LiveId" clId="{BE5497D1-93E4-4DCA-866F-B65318029599}" dt="2025-10-11T14:07:38.485" v="2206" actId="20577"/>
        <pc:sldMkLst>
          <pc:docMk/>
          <pc:sldMk cId="3844168252" sldId="611"/>
        </pc:sldMkLst>
      </pc:sldChg>
      <pc:sldChg chg="addSp modSp add mod">
        <pc:chgData name="强 李" userId="cd6c7ec7188785ae" providerId="LiveId" clId="{BE5497D1-93E4-4DCA-866F-B65318029599}" dt="2025-10-11T14:14:03.252" v="2836"/>
        <pc:sldMkLst>
          <pc:docMk/>
          <pc:sldMk cId="1376585543" sldId="612"/>
        </pc:sldMkLst>
      </pc:sldChg>
      <pc:sldChg chg="addSp modSp add mod">
        <pc:chgData name="强 李" userId="cd6c7ec7188785ae" providerId="LiveId" clId="{BE5497D1-93E4-4DCA-866F-B65318029599}" dt="2025-10-11T14:15:01.993" v="2844" actId="208"/>
        <pc:sldMkLst>
          <pc:docMk/>
          <pc:sldMk cId="3557024024" sldId="613"/>
        </pc:sldMkLst>
      </pc:sldChg>
      <pc:sldChg chg="modSp add mod">
        <pc:chgData name="强 李" userId="cd6c7ec7188785ae" providerId="LiveId" clId="{BE5497D1-93E4-4DCA-866F-B65318029599}" dt="2025-10-11T14:18:05.792" v="2892" actId="404"/>
        <pc:sldMkLst>
          <pc:docMk/>
          <pc:sldMk cId="2663860680" sldId="614"/>
        </pc:sldMkLst>
      </pc:sldChg>
      <pc:sldChg chg="modSp add mod">
        <pc:chgData name="强 李" userId="cd6c7ec7188785ae" providerId="LiveId" clId="{BE5497D1-93E4-4DCA-866F-B65318029599}" dt="2025-10-11T14:19:28.451" v="2914" actId="27636"/>
        <pc:sldMkLst>
          <pc:docMk/>
          <pc:sldMk cId="3562621814" sldId="615"/>
        </pc:sldMkLst>
      </pc:sldChg>
      <pc:sldChg chg="modSp add mod">
        <pc:chgData name="强 李" userId="cd6c7ec7188785ae" providerId="LiveId" clId="{BE5497D1-93E4-4DCA-866F-B65318029599}" dt="2025-10-11T14:23:04.134" v="2991" actId="27636"/>
        <pc:sldMkLst>
          <pc:docMk/>
          <pc:sldMk cId="1264471641" sldId="616"/>
        </pc:sldMkLst>
      </pc:sldChg>
      <pc:sldChg chg="modSp add mod">
        <pc:chgData name="强 李" userId="cd6c7ec7188785ae" providerId="LiveId" clId="{BE5497D1-93E4-4DCA-866F-B65318029599}" dt="2025-10-11T14:26:24.648" v="3163"/>
        <pc:sldMkLst>
          <pc:docMk/>
          <pc:sldMk cId="3803959891" sldId="617"/>
        </pc:sldMkLst>
      </pc:sldChg>
      <pc:sldChg chg="modSp add mod">
        <pc:chgData name="强 李" userId="cd6c7ec7188785ae" providerId="LiveId" clId="{BE5497D1-93E4-4DCA-866F-B65318029599}" dt="2025-10-11T14:29:28.786" v="3199"/>
        <pc:sldMkLst>
          <pc:docMk/>
          <pc:sldMk cId="2048242825" sldId="618"/>
        </pc:sldMkLst>
      </pc:sldChg>
      <pc:sldChg chg="modSp add mod">
        <pc:chgData name="强 李" userId="cd6c7ec7188785ae" providerId="LiveId" clId="{BE5497D1-93E4-4DCA-866F-B65318029599}" dt="2025-10-11T14:31:38.252" v="3228"/>
        <pc:sldMkLst>
          <pc:docMk/>
          <pc:sldMk cId="2989059354" sldId="619"/>
        </pc:sldMkLst>
      </pc:sldChg>
      <pc:sldChg chg="modSp add mod">
        <pc:chgData name="强 李" userId="cd6c7ec7188785ae" providerId="LiveId" clId="{BE5497D1-93E4-4DCA-866F-B65318029599}" dt="2025-10-11T14:33:54.580" v="3278" actId="27636"/>
        <pc:sldMkLst>
          <pc:docMk/>
          <pc:sldMk cId="3870421118" sldId="620"/>
        </pc:sldMkLst>
      </pc:sldChg>
      <pc:sldChg chg="modSp add mod">
        <pc:chgData name="强 李" userId="cd6c7ec7188785ae" providerId="LiveId" clId="{BE5497D1-93E4-4DCA-866F-B65318029599}" dt="2025-10-11T14:37:20.970" v="3761"/>
        <pc:sldMkLst>
          <pc:docMk/>
          <pc:sldMk cId="4014174071" sldId="621"/>
        </pc:sldMkLst>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C8FDC3B-6E93-441B-AE75-0AB5019C4468}"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B4562A41-EFF0-4AC1-89E7-BE8FF560234B}">
      <dgm:prSet custT="1"/>
      <dgm:spPr/>
      <dgm:t>
        <a:bodyPr/>
        <a:lstStyle/>
        <a:p>
          <a:r>
            <a:rPr lang="zh-CN" altLang="en-US" sz="2800" dirty="0">
              <a:latin typeface="方正屏显雅宋_GBK" panose="02010600010101010101" pitchFamily="2" charset="-122"/>
              <a:ea typeface="方正屏显雅宋_GBK" panose="02010600010101010101" pitchFamily="2" charset="-122"/>
            </a:rPr>
            <a:t>如何看待逆境？</a:t>
          </a:r>
          <a:endParaRPr lang="en-US" sz="2800" dirty="0">
            <a:latin typeface="方正屏显雅宋_GBK" panose="02010600010101010101" pitchFamily="2" charset="-122"/>
            <a:ea typeface="方正屏显雅宋_GBK" panose="02010600010101010101" pitchFamily="2" charset="-122"/>
          </a:endParaRPr>
        </a:p>
      </dgm:t>
    </dgm:pt>
    <dgm:pt modelId="{66810DFE-177A-4756-AE20-58AE984CEFE7}" type="parTrans" cxnId="{CFBD0E7D-43C2-4C2D-8998-F5E96A64DECC}">
      <dgm:prSet/>
      <dgm:spPr/>
      <dgm:t>
        <a:bodyPr/>
        <a:lstStyle/>
        <a:p>
          <a:endParaRPr lang="en-US" sz="2000">
            <a:latin typeface="方正屏显雅宋_GBK" panose="02010600010101010101" pitchFamily="2" charset="-122"/>
            <a:ea typeface="方正屏显雅宋_GBK" panose="02010600010101010101" pitchFamily="2" charset="-122"/>
          </a:endParaRPr>
        </a:p>
      </dgm:t>
    </dgm:pt>
    <dgm:pt modelId="{67CE562A-D820-4453-AAFE-210D66D2CD39}" type="sibTrans" cxnId="{CFBD0E7D-43C2-4C2D-8998-F5E96A64DECC}">
      <dgm:prSet/>
      <dgm:spPr/>
      <dgm:t>
        <a:bodyPr/>
        <a:lstStyle/>
        <a:p>
          <a:endParaRPr lang="en-US" sz="2000">
            <a:latin typeface="方正屏显雅宋_GBK" panose="02010600010101010101" pitchFamily="2" charset="-122"/>
            <a:ea typeface="方正屏显雅宋_GBK" panose="02010600010101010101" pitchFamily="2" charset="-122"/>
          </a:endParaRPr>
        </a:p>
      </dgm:t>
    </dgm:pt>
    <dgm:pt modelId="{9560837B-6C5D-4140-8FB8-A3D015EE0CE3}">
      <dgm:prSet custT="1"/>
      <dgm:spPr/>
      <dgm:t>
        <a:bodyPr/>
        <a:lstStyle/>
        <a:p>
          <a:r>
            <a:rPr lang="zh-CN" altLang="en-US" sz="2800" dirty="0">
              <a:latin typeface="方正屏显雅宋_GBK" panose="02010600010101010101" pitchFamily="2" charset="-122"/>
              <a:ea typeface="方正屏显雅宋_GBK" panose="02010600010101010101" pitchFamily="2" charset="-122"/>
            </a:rPr>
            <a:t>如何胜过逆境</a:t>
          </a:r>
          <a:r>
            <a:rPr lang="zh-CN" sz="2800" dirty="0">
              <a:latin typeface="方正屏显雅宋_GBK" panose="02010600010101010101" pitchFamily="2" charset="-122"/>
              <a:ea typeface="方正屏显雅宋_GBK" panose="02010600010101010101" pitchFamily="2" charset="-122"/>
            </a:rPr>
            <a:t>？</a:t>
          </a:r>
          <a:endParaRPr lang="en-US" sz="2800" dirty="0">
            <a:latin typeface="方正屏显雅宋_GBK" panose="02010600010101010101" pitchFamily="2" charset="-122"/>
            <a:ea typeface="方正屏显雅宋_GBK" panose="02010600010101010101" pitchFamily="2" charset="-122"/>
          </a:endParaRPr>
        </a:p>
      </dgm:t>
    </dgm:pt>
    <dgm:pt modelId="{23396744-A72A-4748-8321-A140457BB116}" type="parTrans" cxnId="{C8532AE3-B1F0-41AF-B6A7-4F510230B6AB}">
      <dgm:prSet/>
      <dgm:spPr/>
      <dgm:t>
        <a:bodyPr/>
        <a:lstStyle/>
        <a:p>
          <a:endParaRPr lang="en-US" sz="2000">
            <a:latin typeface="方正屏显雅宋_GBK" panose="02010600010101010101" pitchFamily="2" charset="-122"/>
            <a:ea typeface="方正屏显雅宋_GBK" panose="02010600010101010101" pitchFamily="2" charset="-122"/>
          </a:endParaRPr>
        </a:p>
      </dgm:t>
    </dgm:pt>
    <dgm:pt modelId="{0F9BA7B3-9CBC-4650-BA6D-125C111485DF}" type="sibTrans" cxnId="{C8532AE3-B1F0-41AF-B6A7-4F510230B6AB}">
      <dgm:prSet/>
      <dgm:spPr/>
      <dgm:t>
        <a:bodyPr/>
        <a:lstStyle/>
        <a:p>
          <a:endParaRPr lang="en-US" sz="2000">
            <a:latin typeface="方正屏显雅宋_GBK" panose="02010600010101010101" pitchFamily="2" charset="-122"/>
            <a:ea typeface="方正屏显雅宋_GBK" panose="02010600010101010101" pitchFamily="2" charset="-122"/>
          </a:endParaRPr>
        </a:p>
      </dgm:t>
    </dgm:pt>
    <dgm:pt modelId="{51FB5E3B-C39E-4BBD-A265-2C104DFE0B10}" type="pres">
      <dgm:prSet presAssocID="{6C8FDC3B-6E93-441B-AE75-0AB5019C4468}" presName="root" presStyleCnt="0">
        <dgm:presLayoutVars>
          <dgm:dir/>
          <dgm:resizeHandles val="exact"/>
        </dgm:presLayoutVars>
      </dgm:prSet>
      <dgm:spPr/>
    </dgm:pt>
    <dgm:pt modelId="{1880E83A-9BD8-420E-B078-45BC06C3AEA2}" type="pres">
      <dgm:prSet presAssocID="{B4562A41-EFF0-4AC1-89E7-BE8FF560234B}" presName="compNode" presStyleCnt="0"/>
      <dgm:spPr/>
    </dgm:pt>
    <dgm:pt modelId="{34E1AEC9-CBF3-44C5-B2CE-901E44470EE1}" type="pres">
      <dgm:prSet presAssocID="{B4562A41-EFF0-4AC1-89E7-BE8FF560234B}" presName="bgRect" presStyleLbl="bgShp" presStyleIdx="0" presStyleCnt="2" custScaleX="100000"/>
      <dgm:spPr/>
    </dgm:pt>
    <dgm:pt modelId="{1C53FEA1-DA41-431B-B646-5BCD6C1FEA1B}" type="pres">
      <dgm:prSet presAssocID="{B4562A41-EFF0-4AC1-89E7-BE8FF560234B}"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ayer Candle"/>
        </a:ext>
      </dgm:extLst>
    </dgm:pt>
    <dgm:pt modelId="{1A6690A5-513A-4F9F-8A62-45D9624591FB}" type="pres">
      <dgm:prSet presAssocID="{B4562A41-EFF0-4AC1-89E7-BE8FF560234B}" presName="spaceRect" presStyleCnt="0"/>
      <dgm:spPr/>
    </dgm:pt>
    <dgm:pt modelId="{18A96B3A-EB32-454E-B01A-02C2A2A6D1F8}" type="pres">
      <dgm:prSet presAssocID="{B4562A41-EFF0-4AC1-89E7-BE8FF560234B}" presName="parTx" presStyleLbl="revTx" presStyleIdx="0" presStyleCnt="2">
        <dgm:presLayoutVars>
          <dgm:chMax val="0"/>
          <dgm:chPref val="0"/>
        </dgm:presLayoutVars>
      </dgm:prSet>
      <dgm:spPr/>
    </dgm:pt>
    <dgm:pt modelId="{95D23694-0CA9-4984-96AB-F0BBE7EA174D}" type="pres">
      <dgm:prSet presAssocID="{67CE562A-D820-4453-AAFE-210D66D2CD39}" presName="sibTrans" presStyleCnt="0"/>
      <dgm:spPr/>
    </dgm:pt>
    <dgm:pt modelId="{FE28A877-1997-43E9-BE50-32CA8445AE8B}" type="pres">
      <dgm:prSet presAssocID="{9560837B-6C5D-4140-8FB8-A3D015EE0CE3}" presName="compNode" presStyleCnt="0"/>
      <dgm:spPr/>
    </dgm:pt>
    <dgm:pt modelId="{E64D890F-767D-4E95-A66B-4DC9AE9169B2}" type="pres">
      <dgm:prSet presAssocID="{9560837B-6C5D-4140-8FB8-A3D015EE0CE3}" presName="bgRect" presStyleLbl="bgShp" presStyleIdx="1" presStyleCnt="2"/>
      <dgm:spPr/>
    </dgm:pt>
    <dgm:pt modelId="{0069E9D1-00C8-4A7D-A7E5-FF47AC853351}" type="pres">
      <dgm:prSet presAssocID="{9560837B-6C5D-4140-8FB8-A3D015EE0CE3}"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ircles with Arrows"/>
        </a:ext>
      </dgm:extLst>
    </dgm:pt>
    <dgm:pt modelId="{89A76834-4A4E-4278-915E-2FFF6CB92353}" type="pres">
      <dgm:prSet presAssocID="{9560837B-6C5D-4140-8FB8-A3D015EE0CE3}" presName="spaceRect" presStyleCnt="0"/>
      <dgm:spPr/>
    </dgm:pt>
    <dgm:pt modelId="{DF44F7BB-85CD-467D-8D84-6D4163CCECA7}" type="pres">
      <dgm:prSet presAssocID="{9560837B-6C5D-4140-8FB8-A3D015EE0CE3}" presName="parTx" presStyleLbl="revTx" presStyleIdx="1" presStyleCnt="2">
        <dgm:presLayoutVars>
          <dgm:chMax val="0"/>
          <dgm:chPref val="0"/>
        </dgm:presLayoutVars>
      </dgm:prSet>
      <dgm:spPr/>
    </dgm:pt>
  </dgm:ptLst>
  <dgm:cxnLst>
    <dgm:cxn modelId="{320F3C1E-77E7-404F-B6B9-845D8A9A6BAC}" type="presOf" srcId="{9560837B-6C5D-4140-8FB8-A3D015EE0CE3}" destId="{DF44F7BB-85CD-467D-8D84-6D4163CCECA7}" srcOrd="0" destOrd="0" presId="urn:microsoft.com/office/officeart/2018/2/layout/IconVerticalSolidList"/>
    <dgm:cxn modelId="{77B06D2C-076A-4AED-8973-C19FC8E68400}" type="presOf" srcId="{B4562A41-EFF0-4AC1-89E7-BE8FF560234B}" destId="{18A96B3A-EB32-454E-B01A-02C2A2A6D1F8}" srcOrd="0" destOrd="0" presId="urn:microsoft.com/office/officeart/2018/2/layout/IconVerticalSolidList"/>
    <dgm:cxn modelId="{CFBD0E7D-43C2-4C2D-8998-F5E96A64DECC}" srcId="{6C8FDC3B-6E93-441B-AE75-0AB5019C4468}" destId="{B4562A41-EFF0-4AC1-89E7-BE8FF560234B}" srcOrd="0" destOrd="0" parTransId="{66810DFE-177A-4756-AE20-58AE984CEFE7}" sibTransId="{67CE562A-D820-4453-AAFE-210D66D2CD39}"/>
    <dgm:cxn modelId="{FF456F94-0F41-4EC6-B358-F5E9FFF2BF7C}" type="presOf" srcId="{6C8FDC3B-6E93-441B-AE75-0AB5019C4468}" destId="{51FB5E3B-C39E-4BBD-A265-2C104DFE0B10}" srcOrd="0" destOrd="0" presId="urn:microsoft.com/office/officeart/2018/2/layout/IconVerticalSolidList"/>
    <dgm:cxn modelId="{C8532AE3-B1F0-41AF-B6A7-4F510230B6AB}" srcId="{6C8FDC3B-6E93-441B-AE75-0AB5019C4468}" destId="{9560837B-6C5D-4140-8FB8-A3D015EE0CE3}" srcOrd="1" destOrd="0" parTransId="{23396744-A72A-4748-8321-A140457BB116}" sibTransId="{0F9BA7B3-9CBC-4650-BA6D-125C111485DF}"/>
    <dgm:cxn modelId="{11CCD309-22BA-4045-B6C1-BCFC0734FBC9}" type="presParOf" srcId="{51FB5E3B-C39E-4BBD-A265-2C104DFE0B10}" destId="{1880E83A-9BD8-420E-B078-45BC06C3AEA2}" srcOrd="0" destOrd="0" presId="urn:microsoft.com/office/officeart/2018/2/layout/IconVerticalSolidList"/>
    <dgm:cxn modelId="{CB183EBA-F5D0-4920-8ED7-ACC35564AABB}" type="presParOf" srcId="{1880E83A-9BD8-420E-B078-45BC06C3AEA2}" destId="{34E1AEC9-CBF3-44C5-B2CE-901E44470EE1}" srcOrd="0" destOrd="0" presId="urn:microsoft.com/office/officeart/2018/2/layout/IconVerticalSolidList"/>
    <dgm:cxn modelId="{B6DCFEC8-E6F9-4978-B75F-D3901E07EB18}" type="presParOf" srcId="{1880E83A-9BD8-420E-B078-45BC06C3AEA2}" destId="{1C53FEA1-DA41-431B-B646-5BCD6C1FEA1B}" srcOrd="1" destOrd="0" presId="urn:microsoft.com/office/officeart/2018/2/layout/IconVerticalSolidList"/>
    <dgm:cxn modelId="{64497695-77A5-4F8D-B9A7-11063B62B34E}" type="presParOf" srcId="{1880E83A-9BD8-420E-B078-45BC06C3AEA2}" destId="{1A6690A5-513A-4F9F-8A62-45D9624591FB}" srcOrd="2" destOrd="0" presId="urn:microsoft.com/office/officeart/2018/2/layout/IconVerticalSolidList"/>
    <dgm:cxn modelId="{151FFF8F-6393-45C2-A71F-4971B3E952AC}" type="presParOf" srcId="{1880E83A-9BD8-420E-B078-45BC06C3AEA2}" destId="{18A96B3A-EB32-454E-B01A-02C2A2A6D1F8}" srcOrd="3" destOrd="0" presId="urn:microsoft.com/office/officeart/2018/2/layout/IconVerticalSolidList"/>
    <dgm:cxn modelId="{4E5D8AFF-9C72-48EE-AC36-98DCBA99BB2B}" type="presParOf" srcId="{51FB5E3B-C39E-4BBD-A265-2C104DFE0B10}" destId="{95D23694-0CA9-4984-96AB-F0BBE7EA174D}" srcOrd="1" destOrd="0" presId="urn:microsoft.com/office/officeart/2018/2/layout/IconVerticalSolidList"/>
    <dgm:cxn modelId="{672DDEB9-7736-4A57-AA64-06D5EFE7A5A4}" type="presParOf" srcId="{51FB5E3B-C39E-4BBD-A265-2C104DFE0B10}" destId="{FE28A877-1997-43E9-BE50-32CA8445AE8B}" srcOrd="2" destOrd="0" presId="urn:microsoft.com/office/officeart/2018/2/layout/IconVerticalSolidList"/>
    <dgm:cxn modelId="{FB09B094-DE6D-4D5C-8C89-6A65315F4CB2}" type="presParOf" srcId="{FE28A877-1997-43E9-BE50-32CA8445AE8B}" destId="{E64D890F-767D-4E95-A66B-4DC9AE9169B2}" srcOrd="0" destOrd="0" presId="urn:microsoft.com/office/officeart/2018/2/layout/IconVerticalSolidList"/>
    <dgm:cxn modelId="{374DA5C0-7CB9-41D5-8FA5-C87D27D00FFF}" type="presParOf" srcId="{FE28A877-1997-43E9-BE50-32CA8445AE8B}" destId="{0069E9D1-00C8-4A7D-A7E5-FF47AC853351}" srcOrd="1" destOrd="0" presId="urn:microsoft.com/office/officeart/2018/2/layout/IconVerticalSolidList"/>
    <dgm:cxn modelId="{96AB172E-136B-485A-9671-1338419ADC18}" type="presParOf" srcId="{FE28A877-1997-43E9-BE50-32CA8445AE8B}" destId="{89A76834-4A4E-4278-915E-2FFF6CB92353}" srcOrd="2" destOrd="0" presId="urn:microsoft.com/office/officeart/2018/2/layout/IconVerticalSolidList"/>
    <dgm:cxn modelId="{5D395CB3-354C-42E8-A8B7-D2F11A264262}" type="presParOf" srcId="{FE28A877-1997-43E9-BE50-32CA8445AE8B}" destId="{DF44F7BB-85CD-467D-8D84-6D4163CCECA7}" srcOrd="3" destOrd="0" presId="urn:microsoft.com/office/officeart/2018/2/layout/IconVerticalSolid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FFEBC65-5800-49C2-ACE8-714124562FFC}"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C176FC01-0F21-475B-85EA-274FB5949CEE}">
      <dgm:prSet custT="1"/>
      <dgm:spPr/>
      <dgm:t>
        <a:bodyPr/>
        <a:lstStyle/>
        <a:p>
          <a:r>
            <a:rPr lang="zh-CN" sz="2800" dirty="0"/>
            <a:t>经文</a:t>
          </a:r>
          <a:r>
            <a:rPr lang="en-US" sz="2800" dirty="0"/>
            <a:t>1</a:t>
          </a:r>
          <a:r>
            <a:rPr lang="zh-CN" sz="2800" dirty="0"/>
            <a:t>节“肉身受过苦的，就已经与罪断绝了”，你认为是指到谁说的？神的儿女还是基督耶稣，我什么？</a:t>
          </a:r>
          <a:endParaRPr lang="en-US" sz="2800" dirty="0"/>
        </a:p>
      </dgm:t>
    </dgm:pt>
    <dgm:pt modelId="{D1D38E7F-16EA-4301-BBA5-CA2CF10E48D8}" type="parTrans" cxnId="{14BA01FB-BBCD-4D00-A6A0-9A70A9AB68B7}">
      <dgm:prSet/>
      <dgm:spPr/>
      <dgm:t>
        <a:bodyPr/>
        <a:lstStyle/>
        <a:p>
          <a:endParaRPr lang="en-US" sz="3600"/>
        </a:p>
      </dgm:t>
    </dgm:pt>
    <dgm:pt modelId="{CFDA8DFF-2E53-463E-9C51-FEB63EFB3957}" type="sibTrans" cxnId="{14BA01FB-BBCD-4D00-A6A0-9A70A9AB68B7}">
      <dgm:prSet/>
      <dgm:spPr/>
      <dgm:t>
        <a:bodyPr/>
        <a:lstStyle/>
        <a:p>
          <a:endParaRPr lang="en-US" sz="3600"/>
        </a:p>
      </dgm:t>
    </dgm:pt>
    <dgm:pt modelId="{482B3387-26B6-4F13-86AC-64CB98757821}">
      <dgm:prSet/>
      <dgm:spPr/>
      <dgm:t>
        <a:bodyPr/>
        <a:lstStyle/>
        <a:p>
          <a:pPr>
            <a:buFont typeface="+mj-lt"/>
            <a:buAutoNum type="arabicPeriod"/>
          </a:pPr>
          <a:r>
            <a:rPr lang="zh-CN"/>
            <a:t>如果你正经历“见你们不与他们同奔那放荡无度的路，就以为怪，毁谤你们”，作为当事人，你会怎么办？</a:t>
          </a:r>
        </a:p>
      </dgm:t>
    </dgm:pt>
    <dgm:pt modelId="{AEC99C44-B27B-4011-92DE-916B32228FA9}" type="parTrans" cxnId="{17222BC4-64E1-4BAB-ACF3-87F97476B691}">
      <dgm:prSet/>
      <dgm:spPr/>
      <dgm:t>
        <a:bodyPr/>
        <a:lstStyle/>
        <a:p>
          <a:endParaRPr lang="zh-CN" altLang="en-US"/>
        </a:p>
      </dgm:t>
    </dgm:pt>
    <dgm:pt modelId="{9F36910F-7A4F-44BC-8978-634E5375320D}" type="sibTrans" cxnId="{17222BC4-64E1-4BAB-ACF3-87F97476B691}">
      <dgm:prSet/>
      <dgm:spPr/>
      <dgm:t>
        <a:bodyPr/>
        <a:lstStyle/>
        <a:p>
          <a:endParaRPr lang="zh-CN" altLang="en-US"/>
        </a:p>
      </dgm:t>
    </dgm:pt>
    <dgm:pt modelId="{20E5152E-6425-439B-8524-B5D95DC2AD8D}">
      <dgm:prSet/>
      <dgm:spPr/>
      <dgm:t>
        <a:bodyPr/>
        <a:lstStyle/>
        <a:p>
          <a:pPr>
            <a:buFont typeface="+mj-lt"/>
            <a:buAutoNum type="arabicPeriod"/>
          </a:pPr>
          <a:r>
            <a:rPr lang="zh-CN" dirty="0"/>
            <a:t>列举当我们在基督台前交帐的时候为善受苦可以被神称赞的具体事例。</a:t>
          </a:r>
        </a:p>
      </dgm:t>
    </dgm:pt>
    <dgm:pt modelId="{23A65D33-4139-4309-BC2C-B94BC435C8E3}" type="parTrans" cxnId="{B6506A5B-C1C0-4A48-952C-6C6DFCD457D5}">
      <dgm:prSet/>
      <dgm:spPr/>
      <dgm:t>
        <a:bodyPr/>
        <a:lstStyle/>
        <a:p>
          <a:endParaRPr lang="zh-CN" altLang="en-US"/>
        </a:p>
      </dgm:t>
    </dgm:pt>
    <dgm:pt modelId="{27687FBB-F979-4796-826A-4D9DDFB14CF5}" type="sibTrans" cxnId="{B6506A5B-C1C0-4A48-952C-6C6DFCD457D5}">
      <dgm:prSet/>
      <dgm:spPr/>
      <dgm:t>
        <a:bodyPr/>
        <a:lstStyle/>
        <a:p>
          <a:endParaRPr lang="zh-CN" altLang="en-US"/>
        </a:p>
      </dgm:t>
    </dgm:pt>
    <dgm:pt modelId="{0ED4D2BF-612E-4AFD-87DC-630B704AACFA}" type="pres">
      <dgm:prSet presAssocID="{0FFEBC65-5800-49C2-ACE8-714124562FFC}" presName="vert0" presStyleCnt="0">
        <dgm:presLayoutVars>
          <dgm:dir/>
          <dgm:animOne val="branch"/>
          <dgm:animLvl val="lvl"/>
        </dgm:presLayoutVars>
      </dgm:prSet>
      <dgm:spPr/>
    </dgm:pt>
    <dgm:pt modelId="{CCB4F53F-9350-42B4-AB9A-F37AFFF9FFC8}" type="pres">
      <dgm:prSet presAssocID="{C176FC01-0F21-475B-85EA-274FB5949CEE}" presName="thickLine" presStyleLbl="alignNode1" presStyleIdx="0" presStyleCnt="3"/>
      <dgm:spPr/>
    </dgm:pt>
    <dgm:pt modelId="{4BE60032-9A36-49C1-948C-DCFCF08D948C}" type="pres">
      <dgm:prSet presAssocID="{C176FC01-0F21-475B-85EA-274FB5949CEE}" presName="horz1" presStyleCnt="0"/>
      <dgm:spPr/>
    </dgm:pt>
    <dgm:pt modelId="{71F060AF-FAA6-4AE2-9611-A82926803437}" type="pres">
      <dgm:prSet presAssocID="{C176FC01-0F21-475B-85EA-274FB5949CEE}" presName="tx1" presStyleLbl="revTx" presStyleIdx="0" presStyleCnt="3"/>
      <dgm:spPr/>
    </dgm:pt>
    <dgm:pt modelId="{265870A9-4B14-42A2-B134-4586EB3DF9DC}" type="pres">
      <dgm:prSet presAssocID="{C176FC01-0F21-475B-85EA-274FB5949CEE}" presName="vert1" presStyleCnt="0"/>
      <dgm:spPr/>
    </dgm:pt>
    <dgm:pt modelId="{E62558FC-2C42-4BA5-9292-71D0925B0E52}" type="pres">
      <dgm:prSet presAssocID="{482B3387-26B6-4F13-86AC-64CB98757821}" presName="thickLine" presStyleLbl="alignNode1" presStyleIdx="1" presStyleCnt="3"/>
      <dgm:spPr/>
    </dgm:pt>
    <dgm:pt modelId="{42255D56-B303-474E-9284-2B5D42BA28D6}" type="pres">
      <dgm:prSet presAssocID="{482B3387-26B6-4F13-86AC-64CB98757821}" presName="horz1" presStyleCnt="0"/>
      <dgm:spPr/>
    </dgm:pt>
    <dgm:pt modelId="{01A235E0-D94A-422B-8136-A1938F3683B5}" type="pres">
      <dgm:prSet presAssocID="{482B3387-26B6-4F13-86AC-64CB98757821}" presName="tx1" presStyleLbl="revTx" presStyleIdx="1" presStyleCnt="3"/>
      <dgm:spPr/>
    </dgm:pt>
    <dgm:pt modelId="{75B500EE-95EE-4696-BEB3-DF8704B50958}" type="pres">
      <dgm:prSet presAssocID="{482B3387-26B6-4F13-86AC-64CB98757821}" presName="vert1" presStyleCnt="0"/>
      <dgm:spPr/>
    </dgm:pt>
    <dgm:pt modelId="{1C54C035-F342-44C1-89F0-B434BEACD755}" type="pres">
      <dgm:prSet presAssocID="{20E5152E-6425-439B-8524-B5D95DC2AD8D}" presName="thickLine" presStyleLbl="alignNode1" presStyleIdx="2" presStyleCnt="3"/>
      <dgm:spPr/>
    </dgm:pt>
    <dgm:pt modelId="{B5E2EF39-BB42-4EBB-B2DD-F1C9A5EEB6EB}" type="pres">
      <dgm:prSet presAssocID="{20E5152E-6425-439B-8524-B5D95DC2AD8D}" presName="horz1" presStyleCnt="0"/>
      <dgm:spPr/>
    </dgm:pt>
    <dgm:pt modelId="{AA7B655C-7F14-4867-BACF-C0216D7C4CE1}" type="pres">
      <dgm:prSet presAssocID="{20E5152E-6425-439B-8524-B5D95DC2AD8D}" presName="tx1" presStyleLbl="revTx" presStyleIdx="2" presStyleCnt="3"/>
      <dgm:spPr/>
    </dgm:pt>
    <dgm:pt modelId="{CBFB2ABF-F236-4FDE-921D-E1B6220924A9}" type="pres">
      <dgm:prSet presAssocID="{20E5152E-6425-439B-8524-B5D95DC2AD8D}" presName="vert1" presStyleCnt="0"/>
      <dgm:spPr/>
    </dgm:pt>
  </dgm:ptLst>
  <dgm:cxnLst>
    <dgm:cxn modelId="{A9E5581E-EF01-4B29-8B21-273CFDDA906B}" type="presOf" srcId="{C176FC01-0F21-475B-85EA-274FB5949CEE}" destId="{71F060AF-FAA6-4AE2-9611-A82926803437}" srcOrd="0" destOrd="0" presId="urn:microsoft.com/office/officeart/2008/layout/LinedList"/>
    <dgm:cxn modelId="{B6506A5B-C1C0-4A48-952C-6C6DFCD457D5}" srcId="{0FFEBC65-5800-49C2-ACE8-714124562FFC}" destId="{20E5152E-6425-439B-8524-B5D95DC2AD8D}" srcOrd="2" destOrd="0" parTransId="{23A65D33-4139-4309-BC2C-B94BC435C8E3}" sibTransId="{27687FBB-F979-4796-826A-4D9DDFB14CF5}"/>
    <dgm:cxn modelId="{BE19E45E-7574-4E83-8FA9-2CB0FA0B26C4}" type="presOf" srcId="{482B3387-26B6-4F13-86AC-64CB98757821}" destId="{01A235E0-D94A-422B-8136-A1938F3683B5}" srcOrd="0" destOrd="0" presId="urn:microsoft.com/office/officeart/2008/layout/LinedList"/>
    <dgm:cxn modelId="{A2381178-4A18-44EC-BD23-6DA77B5DDEF4}" type="presOf" srcId="{0FFEBC65-5800-49C2-ACE8-714124562FFC}" destId="{0ED4D2BF-612E-4AFD-87DC-630B704AACFA}" srcOrd="0" destOrd="0" presId="urn:microsoft.com/office/officeart/2008/layout/LinedList"/>
    <dgm:cxn modelId="{17222BC4-64E1-4BAB-ACF3-87F97476B691}" srcId="{0FFEBC65-5800-49C2-ACE8-714124562FFC}" destId="{482B3387-26B6-4F13-86AC-64CB98757821}" srcOrd="1" destOrd="0" parTransId="{AEC99C44-B27B-4011-92DE-916B32228FA9}" sibTransId="{9F36910F-7A4F-44BC-8978-634E5375320D}"/>
    <dgm:cxn modelId="{34F770EC-75BF-4091-81A4-D1D77D1AE3D6}" type="presOf" srcId="{20E5152E-6425-439B-8524-B5D95DC2AD8D}" destId="{AA7B655C-7F14-4867-BACF-C0216D7C4CE1}" srcOrd="0" destOrd="0" presId="urn:microsoft.com/office/officeart/2008/layout/LinedList"/>
    <dgm:cxn modelId="{14BA01FB-BBCD-4D00-A6A0-9A70A9AB68B7}" srcId="{0FFEBC65-5800-49C2-ACE8-714124562FFC}" destId="{C176FC01-0F21-475B-85EA-274FB5949CEE}" srcOrd="0" destOrd="0" parTransId="{D1D38E7F-16EA-4301-BBA5-CA2CF10E48D8}" sibTransId="{CFDA8DFF-2E53-463E-9C51-FEB63EFB3957}"/>
    <dgm:cxn modelId="{CEBAE052-C49B-4D29-AA76-F204B5C398F4}" type="presParOf" srcId="{0ED4D2BF-612E-4AFD-87DC-630B704AACFA}" destId="{CCB4F53F-9350-42B4-AB9A-F37AFFF9FFC8}" srcOrd="0" destOrd="0" presId="urn:microsoft.com/office/officeart/2008/layout/LinedList"/>
    <dgm:cxn modelId="{A04AFCB6-3054-4013-9FDF-93CA7C51D304}" type="presParOf" srcId="{0ED4D2BF-612E-4AFD-87DC-630B704AACFA}" destId="{4BE60032-9A36-49C1-948C-DCFCF08D948C}" srcOrd="1" destOrd="0" presId="urn:microsoft.com/office/officeart/2008/layout/LinedList"/>
    <dgm:cxn modelId="{2B818531-04A1-4BF9-8EB6-17EDE234038B}" type="presParOf" srcId="{4BE60032-9A36-49C1-948C-DCFCF08D948C}" destId="{71F060AF-FAA6-4AE2-9611-A82926803437}" srcOrd="0" destOrd="0" presId="urn:microsoft.com/office/officeart/2008/layout/LinedList"/>
    <dgm:cxn modelId="{9C65EEC2-C6C6-4830-BAEB-E8855433C0EE}" type="presParOf" srcId="{4BE60032-9A36-49C1-948C-DCFCF08D948C}" destId="{265870A9-4B14-42A2-B134-4586EB3DF9DC}" srcOrd="1" destOrd="0" presId="urn:microsoft.com/office/officeart/2008/layout/LinedList"/>
    <dgm:cxn modelId="{98C7D2E6-E35E-426E-ADFE-94C30239AFCE}" type="presParOf" srcId="{0ED4D2BF-612E-4AFD-87DC-630B704AACFA}" destId="{E62558FC-2C42-4BA5-9292-71D0925B0E52}" srcOrd="2" destOrd="0" presId="urn:microsoft.com/office/officeart/2008/layout/LinedList"/>
    <dgm:cxn modelId="{FE058244-EB7B-4317-A0E9-CDF5E15FD571}" type="presParOf" srcId="{0ED4D2BF-612E-4AFD-87DC-630B704AACFA}" destId="{42255D56-B303-474E-9284-2B5D42BA28D6}" srcOrd="3" destOrd="0" presId="urn:microsoft.com/office/officeart/2008/layout/LinedList"/>
    <dgm:cxn modelId="{D92FF322-6D61-46D8-B449-829B925DC1C6}" type="presParOf" srcId="{42255D56-B303-474E-9284-2B5D42BA28D6}" destId="{01A235E0-D94A-422B-8136-A1938F3683B5}" srcOrd="0" destOrd="0" presId="urn:microsoft.com/office/officeart/2008/layout/LinedList"/>
    <dgm:cxn modelId="{EB8768B3-FF4C-43C2-A446-209515FC2253}" type="presParOf" srcId="{42255D56-B303-474E-9284-2B5D42BA28D6}" destId="{75B500EE-95EE-4696-BEB3-DF8704B50958}" srcOrd="1" destOrd="0" presId="urn:microsoft.com/office/officeart/2008/layout/LinedList"/>
    <dgm:cxn modelId="{855F1AFF-B6F5-4298-BAD2-4D2373A519F2}" type="presParOf" srcId="{0ED4D2BF-612E-4AFD-87DC-630B704AACFA}" destId="{1C54C035-F342-44C1-89F0-B434BEACD755}" srcOrd="4" destOrd="0" presId="urn:microsoft.com/office/officeart/2008/layout/LinedList"/>
    <dgm:cxn modelId="{C45BB6B2-8984-42A1-9E40-D5C85FA5DAC0}" type="presParOf" srcId="{0ED4D2BF-612E-4AFD-87DC-630B704AACFA}" destId="{B5E2EF39-BB42-4EBB-B2DD-F1C9A5EEB6EB}" srcOrd="5" destOrd="0" presId="urn:microsoft.com/office/officeart/2008/layout/LinedList"/>
    <dgm:cxn modelId="{F004C417-D465-4B12-87B0-68257CED3DEF}" type="presParOf" srcId="{B5E2EF39-BB42-4EBB-B2DD-F1C9A5EEB6EB}" destId="{AA7B655C-7F14-4867-BACF-C0216D7C4CE1}" srcOrd="0" destOrd="0" presId="urn:microsoft.com/office/officeart/2008/layout/LinedList"/>
    <dgm:cxn modelId="{931E16A2-0EB6-4B66-9ECD-72CBFD3A0800}" type="presParOf" srcId="{B5E2EF39-BB42-4EBB-B2DD-F1C9A5EEB6EB}" destId="{CBFB2ABF-F236-4FDE-921D-E1B6220924A9}" srcOrd="1"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E1AEC9-CBF3-44C5-B2CE-901E44470EE1}">
      <dsp:nvSpPr>
        <dsp:cNvPr id="0" name=""/>
        <dsp:cNvSpPr/>
      </dsp:nvSpPr>
      <dsp:spPr>
        <a:xfrm>
          <a:off x="0" y="707288"/>
          <a:ext cx="10944225" cy="130576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C53FEA1-DA41-431B-B646-5BCD6C1FEA1B}">
      <dsp:nvSpPr>
        <dsp:cNvPr id="0" name=""/>
        <dsp:cNvSpPr/>
      </dsp:nvSpPr>
      <dsp:spPr>
        <a:xfrm>
          <a:off x="394993" y="1001085"/>
          <a:ext cx="718169" cy="71816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8A96B3A-EB32-454E-B01A-02C2A2A6D1F8}">
      <dsp:nvSpPr>
        <dsp:cNvPr id="0" name=""/>
        <dsp:cNvSpPr/>
      </dsp:nvSpPr>
      <dsp:spPr>
        <a:xfrm>
          <a:off x="1508156" y="707288"/>
          <a:ext cx="9436068" cy="13057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93" tIns="138193" rIns="138193" bIns="138193" numCol="1" spcCol="1270" anchor="ctr" anchorCtr="0">
          <a:noAutofit/>
        </a:bodyPr>
        <a:lstStyle/>
        <a:p>
          <a:pPr marL="0" lvl="0" indent="0" algn="l" defTabSz="1244600">
            <a:lnSpc>
              <a:spcPct val="90000"/>
            </a:lnSpc>
            <a:spcBef>
              <a:spcPct val="0"/>
            </a:spcBef>
            <a:spcAft>
              <a:spcPct val="35000"/>
            </a:spcAft>
            <a:buNone/>
          </a:pPr>
          <a:r>
            <a:rPr lang="zh-CN" altLang="en-US" sz="2800" kern="1200" dirty="0">
              <a:latin typeface="方正屏显雅宋_GBK" panose="02010600010101010101" pitchFamily="2" charset="-122"/>
              <a:ea typeface="方正屏显雅宋_GBK" panose="02010600010101010101" pitchFamily="2" charset="-122"/>
            </a:rPr>
            <a:t>如何看待逆境？</a:t>
          </a:r>
          <a:endParaRPr lang="en-US" sz="2800" kern="1200" dirty="0">
            <a:latin typeface="方正屏显雅宋_GBK" panose="02010600010101010101" pitchFamily="2" charset="-122"/>
            <a:ea typeface="方正屏显雅宋_GBK" panose="02010600010101010101" pitchFamily="2" charset="-122"/>
          </a:endParaRPr>
        </a:p>
      </dsp:txBody>
      <dsp:txXfrm>
        <a:off x="1508156" y="707288"/>
        <a:ext cx="9436068" cy="1305763"/>
      </dsp:txXfrm>
    </dsp:sp>
    <dsp:sp modelId="{E64D890F-767D-4E95-A66B-4DC9AE9169B2}">
      <dsp:nvSpPr>
        <dsp:cNvPr id="0" name=""/>
        <dsp:cNvSpPr/>
      </dsp:nvSpPr>
      <dsp:spPr>
        <a:xfrm>
          <a:off x="0" y="2339492"/>
          <a:ext cx="10944225" cy="130576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069E9D1-00C8-4A7D-A7E5-FF47AC853351}">
      <dsp:nvSpPr>
        <dsp:cNvPr id="0" name=""/>
        <dsp:cNvSpPr/>
      </dsp:nvSpPr>
      <dsp:spPr>
        <a:xfrm>
          <a:off x="394993" y="2633289"/>
          <a:ext cx="718169" cy="71816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F44F7BB-85CD-467D-8D84-6D4163CCECA7}">
      <dsp:nvSpPr>
        <dsp:cNvPr id="0" name=""/>
        <dsp:cNvSpPr/>
      </dsp:nvSpPr>
      <dsp:spPr>
        <a:xfrm>
          <a:off x="1508156" y="2339492"/>
          <a:ext cx="9436068" cy="13057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93" tIns="138193" rIns="138193" bIns="138193" numCol="1" spcCol="1270" anchor="ctr" anchorCtr="0">
          <a:noAutofit/>
        </a:bodyPr>
        <a:lstStyle/>
        <a:p>
          <a:pPr marL="0" lvl="0" indent="0" algn="l" defTabSz="1244600">
            <a:lnSpc>
              <a:spcPct val="90000"/>
            </a:lnSpc>
            <a:spcBef>
              <a:spcPct val="0"/>
            </a:spcBef>
            <a:spcAft>
              <a:spcPct val="35000"/>
            </a:spcAft>
            <a:buNone/>
          </a:pPr>
          <a:r>
            <a:rPr lang="zh-CN" altLang="en-US" sz="2800" kern="1200" dirty="0">
              <a:latin typeface="方正屏显雅宋_GBK" panose="02010600010101010101" pitchFamily="2" charset="-122"/>
              <a:ea typeface="方正屏显雅宋_GBK" panose="02010600010101010101" pitchFamily="2" charset="-122"/>
            </a:rPr>
            <a:t>如何胜过逆境</a:t>
          </a:r>
          <a:r>
            <a:rPr lang="zh-CN" sz="2800" kern="1200" dirty="0">
              <a:latin typeface="方正屏显雅宋_GBK" panose="02010600010101010101" pitchFamily="2" charset="-122"/>
              <a:ea typeface="方正屏显雅宋_GBK" panose="02010600010101010101" pitchFamily="2" charset="-122"/>
            </a:rPr>
            <a:t>？</a:t>
          </a:r>
          <a:endParaRPr lang="en-US" sz="2800" kern="1200" dirty="0">
            <a:latin typeface="方正屏显雅宋_GBK" panose="02010600010101010101" pitchFamily="2" charset="-122"/>
            <a:ea typeface="方正屏显雅宋_GBK" panose="02010600010101010101" pitchFamily="2" charset="-122"/>
          </a:endParaRPr>
        </a:p>
      </dsp:txBody>
      <dsp:txXfrm>
        <a:off x="1508156" y="2339492"/>
        <a:ext cx="9436068" cy="130576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B4F53F-9350-42B4-AB9A-F37AFFF9FFC8}">
      <dsp:nvSpPr>
        <dsp:cNvPr id="0" name=""/>
        <dsp:cNvSpPr/>
      </dsp:nvSpPr>
      <dsp:spPr>
        <a:xfrm>
          <a:off x="0" y="2703"/>
          <a:ext cx="7543982"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1F060AF-FAA6-4AE2-9611-A82926803437}">
      <dsp:nvSpPr>
        <dsp:cNvPr id="0" name=""/>
        <dsp:cNvSpPr/>
      </dsp:nvSpPr>
      <dsp:spPr>
        <a:xfrm>
          <a:off x="0" y="2703"/>
          <a:ext cx="7543982" cy="1843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zh-CN" sz="2800" kern="1200" dirty="0"/>
            <a:t>经文</a:t>
          </a:r>
          <a:r>
            <a:rPr lang="en-US" sz="2800" kern="1200" dirty="0"/>
            <a:t>1</a:t>
          </a:r>
          <a:r>
            <a:rPr lang="zh-CN" sz="2800" kern="1200" dirty="0"/>
            <a:t>节“肉身受过苦的，就已经与罪断绝了”，你认为是指到谁说的？神的儿女还是基督耶稣，我什么？</a:t>
          </a:r>
          <a:endParaRPr lang="en-US" sz="2800" kern="1200" dirty="0"/>
        </a:p>
      </dsp:txBody>
      <dsp:txXfrm>
        <a:off x="0" y="2703"/>
        <a:ext cx="7543982" cy="1843578"/>
      </dsp:txXfrm>
    </dsp:sp>
    <dsp:sp modelId="{E62558FC-2C42-4BA5-9292-71D0925B0E52}">
      <dsp:nvSpPr>
        <dsp:cNvPr id="0" name=""/>
        <dsp:cNvSpPr/>
      </dsp:nvSpPr>
      <dsp:spPr>
        <a:xfrm>
          <a:off x="0" y="1846281"/>
          <a:ext cx="7543982" cy="0"/>
        </a:xfrm>
        <a:prstGeom prst="line">
          <a:avLst/>
        </a:prstGeom>
        <a:solidFill>
          <a:schemeClr val="accent2">
            <a:hueOff val="-3844825"/>
            <a:satOff val="-20000"/>
            <a:lumOff val="7059"/>
            <a:alphaOff val="0"/>
          </a:schemeClr>
        </a:solidFill>
        <a:ln w="12700" cap="flat" cmpd="sng" algn="ctr">
          <a:solidFill>
            <a:schemeClr val="accent2">
              <a:hueOff val="-3844825"/>
              <a:satOff val="-20000"/>
              <a:lumOff val="705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1A235E0-D94A-422B-8136-A1938F3683B5}">
      <dsp:nvSpPr>
        <dsp:cNvPr id="0" name=""/>
        <dsp:cNvSpPr/>
      </dsp:nvSpPr>
      <dsp:spPr>
        <a:xfrm>
          <a:off x="0" y="1846281"/>
          <a:ext cx="7543982" cy="1843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Font typeface="+mj-lt"/>
            <a:buNone/>
          </a:pPr>
          <a:r>
            <a:rPr lang="zh-CN" sz="2700" kern="1200"/>
            <a:t>如果你正经历“见你们不与他们同奔那放荡无度的路，就以为怪，毁谤你们”，作为当事人，你会怎么办？</a:t>
          </a:r>
        </a:p>
      </dsp:txBody>
      <dsp:txXfrm>
        <a:off x="0" y="1846281"/>
        <a:ext cx="7543982" cy="1843578"/>
      </dsp:txXfrm>
    </dsp:sp>
    <dsp:sp modelId="{1C54C035-F342-44C1-89F0-B434BEACD755}">
      <dsp:nvSpPr>
        <dsp:cNvPr id="0" name=""/>
        <dsp:cNvSpPr/>
      </dsp:nvSpPr>
      <dsp:spPr>
        <a:xfrm>
          <a:off x="0" y="3689859"/>
          <a:ext cx="7543982" cy="0"/>
        </a:xfrm>
        <a:prstGeom prst="line">
          <a:avLst/>
        </a:prstGeom>
        <a:solidFill>
          <a:schemeClr val="accent2">
            <a:hueOff val="-7689651"/>
            <a:satOff val="-40001"/>
            <a:lumOff val="14118"/>
            <a:alphaOff val="0"/>
          </a:schemeClr>
        </a:solidFill>
        <a:ln w="12700" cap="flat" cmpd="sng" algn="ctr">
          <a:solidFill>
            <a:schemeClr val="accent2">
              <a:hueOff val="-7689651"/>
              <a:satOff val="-40001"/>
              <a:lumOff val="1411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A7B655C-7F14-4867-BACF-C0216D7C4CE1}">
      <dsp:nvSpPr>
        <dsp:cNvPr id="0" name=""/>
        <dsp:cNvSpPr/>
      </dsp:nvSpPr>
      <dsp:spPr>
        <a:xfrm>
          <a:off x="0" y="3689859"/>
          <a:ext cx="7543982" cy="1843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Font typeface="+mj-lt"/>
            <a:buNone/>
          </a:pPr>
          <a:r>
            <a:rPr lang="zh-CN" sz="2700" kern="1200" dirty="0"/>
            <a:t>列举当我们在基督台前交帐的时候为善受苦可以被神称赞的具体事例。</a:t>
          </a:r>
        </a:p>
      </dsp:txBody>
      <dsp:txXfrm>
        <a:off x="0" y="3689859"/>
        <a:ext cx="7543982" cy="1843578"/>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2025/11/9 Sunday</a:t>
            </a:fld>
            <a:endParaRPr lang="zh-CN" altLang="en-US"/>
          </a:p>
        </p:txBody>
      </p:sp>
      <p:sp>
        <p:nvSpPr>
          <p:cNvPr id="4" name="幻灯片图像占位符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a:t>
            </a:fld>
            <a:endParaRPr lang="zh-CN" altLang="en-US"/>
          </a:p>
        </p:txBody>
      </p:sp>
    </p:spTree>
    <p:extLst>
      <p:ext uri="{BB962C8B-B14F-4D97-AF65-F5344CB8AC3E}">
        <p14:creationId xmlns:p14="http://schemas.microsoft.com/office/powerpoint/2010/main" val="8562539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a:t>
            </a:r>
            <a:r>
              <a:rPr lang="zh-CN" altLang="en-US" dirty="0"/>
              <a:t>，最看重的是什么？</a:t>
            </a:r>
            <a:endParaRPr lang="en-US" altLang="zh-CN" dirty="0"/>
          </a:p>
          <a:p>
            <a:r>
              <a:rPr lang="en-US" altLang="zh-CN" dirty="0"/>
              <a:t>2</a:t>
            </a:r>
            <a:r>
              <a:rPr lang="zh-CN" altLang="en-US" dirty="0"/>
              <a:t>，我们信仰对我们自己有什么改变？</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2</a:t>
            </a:fld>
            <a:endParaRPr lang="zh-CN" altLang="en-US"/>
          </a:p>
        </p:txBody>
      </p:sp>
    </p:spTree>
    <p:extLst>
      <p:ext uri="{BB962C8B-B14F-4D97-AF65-F5344CB8AC3E}">
        <p14:creationId xmlns:p14="http://schemas.microsoft.com/office/powerpoint/2010/main" val="12222401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3</a:t>
            </a:fld>
            <a:endParaRPr lang="zh-CN" altLang="en-US"/>
          </a:p>
        </p:txBody>
      </p:sp>
    </p:spTree>
    <p:extLst>
      <p:ext uri="{BB962C8B-B14F-4D97-AF65-F5344CB8AC3E}">
        <p14:creationId xmlns:p14="http://schemas.microsoft.com/office/powerpoint/2010/main" val="9524187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4</a:t>
            </a:fld>
            <a:endParaRPr lang="zh-CN" altLang="en-US"/>
          </a:p>
        </p:txBody>
      </p:sp>
    </p:spTree>
    <p:extLst>
      <p:ext uri="{BB962C8B-B14F-4D97-AF65-F5344CB8AC3E}">
        <p14:creationId xmlns:p14="http://schemas.microsoft.com/office/powerpoint/2010/main" val="35392764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5</a:t>
            </a:fld>
            <a:endParaRPr lang="zh-CN" altLang="en-US"/>
          </a:p>
        </p:txBody>
      </p:sp>
    </p:spTree>
    <p:extLst>
      <p:ext uri="{BB962C8B-B14F-4D97-AF65-F5344CB8AC3E}">
        <p14:creationId xmlns:p14="http://schemas.microsoft.com/office/powerpoint/2010/main" val="9200699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5129D-5E9C-BFB2-84B6-50D3F22D590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D20B6BC-6446-2A39-6497-A91BFC30FCC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DFCB135-F774-F1C9-1EF9-CA85C2D7A9F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7F52D5A-01F7-CB33-05AB-147A6A1C4E48}"/>
              </a:ext>
            </a:extLst>
          </p:cNvPr>
          <p:cNvSpPr>
            <a:spLocks noGrp="1"/>
          </p:cNvSpPr>
          <p:nvPr>
            <p:ph type="sldNum" sz="quarter" idx="5"/>
          </p:nvPr>
        </p:nvSpPr>
        <p:spPr/>
        <p:txBody>
          <a:bodyPr/>
          <a:lstStyle/>
          <a:p>
            <a:fld id="{A6837353-30EB-4A48-80EB-173D804AEFBD}" type="slidenum">
              <a:rPr lang="zh-CN" altLang="en-US" smtClean="0"/>
              <a:t>6</a:t>
            </a:fld>
            <a:endParaRPr lang="zh-CN" altLang="en-US"/>
          </a:p>
        </p:txBody>
      </p:sp>
    </p:spTree>
    <p:extLst>
      <p:ext uri="{BB962C8B-B14F-4D97-AF65-F5344CB8AC3E}">
        <p14:creationId xmlns:p14="http://schemas.microsoft.com/office/powerpoint/2010/main" val="40108336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7</a:t>
            </a:fld>
            <a:endParaRPr lang="zh-CN" altLang="en-US"/>
          </a:p>
        </p:txBody>
      </p:sp>
    </p:spTree>
    <p:extLst>
      <p:ext uri="{BB962C8B-B14F-4D97-AF65-F5344CB8AC3E}">
        <p14:creationId xmlns:p14="http://schemas.microsoft.com/office/powerpoint/2010/main" val="34102464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038CE-12E0-6CAB-90E9-E5D64C5F0BF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B78B040-3F0A-000D-577C-B07D868F25E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C1C5389-16E0-9B85-6FD4-3878573D4B7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27F33EB-262C-CE25-B1C9-EBF1660DF6F5}"/>
              </a:ext>
            </a:extLst>
          </p:cNvPr>
          <p:cNvSpPr>
            <a:spLocks noGrp="1"/>
          </p:cNvSpPr>
          <p:nvPr>
            <p:ph type="sldNum" sz="quarter" idx="5"/>
          </p:nvPr>
        </p:nvSpPr>
        <p:spPr/>
        <p:txBody>
          <a:bodyPr/>
          <a:lstStyle/>
          <a:p>
            <a:fld id="{A6837353-30EB-4A48-80EB-173D804AEFBD}" type="slidenum">
              <a:rPr lang="zh-CN" altLang="en-US" smtClean="0"/>
              <a:t>8</a:t>
            </a:fld>
            <a:endParaRPr lang="zh-CN" altLang="en-US"/>
          </a:p>
        </p:txBody>
      </p:sp>
    </p:spTree>
    <p:extLst>
      <p:ext uri="{BB962C8B-B14F-4D97-AF65-F5344CB8AC3E}">
        <p14:creationId xmlns:p14="http://schemas.microsoft.com/office/powerpoint/2010/main" val="41025347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2BD805-3334-8B98-4C9E-C681D692AE7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A13E563-F94F-1EDD-3831-D330A77F410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F08AB1E-1375-2230-6445-39F9421E494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2BE4292-B007-B52F-4863-499928BD4D6E}"/>
              </a:ext>
            </a:extLst>
          </p:cNvPr>
          <p:cNvSpPr>
            <a:spLocks noGrp="1"/>
          </p:cNvSpPr>
          <p:nvPr>
            <p:ph type="sldNum" sz="quarter" idx="5"/>
          </p:nvPr>
        </p:nvSpPr>
        <p:spPr/>
        <p:txBody>
          <a:bodyPr/>
          <a:lstStyle/>
          <a:p>
            <a:fld id="{A6837353-30EB-4A48-80EB-173D804AEFBD}" type="slidenum">
              <a:rPr lang="zh-CN" altLang="en-US" smtClean="0"/>
              <a:t>9</a:t>
            </a:fld>
            <a:endParaRPr lang="zh-CN" altLang="en-US"/>
          </a:p>
        </p:txBody>
      </p:sp>
    </p:spTree>
    <p:extLst>
      <p:ext uri="{BB962C8B-B14F-4D97-AF65-F5344CB8AC3E}">
        <p14:creationId xmlns:p14="http://schemas.microsoft.com/office/powerpoint/2010/main" val="9506144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FD8FF-04F2-E942-7ECC-7B57898C795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A4BB51E-119F-E268-5D46-9B36FD2E941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1A57F21-4295-73A1-9734-0F0512C4832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A7929FFB-9AEE-E018-5523-F4D660D7D04A}"/>
              </a:ext>
            </a:extLst>
          </p:cNvPr>
          <p:cNvSpPr>
            <a:spLocks noGrp="1"/>
          </p:cNvSpPr>
          <p:nvPr>
            <p:ph type="sldNum" sz="quarter" idx="5"/>
          </p:nvPr>
        </p:nvSpPr>
        <p:spPr/>
        <p:txBody>
          <a:bodyPr/>
          <a:lstStyle/>
          <a:p>
            <a:fld id="{A6837353-30EB-4A48-80EB-173D804AEFBD}" type="slidenum">
              <a:rPr lang="zh-CN" altLang="en-US" smtClean="0"/>
              <a:t>10</a:t>
            </a:fld>
            <a:endParaRPr lang="zh-CN" altLang="en-US"/>
          </a:p>
        </p:txBody>
      </p:sp>
    </p:spTree>
    <p:extLst>
      <p:ext uri="{BB962C8B-B14F-4D97-AF65-F5344CB8AC3E}">
        <p14:creationId xmlns:p14="http://schemas.microsoft.com/office/powerpoint/2010/main" val="13860097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5CE8B-87E1-6B50-05F6-1B1C51D9199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1F999A7-3356-4383-8BA6-E46355FC9C6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8343568-A436-59F6-61C7-2BD017C2800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E3F151C-351A-7377-E129-ACC9BD8C940D}"/>
              </a:ext>
            </a:extLst>
          </p:cNvPr>
          <p:cNvSpPr>
            <a:spLocks noGrp="1"/>
          </p:cNvSpPr>
          <p:nvPr>
            <p:ph type="sldNum" sz="quarter" idx="5"/>
          </p:nvPr>
        </p:nvSpPr>
        <p:spPr/>
        <p:txBody>
          <a:bodyPr/>
          <a:lstStyle/>
          <a:p>
            <a:fld id="{A6837353-30EB-4A48-80EB-173D804AEFBD}" type="slidenum">
              <a:rPr lang="zh-CN" altLang="en-US" smtClean="0"/>
              <a:t>11</a:t>
            </a:fld>
            <a:endParaRPr lang="zh-CN" altLang="en-US"/>
          </a:p>
        </p:txBody>
      </p:sp>
    </p:spTree>
    <p:extLst>
      <p:ext uri="{BB962C8B-B14F-4D97-AF65-F5344CB8AC3E}">
        <p14:creationId xmlns:p14="http://schemas.microsoft.com/office/powerpoint/2010/main" val="22451434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433C4-AF7F-CCB9-1953-1F8EF416A6F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059D499-B236-9B29-0860-4F931CDDC41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CDDF711-2013-01C6-8961-E05482F3C37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EFD2C0A5-ED23-5F14-5C63-F877BC365BCA}"/>
              </a:ext>
            </a:extLst>
          </p:cNvPr>
          <p:cNvSpPr>
            <a:spLocks noGrp="1"/>
          </p:cNvSpPr>
          <p:nvPr>
            <p:ph type="sldNum" sz="quarter" idx="5"/>
          </p:nvPr>
        </p:nvSpPr>
        <p:spPr/>
        <p:txBody>
          <a:bodyPr/>
          <a:lstStyle/>
          <a:p>
            <a:fld id="{A6837353-30EB-4A48-80EB-173D804AEFBD}" type="slidenum">
              <a:rPr lang="zh-CN" altLang="en-US" smtClean="0"/>
              <a:t>12</a:t>
            </a:fld>
            <a:endParaRPr lang="zh-CN" altLang="en-US"/>
          </a:p>
        </p:txBody>
      </p:sp>
    </p:spTree>
    <p:extLst>
      <p:ext uri="{BB962C8B-B14F-4D97-AF65-F5344CB8AC3E}">
        <p14:creationId xmlns:p14="http://schemas.microsoft.com/office/powerpoint/2010/main" val="3862571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00D64-5955-F95F-2736-9EEA703A971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3B14A1F-1995-983F-A9BE-17AA4D50105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8D722F4-3A5E-5ED0-10EB-FBFC406CC13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E949A178-2C8B-4A8B-29BE-C760F4956EB1}"/>
              </a:ext>
            </a:extLst>
          </p:cNvPr>
          <p:cNvSpPr>
            <a:spLocks noGrp="1"/>
          </p:cNvSpPr>
          <p:nvPr>
            <p:ph type="sldNum" sz="quarter" idx="5"/>
          </p:nvPr>
        </p:nvSpPr>
        <p:spPr/>
        <p:txBody>
          <a:bodyPr/>
          <a:lstStyle/>
          <a:p>
            <a:fld id="{A6837353-30EB-4A48-80EB-173D804AEFBD}" type="slidenum">
              <a:rPr lang="zh-CN" altLang="en-US" smtClean="0"/>
              <a:t>13</a:t>
            </a:fld>
            <a:endParaRPr lang="zh-CN" altLang="en-US"/>
          </a:p>
        </p:txBody>
      </p:sp>
    </p:spTree>
    <p:extLst>
      <p:ext uri="{BB962C8B-B14F-4D97-AF65-F5344CB8AC3E}">
        <p14:creationId xmlns:p14="http://schemas.microsoft.com/office/powerpoint/2010/main" val="31351188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94A68C-039F-5953-08C6-2CCD427985A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1CC547D-0DF8-FFD3-80C9-6F498227181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4D78591-3E76-E145-1894-34F8A0DA668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ACCCE3F-0B70-F2E8-E8EE-8E92DAE55C38}"/>
              </a:ext>
            </a:extLst>
          </p:cNvPr>
          <p:cNvSpPr>
            <a:spLocks noGrp="1"/>
          </p:cNvSpPr>
          <p:nvPr>
            <p:ph type="sldNum" sz="quarter" idx="5"/>
          </p:nvPr>
        </p:nvSpPr>
        <p:spPr/>
        <p:txBody>
          <a:bodyPr/>
          <a:lstStyle/>
          <a:p>
            <a:fld id="{A6837353-30EB-4A48-80EB-173D804AEFBD}" type="slidenum">
              <a:rPr lang="zh-CN" altLang="en-US" smtClean="0"/>
              <a:t>14</a:t>
            </a:fld>
            <a:endParaRPr lang="zh-CN" altLang="en-US"/>
          </a:p>
        </p:txBody>
      </p:sp>
    </p:spTree>
    <p:extLst>
      <p:ext uri="{BB962C8B-B14F-4D97-AF65-F5344CB8AC3E}">
        <p14:creationId xmlns:p14="http://schemas.microsoft.com/office/powerpoint/2010/main" val="39064761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A483BD-E4D9-4E68-B385-98E4C44EE19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0BE73FD-71C6-E8DA-992C-FCA687D6402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81EB362-FE6B-B160-84C0-38D08947E43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88275F6-B7E3-0656-0D4A-7977DA59889B}"/>
              </a:ext>
            </a:extLst>
          </p:cNvPr>
          <p:cNvSpPr>
            <a:spLocks noGrp="1"/>
          </p:cNvSpPr>
          <p:nvPr>
            <p:ph type="sldNum" sz="quarter" idx="5"/>
          </p:nvPr>
        </p:nvSpPr>
        <p:spPr/>
        <p:txBody>
          <a:bodyPr/>
          <a:lstStyle/>
          <a:p>
            <a:fld id="{A6837353-30EB-4A48-80EB-173D804AEFBD}" type="slidenum">
              <a:rPr lang="zh-CN" altLang="en-US" smtClean="0"/>
              <a:t>15</a:t>
            </a:fld>
            <a:endParaRPr lang="zh-CN" altLang="en-US"/>
          </a:p>
        </p:txBody>
      </p:sp>
    </p:spTree>
    <p:extLst>
      <p:ext uri="{BB962C8B-B14F-4D97-AF65-F5344CB8AC3E}">
        <p14:creationId xmlns:p14="http://schemas.microsoft.com/office/powerpoint/2010/main" val="303410021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5" Type="http://schemas.openxmlformats.org/officeDocument/2006/relationships/slideMaster" Target="../slideMasters/slideMaster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8" Type="http://schemas.openxmlformats.org/officeDocument/2006/relationships/tags" Target="../tags/tag18.xml"/><Relationship Id="rId13" Type="http://schemas.openxmlformats.org/officeDocument/2006/relationships/tags" Target="../tags/tag23.xml"/><Relationship Id="rId18" Type="http://schemas.openxmlformats.org/officeDocument/2006/relationships/tags" Target="../tags/tag28.xml"/><Relationship Id="rId3" Type="http://schemas.openxmlformats.org/officeDocument/2006/relationships/tags" Target="../tags/tag13.xml"/><Relationship Id="rId21" Type="http://schemas.openxmlformats.org/officeDocument/2006/relationships/tags" Target="../tags/tag31.xml"/><Relationship Id="rId7" Type="http://schemas.openxmlformats.org/officeDocument/2006/relationships/tags" Target="../tags/tag17.xml"/><Relationship Id="rId12" Type="http://schemas.openxmlformats.org/officeDocument/2006/relationships/tags" Target="../tags/tag22.xml"/><Relationship Id="rId17" Type="http://schemas.openxmlformats.org/officeDocument/2006/relationships/tags" Target="../tags/tag27.xml"/><Relationship Id="rId2" Type="http://schemas.openxmlformats.org/officeDocument/2006/relationships/tags" Target="../tags/tag12.xml"/><Relationship Id="rId16" Type="http://schemas.openxmlformats.org/officeDocument/2006/relationships/tags" Target="../tags/tag26.xml"/><Relationship Id="rId20" Type="http://schemas.openxmlformats.org/officeDocument/2006/relationships/tags" Target="../tags/tag30.xml"/><Relationship Id="rId1" Type="http://schemas.openxmlformats.org/officeDocument/2006/relationships/tags" Target="../tags/tag11.xml"/><Relationship Id="rId6" Type="http://schemas.openxmlformats.org/officeDocument/2006/relationships/tags" Target="../tags/tag16.xml"/><Relationship Id="rId11" Type="http://schemas.openxmlformats.org/officeDocument/2006/relationships/tags" Target="../tags/tag21.xml"/><Relationship Id="rId5" Type="http://schemas.openxmlformats.org/officeDocument/2006/relationships/tags" Target="../tags/tag15.xml"/><Relationship Id="rId15" Type="http://schemas.openxmlformats.org/officeDocument/2006/relationships/tags" Target="../tags/tag25.xml"/><Relationship Id="rId10" Type="http://schemas.openxmlformats.org/officeDocument/2006/relationships/tags" Target="../tags/tag20.xml"/><Relationship Id="rId19" Type="http://schemas.openxmlformats.org/officeDocument/2006/relationships/tags" Target="../tags/tag29.xml"/><Relationship Id="rId4" Type="http://schemas.openxmlformats.org/officeDocument/2006/relationships/tags" Target="../tags/tag14.xml"/><Relationship Id="rId9" Type="http://schemas.openxmlformats.org/officeDocument/2006/relationships/tags" Target="../tags/tag19.xml"/><Relationship Id="rId14" Type="http://schemas.openxmlformats.org/officeDocument/2006/relationships/tags" Target="../tags/tag24.xml"/><Relationship Id="rId2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1"/>
            </p:custDataLst>
          </p:nvPr>
        </p:nvSpPr>
        <p:spPr>
          <a:xfrm>
            <a:off x="2331537" y="2195875"/>
            <a:ext cx="7528927" cy="1515717"/>
          </a:xfrm>
        </p:spPr>
        <p:txBody>
          <a:bodyPr lIns="90000" tIns="46800" rIns="90000" bIns="46800" anchor="ctr">
            <a:normAutofit/>
          </a:bodyPr>
          <a:lstStyle>
            <a:lvl1pPr algn="ctr">
              <a:defRPr sz="7200" spc="600">
                <a:gradFill>
                  <a:gsLst>
                    <a:gs pos="0">
                      <a:schemeClr val="accent5"/>
                    </a:gs>
                    <a:gs pos="100000">
                      <a:schemeClr val="accent2"/>
                    </a:gs>
                  </a:gsLst>
                  <a:lin ang="0" scaled="0"/>
                </a:gradFill>
              </a:defRPr>
            </a:lvl1pPr>
          </a:lstStyle>
          <a:p>
            <a:r>
              <a:rPr lang="zh-CN" altLang="en-US"/>
              <a:t>编辑标题</a:t>
            </a:r>
          </a:p>
        </p:txBody>
      </p:sp>
      <p:sp>
        <p:nvSpPr>
          <p:cNvPr id="16" name="日期占位符 15"/>
          <p:cNvSpPr>
            <a:spLocks noGrp="1"/>
          </p:cNvSpPr>
          <p:nvPr>
            <p:ph type="dt" sz="half" idx="10"/>
            <p:custDataLst>
              <p:tags r:id="rId2"/>
            </p:custDataLst>
          </p:nvPr>
        </p:nvSpPr>
        <p:spPr/>
        <p:txBody>
          <a:bodyPr/>
          <a:lstStyle>
            <a:lvl1pPr>
              <a:defRPr>
                <a:solidFill>
                  <a:schemeClr val="bg1">
                    <a:lumMod val="50000"/>
                  </a:schemeClr>
                </a:solidFill>
              </a:defRPr>
            </a:lvl1pPr>
          </a:lstStyle>
          <a:p>
            <a:fld id="{760FBDFE-C587-4B4C-A407-44438C67B59E}" type="datetimeFigureOut">
              <a:rPr lang="zh-CN" altLang="en-US" smtClean="0"/>
              <a:t>2025/11/9 Sunday</a:t>
            </a:fld>
            <a:endParaRPr lang="zh-CN" altLang="en-US"/>
          </a:p>
        </p:txBody>
      </p:sp>
      <p:sp>
        <p:nvSpPr>
          <p:cNvPr id="17" name="页脚占位符 16"/>
          <p:cNvSpPr>
            <a:spLocks noGrp="1"/>
          </p:cNvSpPr>
          <p:nvPr>
            <p:ph type="ftr" sz="quarter" idx="11"/>
            <p:custDataLst>
              <p:tags r:id="rId3"/>
            </p:custDataLst>
          </p:nvPr>
        </p:nvSpPr>
        <p:spPr/>
        <p:txBody>
          <a:bodyPr/>
          <a:lstStyle>
            <a:lvl1pPr>
              <a:defRPr>
                <a:solidFill>
                  <a:schemeClr val="bg1">
                    <a:lumMod val="50000"/>
                  </a:schemeClr>
                </a:solidFill>
              </a:defRPr>
            </a:lvl1pPr>
          </a:lstStyle>
          <a:p>
            <a:endParaRPr lang="zh-CN" altLang="en-US"/>
          </a:p>
        </p:txBody>
      </p:sp>
      <p:sp>
        <p:nvSpPr>
          <p:cNvPr id="18" name="灯片编号占位符 17"/>
          <p:cNvSpPr>
            <a:spLocks noGrp="1"/>
          </p:cNvSpPr>
          <p:nvPr>
            <p:ph type="sldNum" sz="quarter" idx="12"/>
            <p:custDataLst>
              <p:tags r:id="rId4"/>
            </p:custDataLst>
          </p:nvPr>
        </p:nvSpPr>
        <p:spPr/>
        <p:txBody>
          <a:bodyPr/>
          <a:lstStyle>
            <a:lvl1pPr>
              <a:defRPr>
                <a:solidFill>
                  <a:schemeClr val="bg1">
                    <a:lumMod val="50000"/>
                  </a:schemeClr>
                </a:solidFill>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gradFill rotWithShape="0">
          <a:gsLst>
            <a:gs pos="50000">
              <a:schemeClr val="accent1">
                <a:lumMod val="5000"/>
                <a:lumOff val="95000"/>
                <a:alpha val="27000"/>
              </a:schemeClr>
            </a:gs>
            <a:gs pos="15000">
              <a:schemeClr val="bg1">
                <a:lumMod val="95000"/>
                <a:alpha val="100000"/>
              </a:schemeClr>
            </a:gs>
            <a:gs pos="100000">
              <a:schemeClr val="bg1">
                <a:lumMod val="85000"/>
              </a:schemeClr>
            </a:gs>
          </a:gsLst>
          <a:path path="circle">
            <a:fillToRect t="100000" r="100000"/>
          </a:path>
          <a:tileRect l="-100000" b="-100000"/>
        </a:gradFill>
        <a:effectLst/>
      </p:bgPr>
    </p:bg>
    <p:spTree>
      <p:nvGrpSpPr>
        <p:cNvPr id="1" name=""/>
        <p:cNvGrpSpPr/>
        <p:nvPr/>
      </p:nvGrpSpPr>
      <p:grpSpPr>
        <a:xfrm>
          <a:off x="0" y="0"/>
          <a:ext cx="0" cy="0"/>
          <a:chOff x="0" y="0"/>
          <a:chExt cx="0" cy="0"/>
        </a:xfrm>
      </p:grpSpPr>
      <p:grpSp>
        <p:nvGrpSpPr>
          <p:cNvPr id="10" name="组合 9"/>
          <p:cNvGrpSpPr/>
          <p:nvPr userDrawn="1">
            <p:custDataLst>
              <p:tags r:id="rId1"/>
            </p:custDataLst>
          </p:nvPr>
        </p:nvGrpSpPr>
        <p:grpSpPr>
          <a:xfrm>
            <a:off x="11298538" y="0"/>
            <a:ext cx="893461" cy="716280"/>
            <a:chOff x="9044119" y="-15877"/>
            <a:chExt cx="2624337" cy="2103905"/>
          </a:xfrm>
          <a:solidFill>
            <a:srgbClr val="FFC000">
              <a:alpha val="50000"/>
            </a:srgbClr>
          </a:solidFill>
        </p:grpSpPr>
        <p:sp>
          <p:nvSpPr>
            <p:cNvPr id="11" name="任意多边形 122"/>
            <p:cNvSpPr/>
            <p:nvPr>
              <p:custDataLst>
                <p:tags r:id="rId5"/>
              </p:custDataLst>
            </p:nvPr>
          </p:nvSpPr>
          <p:spPr>
            <a:xfrm>
              <a:off x="9044119" y="-15876"/>
              <a:ext cx="407785" cy="706307"/>
            </a:xfrm>
            <a:custGeom>
              <a:avLst/>
              <a:gdLst>
                <a:gd name="connsiteX0" fmla="*/ 255661 w 302156"/>
                <a:gd name="connsiteY0" fmla="*/ 0 h 523351"/>
                <a:gd name="connsiteX1" fmla="*/ 302156 w 302156"/>
                <a:gd name="connsiteY1" fmla="*/ 0 h 523351"/>
                <a:gd name="connsiteX2" fmla="*/ 285876 w 302156"/>
                <a:gd name="connsiteY2" fmla="*/ 28198 h 523351"/>
                <a:gd name="connsiteX3" fmla="*/ 0 w 302156"/>
                <a:gd name="connsiteY3" fmla="*/ 523351 h 523351"/>
                <a:gd name="connsiteX4" fmla="*/ 86860 w 302156"/>
                <a:gd name="connsiteY4" fmla="*/ 292372 h 523351"/>
                <a:gd name="connsiteX5" fmla="*/ 207463 w 302156"/>
                <a:gd name="connsiteY5" fmla="*/ 83480 h 523351"/>
                <a:gd name="connsiteX6" fmla="*/ 255661 w 302156"/>
                <a:gd name="connsiteY6" fmla="*/ 0 h 523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2156" h="523351">
                  <a:moveTo>
                    <a:pt x="255661" y="0"/>
                  </a:moveTo>
                  <a:lnTo>
                    <a:pt x="302156" y="0"/>
                  </a:lnTo>
                  <a:lnTo>
                    <a:pt x="285876" y="28198"/>
                  </a:lnTo>
                  <a:cubicBezTo>
                    <a:pt x="223325" y="136541"/>
                    <a:pt x="132341" y="294130"/>
                    <a:pt x="0" y="523351"/>
                  </a:cubicBezTo>
                  <a:cubicBezTo>
                    <a:pt x="21737" y="448790"/>
                    <a:pt x="51262" y="370808"/>
                    <a:pt x="86860" y="292372"/>
                  </a:cubicBezTo>
                  <a:cubicBezTo>
                    <a:pt x="86860" y="292372"/>
                    <a:pt x="86860" y="292372"/>
                    <a:pt x="207463" y="83480"/>
                  </a:cubicBezTo>
                  <a:lnTo>
                    <a:pt x="255661"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任意多边形 121"/>
            <p:cNvSpPr/>
            <p:nvPr>
              <p:custDataLst>
                <p:tags r:id="rId6"/>
              </p:custDataLst>
            </p:nvPr>
          </p:nvSpPr>
          <p:spPr>
            <a:xfrm>
              <a:off x="9058874" y="-15876"/>
              <a:ext cx="575657" cy="997070"/>
            </a:xfrm>
            <a:custGeom>
              <a:avLst/>
              <a:gdLst>
                <a:gd name="connsiteX0" fmla="*/ 380051 w 426544"/>
                <a:gd name="connsiteY0" fmla="*/ 0 h 738797"/>
                <a:gd name="connsiteX1" fmla="*/ 426544 w 426544"/>
                <a:gd name="connsiteY1" fmla="*/ 0 h 738797"/>
                <a:gd name="connsiteX2" fmla="*/ 408138 w 426544"/>
                <a:gd name="connsiteY2" fmla="*/ 31881 h 738797"/>
                <a:gd name="connsiteX3" fmla="*/ 0 w 426544"/>
                <a:gd name="connsiteY3" fmla="*/ 738797 h 738797"/>
                <a:gd name="connsiteX4" fmla="*/ 23528 w 426544"/>
                <a:gd name="connsiteY4" fmla="*/ 617513 h 738797"/>
                <a:gd name="connsiteX5" fmla="*/ 350321 w 426544"/>
                <a:gd name="connsiteY5" fmla="*/ 51493 h 738797"/>
                <a:gd name="connsiteX6" fmla="*/ 380051 w 426544"/>
                <a:gd name="connsiteY6" fmla="*/ 0 h 738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6544" h="738797">
                  <a:moveTo>
                    <a:pt x="380051" y="0"/>
                  </a:moveTo>
                  <a:lnTo>
                    <a:pt x="426544" y="0"/>
                  </a:lnTo>
                  <a:lnTo>
                    <a:pt x="408138" y="31881"/>
                  </a:lnTo>
                  <a:cubicBezTo>
                    <a:pt x="318835" y="186559"/>
                    <a:pt x="188939" y="411545"/>
                    <a:pt x="0" y="738797"/>
                  </a:cubicBezTo>
                  <a:cubicBezTo>
                    <a:pt x="4959" y="700009"/>
                    <a:pt x="13087" y="659086"/>
                    <a:pt x="23528" y="617513"/>
                  </a:cubicBezTo>
                  <a:cubicBezTo>
                    <a:pt x="23528" y="617513"/>
                    <a:pt x="23528" y="617513"/>
                    <a:pt x="350321" y="51493"/>
                  </a:cubicBezTo>
                  <a:lnTo>
                    <a:pt x="380051"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任意多边形 120"/>
            <p:cNvSpPr/>
            <p:nvPr>
              <p:custDataLst>
                <p:tags r:id="rId7"/>
              </p:custDataLst>
            </p:nvPr>
          </p:nvSpPr>
          <p:spPr>
            <a:xfrm>
              <a:off x="9113492" y="-15876"/>
              <a:ext cx="700903" cy="1213998"/>
            </a:xfrm>
            <a:custGeom>
              <a:avLst/>
              <a:gdLst>
                <a:gd name="connsiteX0" fmla="*/ 472852 w 519347"/>
                <a:gd name="connsiteY0" fmla="*/ 0 h 899534"/>
                <a:gd name="connsiteX1" fmla="*/ 519347 w 519347"/>
                <a:gd name="connsiteY1" fmla="*/ 0 h 899534"/>
                <a:gd name="connsiteX2" fmla="*/ 488447 w 519347"/>
                <a:gd name="connsiteY2" fmla="*/ 53520 h 899534"/>
                <a:gd name="connsiteX3" fmla="*/ 0 w 519347"/>
                <a:gd name="connsiteY3" fmla="*/ 899534 h 899534"/>
                <a:gd name="connsiteX4" fmla="*/ 4566 w 519347"/>
                <a:gd name="connsiteY4" fmla="*/ 811095 h 899534"/>
                <a:gd name="connsiteX5" fmla="*/ 436464 w 519347"/>
                <a:gd name="connsiteY5" fmla="*/ 63025 h 899534"/>
                <a:gd name="connsiteX6" fmla="*/ 472852 w 519347"/>
                <a:gd name="connsiteY6" fmla="*/ 0 h 899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9347" h="899534">
                  <a:moveTo>
                    <a:pt x="472852" y="0"/>
                  </a:moveTo>
                  <a:lnTo>
                    <a:pt x="519347" y="0"/>
                  </a:lnTo>
                  <a:lnTo>
                    <a:pt x="488447" y="53520"/>
                  </a:lnTo>
                  <a:cubicBezTo>
                    <a:pt x="381572" y="238633"/>
                    <a:pt x="226117" y="507889"/>
                    <a:pt x="0" y="899534"/>
                  </a:cubicBezTo>
                  <a:cubicBezTo>
                    <a:pt x="510" y="870130"/>
                    <a:pt x="1746" y="841145"/>
                    <a:pt x="4566" y="811095"/>
                  </a:cubicBezTo>
                  <a:cubicBezTo>
                    <a:pt x="4566" y="811095"/>
                    <a:pt x="4566" y="811095"/>
                    <a:pt x="436464" y="63025"/>
                  </a:cubicBezTo>
                  <a:lnTo>
                    <a:pt x="472852"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任意多边形 119"/>
            <p:cNvSpPr/>
            <p:nvPr>
              <p:custDataLst>
                <p:tags r:id="rId8"/>
              </p:custDataLst>
            </p:nvPr>
          </p:nvSpPr>
          <p:spPr>
            <a:xfrm>
              <a:off x="9184090" y="-15876"/>
              <a:ext cx="812932" cy="1394769"/>
            </a:xfrm>
            <a:custGeom>
              <a:avLst/>
              <a:gdLst>
                <a:gd name="connsiteX0" fmla="*/ 555861 w 602357"/>
                <a:gd name="connsiteY0" fmla="*/ 0 h 1033480"/>
                <a:gd name="connsiteX1" fmla="*/ 602357 w 602357"/>
                <a:gd name="connsiteY1" fmla="*/ 0 h 1033480"/>
                <a:gd name="connsiteX2" fmla="*/ 552857 w 602357"/>
                <a:gd name="connsiteY2" fmla="*/ 85735 h 1033480"/>
                <a:gd name="connsiteX3" fmla="*/ 5677 w 602357"/>
                <a:gd name="connsiteY3" fmla="*/ 1033480 h 1033480"/>
                <a:gd name="connsiteX4" fmla="*/ 0 w 602357"/>
                <a:gd name="connsiteY4" fmla="*/ 962780 h 1033480"/>
                <a:gd name="connsiteX5" fmla="*/ 503909 w 602357"/>
                <a:gd name="connsiteY5" fmla="*/ 89985 h 1033480"/>
                <a:gd name="connsiteX6" fmla="*/ 555861 w 602357"/>
                <a:gd name="connsiteY6" fmla="*/ 0 h 1033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2357" h="1033480">
                  <a:moveTo>
                    <a:pt x="555861" y="0"/>
                  </a:moveTo>
                  <a:lnTo>
                    <a:pt x="602357" y="0"/>
                  </a:lnTo>
                  <a:lnTo>
                    <a:pt x="552857" y="85735"/>
                  </a:lnTo>
                  <a:cubicBezTo>
                    <a:pt x="433131" y="293108"/>
                    <a:pt x="258983" y="594741"/>
                    <a:pt x="5677" y="1033480"/>
                  </a:cubicBezTo>
                  <a:cubicBezTo>
                    <a:pt x="1914" y="1011477"/>
                    <a:pt x="594" y="986919"/>
                    <a:pt x="0" y="962780"/>
                  </a:cubicBezTo>
                  <a:cubicBezTo>
                    <a:pt x="0" y="962780"/>
                    <a:pt x="0" y="962780"/>
                    <a:pt x="503909" y="89985"/>
                  </a:cubicBezTo>
                  <a:lnTo>
                    <a:pt x="555861"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任意多边形 118"/>
            <p:cNvSpPr/>
            <p:nvPr>
              <p:custDataLst>
                <p:tags r:id="rId9"/>
              </p:custDataLst>
            </p:nvPr>
          </p:nvSpPr>
          <p:spPr>
            <a:xfrm>
              <a:off x="9267546" y="-15876"/>
              <a:ext cx="912104" cy="1546484"/>
            </a:xfrm>
            <a:custGeom>
              <a:avLst/>
              <a:gdLst>
                <a:gd name="connsiteX0" fmla="*/ 629345 w 675840"/>
                <a:gd name="connsiteY0" fmla="*/ 0 h 1145896"/>
                <a:gd name="connsiteX1" fmla="*/ 675840 w 675840"/>
                <a:gd name="connsiteY1" fmla="*/ 0 h 1145896"/>
                <a:gd name="connsiteX2" fmla="*/ 673914 w 675840"/>
                <a:gd name="connsiteY2" fmla="*/ 3335 h 1145896"/>
                <a:gd name="connsiteX3" fmla="*/ 14256 w 675840"/>
                <a:gd name="connsiteY3" fmla="*/ 1145896 h 1145896"/>
                <a:gd name="connsiteX4" fmla="*/ 0 w 675840"/>
                <a:gd name="connsiteY4" fmla="*/ 1090056 h 1145896"/>
                <a:gd name="connsiteX5" fmla="*/ 618876 w 675840"/>
                <a:gd name="connsiteY5" fmla="*/ 18132 h 1145896"/>
                <a:gd name="connsiteX6" fmla="*/ 629345 w 675840"/>
                <a:gd name="connsiteY6" fmla="*/ 0 h 1145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5840" h="1145896">
                  <a:moveTo>
                    <a:pt x="629345" y="0"/>
                  </a:moveTo>
                  <a:lnTo>
                    <a:pt x="675840" y="0"/>
                  </a:lnTo>
                  <a:lnTo>
                    <a:pt x="673914" y="3335"/>
                  </a:lnTo>
                  <a:cubicBezTo>
                    <a:pt x="546073" y="224762"/>
                    <a:pt x="341528" y="579044"/>
                    <a:pt x="14256" y="1145896"/>
                  </a:cubicBezTo>
                  <a:cubicBezTo>
                    <a:pt x="8645" y="1128771"/>
                    <a:pt x="3893" y="1110157"/>
                    <a:pt x="0" y="1090056"/>
                  </a:cubicBezTo>
                  <a:cubicBezTo>
                    <a:pt x="0" y="1090056"/>
                    <a:pt x="0" y="1090056"/>
                    <a:pt x="618876" y="18132"/>
                  </a:cubicBezTo>
                  <a:lnTo>
                    <a:pt x="629345"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117"/>
            <p:cNvSpPr/>
            <p:nvPr>
              <p:custDataLst>
                <p:tags r:id="rId10"/>
              </p:custDataLst>
            </p:nvPr>
          </p:nvSpPr>
          <p:spPr>
            <a:xfrm>
              <a:off x="9366478" y="-15876"/>
              <a:ext cx="995799" cy="1675374"/>
            </a:xfrm>
            <a:custGeom>
              <a:avLst/>
              <a:gdLst>
                <a:gd name="connsiteX0" fmla="*/ 691359 w 737856"/>
                <a:gd name="connsiteY0" fmla="*/ 0 h 1241399"/>
                <a:gd name="connsiteX1" fmla="*/ 737856 w 737856"/>
                <a:gd name="connsiteY1" fmla="*/ 0 h 1241399"/>
                <a:gd name="connsiteX2" fmla="*/ 713003 w 737856"/>
                <a:gd name="connsiteY2" fmla="*/ 43046 h 1241399"/>
                <a:gd name="connsiteX3" fmla="*/ 21133 w 737856"/>
                <a:gd name="connsiteY3" fmla="*/ 1241399 h 1241399"/>
                <a:gd name="connsiteX4" fmla="*/ 0 w 737856"/>
                <a:gd name="connsiteY4" fmla="*/ 1197470 h 1241399"/>
                <a:gd name="connsiteX5" fmla="*/ 660831 w 737856"/>
                <a:gd name="connsiteY5" fmla="*/ 52877 h 1241399"/>
                <a:gd name="connsiteX6" fmla="*/ 691359 w 737856"/>
                <a:gd name="connsiteY6" fmla="*/ 0 h 1241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7856" h="1241399">
                  <a:moveTo>
                    <a:pt x="691359" y="0"/>
                  </a:moveTo>
                  <a:lnTo>
                    <a:pt x="737856" y="0"/>
                  </a:lnTo>
                  <a:lnTo>
                    <a:pt x="713003" y="43046"/>
                  </a:lnTo>
                  <a:cubicBezTo>
                    <a:pt x="578920" y="275285"/>
                    <a:pt x="364386" y="646867"/>
                    <a:pt x="21133" y="1241399"/>
                  </a:cubicBezTo>
                  <a:cubicBezTo>
                    <a:pt x="13803" y="1227252"/>
                    <a:pt x="6472" y="1213104"/>
                    <a:pt x="0" y="1197470"/>
                  </a:cubicBezTo>
                  <a:cubicBezTo>
                    <a:pt x="0" y="1197470"/>
                    <a:pt x="0" y="1197470"/>
                    <a:pt x="660831" y="52877"/>
                  </a:cubicBezTo>
                  <a:lnTo>
                    <a:pt x="691359"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116"/>
            <p:cNvSpPr/>
            <p:nvPr>
              <p:custDataLst>
                <p:tags r:id="rId11"/>
              </p:custDataLst>
            </p:nvPr>
          </p:nvSpPr>
          <p:spPr>
            <a:xfrm>
              <a:off x="9478515" y="-15876"/>
              <a:ext cx="1066392" cy="1785584"/>
            </a:xfrm>
            <a:custGeom>
              <a:avLst/>
              <a:gdLst>
                <a:gd name="connsiteX0" fmla="*/ 743667 w 790163"/>
                <a:gd name="connsiteY0" fmla="*/ 0 h 1323061"/>
                <a:gd name="connsiteX1" fmla="*/ 790163 w 790163"/>
                <a:gd name="connsiteY1" fmla="*/ 0 h 1323061"/>
                <a:gd name="connsiteX2" fmla="*/ 738294 w 790163"/>
                <a:gd name="connsiteY2" fmla="*/ 89838 h 1323061"/>
                <a:gd name="connsiteX3" fmla="*/ 26293 w 790163"/>
                <a:gd name="connsiteY3" fmla="*/ 1323061 h 1323061"/>
                <a:gd name="connsiteX4" fmla="*/ 0 w 790163"/>
                <a:gd name="connsiteY4" fmla="*/ 1288068 h 1323061"/>
                <a:gd name="connsiteX5" fmla="*/ 688336 w 790163"/>
                <a:gd name="connsiteY5" fmla="*/ 95836 h 1323061"/>
                <a:gd name="connsiteX6" fmla="*/ 743667 w 790163"/>
                <a:gd name="connsiteY6" fmla="*/ 0 h 1323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0163" h="1323061">
                  <a:moveTo>
                    <a:pt x="743667" y="0"/>
                  </a:moveTo>
                  <a:lnTo>
                    <a:pt x="790163" y="0"/>
                  </a:lnTo>
                  <a:lnTo>
                    <a:pt x="738294" y="89838"/>
                  </a:lnTo>
                  <a:cubicBezTo>
                    <a:pt x="600310" y="328835"/>
                    <a:pt x="379534" y="711229"/>
                    <a:pt x="26293" y="1323061"/>
                  </a:cubicBezTo>
                  <a:cubicBezTo>
                    <a:pt x="17243" y="1311892"/>
                    <a:pt x="8193" y="1300723"/>
                    <a:pt x="0" y="1288068"/>
                  </a:cubicBezTo>
                  <a:cubicBezTo>
                    <a:pt x="0" y="1288068"/>
                    <a:pt x="0" y="1288068"/>
                    <a:pt x="688336" y="95836"/>
                  </a:cubicBezTo>
                  <a:lnTo>
                    <a:pt x="743667"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任意多边形 115"/>
            <p:cNvSpPr/>
            <p:nvPr>
              <p:custDataLst>
                <p:tags r:id="rId12"/>
              </p:custDataLst>
            </p:nvPr>
          </p:nvSpPr>
          <p:spPr>
            <a:xfrm>
              <a:off x="9598080" y="-15877"/>
              <a:ext cx="1126689" cy="1877994"/>
            </a:xfrm>
            <a:custGeom>
              <a:avLst/>
              <a:gdLst>
                <a:gd name="connsiteX0" fmla="*/ 788345 w 834841"/>
                <a:gd name="connsiteY0" fmla="*/ 0 h 1391534"/>
                <a:gd name="connsiteX1" fmla="*/ 834841 w 834841"/>
                <a:gd name="connsiteY1" fmla="*/ 0 h 1391534"/>
                <a:gd name="connsiteX2" fmla="*/ 815980 w 834841"/>
                <a:gd name="connsiteY2" fmla="*/ 32668 h 1391534"/>
                <a:gd name="connsiteX3" fmla="*/ 31438 w 834841"/>
                <a:gd name="connsiteY3" fmla="*/ 1391534 h 1391534"/>
                <a:gd name="connsiteX4" fmla="*/ 0 w 834841"/>
                <a:gd name="connsiteY4" fmla="*/ 1365455 h 1391534"/>
                <a:gd name="connsiteX5" fmla="*/ 780748 w 834841"/>
                <a:gd name="connsiteY5" fmla="*/ 13159 h 1391534"/>
                <a:gd name="connsiteX6" fmla="*/ 788345 w 834841"/>
                <a:gd name="connsiteY6" fmla="*/ 0 h 13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4841" h="1391534">
                  <a:moveTo>
                    <a:pt x="788345" y="0"/>
                  </a:moveTo>
                  <a:lnTo>
                    <a:pt x="834841" y="0"/>
                  </a:lnTo>
                  <a:lnTo>
                    <a:pt x="815980" y="32668"/>
                  </a:lnTo>
                  <a:cubicBezTo>
                    <a:pt x="683864" y="261500"/>
                    <a:pt x="448991" y="668312"/>
                    <a:pt x="31438" y="1391534"/>
                  </a:cubicBezTo>
                  <a:cubicBezTo>
                    <a:pt x="20672" y="1383337"/>
                    <a:pt x="9907" y="1375139"/>
                    <a:pt x="0" y="1365455"/>
                  </a:cubicBezTo>
                  <a:cubicBezTo>
                    <a:pt x="0" y="1365455"/>
                    <a:pt x="0" y="1365455"/>
                    <a:pt x="780748" y="13159"/>
                  </a:cubicBezTo>
                  <a:lnTo>
                    <a:pt x="788345"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任意多边形 114"/>
            <p:cNvSpPr/>
            <p:nvPr>
              <p:custDataLst>
                <p:tags r:id="rId13"/>
              </p:custDataLst>
            </p:nvPr>
          </p:nvSpPr>
          <p:spPr>
            <a:xfrm>
              <a:off x="9730418" y="-15876"/>
              <a:ext cx="1176980" cy="1953062"/>
            </a:xfrm>
            <a:custGeom>
              <a:avLst/>
              <a:gdLst>
                <a:gd name="connsiteX0" fmla="*/ 825609 w 872105"/>
                <a:gd name="connsiteY0" fmla="*/ 0 h 1447157"/>
                <a:gd name="connsiteX1" fmla="*/ 872105 w 872105"/>
                <a:gd name="connsiteY1" fmla="*/ 0 h 1447157"/>
                <a:gd name="connsiteX2" fmla="*/ 868689 w 872105"/>
                <a:gd name="connsiteY2" fmla="*/ 5916 h 1447157"/>
                <a:gd name="connsiteX3" fmla="*/ 36588 w 872105"/>
                <a:gd name="connsiteY3" fmla="*/ 1447157 h 1447157"/>
                <a:gd name="connsiteX4" fmla="*/ 1453 w 872105"/>
                <a:gd name="connsiteY4" fmla="*/ 1430836 h 1447157"/>
                <a:gd name="connsiteX5" fmla="*/ 0 w 872105"/>
                <a:gd name="connsiteY5" fmla="*/ 1429997 h 1447157"/>
                <a:gd name="connsiteX6" fmla="*/ 786405 w 872105"/>
                <a:gd name="connsiteY6" fmla="*/ 67903 h 1447157"/>
                <a:gd name="connsiteX7" fmla="*/ 825609 w 872105"/>
                <a:gd name="connsiteY7" fmla="*/ 0 h 1447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2105" h="1447157">
                  <a:moveTo>
                    <a:pt x="825609" y="0"/>
                  </a:moveTo>
                  <a:lnTo>
                    <a:pt x="872105" y="0"/>
                  </a:lnTo>
                  <a:lnTo>
                    <a:pt x="868689" y="5916"/>
                  </a:lnTo>
                  <a:cubicBezTo>
                    <a:pt x="749817" y="211808"/>
                    <a:pt x="512074" y="623591"/>
                    <a:pt x="36588" y="1447157"/>
                  </a:cubicBezTo>
                  <a:cubicBezTo>
                    <a:pt x="24832" y="1442352"/>
                    <a:pt x="12350" y="1437128"/>
                    <a:pt x="1453" y="1430836"/>
                  </a:cubicBezTo>
                  <a:cubicBezTo>
                    <a:pt x="726" y="1430417"/>
                    <a:pt x="726" y="1430417"/>
                    <a:pt x="0" y="1429997"/>
                  </a:cubicBezTo>
                  <a:cubicBezTo>
                    <a:pt x="0" y="1429997"/>
                    <a:pt x="0" y="1429997"/>
                    <a:pt x="786405" y="67903"/>
                  </a:cubicBezTo>
                  <a:lnTo>
                    <a:pt x="825609"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113"/>
            <p:cNvSpPr/>
            <p:nvPr>
              <p:custDataLst>
                <p:tags r:id="rId14"/>
              </p:custDataLst>
            </p:nvPr>
          </p:nvSpPr>
          <p:spPr>
            <a:xfrm>
              <a:off x="9872180" y="-15876"/>
              <a:ext cx="1217844" cy="2011807"/>
            </a:xfrm>
            <a:custGeom>
              <a:avLst/>
              <a:gdLst>
                <a:gd name="connsiteX0" fmla="*/ 855889 w 902384"/>
                <a:gd name="connsiteY0" fmla="*/ 0 h 1490685"/>
                <a:gd name="connsiteX1" fmla="*/ 902384 w 902384"/>
                <a:gd name="connsiteY1" fmla="*/ 0 h 1490685"/>
                <a:gd name="connsiteX2" fmla="*/ 897132 w 902384"/>
                <a:gd name="connsiteY2" fmla="*/ 9096 h 1490685"/>
                <a:gd name="connsiteX3" fmla="*/ 41736 w 902384"/>
                <a:gd name="connsiteY3" fmla="*/ 1490685 h 1490685"/>
                <a:gd name="connsiteX4" fmla="*/ 0 w 902384"/>
                <a:gd name="connsiteY4" fmla="*/ 1482442 h 1490685"/>
                <a:gd name="connsiteX5" fmla="*/ 780554 w 902384"/>
                <a:gd name="connsiteY5" fmla="*/ 130483 h 1490685"/>
                <a:gd name="connsiteX6" fmla="*/ 855889 w 902384"/>
                <a:gd name="connsiteY6" fmla="*/ 0 h 1490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2384" h="1490685">
                  <a:moveTo>
                    <a:pt x="855889" y="0"/>
                  </a:moveTo>
                  <a:lnTo>
                    <a:pt x="902384" y="0"/>
                  </a:lnTo>
                  <a:lnTo>
                    <a:pt x="897132" y="9096"/>
                  </a:lnTo>
                  <a:cubicBezTo>
                    <a:pt x="796618" y="183191"/>
                    <a:pt x="566871" y="581124"/>
                    <a:pt x="41736" y="1490685"/>
                  </a:cubicBezTo>
                  <a:cubicBezTo>
                    <a:pt x="26680" y="1489919"/>
                    <a:pt x="13340" y="1486181"/>
                    <a:pt x="0" y="1482442"/>
                  </a:cubicBezTo>
                  <a:cubicBezTo>
                    <a:pt x="0" y="1482442"/>
                    <a:pt x="0" y="1482442"/>
                    <a:pt x="780554" y="130483"/>
                  </a:cubicBezTo>
                  <a:lnTo>
                    <a:pt x="855889"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112"/>
            <p:cNvSpPr/>
            <p:nvPr>
              <p:custDataLst>
                <p:tags r:id="rId15"/>
              </p:custDataLst>
            </p:nvPr>
          </p:nvSpPr>
          <p:spPr>
            <a:xfrm>
              <a:off x="10022332" y="-15876"/>
              <a:ext cx="1250320" cy="2057325"/>
            </a:xfrm>
            <a:custGeom>
              <a:avLst/>
              <a:gdLst>
                <a:gd name="connsiteX0" fmla="*/ 879952 w 926448"/>
                <a:gd name="connsiteY0" fmla="*/ 0 h 1524413"/>
                <a:gd name="connsiteX1" fmla="*/ 926448 w 926448"/>
                <a:gd name="connsiteY1" fmla="*/ 0 h 1524413"/>
                <a:gd name="connsiteX2" fmla="*/ 922230 w 926448"/>
                <a:gd name="connsiteY2" fmla="*/ 7306 h 1524413"/>
                <a:gd name="connsiteX3" fmla="*/ 47757 w 926448"/>
                <a:gd name="connsiteY3" fmla="*/ 1521937 h 1524413"/>
                <a:gd name="connsiteX4" fmla="*/ 0 w 926448"/>
                <a:gd name="connsiteY4" fmla="*/ 1524123 h 1524413"/>
                <a:gd name="connsiteX5" fmla="*/ 843482 w 926448"/>
                <a:gd name="connsiteY5" fmla="*/ 63168 h 1524413"/>
                <a:gd name="connsiteX6" fmla="*/ 879952 w 926448"/>
                <a:gd name="connsiteY6" fmla="*/ 0 h 152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26448" h="1524413">
                  <a:moveTo>
                    <a:pt x="879952" y="0"/>
                  </a:moveTo>
                  <a:lnTo>
                    <a:pt x="926448" y="0"/>
                  </a:lnTo>
                  <a:lnTo>
                    <a:pt x="922230" y="7306"/>
                  </a:lnTo>
                  <a:cubicBezTo>
                    <a:pt x="861671" y="112197"/>
                    <a:pt x="667882" y="447850"/>
                    <a:pt x="47757" y="1521937"/>
                  </a:cubicBezTo>
                  <a:cubicBezTo>
                    <a:pt x="30979" y="1524154"/>
                    <a:pt x="15060" y="1524882"/>
                    <a:pt x="0" y="1524123"/>
                  </a:cubicBezTo>
                  <a:cubicBezTo>
                    <a:pt x="0" y="1524123"/>
                    <a:pt x="0" y="1524123"/>
                    <a:pt x="843482" y="63168"/>
                  </a:cubicBezTo>
                  <a:lnTo>
                    <a:pt x="879952"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任意多边形 111"/>
            <p:cNvSpPr/>
            <p:nvPr>
              <p:custDataLst>
                <p:tags r:id="rId16"/>
              </p:custDataLst>
            </p:nvPr>
          </p:nvSpPr>
          <p:spPr>
            <a:xfrm>
              <a:off x="10185663" y="-2916"/>
              <a:ext cx="1222136" cy="2077396"/>
            </a:xfrm>
            <a:custGeom>
              <a:avLst/>
              <a:gdLst>
                <a:gd name="connsiteX0" fmla="*/ 888707 w 905564"/>
                <a:gd name="connsiteY0" fmla="*/ 0 h 1539285"/>
                <a:gd name="connsiteX1" fmla="*/ 905564 w 905564"/>
                <a:gd name="connsiteY1" fmla="*/ 51334 h 1539285"/>
                <a:gd name="connsiteX2" fmla="*/ 52886 w 905564"/>
                <a:gd name="connsiteY2" fmla="*/ 1528217 h 1539285"/>
                <a:gd name="connsiteX3" fmla="*/ 0 w 905564"/>
                <a:gd name="connsiteY3" fmla="*/ 1539285 h 1539285"/>
                <a:gd name="connsiteX4" fmla="*/ 888707 w 905564"/>
                <a:gd name="connsiteY4" fmla="*/ 0 h 15392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5564" h="1539285">
                  <a:moveTo>
                    <a:pt x="888707" y="0"/>
                  </a:moveTo>
                  <a:cubicBezTo>
                    <a:pt x="895184" y="15625"/>
                    <a:pt x="900803" y="32737"/>
                    <a:pt x="905564" y="51334"/>
                  </a:cubicBezTo>
                  <a:cubicBezTo>
                    <a:pt x="905564" y="51334"/>
                    <a:pt x="905564" y="51334"/>
                    <a:pt x="52886" y="1528217"/>
                  </a:cubicBezTo>
                  <a:cubicBezTo>
                    <a:pt x="34399" y="1533392"/>
                    <a:pt x="16771" y="1537082"/>
                    <a:pt x="0" y="1539285"/>
                  </a:cubicBezTo>
                  <a:cubicBezTo>
                    <a:pt x="0" y="1539285"/>
                    <a:pt x="0" y="1539285"/>
                    <a:pt x="88870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任意多边形 110"/>
            <p:cNvSpPr/>
            <p:nvPr>
              <p:custDataLst>
                <p:tags r:id="rId17"/>
              </p:custDataLst>
            </p:nvPr>
          </p:nvSpPr>
          <p:spPr>
            <a:xfrm>
              <a:off x="10357701" y="139301"/>
              <a:ext cx="1137436" cy="1948727"/>
            </a:xfrm>
            <a:custGeom>
              <a:avLst/>
              <a:gdLst>
                <a:gd name="connsiteX0" fmla="*/ 833662 w 842804"/>
                <a:gd name="connsiteY0" fmla="*/ 0 h 1443945"/>
                <a:gd name="connsiteX1" fmla="*/ 842804 w 842804"/>
                <a:gd name="connsiteY1" fmla="*/ 64699 h 1443945"/>
                <a:gd name="connsiteX2" fmla="*/ 60602 w 842804"/>
                <a:gd name="connsiteY2" fmla="*/ 1419512 h 1443945"/>
                <a:gd name="connsiteX3" fmla="*/ 0 w 842804"/>
                <a:gd name="connsiteY3" fmla="*/ 1443945 h 1443945"/>
                <a:gd name="connsiteX4" fmla="*/ 833662 w 842804"/>
                <a:gd name="connsiteY4" fmla="*/ 0 h 14439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2804" h="1443945">
                  <a:moveTo>
                    <a:pt x="833662" y="0"/>
                  </a:moveTo>
                  <a:cubicBezTo>
                    <a:pt x="838294" y="20500"/>
                    <a:pt x="841341" y="42067"/>
                    <a:pt x="842804" y="64699"/>
                  </a:cubicBezTo>
                  <a:cubicBezTo>
                    <a:pt x="842804" y="64699"/>
                    <a:pt x="842804" y="64699"/>
                    <a:pt x="60602" y="1419512"/>
                  </a:cubicBezTo>
                  <a:cubicBezTo>
                    <a:pt x="40270" y="1429561"/>
                    <a:pt x="20070" y="1437706"/>
                    <a:pt x="0" y="1443945"/>
                  </a:cubicBezTo>
                  <a:cubicBezTo>
                    <a:pt x="0" y="1443945"/>
                    <a:pt x="0" y="1443945"/>
                    <a:pt x="833662"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任意多边形 109"/>
            <p:cNvSpPr/>
            <p:nvPr>
              <p:custDataLst>
                <p:tags r:id="rId18"/>
              </p:custDataLst>
            </p:nvPr>
          </p:nvSpPr>
          <p:spPr>
            <a:xfrm>
              <a:off x="10546195" y="307619"/>
              <a:ext cx="1023884" cy="1770248"/>
            </a:xfrm>
            <a:custGeom>
              <a:avLst/>
              <a:gdLst>
                <a:gd name="connsiteX0" fmla="*/ 757309 w 758666"/>
                <a:gd name="connsiteY0" fmla="*/ 0 h 1311698"/>
                <a:gd name="connsiteX1" fmla="*/ 756977 w 758666"/>
                <a:gd name="connsiteY1" fmla="*/ 81107 h 1311698"/>
                <a:gd name="connsiteX2" fmla="*/ 70075 w 758666"/>
                <a:gd name="connsiteY2" fmla="*/ 1270857 h 1311698"/>
                <a:gd name="connsiteX3" fmla="*/ 0 w 758666"/>
                <a:gd name="connsiteY3" fmla="*/ 1311698 h 1311698"/>
                <a:gd name="connsiteX4" fmla="*/ 757309 w 758666"/>
                <a:gd name="connsiteY4" fmla="*/ 0 h 1311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8666" h="1311698">
                  <a:moveTo>
                    <a:pt x="757309" y="0"/>
                  </a:moveTo>
                  <a:cubicBezTo>
                    <a:pt x="759356" y="24976"/>
                    <a:pt x="758959" y="52508"/>
                    <a:pt x="756977" y="81107"/>
                  </a:cubicBezTo>
                  <a:cubicBezTo>
                    <a:pt x="756977" y="81107"/>
                    <a:pt x="756977" y="81107"/>
                    <a:pt x="70075" y="1270857"/>
                  </a:cubicBezTo>
                  <a:cubicBezTo>
                    <a:pt x="46298" y="1286873"/>
                    <a:pt x="22653" y="1300983"/>
                    <a:pt x="0" y="1311698"/>
                  </a:cubicBezTo>
                  <a:cubicBezTo>
                    <a:pt x="0" y="1311698"/>
                    <a:pt x="0" y="1311698"/>
                    <a:pt x="7573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任意多边形 108"/>
            <p:cNvSpPr/>
            <p:nvPr>
              <p:custDataLst>
                <p:tags r:id="rId19"/>
              </p:custDataLst>
            </p:nvPr>
          </p:nvSpPr>
          <p:spPr>
            <a:xfrm>
              <a:off x="10753860" y="509144"/>
              <a:ext cx="880668" cy="1525362"/>
            </a:xfrm>
            <a:custGeom>
              <a:avLst/>
              <a:gdLst>
                <a:gd name="connsiteX0" fmla="*/ 652547 w 652547"/>
                <a:gd name="connsiteY0" fmla="*/ 0 h 1130245"/>
                <a:gd name="connsiteX1" fmla="*/ 636760 w 652547"/>
                <a:gd name="connsiteY1" fmla="*/ 107876 h 1130245"/>
                <a:gd name="connsiteX2" fmla="*/ 85530 w 652547"/>
                <a:gd name="connsiteY2" fmla="*/ 1062635 h 1130245"/>
                <a:gd name="connsiteX3" fmla="*/ 0 w 652547"/>
                <a:gd name="connsiteY3" fmla="*/ 1130245 h 1130245"/>
                <a:gd name="connsiteX4" fmla="*/ 652547 w 652547"/>
                <a:gd name="connsiteY4" fmla="*/ 0 h 11302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2547" h="1130245">
                  <a:moveTo>
                    <a:pt x="652547" y="0"/>
                  </a:moveTo>
                  <a:cubicBezTo>
                    <a:pt x="648584" y="35387"/>
                    <a:pt x="643894" y="70354"/>
                    <a:pt x="636760" y="107876"/>
                  </a:cubicBezTo>
                  <a:cubicBezTo>
                    <a:pt x="636760" y="107876"/>
                    <a:pt x="636760" y="107876"/>
                    <a:pt x="85530" y="1062635"/>
                  </a:cubicBezTo>
                  <a:cubicBezTo>
                    <a:pt x="56601" y="1087574"/>
                    <a:pt x="28664" y="1109119"/>
                    <a:pt x="0" y="1130245"/>
                  </a:cubicBezTo>
                  <a:cubicBezTo>
                    <a:pt x="0" y="1130245"/>
                    <a:pt x="0" y="1130245"/>
                    <a:pt x="65254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107"/>
            <p:cNvSpPr/>
            <p:nvPr>
              <p:custDataLst>
                <p:tags r:id="rId20"/>
              </p:custDataLst>
            </p:nvPr>
          </p:nvSpPr>
          <p:spPr>
            <a:xfrm>
              <a:off x="10993875" y="766703"/>
              <a:ext cx="674581" cy="1168406"/>
            </a:xfrm>
            <a:custGeom>
              <a:avLst/>
              <a:gdLst>
                <a:gd name="connsiteX0" fmla="*/ 499843 w 499843"/>
                <a:gd name="connsiteY0" fmla="*/ 0 h 865752"/>
                <a:gd name="connsiteX1" fmla="*/ 449689 w 499843"/>
                <a:gd name="connsiteY1" fmla="*/ 167400 h 865752"/>
                <a:gd name="connsiteX2" fmla="*/ 119896 w 499843"/>
                <a:gd name="connsiteY2" fmla="*/ 738618 h 865752"/>
                <a:gd name="connsiteX3" fmla="*/ 0 w 499843"/>
                <a:gd name="connsiteY3" fmla="*/ 865752 h 865752"/>
                <a:gd name="connsiteX4" fmla="*/ 499843 w 499843"/>
                <a:gd name="connsiteY4" fmla="*/ 0 h 8657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843" h="865752">
                  <a:moveTo>
                    <a:pt x="499843" y="0"/>
                  </a:moveTo>
                  <a:cubicBezTo>
                    <a:pt x="487022" y="54083"/>
                    <a:pt x="470304" y="109883"/>
                    <a:pt x="449689" y="167400"/>
                  </a:cubicBezTo>
                  <a:cubicBezTo>
                    <a:pt x="449689" y="167400"/>
                    <a:pt x="449689" y="167400"/>
                    <a:pt x="119896" y="738618"/>
                  </a:cubicBezTo>
                  <a:cubicBezTo>
                    <a:pt x="80393" y="785230"/>
                    <a:pt x="40427" y="827608"/>
                    <a:pt x="0" y="865752"/>
                  </a:cubicBezTo>
                  <a:cubicBezTo>
                    <a:pt x="0" y="865752"/>
                    <a:pt x="0" y="865752"/>
                    <a:pt x="49984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任意多边形 106"/>
            <p:cNvSpPr/>
            <p:nvPr>
              <p:custDataLst>
                <p:tags r:id="rId21"/>
              </p:custDataLst>
            </p:nvPr>
          </p:nvSpPr>
          <p:spPr>
            <a:xfrm>
              <a:off x="11322880" y="1180787"/>
              <a:ext cx="286367" cy="496002"/>
            </a:xfrm>
            <a:custGeom>
              <a:avLst/>
              <a:gdLst>
                <a:gd name="connsiteX0" fmla="*/ 212189 w 212189"/>
                <a:gd name="connsiteY0" fmla="*/ 0 h 367522"/>
                <a:gd name="connsiteX1" fmla="*/ 127623 w 212189"/>
                <a:gd name="connsiteY1" fmla="*/ 196191 h 367522"/>
                <a:gd name="connsiteX2" fmla="*/ 0 w 212189"/>
                <a:gd name="connsiteY2" fmla="*/ 367522 h 367522"/>
                <a:gd name="connsiteX3" fmla="*/ 212189 w 212189"/>
                <a:gd name="connsiteY3" fmla="*/ 0 h 367522"/>
              </a:gdLst>
              <a:ahLst/>
              <a:cxnLst>
                <a:cxn ang="0">
                  <a:pos x="connsiteX0" y="connsiteY0"/>
                </a:cxn>
                <a:cxn ang="0">
                  <a:pos x="connsiteX1" y="connsiteY1"/>
                </a:cxn>
                <a:cxn ang="0">
                  <a:pos x="connsiteX2" y="connsiteY2"/>
                </a:cxn>
                <a:cxn ang="0">
                  <a:pos x="connsiteX3" y="connsiteY3"/>
                </a:cxn>
              </a:cxnLst>
              <a:rect l="l" t="t" r="r" b="b"/>
              <a:pathLst>
                <a:path w="212189" h="367522">
                  <a:moveTo>
                    <a:pt x="212189" y="0"/>
                  </a:moveTo>
                  <a:cubicBezTo>
                    <a:pt x="191805" y="67268"/>
                    <a:pt x="164414" y="132467"/>
                    <a:pt x="127623" y="196191"/>
                  </a:cubicBezTo>
                  <a:cubicBezTo>
                    <a:pt x="90832" y="259914"/>
                    <a:pt x="48064" y="316235"/>
                    <a:pt x="0" y="367522"/>
                  </a:cubicBezTo>
                  <a:lnTo>
                    <a:pt x="212189"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 name="日期占位符 3"/>
          <p:cNvSpPr>
            <a:spLocks noGrp="1"/>
          </p:cNvSpPr>
          <p:nvPr>
            <p:ph type="dt" sz="half" idx="10"/>
            <p:custDataLst>
              <p:tags r:id="rId2"/>
            </p:custDataLst>
          </p:nvPr>
        </p:nvSpPr>
        <p:spPr/>
        <p:txBody>
          <a:bodyPr/>
          <a:lstStyle/>
          <a:p>
            <a:fld id="{760FBDFE-C587-4B4C-A407-44438C67B59E}" type="datetimeFigureOut">
              <a:rPr lang="zh-CN" altLang="en-US" smtClean="0"/>
              <a:t>2025/11/9 Sunday</a:t>
            </a:fld>
            <a:endParaRPr lang="zh-CN" altLang="en-US"/>
          </a:p>
        </p:txBody>
      </p:sp>
      <p:sp>
        <p:nvSpPr>
          <p:cNvPr id="5" name="页脚占位符 4"/>
          <p:cNvSpPr>
            <a:spLocks noGrp="1"/>
          </p:cNvSpPr>
          <p:nvPr>
            <p:ph type="ftr" sz="quarter" idx="11"/>
            <p:custDataLst>
              <p:tags r:id="rId3"/>
            </p:custDataLst>
          </p:nvPr>
        </p:nvSpPr>
        <p:spPr/>
        <p:txBody>
          <a:bodyPr/>
          <a:lstStyle/>
          <a:p>
            <a:endParaRPr lang="zh-CN" altLang="en-US"/>
          </a:p>
        </p:txBody>
      </p:sp>
      <p:sp>
        <p:nvSpPr>
          <p:cNvPr id="6" name="灯片编号占位符 5"/>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
        <p:nvSpPr>
          <p:cNvPr id="2" name="矩形 1"/>
          <p:cNvSpPr/>
          <p:nvPr userDrawn="1"/>
        </p:nvSpPr>
        <p:spPr>
          <a:xfrm>
            <a:off x="7018655" y="862330"/>
            <a:ext cx="5173345" cy="249555"/>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2025/11/9 Sunday</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2025/11/9 Sunday</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2025/11/9 Sunday</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tags" Target="../tags/tag1.xml"/><Relationship Id="rId12" Type="http://schemas.openxmlformats.org/officeDocument/2006/relationships/tags" Target="../tags/tag6.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11" Type="http://schemas.openxmlformats.org/officeDocument/2006/relationships/tags" Target="../tags/tag5.xml"/><Relationship Id="rId5" Type="http://schemas.openxmlformats.org/officeDocument/2006/relationships/slideLayout" Target="../slideLayouts/slideLayout5.xml"/><Relationship Id="rId10" Type="http://schemas.openxmlformats.org/officeDocument/2006/relationships/tags" Target="../tags/tag4.xml"/><Relationship Id="rId4" Type="http://schemas.openxmlformats.org/officeDocument/2006/relationships/slideLayout" Target="../slideLayouts/slideLayout4.xml"/><Relationship Id="rId9"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50000">
              <a:schemeClr val="accent1">
                <a:lumMod val="5000"/>
                <a:lumOff val="95000"/>
                <a:alpha val="27000"/>
              </a:schemeClr>
            </a:gs>
            <a:gs pos="15000">
              <a:schemeClr val="bg1">
                <a:lumMod val="95000"/>
                <a:alpha val="100000"/>
              </a:schemeClr>
            </a:gs>
            <a:gs pos="100000">
              <a:schemeClr val="bg1">
                <a:lumMod val="65000"/>
                <a:alpha val="80000"/>
              </a:schemeClr>
            </a:gs>
          </a:gsLst>
          <a:path path="circle">
            <a:fillToRect t="100000" r="100000"/>
          </a:path>
          <a:tileRect l="-100000" b="-100000"/>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7"/>
            </p:custDataLst>
          </p:nvPr>
        </p:nvSpPr>
        <p:spPr>
          <a:xfrm>
            <a:off x="623888" y="407239"/>
            <a:ext cx="10944225" cy="864000"/>
          </a:xfrm>
          <a:prstGeom prst="rect">
            <a:avLst/>
          </a:prstGeom>
        </p:spPr>
        <p:txBody>
          <a:bodyPr vert="horz" lIns="91440" tIns="45720" rIns="91440" bIns="46800" rtlCol="0" anchor="b">
            <a:normAutofit/>
          </a:bodyPr>
          <a:lstStyle/>
          <a:p>
            <a:r>
              <a:rPr lang="zh-CN" altLang="en-US"/>
              <a:t>单击此处编辑母版标题样式</a:t>
            </a:r>
          </a:p>
        </p:txBody>
      </p:sp>
      <p:sp>
        <p:nvSpPr>
          <p:cNvPr id="3" name="文本占位符 2"/>
          <p:cNvSpPr>
            <a:spLocks noGrp="1"/>
          </p:cNvSpPr>
          <p:nvPr>
            <p:ph type="body" idx="1"/>
            <p:custDataLst>
              <p:tags r:id="rId8"/>
            </p:custDataLst>
          </p:nvPr>
        </p:nvSpPr>
        <p:spPr>
          <a:xfrm>
            <a:off x="623888" y="1414800"/>
            <a:ext cx="10944225" cy="4895850"/>
          </a:xfrm>
          <a:prstGeom prst="rect">
            <a:avLst/>
          </a:prstGeom>
        </p:spPr>
        <p:txBody>
          <a:bodyPr vert="horz" lIns="91440" tIns="45720" rIns="9144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custDataLst>
              <p:tags r:id="rId9"/>
            </p:custDataLst>
          </p:nvPr>
        </p:nvSpPr>
        <p:spPr>
          <a:xfrm>
            <a:off x="879742" y="6349833"/>
            <a:ext cx="2700000" cy="316800"/>
          </a:xfrm>
          <a:prstGeom prst="rect">
            <a:avLst/>
          </a:prstGeom>
        </p:spPr>
        <p:txBody>
          <a:bodyPr vert="horz" lIns="91440" tIns="45720" rIns="91440" bIns="46800" rtlCol="0" anchor="ctr">
            <a:normAutofit/>
          </a:bodyPr>
          <a:lstStyle>
            <a:lvl1pPr algn="l">
              <a:defRPr sz="1200">
                <a:solidFill>
                  <a:schemeClr val="tx1">
                    <a:lumMod val="85000"/>
                    <a:lumOff val="15000"/>
                  </a:schemeClr>
                </a:solidFill>
              </a:defRPr>
            </a:lvl1pPr>
          </a:lstStyle>
          <a:p>
            <a:fld id="{760FBDFE-C587-4B4C-A407-44438C67B59E}" type="datetimeFigureOut">
              <a:rPr lang="zh-CN" altLang="en-US" smtClean="0"/>
              <a:t>2025/11/9 Sunday</a:t>
            </a:fld>
            <a:endParaRPr lang="zh-CN" altLang="en-US"/>
          </a:p>
        </p:txBody>
      </p:sp>
      <p:sp>
        <p:nvSpPr>
          <p:cNvPr id="5" name="页脚占位符 4"/>
          <p:cNvSpPr>
            <a:spLocks noGrp="1"/>
          </p:cNvSpPr>
          <p:nvPr>
            <p:ph type="ftr" sz="quarter" idx="3"/>
            <p:custDataLst>
              <p:tags r:id="rId10"/>
            </p:custDataLst>
          </p:nvPr>
        </p:nvSpPr>
        <p:spPr>
          <a:xfrm>
            <a:off x="4116000" y="6349833"/>
            <a:ext cx="3960000" cy="316800"/>
          </a:xfrm>
          <a:prstGeom prst="rect">
            <a:avLst/>
          </a:prstGeom>
        </p:spPr>
        <p:txBody>
          <a:bodyPr vert="horz" lIns="91440" tIns="45720" rIns="91440" bIns="46800" rtlCol="0" anchor="ctr">
            <a:normAutofit/>
          </a:bodyPr>
          <a:lstStyle>
            <a:lvl1pPr algn="ctr">
              <a:defRPr sz="1200">
                <a:solidFill>
                  <a:schemeClr val="tx1">
                    <a:lumMod val="85000"/>
                    <a:lumOff val="15000"/>
                  </a:schemeClr>
                </a:solidFill>
              </a:defRPr>
            </a:lvl1pPr>
          </a:lstStyle>
          <a:p>
            <a:endParaRPr lang="zh-CN" altLang="en-US"/>
          </a:p>
        </p:txBody>
      </p:sp>
      <p:sp>
        <p:nvSpPr>
          <p:cNvPr id="6" name="灯片编号占位符 5"/>
          <p:cNvSpPr>
            <a:spLocks noGrp="1"/>
          </p:cNvSpPr>
          <p:nvPr>
            <p:ph type="sldNum" sz="quarter" idx="4"/>
            <p:custDataLst>
              <p:tags r:id="rId11"/>
            </p:custDataLst>
          </p:nvPr>
        </p:nvSpPr>
        <p:spPr>
          <a:xfrm>
            <a:off x="8610600" y="6349833"/>
            <a:ext cx="2700000" cy="316800"/>
          </a:xfrm>
          <a:prstGeom prst="rect">
            <a:avLst/>
          </a:prstGeom>
        </p:spPr>
        <p:txBody>
          <a:bodyPr vert="horz" lIns="91440" tIns="45720" rIns="91440" bIns="46800" rtlCol="0" anchor="ctr">
            <a:normAutofit/>
          </a:bodyPr>
          <a:lstStyle>
            <a:lvl1pPr algn="r">
              <a:defRPr sz="1200">
                <a:solidFill>
                  <a:schemeClr val="tx1">
                    <a:lumMod val="85000"/>
                    <a:lumOff val="15000"/>
                  </a:schemeClr>
                </a:solidFill>
              </a:defRPr>
            </a:lvl1pPr>
          </a:lstStyle>
          <a:p>
            <a:fld id="{49AE70B2-8BF9-45C0-BB95-33D1B9D3A854}" type="slidenum">
              <a:rPr lang="zh-CN" altLang="en-US" smtClean="0"/>
              <a:t>‹#›</a:t>
            </a:fld>
            <a:endParaRPr lang="zh-CN" altLang="en-US"/>
          </a:p>
        </p:txBody>
      </p:sp>
      <p:sp>
        <p:nvSpPr>
          <p:cNvPr id="7" name="KSO_TEMPLATE" hidden="1"/>
          <p:cNvSpPr/>
          <p:nvPr>
            <p:custDataLst>
              <p:tags r:id="rId12"/>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120000"/>
        </a:lnSpc>
        <a:spcBef>
          <a:spcPct val="0"/>
        </a:spcBef>
        <a:buNone/>
        <a:defRPr sz="2800" b="1"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33.xml"/><Relationship Id="rId1" Type="http://schemas.openxmlformats.org/officeDocument/2006/relationships/tags" Target="../tags/tag32.xml"/><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slideLayout" Target="../slideLayouts/slideLayout2.xml"/><Relationship Id="rId7" Type="http://schemas.openxmlformats.org/officeDocument/2006/relationships/diagramQuickStyle" Target="../diagrams/quickStyle1.xml"/><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notesSlide" Target="../notesSlides/notesSlide2.xml"/><Relationship Id="rId9" Type="http://schemas.microsoft.com/office/2007/relationships/diagramDrawing" Target="../diagrams/drawing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7.xml"/><Relationship Id="rId1" Type="http://schemas.openxmlformats.org/officeDocument/2006/relationships/tags" Target="../tags/tag36.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tags" Target="../tags/tag38.xml"/><Relationship Id="rId5" Type="http://schemas.openxmlformats.org/officeDocument/2006/relationships/notesSlide" Target="../notesSlides/notesSlide4.xml"/><Relationship Id="rId4"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2.xml"/><Relationship Id="rId1" Type="http://schemas.openxmlformats.org/officeDocument/2006/relationships/tags" Target="../tags/tag4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tags" Target="../tags/tag43.xml"/><Relationship Id="rId5" Type="http://schemas.openxmlformats.org/officeDocument/2006/relationships/notesSlide" Target="../notesSlides/notesSlide6.xml"/><Relationship Id="rId4"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tags" Target="../tags/tag46.xml"/><Relationship Id="rId5" Type="http://schemas.openxmlformats.org/officeDocument/2006/relationships/notesSlide" Target="../notesSlides/notesSlide7.xml"/><Relationship Id="rId4"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5" Type="http://schemas.openxmlformats.org/officeDocument/2006/relationships/notesSlide" Target="../notesSlides/notesSlide8.xml"/><Relationship Id="rId4"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tags" Target="../tags/tag54.xml"/><Relationship Id="rId2" Type="http://schemas.openxmlformats.org/officeDocument/2006/relationships/tags" Target="../tags/tag53.xml"/><Relationship Id="rId1" Type="http://schemas.openxmlformats.org/officeDocument/2006/relationships/tags" Target="../tags/tag52.xml"/><Relationship Id="rId5" Type="http://schemas.openxmlformats.org/officeDocument/2006/relationships/notesSlide" Target="../notesSlides/notesSlide9.xml"/><Relationship Id="rId4"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tags" Target="../tags/tag57.xml"/><Relationship Id="rId2" Type="http://schemas.openxmlformats.org/officeDocument/2006/relationships/tags" Target="../tags/tag56.xml"/><Relationship Id="rId1" Type="http://schemas.openxmlformats.org/officeDocument/2006/relationships/tags" Target="../tags/tag55.xml"/><Relationship Id="rId5" Type="http://schemas.openxmlformats.org/officeDocument/2006/relationships/notesSlide" Target="../notesSlides/notesSlide10.xml"/><Relationship Id="rId4"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 Id="rId5" Type="http://schemas.openxmlformats.org/officeDocument/2006/relationships/notesSlide" Target="../notesSlides/notesSlide11.xml"/><Relationship Id="rId4"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tags" Target="../tags/tag63.xml"/><Relationship Id="rId2" Type="http://schemas.openxmlformats.org/officeDocument/2006/relationships/tags" Target="../tags/tag62.xml"/><Relationship Id="rId1" Type="http://schemas.openxmlformats.org/officeDocument/2006/relationships/tags" Target="../tags/tag61.xml"/><Relationship Id="rId5" Type="http://schemas.openxmlformats.org/officeDocument/2006/relationships/notesSlide" Target="../notesSlides/notesSlide12.xml"/><Relationship Id="rId4"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tags" Target="../tags/tag64.xml"/><Relationship Id="rId5" Type="http://schemas.openxmlformats.org/officeDocument/2006/relationships/notesSlide" Target="../notesSlides/notesSlide13.xml"/><Relationship Id="rId4"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tags" Target="../tags/tag67.xml"/><Relationship Id="rId5" Type="http://schemas.openxmlformats.org/officeDocument/2006/relationships/notesSlide" Target="../notesSlides/notesSlide14.xml"/><Relationship Id="rId4"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tags" Target="../tags/tag72.xml"/><Relationship Id="rId2" Type="http://schemas.openxmlformats.org/officeDocument/2006/relationships/tags" Target="../tags/tag71.xml"/><Relationship Id="rId1" Type="http://schemas.openxmlformats.org/officeDocument/2006/relationships/tags" Target="../tags/tag70.xml"/><Relationship Id="rId5" Type="http://schemas.openxmlformats.org/officeDocument/2006/relationships/notesSlide" Target="../notesSlides/notesSlide15.xml"/><Relationship Id="rId4"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slideLayout" Target="../slideLayouts/slideLayout2.xml"/><Relationship Id="rId7" Type="http://schemas.openxmlformats.org/officeDocument/2006/relationships/diagramColors" Target="../diagrams/colors2.xml"/><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08" name="Rectangle 1107">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已生成图片">
            <a:extLst>
              <a:ext uri="{FF2B5EF4-FFF2-40B4-BE49-F238E27FC236}">
                <a16:creationId xmlns:a16="http://schemas.microsoft.com/office/drawing/2014/main" id="{811B476F-69CA-A86D-2D44-644D3D80022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16647" r="8017" b="34779"/>
          <a:stretch>
            <a:fillRect/>
          </a:stretch>
        </p:blipFill>
        <p:spPr bwMode="auto">
          <a:xfrm>
            <a:off x="3523488" y="10"/>
            <a:ext cx="8668512" cy="685799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110" name="Rectangle 1109">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矩形 3"/>
          <p:cNvSpPr/>
          <p:nvPr>
            <p:custDataLst>
              <p:tags r:id="rId2"/>
            </p:custDataLst>
          </p:nvPr>
        </p:nvSpPr>
        <p:spPr>
          <a:xfrm>
            <a:off x="279401" y="2774187"/>
            <a:ext cx="5129178" cy="1552310"/>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chor="b">
            <a:normAutofit fontScale="77500" lnSpcReduction="20000"/>
            <a:scene3d>
              <a:camera prst="orthographicFront"/>
              <a:lightRig rig="harsh" dir="t"/>
            </a:scene3d>
            <a:sp3d extrusionH="57150" prstMaterial="matte">
              <a:bevelT w="63500" h="12700" prst="angle"/>
              <a:contourClr>
                <a:schemeClr val="bg1">
                  <a:lumMod val="65000"/>
                </a:schemeClr>
              </a:contourClr>
            </a:sp3d>
          </a:bodyPr>
          <a:lstStyle/>
          <a:p>
            <a:pPr lvl="0" algn="ctr">
              <a:lnSpc>
                <a:spcPct val="120000"/>
              </a:lnSpc>
              <a:spcBef>
                <a:spcPct val="0"/>
              </a:spcBef>
              <a:spcAft>
                <a:spcPts val="600"/>
              </a:spcAft>
              <a:defRPr/>
            </a:pPr>
            <a:r>
              <a:rPr lang="zh-CN" altLang="en-US" sz="3600" b="1" dirty="0">
                <a:ln/>
                <a:solidFill>
                  <a:schemeClr val="tx1"/>
                </a:solidFill>
                <a:effectLst>
                  <a:glow rad="228600">
                    <a:schemeClr val="accent3">
                      <a:satMod val="175000"/>
                      <a:alpha val="40000"/>
                    </a:schemeClr>
                  </a:glow>
                </a:effectLst>
                <a:latin typeface="+mj-lt"/>
                <a:ea typeface="+mj-ea"/>
                <a:cs typeface="+mj-cs"/>
                <a:sym typeface="+mn-lt"/>
              </a:rPr>
              <a:t>以受苦的心志为兵器</a:t>
            </a:r>
            <a:endParaRPr lang="en-US" altLang="zh-CN" sz="3600" b="1" dirty="0">
              <a:ln/>
              <a:solidFill>
                <a:schemeClr val="tx1"/>
              </a:solidFill>
              <a:effectLst>
                <a:glow rad="228600">
                  <a:schemeClr val="accent3">
                    <a:satMod val="175000"/>
                    <a:alpha val="40000"/>
                  </a:schemeClr>
                </a:glow>
              </a:effectLst>
              <a:latin typeface="+mj-lt"/>
              <a:ea typeface="+mj-ea"/>
              <a:cs typeface="+mj-cs"/>
              <a:sym typeface="+mn-lt"/>
            </a:endParaRPr>
          </a:p>
          <a:p>
            <a:pPr lvl="0" algn="ctr">
              <a:lnSpc>
                <a:spcPct val="120000"/>
              </a:lnSpc>
              <a:spcBef>
                <a:spcPct val="0"/>
              </a:spcBef>
              <a:spcAft>
                <a:spcPts val="600"/>
              </a:spcAft>
              <a:defRPr/>
            </a:pPr>
            <a:r>
              <a:rPr lang="zh-CN" altLang="en-US" sz="3600" b="1" dirty="0">
                <a:ln/>
                <a:solidFill>
                  <a:schemeClr val="tx1"/>
                </a:solidFill>
                <a:effectLst>
                  <a:glow rad="228600">
                    <a:schemeClr val="accent3">
                      <a:satMod val="175000"/>
                      <a:alpha val="40000"/>
                    </a:schemeClr>
                  </a:glow>
                </a:effectLst>
                <a:latin typeface="+mj-lt"/>
                <a:ea typeface="+mj-ea"/>
                <a:cs typeface="+mj-cs"/>
                <a:sym typeface="+mn-lt"/>
              </a:rPr>
              <a:t>度余下光阴</a:t>
            </a:r>
            <a:endParaRPr lang="en-US" altLang="zh-CN" sz="3600" b="1" dirty="0">
              <a:ln/>
              <a:solidFill>
                <a:schemeClr val="tx1"/>
              </a:solidFill>
              <a:effectLst>
                <a:glow rad="228600">
                  <a:schemeClr val="accent3">
                    <a:satMod val="175000"/>
                    <a:alpha val="40000"/>
                  </a:schemeClr>
                </a:glow>
              </a:effectLst>
              <a:latin typeface="+mj-lt"/>
              <a:ea typeface="+mj-ea"/>
              <a:cs typeface="+mj-cs"/>
              <a:sym typeface="+mn-lt"/>
            </a:endParaRPr>
          </a:p>
          <a:p>
            <a:pPr lvl="0" algn="ctr">
              <a:lnSpc>
                <a:spcPct val="120000"/>
              </a:lnSpc>
              <a:spcBef>
                <a:spcPct val="0"/>
              </a:spcBef>
              <a:spcAft>
                <a:spcPts val="600"/>
              </a:spcAft>
              <a:defRPr/>
            </a:pPr>
            <a:r>
              <a:rPr lang="zh-CN" altLang="en-US" sz="3200" dirty="0">
                <a:solidFill>
                  <a:schemeClr val="tx1"/>
                </a:solidFill>
                <a:latin typeface="+mj-lt"/>
                <a:ea typeface="+mj-ea"/>
                <a:cs typeface="+mj-cs"/>
              </a:rPr>
              <a:t>彼得前书四章</a:t>
            </a:r>
            <a:r>
              <a:rPr lang="en-US" altLang="zh-CN" sz="3200" dirty="0">
                <a:solidFill>
                  <a:schemeClr val="tx1"/>
                </a:solidFill>
                <a:latin typeface="+mj-lt"/>
                <a:ea typeface="+mj-ea"/>
                <a:cs typeface="+mj-cs"/>
              </a:rPr>
              <a:t>1~6</a:t>
            </a:r>
            <a:r>
              <a:rPr lang="zh-CN" altLang="en-US" sz="3200" dirty="0">
                <a:solidFill>
                  <a:schemeClr val="tx1"/>
                </a:solidFill>
                <a:latin typeface="+mj-lt"/>
                <a:ea typeface="+mj-ea"/>
                <a:cs typeface="+mj-cs"/>
              </a:rPr>
              <a:t>节</a:t>
            </a:r>
            <a:endParaRPr lang="en-US" altLang="zh-CN" sz="3200" dirty="0">
              <a:ln w="0"/>
              <a:solidFill>
                <a:schemeClr val="tx1"/>
              </a:solidFill>
              <a:effectLst>
                <a:outerShdw blurRad="38100" dist="19050" dir="2700000" algn="tl" rotWithShape="0">
                  <a:schemeClr val="dk1">
                    <a:alpha val="40000"/>
                  </a:schemeClr>
                </a:outerShdw>
              </a:effectLst>
              <a:latin typeface="+mj-lt"/>
              <a:ea typeface="+mj-ea"/>
              <a:cs typeface="+mj-cs"/>
              <a:sym typeface="+mn-lt"/>
            </a:endParaRPr>
          </a:p>
        </p:txBody>
      </p:sp>
      <p:sp>
        <p:nvSpPr>
          <p:cNvPr id="1112" name="Rectangle 1111">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114" name="Rectangle 1113">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AutoShape 2" descr="已生成图片">
            <a:extLst>
              <a:ext uri="{FF2B5EF4-FFF2-40B4-BE49-F238E27FC236}">
                <a16:creationId xmlns:a16="http://schemas.microsoft.com/office/drawing/2014/main" id="{24DE42EC-EC44-2699-E5D1-55EC7E299B2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Tree>
    <p:custDataLst>
      <p:tags r:id="rId1"/>
    </p:custDataLst>
    <p:extLst>
      <p:ext uri="{BB962C8B-B14F-4D97-AF65-F5344CB8AC3E}">
        <p14:creationId xmlns:p14="http://schemas.microsoft.com/office/powerpoint/2010/main" val="19114917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5257800" y="139761"/>
            <a:ext cx="6934200" cy="830997"/>
          </a:xfrm>
          <a:prstGeom prst="rect">
            <a:avLst/>
          </a:prstGeom>
          <a:noFill/>
        </p:spPr>
        <p:txBody>
          <a:bodyPr wrap="square" rtlCol="0">
            <a:spAutoFit/>
          </a:bodyPr>
          <a:lstStyle/>
          <a:p>
            <a:pPr algn="r">
              <a:spcAft>
                <a:spcPts val="600"/>
              </a:spcAft>
            </a:pPr>
            <a:r>
              <a:rPr lang="zh-CN" altLang="en-US" sz="4800" dirty="0">
                <a:latin typeface="方正屏显雅宋_GBK" panose="02010600010101010101" pitchFamily="2" charset="-122"/>
                <a:ea typeface="方正屏显雅宋_GBK" panose="02010600010101010101" pitchFamily="2" charset="-122"/>
              </a:rPr>
              <a:t>前言</a:t>
            </a:r>
            <a:endParaRPr lang="zh-CN" altLang="zh-CN" sz="4800" dirty="0">
              <a:latin typeface="方正屏显雅宋_GBK" panose="02010600010101010101" pitchFamily="2" charset="-122"/>
              <a:ea typeface="方正屏显雅宋_GBK" panose="02010600010101010101" pitchFamily="2" charset="-122"/>
            </a:endParaRPr>
          </a:p>
        </p:txBody>
      </p:sp>
      <p:graphicFrame>
        <p:nvGraphicFramePr>
          <p:cNvPr id="3" name="文本框 2">
            <a:extLst>
              <a:ext uri="{FF2B5EF4-FFF2-40B4-BE49-F238E27FC236}">
                <a16:creationId xmlns:a16="http://schemas.microsoft.com/office/drawing/2014/main" id="{7EB314CC-7FA2-2824-BC32-28291A20FBE2}"/>
              </a:ext>
            </a:extLst>
          </p:cNvPr>
          <p:cNvGraphicFramePr/>
          <p:nvPr>
            <p:extLst>
              <p:ext uri="{D42A27DB-BD31-4B8C-83A1-F6EECF244321}">
                <p14:modId xmlns:p14="http://schemas.microsoft.com/office/powerpoint/2010/main" val="4062483275"/>
              </p:ext>
            </p:extLst>
          </p:nvPr>
        </p:nvGraphicFramePr>
        <p:xfrm>
          <a:off x="623888" y="1461739"/>
          <a:ext cx="10944225" cy="4352544"/>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ustDataLst>
      <p:tags r:id="rId1"/>
    </p:custDataLst>
    <p:extLst>
      <p:ext uri="{BB962C8B-B14F-4D97-AF65-F5344CB8AC3E}">
        <p14:creationId xmlns:p14="http://schemas.microsoft.com/office/powerpoint/2010/main" val="34187908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FF9BF7C3-9929-69BC-A1CA-30EBD45BF72F}"/>
              </a:ext>
            </a:extLst>
          </p:cNvPr>
          <p:cNvSpPr txBox="1"/>
          <p:nvPr/>
        </p:nvSpPr>
        <p:spPr>
          <a:xfrm>
            <a:off x="0" y="723692"/>
            <a:ext cx="12192000" cy="613430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0" marR="0">
              <a:lnSpc>
                <a:spcPct val="150000"/>
              </a:lnSpc>
              <a:spcBef>
                <a:spcPts val="0"/>
              </a:spcBef>
              <a:spcAft>
                <a:spcPts val="0"/>
              </a:spcAft>
            </a:pPr>
            <a:r>
              <a:rPr lang="en-US" altLang="zh-CN" sz="2400" dirty="0">
                <a:effectLst/>
                <a:latin typeface="方正屏显雅宋_GBK" panose="02010600010101010101" pitchFamily="2" charset="-122"/>
                <a:ea typeface="方正屏显雅宋_GBK" panose="02010600010101010101" pitchFamily="2" charset="-122"/>
              </a:rPr>
              <a:t>【</a:t>
            </a:r>
            <a:r>
              <a:rPr lang="zh-CN" altLang="en-US" sz="2400" dirty="0">
                <a:effectLst/>
                <a:latin typeface="方正屏显雅宋_GBK" panose="02010600010101010101" pitchFamily="2" charset="-122"/>
                <a:ea typeface="方正屏显雅宋_GBK" panose="02010600010101010101" pitchFamily="2" charset="-122"/>
              </a:rPr>
              <a:t>彼前</a:t>
            </a:r>
            <a:r>
              <a:rPr lang="en-US" altLang="zh-CN" sz="2400" dirty="0">
                <a:effectLst/>
                <a:latin typeface="方正屏显雅宋_GBK" panose="02010600010101010101" pitchFamily="2" charset="-122"/>
                <a:ea typeface="方正屏显雅宋_GBK" panose="02010600010101010101" pitchFamily="2" charset="-122"/>
              </a:rPr>
              <a:t>4:1】</a:t>
            </a:r>
            <a:r>
              <a:rPr lang="zh-CN" altLang="en-US" sz="2400" dirty="0">
                <a:effectLst/>
                <a:latin typeface="方正屏显雅宋_GBK" panose="02010600010101010101" pitchFamily="2" charset="-122"/>
                <a:ea typeface="方正屏显雅宋_GBK" panose="02010600010101010101" pitchFamily="2" charset="-122"/>
              </a:rPr>
              <a:t>基督既在肉身受苦，你们也当将这样的心志作为兵器，因为在肉身受过苦的，就</a:t>
            </a:r>
            <a:r>
              <a:rPr lang="zh-CN" altLang="en-US" sz="2400" b="1" dirty="0">
                <a:solidFill>
                  <a:srgbClr val="FF0000"/>
                </a:solidFill>
                <a:effectLst/>
                <a:latin typeface="方正屏显雅宋_GBK" panose="02010600010101010101" pitchFamily="2" charset="-122"/>
                <a:ea typeface="方正屏显雅宋_GBK" panose="02010600010101010101" pitchFamily="2" charset="-122"/>
              </a:rPr>
              <a:t>已经与罪断绝</a:t>
            </a:r>
            <a:r>
              <a:rPr lang="zh-CN" altLang="en-US" sz="2400" dirty="0">
                <a:effectLst/>
                <a:latin typeface="方正屏显雅宋_GBK" panose="02010600010101010101" pitchFamily="2" charset="-122"/>
                <a:ea typeface="方正屏显雅宋_GBK" panose="02010600010101010101" pitchFamily="2" charset="-122"/>
              </a:rPr>
              <a:t>了。</a:t>
            </a:r>
          </a:p>
          <a:p>
            <a:pPr marL="0" marR="0">
              <a:lnSpc>
                <a:spcPct val="150000"/>
              </a:lnSpc>
              <a:spcBef>
                <a:spcPts val="0"/>
              </a:spcBef>
              <a:spcAft>
                <a:spcPts val="0"/>
              </a:spcAft>
            </a:pPr>
            <a:r>
              <a:rPr lang="en-US" altLang="zh-CN" sz="2400" dirty="0">
                <a:effectLst/>
                <a:latin typeface="方正屏显雅宋_GBK" panose="02010600010101010101" pitchFamily="2" charset="-122"/>
                <a:ea typeface="方正屏显雅宋_GBK" panose="02010600010101010101" pitchFamily="2" charset="-122"/>
              </a:rPr>
              <a:t>【</a:t>
            </a:r>
            <a:r>
              <a:rPr lang="zh-CN" altLang="en-US" sz="2400" dirty="0">
                <a:effectLst/>
                <a:latin typeface="方正屏显雅宋_GBK" panose="02010600010101010101" pitchFamily="2" charset="-122"/>
                <a:ea typeface="方正屏显雅宋_GBK" panose="02010600010101010101" pitchFamily="2" charset="-122"/>
              </a:rPr>
              <a:t>彼前</a:t>
            </a:r>
            <a:r>
              <a:rPr lang="en-US" altLang="zh-CN" sz="2400" dirty="0">
                <a:effectLst/>
                <a:latin typeface="方正屏显雅宋_GBK" panose="02010600010101010101" pitchFamily="2" charset="-122"/>
                <a:ea typeface="方正屏显雅宋_GBK" panose="02010600010101010101" pitchFamily="2" charset="-122"/>
              </a:rPr>
              <a:t>4:2】</a:t>
            </a:r>
            <a:r>
              <a:rPr lang="zh-CN" altLang="en-US" sz="2400" dirty="0">
                <a:effectLst/>
                <a:latin typeface="方正屏显雅宋_GBK" panose="02010600010101010101" pitchFamily="2" charset="-122"/>
                <a:ea typeface="方正屏显雅宋_GBK" panose="02010600010101010101" pitchFamily="2" charset="-122"/>
              </a:rPr>
              <a:t>你们存这样的心，从今以后就可以不从人的情欲，只从　神的旨意，在世度余下的光阴。</a:t>
            </a:r>
          </a:p>
          <a:p>
            <a:pPr marL="0" marR="0">
              <a:lnSpc>
                <a:spcPct val="150000"/>
              </a:lnSpc>
              <a:spcBef>
                <a:spcPts val="0"/>
              </a:spcBef>
              <a:spcAft>
                <a:spcPts val="0"/>
              </a:spcAft>
            </a:pPr>
            <a:r>
              <a:rPr lang="en-US" altLang="zh-CN" sz="2400" dirty="0">
                <a:effectLst/>
                <a:latin typeface="方正屏显雅宋_GBK" panose="02010600010101010101" pitchFamily="2" charset="-122"/>
                <a:ea typeface="方正屏显雅宋_GBK" panose="02010600010101010101" pitchFamily="2" charset="-122"/>
              </a:rPr>
              <a:t>【</a:t>
            </a:r>
            <a:r>
              <a:rPr lang="zh-CN" altLang="en-US" sz="2400" dirty="0">
                <a:effectLst/>
                <a:latin typeface="方正屏显雅宋_GBK" panose="02010600010101010101" pitchFamily="2" charset="-122"/>
                <a:ea typeface="方正屏显雅宋_GBK" panose="02010600010101010101" pitchFamily="2" charset="-122"/>
              </a:rPr>
              <a:t>彼前</a:t>
            </a:r>
            <a:r>
              <a:rPr lang="en-US" altLang="zh-CN" sz="2400" dirty="0">
                <a:effectLst/>
                <a:latin typeface="方正屏显雅宋_GBK" panose="02010600010101010101" pitchFamily="2" charset="-122"/>
                <a:ea typeface="方正屏显雅宋_GBK" panose="02010600010101010101" pitchFamily="2" charset="-122"/>
              </a:rPr>
              <a:t>4:3】</a:t>
            </a:r>
            <a:r>
              <a:rPr lang="zh-CN" altLang="en-US" sz="2400" dirty="0">
                <a:effectLst/>
                <a:latin typeface="方正屏显雅宋_GBK" panose="02010600010101010101" pitchFamily="2" charset="-122"/>
                <a:ea typeface="方正屏显雅宋_GBK" panose="02010600010101010101" pitchFamily="2" charset="-122"/>
              </a:rPr>
              <a:t>因为往日随从外邦人的心意行邪淫、恶欲、醉酒、荒宴、群饮，并可恶拜偶像的事，时候已经够了。</a:t>
            </a:r>
          </a:p>
          <a:p>
            <a:pPr marL="0" marR="0">
              <a:lnSpc>
                <a:spcPct val="150000"/>
              </a:lnSpc>
              <a:spcBef>
                <a:spcPts val="0"/>
              </a:spcBef>
              <a:spcAft>
                <a:spcPts val="0"/>
              </a:spcAft>
            </a:pPr>
            <a:r>
              <a:rPr lang="en-US" altLang="zh-CN" sz="2400" dirty="0">
                <a:effectLst/>
                <a:latin typeface="方正屏显雅宋_GBK" panose="02010600010101010101" pitchFamily="2" charset="-122"/>
                <a:ea typeface="方正屏显雅宋_GBK" panose="02010600010101010101" pitchFamily="2" charset="-122"/>
              </a:rPr>
              <a:t>【</a:t>
            </a:r>
            <a:r>
              <a:rPr lang="zh-CN" altLang="en-US" sz="2400" dirty="0">
                <a:effectLst/>
                <a:latin typeface="方正屏显雅宋_GBK" panose="02010600010101010101" pitchFamily="2" charset="-122"/>
                <a:ea typeface="方正屏显雅宋_GBK" panose="02010600010101010101" pitchFamily="2" charset="-122"/>
              </a:rPr>
              <a:t>彼前</a:t>
            </a:r>
            <a:r>
              <a:rPr lang="en-US" altLang="zh-CN" sz="2400" dirty="0">
                <a:effectLst/>
                <a:latin typeface="方正屏显雅宋_GBK" panose="02010600010101010101" pitchFamily="2" charset="-122"/>
                <a:ea typeface="方正屏显雅宋_GBK" panose="02010600010101010101" pitchFamily="2" charset="-122"/>
              </a:rPr>
              <a:t>4:4】</a:t>
            </a:r>
            <a:r>
              <a:rPr lang="zh-CN" altLang="en-US" sz="2400" dirty="0">
                <a:effectLst/>
                <a:latin typeface="方正屏显雅宋_GBK" panose="02010600010101010101" pitchFamily="2" charset="-122"/>
                <a:ea typeface="方正屏显雅宋_GBK" panose="02010600010101010101" pitchFamily="2" charset="-122"/>
              </a:rPr>
              <a:t>他们在这些事上，见你们不与他们同奔那放荡无度的路，就以为怪，毁谤你们。</a:t>
            </a:r>
          </a:p>
          <a:p>
            <a:pPr marL="0" marR="0">
              <a:lnSpc>
                <a:spcPct val="150000"/>
              </a:lnSpc>
              <a:spcBef>
                <a:spcPts val="0"/>
              </a:spcBef>
              <a:spcAft>
                <a:spcPts val="0"/>
              </a:spcAft>
            </a:pPr>
            <a:r>
              <a:rPr lang="en-US" altLang="zh-CN" sz="2400" dirty="0">
                <a:effectLst/>
                <a:latin typeface="方正屏显雅宋_GBK" panose="02010600010101010101" pitchFamily="2" charset="-122"/>
                <a:ea typeface="方正屏显雅宋_GBK" panose="02010600010101010101" pitchFamily="2" charset="-122"/>
              </a:rPr>
              <a:t>【</a:t>
            </a:r>
            <a:r>
              <a:rPr lang="zh-CN" altLang="en-US" sz="2400" dirty="0">
                <a:effectLst/>
                <a:latin typeface="方正屏显雅宋_GBK" panose="02010600010101010101" pitchFamily="2" charset="-122"/>
                <a:ea typeface="方正屏显雅宋_GBK" panose="02010600010101010101" pitchFamily="2" charset="-122"/>
              </a:rPr>
              <a:t>彼前</a:t>
            </a:r>
            <a:r>
              <a:rPr lang="en-US" altLang="zh-CN" sz="2400" dirty="0">
                <a:effectLst/>
                <a:latin typeface="方正屏显雅宋_GBK" panose="02010600010101010101" pitchFamily="2" charset="-122"/>
                <a:ea typeface="方正屏显雅宋_GBK" panose="02010600010101010101" pitchFamily="2" charset="-122"/>
              </a:rPr>
              <a:t>4:5】</a:t>
            </a:r>
            <a:r>
              <a:rPr lang="zh-CN" altLang="en-US" sz="2400" dirty="0">
                <a:effectLst/>
                <a:latin typeface="方正屏显雅宋_GBK" panose="02010600010101010101" pitchFamily="2" charset="-122"/>
                <a:ea typeface="方正屏显雅宋_GBK" panose="02010600010101010101" pitchFamily="2" charset="-122"/>
              </a:rPr>
              <a:t>他们必在那将要审判活人死人的</a:t>
            </a:r>
            <a:r>
              <a:rPr lang="zh-CN" altLang="en-US" sz="2400" b="1" dirty="0">
                <a:solidFill>
                  <a:srgbClr val="C00000"/>
                </a:solidFill>
                <a:effectLst/>
                <a:latin typeface="方正屏显雅宋_GBK" panose="02010600010101010101" pitchFamily="2" charset="-122"/>
                <a:ea typeface="方正屏显雅宋_GBK" panose="02010600010101010101" pitchFamily="2" charset="-122"/>
              </a:rPr>
              <a:t>主面前交账</a:t>
            </a:r>
            <a:r>
              <a:rPr lang="zh-CN" altLang="en-US" sz="2400" dirty="0">
                <a:effectLst/>
                <a:latin typeface="方正屏显雅宋_GBK" panose="02010600010101010101" pitchFamily="2" charset="-122"/>
                <a:ea typeface="方正屏显雅宋_GBK" panose="02010600010101010101" pitchFamily="2" charset="-122"/>
              </a:rPr>
              <a:t>。</a:t>
            </a:r>
          </a:p>
          <a:p>
            <a:pPr marL="0" marR="0">
              <a:lnSpc>
                <a:spcPct val="150000"/>
              </a:lnSpc>
              <a:spcBef>
                <a:spcPts val="0"/>
              </a:spcBef>
              <a:spcAft>
                <a:spcPts val="0"/>
              </a:spcAft>
            </a:pPr>
            <a:r>
              <a:rPr lang="en-US" altLang="zh-CN" sz="2400" dirty="0">
                <a:effectLst/>
                <a:latin typeface="方正屏显雅宋_GBK" panose="02010600010101010101" pitchFamily="2" charset="-122"/>
                <a:ea typeface="方正屏显雅宋_GBK" panose="02010600010101010101" pitchFamily="2" charset="-122"/>
              </a:rPr>
              <a:t>【</a:t>
            </a:r>
            <a:r>
              <a:rPr lang="zh-CN" altLang="en-US" sz="2400" dirty="0">
                <a:effectLst/>
                <a:latin typeface="方正屏显雅宋_GBK" panose="02010600010101010101" pitchFamily="2" charset="-122"/>
                <a:ea typeface="方正屏显雅宋_GBK" panose="02010600010101010101" pitchFamily="2" charset="-122"/>
              </a:rPr>
              <a:t>彼前</a:t>
            </a:r>
            <a:r>
              <a:rPr lang="en-US" altLang="zh-CN" sz="2400" dirty="0">
                <a:effectLst/>
                <a:latin typeface="方正屏显雅宋_GBK" panose="02010600010101010101" pitchFamily="2" charset="-122"/>
                <a:ea typeface="方正屏显雅宋_GBK" panose="02010600010101010101" pitchFamily="2" charset="-122"/>
              </a:rPr>
              <a:t>4:6】</a:t>
            </a:r>
            <a:r>
              <a:rPr lang="zh-CN" altLang="en-US" sz="2400" dirty="0">
                <a:effectLst/>
                <a:latin typeface="方正屏显雅宋_GBK" panose="02010600010101010101" pitchFamily="2" charset="-122"/>
                <a:ea typeface="方正屏显雅宋_GBK" panose="02010600010101010101" pitchFamily="2" charset="-122"/>
              </a:rPr>
              <a:t>为此，就是死人也曾有福音传给他们，要叫他们的肉体按着人受审判，他们的灵性却靠　神活着。</a:t>
            </a:r>
          </a:p>
        </p:txBody>
      </p:sp>
      <p:sp>
        <p:nvSpPr>
          <p:cNvPr id="2" name="文本框 1">
            <a:extLst>
              <a:ext uri="{FF2B5EF4-FFF2-40B4-BE49-F238E27FC236}">
                <a16:creationId xmlns:a16="http://schemas.microsoft.com/office/drawing/2014/main" id="{95A7D7BC-5F8D-EE76-0D18-39F6F132CCC7}"/>
              </a:ext>
            </a:extLst>
          </p:cNvPr>
          <p:cNvSpPr txBox="1"/>
          <p:nvPr>
            <p:custDataLst>
              <p:tags r:id="rId2"/>
            </p:custDataLst>
          </p:nvPr>
        </p:nvSpPr>
        <p:spPr>
          <a:xfrm>
            <a:off x="5257800" y="139761"/>
            <a:ext cx="6934200" cy="830997"/>
          </a:xfrm>
          <a:prstGeom prst="rect">
            <a:avLst/>
          </a:prstGeom>
          <a:noFill/>
        </p:spPr>
        <p:txBody>
          <a:bodyPr wrap="square" rtlCol="0">
            <a:spAutoFit/>
          </a:bodyPr>
          <a:lstStyle/>
          <a:p>
            <a:pPr>
              <a:spcAft>
                <a:spcPts val="600"/>
              </a:spcAft>
            </a:pPr>
            <a:r>
              <a:rPr lang="zh-CN" altLang="en-US" sz="4800" b="1" dirty="0">
                <a:solidFill>
                  <a:schemeClr val="tx1">
                    <a:lumMod val="85000"/>
                    <a:lumOff val="15000"/>
                  </a:schemeClr>
                </a:solidFill>
                <a:latin typeface="方正屏显雅宋_GBK" panose="02010600010101010101" pitchFamily="2" charset="-122"/>
                <a:ea typeface="方正屏显雅宋_GBK" panose="02010600010101010101" pitchFamily="2" charset="-122"/>
                <a:cs typeface="+mn-ea"/>
                <a:sym typeface="+mn-lt"/>
              </a:rPr>
              <a:t>经文：</a:t>
            </a:r>
            <a:r>
              <a:rPr lang="zh-CN" altLang="en-US" sz="4800" b="1" dirty="0">
                <a:latin typeface="方正屏显雅宋_GBK" panose="02010600010101010101" pitchFamily="2" charset="-122"/>
                <a:ea typeface="方正屏显雅宋_GBK" panose="02010600010101010101" pitchFamily="2" charset="-122"/>
              </a:rPr>
              <a:t>彼前四章</a:t>
            </a:r>
            <a:r>
              <a:rPr lang="en-US" altLang="zh-CN" sz="4800" b="1" dirty="0">
                <a:latin typeface="方正屏显雅宋_GBK" panose="02010600010101010101" pitchFamily="2" charset="-122"/>
                <a:ea typeface="方正屏显雅宋_GBK" panose="02010600010101010101" pitchFamily="2" charset="-122"/>
              </a:rPr>
              <a:t>1~6</a:t>
            </a:r>
            <a:r>
              <a:rPr lang="zh-CN" altLang="en-US" sz="4800" b="1" dirty="0">
                <a:latin typeface="方正屏显雅宋_GBK" panose="02010600010101010101" pitchFamily="2" charset="-122"/>
                <a:ea typeface="方正屏显雅宋_GBK" panose="02010600010101010101" pitchFamily="2" charset="-122"/>
              </a:rPr>
              <a:t>节</a:t>
            </a:r>
            <a:endParaRPr lang="zh-CN" altLang="zh-CN" sz="4800" dirty="0">
              <a:latin typeface="方正屏显雅宋_GBK" panose="02010600010101010101" pitchFamily="2" charset="-122"/>
              <a:ea typeface="方正屏显雅宋_GBK" panose="02010600010101010101" pitchFamily="2" charset="-122"/>
            </a:endParaRPr>
          </a:p>
        </p:txBody>
      </p:sp>
      <p:sp>
        <p:nvSpPr>
          <p:cNvPr id="6" name="矩形 5">
            <a:extLst>
              <a:ext uri="{FF2B5EF4-FFF2-40B4-BE49-F238E27FC236}">
                <a16:creationId xmlns:a16="http://schemas.microsoft.com/office/drawing/2014/main" id="{9B0DA5D5-D5F8-0BF5-7039-25D277A38794}"/>
              </a:ext>
            </a:extLst>
          </p:cNvPr>
          <p:cNvSpPr/>
          <p:nvPr/>
        </p:nvSpPr>
        <p:spPr>
          <a:xfrm>
            <a:off x="8428776" y="1897701"/>
            <a:ext cx="2254313" cy="45267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连接符 7">
            <a:extLst>
              <a:ext uri="{FF2B5EF4-FFF2-40B4-BE49-F238E27FC236}">
                <a16:creationId xmlns:a16="http://schemas.microsoft.com/office/drawing/2014/main" id="{EDC9F361-B63E-89E2-DAF1-A52ED6092FD2}"/>
              </a:ext>
            </a:extLst>
          </p:cNvPr>
          <p:cNvCxnSpPr>
            <a:cxnSpLocks/>
          </p:cNvCxnSpPr>
          <p:nvPr/>
        </p:nvCxnSpPr>
        <p:spPr>
          <a:xfrm>
            <a:off x="162963" y="1828800"/>
            <a:ext cx="2399168"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id="{05AC09AD-B44B-E802-4D26-4A22FF68B6DC}"/>
              </a:ext>
            </a:extLst>
          </p:cNvPr>
          <p:cNvSpPr/>
          <p:nvPr/>
        </p:nvSpPr>
        <p:spPr>
          <a:xfrm>
            <a:off x="8153023" y="864114"/>
            <a:ext cx="716733" cy="45267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a:extLst>
              <a:ext uri="{FF2B5EF4-FFF2-40B4-BE49-F238E27FC236}">
                <a16:creationId xmlns:a16="http://schemas.microsoft.com/office/drawing/2014/main" id="{74935337-67B1-51DB-111E-1326744B169C}"/>
              </a:ext>
            </a:extLst>
          </p:cNvPr>
          <p:cNvCxnSpPr>
            <a:cxnSpLocks/>
          </p:cNvCxnSpPr>
          <p:nvPr/>
        </p:nvCxnSpPr>
        <p:spPr>
          <a:xfrm>
            <a:off x="10275684" y="1313769"/>
            <a:ext cx="1591901"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7028868" y="139761"/>
            <a:ext cx="5163132" cy="830997"/>
          </a:xfrm>
          <a:prstGeom prst="rect">
            <a:avLst/>
          </a:prstGeom>
          <a:noFill/>
        </p:spPr>
        <p:txBody>
          <a:bodyPr wrap="square" rtlCol="0">
            <a:spAutoFit/>
          </a:bodyPr>
          <a:lstStyle/>
          <a:p>
            <a:pPr algn="r"/>
            <a:r>
              <a:rPr lang="zh-CN" altLang="en-US" sz="4800" b="1" dirty="0">
                <a:solidFill>
                  <a:schemeClr val="tx1">
                    <a:lumMod val="85000"/>
                    <a:lumOff val="15000"/>
                  </a:schemeClr>
                </a:solidFill>
                <a:latin typeface="方正屏显雅宋_GBK" panose="02010600010101010101" pitchFamily="2" charset="-122"/>
                <a:ea typeface="方正屏显雅宋_GBK" panose="02010600010101010101" pitchFamily="2" charset="-122"/>
                <a:cs typeface="+mn-ea"/>
                <a:sym typeface="+mn-lt"/>
              </a:rPr>
              <a:t>分段</a:t>
            </a:r>
          </a:p>
        </p:txBody>
      </p:sp>
      <p:sp>
        <p:nvSpPr>
          <p:cNvPr id="2" name="文本框 1"/>
          <p:cNvSpPr txBox="1"/>
          <p:nvPr>
            <p:custDataLst>
              <p:tags r:id="rId3"/>
            </p:custDataLst>
          </p:nvPr>
        </p:nvSpPr>
        <p:spPr>
          <a:xfrm>
            <a:off x="1395530" y="1794514"/>
            <a:ext cx="10596445" cy="3268972"/>
          </a:xfrm>
          <a:prstGeom prst="rect">
            <a:avLst/>
          </a:prstGeom>
          <a:noFill/>
        </p:spPr>
        <p:txBody>
          <a:bodyPr wrap="square" rtlCol="0" anchor="t">
            <a:spAutoFit/>
          </a:bodyPr>
          <a:lstStyle/>
          <a:p>
            <a:pPr>
              <a:lnSpc>
                <a:spcPct val="200000"/>
              </a:lnSpc>
            </a:pPr>
            <a:r>
              <a:rPr lang="zh-CN" altLang="en-US" sz="3600" dirty="0">
                <a:latin typeface="方正屏显雅宋_GBK" panose="02010600010101010101" pitchFamily="2" charset="-122"/>
                <a:ea typeface="方正屏显雅宋_GBK" panose="02010600010101010101" pitchFamily="2" charset="-122"/>
              </a:rPr>
              <a:t>第一段：</a:t>
            </a:r>
            <a:r>
              <a:rPr lang="en-US" altLang="zh-CN" sz="3600" dirty="0">
                <a:latin typeface="方正屏显雅宋_GBK" panose="02010600010101010101" pitchFamily="2" charset="-122"/>
                <a:ea typeface="方正屏显雅宋_GBK" panose="02010600010101010101" pitchFamily="2" charset="-122"/>
              </a:rPr>
              <a:t>1</a:t>
            </a:r>
            <a:r>
              <a:rPr lang="zh-CN" altLang="en-US" sz="3600" dirty="0">
                <a:latin typeface="方正屏显雅宋_GBK" panose="02010600010101010101" pitchFamily="2" charset="-122"/>
                <a:ea typeface="方正屏显雅宋_GBK" panose="02010600010101010101" pitchFamily="2" charset="-122"/>
              </a:rPr>
              <a:t>、</a:t>
            </a:r>
            <a:r>
              <a:rPr lang="en-US" altLang="zh-CN" sz="3600" dirty="0">
                <a:latin typeface="方正屏显雅宋_GBK" panose="02010600010101010101" pitchFamily="2" charset="-122"/>
                <a:ea typeface="方正屏显雅宋_GBK" panose="02010600010101010101" pitchFamily="2" charset="-122"/>
              </a:rPr>
              <a:t>2</a:t>
            </a:r>
            <a:r>
              <a:rPr lang="zh-CN" altLang="en-US" sz="3600" dirty="0">
                <a:latin typeface="方正屏显雅宋_GBK" panose="02010600010101010101" pitchFamily="2" charset="-122"/>
                <a:ea typeface="方正屏显雅宋_GBK" panose="02010600010101010101" pitchFamily="2" charset="-122"/>
              </a:rPr>
              <a:t>节，属神子民以受苦心志为兵器。</a:t>
            </a:r>
          </a:p>
          <a:p>
            <a:pPr>
              <a:lnSpc>
                <a:spcPct val="200000"/>
              </a:lnSpc>
            </a:pPr>
            <a:r>
              <a:rPr lang="zh-CN" altLang="en-US" sz="3600" dirty="0">
                <a:latin typeface="方正屏显雅宋_GBK" panose="02010600010101010101" pitchFamily="2" charset="-122"/>
                <a:ea typeface="方正屏显雅宋_GBK" panose="02010600010101010101" pitchFamily="2" charset="-122"/>
              </a:rPr>
              <a:t>第二段：</a:t>
            </a:r>
            <a:r>
              <a:rPr lang="en-US" altLang="zh-CN" sz="3600" dirty="0">
                <a:latin typeface="方正屏显雅宋_GBK" panose="02010600010101010101" pitchFamily="2" charset="-122"/>
                <a:ea typeface="方正屏显雅宋_GBK" panose="02010600010101010101" pitchFamily="2" charset="-122"/>
              </a:rPr>
              <a:t>3</a:t>
            </a:r>
            <a:r>
              <a:rPr lang="zh-CN" altLang="en-US" sz="3600" dirty="0">
                <a:latin typeface="方正屏显雅宋_GBK" panose="02010600010101010101" pitchFamily="2" charset="-122"/>
                <a:ea typeface="方正屏显雅宋_GBK" panose="02010600010101010101" pitchFamily="2" charset="-122"/>
              </a:rPr>
              <a:t>、</a:t>
            </a:r>
            <a:r>
              <a:rPr lang="en-US" altLang="zh-CN" sz="3600" dirty="0">
                <a:latin typeface="方正屏显雅宋_GBK" panose="02010600010101010101" pitchFamily="2" charset="-122"/>
                <a:ea typeface="方正屏显雅宋_GBK" panose="02010600010101010101" pitchFamily="2" charset="-122"/>
              </a:rPr>
              <a:t>4</a:t>
            </a:r>
            <a:r>
              <a:rPr lang="zh-CN" altLang="en-US" sz="3600" dirty="0">
                <a:latin typeface="方正屏显雅宋_GBK" panose="02010600010101010101" pitchFamily="2" charset="-122"/>
                <a:ea typeface="方正屏显雅宋_GBK" panose="02010600010101010101" pitchFamily="2" charset="-122"/>
              </a:rPr>
              <a:t>、</a:t>
            </a:r>
            <a:r>
              <a:rPr lang="en-US" altLang="zh-CN" sz="3600" dirty="0">
                <a:latin typeface="方正屏显雅宋_GBK" panose="02010600010101010101" pitchFamily="2" charset="-122"/>
                <a:ea typeface="方正屏显雅宋_GBK" panose="02010600010101010101" pitchFamily="2" charset="-122"/>
              </a:rPr>
              <a:t>5</a:t>
            </a:r>
            <a:r>
              <a:rPr lang="zh-CN" altLang="en-US" sz="3600" dirty="0">
                <a:latin typeface="方正屏显雅宋_GBK" panose="02010600010101010101" pitchFamily="2" charset="-122"/>
                <a:ea typeface="方正屏显雅宋_GBK" panose="02010600010101010101" pitchFamily="2" charset="-122"/>
              </a:rPr>
              <a:t>节，世人度光阴的方式。</a:t>
            </a:r>
          </a:p>
          <a:p>
            <a:pPr>
              <a:lnSpc>
                <a:spcPct val="200000"/>
              </a:lnSpc>
            </a:pPr>
            <a:r>
              <a:rPr lang="zh-CN" altLang="en-US" sz="3600" dirty="0">
                <a:latin typeface="方正屏显雅宋_GBK" panose="02010600010101010101" pitchFamily="2" charset="-122"/>
                <a:ea typeface="方正屏显雅宋_GBK" panose="02010600010101010101" pitchFamily="2" charset="-122"/>
              </a:rPr>
              <a:t>第三段：</a:t>
            </a:r>
            <a:r>
              <a:rPr lang="en-US" altLang="zh-CN" sz="3600" dirty="0">
                <a:latin typeface="方正屏显雅宋_GBK" panose="02010600010101010101" pitchFamily="2" charset="-122"/>
                <a:ea typeface="方正屏显雅宋_GBK" panose="02010600010101010101" pitchFamily="2" charset="-122"/>
              </a:rPr>
              <a:t>6</a:t>
            </a:r>
            <a:r>
              <a:rPr lang="zh-CN" altLang="en-US" sz="3600" dirty="0">
                <a:latin typeface="方正屏显雅宋_GBK" panose="02010600010101010101" pitchFamily="2" charset="-122"/>
                <a:ea typeface="方正屏显雅宋_GBK" panose="02010600010101010101" pitchFamily="2" charset="-122"/>
              </a:rPr>
              <a:t>节，将来的结局。</a:t>
            </a:r>
          </a:p>
        </p:txBody>
      </p:sp>
      <p:sp>
        <p:nvSpPr>
          <p:cNvPr id="4" name="文本框 3">
            <a:extLst>
              <a:ext uri="{FF2B5EF4-FFF2-40B4-BE49-F238E27FC236}">
                <a16:creationId xmlns:a16="http://schemas.microsoft.com/office/drawing/2014/main" id="{B4B332DE-F3FB-23DE-0615-8D213F22297F}"/>
              </a:ext>
            </a:extLst>
          </p:cNvPr>
          <p:cNvSpPr txBox="1"/>
          <p:nvPr/>
        </p:nvSpPr>
        <p:spPr>
          <a:xfrm>
            <a:off x="-1" y="6263670"/>
            <a:ext cx="12487275" cy="468783"/>
          </a:xfrm>
          <a:prstGeom prst="rect">
            <a:avLst/>
          </a:prstGeom>
          <a:noFill/>
        </p:spPr>
        <p:txBody>
          <a:bodyPr wrap="square">
            <a:spAutoFit/>
          </a:bodyPr>
          <a:lstStyle/>
          <a:p>
            <a:pPr>
              <a:lnSpc>
                <a:spcPct val="150000"/>
              </a:lnSpc>
            </a:pPr>
            <a:r>
              <a:rPr lang="en-US" altLang="zh-CN" dirty="0">
                <a:latin typeface="方正屏显雅宋_GBK" panose="02010600010101010101" pitchFamily="2" charset="-122"/>
                <a:ea typeface="方正屏显雅宋_GBK" panose="02010600010101010101" pitchFamily="2" charset="-122"/>
              </a:rPr>
              <a:t>【</a:t>
            </a:r>
            <a:r>
              <a:rPr lang="zh-CN" altLang="en-US" dirty="0">
                <a:latin typeface="方正屏显雅宋_GBK" panose="02010600010101010101" pitchFamily="2" charset="-122"/>
                <a:ea typeface="方正屏显雅宋_GBK" panose="02010600010101010101" pitchFamily="2" charset="-122"/>
              </a:rPr>
              <a:t>彼前</a:t>
            </a:r>
            <a:r>
              <a:rPr lang="en-US" altLang="zh-CN" dirty="0">
                <a:latin typeface="方正屏显雅宋_GBK" panose="02010600010101010101" pitchFamily="2" charset="-122"/>
                <a:ea typeface="方正屏显雅宋_GBK" panose="02010600010101010101" pitchFamily="2" charset="-122"/>
              </a:rPr>
              <a:t>4:1】</a:t>
            </a:r>
            <a:r>
              <a:rPr lang="zh-CN" altLang="en-US" dirty="0">
                <a:latin typeface="方正屏显雅宋_GBK" panose="02010600010101010101" pitchFamily="2" charset="-122"/>
                <a:ea typeface="方正屏显雅宋_GBK" panose="02010600010101010101" pitchFamily="2" charset="-122"/>
              </a:rPr>
              <a:t>基督既在肉身受苦，你们也</a:t>
            </a:r>
            <a:r>
              <a:rPr lang="zh-CN" altLang="en-US" b="1" dirty="0">
                <a:solidFill>
                  <a:srgbClr val="C00000"/>
                </a:solidFill>
                <a:highlight>
                  <a:srgbClr val="FFFF00"/>
                </a:highlight>
                <a:latin typeface="方正屏显雅宋_GBK" panose="02010600010101010101" pitchFamily="2" charset="-122"/>
                <a:ea typeface="方正屏显雅宋_GBK" panose="02010600010101010101" pitchFamily="2" charset="-122"/>
              </a:rPr>
              <a:t>当将这样的心志</a:t>
            </a:r>
            <a:r>
              <a:rPr lang="zh-CN" altLang="en-US" dirty="0">
                <a:latin typeface="方正屏显雅宋_GBK" panose="02010600010101010101" pitchFamily="2" charset="-122"/>
                <a:ea typeface="方正屏显雅宋_GBK" panose="02010600010101010101" pitchFamily="2" charset="-122"/>
              </a:rPr>
              <a:t>作为兵器，因为在肉身受过苦的，就已经</a:t>
            </a:r>
            <a:r>
              <a:rPr lang="zh-CN" altLang="en-US" b="1" dirty="0">
                <a:solidFill>
                  <a:srgbClr val="C00000"/>
                </a:solidFill>
                <a:highlight>
                  <a:srgbClr val="FFFF00"/>
                </a:highlight>
                <a:latin typeface="方正屏显雅宋_GBK" panose="02010600010101010101" pitchFamily="2" charset="-122"/>
                <a:ea typeface="方正屏显雅宋_GBK" panose="02010600010101010101" pitchFamily="2" charset="-122"/>
              </a:rPr>
              <a:t>与罪断绝了</a:t>
            </a:r>
            <a:r>
              <a:rPr lang="zh-CN" altLang="en-US" dirty="0">
                <a:latin typeface="方正屏显雅宋_GBK" panose="02010600010101010101" pitchFamily="2" charset="-122"/>
                <a:ea typeface="方正屏显雅宋_GBK" panose="02010600010101010101" pitchFamily="2" charset="-122"/>
              </a:rPr>
              <a:t>。</a:t>
            </a:r>
            <a:endParaRPr lang="zh-CN" altLang="zh-CN" sz="1800" dirty="0">
              <a:effectLst/>
              <a:latin typeface="方正屏显雅宋_GBK" panose="02010600010101010101" pitchFamily="2" charset="-122"/>
              <a:ea typeface="方正屏显雅宋_GBK" panose="02010600010101010101" pitchFamily="2" charset="-122"/>
            </a:endParaRPr>
          </a:p>
        </p:txBody>
      </p:sp>
    </p:spTree>
    <p:custDataLst>
      <p:tags r:id="rId1"/>
    </p:custDataLst>
    <p:extLst>
      <p:ext uri="{BB962C8B-B14F-4D97-AF65-F5344CB8AC3E}">
        <p14:creationId xmlns:p14="http://schemas.microsoft.com/office/powerpoint/2010/main" val="39659977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6912670" y="113635"/>
            <a:ext cx="5279330" cy="830997"/>
          </a:xfrm>
          <a:prstGeom prst="rect">
            <a:avLst/>
          </a:prstGeom>
          <a:noFill/>
        </p:spPr>
        <p:txBody>
          <a:bodyPr wrap="square" rtlCol="0">
            <a:spAutoFit/>
          </a:bodyPr>
          <a:lstStyle/>
          <a:p>
            <a:pPr algn="r"/>
            <a:r>
              <a:rPr lang="zh-CN" altLang="en-US" sz="4800" b="1" dirty="0">
                <a:solidFill>
                  <a:schemeClr val="tx1">
                    <a:lumMod val="85000"/>
                    <a:lumOff val="15000"/>
                  </a:schemeClr>
                </a:solidFill>
                <a:latin typeface="方正屏显雅宋_GBK" panose="02010600010101010101" pitchFamily="2" charset="-122"/>
                <a:ea typeface="方正屏显雅宋_GBK" panose="02010600010101010101" pitchFamily="2" charset="-122"/>
                <a:cs typeface="+mn-ea"/>
                <a:sym typeface="+mn-lt"/>
              </a:rPr>
              <a:t>背景</a:t>
            </a:r>
            <a:r>
              <a:rPr lang="en-US" altLang="zh-CN" sz="4800" b="1" dirty="0">
                <a:solidFill>
                  <a:schemeClr val="tx1">
                    <a:lumMod val="85000"/>
                    <a:lumOff val="15000"/>
                  </a:schemeClr>
                </a:solidFill>
                <a:latin typeface="方正屏显雅宋_GBK" panose="02010600010101010101" pitchFamily="2" charset="-122"/>
                <a:ea typeface="方正屏显雅宋_GBK" panose="02010600010101010101" pitchFamily="2" charset="-122"/>
                <a:cs typeface="+mn-ea"/>
                <a:sym typeface="+mn-lt"/>
              </a:rPr>
              <a:t>&amp;</a:t>
            </a:r>
            <a:r>
              <a:rPr lang="zh-CN" altLang="en-US" sz="4800" b="1" dirty="0">
                <a:solidFill>
                  <a:schemeClr val="tx1">
                    <a:lumMod val="85000"/>
                    <a:lumOff val="15000"/>
                  </a:schemeClr>
                </a:solidFill>
                <a:latin typeface="方正屏显雅宋_GBK" panose="02010600010101010101" pitchFamily="2" charset="-122"/>
                <a:ea typeface="方正屏显雅宋_GBK" panose="02010600010101010101" pitchFamily="2" charset="-122"/>
                <a:cs typeface="+mn-ea"/>
                <a:sym typeface="+mn-lt"/>
              </a:rPr>
              <a:t>整体</a:t>
            </a:r>
          </a:p>
        </p:txBody>
      </p:sp>
      <p:sp>
        <p:nvSpPr>
          <p:cNvPr id="5" name="文本框 4">
            <a:extLst>
              <a:ext uri="{FF2B5EF4-FFF2-40B4-BE49-F238E27FC236}">
                <a16:creationId xmlns:a16="http://schemas.microsoft.com/office/drawing/2014/main" id="{6D756E38-44BB-893E-10F4-24648C1F9451}"/>
              </a:ext>
            </a:extLst>
          </p:cNvPr>
          <p:cNvSpPr txBox="1"/>
          <p:nvPr/>
        </p:nvSpPr>
        <p:spPr>
          <a:xfrm>
            <a:off x="571303" y="1103546"/>
            <a:ext cx="11049393" cy="5782289"/>
          </a:xfrm>
          <a:prstGeom prst="rect">
            <a:avLst/>
          </a:prstGeom>
          <a:noFill/>
        </p:spPr>
        <p:txBody>
          <a:bodyPr wrap="square" rtlCol="0">
            <a:spAutoFit/>
          </a:bodyPr>
          <a:lstStyle/>
          <a:p>
            <a:pPr marL="285750" indent="-285750">
              <a:lnSpc>
                <a:spcPct val="150000"/>
              </a:lnSpc>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rPr>
              <a:t>身份：第一章</a:t>
            </a:r>
            <a:r>
              <a:rPr lang="en-US" altLang="zh-CN" sz="2400" dirty="0">
                <a:latin typeface="方正屏显雅宋_GBK" panose="02010600010101010101" pitchFamily="2" charset="-122"/>
                <a:ea typeface="方正屏显雅宋_GBK" panose="02010600010101010101" pitchFamily="2" charset="-122"/>
              </a:rPr>
              <a:t>~</a:t>
            </a:r>
            <a:r>
              <a:rPr lang="zh-CN" altLang="en-US" sz="2400" dirty="0">
                <a:latin typeface="方正屏显雅宋_GBK" panose="02010600010101010101" pitchFamily="2" charset="-122"/>
                <a:ea typeface="方正屏显雅宋_GBK" panose="02010600010101010101" pitchFamily="2" charset="-122"/>
              </a:rPr>
              <a:t>第二章</a:t>
            </a:r>
            <a:r>
              <a:rPr lang="en-US" altLang="zh-CN" sz="2400" dirty="0">
                <a:latin typeface="方正屏显雅宋_GBK" panose="02010600010101010101" pitchFamily="2" charset="-122"/>
                <a:ea typeface="方正屏显雅宋_GBK" panose="02010600010101010101" pitchFamily="2" charset="-122"/>
              </a:rPr>
              <a:t>10</a:t>
            </a:r>
            <a:r>
              <a:rPr lang="zh-CN" altLang="en-US" sz="2400" dirty="0">
                <a:latin typeface="方正屏显雅宋_GBK" panose="02010600010101010101" pitchFamily="2" charset="-122"/>
                <a:ea typeface="方正屏显雅宋_GBK" panose="02010600010101010101" pitchFamily="2" charset="-122"/>
              </a:rPr>
              <a:t>节</a:t>
            </a:r>
            <a:endParaRPr lang="en-US" altLang="zh-CN" sz="2400" dirty="0">
              <a:latin typeface="方正屏显雅宋_GBK" panose="02010600010101010101" pitchFamily="2" charset="-122"/>
              <a:ea typeface="方正屏显雅宋_GBK" panose="02010600010101010101" pitchFamily="2" charset="-122"/>
            </a:endParaRPr>
          </a:p>
          <a:p>
            <a:pPr marL="742950" lvl="1" indent="-285750">
              <a:lnSpc>
                <a:spcPct val="150000"/>
              </a:lnSpc>
              <a:buFont typeface="Wingdings" panose="05000000000000000000" pitchFamily="2" charset="2"/>
              <a:buChar char="l"/>
            </a:pPr>
            <a:r>
              <a:rPr lang="en-US" altLang="zh-CN" sz="1600" dirty="0">
                <a:latin typeface="方正屏显雅宋_GBK" panose="02010600010101010101" pitchFamily="2" charset="-122"/>
                <a:ea typeface="方正屏显雅宋_GBK" panose="02010600010101010101" pitchFamily="2" charset="-122"/>
              </a:rPr>
              <a:t>【</a:t>
            </a:r>
            <a:r>
              <a:rPr lang="zh-CN" altLang="en-US" sz="1600" dirty="0">
                <a:latin typeface="方正屏显雅宋_GBK" panose="02010600010101010101" pitchFamily="2" charset="-122"/>
                <a:ea typeface="方正屏显雅宋_GBK" panose="02010600010101010101" pitchFamily="2" charset="-122"/>
              </a:rPr>
              <a:t>彼前</a:t>
            </a:r>
            <a:r>
              <a:rPr lang="en-US" altLang="zh-CN" sz="1600" dirty="0">
                <a:latin typeface="方正屏显雅宋_GBK" panose="02010600010101010101" pitchFamily="2" charset="-122"/>
                <a:ea typeface="方正屏显雅宋_GBK" panose="02010600010101010101" pitchFamily="2" charset="-122"/>
              </a:rPr>
              <a:t>2:9】</a:t>
            </a:r>
            <a:r>
              <a:rPr lang="zh-CN" altLang="en-US" sz="1600" dirty="0">
                <a:latin typeface="方正屏显雅宋_GBK" panose="02010600010101010101" pitchFamily="2" charset="-122"/>
                <a:ea typeface="方正屏显雅宋_GBK" panose="02010600010101010101" pitchFamily="2" charset="-122"/>
              </a:rPr>
              <a:t>惟有你们是被拣选的族类，是有君尊的祭司，是圣洁的国度，是</a:t>
            </a:r>
            <a:r>
              <a:rPr lang="zh-CN" altLang="en-US" sz="1600" b="1" dirty="0">
                <a:solidFill>
                  <a:srgbClr val="FF0000"/>
                </a:solidFill>
                <a:latin typeface="方正屏显雅宋_GBK" panose="02010600010101010101" pitchFamily="2" charset="-122"/>
                <a:ea typeface="方正屏显雅宋_GBK" panose="02010600010101010101" pitchFamily="2" charset="-122"/>
              </a:rPr>
              <a:t>属　神的子民</a:t>
            </a:r>
            <a:r>
              <a:rPr lang="zh-CN" altLang="en-US" sz="1600" dirty="0">
                <a:latin typeface="方正屏显雅宋_GBK" panose="02010600010101010101" pitchFamily="2" charset="-122"/>
                <a:ea typeface="方正屏显雅宋_GBK" panose="02010600010101010101" pitchFamily="2" charset="-122"/>
              </a:rPr>
              <a:t>，要叫你们宣扬那召你们出黑暗、入奇妙光明者的美德。</a:t>
            </a:r>
            <a:endParaRPr lang="en-US" altLang="zh-CN" sz="1600" dirty="0">
              <a:latin typeface="方正屏显雅宋_GBK" panose="02010600010101010101" pitchFamily="2" charset="-122"/>
              <a:ea typeface="方正屏显雅宋_GBK" panose="02010600010101010101" pitchFamily="2" charset="-122"/>
            </a:endParaRPr>
          </a:p>
          <a:p>
            <a:pPr marL="285750" indent="-285750">
              <a:lnSpc>
                <a:spcPct val="150000"/>
              </a:lnSpc>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rPr>
              <a:t>生活：</a:t>
            </a:r>
            <a:endParaRPr lang="en-US" altLang="zh-CN" sz="2400" dirty="0">
              <a:latin typeface="方正屏显雅宋_GBK" panose="02010600010101010101" pitchFamily="2" charset="-122"/>
              <a:ea typeface="方正屏显雅宋_GBK" panose="02010600010101010101" pitchFamily="2" charset="-122"/>
            </a:endParaRPr>
          </a:p>
          <a:p>
            <a:pPr marL="742950" lvl="1" indent="-285750">
              <a:lnSpc>
                <a:spcPct val="150000"/>
              </a:lnSpc>
              <a:buFont typeface="Wingdings" panose="05000000000000000000" pitchFamily="2" charset="2"/>
              <a:buChar char="l"/>
            </a:pPr>
            <a:r>
              <a:rPr lang="zh-CN" altLang="zh-CN" sz="2000" dirty="0">
                <a:latin typeface="方正屏显雅宋_GBK" panose="02010600010101010101" pitchFamily="2" charset="-122"/>
                <a:ea typeface="方正屏显雅宋_GBK" panose="02010600010101010101" pitchFamily="2" charset="-122"/>
              </a:rPr>
              <a:t>第二章</a:t>
            </a:r>
            <a:r>
              <a:rPr lang="en-US" altLang="zh-CN" sz="2000" dirty="0">
                <a:latin typeface="方正屏显雅宋_GBK" panose="02010600010101010101" pitchFamily="2" charset="-122"/>
                <a:ea typeface="方正屏显雅宋_GBK" panose="02010600010101010101" pitchFamily="2" charset="-122"/>
              </a:rPr>
              <a:t>11</a:t>
            </a:r>
            <a:r>
              <a:rPr lang="zh-CN" altLang="zh-CN" sz="2000" dirty="0">
                <a:latin typeface="方正屏显雅宋_GBK" panose="02010600010101010101" pitchFamily="2" charset="-122"/>
                <a:ea typeface="方正屏显雅宋_GBK" panose="02010600010101010101" pitchFamily="2" charset="-122"/>
              </a:rPr>
              <a:t>节开始阐述做为神的儿女我们在地上生活的一些要求或者命令。</a:t>
            </a:r>
            <a:endParaRPr lang="en-US" altLang="zh-CN" sz="2000" dirty="0">
              <a:latin typeface="方正屏显雅宋_GBK" panose="02010600010101010101" pitchFamily="2" charset="-122"/>
              <a:ea typeface="方正屏显雅宋_GBK" panose="02010600010101010101" pitchFamily="2" charset="-122"/>
            </a:endParaRPr>
          </a:p>
          <a:p>
            <a:pPr marL="1200150" lvl="2" indent="-285750">
              <a:lnSpc>
                <a:spcPct val="150000"/>
              </a:lnSpc>
              <a:buFont typeface="Wingdings" panose="05000000000000000000" pitchFamily="2" charset="2"/>
              <a:buChar char="l"/>
            </a:pPr>
            <a:r>
              <a:rPr lang="zh-CN" altLang="zh-CN" sz="2000" dirty="0">
                <a:latin typeface="方正屏显雅宋_GBK" panose="02010600010101010101" pitchFamily="2" charset="-122"/>
                <a:ea typeface="方正屏显雅宋_GBK" panose="02010600010101010101" pitchFamily="2" charset="-122"/>
              </a:rPr>
              <a:t>二章</a:t>
            </a:r>
            <a:r>
              <a:rPr lang="en-US" altLang="zh-CN" sz="2000" dirty="0">
                <a:latin typeface="方正屏显雅宋_GBK" panose="02010600010101010101" pitchFamily="2" charset="-122"/>
                <a:ea typeface="方正屏显雅宋_GBK" panose="02010600010101010101" pitchFamily="2" charset="-122"/>
              </a:rPr>
              <a:t>13~17</a:t>
            </a:r>
            <a:r>
              <a:rPr lang="zh-CN" altLang="zh-CN" sz="2000" dirty="0">
                <a:latin typeface="方正屏显雅宋_GBK" panose="02010600010101010101" pitchFamily="2" charset="-122"/>
                <a:ea typeface="方正屏显雅宋_GBK" panose="02010600010101010101" pitchFamily="2" charset="-122"/>
              </a:rPr>
              <a:t>节，是在讲述我们与社会的关系，</a:t>
            </a:r>
            <a:endParaRPr lang="en-US" altLang="zh-CN" sz="2000" dirty="0">
              <a:latin typeface="方正屏显雅宋_GBK" panose="02010600010101010101" pitchFamily="2" charset="-122"/>
              <a:ea typeface="方正屏显雅宋_GBK" panose="02010600010101010101" pitchFamily="2" charset="-122"/>
            </a:endParaRPr>
          </a:p>
          <a:p>
            <a:pPr marL="1200150" lvl="2" indent="-285750">
              <a:lnSpc>
                <a:spcPct val="150000"/>
              </a:lnSpc>
              <a:buFont typeface="Wingdings" panose="05000000000000000000" pitchFamily="2" charset="2"/>
              <a:buChar char="l"/>
            </a:pPr>
            <a:r>
              <a:rPr lang="zh-CN" altLang="zh-CN" sz="2000" dirty="0">
                <a:latin typeface="方正屏显雅宋_GBK" panose="02010600010101010101" pitchFamily="2" charset="-122"/>
                <a:ea typeface="方正屏显雅宋_GBK" panose="02010600010101010101" pitchFamily="2" charset="-122"/>
              </a:rPr>
              <a:t>二章</a:t>
            </a:r>
            <a:r>
              <a:rPr lang="en-US" altLang="zh-CN" sz="2000" dirty="0">
                <a:latin typeface="方正屏显雅宋_GBK" panose="02010600010101010101" pitchFamily="2" charset="-122"/>
                <a:ea typeface="方正屏显雅宋_GBK" panose="02010600010101010101" pitchFamily="2" charset="-122"/>
              </a:rPr>
              <a:t>18~20</a:t>
            </a:r>
            <a:r>
              <a:rPr lang="zh-CN" altLang="zh-CN" sz="2000" dirty="0">
                <a:latin typeface="方正屏显雅宋_GBK" panose="02010600010101010101" pitchFamily="2" charset="-122"/>
                <a:ea typeface="方正屏显雅宋_GBK" panose="02010600010101010101" pitchFamily="2" charset="-122"/>
              </a:rPr>
              <a:t>节</a:t>
            </a:r>
            <a:r>
              <a:rPr lang="zh-CN" altLang="en-US" sz="2000" dirty="0">
                <a:latin typeface="方正屏显雅宋_GBK" panose="02010600010101010101" pitchFamily="2" charset="-122"/>
                <a:ea typeface="方正屏显雅宋_GBK" panose="02010600010101010101" pitchFamily="2" charset="-122"/>
              </a:rPr>
              <a:t>，</a:t>
            </a:r>
            <a:r>
              <a:rPr lang="zh-CN" altLang="zh-CN" sz="2000" dirty="0">
                <a:latin typeface="方正屏显雅宋_GBK" panose="02010600010101010101" pitchFamily="2" charset="-122"/>
                <a:ea typeface="方正屏显雅宋_GBK" panose="02010600010101010101" pitchFamily="2" charset="-122"/>
              </a:rPr>
              <a:t>是讲述我们在职场上的关系，</a:t>
            </a:r>
            <a:endParaRPr lang="en-US" altLang="zh-CN" sz="2000" dirty="0">
              <a:latin typeface="方正屏显雅宋_GBK" panose="02010600010101010101" pitchFamily="2" charset="-122"/>
              <a:ea typeface="方正屏显雅宋_GBK" panose="02010600010101010101" pitchFamily="2" charset="-122"/>
            </a:endParaRPr>
          </a:p>
          <a:p>
            <a:pPr marL="1200150" lvl="2" indent="-285750">
              <a:lnSpc>
                <a:spcPct val="150000"/>
              </a:lnSpc>
              <a:buFont typeface="Wingdings" panose="05000000000000000000" pitchFamily="2" charset="2"/>
              <a:buChar char="l"/>
            </a:pPr>
            <a:r>
              <a:rPr lang="zh-CN" altLang="zh-CN" sz="2000" dirty="0">
                <a:latin typeface="方正屏显雅宋_GBK" panose="02010600010101010101" pitchFamily="2" charset="-122"/>
                <a:ea typeface="方正屏显雅宋_GBK" panose="02010600010101010101" pitchFamily="2" charset="-122"/>
              </a:rPr>
              <a:t>三章</a:t>
            </a:r>
            <a:r>
              <a:rPr lang="en-US" altLang="zh-CN" sz="2000" dirty="0">
                <a:latin typeface="方正屏显雅宋_GBK" panose="02010600010101010101" pitchFamily="2" charset="-122"/>
                <a:ea typeface="方正屏显雅宋_GBK" panose="02010600010101010101" pitchFamily="2" charset="-122"/>
              </a:rPr>
              <a:t>1~7</a:t>
            </a:r>
            <a:r>
              <a:rPr lang="zh-CN" altLang="zh-CN" sz="2000" dirty="0">
                <a:latin typeface="方正屏显雅宋_GBK" panose="02010600010101010101" pitchFamily="2" charset="-122"/>
                <a:ea typeface="方正屏显雅宋_GBK" panose="02010600010101010101" pitchFamily="2" charset="-122"/>
              </a:rPr>
              <a:t>节</a:t>
            </a:r>
            <a:r>
              <a:rPr lang="zh-CN" altLang="en-US" sz="2000" dirty="0">
                <a:latin typeface="方正屏显雅宋_GBK" panose="02010600010101010101" pitchFamily="2" charset="-122"/>
                <a:ea typeface="方正屏显雅宋_GBK" panose="02010600010101010101" pitchFamily="2" charset="-122"/>
              </a:rPr>
              <a:t>，是</a:t>
            </a:r>
            <a:r>
              <a:rPr lang="zh-CN" altLang="zh-CN" sz="2000" dirty="0">
                <a:latin typeface="方正屏显雅宋_GBK" panose="02010600010101010101" pitchFamily="2" charset="-122"/>
                <a:ea typeface="方正屏显雅宋_GBK" panose="02010600010101010101" pitchFamily="2" charset="-122"/>
              </a:rPr>
              <a:t>讲述</a:t>
            </a:r>
            <a:r>
              <a:rPr lang="zh-CN" altLang="en-US" sz="2000" dirty="0">
                <a:latin typeface="方正屏显雅宋_GBK" panose="02010600010101010101" pitchFamily="2" charset="-122"/>
                <a:ea typeface="方正屏显雅宋_GBK" panose="02010600010101010101" pitchFamily="2" charset="-122"/>
              </a:rPr>
              <a:t>家庭中</a:t>
            </a:r>
            <a:r>
              <a:rPr lang="zh-CN" altLang="zh-CN" sz="2000" dirty="0">
                <a:latin typeface="方正屏显雅宋_GBK" panose="02010600010101010101" pitchFamily="2" charset="-122"/>
                <a:ea typeface="方正屏显雅宋_GBK" panose="02010600010101010101" pitchFamily="2" charset="-122"/>
              </a:rPr>
              <a:t>的关系</a:t>
            </a:r>
            <a:r>
              <a:rPr lang="zh-CN" altLang="en-US" sz="2000" dirty="0">
                <a:latin typeface="方正屏显雅宋_GBK" panose="02010600010101010101" pitchFamily="2" charset="-122"/>
                <a:ea typeface="方正屏显雅宋_GBK" panose="02010600010101010101" pitchFamily="2" charset="-122"/>
              </a:rPr>
              <a:t>。</a:t>
            </a:r>
            <a:endParaRPr lang="en-US" altLang="zh-CN" sz="2000" dirty="0">
              <a:latin typeface="方正屏显雅宋_GBK" panose="02010600010101010101" pitchFamily="2" charset="-122"/>
              <a:ea typeface="方正屏显雅宋_GBK" panose="02010600010101010101" pitchFamily="2" charset="-122"/>
            </a:endParaRPr>
          </a:p>
          <a:p>
            <a:pPr marL="1200150" lvl="2" indent="-285750">
              <a:lnSpc>
                <a:spcPct val="150000"/>
              </a:lnSpc>
              <a:buFont typeface="Wingdings" panose="05000000000000000000" pitchFamily="2" charset="2"/>
              <a:buChar char="l"/>
            </a:pPr>
            <a:r>
              <a:rPr lang="zh-CN" altLang="en-US" sz="2000" dirty="0">
                <a:latin typeface="方正屏显雅宋_GBK" panose="02010600010101010101" pitchFamily="2" charset="-122"/>
                <a:ea typeface="方正屏显雅宋_GBK" panose="02010600010101010101" pitchFamily="2" charset="-122"/>
              </a:rPr>
              <a:t>三章</a:t>
            </a:r>
            <a:r>
              <a:rPr lang="en-US" altLang="zh-CN" sz="2000" dirty="0">
                <a:latin typeface="方正屏显雅宋_GBK" panose="02010600010101010101" pitchFamily="2" charset="-122"/>
                <a:ea typeface="方正屏显雅宋_GBK" panose="02010600010101010101" pitchFamily="2" charset="-122"/>
              </a:rPr>
              <a:t>8~12</a:t>
            </a:r>
            <a:r>
              <a:rPr lang="zh-CN" altLang="en-US" sz="2000" dirty="0">
                <a:latin typeface="方正屏显雅宋_GBK" panose="02010600010101010101" pitchFamily="2" charset="-122"/>
                <a:ea typeface="方正屏显雅宋_GBK" panose="02010600010101010101" pitchFamily="2" charset="-122"/>
              </a:rPr>
              <a:t>节，群体生活原则（神儿女内部之间）。</a:t>
            </a:r>
            <a:endParaRPr lang="en-US" altLang="zh-CN" sz="2000" dirty="0">
              <a:latin typeface="方正屏显雅宋_GBK" panose="02010600010101010101" pitchFamily="2" charset="-122"/>
              <a:ea typeface="方正屏显雅宋_GBK" panose="02010600010101010101" pitchFamily="2" charset="-122"/>
            </a:endParaRPr>
          </a:p>
          <a:p>
            <a:pPr marL="1200150" lvl="2" indent="-285750">
              <a:lnSpc>
                <a:spcPct val="150000"/>
              </a:lnSpc>
              <a:buFont typeface="Wingdings" panose="05000000000000000000" pitchFamily="2" charset="2"/>
              <a:buChar char="l"/>
            </a:pPr>
            <a:r>
              <a:rPr lang="zh-CN" altLang="en-US" sz="2000" dirty="0">
                <a:latin typeface="方正屏显雅宋_GBK" panose="02010600010101010101" pitchFamily="2" charset="-122"/>
                <a:ea typeface="方正屏显雅宋_GBK" panose="02010600010101010101" pitchFamily="2" charset="-122"/>
              </a:rPr>
              <a:t>三章</a:t>
            </a:r>
            <a:r>
              <a:rPr lang="en-US" altLang="zh-CN" sz="2000" dirty="0">
                <a:latin typeface="方正屏显雅宋_GBK" panose="02010600010101010101" pitchFamily="2" charset="-122"/>
                <a:ea typeface="方正屏显雅宋_GBK" panose="02010600010101010101" pitchFamily="2" charset="-122"/>
              </a:rPr>
              <a:t>13~</a:t>
            </a:r>
            <a:r>
              <a:rPr lang="zh-CN" altLang="en-US" sz="2000" dirty="0">
                <a:latin typeface="方正屏显雅宋_GBK" panose="02010600010101010101" pitchFamily="2" charset="-122"/>
                <a:ea typeface="方正屏显雅宋_GBK" panose="02010600010101010101" pitchFamily="2" charset="-122"/>
              </a:rPr>
              <a:t>四章</a:t>
            </a:r>
            <a:r>
              <a:rPr lang="en-US" altLang="zh-CN" sz="2000" dirty="0">
                <a:latin typeface="方正屏显雅宋_GBK" panose="02010600010101010101" pitchFamily="2" charset="-122"/>
                <a:ea typeface="方正屏显雅宋_GBK" panose="02010600010101010101" pitchFamily="2" charset="-122"/>
              </a:rPr>
              <a:t>6</a:t>
            </a:r>
            <a:r>
              <a:rPr lang="zh-CN" altLang="en-US" sz="2000" dirty="0">
                <a:latin typeface="方正屏显雅宋_GBK" panose="02010600010101010101" pitchFamily="2" charset="-122"/>
                <a:ea typeface="方正屏显雅宋_GBK" panose="02010600010101010101" pitchFamily="2" charset="-122"/>
              </a:rPr>
              <a:t>节，为义受苦（神儿女对外之间）。</a:t>
            </a:r>
            <a:endParaRPr lang="en-US" altLang="zh-CN" sz="2000" dirty="0">
              <a:latin typeface="方正屏显雅宋_GBK" panose="02010600010101010101" pitchFamily="2" charset="-122"/>
              <a:ea typeface="方正屏显雅宋_GBK" panose="02010600010101010101" pitchFamily="2" charset="-122"/>
            </a:endParaRPr>
          </a:p>
          <a:p>
            <a:pPr marL="1657350" lvl="3" indent="-285750">
              <a:lnSpc>
                <a:spcPct val="150000"/>
              </a:lnSpc>
              <a:buFont typeface="Wingdings" panose="05000000000000000000" pitchFamily="2" charset="2"/>
              <a:buChar char="l"/>
            </a:pPr>
            <a:r>
              <a:rPr lang="zh-CN" altLang="en-US" sz="1600" dirty="0">
                <a:latin typeface="方正屏显雅宋_GBK" panose="02010600010101010101" pitchFamily="2" charset="-122"/>
                <a:ea typeface="方正屏显雅宋_GBK" panose="02010600010101010101" pitchFamily="2" charset="-122"/>
              </a:rPr>
              <a:t>三章</a:t>
            </a:r>
            <a:r>
              <a:rPr lang="en-US" altLang="zh-CN" sz="1600" dirty="0">
                <a:latin typeface="方正屏显雅宋_GBK" panose="02010600010101010101" pitchFamily="2" charset="-122"/>
                <a:ea typeface="方正屏显雅宋_GBK" panose="02010600010101010101" pitchFamily="2" charset="-122"/>
              </a:rPr>
              <a:t>13</a:t>
            </a:r>
            <a:r>
              <a:rPr lang="zh-CN" altLang="en-US" sz="1600" dirty="0">
                <a:latin typeface="方正屏显雅宋_GBK" panose="02010600010101010101" pitchFamily="2" charset="-122"/>
                <a:ea typeface="方正屏显雅宋_GBK" panose="02010600010101010101" pitchFamily="2" charset="-122"/>
              </a:rPr>
              <a:t>节</a:t>
            </a:r>
            <a:r>
              <a:rPr lang="en-US" altLang="zh-CN" sz="1600" dirty="0">
                <a:latin typeface="方正屏显雅宋_GBK" panose="02010600010101010101" pitchFamily="2" charset="-122"/>
                <a:ea typeface="方正屏显雅宋_GBK" panose="02010600010101010101" pitchFamily="2" charset="-122"/>
              </a:rPr>
              <a:t>~17</a:t>
            </a:r>
            <a:r>
              <a:rPr lang="zh-CN" altLang="en-US" sz="1600" dirty="0">
                <a:latin typeface="方正屏显雅宋_GBK" panose="02010600010101010101" pitchFamily="2" charset="-122"/>
                <a:ea typeface="方正屏显雅宋_GBK" panose="02010600010101010101" pitchFamily="2" charset="-122"/>
              </a:rPr>
              <a:t>节是为义受苦要求。</a:t>
            </a:r>
          </a:p>
          <a:p>
            <a:pPr marL="2114550" lvl="4" indent="-285750">
              <a:lnSpc>
                <a:spcPct val="150000"/>
              </a:lnSpc>
              <a:buFont typeface="Wingdings" panose="05000000000000000000" pitchFamily="2" charset="2"/>
              <a:buChar char="l"/>
            </a:pPr>
            <a:r>
              <a:rPr lang="zh-CN" altLang="en-US" sz="1600" dirty="0">
                <a:latin typeface="方正屏显雅宋_GBK" panose="02010600010101010101" pitchFamily="2" charset="-122"/>
                <a:ea typeface="方正屏显雅宋_GBK" panose="02010600010101010101" pitchFamily="2" charset="-122"/>
              </a:rPr>
              <a:t>三章</a:t>
            </a:r>
            <a:r>
              <a:rPr lang="en-US" altLang="zh-CN" sz="1600" dirty="0">
                <a:latin typeface="方正屏显雅宋_GBK" panose="02010600010101010101" pitchFamily="2" charset="-122"/>
                <a:ea typeface="方正屏显雅宋_GBK" panose="02010600010101010101" pitchFamily="2" charset="-122"/>
              </a:rPr>
              <a:t>18</a:t>
            </a:r>
            <a:r>
              <a:rPr lang="zh-CN" altLang="en-US" sz="1600" dirty="0">
                <a:latin typeface="方正屏显雅宋_GBK" panose="02010600010101010101" pitchFamily="2" charset="-122"/>
                <a:ea typeface="方正屏显雅宋_GBK" panose="02010600010101010101" pitchFamily="2" charset="-122"/>
              </a:rPr>
              <a:t>到</a:t>
            </a:r>
            <a:r>
              <a:rPr lang="en-US" altLang="zh-CN" sz="1600" dirty="0">
                <a:latin typeface="方正屏显雅宋_GBK" panose="02010600010101010101" pitchFamily="2" charset="-122"/>
                <a:ea typeface="方正屏显雅宋_GBK" panose="02010600010101010101" pitchFamily="2" charset="-122"/>
              </a:rPr>
              <a:t>22</a:t>
            </a:r>
            <a:r>
              <a:rPr lang="zh-CN" altLang="en-US" sz="1600" dirty="0">
                <a:latin typeface="方正屏显雅宋_GBK" panose="02010600010101010101" pitchFamily="2" charset="-122"/>
                <a:ea typeface="方正屏显雅宋_GBK" panose="02010600010101010101" pitchFamily="2" charset="-122"/>
              </a:rPr>
              <a:t>节，基督的受苦的榜样。</a:t>
            </a:r>
          </a:p>
          <a:p>
            <a:pPr marL="2114550" lvl="4" indent="-285750">
              <a:lnSpc>
                <a:spcPct val="150000"/>
              </a:lnSpc>
              <a:buFont typeface="Wingdings" panose="05000000000000000000" pitchFamily="2" charset="2"/>
              <a:buChar char="l"/>
            </a:pPr>
            <a:r>
              <a:rPr lang="zh-CN" altLang="en-US" sz="1600" dirty="0">
                <a:latin typeface="方正屏显雅宋_GBK" panose="02010600010101010101" pitchFamily="2" charset="-122"/>
                <a:ea typeface="方正屏显雅宋_GBK" panose="02010600010101010101" pitchFamily="2" charset="-122"/>
              </a:rPr>
              <a:t>四章</a:t>
            </a:r>
            <a:r>
              <a:rPr lang="en-US" altLang="zh-CN" sz="1600" dirty="0">
                <a:latin typeface="方正屏显雅宋_GBK" panose="02010600010101010101" pitchFamily="2" charset="-122"/>
                <a:ea typeface="方正屏显雅宋_GBK" panose="02010600010101010101" pitchFamily="2" charset="-122"/>
              </a:rPr>
              <a:t>1~6</a:t>
            </a:r>
            <a:r>
              <a:rPr lang="zh-CN" altLang="en-US" sz="1600" dirty="0">
                <a:latin typeface="方正屏显雅宋_GBK" panose="02010600010101010101" pitchFamily="2" charset="-122"/>
                <a:ea typeface="方正屏显雅宋_GBK" panose="02010600010101010101" pitchFamily="2" charset="-122"/>
              </a:rPr>
              <a:t>节是基督徒受苦的生活。</a:t>
            </a:r>
          </a:p>
        </p:txBody>
      </p:sp>
    </p:spTree>
    <p:custDataLst>
      <p:tags r:id="rId1"/>
    </p:custDataLst>
    <p:extLst>
      <p:ext uri="{BB962C8B-B14F-4D97-AF65-F5344CB8AC3E}">
        <p14:creationId xmlns:p14="http://schemas.microsoft.com/office/powerpoint/2010/main" val="4743836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25A28-91EB-2F98-0834-40647C84A503}"/>
            </a:ext>
          </a:extLst>
        </p:cNvPr>
        <p:cNvGrpSpPr/>
        <p:nvPr/>
      </p:nvGrpSpPr>
      <p:grpSpPr>
        <a:xfrm>
          <a:off x="0" y="0"/>
          <a:ext cx="0" cy="0"/>
          <a:chOff x="0" y="0"/>
          <a:chExt cx="0" cy="0"/>
        </a:xfrm>
      </p:grpSpPr>
      <p:sp>
        <p:nvSpPr>
          <p:cNvPr id="18" name="文本框 17">
            <a:extLst>
              <a:ext uri="{FF2B5EF4-FFF2-40B4-BE49-F238E27FC236}">
                <a16:creationId xmlns:a16="http://schemas.microsoft.com/office/drawing/2014/main" id="{0F93531E-53CF-4A9F-5BE9-1F0059F2C6BB}"/>
              </a:ext>
            </a:extLst>
          </p:cNvPr>
          <p:cNvSpPr txBox="1"/>
          <p:nvPr>
            <p:custDataLst>
              <p:tags r:id="rId2"/>
            </p:custDataLst>
          </p:nvPr>
        </p:nvSpPr>
        <p:spPr>
          <a:xfrm>
            <a:off x="4511040" y="308692"/>
            <a:ext cx="7680960" cy="677943"/>
          </a:xfrm>
          <a:prstGeom prst="rect">
            <a:avLst/>
          </a:prstGeom>
        </p:spPr>
        <p:txBody>
          <a:bodyPr vert="horz" lIns="91440" tIns="45720" rIns="91440" bIns="45720" rtlCol="0" anchor="t">
            <a:normAutofit fontScale="85000" lnSpcReduction="10000"/>
          </a:bodyPr>
          <a:lstStyle/>
          <a:p>
            <a:pPr algn="r">
              <a:lnSpc>
                <a:spcPct val="90000"/>
              </a:lnSpc>
              <a:spcBef>
                <a:spcPct val="0"/>
              </a:spcBef>
              <a:spcAft>
                <a:spcPts val="600"/>
              </a:spcAft>
            </a:pP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第一段：</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1</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2</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节，属神子民以受苦心志为兵器</a:t>
            </a:r>
          </a:p>
        </p:txBody>
      </p:sp>
      <p:sp>
        <p:nvSpPr>
          <p:cNvPr id="2" name="文本框 1">
            <a:extLst>
              <a:ext uri="{FF2B5EF4-FFF2-40B4-BE49-F238E27FC236}">
                <a16:creationId xmlns:a16="http://schemas.microsoft.com/office/drawing/2014/main" id="{FA552FA6-491B-050A-4A87-695E2F51774D}"/>
              </a:ext>
            </a:extLst>
          </p:cNvPr>
          <p:cNvSpPr txBox="1"/>
          <p:nvPr>
            <p:custDataLst>
              <p:tags r:id="rId3"/>
            </p:custDataLst>
          </p:nvPr>
        </p:nvSpPr>
        <p:spPr>
          <a:xfrm>
            <a:off x="0" y="2183895"/>
            <a:ext cx="12192000" cy="4674106"/>
          </a:xfrm>
          <a:prstGeom prst="rect">
            <a:avLst/>
          </a:prstGeom>
        </p:spPr>
        <p:txBody>
          <a:bodyPr vert="horz" lIns="91440" tIns="45720" rIns="91440" bIns="45720" rtlCol="0">
            <a:normAutofit fontScale="92500"/>
          </a:bodyPr>
          <a:lstStyle/>
          <a:p>
            <a:pPr marL="400050"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神的子民：</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“肉身受苦”：受苦 </a:t>
            </a:r>
            <a:r>
              <a:rPr lang="en-US" altLang="zh-CN" sz="2400" dirty="0">
                <a:latin typeface="方正屏显雅宋_GBK" panose="02010600010101010101" pitchFamily="2" charset="-122"/>
                <a:ea typeface="方正屏显雅宋_GBK" panose="02010600010101010101" pitchFamily="2" charset="-122"/>
                <a:sym typeface="+mn-lt"/>
              </a:rPr>
              <a:t>-&gt; </a:t>
            </a:r>
            <a:r>
              <a:rPr lang="zh-CN" altLang="en-US" sz="2400" dirty="0">
                <a:latin typeface="方正屏显雅宋_GBK" panose="02010600010101010101" pitchFamily="2" charset="-122"/>
                <a:ea typeface="方正屏显雅宋_GBK" panose="02010600010101010101" pitchFamily="2" charset="-122"/>
                <a:sym typeface="+mn-lt"/>
              </a:rPr>
              <a:t>对我们要求或者益处</a:t>
            </a:r>
            <a:endParaRPr lang="en-US" altLang="zh-CN" sz="24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en-US" altLang="zh-CN" sz="2100" dirty="0">
                <a:latin typeface="方正屏显雅宋_GBK" panose="02010600010101010101" pitchFamily="2" charset="-122"/>
                <a:ea typeface="方正屏显雅宋_GBK" panose="02010600010101010101" pitchFamily="2" charset="-122"/>
                <a:sym typeface="+mn-lt"/>
              </a:rPr>
              <a:t>【</a:t>
            </a:r>
            <a:r>
              <a:rPr lang="zh-CN" altLang="en-US" sz="2100" dirty="0">
                <a:latin typeface="方正屏显雅宋_GBK" panose="02010600010101010101" pitchFamily="2" charset="-122"/>
                <a:ea typeface="方正屏显雅宋_GBK" panose="02010600010101010101" pitchFamily="2" charset="-122"/>
                <a:sym typeface="+mn-lt"/>
              </a:rPr>
              <a:t>彼前</a:t>
            </a:r>
            <a:r>
              <a:rPr lang="en-US" altLang="zh-CN" sz="2100" dirty="0">
                <a:latin typeface="方正屏显雅宋_GBK" panose="02010600010101010101" pitchFamily="2" charset="-122"/>
                <a:ea typeface="方正屏显雅宋_GBK" panose="02010600010101010101" pitchFamily="2" charset="-122"/>
                <a:sym typeface="+mn-lt"/>
              </a:rPr>
              <a:t>3:18】</a:t>
            </a:r>
            <a:r>
              <a:rPr lang="zh-CN" altLang="en-US" sz="2100" dirty="0">
                <a:latin typeface="方正屏显雅宋_GBK" panose="02010600010101010101" pitchFamily="2" charset="-122"/>
                <a:ea typeface="方正屏显雅宋_GBK" panose="02010600010101010101" pitchFamily="2" charset="-122"/>
                <a:sym typeface="+mn-lt"/>
              </a:rPr>
              <a:t>因基督也曾一次</a:t>
            </a:r>
            <a:r>
              <a:rPr lang="zh-CN" altLang="en-US" sz="2100" b="1" dirty="0">
                <a:solidFill>
                  <a:srgbClr val="FF0000"/>
                </a:solidFill>
                <a:latin typeface="方正屏显雅宋_GBK" panose="02010600010101010101" pitchFamily="2" charset="-122"/>
                <a:ea typeface="方正屏显雅宋_GBK" panose="02010600010101010101" pitchFamily="2" charset="-122"/>
                <a:sym typeface="+mn-lt"/>
              </a:rPr>
              <a:t>为罪受苦</a:t>
            </a:r>
            <a:r>
              <a:rPr lang="zh-CN" altLang="en-US" sz="2100" dirty="0">
                <a:latin typeface="方正屏显雅宋_GBK" panose="02010600010101010101" pitchFamily="2" charset="-122"/>
                <a:ea typeface="方正屏显雅宋_GBK" panose="02010600010101010101" pitchFamily="2" charset="-122"/>
                <a:sym typeface="+mn-lt"/>
              </a:rPr>
              <a:t>（“受苦”有古卷作“受死”），就是义的代替不义的，为要引我们到　神面前。按着肉体说，他被治死；按着灵性说，他复活了。</a:t>
            </a:r>
            <a:endParaRPr lang="en-US" altLang="zh-CN" sz="21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“这样的心志”：“肉身受苦”</a:t>
            </a:r>
            <a:endParaRPr lang="en-US" altLang="zh-CN" sz="24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基督为我们救赎而受苦</a:t>
            </a:r>
            <a:endParaRPr lang="en-US" altLang="zh-CN" sz="24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我们理当活出基督样式</a:t>
            </a:r>
            <a:endParaRPr lang="en-US" altLang="zh-CN" sz="24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心志表现出我们的身份</a:t>
            </a:r>
            <a:endParaRPr lang="en-US" altLang="zh-CN" sz="24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endParaRPr lang="en-US" altLang="zh-CN" sz="24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endParaRPr lang="en-US" altLang="zh-CN" sz="2400" dirty="0">
              <a:latin typeface="方正屏显雅宋_GBK" panose="02010600010101010101" pitchFamily="2" charset="-122"/>
              <a:ea typeface="方正屏显雅宋_GBK" panose="02010600010101010101" pitchFamily="2" charset="-122"/>
              <a:sym typeface="+mn-lt"/>
            </a:endParaRPr>
          </a:p>
          <a:p>
            <a:pPr indent="-228600">
              <a:lnSpc>
                <a:spcPct val="90000"/>
              </a:lnSpc>
              <a:spcAft>
                <a:spcPts val="600"/>
              </a:spcAft>
              <a:buFont typeface="Arial" panose="020B0604020202020204" pitchFamily="34" charset="0"/>
              <a:buChar char="•"/>
            </a:pPr>
            <a:endParaRPr lang="en-US" altLang="zh-CN" sz="2400" dirty="0">
              <a:latin typeface="方正屏显雅宋_GBK" panose="02010600010101010101" pitchFamily="2" charset="-122"/>
              <a:ea typeface="方正屏显雅宋_GBK" panose="02010600010101010101" pitchFamily="2" charset="-122"/>
              <a:sym typeface="+mn-lt"/>
            </a:endParaRPr>
          </a:p>
        </p:txBody>
      </p:sp>
      <p:sp>
        <p:nvSpPr>
          <p:cNvPr id="6" name="文本框 5">
            <a:extLst>
              <a:ext uri="{FF2B5EF4-FFF2-40B4-BE49-F238E27FC236}">
                <a16:creationId xmlns:a16="http://schemas.microsoft.com/office/drawing/2014/main" id="{84E6F8E6-59AE-E87A-E159-B76141DCCC02}"/>
              </a:ext>
            </a:extLst>
          </p:cNvPr>
          <p:cNvSpPr txBox="1"/>
          <p:nvPr/>
        </p:nvSpPr>
        <p:spPr>
          <a:xfrm>
            <a:off x="102042" y="1134633"/>
            <a:ext cx="12089958" cy="961225"/>
          </a:xfrm>
          <a:prstGeom prst="rect">
            <a:avLst/>
          </a:prstGeom>
          <a:noFill/>
        </p:spPr>
        <p:txBody>
          <a:bodyPr wrap="square">
            <a:spAutoFit/>
          </a:bodyPr>
          <a:lstStyle/>
          <a:p>
            <a:pPr marR="0" lvl="0" fontAlgn="auto">
              <a:lnSpc>
                <a:spcPct val="150000"/>
              </a:lnSpc>
              <a:spcBef>
                <a:spcPts val="0"/>
              </a:spcBef>
              <a:spcAft>
                <a:spcPts val="600"/>
              </a:spcAft>
              <a:buClrTx/>
              <a:buSzTx/>
              <a:tabLst/>
              <a:defRPr/>
            </a:pPr>
            <a:r>
              <a:rPr kumimoji="0" lang="en-US" altLang="zh-CN"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4:1】</a:t>
            </a:r>
            <a:r>
              <a:rPr kumimoji="0" lang="zh-CN" altLang="en-US"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基督既在</a:t>
            </a:r>
            <a:r>
              <a:rPr kumimoji="0" lang="zh-CN" altLang="en-US" b="1" i="0" u="none" strike="noStrike" cap="none" spc="0" normalizeH="0" baseline="0" noProof="0" dirty="0">
                <a:ln>
                  <a:noFill/>
                </a:ln>
                <a:solidFill>
                  <a:srgbClr val="FF0000"/>
                </a:solidFill>
                <a:effectLst/>
                <a:uLnTx/>
                <a:uFillTx/>
                <a:latin typeface="方正屏显雅宋_GBK" panose="02010600010101010101" pitchFamily="2" charset="-122"/>
                <a:ea typeface="方正屏显雅宋_GBK" panose="02010600010101010101" pitchFamily="2" charset="-122"/>
              </a:rPr>
              <a:t>肉身受苦</a:t>
            </a:r>
            <a:r>
              <a:rPr kumimoji="0" lang="zh-CN" altLang="en-US"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，你们也当将这样的心志作为兵器，因为在肉身受过苦的，就已经与罪断绝了。</a:t>
            </a:r>
          </a:p>
          <a:p>
            <a:pPr marR="0" lvl="0" fontAlgn="auto">
              <a:lnSpc>
                <a:spcPct val="150000"/>
              </a:lnSpc>
              <a:spcBef>
                <a:spcPts val="0"/>
              </a:spcBef>
              <a:spcAft>
                <a:spcPts val="600"/>
              </a:spcAft>
              <a:buClrTx/>
              <a:buSzTx/>
              <a:tabLst/>
              <a:defRPr/>
            </a:pPr>
            <a:r>
              <a:rPr kumimoji="0" lang="en-US" altLang="zh-CN"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4:2】</a:t>
            </a:r>
            <a:r>
              <a:rPr kumimoji="0" lang="zh-CN" altLang="en-US"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你们存这样的心，从今以后就可以不从人的情欲，只从　神的旨意，在世度余下的光阴。</a:t>
            </a:r>
          </a:p>
        </p:txBody>
      </p:sp>
    </p:spTree>
    <p:custDataLst>
      <p:tags r:id="rId1"/>
    </p:custDataLst>
    <p:extLst>
      <p:ext uri="{BB962C8B-B14F-4D97-AF65-F5344CB8AC3E}">
        <p14:creationId xmlns:p14="http://schemas.microsoft.com/office/powerpoint/2010/main" val="21526355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4511040" y="308692"/>
            <a:ext cx="7680960" cy="677943"/>
          </a:xfrm>
          <a:prstGeom prst="rect">
            <a:avLst/>
          </a:prstGeom>
        </p:spPr>
        <p:txBody>
          <a:bodyPr vert="horz" lIns="91440" tIns="45720" rIns="91440" bIns="45720" rtlCol="0" anchor="t">
            <a:normAutofit fontScale="85000" lnSpcReduction="10000"/>
          </a:bodyPr>
          <a:lstStyle/>
          <a:p>
            <a:pPr algn="r">
              <a:lnSpc>
                <a:spcPct val="90000"/>
              </a:lnSpc>
              <a:spcBef>
                <a:spcPct val="0"/>
              </a:spcBef>
              <a:spcAft>
                <a:spcPts val="600"/>
              </a:spcAft>
            </a:pP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第一段：</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1</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2</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节，属神子民以受苦心志为兵器</a:t>
            </a:r>
          </a:p>
        </p:txBody>
      </p:sp>
      <p:sp>
        <p:nvSpPr>
          <p:cNvPr id="2" name="文本框 1"/>
          <p:cNvSpPr txBox="1"/>
          <p:nvPr>
            <p:custDataLst>
              <p:tags r:id="rId3"/>
            </p:custDataLst>
          </p:nvPr>
        </p:nvSpPr>
        <p:spPr>
          <a:xfrm>
            <a:off x="0" y="2183895"/>
            <a:ext cx="12192000" cy="4674106"/>
          </a:xfrm>
          <a:prstGeom prst="rect">
            <a:avLst/>
          </a:prstGeom>
        </p:spPr>
        <p:txBody>
          <a:bodyPr vert="horz" lIns="91440" tIns="45720" rIns="91440" bIns="45720" rtlCol="0">
            <a:normAutofit fontScale="77500" lnSpcReduction="20000"/>
          </a:bodyPr>
          <a:lstStyle/>
          <a:p>
            <a:pPr marL="400050"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“这样的心志”：</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300" dirty="0">
                <a:latin typeface="方正屏显雅宋_GBK" panose="02010600010101010101" pitchFamily="2" charset="-122"/>
                <a:ea typeface="方正屏显雅宋_GBK" panose="02010600010101010101" pitchFamily="2" charset="-122"/>
                <a:sym typeface="+mn-lt"/>
              </a:rPr>
              <a:t>内在的治死人的情欲心志</a:t>
            </a:r>
            <a:endParaRPr lang="en-US" altLang="zh-CN" sz="23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300" dirty="0">
                <a:latin typeface="方正屏显雅宋_GBK" panose="02010600010101010101" pitchFamily="2" charset="-122"/>
                <a:ea typeface="方正屏显雅宋_GBK" panose="02010600010101010101" pitchFamily="2" charset="-122"/>
                <a:sym typeface="+mn-lt"/>
              </a:rPr>
              <a:t>外在胜过各种环境的心志</a:t>
            </a:r>
            <a:endParaRPr lang="en-US" altLang="zh-CN" sz="2300" dirty="0">
              <a:latin typeface="方正屏显雅宋_GBK" panose="02010600010101010101" pitchFamily="2" charset="-122"/>
              <a:ea typeface="方正屏显雅宋_GBK" panose="02010600010101010101" pitchFamily="2" charset="-122"/>
              <a:sym typeface="+mn-lt"/>
            </a:endParaRPr>
          </a:p>
          <a:p>
            <a:pPr marL="400050"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“兵器”：</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目的：抵挡</a:t>
            </a:r>
            <a:endParaRPr lang="en-US" altLang="zh-CN" sz="2400" dirty="0">
              <a:latin typeface="方正屏显雅宋_GBK" panose="02010600010101010101" pitchFamily="2" charset="-122"/>
              <a:ea typeface="方正屏显雅宋_GBK" panose="02010600010101010101" pitchFamily="2" charset="-122"/>
              <a:sym typeface="+mn-lt"/>
            </a:endParaRPr>
          </a:p>
          <a:p>
            <a:pPr indent="266700" algn="just">
              <a:lnSpc>
                <a:spcPct val="150000"/>
              </a:lnSpc>
              <a:buNone/>
            </a:pPr>
            <a:r>
              <a:rPr lang="en-US" altLang="zh-CN" sz="2100" kern="100" dirty="0">
                <a:effectLst/>
                <a:latin typeface="等线" panose="02010600030101010101" pitchFamily="2" charset="-122"/>
                <a:ea typeface="方正屏显雅宋_GBK" panose="02010600010101010101" pitchFamily="2" charset="-122"/>
                <a:cs typeface="Times New Roman" panose="02020603050405020304" pitchFamily="18" charset="0"/>
              </a:rPr>
              <a:t>	</a:t>
            </a:r>
            <a:r>
              <a:rPr lang="zh-CN" altLang="zh-CN" sz="2100" kern="100" dirty="0">
                <a:effectLst/>
                <a:latin typeface="等线" panose="02010600030101010101" pitchFamily="2" charset="-122"/>
                <a:ea typeface="方正屏显雅宋_GBK" panose="02010600010101010101" pitchFamily="2" charset="-122"/>
                <a:cs typeface="Times New Roman" panose="02020603050405020304" pitchFamily="18" charset="0"/>
              </a:rPr>
              <a:t>【弗</a:t>
            </a:r>
            <a:r>
              <a:rPr lang="en-US" altLang="zh-CN" sz="2100" kern="100" dirty="0">
                <a:effectLst/>
                <a:latin typeface="等线" panose="02010600030101010101" pitchFamily="2" charset="-122"/>
                <a:ea typeface="等线" panose="02010600030101010101" pitchFamily="2" charset="-122"/>
                <a:cs typeface="Times New Roman" panose="02020603050405020304" pitchFamily="18" charset="0"/>
              </a:rPr>
              <a:t>6:13</a:t>
            </a:r>
            <a:r>
              <a:rPr lang="zh-CN" altLang="zh-CN" sz="2100" kern="100" dirty="0">
                <a:effectLst/>
                <a:latin typeface="等线" panose="02010600030101010101" pitchFamily="2" charset="-122"/>
                <a:ea typeface="方正屏显雅宋_GBK" panose="02010600010101010101" pitchFamily="2" charset="-122"/>
                <a:cs typeface="Times New Roman" panose="02020603050405020304" pitchFamily="18" charset="0"/>
              </a:rPr>
              <a:t>】所以，要拿起　</a:t>
            </a:r>
            <a:r>
              <a:rPr lang="zh-CN" altLang="zh-CN" sz="2100" b="1" kern="100" dirty="0">
                <a:solidFill>
                  <a:srgbClr val="EE0000"/>
                </a:solidFill>
                <a:effectLst/>
                <a:latin typeface="等线" panose="02010600030101010101" pitchFamily="2" charset="-122"/>
                <a:ea typeface="方正屏显雅宋_GBK" panose="02010600010101010101" pitchFamily="2" charset="-122"/>
                <a:cs typeface="Times New Roman" panose="02020603050405020304" pitchFamily="18" charset="0"/>
              </a:rPr>
              <a:t>神所赐的全副军装</a:t>
            </a:r>
            <a:r>
              <a:rPr lang="zh-CN" altLang="zh-CN" sz="2100" kern="100" dirty="0">
                <a:effectLst/>
                <a:latin typeface="等线" panose="02010600030101010101" pitchFamily="2" charset="-122"/>
                <a:ea typeface="方正屏显雅宋_GBK" panose="02010600010101010101" pitchFamily="2" charset="-122"/>
                <a:cs typeface="Times New Roman" panose="02020603050405020304" pitchFamily="18" charset="0"/>
              </a:rPr>
              <a:t>，好在磨难的日子</a:t>
            </a:r>
            <a:r>
              <a:rPr lang="zh-CN" altLang="zh-CN" sz="3100" b="1" kern="100" dirty="0">
                <a:solidFill>
                  <a:srgbClr val="7030A0"/>
                </a:solidFill>
                <a:effectLst/>
                <a:latin typeface="等线" panose="02010600030101010101" pitchFamily="2" charset="-122"/>
                <a:ea typeface="方正屏显雅宋_GBK" panose="02010600010101010101" pitchFamily="2" charset="-122"/>
                <a:cs typeface="Times New Roman" panose="02020603050405020304" pitchFamily="18" charset="0"/>
              </a:rPr>
              <a:t>抵挡仇敌</a:t>
            </a:r>
            <a:r>
              <a:rPr lang="zh-CN" altLang="zh-CN" sz="2100" kern="100" dirty="0">
                <a:effectLst/>
                <a:latin typeface="等线" panose="02010600030101010101" pitchFamily="2" charset="-122"/>
                <a:ea typeface="方正屏显雅宋_GBK" panose="02010600010101010101" pitchFamily="2" charset="-122"/>
                <a:cs typeface="Times New Roman" panose="02020603050405020304" pitchFamily="18" charset="0"/>
              </a:rPr>
              <a:t>，并且成就了一切，还能站立得住。</a:t>
            </a:r>
            <a:endParaRPr lang="zh-CN" altLang="zh-CN" sz="21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50000"/>
              </a:lnSpc>
              <a:buNone/>
            </a:pPr>
            <a:r>
              <a:rPr lang="en-US" altLang="zh-CN" sz="2100" kern="100" dirty="0">
                <a:effectLst/>
                <a:latin typeface="等线" panose="02010600030101010101" pitchFamily="2" charset="-122"/>
                <a:ea typeface="方正屏显雅宋_GBK" panose="02010600010101010101" pitchFamily="2" charset="-122"/>
                <a:cs typeface="Times New Roman" panose="02020603050405020304" pitchFamily="18" charset="0"/>
              </a:rPr>
              <a:t>	</a:t>
            </a:r>
            <a:r>
              <a:rPr lang="zh-CN" altLang="zh-CN" sz="2100" kern="100" dirty="0">
                <a:effectLst/>
                <a:latin typeface="等线" panose="02010600030101010101" pitchFamily="2" charset="-122"/>
                <a:ea typeface="方正屏显雅宋_GBK" panose="02010600010101010101" pitchFamily="2" charset="-122"/>
                <a:cs typeface="Times New Roman" panose="02020603050405020304" pitchFamily="18" charset="0"/>
              </a:rPr>
              <a:t>【弗</a:t>
            </a:r>
            <a:r>
              <a:rPr lang="en-US" altLang="zh-CN" sz="2100" kern="100" dirty="0">
                <a:effectLst/>
                <a:latin typeface="等线" panose="02010600030101010101" pitchFamily="2" charset="-122"/>
                <a:ea typeface="等线" panose="02010600030101010101" pitchFamily="2" charset="-122"/>
                <a:cs typeface="Times New Roman" panose="02020603050405020304" pitchFamily="18" charset="0"/>
              </a:rPr>
              <a:t>6:14</a:t>
            </a:r>
            <a:r>
              <a:rPr lang="zh-CN" altLang="zh-CN" sz="2100" kern="100" dirty="0">
                <a:effectLst/>
                <a:latin typeface="等线" panose="02010600030101010101" pitchFamily="2" charset="-122"/>
                <a:ea typeface="方正屏显雅宋_GBK" panose="02010600010101010101" pitchFamily="2" charset="-122"/>
                <a:cs typeface="Times New Roman" panose="02020603050405020304" pitchFamily="18" charset="0"/>
              </a:rPr>
              <a:t>】所以要站稳了，用</a:t>
            </a:r>
            <a:r>
              <a:rPr lang="zh-CN" altLang="zh-CN" sz="2100" b="1" kern="100" dirty="0">
                <a:solidFill>
                  <a:srgbClr val="EE0000"/>
                </a:solidFill>
                <a:effectLst/>
                <a:latin typeface="等线" panose="02010600030101010101" pitchFamily="2" charset="-122"/>
                <a:ea typeface="方正屏显雅宋_GBK" panose="02010600010101010101" pitchFamily="2" charset="-122"/>
                <a:cs typeface="Times New Roman" panose="02020603050405020304" pitchFamily="18" charset="0"/>
              </a:rPr>
              <a:t>真理</a:t>
            </a:r>
            <a:r>
              <a:rPr lang="zh-CN" altLang="zh-CN" sz="2100" kern="100" dirty="0">
                <a:effectLst/>
                <a:latin typeface="等线" panose="02010600030101010101" pitchFamily="2" charset="-122"/>
                <a:ea typeface="方正屏显雅宋_GBK" panose="02010600010101010101" pitchFamily="2" charset="-122"/>
                <a:cs typeface="Times New Roman" panose="02020603050405020304" pitchFamily="18" charset="0"/>
              </a:rPr>
              <a:t>当作带子束腰，用公义当作护心镜遮胸，</a:t>
            </a:r>
            <a:endParaRPr lang="zh-CN" altLang="zh-CN" sz="21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50000"/>
              </a:lnSpc>
              <a:buNone/>
            </a:pPr>
            <a:r>
              <a:rPr lang="en-US" altLang="zh-CN" sz="2100" kern="100" dirty="0">
                <a:effectLst/>
                <a:latin typeface="等线" panose="02010600030101010101" pitchFamily="2" charset="-122"/>
                <a:ea typeface="方正屏显雅宋_GBK" panose="02010600010101010101" pitchFamily="2" charset="-122"/>
                <a:cs typeface="Times New Roman" panose="02020603050405020304" pitchFamily="18" charset="0"/>
              </a:rPr>
              <a:t>	</a:t>
            </a:r>
            <a:r>
              <a:rPr lang="zh-CN" altLang="zh-CN" sz="2100" kern="100" dirty="0">
                <a:effectLst/>
                <a:latin typeface="等线" panose="02010600030101010101" pitchFamily="2" charset="-122"/>
                <a:ea typeface="方正屏显雅宋_GBK" panose="02010600010101010101" pitchFamily="2" charset="-122"/>
                <a:cs typeface="Times New Roman" panose="02020603050405020304" pitchFamily="18" charset="0"/>
              </a:rPr>
              <a:t>【弗</a:t>
            </a:r>
            <a:r>
              <a:rPr lang="en-US" altLang="zh-CN" sz="2100" kern="100" dirty="0">
                <a:effectLst/>
                <a:latin typeface="等线" panose="02010600030101010101" pitchFamily="2" charset="-122"/>
                <a:ea typeface="等线" panose="02010600030101010101" pitchFamily="2" charset="-122"/>
                <a:cs typeface="Times New Roman" panose="02020603050405020304" pitchFamily="18" charset="0"/>
              </a:rPr>
              <a:t>6:15</a:t>
            </a:r>
            <a:r>
              <a:rPr lang="zh-CN" altLang="zh-CN" sz="2100" kern="100" dirty="0">
                <a:effectLst/>
                <a:latin typeface="等线" panose="02010600030101010101" pitchFamily="2" charset="-122"/>
                <a:ea typeface="方正屏显雅宋_GBK" panose="02010600010101010101" pitchFamily="2" charset="-122"/>
                <a:cs typeface="Times New Roman" panose="02020603050405020304" pitchFamily="18" charset="0"/>
              </a:rPr>
              <a:t>】又用平安的</a:t>
            </a:r>
            <a:r>
              <a:rPr lang="zh-CN" altLang="zh-CN" sz="2100" b="1" kern="100" dirty="0">
                <a:solidFill>
                  <a:srgbClr val="EE0000"/>
                </a:solidFill>
                <a:effectLst/>
                <a:latin typeface="等线" panose="02010600030101010101" pitchFamily="2" charset="-122"/>
                <a:ea typeface="方正屏显雅宋_GBK" panose="02010600010101010101" pitchFamily="2" charset="-122"/>
                <a:cs typeface="Times New Roman" panose="02020603050405020304" pitchFamily="18" charset="0"/>
              </a:rPr>
              <a:t>福音</a:t>
            </a:r>
            <a:r>
              <a:rPr lang="zh-CN" altLang="zh-CN" sz="2100" kern="100" dirty="0">
                <a:effectLst/>
                <a:latin typeface="等线" panose="02010600030101010101" pitchFamily="2" charset="-122"/>
                <a:ea typeface="方正屏显雅宋_GBK" panose="02010600010101010101" pitchFamily="2" charset="-122"/>
                <a:cs typeface="Times New Roman" panose="02020603050405020304" pitchFamily="18" charset="0"/>
              </a:rPr>
              <a:t>当作预备走路的鞋穿在脚上。</a:t>
            </a:r>
            <a:endParaRPr lang="zh-CN" altLang="zh-CN" sz="21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50000"/>
              </a:lnSpc>
              <a:buNone/>
            </a:pPr>
            <a:r>
              <a:rPr lang="en-US" altLang="zh-CN" sz="2100" kern="100" dirty="0">
                <a:effectLst/>
                <a:latin typeface="等线" panose="02010600030101010101" pitchFamily="2" charset="-122"/>
                <a:ea typeface="方正屏显雅宋_GBK" panose="02010600010101010101" pitchFamily="2" charset="-122"/>
                <a:cs typeface="Times New Roman" panose="02020603050405020304" pitchFamily="18" charset="0"/>
              </a:rPr>
              <a:t>	</a:t>
            </a:r>
            <a:r>
              <a:rPr lang="zh-CN" altLang="zh-CN" sz="2100" kern="100" dirty="0">
                <a:effectLst/>
                <a:latin typeface="等线" panose="02010600030101010101" pitchFamily="2" charset="-122"/>
                <a:ea typeface="方正屏显雅宋_GBK" panose="02010600010101010101" pitchFamily="2" charset="-122"/>
                <a:cs typeface="Times New Roman" panose="02020603050405020304" pitchFamily="18" charset="0"/>
              </a:rPr>
              <a:t>【弗</a:t>
            </a:r>
            <a:r>
              <a:rPr lang="en-US" altLang="zh-CN" sz="2100" kern="100" dirty="0">
                <a:effectLst/>
                <a:latin typeface="等线" panose="02010600030101010101" pitchFamily="2" charset="-122"/>
                <a:ea typeface="等线" panose="02010600030101010101" pitchFamily="2" charset="-122"/>
                <a:cs typeface="Times New Roman" panose="02020603050405020304" pitchFamily="18" charset="0"/>
              </a:rPr>
              <a:t>6:16</a:t>
            </a:r>
            <a:r>
              <a:rPr lang="zh-CN" altLang="zh-CN" sz="2100" kern="100" dirty="0">
                <a:effectLst/>
                <a:latin typeface="等线" panose="02010600030101010101" pitchFamily="2" charset="-122"/>
                <a:ea typeface="方正屏显雅宋_GBK" panose="02010600010101010101" pitchFamily="2" charset="-122"/>
                <a:cs typeface="Times New Roman" panose="02020603050405020304" pitchFamily="18" charset="0"/>
              </a:rPr>
              <a:t>】此外又拿着</a:t>
            </a:r>
            <a:r>
              <a:rPr lang="zh-CN" altLang="zh-CN" sz="2100" b="1" kern="100" dirty="0">
                <a:solidFill>
                  <a:srgbClr val="EE0000"/>
                </a:solidFill>
                <a:effectLst/>
                <a:latin typeface="等线" panose="02010600030101010101" pitchFamily="2" charset="-122"/>
                <a:ea typeface="方正屏显雅宋_GBK" panose="02010600010101010101" pitchFamily="2" charset="-122"/>
                <a:cs typeface="Times New Roman" panose="02020603050405020304" pitchFamily="18" charset="0"/>
              </a:rPr>
              <a:t>信德</a:t>
            </a:r>
            <a:r>
              <a:rPr lang="zh-CN" altLang="zh-CN" sz="2100" kern="100" dirty="0">
                <a:effectLst/>
                <a:latin typeface="等线" panose="02010600030101010101" pitchFamily="2" charset="-122"/>
                <a:ea typeface="方正屏显雅宋_GBK" panose="02010600010101010101" pitchFamily="2" charset="-122"/>
                <a:cs typeface="Times New Roman" panose="02020603050405020304" pitchFamily="18" charset="0"/>
              </a:rPr>
              <a:t>当作藤牌，可以灭尽那恶者一切的火箭。</a:t>
            </a:r>
            <a:endParaRPr lang="zh-CN" altLang="zh-CN" sz="21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50000"/>
              </a:lnSpc>
              <a:buNone/>
            </a:pPr>
            <a:r>
              <a:rPr lang="en-US" altLang="zh-CN" sz="2100" kern="100" dirty="0">
                <a:effectLst/>
                <a:latin typeface="等线" panose="02010600030101010101" pitchFamily="2" charset="-122"/>
                <a:ea typeface="方正屏显雅宋_GBK" panose="02010600010101010101" pitchFamily="2" charset="-122"/>
                <a:cs typeface="Times New Roman" panose="02020603050405020304" pitchFamily="18" charset="0"/>
              </a:rPr>
              <a:t>	</a:t>
            </a:r>
            <a:r>
              <a:rPr lang="zh-CN" altLang="zh-CN" sz="2100" kern="100" dirty="0">
                <a:effectLst/>
                <a:latin typeface="等线" panose="02010600030101010101" pitchFamily="2" charset="-122"/>
                <a:ea typeface="方正屏显雅宋_GBK" panose="02010600010101010101" pitchFamily="2" charset="-122"/>
                <a:cs typeface="Times New Roman" panose="02020603050405020304" pitchFamily="18" charset="0"/>
              </a:rPr>
              <a:t>【弗</a:t>
            </a:r>
            <a:r>
              <a:rPr lang="en-US" altLang="zh-CN" sz="2100" kern="100" dirty="0">
                <a:effectLst/>
                <a:latin typeface="等线" panose="02010600030101010101" pitchFamily="2" charset="-122"/>
                <a:ea typeface="等线" panose="02010600030101010101" pitchFamily="2" charset="-122"/>
                <a:cs typeface="Times New Roman" panose="02020603050405020304" pitchFamily="18" charset="0"/>
              </a:rPr>
              <a:t>6:17</a:t>
            </a:r>
            <a:r>
              <a:rPr lang="zh-CN" altLang="zh-CN" sz="2100" kern="100" dirty="0">
                <a:effectLst/>
                <a:latin typeface="等线" panose="02010600030101010101" pitchFamily="2" charset="-122"/>
                <a:ea typeface="方正屏显雅宋_GBK" panose="02010600010101010101" pitchFamily="2" charset="-122"/>
                <a:cs typeface="Times New Roman" panose="02020603050405020304" pitchFamily="18" charset="0"/>
              </a:rPr>
              <a:t>】并戴上</a:t>
            </a:r>
            <a:r>
              <a:rPr lang="zh-CN" altLang="zh-CN" sz="2100" b="1" kern="100" dirty="0">
                <a:solidFill>
                  <a:srgbClr val="EE0000"/>
                </a:solidFill>
                <a:effectLst/>
                <a:latin typeface="等线" panose="02010600030101010101" pitchFamily="2" charset="-122"/>
                <a:ea typeface="方正屏显雅宋_GBK" panose="02010600010101010101" pitchFamily="2" charset="-122"/>
                <a:cs typeface="Times New Roman" panose="02020603050405020304" pitchFamily="18" charset="0"/>
              </a:rPr>
              <a:t>救恩</a:t>
            </a:r>
            <a:r>
              <a:rPr lang="zh-CN" altLang="zh-CN" sz="2100" kern="100" dirty="0">
                <a:effectLst/>
                <a:latin typeface="等线" panose="02010600030101010101" pitchFamily="2" charset="-122"/>
                <a:ea typeface="方正屏显雅宋_GBK" panose="02010600010101010101" pitchFamily="2" charset="-122"/>
                <a:cs typeface="Times New Roman" panose="02020603050405020304" pitchFamily="18" charset="0"/>
              </a:rPr>
              <a:t>的头盔，拿着</a:t>
            </a:r>
            <a:r>
              <a:rPr lang="zh-CN" altLang="zh-CN" sz="2100" kern="100" dirty="0">
                <a:latin typeface="等线" panose="02010600030101010101" pitchFamily="2" charset="-122"/>
                <a:ea typeface="方正屏显雅宋_GBK" panose="02010600010101010101" pitchFamily="2" charset="-122"/>
                <a:cs typeface="Times New Roman" panose="02020603050405020304" pitchFamily="18" charset="0"/>
              </a:rPr>
              <a:t>圣灵的</a:t>
            </a:r>
            <a:r>
              <a:rPr lang="zh-CN" altLang="zh-CN" sz="2100" kern="100" dirty="0">
                <a:effectLst/>
                <a:latin typeface="等线" panose="02010600030101010101" pitchFamily="2" charset="-122"/>
                <a:ea typeface="方正屏显雅宋_GBK" panose="02010600010101010101" pitchFamily="2" charset="-122"/>
                <a:cs typeface="Times New Roman" panose="02020603050405020304" pitchFamily="18" charset="0"/>
              </a:rPr>
              <a:t>宝剑，就是　</a:t>
            </a:r>
            <a:r>
              <a:rPr lang="zh-CN" altLang="zh-CN" sz="2100" b="1" kern="100" dirty="0">
                <a:solidFill>
                  <a:srgbClr val="FF0000"/>
                </a:solidFill>
                <a:effectLst/>
                <a:latin typeface="等线" panose="02010600030101010101" pitchFamily="2" charset="-122"/>
                <a:ea typeface="方正屏显雅宋_GBK" panose="02010600010101010101" pitchFamily="2" charset="-122"/>
                <a:cs typeface="Times New Roman" panose="02020603050405020304" pitchFamily="18" charset="0"/>
              </a:rPr>
              <a:t>神的道</a:t>
            </a:r>
            <a:r>
              <a:rPr lang="zh-CN" altLang="zh-CN" sz="2100" kern="100" dirty="0">
                <a:effectLst/>
                <a:latin typeface="等线" panose="02010600030101010101" pitchFamily="2" charset="-122"/>
                <a:ea typeface="方正屏显雅宋_GBK" panose="02010600010101010101" pitchFamily="2" charset="-122"/>
                <a:cs typeface="Times New Roman" panose="02020603050405020304" pitchFamily="18" charset="0"/>
              </a:rPr>
              <a:t>。</a:t>
            </a:r>
            <a:endParaRPr lang="zh-CN" altLang="zh-CN" sz="21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50000"/>
              </a:lnSpc>
              <a:buNone/>
            </a:pPr>
            <a:r>
              <a:rPr lang="en-US" altLang="zh-CN" sz="2100" kern="100" dirty="0">
                <a:effectLst/>
                <a:latin typeface="等线" panose="02010600030101010101" pitchFamily="2" charset="-122"/>
                <a:ea typeface="方正屏显雅宋_GBK" panose="02010600010101010101" pitchFamily="2" charset="-122"/>
                <a:cs typeface="Times New Roman" panose="02020603050405020304" pitchFamily="18" charset="0"/>
              </a:rPr>
              <a:t>	</a:t>
            </a:r>
            <a:r>
              <a:rPr lang="zh-CN" altLang="zh-CN" sz="2100" kern="100" dirty="0">
                <a:effectLst/>
                <a:latin typeface="等线" panose="02010600030101010101" pitchFamily="2" charset="-122"/>
                <a:ea typeface="方正屏显雅宋_GBK" panose="02010600010101010101" pitchFamily="2" charset="-122"/>
                <a:cs typeface="Times New Roman" panose="02020603050405020304" pitchFamily="18" charset="0"/>
              </a:rPr>
              <a:t>【弗</a:t>
            </a:r>
            <a:r>
              <a:rPr lang="en-US" altLang="zh-CN" sz="2100" kern="100" dirty="0">
                <a:effectLst/>
                <a:latin typeface="等线" panose="02010600030101010101" pitchFamily="2" charset="-122"/>
                <a:ea typeface="等线" panose="02010600030101010101" pitchFamily="2" charset="-122"/>
                <a:cs typeface="Times New Roman" panose="02020603050405020304" pitchFamily="18" charset="0"/>
              </a:rPr>
              <a:t>6:18</a:t>
            </a:r>
            <a:r>
              <a:rPr lang="zh-CN" altLang="zh-CN" sz="2100" kern="100" dirty="0">
                <a:effectLst/>
                <a:latin typeface="等线" panose="02010600030101010101" pitchFamily="2" charset="-122"/>
                <a:ea typeface="方正屏显雅宋_GBK" panose="02010600010101010101" pitchFamily="2" charset="-122"/>
                <a:cs typeface="Times New Roman" panose="02020603050405020304" pitchFamily="18" charset="0"/>
              </a:rPr>
              <a:t>】靠着</a:t>
            </a:r>
            <a:r>
              <a:rPr lang="zh-CN" altLang="zh-CN" sz="2100" b="1" kern="100" dirty="0">
                <a:solidFill>
                  <a:srgbClr val="FF0000"/>
                </a:solidFill>
                <a:effectLst/>
                <a:latin typeface="等线" panose="02010600030101010101" pitchFamily="2" charset="-122"/>
                <a:ea typeface="方正屏显雅宋_GBK" panose="02010600010101010101" pitchFamily="2" charset="-122"/>
                <a:cs typeface="Times New Roman" panose="02020603050405020304" pitchFamily="18" charset="0"/>
              </a:rPr>
              <a:t>圣灵</a:t>
            </a:r>
            <a:r>
              <a:rPr lang="zh-CN" altLang="zh-CN" sz="2100" kern="100" dirty="0">
                <a:effectLst/>
                <a:latin typeface="等线" panose="02010600030101010101" pitchFamily="2" charset="-122"/>
                <a:ea typeface="方正屏显雅宋_GBK" panose="02010600010101010101" pitchFamily="2" charset="-122"/>
                <a:cs typeface="Times New Roman" panose="02020603050405020304" pitchFamily="18" charset="0"/>
              </a:rPr>
              <a:t>，随时多方</a:t>
            </a:r>
            <a:r>
              <a:rPr lang="zh-CN" altLang="zh-CN" sz="2100" b="1" kern="100" dirty="0">
                <a:solidFill>
                  <a:srgbClr val="EE0000"/>
                </a:solidFill>
                <a:effectLst/>
                <a:latin typeface="等线" panose="02010600030101010101" pitchFamily="2" charset="-122"/>
                <a:ea typeface="方正屏显雅宋_GBK" panose="02010600010101010101" pitchFamily="2" charset="-122"/>
                <a:cs typeface="Times New Roman" panose="02020603050405020304" pitchFamily="18" charset="0"/>
              </a:rPr>
              <a:t>祷告</a:t>
            </a:r>
            <a:r>
              <a:rPr lang="zh-CN" altLang="zh-CN" sz="2100" kern="100" dirty="0">
                <a:effectLst/>
                <a:latin typeface="等线" panose="02010600030101010101" pitchFamily="2" charset="-122"/>
                <a:ea typeface="方正屏显雅宋_GBK" panose="02010600010101010101" pitchFamily="2" charset="-122"/>
                <a:cs typeface="Times New Roman" panose="02020603050405020304" pitchFamily="18" charset="0"/>
              </a:rPr>
              <a:t>祈求，并要在此警醒不倦，为众圣徒祈求，</a:t>
            </a:r>
            <a:endParaRPr lang="zh-CN" altLang="zh-CN" sz="2100" kern="100" dirty="0">
              <a:effectLst/>
              <a:latin typeface="等线" panose="02010600030101010101" pitchFamily="2" charset="-122"/>
              <a:ea typeface="等线" panose="02010600030101010101" pitchFamily="2" charset="-122"/>
              <a:cs typeface="Times New Roman" panose="02020603050405020304" pitchFamily="18" charset="0"/>
            </a:endParaRPr>
          </a:p>
          <a:p>
            <a:pPr marL="857250" lvl="1" indent="-285750">
              <a:lnSpc>
                <a:spcPct val="150000"/>
              </a:lnSpc>
              <a:spcAft>
                <a:spcPts val="600"/>
              </a:spcAft>
              <a:buFont typeface="Wingdings" panose="05000000000000000000" pitchFamily="2" charset="2"/>
              <a:buChar char="l"/>
            </a:pPr>
            <a:endParaRPr lang="en-US" altLang="zh-CN" sz="24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endParaRPr lang="en-US" altLang="zh-CN" sz="24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endParaRPr lang="en-US" altLang="zh-CN" sz="2400" dirty="0">
              <a:latin typeface="方正屏显雅宋_GBK" panose="02010600010101010101" pitchFamily="2" charset="-122"/>
              <a:ea typeface="方正屏显雅宋_GBK" panose="02010600010101010101" pitchFamily="2" charset="-122"/>
              <a:sym typeface="+mn-lt"/>
            </a:endParaRPr>
          </a:p>
          <a:p>
            <a:pPr indent="-228600">
              <a:lnSpc>
                <a:spcPct val="90000"/>
              </a:lnSpc>
              <a:spcAft>
                <a:spcPts val="600"/>
              </a:spcAft>
              <a:buFont typeface="Arial" panose="020B0604020202020204" pitchFamily="34" charset="0"/>
              <a:buChar char="•"/>
            </a:pPr>
            <a:endParaRPr lang="en-US" altLang="zh-CN" sz="2400" dirty="0">
              <a:latin typeface="方正屏显雅宋_GBK" panose="02010600010101010101" pitchFamily="2" charset="-122"/>
              <a:ea typeface="方正屏显雅宋_GBK" panose="02010600010101010101" pitchFamily="2" charset="-122"/>
              <a:sym typeface="+mn-lt"/>
            </a:endParaRPr>
          </a:p>
        </p:txBody>
      </p:sp>
      <p:sp>
        <p:nvSpPr>
          <p:cNvPr id="6" name="文本框 5">
            <a:extLst>
              <a:ext uri="{FF2B5EF4-FFF2-40B4-BE49-F238E27FC236}">
                <a16:creationId xmlns:a16="http://schemas.microsoft.com/office/drawing/2014/main" id="{8D684FDC-0FF7-89F2-9187-5F0E9ED8CA01}"/>
              </a:ext>
            </a:extLst>
          </p:cNvPr>
          <p:cNvSpPr txBox="1"/>
          <p:nvPr/>
        </p:nvSpPr>
        <p:spPr>
          <a:xfrm>
            <a:off x="102042" y="1134633"/>
            <a:ext cx="12089958" cy="961225"/>
          </a:xfrm>
          <a:prstGeom prst="rect">
            <a:avLst/>
          </a:prstGeom>
          <a:noFill/>
        </p:spPr>
        <p:txBody>
          <a:bodyPr wrap="square">
            <a:spAutoFit/>
          </a:bodyPr>
          <a:lstStyle/>
          <a:p>
            <a:pPr marR="0" lvl="0" fontAlgn="auto">
              <a:lnSpc>
                <a:spcPct val="150000"/>
              </a:lnSpc>
              <a:spcBef>
                <a:spcPts val="0"/>
              </a:spcBef>
              <a:spcAft>
                <a:spcPts val="600"/>
              </a:spcAft>
              <a:buClrTx/>
              <a:buSzTx/>
              <a:tabLst/>
              <a:defRPr/>
            </a:pPr>
            <a:r>
              <a:rPr kumimoji="0" lang="en-US" altLang="zh-CN"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4:1】</a:t>
            </a:r>
            <a:r>
              <a:rPr kumimoji="0" lang="zh-CN" altLang="en-US"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基督既在</a:t>
            </a:r>
            <a:r>
              <a:rPr kumimoji="0" lang="zh-CN" altLang="en-US" b="1" i="0" u="none" strike="noStrike" cap="none" spc="0" normalizeH="0" baseline="0" noProof="0" dirty="0">
                <a:ln>
                  <a:noFill/>
                </a:ln>
                <a:solidFill>
                  <a:srgbClr val="FF0000"/>
                </a:solidFill>
                <a:effectLst/>
                <a:uLnTx/>
                <a:uFillTx/>
                <a:latin typeface="方正屏显雅宋_GBK" panose="02010600010101010101" pitchFamily="2" charset="-122"/>
                <a:ea typeface="方正屏显雅宋_GBK" panose="02010600010101010101" pitchFamily="2" charset="-122"/>
              </a:rPr>
              <a:t>肉身受苦</a:t>
            </a:r>
            <a:r>
              <a:rPr kumimoji="0" lang="zh-CN" altLang="en-US"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，你们也当将这样的心志作为兵器，因为在肉身受过苦的，就已经与罪断绝了。</a:t>
            </a:r>
          </a:p>
          <a:p>
            <a:pPr marR="0" lvl="0" fontAlgn="auto">
              <a:lnSpc>
                <a:spcPct val="150000"/>
              </a:lnSpc>
              <a:spcBef>
                <a:spcPts val="0"/>
              </a:spcBef>
              <a:spcAft>
                <a:spcPts val="600"/>
              </a:spcAft>
              <a:buClrTx/>
              <a:buSzTx/>
              <a:tabLst/>
              <a:defRPr/>
            </a:pPr>
            <a:r>
              <a:rPr kumimoji="0" lang="en-US" altLang="zh-CN"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4:2】</a:t>
            </a:r>
            <a:r>
              <a:rPr kumimoji="0" lang="zh-CN" altLang="en-US"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你们存这样的心，从今以后就可以不从人的情欲，只从　神的旨意，在世度余下的光阴。</a:t>
            </a:r>
          </a:p>
        </p:txBody>
      </p:sp>
      <p:sp>
        <p:nvSpPr>
          <p:cNvPr id="3" name="矩形 2">
            <a:extLst>
              <a:ext uri="{FF2B5EF4-FFF2-40B4-BE49-F238E27FC236}">
                <a16:creationId xmlns:a16="http://schemas.microsoft.com/office/drawing/2014/main" id="{054F6395-1975-B8A2-703B-55FCED5D19F3}"/>
              </a:ext>
            </a:extLst>
          </p:cNvPr>
          <p:cNvSpPr/>
          <p:nvPr/>
        </p:nvSpPr>
        <p:spPr>
          <a:xfrm>
            <a:off x="729182" y="3607314"/>
            <a:ext cx="716733" cy="45267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a:extLst>
              <a:ext uri="{FF2B5EF4-FFF2-40B4-BE49-F238E27FC236}">
                <a16:creationId xmlns:a16="http://schemas.microsoft.com/office/drawing/2014/main" id="{678B9CC0-1526-EED8-F012-57C69977FC1D}"/>
              </a:ext>
            </a:extLst>
          </p:cNvPr>
          <p:cNvSpPr/>
          <p:nvPr/>
        </p:nvSpPr>
        <p:spPr>
          <a:xfrm>
            <a:off x="896293" y="2716040"/>
            <a:ext cx="479834" cy="823865"/>
          </a:xfrm>
          <a:prstGeom prst="ellipse">
            <a:avLst/>
          </a:prstGeom>
          <a:noFill/>
          <a:ln>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30D5193B-333A-E8C7-B696-EBD96AB6BB6B}"/>
              </a:ext>
            </a:extLst>
          </p:cNvPr>
          <p:cNvSpPr/>
          <p:nvPr/>
        </p:nvSpPr>
        <p:spPr>
          <a:xfrm>
            <a:off x="4278140" y="4520948"/>
            <a:ext cx="716733" cy="45267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箭头连接符 6">
            <a:extLst>
              <a:ext uri="{FF2B5EF4-FFF2-40B4-BE49-F238E27FC236}">
                <a16:creationId xmlns:a16="http://schemas.microsoft.com/office/drawing/2014/main" id="{3324255E-FE9E-E09F-10A3-43BA14E199E7}"/>
              </a:ext>
            </a:extLst>
          </p:cNvPr>
          <p:cNvCxnSpPr>
            <a:cxnSpLocks/>
          </p:cNvCxnSpPr>
          <p:nvPr/>
        </p:nvCxnSpPr>
        <p:spPr>
          <a:xfrm flipH="1" flipV="1">
            <a:off x="1445915" y="3198520"/>
            <a:ext cx="5380398" cy="1350467"/>
          </a:xfrm>
          <a:prstGeom prst="straightConnector1">
            <a:avLst/>
          </a:prstGeom>
          <a:ln>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60A4A503-2EAA-3F53-3F5E-A4A7E500CA41}"/>
              </a:ext>
            </a:extLst>
          </p:cNvPr>
          <p:cNvCxnSpPr>
            <a:cxnSpLocks/>
          </p:cNvCxnSpPr>
          <p:nvPr/>
        </p:nvCxnSpPr>
        <p:spPr>
          <a:xfrm flipH="1" flipV="1">
            <a:off x="1718650" y="3926053"/>
            <a:ext cx="2559490" cy="622934"/>
          </a:xfrm>
          <a:prstGeom prst="straightConnector1">
            <a:avLst/>
          </a:prstGeom>
          <a:ln>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3120055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925BE-6CEA-10FC-7C42-9990CABCA96B}"/>
            </a:ext>
          </a:extLst>
        </p:cNvPr>
        <p:cNvGrpSpPr/>
        <p:nvPr/>
      </p:nvGrpSpPr>
      <p:grpSpPr>
        <a:xfrm>
          <a:off x="0" y="0"/>
          <a:ext cx="0" cy="0"/>
          <a:chOff x="0" y="0"/>
          <a:chExt cx="0" cy="0"/>
        </a:xfrm>
      </p:grpSpPr>
      <p:sp>
        <p:nvSpPr>
          <p:cNvPr id="18" name="文本框 17">
            <a:extLst>
              <a:ext uri="{FF2B5EF4-FFF2-40B4-BE49-F238E27FC236}">
                <a16:creationId xmlns:a16="http://schemas.microsoft.com/office/drawing/2014/main" id="{C07F8981-FCD9-F787-95C3-090BC50B0C3E}"/>
              </a:ext>
            </a:extLst>
          </p:cNvPr>
          <p:cNvSpPr txBox="1"/>
          <p:nvPr>
            <p:custDataLst>
              <p:tags r:id="rId2"/>
            </p:custDataLst>
          </p:nvPr>
        </p:nvSpPr>
        <p:spPr>
          <a:xfrm>
            <a:off x="4511040" y="308692"/>
            <a:ext cx="7680960" cy="677943"/>
          </a:xfrm>
          <a:prstGeom prst="rect">
            <a:avLst/>
          </a:prstGeom>
        </p:spPr>
        <p:txBody>
          <a:bodyPr vert="horz" lIns="91440" tIns="45720" rIns="91440" bIns="45720" rtlCol="0" anchor="t">
            <a:normAutofit fontScale="85000" lnSpcReduction="10000"/>
          </a:bodyPr>
          <a:lstStyle/>
          <a:p>
            <a:pPr algn="r">
              <a:lnSpc>
                <a:spcPct val="90000"/>
              </a:lnSpc>
              <a:spcBef>
                <a:spcPct val="0"/>
              </a:spcBef>
              <a:spcAft>
                <a:spcPts val="600"/>
              </a:spcAft>
            </a:pP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第一段：</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1</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2</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节，属神子民以受苦心志为兵器</a:t>
            </a:r>
          </a:p>
        </p:txBody>
      </p:sp>
      <p:sp>
        <p:nvSpPr>
          <p:cNvPr id="2" name="文本框 1">
            <a:extLst>
              <a:ext uri="{FF2B5EF4-FFF2-40B4-BE49-F238E27FC236}">
                <a16:creationId xmlns:a16="http://schemas.microsoft.com/office/drawing/2014/main" id="{60F4CE8B-3C93-05F0-AFA3-C92ACE06F409}"/>
              </a:ext>
            </a:extLst>
          </p:cNvPr>
          <p:cNvSpPr txBox="1"/>
          <p:nvPr>
            <p:custDataLst>
              <p:tags r:id="rId3"/>
            </p:custDataLst>
          </p:nvPr>
        </p:nvSpPr>
        <p:spPr>
          <a:xfrm>
            <a:off x="0" y="2183895"/>
            <a:ext cx="12192000" cy="4674106"/>
          </a:xfrm>
          <a:prstGeom prst="rect">
            <a:avLst/>
          </a:prstGeom>
        </p:spPr>
        <p:txBody>
          <a:bodyPr vert="horz" lIns="91440" tIns="45720" rIns="91440" bIns="45720" rtlCol="0">
            <a:normAutofit fontScale="62500" lnSpcReduction="20000"/>
          </a:bodyPr>
          <a:lstStyle/>
          <a:p>
            <a:pPr marL="400050"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“肉身受过苦的”：</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300" dirty="0">
                <a:latin typeface="方正屏显雅宋_GBK" panose="02010600010101010101" pitchFamily="2" charset="-122"/>
                <a:ea typeface="方正屏显雅宋_GBK" panose="02010600010101010101" pitchFamily="2" charset="-122"/>
                <a:sym typeface="+mn-lt"/>
              </a:rPr>
              <a:t>“</a:t>
            </a:r>
            <a:r>
              <a:rPr lang="zh-CN" altLang="en-US" sz="2300" dirty="0">
                <a:latin typeface="方正屏显雅宋_GBK" panose="02010600010101010101" pitchFamily="2" charset="-122"/>
                <a:ea typeface="方正屏显雅宋_GBK" panose="02010600010101010101" pitchFamily="2" charset="-122"/>
              </a:rPr>
              <a:t>肉身受过苦</a:t>
            </a:r>
            <a:r>
              <a:rPr lang="zh-CN" altLang="en-US" sz="2300" dirty="0">
                <a:latin typeface="方正屏显雅宋_GBK" panose="02010600010101010101" pitchFamily="2" charset="-122"/>
                <a:ea typeface="方正屏显雅宋_GBK" panose="02010600010101010101" pitchFamily="2" charset="-122"/>
                <a:sym typeface="+mn-lt"/>
              </a:rPr>
              <a:t>” </a:t>
            </a:r>
            <a:r>
              <a:rPr lang="en-US" altLang="zh-CN" sz="2300" dirty="0">
                <a:latin typeface="方正屏显雅宋_GBK" panose="02010600010101010101" pitchFamily="2" charset="-122"/>
                <a:ea typeface="方正屏显雅宋_GBK" panose="02010600010101010101" pitchFamily="2" charset="-122"/>
                <a:sym typeface="+mn-lt"/>
              </a:rPr>
              <a:t>-&gt; </a:t>
            </a:r>
            <a:r>
              <a:rPr lang="zh-CN" altLang="en-US" sz="2300" dirty="0">
                <a:latin typeface="方正屏显雅宋_GBK" panose="02010600010101010101" pitchFamily="2" charset="-122"/>
                <a:ea typeface="方正屏显雅宋_GBK" panose="02010600010101010101" pitchFamily="2" charset="-122"/>
                <a:sym typeface="+mn-lt"/>
              </a:rPr>
              <a:t>外在见证 </a:t>
            </a:r>
            <a:r>
              <a:rPr lang="en-US" altLang="zh-CN" sz="2300" dirty="0">
                <a:latin typeface="方正屏显雅宋_GBK" panose="02010600010101010101" pitchFamily="2" charset="-122"/>
                <a:ea typeface="方正屏显雅宋_GBK" panose="02010600010101010101" pitchFamily="2" charset="-122"/>
                <a:sym typeface="+mn-lt"/>
              </a:rPr>
              <a:t>-&gt; </a:t>
            </a:r>
            <a:r>
              <a:rPr lang="zh-CN" altLang="en-US" sz="2300" dirty="0">
                <a:latin typeface="方正屏显雅宋_GBK" panose="02010600010101010101" pitchFamily="2" charset="-122"/>
                <a:ea typeface="方正屏显雅宋_GBK" panose="02010600010101010101" pitchFamily="2" charset="-122"/>
                <a:sym typeface="+mn-lt"/>
              </a:rPr>
              <a:t>出与内在的信心 </a:t>
            </a:r>
            <a:r>
              <a:rPr lang="en-US" altLang="zh-CN" sz="2300" dirty="0">
                <a:latin typeface="方正屏显雅宋_GBK" panose="02010600010101010101" pitchFamily="2" charset="-122"/>
                <a:ea typeface="方正屏显雅宋_GBK" panose="02010600010101010101" pitchFamily="2" charset="-122"/>
                <a:sym typeface="+mn-lt"/>
              </a:rPr>
              <a:t>-&gt; </a:t>
            </a:r>
            <a:r>
              <a:rPr lang="zh-CN" altLang="en-US" sz="2300" dirty="0">
                <a:latin typeface="方正屏显雅宋_GBK" panose="02010600010101010101" pitchFamily="2" charset="-122"/>
                <a:ea typeface="方正屏显雅宋_GBK" panose="02010600010101010101" pitchFamily="2" charset="-122"/>
                <a:sym typeface="+mn-lt"/>
              </a:rPr>
              <a:t>因信称义 </a:t>
            </a:r>
            <a:endParaRPr lang="en-US" altLang="zh-CN" sz="23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en-US" altLang="zh-CN" sz="2300" dirty="0">
                <a:latin typeface="方正屏显雅宋_GBK" panose="02010600010101010101" pitchFamily="2" charset="-122"/>
                <a:ea typeface="方正屏显雅宋_GBK" panose="02010600010101010101" pitchFamily="2" charset="-122"/>
                <a:sym typeface="+mn-lt"/>
              </a:rPr>
              <a:t>【</a:t>
            </a:r>
            <a:r>
              <a:rPr lang="zh-CN" altLang="en-US" sz="2300" dirty="0">
                <a:latin typeface="方正屏显雅宋_GBK" panose="02010600010101010101" pitchFamily="2" charset="-122"/>
                <a:ea typeface="方正屏显雅宋_GBK" panose="02010600010101010101" pitchFamily="2" charset="-122"/>
                <a:sym typeface="+mn-lt"/>
              </a:rPr>
              <a:t>雅</a:t>
            </a:r>
            <a:r>
              <a:rPr lang="en-US" altLang="zh-CN" sz="2300" dirty="0">
                <a:latin typeface="方正屏显雅宋_GBK" panose="02010600010101010101" pitchFamily="2" charset="-122"/>
                <a:ea typeface="方正屏显雅宋_GBK" panose="02010600010101010101" pitchFamily="2" charset="-122"/>
                <a:sym typeface="+mn-lt"/>
              </a:rPr>
              <a:t>2:17】</a:t>
            </a:r>
            <a:r>
              <a:rPr lang="zh-CN" altLang="en-US" sz="2300" dirty="0">
                <a:latin typeface="方正屏显雅宋_GBK" panose="02010600010101010101" pitchFamily="2" charset="-122"/>
                <a:ea typeface="方正屏显雅宋_GBK" panose="02010600010101010101" pitchFamily="2" charset="-122"/>
                <a:sym typeface="+mn-lt"/>
              </a:rPr>
              <a:t>这样，信心若没有行为就是死的。</a:t>
            </a:r>
          </a:p>
          <a:p>
            <a:pPr marL="857250" lvl="1" indent="-285750">
              <a:lnSpc>
                <a:spcPct val="150000"/>
              </a:lnSpc>
              <a:spcAft>
                <a:spcPts val="600"/>
              </a:spcAft>
              <a:buFont typeface="Wingdings" panose="05000000000000000000" pitchFamily="2" charset="2"/>
              <a:buChar char="l"/>
            </a:pPr>
            <a:r>
              <a:rPr lang="en-US" altLang="zh-CN" sz="2300" dirty="0">
                <a:latin typeface="方正屏显雅宋_GBK" panose="02010600010101010101" pitchFamily="2" charset="-122"/>
                <a:ea typeface="方正屏显雅宋_GBK" panose="02010600010101010101" pitchFamily="2" charset="-122"/>
                <a:sym typeface="+mn-lt"/>
              </a:rPr>
              <a:t>【</a:t>
            </a:r>
            <a:r>
              <a:rPr lang="zh-CN" altLang="en-US" sz="2300" dirty="0">
                <a:latin typeface="方正屏显雅宋_GBK" panose="02010600010101010101" pitchFamily="2" charset="-122"/>
                <a:ea typeface="方正屏显雅宋_GBK" panose="02010600010101010101" pitchFamily="2" charset="-122"/>
                <a:sym typeface="+mn-lt"/>
              </a:rPr>
              <a:t>雅</a:t>
            </a:r>
            <a:r>
              <a:rPr lang="en-US" altLang="zh-CN" sz="2300" dirty="0">
                <a:latin typeface="方正屏显雅宋_GBK" panose="02010600010101010101" pitchFamily="2" charset="-122"/>
                <a:ea typeface="方正屏显雅宋_GBK" panose="02010600010101010101" pitchFamily="2" charset="-122"/>
                <a:sym typeface="+mn-lt"/>
              </a:rPr>
              <a:t>2:18】</a:t>
            </a:r>
            <a:r>
              <a:rPr lang="zh-CN" altLang="en-US" sz="2300" dirty="0">
                <a:latin typeface="方正屏显雅宋_GBK" panose="02010600010101010101" pitchFamily="2" charset="-122"/>
                <a:ea typeface="方正屏显雅宋_GBK" panose="02010600010101010101" pitchFamily="2" charset="-122"/>
                <a:sym typeface="+mn-lt"/>
              </a:rPr>
              <a:t>必有人说：“你有信心，我有行为。”你将你没有行为的信心指给我看，我便藉着我的行为，将我的信心指给你看。</a:t>
            </a:r>
            <a:endParaRPr lang="en-US" altLang="zh-CN" sz="23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300" dirty="0">
                <a:latin typeface="方正屏显雅宋_GBK" panose="02010600010101010101" pitchFamily="2" charset="-122"/>
                <a:ea typeface="方正屏显雅宋_GBK" panose="02010600010101010101" pitchFamily="2" charset="-122"/>
                <a:sym typeface="+mn-lt"/>
              </a:rPr>
              <a:t>信心外显是行为</a:t>
            </a:r>
            <a:endParaRPr lang="en-US" altLang="zh-CN" sz="2300" dirty="0">
              <a:latin typeface="方正屏显雅宋_GBK" panose="02010600010101010101" pitchFamily="2" charset="-122"/>
              <a:ea typeface="方正屏显雅宋_GBK" panose="02010600010101010101" pitchFamily="2" charset="-122"/>
              <a:sym typeface="+mn-lt"/>
            </a:endParaRPr>
          </a:p>
          <a:p>
            <a:pPr marL="400050"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a:t>
            </a:r>
            <a:r>
              <a:rPr lang="zh-CN" altLang="en-US" sz="2800" dirty="0">
                <a:latin typeface="方正屏显雅宋_GBK" panose="02010600010101010101" pitchFamily="2" charset="-122"/>
                <a:ea typeface="方正屏显雅宋_GBK" panose="02010600010101010101" pitchFamily="2" charset="-122"/>
              </a:rPr>
              <a:t>与罪断绝</a:t>
            </a:r>
            <a:r>
              <a:rPr lang="zh-CN" altLang="en-US" sz="2800" dirty="0">
                <a:latin typeface="方正屏显雅宋_GBK" panose="02010600010101010101" pitchFamily="2" charset="-122"/>
                <a:ea typeface="方正屏显雅宋_GBK" panose="02010600010101010101" pitchFamily="2" charset="-122"/>
                <a:sym typeface="+mn-lt"/>
              </a:rPr>
              <a:t>”：</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非指耶稣基督，是指我们神的子民</a:t>
            </a:r>
            <a:endParaRPr lang="en-US" altLang="zh-CN" sz="24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因信称义 </a:t>
            </a:r>
            <a:r>
              <a:rPr lang="en-US" altLang="zh-CN" sz="2400" dirty="0">
                <a:latin typeface="方正屏显雅宋_GBK" panose="02010600010101010101" pitchFamily="2" charset="-122"/>
                <a:ea typeface="方正屏显雅宋_GBK" panose="02010600010101010101" pitchFamily="2" charset="-122"/>
                <a:sym typeface="+mn-lt"/>
              </a:rPr>
              <a:t>-&gt; </a:t>
            </a:r>
            <a:r>
              <a:rPr lang="zh-CN" altLang="en-US" sz="2400" dirty="0">
                <a:latin typeface="方正屏显雅宋_GBK" panose="02010600010101010101" pitchFamily="2" charset="-122"/>
                <a:ea typeface="方正屏显雅宋_GBK" panose="02010600010101010101" pitchFamily="2" charset="-122"/>
                <a:sym typeface="+mn-lt"/>
              </a:rPr>
              <a:t>圣灵重生 </a:t>
            </a:r>
            <a:r>
              <a:rPr lang="en-US" altLang="zh-CN" sz="2400" dirty="0">
                <a:latin typeface="方正屏显雅宋_GBK" panose="02010600010101010101" pitchFamily="2" charset="-122"/>
                <a:ea typeface="方正屏显雅宋_GBK" panose="02010600010101010101" pitchFamily="2" charset="-122"/>
                <a:sym typeface="+mn-lt"/>
              </a:rPr>
              <a:t>-&gt; </a:t>
            </a:r>
            <a:r>
              <a:rPr lang="zh-CN" altLang="en-US" sz="2400" dirty="0">
                <a:latin typeface="方正屏显雅宋_GBK" panose="02010600010101010101" pitchFamily="2" charset="-122"/>
                <a:ea typeface="方正屏显雅宋_GBK" panose="02010600010101010101" pitchFamily="2" charset="-122"/>
                <a:sym typeface="+mn-lt"/>
              </a:rPr>
              <a:t>不在属于罪的奴仆</a:t>
            </a:r>
            <a:endParaRPr lang="en-US" altLang="zh-CN" sz="24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en-US" altLang="zh-CN" sz="2400" dirty="0">
                <a:latin typeface="方正屏显雅宋_GBK" panose="02010600010101010101" pitchFamily="2" charset="-122"/>
                <a:ea typeface="方正屏显雅宋_GBK" panose="02010600010101010101" pitchFamily="2" charset="-122"/>
                <a:sym typeface="+mn-lt"/>
              </a:rPr>
              <a:t>【</a:t>
            </a:r>
            <a:r>
              <a:rPr lang="zh-CN" altLang="en-US" sz="2400" dirty="0">
                <a:latin typeface="方正屏显雅宋_GBK" panose="02010600010101010101" pitchFamily="2" charset="-122"/>
                <a:ea typeface="方正屏显雅宋_GBK" panose="02010600010101010101" pitchFamily="2" charset="-122"/>
                <a:sym typeface="+mn-lt"/>
              </a:rPr>
              <a:t>罗</a:t>
            </a:r>
            <a:r>
              <a:rPr lang="en-US" altLang="zh-CN" sz="2400" dirty="0">
                <a:latin typeface="方正屏显雅宋_GBK" panose="02010600010101010101" pitchFamily="2" charset="-122"/>
                <a:ea typeface="方正屏显雅宋_GBK" panose="02010600010101010101" pitchFamily="2" charset="-122"/>
                <a:sym typeface="+mn-lt"/>
              </a:rPr>
              <a:t>6:16】</a:t>
            </a:r>
            <a:r>
              <a:rPr lang="zh-CN" altLang="en-US" sz="2400" dirty="0">
                <a:latin typeface="方正屏显雅宋_GBK" panose="02010600010101010101" pitchFamily="2" charset="-122"/>
                <a:ea typeface="方正屏显雅宋_GBK" panose="02010600010101010101" pitchFamily="2" charset="-122"/>
                <a:sym typeface="+mn-lt"/>
              </a:rPr>
              <a:t>岂不晓得你们献上自己作奴仆，顺从谁，就作谁的奴仆吗？或作罪的奴仆，以至于死；或作顺命的奴仆，以至成义。</a:t>
            </a:r>
            <a:endParaRPr lang="en-US" altLang="zh-CN" sz="24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罪已经不在我们身上做王了，我们已经彻底与罪断绝了。</a:t>
            </a:r>
            <a:endParaRPr lang="en-US" altLang="zh-CN" sz="24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sym typeface="+mn-lt"/>
              </a:rPr>
              <a:t>但我们身上还有罪的残余，我们还会犯罪，但不会持续在罪中。</a:t>
            </a:r>
            <a:endParaRPr lang="en-US" altLang="zh-CN" sz="2400" dirty="0">
              <a:latin typeface="方正屏显雅宋_GBK" panose="02010600010101010101" pitchFamily="2" charset="-122"/>
              <a:ea typeface="方正屏显雅宋_GBK" panose="02010600010101010101" pitchFamily="2" charset="-122"/>
              <a:sym typeface="+mn-lt"/>
            </a:endParaRPr>
          </a:p>
          <a:p>
            <a:pPr marL="1771650" lvl="3" indent="-285750">
              <a:lnSpc>
                <a:spcPct val="150000"/>
              </a:lnSpc>
              <a:spcAft>
                <a:spcPts val="600"/>
              </a:spcAft>
              <a:buFont typeface="Wingdings" panose="05000000000000000000" pitchFamily="2" charset="2"/>
              <a:buChar char="l"/>
            </a:pPr>
            <a:r>
              <a:rPr lang="en-US" altLang="zh-CN" sz="2400" dirty="0">
                <a:latin typeface="方正屏显雅宋_GBK" panose="02010600010101010101" pitchFamily="2" charset="-122"/>
                <a:ea typeface="方正屏显雅宋_GBK" panose="02010600010101010101" pitchFamily="2" charset="-122"/>
                <a:sym typeface="+mn-lt"/>
              </a:rPr>
              <a:t>【</a:t>
            </a:r>
            <a:r>
              <a:rPr lang="zh-CN" altLang="en-US" sz="2400" dirty="0">
                <a:latin typeface="方正屏显雅宋_GBK" panose="02010600010101010101" pitchFamily="2" charset="-122"/>
                <a:ea typeface="方正屏显雅宋_GBK" panose="02010600010101010101" pitchFamily="2" charset="-122"/>
                <a:sym typeface="+mn-lt"/>
              </a:rPr>
              <a:t>约壹</a:t>
            </a:r>
            <a:r>
              <a:rPr lang="en-US" altLang="zh-CN" sz="2400" dirty="0">
                <a:latin typeface="方正屏显雅宋_GBK" panose="02010600010101010101" pitchFamily="2" charset="-122"/>
                <a:ea typeface="方正屏显雅宋_GBK" panose="02010600010101010101" pitchFamily="2" charset="-122"/>
                <a:sym typeface="+mn-lt"/>
              </a:rPr>
              <a:t>3:9】</a:t>
            </a:r>
            <a:r>
              <a:rPr lang="zh-CN" altLang="en-US" sz="2400" dirty="0">
                <a:latin typeface="方正屏显雅宋_GBK" panose="02010600010101010101" pitchFamily="2" charset="-122"/>
                <a:ea typeface="方正屏显雅宋_GBK" panose="02010600010101010101" pitchFamily="2" charset="-122"/>
                <a:sym typeface="+mn-lt"/>
              </a:rPr>
              <a:t>凡从　神生的，就不犯罪，因　神的道（原文作“种”）存在他心里，他也不能犯罪，因为他是由　神生的。</a:t>
            </a:r>
            <a:endParaRPr lang="en-US" altLang="zh-CN" sz="24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endParaRPr lang="en-US" altLang="zh-CN" sz="24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endParaRPr lang="en-US" altLang="zh-CN" sz="2400" dirty="0">
              <a:latin typeface="方正屏显雅宋_GBK" panose="02010600010101010101" pitchFamily="2" charset="-122"/>
              <a:ea typeface="方正屏显雅宋_GBK" panose="02010600010101010101" pitchFamily="2" charset="-122"/>
              <a:sym typeface="+mn-lt"/>
            </a:endParaRPr>
          </a:p>
          <a:p>
            <a:pPr indent="-228600">
              <a:lnSpc>
                <a:spcPct val="90000"/>
              </a:lnSpc>
              <a:spcAft>
                <a:spcPts val="600"/>
              </a:spcAft>
              <a:buFont typeface="Arial" panose="020B0604020202020204" pitchFamily="34" charset="0"/>
              <a:buChar char="•"/>
            </a:pPr>
            <a:endParaRPr lang="en-US" altLang="zh-CN" sz="2400" dirty="0">
              <a:latin typeface="方正屏显雅宋_GBK" panose="02010600010101010101" pitchFamily="2" charset="-122"/>
              <a:ea typeface="方正屏显雅宋_GBK" panose="02010600010101010101" pitchFamily="2" charset="-122"/>
              <a:sym typeface="+mn-lt"/>
            </a:endParaRPr>
          </a:p>
        </p:txBody>
      </p:sp>
      <p:sp>
        <p:nvSpPr>
          <p:cNvPr id="6" name="文本框 5">
            <a:extLst>
              <a:ext uri="{FF2B5EF4-FFF2-40B4-BE49-F238E27FC236}">
                <a16:creationId xmlns:a16="http://schemas.microsoft.com/office/drawing/2014/main" id="{C27186F5-30D0-2EBF-393A-F43AE88E992A}"/>
              </a:ext>
            </a:extLst>
          </p:cNvPr>
          <p:cNvSpPr txBox="1"/>
          <p:nvPr/>
        </p:nvSpPr>
        <p:spPr>
          <a:xfrm>
            <a:off x="102042" y="1134633"/>
            <a:ext cx="12089958" cy="961225"/>
          </a:xfrm>
          <a:prstGeom prst="rect">
            <a:avLst/>
          </a:prstGeom>
          <a:noFill/>
        </p:spPr>
        <p:txBody>
          <a:bodyPr wrap="square">
            <a:spAutoFit/>
          </a:bodyPr>
          <a:lstStyle/>
          <a:p>
            <a:pPr marR="0" lvl="0" fontAlgn="auto">
              <a:lnSpc>
                <a:spcPct val="150000"/>
              </a:lnSpc>
              <a:spcBef>
                <a:spcPts val="0"/>
              </a:spcBef>
              <a:spcAft>
                <a:spcPts val="600"/>
              </a:spcAft>
              <a:buClrTx/>
              <a:buSzTx/>
              <a:tabLst/>
              <a:defRPr/>
            </a:pPr>
            <a:r>
              <a:rPr kumimoji="0" lang="en-US" altLang="zh-CN"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4:1】</a:t>
            </a:r>
            <a:r>
              <a:rPr kumimoji="0" lang="zh-CN" altLang="en-US"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基督既在</a:t>
            </a:r>
            <a:r>
              <a:rPr kumimoji="0" lang="zh-CN" altLang="en-US" b="1" i="0" u="none" strike="noStrike" cap="none" spc="0" normalizeH="0" baseline="0" noProof="0" dirty="0">
                <a:ln>
                  <a:noFill/>
                </a:ln>
                <a:solidFill>
                  <a:srgbClr val="FF0000"/>
                </a:solidFill>
                <a:effectLst/>
                <a:uLnTx/>
                <a:uFillTx/>
                <a:latin typeface="方正屏显雅宋_GBK" panose="02010600010101010101" pitchFamily="2" charset="-122"/>
                <a:ea typeface="方正屏显雅宋_GBK" panose="02010600010101010101" pitchFamily="2" charset="-122"/>
              </a:rPr>
              <a:t>肉身受苦</a:t>
            </a:r>
            <a:r>
              <a:rPr kumimoji="0" lang="zh-CN" altLang="en-US"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，你们也当将这样的心志作为兵器，因为在肉身受过苦的，就已经与罪断绝了。</a:t>
            </a:r>
          </a:p>
          <a:p>
            <a:pPr marR="0" lvl="0" fontAlgn="auto">
              <a:lnSpc>
                <a:spcPct val="150000"/>
              </a:lnSpc>
              <a:spcBef>
                <a:spcPts val="0"/>
              </a:spcBef>
              <a:spcAft>
                <a:spcPts val="600"/>
              </a:spcAft>
              <a:buClrTx/>
              <a:buSzTx/>
              <a:tabLst/>
              <a:defRPr/>
            </a:pPr>
            <a:r>
              <a:rPr kumimoji="0" lang="en-US" altLang="zh-CN"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4:2】</a:t>
            </a:r>
            <a:r>
              <a:rPr kumimoji="0" lang="zh-CN" altLang="en-US"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你们存这样的心，从今以后就可以不从人的情欲，只从　神的旨意，在世度余下的光阴。</a:t>
            </a:r>
          </a:p>
        </p:txBody>
      </p:sp>
    </p:spTree>
    <p:custDataLst>
      <p:tags r:id="rId1"/>
    </p:custDataLst>
    <p:extLst>
      <p:ext uri="{BB962C8B-B14F-4D97-AF65-F5344CB8AC3E}">
        <p14:creationId xmlns:p14="http://schemas.microsoft.com/office/powerpoint/2010/main" val="4929373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3E5ABD-AE9A-90D8-FCA0-2C8BEE547325}"/>
            </a:ext>
          </a:extLst>
        </p:cNvPr>
        <p:cNvGrpSpPr/>
        <p:nvPr/>
      </p:nvGrpSpPr>
      <p:grpSpPr>
        <a:xfrm>
          <a:off x="0" y="0"/>
          <a:ext cx="0" cy="0"/>
          <a:chOff x="0" y="0"/>
          <a:chExt cx="0" cy="0"/>
        </a:xfrm>
      </p:grpSpPr>
      <p:sp>
        <p:nvSpPr>
          <p:cNvPr id="18" name="文本框 17">
            <a:extLst>
              <a:ext uri="{FF2B5EF4-FFF2-40B4-BE49-F238E27FC236}">
                <a16:creationId xmlns:a16="http://schemas.microsoft.com/office/drawing/2014/main" id="{0C0CDFEE-EE52-C0D4-FFF5-AFB70FFCECF4}"/>
              </a:ext>
            </a:extLst>
          </p:cNvPr>
          <p:cNvSpPr txBox="1"/>
          <p:nvPr>
            <p:custDataLst>
              <p:tags r:id="rId2"/>
            </p:custDataLst>
          </p:nvPr>
        </p:nvSpPr>
        <p:spPr>
          <a:xfrm>
            <a:off x="4511040" y="308692"/>
            <a:ext cx="7680960" cy="677943"/>
          </a:xfrm>
          <a:prstGeom prst="rect">
            <a:avLst/>
          </a:prstGeom>
        </p:spPr>
        <p:txBody>
          <a:bodyPr vert="horz" lIns="91440" tIns="45720" rIns="91440" bIns="45720" rtlCol="0" anchor="t">
            <a:normAutofit fontScale="85000" lnSpcReduction="10000"/>
          </a:bodyPr>
          <a:lstStyle/>
          <a:p>
            <a:pPr algn="r">
              <a:lnSpc>
                <a:spcPct val="90000"/>
              </a:lnSpc>
              <a:spcBef>
                <a:spcPct val="0"/>
              </a:spcBef>
              <a:spcAft>
                <a:spcPts val="600"/>
              </a:spcAft>
            </a:pP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第一段：</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1</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2</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节，属神子民以受苦心志为兵器</a:t>
            </a:r>
          </a:p>
        </p:txBody>
      </p:sp>
      <p:sp>
        <p:nvSpPr>
          <p:cNvPr id="2" name="文本框 1">
            <a:extLst>
              <a:ext uri="{FF2B5EF4-FFF2-40B4-BE49-F238E27FC236}">
                <a16:creationId xmlns:a16="http://schemas.microsoft.com/office/drawing/2014/main" id="{75E91B84-2627-A596-DF18-AEF7FB82C607}"/>
              </a:ext>
            </a:extLst>
          </p:cNvPr>
          <p:cNvSpPr txBox="1"/>
          <p:nvPr>
            <p:custDataLst>
              <p:tags r:id="rId3"/>
            </p:custDataLst>
          </p:nvPr>
        </p:nvSpPr>
        <p:spPr>
          <a:xfrm>
            <a:off x="0" y="2183895"/>
            <a:ext cx="12192000" cy="4674106"/>
          </a:xfrm>
          <a:prstGeom prst="rect">
            <a:avLst/>
          </a:prstGeom>
        </p:spPr>
        <p:txBody>
          <a:bodyPr vert="horz" lIns="91440" tIns="45720" rIns="91440" bIns="45720" rtlCol="0">
            <a:normAutofit fontScale="77500" lnSpcReduction="20000"/>
          </a:bodyPr>
          <a:lstStyle/>
          <a:p>
            <a:pPr marL="400050"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“这样的心”：</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300" dirty="0">
                <a:latin typeface="方正屏显雅宋_GBK" panose="02010600010101010101" pitchFamily="2" charset="-122"/>
                <a:ea typeface="方正屏显雅宋_GBK" panose="02010600010101010101" pitchFamily="2" charset="-122"/>
                <a:sym typeface="+mn-lt"/>
              </a:rPr>
              <a:t>重生的心，属神的心，爱神的心。</a:t>
            </a:r>
            <a:endParaRPr lang="en-US" altLang="zh-CN" sz="23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en-US" altLang="zh-CN" sz="2100" dirty="0">
                <a:latin typeface="方正屏显雅宋_GBK" panose="02010600010101010101" pitchFamily="2" charset="-122"/>
                <a:ea typeface="方正屏显雅宋_GBK" panose="02010600010101010101" pitchFamily="2" charset="-122"/>
                <a:sym typeface="+mn-lt"/>
              </a:rPr>
              <a:t>【</a:t>
            </a:r>
            <a:r>
              <a:rPr lang="zh-CN" altLang="en-US" sz="2100" dirty="0">
                <a:latin typeface="方正屏显雅宋_GBK" panose="02010600010101010101" pitchFamily="2" charset="-122"/>
                <a:ea typeface="方正屏显雅宋_GBK" panose="02010600010101010101" pitchFamily="2" charset="-122"/>
                <a:sym typeface="+mn-lt"/>
              </a:rPr>
              <a:t>箴</a:t>
            </a:r>
            <a:r>
              <a:rPr lang="en-US" altLang="zh-CN" sz="2100" dirty="0">
                <a:latin typeface="方正屏显雅宋_GBK" panose="02010600010101010101" pitchFamily="2" charset="-122"/>
                <a:ea typeface="方正屏显雅宋_GBK" panose="02010600010101010101" pitchFamily="2" charset="-122"/>
                <a:sym typeface="+mn-lt"/>
              </a:rPr>
              <a:t>4:23】</a:t>
            </a:r>
            <a:r>
              <a:rPr lang="zh-CN" altLang="en-US" sz="2100" dirty="0">
                <a:latin typeface="方正屏显雅宋_GBK" panose="02010600010101010101" pitchFamily="2" charset="-122"/>
                <a:ea typeface="方正屏显雅宋_GBK" panose="02010600010101010101" pitchFamily="2" charset="-122"/>
                <a:sym typeface="+mn-lt"/>
              </a:rPr>
              <a:t>你要保守你心，胜过保守一切（或作“你要切切保守你心”），因为一生的果效，是由心发出。</a:t>
            </a:r>
            <a:endParaRPr lang="en-US" altLang="zh-CN" sz="21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300" dirty="0">
                <a:latin typeface="方正屏显雅宋_GBK" panose="02010600010101010101" pitchFamily="2" charset="-122"/>
                <a:ea typeface="方正屏显雅宋_GBK" panose="02010600010101010101" pitchFamily="2" charset="-122"/>
                <a:sym typeface="+mn-lt"/>
              </a:rPr>
              <a:t>第</a:t>
            </a:r>
            <a:r>
              <a:rPr lang="en-US" altLang="zh-CN" sz="2300" dirty="0">
                <a:latin typeface="方正屏显雅宋_GBK" panose="02010600010101010101" pitchFamily="2" charset="-122"/>
                <a:ea typeface="方正屏显雅宋_GBK" panose="02010600010101010101" pitchFamily="2" charset="-122"/>
                <a:sym typeface="+mn-lt"/>
              </a:rPr>
              <a:t>1</a:t>
            </a:r>
            <a:r>
              <a:rPr lang="zh-CN" altLang="en-US" sz="2300" dirty="0">
                <a:latin typeface="方正屏显雅宋_GBK" panose="02010600010101010101" pitchFamily="2" charset="-122"/>
                <a:ea typeface="方正屏显雅宋_GBK" panose="02010600010101010101" pitchFamily="2" charset="-122"/>
                <a:sym typeface="+mn-lt"/>
              </a:rPr>
              <a:t>节是基础，第</a:t>
            </a:r>
            <a:r>
              <a:rPr lang="en-US" altLang="zh-CN" sz="2300" dirty="0">
                <a:latin typeface="方正屏显雅宋_GBK" panose="02010600010101010101" pitchFamily="2" charset="-122"/>
                <a:ea typeface="方正屏显雅宋_GBK" panose="02010600010101010101" pitchFamily="2" charset="-122"/>
                <a:sym typeface="+mn-lt"/>
              </a:rPr>
              <a:t>2</a:t>
            </a:r>
            <a:r>
              <a:rPr lang="zh-CN" altLang="en-US" sz="2300" dirty="0">
                <a:latin typeface="方正屏显雅宋_GBK" panose="02010600010101010101" pitchFamily="2" charset="-122"/>
                <a:ea typeface="方正屏显雅宋_GBK" panose="02010600010101010101" pitchFamily="2" charset="-122"/>
                <a:sym typeface="+mn-lt"/>
              </a:rPr>
              <a:t>节是表现。</a:t>
            </a:r>
            <a:endParaRPr lang="en-US" altLang="zh-CN" sz="2300" dirty="0">
              <a:latin typeface="方正屏显雅宋_GBK" panose="02010600010101010101" pitchFamily="2" charset="-122"/>
              <a:ea typeface="方正屏显雅宋_GBK" panose="02010600010101010101" pitchFamily="2" charset="-122"/>
              <a:sym typeface="+mn-lt"/>
            </a:endParaRPr>
          </a:p>
          <a:p>
            <a:pPr marL="400050"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“不从</a:t>
            </a:r>
            <a:r>
              <a:rPr lang="en-US" altLang="zh-CN" sz="2800" dirty="0">
                <a:latin typeface="方正屏显雅宋_GBK" panose="02010600010101010101" pitchFamily="2" charset="-122"/>
                <a:ea typeface="方正屏显雅宋_GBK" panose="02010600010101010101" pitchFamily="2" charset="-122"/>
                <a:sym typeface="+mn-lt"/>
              </a:rPr>
              <a:t>……</a:t>
            </a:r>
            <a:r>
              <a:rPr lang="zh-CN" altLang="en-US" sz="2800" dirty="0">
                <a:latin typeface="方正屏显雅宋_GBK" panose="02010600010101010101" pitchFamily="2" charset="-122"/>
                <a:ea typeface="方正屏显雅宋_GBK" panose="02010600010101010101" pitchFamily="2" charset="-122"/>
                <a:sym typeface="+mn-lt"/>
              </a:rPr>
              <a:t>只从</a:t>
            </a:r>
            <a:r>
              <a:rPr lang="en-US" altLang="zh-CN" sz="2800" dirty="0">
                <a:latin typeface="方正屏显雅宋_GBK" panose="02010600010101010101" pitchFamily="2" charset="-122"/>
                <a:ea typeface="方正屏显雅宋_GBK" panose="02010600010101010101" pitchFamily="2" charset="-122"/>
                <a:sym typeface="+mn-lt"/>
              </a:rPr>
              <a:t>……</a:t>
            </a:r>
            <a:r>
              <a:rPr lang="zh-CN" altLang="en-US" sz="2800" dirty="0">
                <a:latin typeface="方正屏显雅宋_GBK" panose="02010600010101010101" pitchFamily="2" charset="-122"/>
                <a:ea typeface="方正屏显雅宋_GBK" panose="02010600010101010101" pitchFamily="2" charset="-122"/>
                <a:sym typeface="+mn-lt"/>
              </a:rPr>
              <a:t>”：</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“人的情欲” </a:t>
            </a:r>
            <a:r>
              <a:rPr lang="en-US" altLang="zh-CN" sz="2800" dirty="0">
                <a:latin typeface="方正屏显雅宋_GBK" panose="02010600010101010101" pitchFamily="2" charset="-122"/>
                <a:ea typeface="方正屏显雅宋_GBK" panose="02010600010101010101" pitchFamily="2" charset="-122"/>
                <a:sym typeface="+mn-lt"/>
              </a:rPr>
              <a:t>vs </a:t>
            </a:r>
            <a:r>
              <a:rPr lang="zh-CN" altLang="en-US" sz="2800" dirty="0">
                <a:latin typeface="方正屏显雅宋_GBK" panose="02010600010101010101" pitchFamily="2" charset="-122"/>
                <a:ea typeface="方正屏显雅宋_GBK" panose="02010600010101010101" pitchFamily="2" charset="-122"/>
                <a:sym typeface="+mn-lt"/>
              </a:rPr>
              <a:t>“神的旨意”</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情欲：过去（不能不从） </a:t>
            </a:r>
            <a:r>
              <a:rPr lang="en-US" altLang="zh-CN" sz="2800" dirty="0">
                <a:latin typeface="方正屏显雅宋_GBK" panose="02010600010101010101" pitchFamily="2" charset="-122"/>
                <a:ea typeface="方正屏显雅宋_GBK" panose="02010600010101010101" pitchFamily="2" charset="-122"/>
                <a:sym typeface="+mn-lt"/>
              </a:rPr>
              <a:t>vs </a:t>
            </a:r>
            <a:r>
              <a:rPr lang="zh-CN" altLang="en-US" sz="2800" dirty="0">
                <a:latin typeface="方正屏显雅宋_GBK" panose="02010600010101010101" pitchFamily="2" charset="-122"/>
                <a:ea typeface="方正屏显雅宋_GBK" panose="02010600010101010101" pitchFamily="2" charset="-122"/>
                <a:sym typeface="+mn-lt"/>
              </a:rPr>
              <a:t>现在（可以不从）</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旨意：过去（不想听从） </a:t>
            </a:r>
            <a:r>
              <a:rPr lang="en-US" altLang="zh-CN" sz="2800" dirty="0">
                <a:latin typeface="方正屏显雅宋_GBK" panose="02010600010101010101" pitchFamily="2" charset="-122"/>
                <a:ea typeface="方正屏显雅宋_GBK" panose="02010600010101010101" pitchFamily="2" charset="-122"/>
                <a:sym typeface="+mn-lt"/>
              </a:rPr>
              <a:t>vs </a:t>
            </a:r>
            <a:r>
              <a:rPr lang="zh-CN" altLang="en-US" sz="2800" dirty="0">
                <a:latin typeface="方正屏显雅宋_GBK" panose="02010600010101010101" pitchFamily="2" charset="-122"/>
                <a:ea typeface="方正屏显雅宋_GBK" panose="02010600010101010101" pitchFamily="2" charset="-122"/>
                <a:sym typeface="+mn-lt"/>
              </a:rPr>
              <a:t>现在（乐意听从）</a:t>
            </a:r>
            <a:r>
              <a:rPr lang="en-US" altLang="zh-CN" sz="2800" dirty="0">
                <a:latin typeface="方正屏显雅宋_GBK" panose="02010600010101010101" pitchFamily="2" charset="-122"/>
                <a:ea typeface="方正屏显雅宋_GBK" panose="02010600010101010101" pitchFamily="2" charset="-122"/>
                <a:sym typeface="+mn-lt"/>
              </a:rPr>
              <a:t> </a:t>
            </a: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心的改变导致质的改变</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endParaRPr lang="en-US" altLang="zh-CN" sz="2400" dirty="0">
              <a:latin typeface="方正屏显雅宋_GBK" panose="02010600010101010101" pitchFamily="2" charset="-122"/>
              <a:ea typeface="方正屏显雅宋_GBK" panose="02010600010101010101" pitchFamily="2" charset="-122"/>
              <a:sym typeface="+mn-lt"/>
            </a:endParaRPr>
          </a:p>
          <a:p>
            <a:pPr indent="-228600">
              <a:lnSpc>
                <a:spcPct val="90000"/>
              </a:lnSpc>
              <a:spcAft>
                <a:spcPts val="600"/>
              </a:spcAft>
              <a:buFont typeface="Arial" panose="020B0604020202020204" pitchFamily="34" charset="0"/>
              <a:buChar char="•"/>
            </a:pPr>
            <a:endParaRPr lang="en-US" altLang="zh-CN" sz="2400" dirty="0">
              <a:latin typeface="方正屏显雅宋_GBK" panose="02010600010101010101" pitchFamily="2" charset="-122"/>
              <a:ea typeface="方正屏显雅宋_GBK" panose="02010600010101010101" pitchFamily="2" charset="-122"/>
              <a:sym typeface="+mn-lt"/>
            </a:endParaRPr>
          </a:p>
        </p:txBody>
      </p:sp>
      <p:sp>
        <p:nvSpPr>
          <p:cNvPr id="6" name="文本框 5">
            <a:extLst>
              <a:ext uri="{FF2B5EF4-FFF2-40B4-BE49-F238E27FC236}">
                <a16:creationId xmlns:a16="http://schemas.microsoft.com/office/drawing/2014/main" id="{1C1F5965-6EDE-BC75-0DB6-87086AE3C736}"/>
              </a:ext>
            </a:extLst>
          </p:cNvPr>
          <p:cNvSpPr txBox="1"/>
          <p:nvPr/>
        </p:nvSpPr>
        <p:spPr>
          <a:xfrm>
            <a:off x="102042" y="1134633"/>
            <a:ext cx="12089958" cy="961225"/>
          </a:xfrm>
          <a:prstGeom prst="rect">
            <a:avLst/>
          </a:prstGeom>
          <a:noFill/>
        </p:spPr>
        <p:txBody>
          <a:bodyPr wrap="square">
            <a:spAutoFit/>
          </a:bodyPr>
          <a:lstStyle/>
          <a:p>
            <a:pPr marR="0" lvl="0" fontAlgn="auto">
              <a:lnSpc>
                <a:spcPct val="150000"/>
              </a:lnSpc>
              <a:spcBef>
                <a:spcPts val="0"/>
              </a:spcBef>
              <a:spcAft>
                <a:spcPts val="600"/>
              </a:spcAft>
              <a:buClrTx/>
              <a:buSzTx/>
              <a:tabLst/>
              <a:defRPr/>
            </a:pPr>
            <a:r>
              <a:rPr kumimoji="0" lang="en-US" altLang="zh-CN"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4:1】</a:t>
            </a:r>
            <a:r>
              <a:rPr kumimoji="0" lang="zh-CN" altLang="en-US"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基督既在</a:t>
            </a:r>
            <a:r>
              <a:rPr kumimoji="0" lang="zh-CN" altLang="en-US" b="1" i="0" u="none" strike="noStrike" cap="none" spc="0" normalizeH="0" baseline="0" noProof="0" dirty="0">
                <a:ln>
                  <a:noFill/>
                </a:ln>
                <a:solidFill>
                  <a:srgbClr val="FF0000"/>
                </a:solidFill>
                <a:effectLst/>
                <a:uLnTx/>
                <a:uFillTx/>
                <a:latin typeface="方正屏显雅宋_GBK" panose="02010600010101010101" pitchFamily="2" charset="-122"/>
                <a:ea typeface="方正屏显雅宋_GBK" panose="02010600010101010101" pitchFamily="2" charset="-122"/>
              </a:rPr>
              <a:t>肉身受苦</a:t>
            </a:r>
            <a:r>
              <a:rPr kumimoji="0" lang="zh-CN" altLang="en-US"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，你们也当将这样的心志作为兵器，因为在肉身受过苦的，就已经与罪断绝了。</a:t>
            </a:r>
          </a:p>
          <a:p>
            <a:pPr marR="0" lvl="0" fontAlgn="auto">
              <a:lnSpc>
                <a:spcPct val="150000"/>
              </a:lnSpc>
              <a:spcBef>
                <a:spcPts val="0"/>
              </a:spcBef>
              <a:spcAft>
                <a:spcPts val="600"/>
              </a:spcAft>
              <a:buClrTx/>
              <a:buSzTx/>
              <a:tabLst/>
              <a:defRPr/>
            </a:pPr>
            <a:r>
              <a:rPr kumimoji="0" lang="en-US" altLang="zh-CN"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4:2】</a:t>
            </a:r>
            <a:r>
              <a:rPr kumimoji="0" lang="zh-CN" altLang="en-US"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你们存这样的心，从今以后就可以不从人的情欲，只从　神的旨意，在世度余下的光阴。</a:t>
            </a:r>
          </a:p>
        </p:txBody>
      </p:sp>
    </p:spTree>
    <p:custDataLst>
      <p:tags r:id="rId1"/>
    </p:custDataLst>
    <p:extLst>
      <p:ext uri="{BB962C8B-B14F-4D97-AF65-F5344CB8AC3E}">
        <p14:creationId xmlns:p14="http://schemas.microsoft.com/office/powerpoint/2010/main" val="22751283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BE5C3-698D-FA6C-BD5C-F53A0344BA28}"/>
            </a:ext>
          </a:extLst>
        </p:cNvPr>
        <p:cNvGrpSpPr/>
        <p:nvPr/>
      </p:nvGrpSpPr>
      <p:grpSpPr>
        <a:xfrm>
          <a:off x="0" y="0"/>
          <a:ext cx="0" cy="0"/>
          <a:chOff x="0" y="0"/>
          <a:chExt cx="0" cy="0"/>
        </a:xfrm>
      </p:grpSpPr>
      <p:sp>
        <p:nvSpPr>
          <p:cNvPr id="18" name="文本框 17">
            <a:extLst>
              <a:ext uri="{FF2B5EF4-FFF2-40B4-BE49-F238E27FC236}">
                <a16:creationId xmlns:a16="http://schemas.microsoft.com/office/drawing/2014/main" id="{A5509577-8BC1-BBA6-ED15-8F5771DBB157}"/>
              </a:ext>
            </a:extLst>
          </p:cNvPr>
          <p:cNvSpPr txBox="1"/>
          <p:nvPr>
            <p:custDataLst>
              <p:tags r:id="rId2"/>
            </p:custDataLst>
          </p:nvPr>
        </p:nvSpPr>
        <p:spPr>
          <a:xfrm>
            <a:off x="4511040" y="308692"/>
            <a:ext cx="7680960" cy="677943"/>
          </a:xfrm>
          <a:prstGeom prst="rect">
            <a:avLst/>
          </a:prstGeom>
        </p:spPr>
        <p:txBody>
          <a:bodyPr vert="horz" lIns="91440" tIns="45720" rIns="91440" bIns="45720" rtlCol="0" anchor="t">
            <a:normAutofit fontScale="85000" lnSpcReduction="10000"/>
          </a:bodyPr>
          <a:lstStyle/>
          <a:p>
            <a:pPr algn="r">
              <a:lnSpc>
                <a:spcPct val="90000"/>
              </a:lnSpc>
              <a:spcBef>
                <a:spcPct val="0"/>
              </a:spcBef>
              <a:spcAft>
                <a:spcPts val="600"/>
              </a:spcAft>
            </a:pP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第一段：</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1</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2</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节，属神子民以受苦心志为兵器</a:t>
            </a:r>
          </a:p>
        </p:txBody>
      </p:sp>
      <p:sp>
        <p:nvSpPr>
          <p:cNvPr id="2" name="文本框 1">
            <a:extLst>
              <a:ext uri="{FF2B5EF4-FFF2-40B4-BE49-F238E27FC236}">
                <a16:creationId xmlns:a16="http://schemas.microsoft.com/office/drawing/2014/main" id="{A48F2A4F-EB19-2A8F-2282-6D7CB2047328}"/>
              </a:ext>
            </a:extLst>
          </p:cNvPr>
          <p:cNvSpPr txBox="1"/>
          <p:nvPr>
            <p:custDataLst>
              <p:tags r:id="rId3"/>
            </p:custDataLst>
          </p:nvPr>
        </p:nvSpPr>
        <p:spPr>
          <a:xfrm>
            <a:off x="0" y="2183895"/>
            <a:ext cx="12192000" cy="4674106"/>
          </a:xfrm>
          <a:prstGeom prst="rect">
            <a:avLst/>
          </a:prstGeom>
        </p:spPr>
        <p:txBody>
          <a:bodyPr vert="horz" lIns="91440" tIns="45720" rIns="91440" bIns="45720" rtlCol="0">
            <a:normAutofit lnSpcReduction="10000"/>
          </a:bodyPr>
          <a:lstStyle/>
          <a:p>
            <a:pPr marL="400050" indent="-285750">
              <a:lnSpc>
                <a:spcPct val="150000"/>
              </a:lnSpc>
              <a:spcAft>
                <a:spcPts val="600"/>
              </a:spcAft>
              <a:buFont typeface="Wingdings" panose="05000000000000000000" pitchFamily="2" charset="2"/>
              <a:buChar char="l"/>
            </a:pPr>
            <a:r>
              <a:rPr lang="zh-CN" altLang="en-US" sz="1400" dirty="0">
                <a:latin typeface="方正屏显雅宋_GBK" panose="02010600010101010101" pitchFamily="2" charset="-122"/>
                <a:ea typeface="方正屏显雅宋_GBK" panose="02010600010101010101" pitchFamily="2" charset="-122"/>
                <a:sym typeface="+mn-lt"/>
              </a:rPr>
              <a:t>“人的情欲”</a:t>
            </a:r>
            <a:r>
              <a:rPr lang="en-US" altLang="zh-CN" sz="1400" dirty="0">
                <a:latin typeface="方正屏显雅宋_GBK" panose="02010600010101010101" pitchFamily="2" charset="-122"/>
                <a:ea typeface="方正屏显雅宋_GBK" panose="02010600010101010101" pitchFamily="2" charset="-122"/>
                <a:sym typeface="+mn-lt"/>
              </a:rPr>
              <a:t>vs </a:t>
            </a:r>
            <a:r>
              <a:rPr lang="zh-CN" altLang="en-US" sz="1400" dirty="0">
                <a:latin typeface="方正屏显雅宋_GBK" panose="02010600010101010101" pitchFamily="2" charset="-122"/>
                <a:ea typeface="方正屏显雅宋_GBK" panose="02010600010101010101" pitchFamily="2" charset="-122"/>
                <a:sym typeface="+mn-lt"/>
              </a:rPr>
              <a:t>“神的旨意”：</a:t>
            </a:r>
            <a:endParaRPr lang="en-US" altLang="zh-CN" sz="14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1200" dirty="0">
                <a:latin typeface="方正屏显雅宋_GBK" panose="02010600010101010101" pitchFamily="2" charset="-122"/>
                <a:ea typeface="方正屏显雅宋_GBK" panose="02010600010101010101" pitchFamily="2" charset="-122"/>
                <a:sym typeface="+mn-lt"/>
              </a:rPr>
              <a:t>欲望：是中性的，没有善恶。</a:t>
            </a:r>
            <a:endParaRPr lang="en-US" altLang="zh-CN" sz="12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1200" dirty="0">
                <a:latin typeface="方正屏显雅宋_GBK" panose="02010600010101010101" pitchFamily="2" charset="-122"/>
                <a:ea typeface="方正屏显雅宋_GBK" panose="02010600010101010101" pitchFamily="2" charset="-122"/>
                <a:sym typeface="+mn-lt"/>
              </a:rPr>
              <a:t>情欲：强烈想要得到满足</a:t>
            </a:r>
            <a:r>
              <a:rPr lang="zh-CN" altLang="en-US" sz="1200" b="1" dirty="0">
                <a:solidFill>
                  <a:srgbClr val="FF0000"/>
                </a:solidFill>
                <a:latin typeface="方正屏显雅宋_GBK" panose="02010600010101010101" pitchFamily="2" charset="-122"/>
                <a:ea typeface="方正屏显雅宋_GBK" panose="02010600010101010101" pitchFamily="2" charset="-122"/>
                <a:sym typeface="+mn-lt"/>
              </a:rPr>
              <a:t>自己</a:t>
            </a:r>
            <a:r>
              <a:rPr lang="zh-CN" altLang="en-US" sz="1200" dirty="0">
                <a:latin typeface="方正屏显雅宋_GBK" panose="02010600010101010101" pitchFamily="2" charset="-122"/>
                <a:ea typeface="方正屏显雅宋_GBK" panose="02010600010101010101" pitchFamily="2" charset="-122"/>
                <a:sym typeface="+mn-lt"/>
              </a:rPr>
              <a:t>或获得</a:t>
            </a:r>
            <a:r>
              <a:rPr lang="zh-CN" altLang="en-US" sz="1200" b="1" dirty="0">
                <a:solidFill>
                  <a:srgbClr val="FF0000"/>
                </a:solidFill>
                <a:latin typeface="方正屏显雅宋_GBK" panose="02010600010101010101" pitchFamily="2" charset="-122"/>
                <a:ea typeface="方正屏显雅宋_GBK" panose="02010600010101010101" pitchFamily="2" charset="-122"/>
                <a:sym typeface="+mn-lt"/>
              </a:rPr>
              <a:t>自己</a:t>
            </a:r>
            <a:r>
              <a:rPr lang="zh-CN" altLang="en-US" sz="1200" dirty="0">
                <a:latin typeface="方正屏显雅宋_GBK" panose="02010600010101010101" pitchFamily="2" charset="-122"/>
                <a:ea typeface="方正屏显雅宋_GBK" panose="02010600010101010101" pitchFamily="2" charset="-122"/>
                <a:sym typeface="+mn-lt"/>
              </a:rPr>
              <a:t>渴望得到的东西，此处是各样罪的总称。</a:t>
            </a:r>
            <a:endParaRPr lang="en-US" altLang="zh-CN" sz="12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en-US" altLang="zh-CN" sz="1200" dirty="0">
                <a:latin typeface="方正屏显雅宋_GBK" panose="02010600010101010101" pitchFamily="2" charset="-122"/>
                <a:ea typeface="方正屏显雅宋_GBK" panose="02010600010101010101" pitchFamily="2" charset="-122"/>
                <a:sym typeface="+mn-lt"/>
              </a:rPr>
              <a:t>【</a:t>
            </a:r>
            <a:r>
              <a:rPr lang="zh-CN" altLang="en-US" sz="1200" dirty="0">
                <a:latin typeface="方正屏显雅宋_GBK" panose="02010600010101010101" pitchFamily="2" charset="-122"/>
                <a:ea typeface="方正屏显雅宋_GBK" panose="02010600010101010101" pitchFamily="2" charset="-122"/>
                <a:sym typeface="+mn-lt"/>
              </a:rPr>
              <a:t>创</a:t>
            </a:r>
            <a:r>
              <a:rPr lang="en-US" altLang="zh-CN" sz="1200" dirty="0">
                <a:latin typeface="方正屏显雅宋_GBK" panose="02010600010101010101" pitchFamily="2" charset="-122"/>
                <a:ea typeface="方正屏显雅宋_GBK" panose="02010600010101010101" pitchFamily="2" charset="-122"/>
                <a:sym typeface="+mn-lt"/>
              </a:rPr>
              <a:t>3:6】</a:t>
            </a:r>
            <a:r>
              <a:rPr lang="zh-CN" altLang="en-US" sz="1200" dirty="0">
                <a:latin typeface="方正屏显雅宋_GBK" panose="02010600010101010101" pitchFamily="2" charset="-122"/>
                <a:ea typeface="方正屏显雅宋_GBK" panose="02010600010101010101" pitchFamily="2" charset="-122"/>
                <a:sym typeface="+mn-lt"/>
              </a:rPr>
              <a:t>于是，女人见那棵树的果子好作食物，也悦人的眼目，且是可喜爱的，能使人有智慧，就摘下果子来吃了；又给她丈夫，她丈夫也吃了。</a:t>
            </a:r>
            <a:endParaRPr lang="en-US" altLang="zh-CN" sz="12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1200" dirty="0">
                <a:latin typeface="方正屏显雅宋_GBK" panose="02010600010101010101" pitchFamily="2" charset="-122"/>
                <a:ea typeface="方正屏显雅宋_GBK" panose="02010600010101010101" pitchFamily="2" charset="-122"/>
                <a:sym typeface="+mn-lt"/>
              </a:rPr>
              <a:t>两种对比：自己 </a:t>
            </a:r>
            <a:r>
              <a:rPr lang="en-US" altLang="zh-CN" sz="1200" dirty="0">
                <a:latin typeface="方正屏显雅宋_GBK" panose="02010600010101010101" pitchFamily="2" charset="-122"/>
                <a:ea typeface="方正屏显雅宋_GBK" panose="02010600010101010101" pitchFamily="2" charset="-122"/>
                <a:sym typeface="+mn-lt"/>
              </a:rPr>
              <a:t>vs </a:t>
            </a:r>
            <a:r>
              <a:rPr lang="zh-CN" altLang="en-US" sz="1200" dirty="0">
                <a:latin typeface="方正屏显雅宋_GBK" panose="02010600010101010101" pitchFamily="2" charset="-122"/>
                <a:ea typeface="方正屏显雅宋_GBK" panose="02010600010101010101" pitchFamily="2" charset="-122"/>
                <a:sym typeface="+mn-lt"/>
              </a:rPr>
              <a:t>神</a:t>
            </a:r>
            <a:endParaRPr lang="en-US" altLang="zh-CN" sz="12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en-US" altLang="zh-CN" sz="1200" dirty="0">
                <a:latin typeface="方正屏显雅宋_GBK" panose="02010600010101010101" pitchFamily="2" charset="-122"/>
                <a:ea typeface="方正屏显雅宋_GBK" panose="02010600010101010101" pitchFamily="2" charset="-122"/>
                <a:sym typeface="+mn-lt"/>
              </a:rPr>
              <a:t>【</a:t>
            </a:r>
            <a:r>
              <a:rPr lang="zh-CN" altLang="en-US" sz="1200" dirty="0">
                <a:latin typeface="方正屏显雅宋_GBK" panose="02010600010101010101" pitchFamily="2" charset="-122"/>
                <a:ea typeface="方正屏显雅宋_GBK" panose="02010600010101010101" pitchFamily="2" charset="-122"/>
                <a:sym typeface="+mn-lt"/>
              </a:rPr>
              <a:t>罗</a:t>
            </a:r>
            <a:r>
              <a:rPr lang="en-US" altLang="zh-CN" sz="1200" dirty="0">
                <a:latin typeface="方正屏显雅宋_GBK" panose="02010600010101010101" pitchFamily="2" charset="-122"/>
                <a:ea typeface="方正屏显雅宋_GBK" panose="02010600010101010101" pitchFamily="2" charset="-122"/>
                <a:sym typeface="+mn-lt"/>
              </a:rPr>
              <a:t>1:24】</a:t>
            </a:r>
            <a:r>
              <a:rPr lang="zh-CN" altLang="en-US" sz="1200" dirty="0">
                <a:latin typeface="方正屏显雅宋_GBK" panose="02010600010101010101" pitchFamily="2" charset="-122"/>
                <a:ea typeface="方正屏显雅宋_GBK" panose="02010600010101010101" pitchFamily="2" charset="-122"/>
                <a:sym typeface="+mn-lt"/>
              </a:rPr>
              <a:t>所以，　神</a:t>
            </a:r>
            <a:r>
              <a:rPr lang="zh-CN" altLang="en-US" sz="1200" b="1" dirty="0">
                <a:solidFill>
                  <a:srgbClr val="633D06"/>
                </a:solidFill>
                <a:latin typeface="方正屏显雅宋_GBK" panose="02010600010101010101" pitchFamily="2" charset="-122"/>
                <a:ea typeface="方正屏显雅宋_GBK" panose="02010600010101010101" pitchFamily="2" charset="-122"/>
                <a:sym typeface="+mn-lt"/>
              </a:rPr>
              <a:t>任凭他们逞着心里的情欲行污秽的事</a:t>
            </a:r>
            <a:r>
              <a:rPr lang="zh-CN" altLang="en-US" sz="1200" dirty="0">
                <a:latin typeface="方正屏显雅宋_GBK" panose="02010600010101010101" pitchFamily="2" charset="-122"/>
                <a:ea typeface="方正屏显雅宋_GBK" panose="02010600010101010101" pitchFamily="2" charset="-122"/>
                <a:sym typeface="+mn-lt"/>
              </a:rPr>
              <a:t>，以致彼此玷辱自己的身体。</a:t>
            </a:r>
            <a:endParaRPr lang="en-US" altLang="zh-CN" sz="12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en-US" altLang="zh-CN" sz="1200" dirty="0">
                <a:latin typeface="方正屏显雅宋_GBK" panose="02010600010101010101" pitchFamily="2" charset="-122"/>
                <a:ea typeface="方正屏显雅宋_GBK" panose="02010600010101010101" pitchFamily="2" charset="-122"/>
                <a:sym typeface="+mn-lt"/>
              </a:rPr>
              <a:t>【</a:t>
            </a:r>
            <a:r>
              <a:rPr lang="zh-CN" altLang="en-US" sz="1200" dirty="0">
                <a:latin typeface="方正屏显雅宋_GBK" panose="02010600010101010101" pitchFamily="2" charset="-122"/>
                <a:ea typeface="方正屏显雅宋_GBK" panose="02010600010101010101" pitchFamily="2" charset="-122"/>
                <a:sym typeface="+mn-lt"/>
              </a:rPr>
              <a:t>彼前</a:t>
            </a:r>
            <a:r>
              <a:rPr lang="en-US" altLang="zh-CN" sz="1200" dirty="0">
                <a:latin typeface="方正屏显雅宋_GBK" panose="02010600010101010101" pitchFamily="2" charset="-122"/>
                <a:ea typeface="方正屏显雅宋_GBK" panose="02010600010101010101" pitchFamily="2" charset="-122"/>
                <a:sym typeface="+mn-lt"/>
              </a:rPr>
              <a:t>2:12】</a:t>
            </a:r>
            <a:r>
              <a:rPr lang="zh-CN" altLang="en-US" sz="1200" dirty="0">
                <a:latin typeface="方正屏显雅宋_GBK" panose="02010600010101010101" pitchFamily="2" charset="-122"/>
                <a:ea typeface="方正屏显雅宋_GBK" panose="02010600010101010101" pitchFamily="2" charset="-122"/>
                <a:sym typeface="+mn-lt"/>
              </a:rPr>
              <a:t>你们在外邦人中，应当品行端正，叫那些毁谤你们是作恶的，因看见你们的好行为，便在鉴察的日子（“鉴察”或作“眷顾”）</a:t>
            </a:r>
            <a:r>
              <a:rPr lang="zh-CN" altLang="en-US" sz="1200" b="1" dirty="0">
                <a:solidFill>
                  <a:srgbClr val="FF0000"/>
                </a:solidFill>
                <a:latin typeface="方正屏显雅宋_GBK" panose="02010600010101010101" pitchFamily="2" charset="-122"/>
                <a:ea typeface="方正屏显雅宋_GBK" panose="02010600010101010101" pitchFamily="2" charset="-122"/>
                <a:sym typeface="+mn-lt"/>
              </a:rPr>
              <a:t>归荣耀给　神</a:t>
            </a:r>
            <a:r>
              <a:rPr lang="zh-CN" altLang="en-US" sz="1200" dirty="0">
                <a:latin typeface="方正屏显雅宋_GBK" panose="02010600010101010101" pitchFamily="2" charset="-122"/>
                <a:ea typeface="方正屏显雅宋_GBK" panose="02010600010101010101" pitchFamily="2" charset="-122"/>
                <a:sym typeface="+mn-lt"/>
              </a:rPr>
              <a:t>。</a:t>
            </a:r>
            <a:endParaRPr lang="en-US" altLang="zh-CN" sz="12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en-US" altLang="zh-CN" sz="1200" dirty="0">
                <a:latin typeface="方正屏显雅宋_GBK" panose="02010600010101010101" pitchFamily="2" charset="-122"/>
                <a:ea typeface="方正屏显雅宋_GBK" panose="02010600010101010101" pitchFamily="2" charset="-122"/>
                <a:sym typeface="+mn-lt"/>
              </a:rPr>
              <a:t>【</a:t>
            </a:r>
            <a:r>
              <a:rPr lang="zh-CN" altLang="en-US" sz="1200" dirty="0">
                <a:latin typeface="方正屏显雅宋_GBK" panose="02010600010101010101" pitchFamily="2" charset="-122"/>
                <a:ea typeface="方正屏显雅宋_GBK" panose="02010600010101010101" pitchFamily="2" charset="-122"/>
                <a:sym typeface="+mn-lt"/>
              </a:rPr>
              <a:t>彼前</a:t>
            </a:r>
            <a:r>
              <a:rPr lang="en-US" altLang="zh-CN" sz="1200" dirty="0">
                <a:latin typeface="方正屏显雅宋_GBK" panose="02010600010101010101" pitchFamily="2" charset="-122"/>
                <a:ea typeface="方正屏显雅宋_GBK" panose="02010600010101010101" pitchFamily="2" charset="-122"/>
                <a:sym typeface="+mn-lt"/>
              </a:rPr>
              <a:t>3:17】</a:t>
            </a:r>
            <a:r>
              <a:rPr lang="zh-CN" altLang="en-US" sz="1200" dirty="0">
                <a:latin typeface="方正屏显雅宋_GBK" panose="02010600010101010101" pitchFamily="2" charset="-122"/>
                <a:ea typeface="方正屏显雅宋_GBK" panose="02010600010101010101" pitchFamily="2" charset="-122"/>
                <a:sym typeface="+mn-lt"/>
              </a:rPr>
              <a:t>　</a:t>
            </a:r>
            <a:r>
              <a:rPr lang="zh-CN" altLang="en-US" sz="1200" b="1" dirty="0">
                <a:solidFill>
                  <a:srgbClr val="FF0000"/>
                </a:solidFill>
                <a:latin typeface="方正屏显雅宋_GBK" panose="02010600010101010101" pitchFamily="2" charset="-122"/>
                <a:ea typeface="方正屏显雅宋_GBK" panose="02010600010101010101" pitchFamily="2" charset="-122"/>
                <a:sym typeface="+mn-lt"/>
              </a:rPr>
              <a:t>神的旨意</a:t>
            </a:r>
            <a:r>
              <a:rPr lang="zh-CN" altLang="en-US" sz="1200" dirty="0">
                <a:latin typeface="方正屏显雅宋_GBK" panose="02010600010101010101" pitchFamily="2" charset="-122"/>
                <a:ea typeface="方正屏显雅宋_GBK" panose="02010600010101010101" pitchFamily="2" charset="-122"/>
                <a:sym typeface="+mn-lt"/>
              </a:rPr>
              <a:t>若是叫你们因行善受苦，总强如因行恶受苦。</a:t>
            </a:r>
            <a:endParaRPr lang="en-US" altLang="zh-CN" sz="1200" dirty="0">
              <a:latin typeface="方正屏显雅宋_GBK" panose="02010600010101010101" pitchFamily="2" charset="-122"/>
              <a:ea typeface="方正屏显雅宋_GBK" panose="02010600010101010101" pitchFamily="2" charset="-122"/>
              <a:sym typeface="+mn-lt"/>
            </a:endParaRPr>
          </a:p>
          <a:p>
            <a:pPr marL="400050" indent="-285750">
              <a:lnSpc>
                <a:spcPct val="150000"/>
              </a:lnSpc>
              <a:spcAft>
                <a:spcPts val="600"/>
              </a:spcAft>
              <a:buFont typeface="Wingdings" panose="05000000000000000000" pitchFamily="2" charset="2"/>
              <a:buChar char="l"/>
            </a:pPr>
            <a:r>
              <a:rPr lang="zh-CN" altLang="en-US" sz="1400" dirty="0">
                <a:latin typeface="方正屏显雅宋_GBK" panose="02010600010101010101" pitchFamily="2" charset="-122"/>
                <a:ea typeface="方正屏显雅宋_GBK" panose="02010600010101010101" pitchFamily="2" charset="-122"/>
                <a:sym typeface="+mn-lt"/>
              </a:rPr>
              <a:t>“度余下的光阴”：</a:t>
            </a:r>
            <a:endParaRPr lang="en-US" altLang="zh-CN" sz="14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1200" dirty="0">
                <a:latin typeface="方正屏显雅宋_GBK" panose="02010600010101010101" pitchFamily="2" charset="-122"/>
                <a:ea typeface="方正屏显雅宋_GBK" panose="02010600010101010101" pitchFamily="2" charset="-122"/>
                <a:sym typeface="+mn-lt"/>
              </a:rPr>
              <a:t>身份：客旅、寄居</a:t>
            </a:r>
            <a:endParaRPr lang="en-US" altLang="zh-CN" sz="12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1200" dirty="0">
                <a:latin typeface="方正屏显雅宋_GBK" panose="02010600010101010101" pitchFamily="2" charset="-122"/>
                <a:ea typeface="方正屏显雅宋_GBK" panose="02010600010101010101" pitchFamily="2" charset="-122"/>
                <a:sym typeface="+mn-lt"/>
              </a:rPr>
              <a:t>“余下”：</a:t>
            </a:r>
            <a:endParaRPr lang="en-US" altLang="zh-CN" sz="12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1200" dirty="0">
                <a:latin typeface="方正屏显雅宋_GBK" panose="02010600010101010101" pitchFamily="2" charset="-122"/>
                <a:ea typeface="方正屏显雅宋_GBK" panose="02010600010101010101" pitchFamily="2" charset="-122"/>
                <a:sym typeface="+mn-lt"/>
              </a:rPr>
              <a:t>紧迫感，主来的日子越来越近了</a:t>
            </a:r>
            <a:endParaRPr lang="en-US" altLang="zh-CN" sz="12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en-US" altLang="zh-CN" sz="1200" dirty="0">
                <a:latin typeface="方正屏显雅宋_GBK" panose="02010600010101010101" pitchFamily="2" charset="-122"/>
                <a:ea typeface="方正屏显雅宋_GBK" panose="02010600010101010101" pitchFamily="2" charset="-122"/>
                <a:sym typeface="+mn-lt"/>
              </a:rPr>
              <a:t>【</a:t>
            </a:r>
            <a:r>
              <a:rPr lang="zh-CN" altLang="en-US" sz="1200" dirty="0">
                <a:latin typeface="方正屏显雅宋_GBK" panose="02010600010101010101" pitchFamily="2" charset="-122"/>
                <a:ea typeface="方正屏显雅宋_GBK" panose="02010600010101010101" pitchFamily="2" charset="-122"/>
                <a:sym typeface="+mn-lt"/>
              </a:rPr>
              <a:t>彼前</a:t>
            </a:r>
            <a:r>
              <a:rPr lang="en-US" altLang="zh-CN" sz="1200" dirty="0">
                <a:latin typeface="方正屏显雅宋_GBK" panose="02010600010101010101" pitchFamily="2" charset="-122"/>
                <a:ea typeface="方正屏显雅宋_GBK" panose="02010600010101010101" pitchFamily="2" charset="-122"/>
                <a:sym typeface="+mn-lt"/>
              </a:rPr>
              <a:t>4:7】</a:t>
            </a:r>
            <a:r>
              <a:rPr lang="zh-CN" altLang="en-US" sz="1200" b="1" dirty="0">
                <a:latin typeface="方正屏显雅宋_GBK" panose="02010600010101010101" pitchFamily="2" charset="-122"/>
                <a:ea typeface="方正屏显雅宋_GBK" panose="02010600010101010101" pitchFamily="2" charset="-122"/>
                <a:sym typeface="+mn-lt"/>
              </a:rPr>
              <a:t>万物的结局近了</a:t>
            </a:r>
            <a:r>
              <a:rPr lang="zh-CN" altLang="en-US" sz="1200" dirty="0">
                <a:latin typeface="方正屏显雅宋_GBK" panose="02010600010101010101" pitchFamily="2" charset="-122"/>
                <a:ea typeface="方正屏显雅宋_GBK" panose="02010600010101010101" pitchFamily="2" charset="-122"/>
                <a:sym typeface="+mn-lt"/>
              </a:rPr>
              <a:t>，所以你们要谨慎自守，警醒祷告。</a:t>
            </a:r>
            <a:endParaRPr lang="en-US" altLang="zh-CN" sz="1200" dirty="0">
              <a:latin typeface="方正屏显雅宋_GBK" panose="02010600010101010101" pitchFamily="2" charset="-122"/>
              <a:ea typeface="方正屏显雅宋_GBK" panose="02010600010101010101" pitchFamily="2" charset="-122"/>
              <a:sym typeface="+mn-lt"/>
            </a:endParaRPr>
          </a:p>
          <a:p>
            <a:pPr indent="-228600">
              <a:lnSpc>
                <a:spcPct val="90000"/>
              </a:lnSpc>
              <a:spcAft>
                <a:spcPts val="600"/>
              </a:spcAft>
              <a:buFont typeface="Arial" panose="020B0604020202020204" pitchFamily="34" charset="0"/>
              <a:buChar char="•"/>
            </a:pPr>
            <a:endParaRPr lang="en-US" altLang="zh-CN" sz="1200" dirty="0">
              <a:latin typeface="方正屏显雅宋_GBK" panose="02010600010101010101" pitchFamily="2" charset="-122"/>
              <a:ea typeface="方正屏显雅宋_GBK" panose="02010600010101010101" pitchFamily="2" charset="-122"/>
              <a:sym typeface="+mn-lt"/>
            </a:endParaRPr>
          </a:p>
        </p:txBody>
      </p:sp>
      <p:sp>
        <p:nvSpPr>
          <p:cNvPr id="6" name="文本框 5">
            <a:extLst>
              <a:ext uri="{FF2B5EF4-FFF2-40B4-BE49-F238E27FC236}">
                <a16:creationId xmlns:a16="http://schemas.microsoft.com/office/drawing/2014/main" id="{07235450-4062-D422-BA43-23D32F732C8F}"/>
              </a:ext>
            </a:extLst>
          </p:cNvPr>
          <p:cNvSpPr txBox="1"/>
          <p:nvPr/>
        </p:nvSpPr>
        <p:spPr>
          <a:xfrm>
            <a:off x="102042" y="1134633"/>
            <a:ext cx="12089958" cy="961225"/>
          </a:xfrm>
          <a:prstGeom prst="rect">
            <a:avLst/>
          </a:prstGeom>
          <a:noFill/>
        </p:spPr>
        <p:txBody>
          <a:bodyPr wrap="square">
            <a:spAutoFit/>
          </a:bodyPr>
          <a:lstStyle/>
          <a:p>
            <a:pPr marR="0" lvl="0" fontAlgn="auto">
              <a:lnSpc>
                <a:spcPct val="150000"/>
              </a:lnSpc>
              <a:spcBef>
                <a:spcPts val="0"/>
              </a:spcBef>
              <a:spcAft>
                <a:spcPts val="600"/>
              </a:spcAft>
              <a:buClrTx/>
              <a:buSzTx/>
              <a:tabLst/>
              <a:defRPr/>
            </a:pPr>
            <a:r>
              <a:rPr kumimoji="0" lang="en-US" altLang="zh-CN"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4:1】</a:t>
            </a:r>
            <a:r>
              <a:rPr kumimoji="0" lang="zh-CN" altLang="en-US"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基督既在</a:t>
            </a:r>
            <a:r>
              <a:rPr kumimoji="0" lang="zh-CN" altLang="en-US" b="1" i="0" u="none" strike="noStrike" cap="none" spc="0" normalizeH="0" baseline="0" noProof="0" dirty="0">
                <a:ln>
                  <a:noFill/>
                </a:ln>
                <a:solidFill>
                  <a:srgbClr val="FF0000"/>
                </a:solidFill>
                <a:effectLst/>
                <a:uLnTx/>
                <a:uFillTx/>
                <a:latin typeface="方正屏显雅宋_GBK" panose="02010600010101010101" pitchFamily="2" charset="-122"/>
                <a:ea typeface="方正屏显雅宋_GBK" panose="02010600010101010101" pitchFamily="2" charset="-122"/>
              </a:rPr>
              <a:t>肉身受苦</a:t>
            </a:r>
            <a:r>
              <a:rPr kumimoji="0" lang="zh-CN" altLang="en-US"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，你们也当将这样的心志作为兵器，因为在肉身受过苦的，就已经与罪断绝了。</a:t>
            </a:r>
          </a:p>
          <a:p>
            <a:pPr marR="0" lvl="0" fontAlgn="auto">
              <a:lnSpc>
                <a:spcPct val="150000"/>
              </a:lnSpc>
              <a:spcBef>
                <a:spcPts val="0"/>
              </a:spcBef>
              <a:spcAft>
                <a:spcPts val="600"/>
              </a:spcAft>
              <a:buClrTx/>
              <a:buSzTx/>
              <a:tabLst/>
              <a:defRPr/>
            </a:pPr>
            <a:r>
              <a:rPr kumimoji="0" lang="en-US" altLang="zh-CN"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4:2】</a:t>
            </a:r>
            <a:r>
              <a:rPr kumimoji="0" lang="zh-CN" altLang="en-US"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你们存这样的心，从今以后就可以不从人的情欲，只从　神的旨意，在世度余下的光阴。</a:t>
            </a:r>
          </a:p>
        </p:txBody>
      </p:sp>
    </p:spTree>
    <p:custDataLst>
      <p:tags r:id="rId1"/>
    </p:custDataLst>
    <p:extLst>
      <p:ext uri="{BB962C8B-B14F-4D97-AF65-F5344CB8AC3E}">
        <p14:creationId xmlns:p14="http://schemas.microsoft.com/office/powerpoint/2010/main" val="12373299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EF04A-3EE5-74AA-E482-E2A4D4F3F17A}"/>
            </a:ext>
          </a:extLst>
        </p:cNvPr>
        <p:cNvGrpSpPr/>
        <p:nvPr/>
      </p:nvGrpSpPr>
      <p:grpSpPr>
        <a:xfrm>
          <a:off x="0" y="0"/>
          <a:ext cx="0" cy="0"/>
          <a:chOff x="0" y="0"/>
          <a:chExt cx="0" cy="0"/>
        </a:xfrm>
      </p:grpSpPr>
      <p:sp>
        <p:nvSpPr>
          <p:cNvPr id="18" name="文本框 17">
            <a:extLst>
              <a:ext uri="{FF2B5EF4-FFF2-40B4-BE49-F238E27FC236}">
                <a16:creationId xmlns:a16="http://schemas.microsoft.com/office/drawing/2014/main" id="{CF67285A-E6EE-33A4-60C5-6CFF97BD10F0}"/>
              </a:ext>
            </a:extLst>
          </p:cNvPr>
          <p:cNvSpPr txBox="1"/>
          <p:nvPr>
            <p:custDataLst>
              <p:tags r:id="rId2"/>
            </p:custDataLst>
          </p:nvPr>
        </p:nvSpPr>
        <p:spPr>
          <a:xfrm>
            <a:off x="4511040" y="308692"/>
            <a:ext cx="7680960" cy="677943"/>
          </a:xfrm>
          <a:prstGeom prst="rect">
            <a:avLst/>
          </a:prstGeom>
        </p:spPr>
        <p:txBody>
          <a:bodyPr vert="horz" lIns="91440" tIns="45720" rIns="91440" bIns="45720" rtlCol="0" anchor="t">
            <a:normAutofit/>
          </a:bodyPr>
          <a:lstStyle/>
          <a:p>
            <a:pPr algn="r">
              <a:lnSpc>
                <a:spcPct val="90000"/>
              </a:lnSpc>
              <a:spcBef>
                <a:spcPct val="0"/>
              </a:spcBef>
              <a:spcAft>
                <a:spcPts val="600"/>
              </a:spcAft>
            </a:pP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第二段：</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3</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4</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5</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节，世人度光阴的方式</a:t>
            </a:r>
          </a:p>
        </p:txBody>
      </p:sp>
      <p:sp>
        <p:nvSpPr>
          <p:cNvPr id="2" name="文本框 1">
            <a:extLst>
              <a:ext uri="{FF2B5EF4-FFF2-40B4-BE49-F238E27FC236}">
                <a16:creationId xmlns:a16="http://schemas.microsoft.com/office/drawing/2014/main" id="{34C2D190-46EA-6DE2-44C3-95DB907DAB5B}"/>
              </a:ext>
            </a:extLst>
          </p:cNvPr>
          <p:cNvSpPr txBox="1"/>
          <p:nvPr>
            <p:custDataLst>
              <p:tags r:id="rId3"/>
            </p:custDataLst>
          </p:nvPr>
        </p:nvSpPr>
        <p:spPr>
          <a:xfrm>
            <a:off x="0" y="2588301"/>
            <a:ext cx="12192000" cy="4269700"/>
          </a:xfrm>
          <a:prstGeom prst="rect">
            <a:avLst/>
          </a:prstGeom>
        </p:spPr>
        <p:txBody>
          <a:bodyPr vert="horz" lIns="91440" tIns="45720" rIns="91440" bIns="45720" rtlCol="0">
            <a:normAutofit fontScale="62500" lnSpcReduction="20000"/>
          </a:bodyPr>
          <a:lstStyle/>
          <a:p>
            <a:pPr marL="400050"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“邪淫、恶欲、醉酒、荒宴、群饮，并可恶拜偶像的事”：</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邪淫：各种放纵无度的恶事，有文献表明本词的原意有外在的肢体语言，可以从手势和形态上表现出来。</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恶欲：罪的私欲。</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醉酒：无节制，而且贪爱竭力希望满足自己的欲望。</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荒宴：集体的无度狂欢、喧闹，招摇过市，造成严重的混乱的一种行动，集体性的无节制的行为。</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群饮：集体性为喝醉而有的一种活动，很多跟拜偶像相关联的。</a:t>
            </a:r>
            <a:endParaRPr lang="en-US" altLang="zh-CN" sz="2800" dirty="0">
              <a:latin typeface="方正屏显雅宋_GBK" panose="02010600010101010101" pitchFamily="2" charset="-122"/>
              <a:ea typeface="方正屏显雅宋_GBK" panose="02010600010101010101" pitchFamily="2" charset="-122"/>
              <a:sym typeface="+mn-lt"/>
            </a:endParaRPr>
          </a:p>
          <a:p>
            <a:pPr marL="400050"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“时候已经够了”：</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en-US" altLang="zh-CN" sz="2800" dirty="0">
                <a:latin typeface="方正屏显雅宋_GBK" panose="02010600010101010101" pitchFamily="2" charset="-122"/>
                <a:ea typeface="方正屏显雅宋_GBK" panose="02010600010101010101" pitchFamily="2" charset="-122"/>
                <a:sym typeface="+mn-lt"/>
              </a:rPr>
              <a:t>【</a:t>
            </a:r>
            <a:r>
              <a:rPr lang="zh-CN" altLang="en-US" sz="2800" dirty="0">
                <a:latin typeface="方正屏显雅宋_GBK" panose="02010600010101010101" pitchFamily="2" charset="-122"/>
                <a:ea typeface="方正屏显雅宋_GBK" panose="02010600010101010101" pitchFamily="2" charset="-122"/>
                <a:sym typeface="+mn-lt"/>
              </a:rPr>
              <a:t>罗</a:t>
            </a:r>
            <a:r>
              <a:rPr lang="en-US" altLang="zh-CN" sz="2800" dirty="0">
                <a:latin typeface="方正屏显雅宋_GBK" panose="02010600010101010101" pitchFamily="2" charset="-122"/>
                <a:ea typeface="方正屏显雅宋_GBK" panose="02010600010101010101" pitchFamily="2" charset="-122"/>
                <a:sym typeface="+mn-lt"/>
              </a:rPr>
              <a:t>2:5】</a:t>
            </a:r>
            <a:r>
              <a:rPr lang="zh-CN" altLang="en-US" sz="2800" dirty="0">
                <a:latin typeface="方正屏显雅宋_GBK" panose="02010600010101010101" pitchFamily="2" charset="-122"/>
                <a:ea typeface="方正屏显雅宋_GBK" panose="02010600010101010101" pitchFamily="2" charset="-122"/>
                <a:sym typeface="+mn-lt"/>
              </a:rPr>
              <a:t>你竟任着你刚硬不悔改的心，为自己</a:t>
            </a:r>
            <a:r>
              <a:rPr lang="zh-CN" altLang="en-US" sz="2800" b="1" dirty="0">
                <a:solidFill>
                  <a:srgbClr val="FF0000"/>
                </a:solidFill>
                <a:latin typeface="方正屏显雅宋_GBK" panose="02010600010101010101" pitchFamily="2" charset="-122"/>
                <a:ea typeface="方正屏显雅宋_GBK" panose="02010600010101010101" pitchFamily="2" charset="-122"/>
                <a:sym typeface="+mn-lt"/>
              </a:rPr>
              <a:t>积蓄忿怒</a:t>
            </a:r>
            <a:r>
              <a:rPr lang="zh-CN" altLang="en-US" sz="2800" dirty="0">
                <a:latin typeface="方正屏显雅宋_GBK" panose="02010600010101010101" pitchFamily="2" charset="-122"/>
                <a:ea typeface="方正屏显雅宋_GBK" panose="02010600010101010101" pitchFamily="2" charset="-122"/>
                <a:sym typeface="+mn-lt"/>
              </a:rPr>
              <a:t>，以致　神震怒，显他公义审判的日子来到。</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联系前面光阴、万物的结局近了。</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endParaRPr lang="en-US" altLang="zh-CN" sz="2400" dirty="0">
              <a:latin typeface="方正屏显雅宋_GBK" panose="02010600010101010101" pitchFamily="2" charset="-122"/>
              <a:ea typeface="方正屏显雅宋_GBK" panose="02010600010101010101" pitchFamily="2" charset="-122"/>
              <a:sym typeface="+mn-lt"/>
            </a:endParaRPr>
          </a:p>
          <a:p>
            <a:pPr indent="-228600">
              <a:lnSpc>
                <a:spcPct val="90000"/>
              </a:lnSpc>
              <a:spcAft>
                <a:spcPts val="600"/>
              </a:spcAft>
              <a:buFont typeface="Arial" panose="020B0604020202020204" pitchFamily="34" charset="0"/>
              <a:buChar char="•"/>
            </a:pPr>
            <a:endParaRPr lang="en-US" altLang="zh-CN" sz="2400" dirty="0">
              <a:latin typeface="方正屏显雅宋_GBK" panose="02010600010101010101" pitchFamily="2" charset="-122"/>
              <a:ea typeface="方正屏显雅宋_GBK" panose="02010600010101010101" pitchFamily="2" charset="-122"/>
              <a:sym typeface="+mn-lt"/>
            </a:endParaRPr>
          </a:p>
        </p:txBody>
      </p:sp>
      <p:sp>
        <p:nvSpPr>
          <p:cNvPr id="6" name="文本框 5">
            <a:extLst>
              <a:ext uri="{FF2B5EF4-FFF2-40B4-BE49-F238E27FC236}">
                <a16:creationId xmlns:a16="http://schemas.microsoft.com/office/drawing/2014/main" id="{84486A34-41C2-27FD-5093-40290276FAB8}"/>
              </a:ext>
            </a:extLst>
          </p:cNvPr>
          <p:cNvSpPr txBox="1"/>
          <p:nvPr/>
        </p:nvSpPr>
        <p:spPr>
          <a:xfrm>
            <a:off x="102042" y="903801"/>
            <a:ext cx="12089958" cy="1684500"/>
          </a:xfrm>
          <a:prstGeom prst="rect">
            <a:avLst/>
          </a:prstGeom>
          <a:noFill/>
        </p:spPr>
        <p:txBody>
          <a:bodyPr wrap="square">
            <a:spAutoFit/>
          </a:bodyPr>
          <a:lstStyle/>
          <a:p>
            <a:pPr marR="0" lvl="0" fontAlgn="auto">
              <a:lnSpc>
                <a:spcPct val="150000"/>
              </a:lnSpc>
              <a:spcBef>
                <a:spcPts val="0"/>
              </a:spcBef>
              <a:spcAft>
                <a:spcPts val="600"/>
              </a:spcAft>
              <a:buClrTx/>
              <a:buSzTx/>
              <a:tabLst/>
              <a:defRPr/>
            </a:pPr>
            <a:r>
              <a:rPr kumimoji="0" lang="en-US" altLang="zh-CN"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4:3】</a:t>
            </a:r>
            <a:r>
              <a:rPr kumimoji="0" lang="zh-CN" altLang="en-US"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因为往日随从外邦人的</a:t>
            </a:r>
            <a:r>
              <a:rPr kumimoji="0" lang="zh-CN" altLang="en-US" b="1" i="0" u="none" strike="noStrike" cap="none" spc="0" normalizeH="0" baseline="0" noProof="0" dirty="0">
                <a:ln>
                  <a:noFill/>
                </a:ln>
                <a:solidFill>
                  <a:srgbClr val="FF0000"/>
                </a:solidFill>
                <a:effectLst/>
                <a:uLnTx/>
                <a:uFillTx/>
                <a:latin typeface="方正屏显雅宋_GBK" panose="02010600010101010101" pitchFamily="2" charset="-122"/>
                <a:ea typeface="方正屏显雅宋_GBK" panose="02010600010101010101" pitchFamily="2" charset="-122"/>
              </a:rPr>
              <a:t>心意</a:t>
            </a:r>
            <a:r>
              <a:rPr kumimoji="0" lang="zh-CN" altLang="en-US" sz="2800" b="1" i="0" u="none" strike="noStrike" cap="none" spc="0" normalizeH="0" baseline="0" noProof="0" dirty="0">
                <a:ln>
                  <a:noFill/>
                </a:ln>
                <a:solidFill>
                  <a:srgbClr val="633D06"/>
                </a:solidFill>
                <a:effectLst/>
                <a:uLnTx/>
                <a:uFillTx/>
                <a:latin typeface="方正屏显雅宋_GBK" panose="02010600010101010101" pitchFamily="2" charset="-122"/>
                <a:ea typeface="方正屏显雅宋_GBK" panose="02010600010101010101" pitchFamily="2" charset="-122"/>
              </a:rPr>
              <a:t>行</a:t>
            </a:r>
            <a:r>
              <a:rPr kumimoji="0" lang="zh-CN" altLang="en-US"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邪淫、恶欲、醉酒、荒宴、群饮，并可恶拜偶像的事，时候已经够了。</a:t>
            </a:r>
          </a:p>
          <a:p>
            <a:pPr marR="0" lvl="0" fontAlgn="auto">
              <a:lnSpc>
                <a:spcPct val="150000"/>
              </a:lnSpc>
              <a:spcBef>
                <a:spcPts val="0"/>
              </a:spcBef>
              <a:spcAft>
                <a:spcPts val="600"/>
              </a:spcAft>
              <a:buClrTx/>
              <a:buSzTx/>
              <a:tabLst/>
              <a:defRPr/>
            </a:pPr>
            <a:r>
              <a:rPr kumimoji="0" lang="en-US" altLang="zh-CN"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4:4】</a:t>
            </a:r>
            <a:r>
              <a:rPr kumimoji="0" lang="zh-CN" altLang="en-US"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他们在这些事上，见你们不与他们同奔那放荡无度的路，就以为怪，毁谤你们。</a:t>
            </a:r>
          </a:p>
          <a:p>
            <a:pPr marR="0" lvl="0" fontAlgn="auto">
              <a:lnSpc>
                <a:spcPct val="150000"/>
              </a:lnSpc>
              <a:spcBef>
                <a:spcPts val="0"/>
              </a:spcBef>
              <a:spcAft>
                <a:spcPts val="600"/>
              </a:spcAft>
              <a:buClrTx/>
              <a:buSzTx/>
              <a:tabLst/>
              <a:defRPr/>
            </a:pPr>
            <a:r>
              <a:rPr kumimoji="0" lang="en-US" altLang="zh-CN"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4:5】</a:t>
            </a:r>
            <a:r>
              <a:rPr kumimoji="0" lang="zh-CN" altLang="en-US"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他们必在那将要审判活人死人的主面前交账。</a:t>
            </a:r>
          </a:p>
        </p:txBody>
      </p:sp>
      <p:sp>
        <p:nvSpPr>
          <p:cNvPr id="3" name="矩形 2">
            <a:extLst>
              <a:ext uri="{FF2B5EF4-FFF2-40B4-BE49-F238E27FC236}">
                <a16:creationId xmlns:a16="http://schemas.microsoft.com/office/drawing/2014/main" id="{4D8B5FA8-53C5-17C7-DF36-06CE96E85543}"/>
              </a:ext>
            </a:extLst>
          </p:cNvPr>
          <p:cNvSpPr/>
          <p:nvPr/>
        </p:nvSpPr>
        <p:spPr>
          <a:xfrm>
            <a:off x="4146487" y="986635"/>
            <a:ext cx="452673" cy="677943"/>
          </a:xfrm>
          <a:prstGeom prst="rect">
            <a:avLst/>
          </a:prstGeom>
          <a:noFill/>
          <a:ln w="28575">
            <a:solidFill>
              <a:srgbClr val="FF0000"/>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zh-CN" altLang="en-US"/>
          </a:p>
        </p:txBody>
      </p:sp>
    </p:spTree>
    <p:custDataLst>
      <p:tags r:id="rId1"/>
    </p:custDataLst>
    <p:extLst>
      <p:ext uri="{BB962C8B-B14F-4D97-AF65-F5344CB8AC3E}">
        <p14:creationId xmlns:p14="http://schemas.microsoft.com/office/powerpoint/2010/main" val="42185271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D0356-BC27-8385-0CCE-8287442E28AF}"/>
            </a:ext>
          </a:extLst>
        </p:cNvPr>
        <p:cNvGrpSpPr/>
        <p:nvPr/>
      </p:nvGrpSpPr>
      <p:grpSpPr>
        <a:xfrm>
          <a:off x="0" y="0"/>
          <a:ext cx="0" cy="0"/>
          <a:chOff x="0" y="0"/>
          <a:chExt cx="0" cy="0"/>
        </a:xfrm>
      </p:grpSpPr>
      <p:sp>
        <p:nvSpPr>
          <p:cNvPr id="18" name="文本框 17">
            <a:extLst>
              <a:ext uri="{FF2B5EF4-FFF2-40B4-BE49-F238E27FC236}">
                <a16:creationId xmlns:a16="http://schemas.microsoft.com/office/drawing/2014/main" id="{C190D668-745F-F462-AE9F-003B9706F880}"/>
              </a:ext>
            </a:extLst>
          </p:cNvPr>
          <p:cNvSpPr txBox="1"/>
          <p:nvPr>
            <p:custDataLst>
              <p:tags r:id="rId2"/>
            </p:custDataLst>
          </p:nvPr>
        </p:nvSpPr>
        <p:spPr>
          <a:xfrm>
            <a:off x="4511040" y="308692"/>
            <a:ext cx="7680960" cy="677943"/>
          </a:xfrm>
          <a:prstGeom prst="rect">
            <a:avLst/>
          </a:prstGeom>
        </p:spPr>
        <p:txBody>
          <a:bodyPr vert="horz" lIns="91440" tIns="45720" rIns="91440" bIns="45720" rtlCol="0" anchor="t">
            <a:normAutofit/>
          </a:bodyPr>
          <a:lstStyle/>
          <a:p>
            <a:pPr algn="r">
              <a:lnSpc>
                <a:spcPct val="90000"/>
              </a:lnSpc>
              <a:spcBef>
                <a:spcPct val="0"/>
              </a:spcBef>
              <a:spcAft>
                <a:spcPts val="600"/>
              </a:spcAft>
            </a:pP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第二段：</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3</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4</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5</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节，世人度光阴的方式</a:t>
            </a:r>
          </a:p>
        </p:txBody>
      </p:sp>
      <p:sp>
        <p:nvSpPr>
          <p:cNvPr id="2" name="文本框 1">
            <a:extLst>
              <a:ext uri="{FF2B5EF4-FFF2-40B4-BE49-F238E27FC236}">
                <a16:creationId xmlns:a16="http://schemas.microsoft.com/office/drawing/2014/main" id="{502A3D2C-47C1-D6C3-7E6D-A385775D13A9}"/>
              </a:ext>
            </a:extLst>
          </p:cNvPr>
          <p:cNvSpPr txBox="1"/>
          <p:nvPr>
            <p:custDataLst>
              <p:tags r:id="rId3"/>
            </p:custDataLst>
          </p:nvPr>
        </p:nvSpPr>
        <p:spPr>
          <a:xfrm>
            <a:off x="0" y="1783533"/>
            <a:ext cx="12192000" cy="5074468"/>
          </a:xfrm>
          <a:prstGeom prst="rect">
            <a:avLst/>
          </a:prstGeom>
        </p:spPr>
        <p:txBody>
          <a:bodyPr vert="horz" lIns="91440" tIns="45720" rIns="91440" bIns="45720" rtlCol="0">
            <a:normAutofit lnSpcReduction="10000"/>
          </a:bodyPr>
          <a:lstStyle/>
          <a:p>
            <a:pPr marL="400050" indent="-285750">
              <a:lnSpc>
                <a:spcPct val="150000"/>
              </a:lnSpc>
              <a:spcAft>
                <a:spcPts val="600"/>
              </a:spcAft>
              <a:buFont typeface="Wingdings" panose="05000000000000000000" pitchFamily="2" charset="2"/>
              <a:buChar char="l"/>
            </a:pPr>
            <a:r>
              <a:rPr lang="zh-CN" altLang="en-US" sz="1400" dirty="0">
                <a:latin typeface="方正屏显雅宋_GBK" panose="02010600010101010101" pitchFamily="2" charset="-122"/>
                <a:ea typeface="方正屏显雅宋_GBK" panose="02010600010101010101" pitchFamily="2" charset="-122"/>
                <a:sym typeface="+mn-lt"/>
              </a:rPr>
              <a:t>“不与他们同奔”：</a:t>
            </a:r>
            <a:endParaRPr lang="en-US" altLang="zh-CN" sz="14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1400" dirty="0">
                <a:latin typeface="方正屏显雅宋_GBK" panose="02010600010101010101" pitchFamily="2" charset="-122"/>
                <a:ea typeface="方正屏显雅宋_GBK" panose="02010600010101010101" pitchFamily="2" charset="-122"/>
                <a:sym typeface="+mn-lt"/>
              </a:rPr>
              <a:t>从众：人总是喜欢别人与自己一样</a:t>
            </a:r>
            <a:endParaRPr lang="en-US" altLang="zh-CN" sz="14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en-US" altLang="zh-CN" sz="1400" dirty="0">
                <a:latin typeface="方正屏显雅宋_GBK" panose="02010600010101010101" pitchFamily="2" charset="-122"/>
                <a:ea typeface="方正屏显雅宋_GBK" panose="02010600010101010101" pitchFamily="2" charset="-122"/>
                <a:sym typeface="+mn-lt"/>
              </a:rPr>
              <a:t>【</a:t>
            </a:r>
            <a:r>
              <a:rPr lang="zh-CN" altLang="en-US" sz="1400" dirty="0">
                <a:latin typeface="方正屏显雅宋_GBK" panose="02010600010101010101" pitchFamily="2" charset="-122"/>
                <a:ea typeface="方正屏显雅宋_GBK" panose="02010600010101010101" pitchFamily="2" charset="-122"/>
                <a:sym typeface="+mn-lt"/>
              </a:rPr>
              <a:t>罗</a:t>
            </a:r>
            <a:r>
              <a:rPr lang="en-US" altLang="zh-CN" sz="1400" dirty="0">
                <a:latin typeface="方正屏显雅宋_GBK" panose="02010600010101010101" pitchFamily="2" charset="-122"/>
                <a:ea typeface="方正屏显雅宋_GBK" panose="02010600010101010101" pitchFamily="2" charset="-122"/>
                <a:sym typeface="+mn-lt"/>
              </a:rPr>
              <a:t>1:32】</a:t>
            </a:r>
            <a:r>
              <a:rPr lang="zh-CN" altLang="en-US" sz="1400" dirty="0">
                <a:latin typeface="方正屏显雅宋_GBK" panose="02010600010101010101" pitchFamily="2" charset="-122"/>
                <a:ea typeface="方正屏显雅宋_GBK" panose="02010600010101010101" pitchFamily="2" charset="-122"/>
                <a:sym typeface="+mn-lt"/>
              </a:rPr>
              <a:t>他们虽知道　神判定行这样事的人是当死的，然而他们不但自己去行，还喜欢别人去行。</a:t>
            </a:r>
            <a:endParaRPr lang="en-US" altLang="zh-CN" sz="14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1400" dirty="0">
                <a:latin typeface="方正屏显雅宋_GBK" panose="02010600010101010101" pitchFamily="2" charset="-122"/>
                <a:ea typeface="方正屏显雅宋_GBK" panose="02010600010101010101" pitchFamily="2" charset="-122"/>
                <a:sym typeface="+mn-lt"/>
              </a:rPr>
              <a:t>不同：就要分别、毁谤、逼迫、毁灭。</a:t>
            </a:r>
            <a:endParaRPr lang="en-US" altLang="zh-CN" sz="1400" dirty="0">
              <a:latin typeface="方正屏显雅宋_GBK" panose="02010600010101010101" pitchFamily="2" charset="-122"/>
              <a:ea typeface="方正屏显雅宋_GBK" panose="02010600010101010101" pitchFamily="2" charset="-122"/>
              <a:sym typeface="+mn-lt"/>
            </a:endParaRPr>
          </a:p>
          <a:p>
            <a:pPr marL="400050" indent="-285750">
              <a:lnSpc>
                <a:spcPct val="150000"/>
              </a:lnSpc>
              <a:spcAft>
                <a:spcPts val="600"/>
              </a:spcAft>
              <a:buFont typeface="Wingdings" panose="05000000000000000000" pitchFamily="2" charset="2"/>
              <a:buChar char="l"/>
            </a:pPr>
            <a:r>
              <a:rPr lang="zh-CN" altLang="en-US" sz="1400" dirty="0">
                <a:latin typeface="方正屏显雅宋_GBK" panose="02010600010101010101" pitchFamily="2" charset="-122"/>
                <a:ea typeface="方正屏显雅宋_GBK" panose="02010600010101010101" pitchFamily="2" charset="-122"/>
                <a:sym typeface="+mn-lt"/>
              </a:rPr>
              <a:t>“放荡无度”：</a:t>
            </a:r>
            <a:endParaRPr lang="en-US" altLang="zh-CN" sz="14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1400" dirty="0">
                <a:latin typeface="方正屏显雅宋_GBK" panose="02010600010101010101" pitchFamily="2" charset="-122"/>
                <a:ea typeface="方正屏显雅宋_GBK" panose="02010600010101010101" pitchFamily="2" charset="-122"/>
                <a:sym typeface="+mn-lt"/>
              </a:rPr>
              <a:t>不自守，总是跟邪淫可能是关联，不谨慎自己的思想和行为，没有约束，自己想做什么就做什么。</a:t>
            </a:r>
            <a:endParaRPr lang="en-US" altLang="zh-CN" sz="14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1400" dirty="0">
                <a:latin typeface="方正屏显雅宋_GBK" panose="02010600010101010101" pitchFamily="2" charset="-122"/>
                <a:ea typeface="方正屏显雅宋_GBK" panose="02010600010101010101" pitchFamily="2" charset="-122"/>
                <a:sym typeface="+mn-lt"/>
              </a:rPr>
              <a:t>没有什么正确标准，只要我喜欢就可以，我认为对就是对的。</a:t>
            </a:r>
            <a:endParaRPr lang="en-US" altLang="zh-CN" sz="14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1400" dirty="0">
                <a:latin typeface="方正屏显雅宋_GBK" panose="02010600010101010101" pitchFamily="2" charset="-122"/>
                <a:ea typeface="方正屏显雅宋_GBK" panose="02010600010101010101" pitchFamily="2" charset="-122"/>
                <a:sym typeface="+mn-lt"/>
              </a:rPr>
              <a:t>不节制，充满了各样的无度的欲望：反应了人的无度</a:t>
            </a:r>
            <a:endParaRPr lang="en-US" altLang="zh-CN" sz="14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1400" dirty="0">
                <a:latin typeface="方正屏显雅宋_GBK" panose="02010600010101010101" pitchFamily="2" charset="-122"/>
                <a:ea typeface="方正屏显雅宋_GBK" panose="02010600010101010101" pitchFamily="2" charset="-122"/>
                <a:sym typeface="+mn-lt"/>
              </a:rPr>
              <a:t>用手机无度，刷各种网站或者小视频无度。</a:t>
            </a:r>
            <a:endParaRPr lang="en-US" altLang="zh-CN" sz="14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1400" dirty="0">
                <a:latin typeface="方正屏显雅宋_GBK" panose="02010600010101010101" pitchFamily="2" charset="-122"/>
                <a:ea typeface="方正屏显雅宋_GBK" panose="02010600010101010101" pitchFamily="2" charset="-122"/>
                <a:sym typeface="+mn-lt"/>
              </a:rPr>
              <a:t>为了获取更多的利益没有节制的加班。</a:t>
            </a:r>
            <a:endParaRPr lang="en-US" altLang="zh-CN" sz="14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1400" dirty="0">
                <a:latin typeface="方正屏显雅宋_GBK" panose="02010600010101010101" pitchFamily="2" charset="-122"/>
                <a:ea typeface="方正屏显雅宋_GBK" panose="02010600010101010101" pitchFamily="2" charset="-122"/>
                <a:sym typeface="+mn-lt"/>
              </a:rPr>
              <a:t>而商人则无所不用其极的希望成功等个。</a:t>
            </a:r>
            <a:endParaRPr lang="en-US" altLang="zh-CN" sz="14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zh-CN" sz="1400" dirty="0">
                <a:latin typeface="方正屏显雅宋_GBK" panose="02010600010101010101" pitchFamily="2" charset="-122"/>
                <a:ea typeface="方正屏显雅宋_GBK" panose="02010600010101010101" pitchFamily="2" charset="-122"/>
              </a:rPr>
              <a:t>不节制，充满了各样的贪欲，用手机无度，刷各种网站或者小视频无度，为了获取更多的利益没有节制的加班、而商人则无所不用其极的希望成功等个。这都反应了这个社会的无度。</a:t>
            </a:r>
            <a:endParaRPr lang="en-US" altLang="zh-CN" sz="1400" dirty="0">
              <a:latin typeface="方正屏显雅宋_GBK" panose="02010600010101010101" pitchFamily="2" charset="-122"/>
              <a:ea typeface="方正屏显雅宋_GBK" panose="02010600010101010101" pitchFamily="2" charset="-122"/>
              <a:sym typeface="+mn-lt"/>
            </a:endParaRPr>
          </a:p>
          <a:p>
            <a:pPr indent="-228600">
              <a:lnSpc>
                <a:spcPct val="90000"/>
              </a:lnSpc>
              <a:spcAft>
                <a:spcPts val="600"/>
              </a:spcAft>
              <a:buFont typeface="Arial" panose="020B0604020202020204" pitchFamily="34" charset="0"/>
              <a:buChar char="•"/>
            </a:pPr>
            <a:endParaRPr lang="en-US" altLang="zh-CN" sz="1200" dirty="0">
              <a:latin typeface="方正屏显雅宋_GBK" panose="02010600010101010101" pitchFamily="2" charset="-122"/>
              <a:ea typeface="方正屏显雅宋_GBK" panose="02010600010101010101" pitchFamily="2" charset="-122"/>
              <a:sym typeface="+mn-lt"/>
            </a:endParaRPr>
          </a:p>
        </p:txBody>
      </p:sp>
      <p:sp>
        <p:nvSpPr>
          <p:cNvPr id="6" name="文本框 5">
            <a:extLst>
              <a:ext uri="{FF2B5EF4-FFF2-40B4-BE49-F238E27FC236}">
                <a16:creationId xmlns:a16="http://schemas.microsoft.com/office/drawing/2014/main" id="{387A309B-1D72-10A3-7193-A876573CCDEE}"/>
              </a:ext>
            </a:extLst>
          </p:cNvPr>
          <p:cNvSpPr txBox="1"/>
          <p:nvPr/>
        </p:nvSpPr>
        <p:spPr>
          <a:xfrm>
            <a:off x="102042" y="1195795"/>
            <a:ext cx="12089958" cy="468783"/>
          </a:xfrm>
          <a:prstGeom prst="rect">
            <a:avLst/>
          </a:prstGeom>
          <a:noFill/>
        </p:spPr>
        <p:txBody>
          <a:bodyPr wrap="square">
            <a:spAutoFit/>
          </a:bodyPr>
          <a:lstStyle/>
          <a:p>
            <a:pPr marR="0" lvl="0" fontAlgn="auto">
              <a:lnSpc>
                <a:spcPct val="150000"/>
              </a:lnSpc>
              <a:spcBef>
                <a:spcPts val="0"/>
              </a:spcBef>
              <a:spcAft>
                <a:spcPts val="600"/>
              </a:spcAft>
              <a:buClrTx/>
              <a:buSzTx/>
              <a:tabLst/>
              <a:defRPr/>
            </a:pPr>
            <a:r>
              <a:rPr kumimoji="0" lang="en-US" altLang="zh-CN"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4:4】</a:t>
            </a:r>
            <a:r>
              <a:rPr kumimoji="0" lang="zh-CN" altLang="en-US"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他们在这些事上，见你们不与他们同奔那放荡无度的路，就以为怪，毁谤你们。</a:t>
            </a:r>
          </a:p>
        </p:txBody>
      </p:sp>
      <p:sp>
        <p:nvSpPr>
          <p:cNvPr id="3" name="矩形 2">
            <a:extLst>
              <a:ext uri="{FF2B5EF4-FFF2-40B4-BE49-F238E27FC236}">
                <a16:creationId xmlns:a16="http://schemas.microsoft.com/office/drawing/2014/main" id="{D9AAC004-380F-D420-5AFB-A883271A233D}"/>
              </a:ext>
            </a:extLst>
          </p:cNvPr>
          <p:cNvSpPr/>
          <p:nvPr/>
        </p:nvSpPr>
        <p:spPr>
          <a:xfrm>
            <a:off x="4146487" y="986635"/>
            <a:ext cx="452673" cy="677943"/>
          </a:xfrm>
          <a:prstGeom prst="rect">
            <a:avLst/>
          </a:prstGeom>
          <a:noFill/>
          <a:ln w="28575">
            <a:solidFill>
              <a:srgbClr val="FF0000"/>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zh-CN" altLang="en-US"/>
          </a:p>
        </p:txBody>
      </p:sp>
    </p:spTree>
    <p:custDataLst>
      <p:tags r:id="rId1"/>
    </p:custDataLst>
    <p:extLst>
      <p:ext uri="{BB962C8B-B14F-4D97-AF65-F5344CB8AC3E}">
        <p14:creationId xmlns:p14="http://schemas.microsoft.com/office/powerpoint/2010/main" val="15040087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49641-AE4F-9753-6BE5-A0BD424FA92A}"/>
            </a:ext>
          </a:extLst>
        </p:cNvPr>
        <p:cNvGrpSpPr/>
        <p:nvPr/>
      </p:nvGrpSpPr>
      <p:grpSpPr>
        <a:xfrm>
          <a:off x="0" y="0"/>
          <a:ext cx="0" cy="0"/>
          <a:chOff x="0" y="0"/>
          <a:chExt cx="0" cy="0"/>
        </a:xfrm>
      </p:grpSpPr>
      <p:sp>
        <p:nvSpPr>
          <p:cNvPr id="18" name="文本框 17">
            <a:extLst>
              <a:ext uri="{FF2B5EF4-FFF2-40B4-BE49-F238E27FC236}">
                <a16:creationId xmlns:a16="http://schemas.microsoft.com/office/drawing/2014/main" id="{377538A6-B2B6-C14D-1158-F20CF8CBD484}"/>
              </a:ext>
            </a:extLst>
          </p:cNvPr>
          <p:cNvSpPr txBox="1"/>
          <p:nvPr>
            <p:custDataLst>
              <p:tags r:id="rId2"/>
            </p:custDataLst>
          </p:nvPr>
        </p:nvSpPr>
        <p:spPr>
          <a:xfrm>
            <a:off x="4511040" y="308692"/>
            <a:ext cx="7680960" cy="677943"/>
          </a:xfrm>
          <a:prstGeom prst="rect">
            <a:avLst/>
          </a:prstGeom>
        </p:spPr>
        <p:txBody>
          <a:bodyPr vert="horz" lIns="91440" tIns="45720" rIns="91440" bIns="45720" rtlCol="0" anchor="t">
            <a:normAutofit/>
          </a:bodyPr>
          <a:lstStyle/>
          <a:p>
            <a:pPr algn="r">
              <a:lnSpc>
                <a:spcPct val="90000"/>
              </a:lnSpc>
              <a:spcBef>
                <a:spcPct val="0"/>
              </a:spcBef>
              <a:spcAft>
                <a:spcPts val="600"/>
              </a:spcAft>
            </a:pP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第二段：</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3</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4</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5</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节，世人度光阴的方式</a:t>
            </a:r>
          </a:p>
        </p:txBody>
      </p:sp>
      <p:sp>
        <p:nvSpPr>
          <p:cNvPr id="2" name="文本框 1">
            <a:extLst>
              <a:ext uri="{FF2B5EF4-FFF2-40B4-BE49-F238E27FC236}">
                <a16:creationId xmlns:a16="http://schemas.microsoft.com/office/drawing/2014/main" id="{AD7E4567-FB71-E5BF-7814-ABBBD5AC3419}"/>
              </a:ext>
            </a:extLst>
          </p:cNvPr>
          <p:cNvSpPr txBox="1"/>
          <p:nvPr>
            <p:custDataLst>
              <p:tags r:id="rId3"/>
            </p:custDataLst>
          </p:nvPr>
        </p:nvSpPr>
        <p:spPr>
          <a:xfrm>
            <a:off x="0" y="2588301"/>
            <a:ext cx="12192000" cy="4269700"/>
          </a:xfrm>
          <a:prstGeom prst="rect">
            <a:avLst/>
          </a:prstGeom>
        </p:spPr>
        <p:txBody>
          <a:bodyPr vert="horz" lIns="91440" tIns="45720" rIns="91440" bIns="45720" rtlCol="0">
            <a:normAutofit fontScale="55000" lnSpcReduction="20000"/>
          </a:bodyPr>
          <a:lstStyle/>
          <a:p>
            <a:pPr marL="400050"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两种人、两条路、两个门、两个结局：</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en-US" altLang="zh-CN" sz="2800" dirty="0">
                <a:latin typeface="方正屏显雅宋_GBK" panose="02010600010101010101" pitchFamily="2" charset="-122"/>
                <a:ea typeface="方正屏显雅宋_GBK" panose="02010600010101010101" pitchFamily="2" charset="-122"/>
                <a:sym typeface="+mn-lt"/>
              </a:rPr>
              <a:t>【</a:t>
            </a:r>
            <a:r>
              <a:rPr lang="zh-CN" altLang="en-US" sz="2800" dirty="0">
                <a:latin typeface="方正屏显雅宋_GBK" panose="02010600010101010101" pitchFamily="2" charset="-122"/>
                <a:ea typeface="方正屏显雅宋_GBK" panose="02010600010101010101" pitchFamily="2" charset="-122"/>
                <a:sym typeface="+mn-lt"/>
              </a:rPr>
              <a:t>太</a:t>
            </a:r>
            <a:r>
              <a:rPr lang="en-US" altLang="zh-CN" sz="2800" dirty="0">
                <a:latin typeface="方正屏显雅宋_GBK" panose="02010600010101010101" pitchFamily="2" charset="-122"/>
                <a:ea typeface="方正屏显雅宋_GBK" panose="02010600010101010101" pitchFamily="2" charset="-122"/>
                <a:sym typeface="+mn-lt"/>
              </a:rPr>
              <a:t>7:13】“</a:t>
            </a:r>
            <a:r>
              <a:rPr lang="zh-CN" altLang="en-US" sz="2800" dirty="0">
                <a:latin typeface="方正屏显雅宋_GBK" panose="02010600010101010101" pitchFamily="2" charset="-122"/>
                <a:ea typeface="方正屏显雅宋_GBK" panose="02010600010101010101" pitchFamily="2" charset="-122"/>
                <a:sym typeface="+mn-lt"/>
              </a:rPr>
              <a:t>你们要进窄门。因为引到灭亡，那门是宽的，路是大的，进去的人也多；</a:t>
            </a:r>
          </a:p>
          <a:p>
            <a:pPr marL="857250" lvl="1" indent="-285750">
              <a:lnSpc>
                <a:spcPct val="150000"/>
              </a:lnSpc>
              <a:spcAft>
                <a:spcPts val="600"/>
              </a:spcAft>
              <a:buFont typeface="Wingdings" panose="05000000000000000000" pitchFamily="2" charset="2"/>
              <a:buChar char="l"/>
            </a:pPr>
            <a:r>
              <a:rPr lang="en-US" altLang="zh-CN" sz="2800" dirty="0">
                <a:latin typeface="方正屏显雅宋_GBK" panose="02010600010101010101" pitchFamily="2" charset="-122"/>
                <a:ea typeface="方正屏显雅宋_GBK" panose="02010600010101010101" pitchFamily="2" charset="-122"/>
                <a:sym typeface="+mn-lt"/>
              </a:rPr>
              <a:t>【</a:t>
            </a:r>
            <a:r>
              <a:rPr lang="zh-CN" altLang="en-US" sz="2800" dirty="0">
                <a:latin typeface="方正屏显雅宋_GBK" panose="02010600010101010101" pitchFamily="2" charset="-122"/>
                <a:ea typeface="方正屏显雅宋_GBK" panose="02010600010101010101" pitchFamily="2" charset="-122"/>
                <a:sym typeface="+mn-lt"/>
              </a:rPr>
              <a:t>太</a:t>
            </a:r>
            <a:r>
              <a:rPr lang="en-US" altLang="zh-CN" sz="2800" dirty="0">
                <a:latin typeface="方正屏显雅宋_GBK" panose="02010600010101010101" pitchFamily="2" charset="-122"/>
                <a:ea typeface="方正屏显雅宋_GBK" panose="02010600010101010101" pitchFamily="2" charset="-122"/>
                <a:sym typeface="+mn-lt"/>
              </a:rPr>
              <a:t>7:14】</a:t>
            </a:r>
            <a:r>
              <a:rPr lang="zh-CN" altLang="en-US" sz="2800" dirty="0">
                <a:latin typeface="方正屏显雅宋_GBK" panose="02010600010101010101" pitchFamily="2" charset="-122"/>
                <a:ea typeface="方正屏显雅宋_GBK" panose="02010600010101010101" pitchFamily="2" charset="-122"/>
                <a:sym typeface="+mn-lt"/>
              </a:rPr>
              <a:t>引到永生，那门是窄的，路是小的，找着的人也少。”</a:t>
            </a:r>
          </a:p>
          <a:p>
            <a:pPr marL="400050"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a:t>
            </a:r>
            <a:r>
              <a:rPr lang="zh-CN" altLang="en-US" sz="2800" dirty="0">
                <a:latin typeface="方正屏显雅宋_GBK" panose="02010600010101010101" pitchFamily="2" charset="-122"/>
                <a:ea typeface="方正屏显雅宋_GBK" panose="02010600010101010101" pitchFamily="2" charset="-122"/>
              </a:rPr>
              <a:t>审判活人死人的主面前交账</a:t>
            </a:r>
            <a:r>
              <a:rPr lang="zh-CN" altLang="en-US" sz="2800" dirty="0">
                <a:latin typeface="方正屏显雅宋_GBK" panose="02010600010101010101" pitchFamily="2" charset="-122"/>
                <a:ea typeface="方正屏显雅宋_GBK" panose="02010600010101010101" pitchFamily="2" charset="-122"/>
                <a:sym typeface="+mn-lt"/>
              </a:rPr>
              <a:t>”：</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所有人最终都要面临审判的主。</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rPr>
              <a:t>活人死人：</a:t>
            </a:r>
            <a:endParaRPr lang="en-US" altLang="zh-CN" sz="2800" dirty="0">
              <a:latin typeface="方正屏显雅宋_GBK" panose="02010600010101010101" pitchFamily="2" charset="-122"/>
              <a:ea typeface="方正屏显雅宋_GBK" panose="02010600010101010101" pitchFamily="2" charset="-122"/>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神掌管所有事情：顺境、逆境。</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深信神的全能和看顾。</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交哪种帐：</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被称赞？</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被毁灭？</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endParaRPr lang="en-US" altLang="zh-CN" sz="2400" dirty="0">
              <a:latin typeface="方正屏显雅宋_GBK" panose="02010600010101010101" pitchFamily="2" charset="-122"/>
              <a:ea typeface="方正屏显雅宋_GBK" panose="02010600010101010101" pitchFamily="2" charset="-122"/>
              <a:sym typeface="+mn-lt"/>
            </a:endParaRPr>
          </a:p>
          <a:p>
            <a:pPr indent="-228600">
              <a:lnSpc>
                <a:spcPct val="90000"/>
              </a:lnSpc>
              <a:spcAft>
                <a:spcPts val="600"/>
              </a:spcAft>
              <a:buFont typeface="Arial" panose="020B0604020202020204" pitchFamily="34" charset="0"/>
              <a:buChar char="•"/>
            </a:pPr>
            <a:endParaRPr lang="en-US" altLang="zh-CN" sz="2400" dirty="0">
              <a:latin typeface="方正屏显雅宋_GBK" panose="02010600010101010101" pitchFamily="2" charset="-122"/>
              <a:ea typeface="方正屏显雅宋_GBK" panose="02010600010101010101" pitchFamily="2" charset="-122"/>
              <a:sym typeface="+mn-lt"/>
            </a:endParaRPr>
          </a:p>
        </p:txBody>
      </p:sp>
      <p:sp>
        <p:nvSpPr>
          <p:cNvPr id="6" name="文本框 5">
            <a:extLst>
              <a:ext uri="{FF2B5EF4-FFF2-40B4-BE49-F238E27FC236}">
                <a16:creationId xmlns:a16="http://schemas.microsoft.com/office/drawing/2014/main" id="{1007F99E-78A2-AE79-45F9-8D7269AB5E99}"/>
              </a:ext>
            </a:extLst>
          </p:cNvPr>
          <p:cNvSpPr txBox="1"/>
          <p:nvPr/>
        </p:nvSpPr>
        <p:spPr>
          <a:xfrm>
            <a:off x="102042" y="903801"/>
            <a:ext cx="12089958" cy="1684500"/>
          </a:xfrm>
          <a:prstGeom prst="rect">
            <a:avLst/>
          </a:prstGeom>
          <a:noFill/>
        </p:spPr>
        <p:txBody>
          <a:bodyPr wrap="square">
            <a:spAutoFit/>
          </a:bodyPr>
          <a:lstStyle/>
          <a:p>
            <a:pPr marR="0" lvl="0" fontAlgn="auto">
              <a:lnSpc>
                <a:spcPct val="150000"/>
              </a:lnSpc>
              <a:spcBef>
                <a:spcPts val="0"/>
              </a:spcBef>
              <a:spcAft>
                <a:spcPts val="600"/>
              </a:spcAft>
              <a:buClrTx/>
              <a:buSzTx/>
              <a:tabLst/>
              <a:defRPr/>
            </a:pPr>
            <a:r>
              <a:rPr kumimoji="0" lang="en-US" altLang="zh-CN"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4:3】</a:t>
            </a:r>
            <a:r>
              <a:rPr kumimoji="0" lang="zh-CN" altLang="en-US"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因为往日随从外邦人的</a:t>
            </a:r>
            <a:r>
              <a:rPr kumimoji="0" lang="zh-CN" altLang="en-US" b="1" i="0" u="none" strike="noStrike" cap="none" spc="0" normalizeH="0" baseline="0" noProof="0" dirty="0">
                <a:ln>
                  <a:noFill/>
                </a:ln>
                <a:solidFill>
                  <a:srgbClr val="FF0000"/>
                </a:solidFill>
                <a:effectLst/>
                <a:uLnTx/>
                <a:uFillTx/>
                <a:latin typeface="方正屏显雅宋_GBK" panose="02010600010101010101" pitchFamily="2" charset="-122"/>
                <a:ea typeface="方正屏显雅宋_GBK" panose="02010600010101010101" pitchFamily="2" charset="-122"/>
              </a:rPr>
              <a:t>心意</a:t>
            </a:r>
            <a:r>
              <a:rPr kumimoji="0" lang="zh-CN" altLang="en-US" sz="2800" b="1" i="0" u="none" strike="noStrike" cap="none" spc="0" normalizeH="0" baseline="0" noProof="0" dirty="0">
                <a:ln>
                  <a:noFill/>
                </a:ln>
                <a:solidFill>
                  <a:srgbClr val="633D06"/>
                </a:solidFill>
                <a:effectLst/>
                <a:uLnTx/>
                <a:uFillTx/>
                <a:latin typeface="方正屏显雅宋_GBK" panose="02010600010101010101" pitchFamily="2" charset="-122"/>
                <a:ea typeface="方正屏显雅宋_GBK" panose="02010600010101010101" pitchFamily="2" charset="-122"/>
              </a:rPr>
              <a:t>行</a:t>
            </a:r>
            <a:r>
              <a:rPr kumimoji="0" lang="zh-CN" altLang="en-US"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邪淫、恶欲、醉酒、荒宴、群饮，并可恶拜偶像的事，时候已经够了。</a:t>
            </a:r>
          </a:p>
          <a:p>
            <a:pPr marR="0" lvl="0" fontAlgn="auto">
              <a:lnSpc>
                <a:spcPct val="150000"/>
              </a:lnSpc>
              <a:spcBef>
                <a:spcPts val="0"/>
              </a:spcBef>
              <a:spcAft>
                <a:spcPts val="600"/>
              </a:spcAft>
              <a:buClrTx/>
              <a:buSzTx/>
              <a:tabLst/>
              <a:defRPr/>
            </a:pPr>
            <a:r>
              <a:rPr kumimoji="0" lang="en-US" altLang="zh-CN"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4:4】</a:t>
            </a:r>
            <a:r>
              <a:rPr kumimoji="0" lang="zh-CN" altLang="en-US"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他们在这些事上，见你们不与他们同奔那放荡无度的路，就以为怪，毁谤你们。</a:t>
            </a:r>
          </a:p>
          <a:p>
            <a:pPr marR="0" lvl="0" fontAlgn="auto">
              <a:lnSpc>
                <a:spcPct val="150000"/>
              </a:lnSpc>
              <a:spcBef>
                <a:spcPts val="0"/>
              </a:spcBef>
              <a:spcAft>
                <a:spcPts val="600"/>
              </a:spcAft>
              <a:buClrTx/>
              <a:buSzTx/>
              <a:tabLst/>
              <a:defRPr/>
            </a:pPr>
            <a:r>
              <a:rPr kumimoji="0" lang="en-US" altLang="zh-CN"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4:5】</a:t>
            </a:r>
            <a:r>
              <a:rPr kumimoji="0" lang="zh-CN" altLang="en-US"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他们必在那将要审判活人死人的主面前交账。</a:t>
            </a:r>
          </a:p>
        </p:txBody>
      </p:sp>
      <p:sp>
        <p:nvSpPr>
          <p:cNvPr id="3" name="矩形 2">
            <a:extLst>
              <a:ext uri="{FF2B5EF4-FFF2-40B4-BE49-F238E27FC236}">
                <a16:creationId xmlns:a16="http://schemas.microsoft.com/office/drawing/2014/main" id="{A99F6DD1-A099-5199-8672-551D2F4F3724}"/>
              </a:ext>
            </a:extLst>
          </p:cNvPr>
          <p:cNvSpPr/>
          <p:nvPr/>
        </p:nvSpPr>
        <p:spPr>
          <a:xfrm>
            <a:off x="4146487" y="986635"/>
            <a:ext cx="452673" cy="677943"/>
          </a:xfrm>
          <a:prstGeom prst="rect">
            <a:avLst/>
          </a:prstGeom>
          <a:noFill/>
          <a:ln w="28575">
            <a:solidFill>
              <a:srgbClr val="FF0000"/>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zh-CN" altLang="en-US"/>
          </a:p>
        </p:txBody>
      </p:sp>
    </p:spTree>
    <p:custDataLst>
      <p:tags r:id="rId1"/>
    </p:custDataLst>
    <p:extLst>
      <p:ext uri="{BB962C8B-B14F-4D97-AF65-F5344CB8AC3E}">
        <p14:creationId xmlns:p14="http://schemas.microsoft.com/office/powerpoint/2010/main" val="35094062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17DB7-B002-3064-AC5B-3E7181F388E3}"/>
            </a:ext>
          </a:extLst>
        </p:cNvPr>
        <p:cNvGrpSpPr/>
        <p:nvPr/>
      </p:nvGrpSpPr>
      <p:grpSpPr>
        <a:xfrm>
          <a:off x="0" y="0"/>
          <a:ext cx="0" cy="0"/>
          <a:chOff x="0" y="0"/>
          <a:chExt cx="0" cy="0"/>
        </a:xfrm>
      </p:grpSpPr>
      <p:sp>
        <p:nvSpPr>
          <p:cNvPr id="18" name="文本框 17">
            <a:extLst>
              <a:ext uri="{FF2B5EF4-FFF2-40B4-BE49-F238E27FC236}">
                <a16:creationId xmlns:a16="http://schemas.microsoft.com/office/drawing/2014/main" id="{B2D3AA4F-1B6A-2E7B-F7F6-634F96DB4F32}"/>
              </a:ext>
            </a:extLst>
          </p:cNvPr>
          <p:cNvSpPr txBox="1"/>
          <p:nvPr>
            <p:custDataLst>
              <p:tags r:id="rId2"/>
            </p:custDataLst>
          </p:nvPr>
        </p:nvSpPr>
        <p:spPr>
          <a:xfrm>
            <a:off x="4511040" y="308692"/>
            <a:ext cx="7680960" cy="677943"/>
          </a:xfrm>
          <a:prstGeom prst="rect">
            <a:avLst/>
          </a:prstGeom>
        </p:spPr>
        <p:txBody>
          <a:bodyPr vert="horz" lIns="91440" tIns="45720" rIns="91440" bIns="45720" rtlCol="0" anchor="t">
            <a:normAutofit/>
          </a:bodyPr>
          <a:lstStyle/>
          <a:p>
            <a:pPr algn="r">
              <a:lnSpc>
                <a:spcPct val="90000"/>
              </a:lnSpc>
              <a:spcBef>
                <a:spcPct val="0"/>
              </a:spcBef>
              <a:spcAft>
                <a:spcPts val="600"/>
              </a:spcAft>
            </a:pP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第三段：</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6</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节，将来的结局</a:t>
            </a:r>
          </a:p>
        </p:txBody>
      </p:sp>
      <p:sp>
        <p:nvSpPr>
          <p:cNvPr id="2" name="文本框 1">
            <a:extLst>
              <a:ext uri="{FF2B5EF4-FFF2-40B4-BE49-F238E27FC236}">
                <a16:creationId xmlns:a16="http://schemas.microsoft.com/office/drawing/2014/main" id="{F5B24CD7-FE3B-F4E7-1913-6909F0D265F6}"/>
              </a:ext>
            </a:extLst>
          </p:cNvPr>
          <p:cNvSpPr txBox="1"/>
          <p:nvPr>
            <p:custDataLst>
              <p:tags r:id="rId3"/>
            </p:custDataLst>
          </p:nvPr>
        </p:nvSpPr>
        <p:spPr>
          <a:xfrm>
            <a:off x="0" y="1777482"/>
            <a:ext cx="12192000" cy="5080519"/>
          </a:xfrm>
          <a:prstGeom prst="rect">
            <a:avLst/>
          </a:prstGeom>
        </p:spPr>
        <p:txBody>
          <a:bodyPr vert="horz" lIns="91440" tIns="45720" rIns="91440" bIns="45720" rtlCol="0">
            <a:normAutofit fontScale="85000" lnSpcReduction="20000"/>
          </a:bodyPr>
          <a:lstStyle/>
          <a:p>
            <a:pPr marL="400050"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a:t>
            </a:r>
            <a:r>
              <a:rPr lang="zh-CN" altLang="en-US" sz="2800" dirty="0">
                <a:latin typeface="方正屏显雅宋_GBK" panose="02010600010101010101" pitchFamily="2" charset="-122"/>
                <a:ea typeface="方正屏显雅宋_GBK" panose="02010600010101010101" pitchFamily="2" charset="-122"/>
              </a:rPr>
              <a:t>死人</a:t>
            </a:r>
            <a:r>
              <a:rPr lang="zh-CN" altLang="en-US" sz="2800" dirty="0">
                <a:latin typeface="方正屏显雅宋_GBK" panose="02010600010101010101" pitchFamily="2" charset="-122"/>
                <a:ea typeface="方正屏显雅宋_GBK" panose="02010600010101010101" pitchFamily="2" charset="-122"/>
                <a:sym typeface="+mn-lt"/>
              </a:rPr>
              <a:t>”：</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在福音中已经到神那里去的神的儿女。</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参：</a:t>
            </a:r>
            <a:r>
              <a:rPr lang="en-US" altLang="zh-CN" sz="2800" dirty="0">
                <a:latin typeface="方正屏显雅宋_GBK" panose="02010600010101010101" pitchFamily="2" charset="-122"/>
                <a:ea typeface="方正屏显雅宋_GBK" panose="02010600010101010101" pitchFamily="2" charset="-122"/>
                <a:sym typeface="+mn-lt"/>
              </a:rPr>
              <a:t>【</a:t>
            </a:r>
            <a:r>
              <a:rPr lang="zh-CN" altLang="en-US" sz="2800" dirty="0">
                <a:latin typeface="方正屏显雅宋_GBK" panose="02010600010101010101" pitchFamily="2" charset="-122"/>
                <a:ea typeface="方正屏显雅宋_GBK" panose="02010600010101010101" pitchFamily="2" charset="-122"/>
                <a:sym typeface="+mn-lt"/>
              </a:rPr>
              <a:t>彼前</a:t>
            </a:r>
            <a:r>
              <a:rPr lang="en-US" altLang="zh-CN" sz="2800" dirty="0">
                <a:latin typeface="方正屏显雅宋_GBK" panose="02010600010101010101" pitchFamily="2" charset="-122"/>
                <a:ea typeface="方正屏显雅宋_GBK" panose="02010600010101010101" pitchFamily="2" charset="-122"/>
                <a:sym typeface="+mn-lt"/>
              </a:rPr>
              <a:t>3:19】</a:t>
            </a:r>
            <a:r>
              <a:rPr lang="zh-CN" altLang="en-US" sz="2800" dirty="0">
                <a:latin typeface="方正屏显雅宋_GBK" panose="02010600010101010101" pitchFamily="2" charset="-122"/>
                <a:ea typeface="方正屏显雅宋_GBK" panose="02010600010101010101" pitchFamily="2" charset="-122"/>
                <a:sym typeface="+mn-lt"/>
              </a:rPr>
              <a:t>他藉这灵曾去传道给那些在监狱里的灵听，</a:t>
            </a:r>
            <a:endParaRPr lang="en-US" altLang="zh-CN" sz="2800" dirty="0">
              <a:latin typeface="方正屏显雅宋_GBK" panose="02010600010101010101" pitchFamily="2" charset="-122"/>
              <a:ea typeface="方正屏显雅宋_GBK" panose="02010600010101010101" pitchFamily="2" charset="-122"/>
              <a:sym typeface="+mn-lt"/>
            </a:endParaRPr>
          </a:p>
          <a:p>
            <a:pPr marL="400050"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肉体按着人受审判：</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经历：</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苦难的人生，来自世人逼迫和审判，以致于肉体死亡。</a:t>
            </a:r>
            <a:endParaRPr lang="en-US" altLang="zh-CN" sz="2800" dirty="0">
              <a:latin typeface="方正屏显雅宋_GBK" panose="02010600010101010101" pitchFamily="2" charset="-122"/>
              <a:ea typeface="方正屏显雅宋_GBK" panose="02010600010101010101" pitchFamily="2" charset="-122"/>
              <a:sym typeface="+mn-lt"/>
            </a:endParaRPr>
          </a:p>
          <a:p>
            <a:pPr marL="400050"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灵性却靠　神活着：</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终局：</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交帐的结果：在神面前活着</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endParaRPr lang="en-US" altLang="zh-CN" sz="2400" dirty="0">
              <a:latin typeface="方正屏显雅宋_GBK" panose="02010600010101010101" pitchFamily="2" charset="-122"/>
              <a:ea typeface="方正屏显雅宋_GBK" panose="02010600010101010101" pitchFamily="2" charset="-122"/>
              <a:sym typeface="+mn-lt"/>
            </a:endParaRPr>
          </a:p>
          <a:p>
            <a:pPr indent="-228600">
              <a:lnSpc>
                <a:spcPct val="90000"/>
              </a:lnSpc>
              <a:spcAft>
                <a:spcPts val="600"/>
              </a:spcAft>
              <a:buFont typeface="Arial" panose="020B0604020202020204" pitchFamily="34" charset="0"/>
              <a:buChar char="•"/>
            </a:pPr>
            <a:endParaRPr lang="en-US" altLang="zh-CN" sz="2400" dirty="0">
              <a:latin typeface="方正屏显雅宋_GBK" panose="02010600010101010101" pitchFamily="2" charset="-122"/>
              <a:ea typeface="方正屏显雅宋_GBK" panose="02010600010101010101" pitchFamily="2" charset="-122"/>
              <a:sym typeface="+mn-lt"/>
            </a:endParaRPr>
          </a:p>
        </p:txBody>
      </p:sp>
      <p:sp>
        <p:nvSpPr>
          <p:cNvPr id="6" name="文本框 5">
            <a:extLst>
              <a:ext uri="{FF2B5EF4-FFF2-40B4-BE49-F238E27FC236}">
                <a16:creationId xmlns:a16="http://schemas.microsoft.com/office/drawing/2014/main" id="{941B09FE-3AC0-0785-1188-14120A554AE3}"/>
              </a:ext>
            </a:extLst>
          </p:cNvPr>
          <p:cNvSpPr txBox="1"/>
          <p:nvPr/>
        </p:nvSpPr>
        <p:spPr>
          <a:xfrm>
            <a:off x="102042" y="1147667"/>
            <a:ext cx="12089958" cy="468783"/>
          </a:xfrm>
          <a:prstGeom prst="rect">
            <a:avLst/>
          </a:prstGeom>
          <a:noFill/>
        </p:spPr>
        <p:txBody>
          <a:bodyPr wrap="square">
            <a:spAutoFit/>
          </a:bodyPr>
          <a:lstStyle/>
          <a:p>
            <a:pPr marR="0" lvl="0" fontAlgn="auto">
              <a:lnSpc>
                <a:spcPct val="150000"/>
              </a:lnSpc>
              <a:spcBef>
                <a:spcPts val="0"/>
              </a:spcBef>
              <a:spcAft>
                <a:spcPts val="600"/>
              </a:spcAft>
              <a:buClrTx/>
              <a:buSzTx/>
              <a:tabLst/>
              <a:defRPr/>
            </a:pPr>
            <a:r>
              <a:rPr kumimoji="0" lang="en-US" altLang="zh-CN"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a:t>
            </a:r>
            <a:r>
              <a:rPr kumimoji="0" lang="zh-CN" altLang="en-US"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彼前</a:t>
            </a:r>
            <a:r>
              <a:rPr kumimoji="0" lang="en-US" altLang="zh-CN"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4:6】</a:t>
            </a:r>
            <a:r>
              <a:rPr kumimoji="0" lang="zh-CN" altLang="en-US" b="0" i="0" u="none" strike="noStrike" cap="none" spc="0" normalizeH="0" baseline="0" noProof="0" dirty="0">
                <a:ln>
                  <a:noFill/>
                </a:ln>
                <a:effectLst/>
                <a:uLnTx/>
                <a:uFillTx/>
                <a:latin typeface="方正屏显雅宋_GBK" panose="02010600010101010101" pitchFamily="2" charset="-122"/>
                <a:ea typeface="方正屏显雅宋_GBK" panose="02010600010101010101" pitchFamily="2" charset="-122"/>
              </a:rPr>
              <a:t>为此，就是死人也曾有福音传给他们，要叫他们的肉体按着人受审判，他们的灵性却靠　神活着。</a:t>
            </a:r>
          </a:p>
        </p:txBody>
      </p:sp>
    </p:spTree>
    <p:custDataLst>
      <p:tags r:id="rId1"/>
    </p:custDataLst>
    <p:extLst>
      <p:ext uri="{BB962C8B-B14F-4D97-AF65-F5344CB8AC3E}">
        <p14:creationId xmlns:p14="http://schemas.microsoft.com/office/powerpoint/2010/main" val="39400554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FE44B2-DE84-DB44-A910-4E8A3D700B0F}"/>
            </a:ext>
          </a:extLst>
        </p:cNvPr>
        <p:cNvGrpSpPr/>
        <p:nvPr/>
      </p:nvGrpSpPr>
      <p:grpSpPr>
        <a:xfrm>
          <a:off x="0" y="0"/>
          <a:ext cx="0" cy="0"/>
          <a:chOff x="0" y="0"/>
          <a:chExt cx="0" cy="0"/>
        </a:xfrm>
      </p:grpSpPr>
      <p:sp>
        <p:nvSpPr>
          <p:cNvPr id="18" name="文本框 17">
            <a:extLst>
              <a:ext uri="{FF2B5EF4-FFF2-40B4-BE49-F238E27FC236}">
                <a16:creationId xmlns:a16="http://schemas.microsoft.com/office/drawing/2014/main" id="{995E96D6-B222-8BF8-92AE-8D95A12B9E90}"/>
              </a:ext>
            </a:extLst>
          </p:cNvPr>
          <p:cNvSpPr txBox="1"/>
          <p:nvPr>
            <p:custDataLst>
              <p:tags r:id="rId2"/>
            </p:custDataLst>
          </p:nvPr>
        </p:nvSpPr>
        <p:spPr>
          <a:xfrm>
            <a:off x="4511040" y="308692"/>
            <a:ext cx="7680960" cy="677943"/>
          </a:xfrm>
          <a:prstGeom prst="rect">
            <a:avLst/>
          </a:prstGeom>
        </p:spPr>
        <p:txBody>
          <a:bodyPr vert="horz" lIns="91440" tIns="45720" rIns="91440" bIns="45720" rtlCol="0" anchor="t">
            <a:normAutofit/>
          </a:bodyPr>
          <a:lstStyle/>
          <a:p>
            <a:pPr algn="r">
              <a:lnSpc>
                <a:spcPct val="90000"/>
              </a:lnSpc>
              <a:spcBef>
                <a:spcPct val="0"/>
              </a:spcBef>
              <a:spcAft>
                <a:spcPts val="600"/>
              </a:spcAft>
            </a:pP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应用：</a:t>
            </a:r>
          </a:p>
        </p:txBody>
      </p:sp>
      <p:sp>
        <p:nvSpPr>
          <p:cNvPr id="2" name="文本框 1">
            <a:extLst>
              <a:ext uri="{FF2B5EF4-FFF2-40B4-BE49-F238E27FC236}">
                <a16:creationId xmlns:a16="http://schemas.microsoft.com/office/drawing/2014/main" id="{7DB86E49-07B6-4C8A-AD79-D927361D1C55}"/>
              </a:ext>
            </a:extLst>
          </p:cNvPr>
          <p:cNvSpPr txBox="1"/>
          <p:nvPr>
            <p:custDataLst>
              <p:tags r:id="rId3"/>
            </p:custDataLst>
          </p:nvPr>
        </p:nvSpPr>
        <p:spPr>
          <a:xfrm>
            <a:off x="0" y="1777482"/>
            <a:ext cx="12192000" cy="5080519"/>
          </a:xfrm>
          <a:prstGeom prst="rect">
            <a:avLst/>
          </a:prstGeom>
        </p:spPr>
        <p:txBody>
          <a:bodyPr vert="horz" lIns="91440" tIns="45720" rIns="91440" bIns="45720" rtlCol="0">
            <a:normAutofit fontScale="92500" lnSpcReduction="20000"/>
          </a:bodyPr>
          <a:lstStyle/>
          <a:p>
            <a:pPr marL="400050"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一、靠着基督治死罪，真信心生发真行为，而有的喜乐。</a:t>
            </a:r>
            <a:endParaRPr lang="en-US" altLang="zh-CN" sz="2800" dirty="0">
              <a:latin typeface="方正屏显雅宋_GBK" panose="02010600010101010101" pitchFamily="2" charset="-122"/>
              <a:ea typeface="方正屏显雅宋_GBK" panose="02010600010101010101" pitchFamily="2" charset="-122"/>
              <a:sym typeface="+mn-lt"/>
            </a:endParaRPr>
          </a:p>
          <a:p>
            <a:pPr marL="400050"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二、“时候已经够了”，四</a:t>
            </a:r>
            <a:r>
              <a:rPr lang="en-US" altLang="zh-CN" sz="2800" dirty="0">
                <a:latin typeface="方正屏显雅宋_GBK" panose="02010600010101010101" pitchFamily="2" charset="-122"/>
                <a:ea typeface="方正屏显雅宋_GBK" panose="02010600010101010101" pitchFamily="2" charset="-122"/>
                <a:sym typeface="+mn-lt"/>
              </a:rPr>
              <a:t>7</a:t>
            </a:r>
            <a:r>
              <a:rPr lang="zh-CN" altLang="en-US" sz="2800" dirty="0">
                <a:latin typeface="方正屏显雅宋_GBK" panose="02010600010101010101" pitchFamily="2" charset="-122"/>
                <a:ea typeface="方正屏显雅宋_GBK" panose="02010600010101010101" pitchFamily="2" charset="-122"/>
                <a:sym typeface="+mn-lt"/>
              </a:rPr>
              <a:t>节说“万物的结局近了”，都在强调时间的紧迫性，每个人将来都要在主面前交帐。</a:t>
            </a:r>
            <a:endParaRPr lang="en-US" altLang="zh-CN" sz="2800" dirty="0">
              <a:latin typeface="方正屏显雅宋_GBK" panose="02010600010101010101" pitchFamily="2" charset="-122"/>
              <a:ea typeface="方正屏显雅宋_GBK" panose="02010600010101010101" pitchFamily="2" charset="-122"/>
              <a:sym typeface="+mn-lt"/>
            </a:endParaRPr>
          </a:p>
          <a:p>
            <a:pPr marL="400050"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三、第</a:t>
            </a:r>
            <a:r>
              <a:rPr lang="en-US" altLang="zh-CN" sz="2800" dirty="0">
                <a:latin typeface="方正屏显雅宋_GBK" panose="02010600010101010101" pitchFamily="2" charset="-122"/>
                <a:ea typeface="方正屏显雅宋_GBK" panose="02010600010101010101" pitchFamily="2" charset="-122"/>
                <a:sym typeface="+mn-lt"/>
              </a:rPr>
              <a:t>3</a:t>
            </a:r>
            <a:r>
              <a:rPr lang="zh-CN" altLang="en-US" sz="2800" dirty="0">
                <a:latin typeface="方正屏显雅宋_GBK" panose="02010600010101010101" pitchFamily="2" charset="-122"/>
                <a:ea typeface="方正屏显雅宋_GBK" panose="02010600010101010101" pitchFamily="2" charset="-122"/>
                <a:sym typeface="+mn-lt"/>
              </a:rPr>
              <a:t>节提到各样的罪，而靠人是不能解决罪的问题，我们需要基督，我们需要福音刻在我们心里。</a:t>
            </a:r>
            <a:endParaRPr lang="en-US" altLang="zh-CN" sz="2800" dirty="0">
              <a:latin typeface="方正屏显雅宋_GBK" panose="02010600010101010101" pitchFamily="2" charset="-122"/>
              <a:ea typeface="方正屏显雅宋_GBK" panose="02010600010101010101" pitchFamily="2" charset="-122"/>
              <a:sym typeface="+mn-lt"/>
            </a:endParaRPr>
          </a:p>
          <a:p>
            <a:pPr marL="400050"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再次思想：两种人、两条路、两个门、两个结局？</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以故的人已经过去了， 在神面前活着。</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3600" b="1" dirty="0">
                <a:solidFill>
                  <a:srgbClr val="FF0000"/>
                </a:solidFill>
                <a:latin typeface="方正屏显雅宋_GBK" panose="02010600010101010101" pitchFamily="2" charset="-122"/>
                <a:ea typeface="方正屏显雅宋_GBK" panose="02010600010101010101" pitchFamily="2" charset="-122"/>
                <a:sym typeface="+mn-lt"/>
              </a:rPr>
              <a:t>你我呢？</a:t>
            </a:r>
            <a:endParaRPr lang="en-US" altLang="zh-CN" sz="3600" b="1" dirty="0">
              <a:solidFill>
                <a:srgbClr val="FF0000"/>
              </a:solidFill>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endParaRPr lang="en-US" altLang="zh-CN" sz="2400" dirty="0">
              <a:latin typeface="方正屏显雅宋_GBK" panose="02010600010101010101" pitchFamily="2" charset="-122"/>
              <a:ea typeface="方正屏显雅宋_GBK" panose="02010600010101010101" pitchFamily="2" charset="-122"/>
              <a:sym typeface="+mn-lt"/>
            </a:endParaRPr>
          </a:p>
          <a:p>
            <a:pPr indent="-228600">
              <a:lnSpc>
                <a:spcPct val="90000"/>
              </a:lnSpc>
              <a:spcAft>
                <a:spcPts val="600"/>
              </a:spcAft>
              <a:buFont typeface="Arial" panose="020B0604020202020204" pitchFamily="34" charset="0"/>
              <a:buChar char="•"/>
            </a:pPr>
            <a:endParaRPr lang="en-US" altLang="zh-CN" sz="2400" dirty="0">
              <a:latin typeface="方正屏显雅宋_GBK" panose="02010600010101010101" pitchFamily="2" charset="-122"/>
              <a:ea typeface="方正屏显雅宋_GBK" panose="02010600010101010101" pitchFamily="2" charset="-122"/>
              <a:sym typeface="+mn-lt"/>
            </a:endParaRPr>
          </a:p>
        </p:txBody>
      </p:sp>
    </p:spTree>
    <p:custDataLst>
      <p:tags r:id="rId1"/>
    </p:custDataLst>
    <p:extLst>
      <p:ext uri="{BB962C8B-B14F-4D97-AF65-F5344CB8AC3E}">
        <p14:creationId xmlns:p14="http://schemas.microsoft.com/office/powerpoint/2010/main" val="26289742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5" name="Rectangle 23">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文本框 17"/>
          <p:cNvSpPr txBox="1"/>
          <p:nvPr>
            <p:custDataLst>
              <p:tags r:id="rId2"/>
            </p:custDataLst>
          </p:nvPr>
        </p:nvSpPr>
        <p:spPr>
          <a:xfrm>
            <a:off x="635000" y="640823"/>
            <a:ext cx="3418659" cy="5583148"/>
          </a:xfrm>
          <a:prstGeom prst="rect">
            <a:avLst/>
          </a:prstGeom>
        </p:spPr>
        <p:txBody>
          <a:bodyPr vert="horz" lIns="91440" tIns="45720" rIns="91440" bIns="45720" rtlCol="0" anchor="ctr">
            <a:normAutofit/>
          </a:bodyPr>
          <a:lstStyle/>
          <a:p>
            <a:pPr>
              <a:lnSpc>
                <a:spcPct val="90000"/>
              </a:lnSpc>
              <a:spcBef>
                <a:spcPct val="0"/>
              </a:spcBef>
              <a:spcAft>
                <a:spcPts val="600"/>
              </a:spcAft>
            </a:pPr>
            <a:r>
              <a:rPr lang="zh-CN" altLang="en-US" sz="6000" b="1" kern="1200" dirty="0">
                <a:solidFill>
                  <a:schemeClr val="tx1"/>
                </a:solidFill>
                <a:latin typeface="+mj-lt"/>
                <a:ea typeface="+mj-ea"/>
                <a:cs typeface="+mj-cs"/>
                <a:sym typeface="+mn-lt"/>
              </a:rPr>
              <a:t>问题？</a:t>
            </a:r>
          </a:p>
        </p:txBody>
      </p:sp>
      <p:sp>
        <p:nvSpPr>
          <p:cNvPr id="46"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7" name="文本框 1">
            <a:extLst>
              <a:ext uri="{FF2B5EF4-FFF2-40B4-BE49-F238E27FC236}">
                <a16:creationId xmlns:a16="http://schemas.microsoft.com/office/drawing/2014/main" id="{C4743AA0-529F-EA4A-5AAF-9A09C2CB0EAC}"/>
              </a:ext>
            </a:extLst>
          </p:cNvPr>
          <p:cNvGraphicFramePr/>
          <p:nvPr>
            <p:extLst>
              <p:ext uri="{D42A27DB-BD31-4B8C-83A1-F6EECF244321}">
                <p14:modId xmlns:p14="http://schemas.microsoft.com/office/powerpoint/2010/main" val="1820938234"/>
              </p:ext>
            </p:extLst>
          </p:nvPr>
        </p:nvGraphicFramePr>
        <p:xfrm>
          <a:off x="4648018" y="640822"/>
          <a:ext cx="7543982" cy="553614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41938271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HIGHLIGHT" val="0"/>
  <p:tag name="KSO_WM_UNIT_COMPATIBLE" val="0"/>
  <p:tag name="KSO_WM_UNIT_DIAGRAM_ISNUMVISUAL" val="0"/>
  <p:tag name="KSO_WM_UNIT_DIAGRAM_ISREFERUNIT" val="0"/>
  <p:tag name="KSO_WM_UNIT_ID" val="_0**"/>
  <p:tag name="KSO_WM_UNIT_LAYERLEVEL" val="1"/>
  <p:tag name="KSO_WM_TEMPLATE_CATEGORY" val="custom"/>
  <p:tag name="KSO_WM_TEMPLATE_INDEX" val="20191730"/>
</p:tagLst>
</file>

<file path=ppt/tags/tag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HIGHLIGHT" val="0"/>
  <p:tag name="KSO_WM_UNIT_COMPATIBLE" val="0"/>
  <p:tag name="KSO_WM_UNIT_DIAGRAM_ISNUMVISUAL" val="0"/>
  <p:tag name="KSO_WM_UNIT_DIAGRAM_ISREFERUNIT" val="0"/>
  <p:tag name="KSO_WM_UNIT_ID" val="_0**"/>
  <p:tag name="KSO_WM_UNIT_LAYERLEVEL" val="1"/>
  <p:tag name="KSO_WM_TEMPLATE_CATEGORY" val="custom"/>
  <p:tag name="KSO_WM_TEMPLATE_INDEX" val="20191730"/>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0191730"/>
  <p:tag name="KSO_WM_TEMPLATE_THUMBS_INDEX" val="1、2、3、4、5、6、7、8、9、10、11、12、13、14、15"/>
  <p:tag name="KSO_WM_TEMPLATE_SUBCATEGORY" val="0"/>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SLIDE_ID" val="custom20191730_3"/>
  <p:tag name="KSO_WM_SLIDE_TYPE" val="sectionTitle"/>
  <p:tag name="KSO_WM_SLIDE_SUBTYPE" val="pureTxt"/>
  <p:tag name="KSO_WM_SLIDE_ITEM_CNT" val="0"/>
  <p:tag name="KSO_WM_SLIDE_INDEX" val="3"/>
  <p:tag name="KSO_WM_TAG_VERSION" val="1.0"/>
  <p:tag name="KSO_WM_BEAUTIFY_FLAG" val="#wm#"/>
  <p:tag name="KSO_WM_TEMPLATE_CATEGORY" val="custom"/>
  <p:tag name="KSO_WM_TEMPLATE_INDEX" val="20191730"/>
  <p:tag name="KSO_WM_SLIDE_LAYOUT" val="a_b_e"/>
  <p:tag name="KSO_WM_SLIDE_LAYOUT_CNT" val="1_1_1"/>
  <p:tag name="KSO_WM_TEMPLATE_SUBCATEGORY" val="0"/>
  <p:tag name="KSO_WM_FULL_TEXT_BEAUTIFY_COPY_ID" val="150995357"/>
</p:tagLst>
</file>

<file path=ppt/tags/tag33.xml><?xml version="1.0" encoding="utf-8"?>
<p:tagLst xmlns:a="http://schemas.openxmlformats.org/drawingml/2006/main" xmlns:r="http://schemas.openxmlformats.org/officeDocument/2006/relationships" xmlns:p="http://schemas.openxmlformats.org/presentationml/2006/main">
  <p:tag name="KSO_WM_UNIT_PRESET_TEXT" val="01"/>
  <p:tag name="KSO_WM_UNIT_VALUE" val="1"/>
  <p:tag name="KSO_WM_UNIT_HIGHLIGHT" val="0"/>
  <p:tag name="KSO_WM_UNIT_COMPATIBLE" val="0"/>
  <p:tag name="KSO_WM_UNIT_DIAGRAM_ISNUMVISUAL" val="0"/>
  <p:tag name="KSO_WM_UNIT_DIAGRAM_ISREFERUNIT" val="0"/>
  <p:tag name="KSO_WM_UNIT_TYPE" val="e"/>
  <p:tag name="KSO_WM_UNIT_INDEX" val="1"/>
  <p:tag name="KSO_WM_UNIT_ID" val="custom20191730_3*e*1"/>
  <p:tag name="KSO_WM_TEMPLATE_CATEGORY" val="custom"/>
  <p:tag name="KSO_WM_TEMPLATE_INDEX" val="20191730"/>
  <p:tag name="KSO_WM_UNIT_LAYERLEVEL" val="1"/>
  <p:tag name="KSO_WM_TAG_VERSION" val="1.0"/>
  <p:tag name="KSO_WM_BEAUTIFY_FLAG" val="#wm#"/>
  <p:tag name="KSO_WM_UNIT_NOCLEAR" val="0"/>
  <p:tag name="KSO_WM_FULL_TEXT_BEAUTIFY_COPY_ID" val="4"/>
</p:tagLst>
</file>

<file path=ppt/tags/tag34.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35.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36.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69"/>
</p:tagLst>
</file>

<file path=ppt/tags/tag37.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38.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39.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40.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41.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42.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43.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44.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45.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46.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47.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48.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49.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50.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51.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52.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53.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54.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55.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56.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57.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58.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59.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60.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61.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62.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63.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64.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65.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66.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67.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68.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69.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70.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71.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72.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73.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74.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heme/theme1.xml><?xml version="1.0" encoding="utf-8"?>
<a:theme xmlns:a="http://schemas.openxmlformats.org/drawingml/2006/main" name="2_Office 主题​​">
  <a:themeElements>
    <a:clrScheme name="自定义 2">
      <a:dk1>
        <a:srgbClr val="000000"/>
      </a:dk1>
      <a:lt1>
        <a:srgbClr val="FFFFFF"/>
      </a:lt1>
      <a:dk2>
        <a:srgbClr val="00ABE9"/>
      </a:dk2>
      <a:lt2>
        <a:srgbClr val="C6D65B"/>
      </a:lt2>
      <a:accent1>
        <a:srgbClr val="4CC5F0"/>
      </a:accent1>
      <a:accent2>
        <a:srgbClr val="00ABE9"/>
      </a:accent2>
      <a:accent3>
        <a:srgbClr val="C6D65B"/>
      </a:accent3>
      <a:accent4>
        <a:srgbClr val="7DCF87"/>
      </a:accent4>
      <a:accent5>
        <a:srgbClr val="B7CE2F"/>
      </a:accent5>
      <a:accent6>
        <a:srgbClr val="93DCF6"/>
      </a:accent6>
      <a:hlink>
        <a:srgbClr val="BFBFBF"/>
      </a:hlink>
      <a:folHlink>
        <a:srgbClr val="BFBFBF"/>
      </a:folHlink>
    </a:clrScheme>
    <a:fontScheme name="1aydu5ro">
      <a:majorFont>
        <a:latin typeface="Arial"/>
        <a:ea typeface="苹方-简"/>
        <a:cs typeface=""/>
      </a:majorFont>
      <a:minorFont>
        <a:latin typeface="Arial"/>
        <a:ea typeface="苹方-简"/>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7386</TotalTime>
  <Words>2845</Words>
  <Application>Microsoft Office PowerPoint</Application>
  <PresentationFormat>宽屏</PresentationFormat>
  <Paragraphs>183</Paragraphs>
  <Slides>16</Slides>
  <Notes>15</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16</vt:i4>
      </vt:variant>
    </vt:vector>
  </HeadingPairs>
  <TitlesOfParts>
    <vt:vector size="23" baseType="lpstr">
      <vt:lpstr>等线</vt:lpstr>
      <vt:lpstr>方正屏显雅宋_GBK</vt:lpstr>
      <vt:lpstr>微软雅黑</vt:lpstr>
      <vt:lpstr>Arial</vt:lpstr>
      <vt:lpstr>Calibri</vt:lpstr>
      <vt:lpstr>Wingdings</vt:lpstr>
      <vt:lpstr>2_Office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Ying Song</dc:creator>
  <cp:lastModifiedBy>李强</cp:lastModifiedBy>
  <cp:revision>23</cp:revision>
  <dcterms:created xsi:type="dcterms:W3CDTF">2019-06-19T02:08:00Z</dcterms:created>
  <dcterms:modified xsi:type="dcterms:W3CDTF">2025-11-09T00:03:32Z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2052-10.8.0.6018</vt:lpwstr>
  </property>
  <property fmtid="{D5CDD505-2E9C-101B-9397-08002B2CF9AE}" pid="3" name="ICV">
    <vt:lpwstr>DAEF22CE9FEB460DB4DF9BEF6398CD7D</vt:lpwstr>
  </property>
</Properties>
</file>