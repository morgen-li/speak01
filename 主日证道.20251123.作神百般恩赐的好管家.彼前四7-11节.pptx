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4.xml" ContentType="application/vnd.openxmlformats-officedocument.presentationml.notesSlide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6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7.xml" ContentType="application/vnd.openxmlformats-officedocument.presentationml.notesSlide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8.xml" ContentType="application/vnd.openxmlformats-officedocument.presentationml.notesSlide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9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notesSlides/notesSlide11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12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notesSlides/notesSlide13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14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15.xml" ContentType="application/vnd.openxmlformats-officedocument.presentationml.notesSlide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notesSlides/notesSlide16.xml" ContentType="application/vnd.openxmlformats-officedocument.presentationml.notesSlide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notesSlides/notesSlide17.xml" ContentType="application/vnd.openxmlformats-officedocument.presentationml.notesSlide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notesSlides/notesSlide18.xml" ContentType="application/vnd.openxmlformats-officedocument.presentationml.notesSlide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notesSlides/notesSlide19.xml" ContentType="application/vnd.openxmlformats-officedocument.presentationml.notesSlide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notesSlides/notesSlide20.xml" ContentType="application/vnd.openxmlformats-officedocument.presentationml.notesSlide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560" r:id="rId2"/>
    <p:sldId id="554" r:id="rId3"/>
    <p:sldId id="425" r:id="rId4"/>
    <p:sldId id="598" r:id="rId5"/>
    <p:sldId id="602" r:id="rId6"/>
    <p:sldId id="623" r:id="rId7"/>
    <p:sldId id="632" r:id="rId8"/>
    <p:sldId id="633" r:id="rId9"/>
    <p:sldId id="634" r:id="rId10"/>
    <p:sldId id="635" r:id="rId11"/>
    <p:sldId id="636" r:id="rId12"/>
    <p:sldId id="645" r:id="rId13"/>
    <p:sldId id="637" r:id="rId14"/>
    <p:sldId id="638" r:id="rId15"/>
    <p:sldId id="640" r:id="rId16"/>
    <p:sldId id="641" r:id="rId17"/>
    <p:sldId id="642" r:id="rId18"/>
    <p:sldId id="643" r:id="rId19"/>
    <p:sldId id="644" r:id="rId20"/>
    <p:sldId id="646" r:id="rId21"/>
    <p:sldId id="552" r:id="rId22"/>
  </p:sldIdLst>
  <p:sldSz cx="12192000" cy="6858000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9" userDrawn="1">
          <p15:clr>
            <a:srgbClr val="A4A3A4"/>
          </p15:clr>
        </p15:guide>
        <p15:guide id="2" pos="385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9671AAC-EE65-C2E9-8FB4-81033EEFC221}" name="强 李" initials="强李" userId="cd6c7ec7188785ae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3D06"/>
    <a:srgbClr val="F1F1F1"/>
    <a:srgbClr val="1A3A76"/>
    <a:srgbClr val="FCFEFE"/>
    <a:srgbClr val="FFFFFF"/>
    <a:srgbClr val="00205D"/>
    <a:srgbClr val="C90909"/>
    <a:srgbClr val="272520"/>
    <a:srgbClr val="203E80"/>
    <a:srgbClr val="00A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17E5E0-1A0B-4D0A-BCD9-31981CECA125}" v="1581" dt="2025-11-22T10:35:43.397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238" autoAdjust="0"/>
  </p:normalViewPr>
  <p:slideViewPr>
    <p:cSldViewPr snapToGrid="0">
      <p:cViewPr varScale="1">
        <p:scale>
          <a:sx n="106" d="100"/>
          <a:sy n="106" d="100"/>
        </p:scale>
        <p:origin x="756" y="-420"/>
      </p:cViewPr>
      <p:guideLst>
        <p:guide orient="horz" pos="3249"/>
        <p:guide pos="38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强 李" userId="cd6c7ec7188785ae" providerId="LiveId" clId="{679AE789-3C55-40EF-A498-9E0F503B8F2B}"/>
    <pc:docChg chg="undo custSel modSld modNotesMaster">
      <pc:chgData name="强 李" userId="cd6c7ec7188785ae" providerId="LiveId" clId="{679AE789-3C55-40EF-A498-9E0F503B8F2B}" dt="2025-10-18T12:49:40.121" v="978"/>
      <pc:docMkLst>
        <pc:docMk/>
      </pc:docMkLst>
      <pc:sldChg chg="addSp delSp modSp mod">
        <pc:chgData name="强 李" userId="cd6c7ec7188785ae" providerId="LiveId" clId="{679AE789-3C55-40EF-A498-9E0F503B8F2B}" dt="2025-10-18T11:32:23.378" v="92" actId="14100"/>
        <pc:sldMkLst>
          <pc:docMk/>
          <pc:sldMk cId="0" sldId="425"/>
        </pc:sldMkLst>
      </pc:sldChg>
      <pc:sldChg chg="modSp mod">
        <pc:chgData name="强 李" userId="cd6c7ec7188785ae" providerId="LiveId" clId="{679AE789-3C55-40EF-A498-9E0F503B8F2B}" dt="2025-10-18T11:30:18.238" v="75"/>
        <pc:sldMkLst>
          <pc:docMk/>
          <pc:sldMk cId="3418790839" sldId="554"/>
        </pc:sldMkLst>
      </pc:sldChg>
      <pc:sldChg chg="modSp mod">
        <pc:chgData name="强 李" userId="cd6c7ec7188785ae" providerId="LiveId" clId="{679AE789-3C55-40EF-A498-9E0F503B8F2B}" dt="2025-10-18T11:33:41.111" v="206"/>
        <pc:sldMkLst>
          <pc:docMk/>
          <pc:sldMk cId="3965997736" sldId="598"/>
        </pc:sldMkLst>
      </pc:sldChg>
      <pc:sldChg chg="modSp mod">
        <pc:chgData name="强 李" userId="cd6c7ec7188785ae" providerId="LiveId" clId="{679AE789-3C55-40EF-A498-9E0F503B8F2B}" dt="2025-10-18T12:29:57.587" v="239" actId="20577"/>
        <pc:sldMkLst>
          <pc:docMk/>
          <pc:sldMk cId="474383694" sldId="602"/>
        </pc:sldMkLst>
      </pc:sldChg>
      <pc:sldChg chg="modSp mod">
        <pc:chgData name="强 李" userId="cd6c7ec7188785ae" providerId="LiveId" clId="{679AE789-3C55-40EF-A498-9E0F503B8F2B}" dt="2025-10-18T11:36:22.884" v="229"/>
        <pc:sldMkLst>
          <pc:docMk/>
          <pc:sldMk cId="3312005581" sldId="603"/>
        </pc:sldMkLst>
      </pc:sldChg>
      <pc:sldChg chg="modSp mod">
        <pc:chgData name="强 李" userId="cd6c7ec7188785ae" providerId="LiveId" clId="{679AE789-3C55-40EF-A498-9E0F503B8F2B}" dt="2025-10-18T12:32:07.607" v="267"/>
        <pc:sldMkLst>
          <pc:docMk/>
          <pc:sldMk cId="1990415969" sldId="605"/>
        </pc:sldMkLst>
      </pc:sldChg>
      <pc:sldChg chg="modSp mod">
        <pc:chgData name="强 李" userId="cd6c7ec7188785ae" providerId="LiveId" clId="{679AE789-3C55-40EF-A498-9E0F503B8F2B}" dt="2025-10-18T12:34:15.907" v="388" actId="20577"/>
        <pc:sldMkLst>
          <pc:docMk/>
          <pc:sldMk cId="2786634272" sldId="608"/>
        </pc:sldMkLst>
      </pc:sldChg>
      <pc:sldChg chg="modSp mod">
        <pc:chgData name="强 李" userId="cd6c7ec7188785ae" providerId="LiveId" clId="{679AE789-3C55-40EF-A498-9E0F503B8F2B}" dt="2025-10-18T12:36:17.964" v="450"/>
        <pc:sldMkLst>
          <pc:docMk/>
          <pc:sldMk cId="3634359352" sldId="610"/>
        </pc:sldMkLst>
      </pc:sldChg>
      <pc:sldChg chg="modSp mod">
        <pc:chgData name="强 李" userId="cd6c7ec7188785ae" providerId="LiveId" clId="{679AE789-3C55-40EF-A498-9E0F503B8F2B}" dt="2025-10-18T12:38:10.516" v="715"/>
        <pc:sldMkLst>
          <pc:docMk/>
          <pc:sldMk cId="3844168252" sldId="611"/>
        </pc:sldMkLst>
      </pc:sldChg>
      <pc:sldChg chg="modSp mod">
        <pc:chgData name="强 李" userId="cd6c7ec7188785ae" providerId="LiveId" clId="{679AE789-3C55-40EF-A498-9E0F503B8F2B}" dt="2025-10-18T12:38:28.402" v="732"/>
        <pc:sldMkLst>
          <pc:docMk/>
          <pc:sldMk cId="1376585543" sldId="612"/>
        </pc:sldMkLst>
      </pc:sldChg>
      <pc:sldChg chg="modSp mod">
        <pc:chgData name="强 李" userId="cd6c7ec7188785ae" providerId="LiveId" clId="{679AE789-3C55-40EF-A498-9E0F503B8F2B}" dt="2025-10-18T12:38:49.436" v="744"/>
        <pc:sldMkLst>
          <pc:docMk/>
          <pc:sldMk cId="3557024024" sldId="613"/>
        </pc:sldMkLst>
      </pc:sldChg>
      <pc:sldChg chg="modSp mod">
        <pc:chgData name="强 李" userId="cd6c7ec7188785ae" providerId="LiveId" clId="{679AE789-3C55-40EF-A498-9E0F503B8F2B}" dt="2025-10-18T12:39:10.137" v="754"/>
        <pc:sldMkLst>
          <pc:docMk/>
          <pc:sldMk cId="2663860680" sldId="614"/>
        </pc:sldMkLst>
      </pc:sldChg>
      <pc:sldChg chg="modSp mod">
        <pc:chgData name="强 李" userId="cd6c7ec7188785ae" providerId="LiveId" clId="{679AE789-3C55-40EF-A498-9E0F503B8F2B}" dt="2025-10-18T12:45:39.410" v="761"/>
        <pc:sldMkLst>
          <pc:docMk/>
          <pc:sldMk cId="1264471641" sldId="616"/>
        </pc:sldMkLst>
      </pc:sldChg>
      <pc:sldChg chg="modSp mod">
        <pc:chgData name="强 李" userId="cd6c7ec7188785ae" providerId="LiveId" clId="{679AE789-3C55-40EF-A498-9E0F503B8F2B}" dt="2025-10-18T12:47:04.544" v="806"/>
        <pc:sldMkLst>
          <pc:docMk/>
          <pc:sldMk cId="3870421118" sldId="620"/>
        </pc:sldMkLst>
      </pc:sldChg>
      <pc:sldChg chg="modSp mod">
        <pc:chgData name="强 李" userId="cd6c7ec7188785ae" providerId="LiveId" clId="{679AE789-3C55-40EF-A498-9E0F503B8F2B}" dt="2025-10-18T12:48:55.997" v="977"/>
        <pc:sldMkLst>
          <pc:docMk/>
          <pc:sldMk cId="4014174071" sldId="621"/>
        </pc:sldMkLst>
      </pc:sldChg>
    </pc:docChg>
  </pc:docChgLst>
  <pc:docChgLst>
    <pc:chgData name="强 李" userId="cd6c7ec7188785ae" providerId="LiveId" clId="{452C545B-3584-4001-9970-CE01E2FE1A64}"/>
    <pc:docChg chg="undo custSel addSld delSld modSld sldOrd">
      <pc:chgData name="强 李" userId="cd6c7ec7188785ae" providerId="LiveId" clId="{452C545B-3584-4001-9970-CE01E2FE1A64}" dt="2025-11-09T00:03:29.028" v="5143" actId="13782"/>
      <pc:docMkLst>
        <pc:docMk/>
      </pc:docMkLst>
      <pc:sldChg chg="modSp mod">
        <pc:chgData name="强 李" userId="cd6c7ec7188785ae" providerId="LiveId" clId="{452C545B-3584-4001-9970-CE01E2FE1A64}" dt="2025-11-08T22:19:22.791" v="167" actId="207"/>
        <pc:sldMkLst>
          <pc:docMk/>
          <pc:sldMk cId="0" sldId="425"/>
        </pc:sldMkLst>
        <pc:spChg chg="mod">
          <ac:chgData name="强 李" userId="cd6c7ec7188785ae" providerId="LiveId" clId="{452C545B-3584-4001-9970-CE01E2FE1A64}" dt="2025-11-08T22:17:36.803" v="154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452C545B-3584-4001-9970-CE01E2FE1A64}" dt="2025-11-08T22:19:22.791" v="167" actId="207"/>
          <ac:spMkLst>
            <pc:docMk/>
            <pc:sldMk cId="0" sldId="425"/>
            <ac:spMk id="3" creationId="{FF9BF7C3-9929-69BC-A1CA-30EBD45BF72F}"/>
          </ac:spMkLst>
        </pc:spChg>
      </pc:sldChg>
      <pc:sldChg chg="modSp">
        <pc:chgData name="强 李" userId="cd6c7ec7188785ae" providerId="LiveId" clId="{452C545B-3584-4001-9970-CE01E2FE1A64}" dt="2025-11-09T00:03:29.028" v="5143" actId="13782"/>
        <pc:sldMkLst>
          <pc:docMk/>
          <pc:sldMk cId="419382719" sldId="552"/>
        </pc:sldMkLst>
        <pc:graphicFrameChg chg="mod">
          <ac:chgData name="强 李" userId="cd6c7ec7188785ae" providerId="LiveId" clId="{452C545B-3584-4001-9970-CE01E2FE1A64}" dt="2025-11-09T00:03:29.028" v="5143" actId="13782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452C545B-3584-4001-9970-CE01E2FE1A64}" dt="2025-11-08T22:16:46.597" v="132"/>
        <pc:sldMkLst>
          <pc:docMk/>
          <pc:sldMk cId="3418790839" sldId="554"/>
        </pc:sldMkLst>
        <pc:graphicFrameChg chg="mod modGraphic">
          <ac:chgData name="强 李" userId="cd6c7ec7188785ae" providerId="LiveId" clId="{452C545B-3584-4001-9970-CE01E2FE1A64}" dt="2025-11-08T22:16:46.597" v="132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452C545B-3584-4001-9970-CE01E2FE1A64}" dt="2025-11-08T21:51:34.994" v="30" actId="14100"/>
        <pc:sldMkLst>
          <pc:docMk/>
          <pc:sldMk cId="1911491714" sldId="560"/>
        </pc:sldMkLst>
        <pc:spChg chg="mod">
          <ac:chgData name="强 李" userId="cd6c7ec7188785ae" providerId="LiveId" clId="{452C545B-3584-4001-9970-CE01E2FE1A64}" dt="2025-11-08T21:51:34.994" v="30" actId="14100"/>
          <ac:spMkLst>
            <pc:docMk/>
            <pc:sldMk cId="1911491714" sldId="560"/>
            <ac:spMk id="4" creationId="{00000000-0000-0000-0000-000000000000}"/>
          </ac:spMkLst>
        </pc:spChg>
      </pc:sldChg>
      <pc:sldChg chg="modSp mod">
        <pc:chgData name="强 李" userId="cd6c7ec7188785ae" providerId="LiveId" clId="{452C545B-3584-4001-9970-CE01E2FE1A64}" dt="2025-11-08T22:20:39.885" v="177" actId="207"/>
        <pc:sldMkLst>
          <pc:docMk/>
          <pc:sldMk cId="3965997736" sldId="598"/>
        </pc:sldMkLst>
        <pc:spChg chg="mod">
          <ac:chgData name="强 李" userId="cd6c7ec7188785ae" providerId="LiveId" clId="{452C545B-3584-4001-9970-CE01E2FE1A64}" dt="2025-11-08T22:19:55.834" v="168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452C545B-3584-4001-9970-CE01E2FE1A64}" dt="2025-11-08T22:20:39.885" v="177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addSp modSp mod">
        <pc:chgData name="强 李" userId="cd6c7ec7188785ae" providerId="LiveId" clId="{452C545B-3584-4001-9970-CE01E2FE1A64}" dt="2025-11-08T23:05:13.635" v="828" actId="1076"/>
        <pc:sldMkLst>
          <pc:docMk/>
          <pc:sldMk cId="3312005581" sldId="603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947397742" sldId="604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990415969" sldId="605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708620594" sldId="606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752360027" sldId="607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786634272" sldId="608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147924010" sldId="609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634359352" sldId="610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44168252" sldId="611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376585543" sldId="612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557024024" sldId="613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663860680" sldId="614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562621814" sldId="615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264471641" sldId="616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03959891" sldId="617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048242825" sldId="618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2989059354" sldId="619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3870421118" sldId="620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4014174071" sldId="621"/>
        </pc:sldMkLst>
      </pc:sldChg>
      <pc:sldChg chg="del">
        <pc:chgData name="强 李" userId="cd6c7ec7188785ae" providerId="LiveId" clId="{452C545B-3584-4001-9970-CE01E2FE1A64}" dt="2025-11-08T22:27:26.823" v="542" actId="47"/>
        <pc:sldMkLst>
          <pc:docMk/>
          <pc:sldMk cId="1438733071" sldId="622"/>
        </pc:sldMkLst>
      </pc:sldChg>
      <pc:sldChg chg="modSp add mod ord">
        <pc:chgData name="强 李" userId="cd6c7ec7188785ae" providerId="LiveId" clId="{452C545B-3584-4001-9970-CE01E2FE1A64}" dt="2025-11-08T23:06:30.737" v="830" actId="113"/>
        <pc:sldMkLst>
          <pc:docMk/>
          <pc:sldMk cId="2152635545" sldId="623"/>
        </pc:sldMkLst>
        <pc:spChg chg="mod">
          <ac:chgData name="强 李" userId="cd6c7ec7188785ae" providerId="LiveId" clId="{452C545B-3584-4001-9970-CE01E2FE1A64}" dt="2025-11-08T23:06:30.737" v="830" actId="113"/>
          <ac:spMkLst>
            <pc:docMk/>
            <pc:sldMk cId="2152635545" sldId="623"/>
            <ac:spMk id="2" creationId="{FA552FA6-491B-050A-4A87-695E2F51774D}"/>
          </ac:spMkLst>
        </pc:spChg>
      </pc:sldChg>
      <pc:sldChg chg="modSp add mod">
        <pc:chgData name="强 李" userId="cd6c7ec7188785ae" providerId="LiveId" clId="{452C545B-3584-4001-9970-CE01E2FE1A64}" dt="2025-11-08T23:16:32.332" v="1716" actId="27636"/>
        <pc:sldMkLst>
          <pc:docMk/>
          <pc:sldMk cId="492937376" sldId="624"/>
        </pc:sldMkLst>
      </pc:sldChg>
      <pc:sldChg chg="modSp add mod">
        <pc:chgData name="强 李" userId="cd6c7ec7188785ae" providerId="LiveId" clId="{452C545B-3584-4001-9970-CE01E2FE1A64}" dt="2025-11-08T23:31:20.512" v="2940" actId="27636"/>
        <pc:sldMkLst>
          <pc:docMk/>
          <pc:sldMk cId="2275128330" sldId="625"/>
        </pc:sldMkLst>
      </pc:sldChg>
      <pc:sldChg chg="modSp add mod">
        <pc:chgData name="强 李" userId="cd6c7ec7188785ae" providerId="LiveId" clId="{452C545B-3584-4001-9970-CE01E2FE1A64}" dt="2025-11-08T23:32:50.535" v="3092" actId="27636"/>
        <pc:sldMkLst>
          <pc:docMk/>
          <pc:sldMk cId="1237329950" sldId="626"/>
        </pc:sldMkLst>
      </pc:sldChg>
      <pc:sldChg chg="addSp modSp add mod">
        <pc:chgData name="强 李" userId="cd6c7ec7188785ae" providerId="LiveId" clId="{452C545B-3584-4001-9970-CE01E2FE1A64}" dt="2025-11-08T23:42:37.767" v="3514" actId="27636"/>
        <pc:sldMkLst>
          <pc:docMk/>
          <pc:sldMk cId="4218527108" sldId="627"/>
        </pc:sldMkLst>
      </pc:sldChg>
      <pc:sldChg chg="modSp add mod">
        <pc:chgData name="强 李" userId="cd6c7ec7188785ae" providerId="LiveId" clId="{452C545B-3584-4001-9970-CE01E2FE1A64}" dt="2025-11-08T23:49:29.404" v="3809" actId="27636"/>
        <pc:sldMkLst>
          <pc:docMk/>
          <pc:sldMk cId="1504008797" sldId="628"/>
        </pc:sldMkLst>
      </pc:sldChg>
      <pc:sldChg chg="modSp add del mod">
        <pc:chgData name="强 李" userId="cd6c7ec7188785ae" providerId="LiveId" clId="{452C545B-3584-4001-9970-CE01E2FE1A64}" dt="2025-11-08T23:38:21.851" v="3314"/>
        <pc:sldMkLst>
          <pc:docMk/>
          <pc:sldMk cId="2555238439" sldId="628"/>
        </pc:sldMkLst>
      </pc:sldChg>
      <pc:sldChg chg="modSp add mod">
        <pc:chgData name="强 李" userId="cd6c7ec7188785ae" providerId="LiveId" clId="{452C545B-3584-4001-9970-CE01E2FE1A64}" dt="2025-11-08T23:53:23.004" v="4292" actId="27636"/>
        <pc:sldMkLst>
          <pc:docMk/>
          <pc:sldMk cId="3509406236" sldId="629"/>
        </pc:sldMkLst>
      </pc:sldChg>
      <pc:sldChg chg="delSp modSp add mod">
        <pc:chgData name="强 李" userId="cd6c7ec7188785ae" providerId="LiveId" clId="{452C545B-3584-4001-9970-CE01E2FE1A64}" dt="2025-11-09T00:01:46.524" v="5094" actId="27636"/>
        <pc:sldMkLst>
          <pc:docMk/>
          <pc:sldMk cId="3940055481" sldId="630"/>
        </pc:sldMkLst>
      </pc:sldChg>
      <pc:sldChg chg="delSp modSp add mod">
        <pc:chgData name="强 李" userId="cd6c7ec7188785ae" providerId="LiveId" clId="{452C545B-3584-4001-9970-CE01E2FE1A64}" dt="2025-11-09T00:02:21.905" v="5140" actId="6549"/>
        <pc:sldMkLst>
          <pc:docMk/>
          <pc:sldMk cId="2628974246" sldId="631"/>
        </pc:sldMkLst>
      </pc:sldChg>
    </pc:docChg>
  </pc:docChgLst>
  <pc:docChgLst>
    <pc:chgData name="强 李" userId="cd6c7ec7188785ae" providerId="LiveId" clId="{B717E5E0-1A0B-4D0A-BCD9-31981CECA125}"/>
    <pc:docChg chg="undo redo custSel addSld delSld modSld sldOrd">
      <pc:chgData name="强 李" userId="cd6c7ec7188785ae" providerId="LiveId" clId="{B717E5E0-1A0B-4D0A-BCD9-31981CECA125}" dt="2025-11-22T10:35:43.397" v="10974"/>
      <pc:docMkLst>
        <pc:docMk/>
      </pc:docMkLst>
      <pc:sldChg chg="delSp modSp mod">
        <pc:chgData name="强 李" userId="cd6c7ec7188785ae" providerId="LiveId" clId="{B717E5E0-1A0B-4D0A-BCD9-31981CECA125}" dt="2025-11-22T01:11:16.762" v="238" actId="403"/>
        <pc:sldMkLst>
          <pc:docMk/>
          <pc:sldMk cId="0" sldId="425"/>
        </pc:sldMkLst>
        <pc:spChg chg="mod">
          <ac:chgData name="强 李" userId="cd6c7ec7188785ae" providerId="LiveId" clId="{B717E5E0-1A0B-4D0A-BCD9-31981CECA125}" dt="2025-11-22T01:06:58.989" v="158" actId="20577"/>
          <ac:spMkLst>
            <pc:docMk/>
            <pc:sldMk cId="0" sldId="425"/>
            <ac:spMk id="2" creationId="{95A7D7BC-5F8D-EE76-0D18-39F6F132CCC7}"/>
          </ac:spMkLst>
        </pc:spChg>
        <pc:spChg chg="mod">
          <ac:chgData name="强 李" userId="cd6c7ec7188785ae" providerId="LiveId" clId="{B717E5E0-1A0B-4D0A-BCD9-31981CECA125}" dt="2025-11-22T01:11:16.762" v="238" actId="403"/>
          <ac:spMkLst>
            <pc:docMk/>
            <pc:sldMk cId="0" sldId="425"/>
            <ac:spMk id="3" creationId="{FF9BF7C3-9929-69BC-A1CA-30EBD45BF72F}"/>
          </ac:spMkLst>
        </pc:spChg>
        <pc:spChg chg="del">
          <ac:chgData name="强 李" userId="cd6c7ec7188785ae" providerId="LiveId" clId="{B717E5E0-1A0B-4D0A-BCD9-31981CECA125}" dt="2025-11-22T01:07:45.326" v="167" actId="478"/>
          <ac:spMkLst>
            <pc:docMk/>
            <pc:sldMk cId="0" sldId="425"/>
            <ac:spMk id="6" creationId="{9B0DA5D5-D5F8-0BF5-7039-25D277A38794}"/>
          </ac:spMkLst>
        </pc:spChg>
        <pc:spChg chg="del">
          <ac:chgData name="强 李" userId="cd6c7ec7188785ae" providerId="LiveId" clId="{B717E5E0-1A0B-4D0A-BCD9-31981CECA125}" dt="2025-11-22T01:07:20.164" v="161" actId="478"/>
          <ac:spMkLst>
            <pc:docMk/>
            <pc:sldMk cId="0" sldId="425"/>
            <ac:spMk id="9" creationId="{05AC09AD-B44B-E802-4D26-4A22FF68B6DC}"/>
          </ac:spMkLst>
        </pc:spChg>
        <pc:cxnChg chg="del">
          <ac:chgData name="强 李" userId="cd6c7ec7188785ae" providerId="LiveId" clId="{B717E5E0-1A0B-4D0A-BCD9-31981CECA125}" dt="2025-11-22T01:07:48.368" v="169" actId="478"/>
          <ac:cxnSpMkLst>
            <pc:docMk/>
            <pc:sldMk cId="0" sldId="425"/>
            <ac:cxnSpMk id="8" creationId="{EDC9F361-B63E-89E2-DAF1-A52ED6092FD2}"/>
          </ac:cxnSpMkLst>
        </pc:cxnChg>
        <pc:cxnChg chg="del">
          <ac:chgData name="强 李" userId="cd6c7ec7188785ae" providerId="LiveId" clId="{B717E5E0-1A0B-4D0A-BCD9-31981CECA125}" dt="2025-11-22T01:07:46.858" v="168" actId="478"/>
          <ac:cxnSpMkLst>
            <pc:docMk/>
            <pc:sldMk cId="0" sldId="425"/>
            <ac:cxnSpMk id="10" creationId="{74935337-67B1-51DB-111E-1326744B169C}"/>
          </ac:cxnSpMkLst>
        </pc:cxnChg>
      </pc:sldChg>
      <pc:sldChg chg="modSp mod">
        <pc:chgData name="强 李" userId="cd6c7ec7188785ae" providerId="LiveId" clId="{B717E5E0-1A0B-4D0A-BCD9-31981CECA125}" dt="2025-11-22T03:39:15.807" v="10502" actId="14100"/>
        <pc:sldMkLst>
          <pc:docMk/>
          <pc:sldMk cId="419382719" sldId="552"/>
        </pc:sldMkLst>
        <pc:graphicFrameChg chg="mod modGraphic">
          <ac:chgData name="强 李" userId="cd6c7ec7188785ae" providerId="LiveId" clId="{B717E5E0-1A0B-4D0A-BCD9-31981CECA125}" dt="2025-11-22T03:39:15.807" v="10502" actId="14100"/>
          <ac:graphicFrameMkLst>
            <pc:docMk/>
            <pc:sldMk cId="419382719" sldId="552"/>
            <ac:graphicFrameMk id="47" creationId="{C4743AA0-529F-EA4A-5AAF-9A09C2CB0EAC}"/>
          </ac:graphicFrameMkLst>
        </pc:graphicFrameChg>
      </pc:sldChg>
      <pc:sldChg chg="modSp mod">
        <pc:chgData name="强 李" userId="cd6c7ec7188785ae" providerId="LiveId" clId="{B717E5E0-1A0B-4D0A-BCD9-31981CECA125}" dt="2025-11-22T09:59:02.214" v="10511" actId="20577"/>
        <pc:sldMkLst>
          <pc:docMk/>
          <pc:sldMk cId="3418790839" sldId="554"/>
        </pc:sldMkLst>
        <pc:graphicFrameChg chg="mod modGraphic">
          <ac:chgData name="强 李" userId="cd6c7ec7188785ae" providerId="LiveId" clId="{B717E5E0-1A0B-4D0A-BCD9-31981CECA125}" dt="2025-11-22T09:59:02.214" v="10511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addSp delSp modSp mod">
        <pc:chgData name="强 李" userId="cd6c7ec7188785ae" providerId="LiveId" clId="{B717E5E0-1A0B-4D0A-BCD9-31981CECA125}" dt="2025-11-22T01:21:48.832" v="610" actId="1076"/>
        <pc:sldMkLst>
          <pc:docMk/>
          <pc:sldMk cId="1911491714" sldId="560"/>
        </pc:sldMkLst>
        <pc:spChg chg="or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2" creationId="{24DE42EC-EC44-2699-E5D1-55EC7E299B2B}"/>
          </ac:spMkLst>
        </pc:spChg>
        <pc:spChg chg="mod">
          <ac:chgData name="强 李" userId="cd6c7ec7188785ae" providerId="LiveId" clId="{B717E5E0-1A0B-4D0A-BCD9-31981CECA125}" dt="2025-11-22T01:03:26.238" v="59" actId="404"/>
          <ac:spMkLst>
            <pc:docMk/>
            <pc:sldMk cId="1911491714" sldId="560"/>
            <ac:spMk id="4" creationId="{00000000-0000-0000-0000-000000000000}"/>
          </ac:spMkLst>
        </pc:spChg>
        <pc:spChg chg="add del">
          <ac:chgData name="强 李" userId="cd6c7ec7188785ae" providerId="LiveId" clId="{B717E5E0-1A0B-4D0A-BCD9-31981CECA125}" dt="2025-11-22T00:57:00.708" v="2" actId="22"/>
          <ac:spMkLst>
            <pc:docMk/>
            <pc:sldMk cId="1911491714" sldId="560"/>
            <ac:spMk id="5" creationId="{BD3B0E84-923F-C7CD-E020-572B7488D00C}"/>
          </ac:spMkLst>
        </pc:spChg>
        <pc:spChg chg="add mod">
          <ac:chgData name="强 李" userId="cd6c7ec7188785ae" providerId="LiveId" clId="{B717E5E0-1A0B-4D0A-BCD9-31981CECA125}" dt="2025-11-22T00:57:06.332" v="4"/>
          <ac:spMkLst>
            <pc:docMk/>
            <pc:sldMk cId="1911491714" sldId="560"/>
            <ac:spMk id="6" creationId="{E3DFBA30-11D9-4CC1-BF5A-918252593C3F}"/>
          </ac:spMkLst>
        </pc:spChg>
        <pc:spChg chg="add mod">
          <ac:chgData name="强 李" userId="cd6c7ec7188785ae" providerId="LiveId" clId="{B717E5E0-1A0B-4D0A-BCD9-31981CECA125}" dt="2025-11-22T00:57:08.190" v="6"/>
          <ac:spMkLst>
            <pc:docMk/>
            <pc:sldMk cId="1911491714" sldId="560"/>
            <ac:spMk id="7" creationId="{5A8B79E4-9969-E4BE-F44C-DED088B6E83D}"/>
          </ac:spMkLst>
        </pc:spChg>
        <pc:spChg chg="add mod">
          <ac:chgData name="强 李" userId="cd6c7ec7188785ae" providerId="LiveId" clId="{B717E5E0-1A0B-4D0A-BCD9-31981CECA125}" dt="2025-11-22T00:57:21.214" v="8"/>
          <ac:spMkLst>
            <pc:docMk/>
            <pc:sldMk cId="1911491714" sldId="560"/>
            <ac:spMk id="8" creationId="{EBFCBAA7-067D-F6B5-072B-B82B83A6DDD3}"/>
          </ac:spMkLst>
        </pc:spChg>
        <pc:spChg chg="add">
          <ac:chgData name="强 李" userId="cd6c7ec7188785ae" providerId="LiveId" clId="{B717E5E0-1A0B-4D0A-BCD9-31981CECA125}" dt="2025-11-22T00:58:42.165" v="27"/>
          <ac:spMkLst>
            <pc:docMk/>
            <pc:sldMk cId="1911491714" sldId="560"/>
            <ac:spMk id="11" creationId="{3DFF886D-2DCB-5D63-3020-B88C51C2BFBB}"/>
          </ac:spMkLst>
        </pc:spChg>
        <pc:spChg chg="add mod">
          <ac:chgData name="强 李" userId="cd6c7ec7188785ae" providerId="LiveId" clId="{B717E5E0-1A0B-4D0A-BCD9-31981CECA125}" dt="2025-11-22T01:00:33.681" v="41"/>
          <ac:spMkLst>
            <pc:docMk/>
            <pc:sldMk cId="1911491714" sldId="560"/>
            <ac:spMk id="12" creationId="{9EEE898F-A145-26EB-8176-55F39AF3F7BD}"/>
          </ac:spMkLst>
        </pc:spChg>
        <pc:spChg chg="add del">
          <ac:chgData name="强 李" userId="cd6c7ec7188785ae" providerId="LiveId" clId="{B717E5E0-1A0B-4D0A-BCD9-31981CECA125}" dt="2025-11-22T00:58:29.528" v="26" actId="26606"/>
          <ac:spMkLst>
            <pc:docMk/>
            <pc:sldMk cId="1911491714" sldId="560"/>
            <ac:spMk id="1108" creationId="{E91DC736-0EF8-4F87-9146-EBF1D2EE4D3D}"/>
          </ac:spMkLst>
        </pc:spChg>
        <pc:spChg chg="add del">
          <ac:chgData name="强 李" userId="cd6c7ec7188785ae" providerId="LiveId" clId="{B717E5E0-1A0B-4D0A-BCD9-31981CECA125}" dt="2025-11-22T00:58:29.528" v="26" actId="26606"/>
          <ac:spMkLst>
            <pc:docMk/>
            <pc:sldMk cId="1911491714" sldId="560"/>
            <ac:spMk id="1110" creationId="{097CD68E-23E3-4007-8847-CD0944C4F7BE}"/>
          </ac:spMkLst>
        </pc:spChg>
        <pc:spChg chg="add del">
          <ac:chgData name="强 李" userId="cd6c7ec7188785ae" providerId="LiveId" clId="{B717E5E0-1A0B-4D0A-BCD9-31981CECA125}" dt="2025-11-22T00:58:29.528" v="26" actId="26606"/>
          <ac:spMkLst>
            <pc:docMk/>
            <pc:sldMk cId="1911491714" sldId="560"/>
            <ac:spMk id="1112" creationId="{AF2F604E-43BE-4DC3-B983-E071523364F8}"/>
          </ac:spMkLst>
        </pc:spChg>
        <pc:spChg chg="add del">
          <ac:chgData name="强 李" userId="cd6c7ec7188785ae" providerId="LiveId" clId="{B717E5E0-1A0B-4D0A-BCD9-31981CECA125}" dt="2025-11-22T00:58:29.528" v="26" actId="26606"/>
          <ac:spMkLst>
            <pc:docMk/>
            <pc:sldMk cId="1911491714" sldId="560"/>
            <ac:spMk id="1114" creationId="{08C9B587-E65E-4B52-B37C-ABEBB6E87928}"/>
          </ac:spMkLst>
        </pc:spChg>
        <pc:spChg chg="add del">
          <ac:chgData name="强 李" userId="cd6c7ec7188785ae" providerId="LiveId" clId="{B717E5E0-1A0B-4D0A-BCD9-31981CECA125}" dt="2025-11-22T00:58:03.741" v="11" actId="26606"/>
          <ac:spMkLst>
            <pc:docMk/>
            <pc:sldMk cId="1911491714" sldId="560"/>
            <ac:spMk id="1119" creationId="{9B7AD9F6-8CE7-4299-8FC6-328F4DCD3FF9}"/>
          </ac:spMkLst>
        </pc:spChg>
        <pc:spChg chg="add del">
          <ac:chgData name="强 李" userId="cd6c7ec7188785ae" providerId="LiveId" clId="{B717E5E0-1A0B-4D0A-BCD9-31981CECA125}" dt="2025-11-22T00:58:03.741" v="11" actId="26606"/>
          <ac:spMkLst>
            <pc:docMk/>
            <pc:sldMk cId="1911491714" sldId="560"/>
            <ac:spMk id="1121" creationId="{F49775AF-8896-43EE-92C6-83497D6DC56F}"/>
          </ac:spMkLst>
        </pc:spChg>
        <pc:spChg chg="add del">
          <ac:chgData name="强 李" userId="cd6c7ec7188785ae" providerId="LiveId" clId="{B717E5E0-1A0B-4D0A-BCD9-31981CECA125}" dt="2025-11-22T00:58:06.706" v="13" actId="26606"/>
          <ac:spMkLst>
            <pc:docMk/>
            <pc:sldMk cId="1911491714" sldId="560"/>
            <ac:spMk id="1123" creationId="{AF2F604E-43BE-4DC3-B983-E071523364F8}"/>
          </ac:spMkLst>
        </pc:spChg>
        <pc:spChg chg="add del">
          <ac:chgData name="强 李" userId="cd6c7ec7188785ae" providerId="LiveId" clId="{B717E5E0-1A0B-4D0A-BCD9-31981CECA125}" dt="2025-11-22T00:58:06.706" v="13" actId="26606"/>
          <ac:spMkLst>
            <pc:docMk/>
            <pc:sldMk cId="1911491714" sldId="560"/>
            <ac:spMk id="1124" creationId="{E91DC736-0EF8-4F87-9146-EBF1D2EE4D3D}"/>
          </ac:spMkLst>
        </pc:spChg>
        <pc:spChg chg="add del">
          <ac:chgData name="强 李" userId="cd6c7ec7188785ae" providerId="LiveId" clId="{B717E5E0-1A0B-4D0A-BCD9-31981CECA125}" dt="2025-11-22T00:58:06.706" v="13" actId="26606"/>
          <ac:spMkLst>
            <pc:docMk/>
            <pc:sldMk cId="1911491714" sldId="560"/>
            <ac:spMk id="1125" creationId="{08C9B587-E65E-4B52-B37C-ABEBB6E87928}"/>
          </ac:spMkLst>
        </pc:spChg>
        <pc:spChg chg="add del">
          <ac:chgData name="强 李" userId="cd6c7ec7188785ae" providerId="LiveId" clId="{B717E5E0-1A0B-4D0A-BCD9-31981CECA125}" dt="2025-11-22T00:58:06.706" v="13" actId="26606"/>
          <ac:spMkLst>
            <pc:docMk/>
            <pc:sldMk cId="1911491714" sldId="560"/>
            <ac:spMk id="1126" creationId="{097CD68E-23E3-4007-8847-CD0944C4F7BE}"/>
          </ac:spMkLst>
        </pc:spChg>
        <pc:spChg chg="add del">
          <ac:chgData name="强 李" userId="cd6c7ec7188785ae" providerId="LiveId" clId="{B717E5E0-1A0B-4D0A-BCD9-31981CECA125}" dt="2025-11-22T00:58:10.071" v="15" actId="26606"/>
          <ac:spMkLst>
            <pc:docMk/>
            <pc:sldMk cId="1911491714" sldId="560"/>
            <ac:spMk id="1128" creationId="{06DA9DF9-31F7-4056-B42E-878CC92417B8}"/>
          </ac:spMkLst>
        </pc:spChg>
        <pc:spChg chg="add del">
          <ac:chgData name="强 李" userId="cd6c7ec7188785ae" providerId="LiveId" clId="{B717E5E0-1A0B-4D0A-BCD9-31981CECA125}" dt="2025-11-22T00:58:20.353" v="17" actId="26606"/>
          <ac:spMkLst>
            <pc:docMk/>
            <pc:sldMk cId="1911491714" sldId="560"/>
            <ac:spMk id="1130" creationId="{37C89E4B-3C9F-44B9-8B86-D9E3D112D8EC}"/>
          </ac:spMkLst>
        </pc:spChg>
        <pc:spChg chg="add del">
          <ac:chgData name="强 李" userId="cd6c7ec7188785ae" providerId="LiveId" clId="{B717E5E0-1A0B-4D0A-BCD9-31981CECA125}" dt="2025-11-22T00:58:22.729" v="19" actId="26606"/>
          <ac:spMkLst>
            <pc:docMk/>
            <pc:sldMk cId="1911491714" sldId="560"/>
            <ac:spMk id="1134" creationId="{A8384FB5-9ADC-4DDC-881B-597D56F5B15D}"/>
          </ac:spMkLst>
        </pc:spChg>
        <pc:spChg chg="add del">
          <ac:chgData name="强 李" userId="cd6c7ec7188785ae" providerId="LiveId" clId="{B717E5E0-1A0B-4D0A-BCD9-31981CECA125}" dt="2025-11-22T00:58:22.729" v="19" actId="26606"/>
          <ac:spMkLst>
            <pc:docMk/>
            <pc:sldMk cId="1911491714" sldId="560"/>
            <ac:spMk id="1135" creationId="{91E5A9A7-95C6-4F4F-B00E-C82E07FE62EF}"/>
          </ac:spMkLst>
        </pc:spChg>
        <pc:spChg chg="add del">
          <ac:chgData name="强 李" userId="cd6c7ec7188785ae" providerId="LiveId" clId="{B717E5E0-1A0B-4D0A-BCD9-31981CECA125}" dt="2025-11-22T00:58:22.729" v="19" actId="26606"/>
          <ac:spMkLst>
            <pc:docMk/>
            <pc:sldMk cId="1911491714" sldId="560"/>
            <ac:spMk id="1136" creationId="{D07DD2DE-F619-49DD-B5E7-03A290FF4ED1}"/>
          </ac:spMkLst>
        </pc:spChg>
        <pc:spChg chg="add del">
          <ac:chgData name="强 李" userId="cd6c7ec7188785ae" providerId="LiveId" clId="{B717E5E0-1A0B-4D0A-BCD9-31981CECA125}" dt="2025-11-22T00:58:22.729" v="19" actId="26606"/>
          <ac:spMkLst>
            <pc:docMk/>
            <pc:sldMk cId="1911491714" sldId="560"/>
            <ac:spMk id="1137" creationId="{85149191-5F60-4A28-AAFF-039F96B0F3EC}"/>
          </ac:spMkLst>
        </pc:spChg>
        <pc:spChg chg="add del">
          <ac:chgData name="强 李" userId="cd6c7ec7188785ae" providerId="LiveId" clId="{B717E5E0-1A0B-4D0A-BCD9-31981CECA125}" dt="2025-11-22T00:58:23.763" v="21" actId="26606"/>
          <ac:spMkLst>
            <pc:docMk/>
            <pc:sldMk cId="1911491714" sldId="560"/>
            <ac:spMk id="1139" creationId="{06DA9DF9-31F7-4056-B42E-878CC92417B8}"/>
          </ac:spMkLst>
        </pc:spChg>
        <pc:spChg chg="add del">
          <ac:chgData name="强 李" userId="cd6c7ec7188785ae" providerId="LiveId" clId="{B717E5E0-1A0B-4D0A-BCD9-31981CECA125}" dt="2025-11-22T00:58:26.670" v="23" actId="26606"/>
          <ac:spMkLst>
            <pc:docMk/>
            <pc:sldMk cId="1911491714" sldId="560"/>
            <ac:spMk id="1141" creationId="{E91DC736-0EF8-4F87-9146-EBF1D2EE4D3D}"/>
          </ac:spMkLst>
        </pc:spChg>
        <pc:spChg chg="add del">
          <ac:chgData name="强 李" userId="cd6c7ec7188785ae" providerId="LiveId" clId="{B717E5E0-1A0B-4D0A-BCD9-31981CECA125}" dt="2025-11-22T00:58:26.670" v="23" actId="26606"/>
          <ac:spMkLst>
            <pc:docMk/>
            <pc:sldMk cId="1911491714" sldId="560"/>
            <ac:spMk id="1142" creationId="{097CD68E-23E3-4007-8847-CD0944C4F7BE}"/>
          </ac:spMkLst>
        </pc:spChg>
        <pc:spChg chg="add del">
          <ac:chgData name="强 李" userId="cd6c7ec7188785ae" providerId="LiveId" clId="{B717E5E0-1A0B-4D0A-BCD9-31981CECA125}" dt="2025-11-22T00:58:26.670" v="23" actId="26606"/>
          <ac:spMkLst>
            <pc:docMk/>
            <pc:sldMk cId="1911491714" sldId="560"/>
            <ac:spMk id="1143" creationId="{AF2F604E-43BE-4DC3-B983-E071523364F8}"/>
          </ac:spMkLst>
        </pc:spChg>
        <pc:spChg chg="add del">
          <ac:chgData name="强 李" userId="cd6c7ec7188785ae" providerId="LiveId" clId="{B717E5E0-1A0B-4D0A-BCD9-31981CECA125}" dt="2025-11-22T00:58:26.670" v="23" actId="26606"/>
          <ac:spMkLst>
            <pc:docMk/>
            <pc:sldMk cId="1911491714" sldId="560"/>
            <ac:spMk id="1144" creationId="{08C9B587-E65E-4B52-B37C-ABEBB6E87928}"/>
          </ac:spMkLst>
        </pc:spChg>
        <pc:spChg chg="add del">
          <ac:chgData name="强 李" userId="cd6c7ec7188785ae" providerId="LiveId" clId="{B717E5E0-1A0B-4D0A-BCD9-31981CECA125}" dt="2025-11-22T00:58:29.519" v="25" actId="26606"/>
          <ac:spMkLst>
            <pc:docMk/>
            <pc:sldMk cId="1911491714" sldId="560"/>
            <ac:spMk id="1146" creationId="{9B7AD9F6-8CE7-4299-8FC6-328F4DCD3FF9}"/>
          </ac:spMkLst>
        </pc:spChg>
        <pc:spChg chg="add del">
          <ac:chgData name="强 李" userId="cd6c7ec7188785ae" providerId="LiveId" clId="{B717E5E0-1A0B-4D0A-BCD9-31981CECA125}" dt="2025-11-22T00:58:29.519" v="25" actId="26606"/>
          <ac:spMkLst>
            <pc:docMk/>
            <pc:sldMk cId="1911491714" sldId="560"/>
            <ac:spMk id="1147" creationId="{F49775AF-8896-43EE-92C6-83497D6DC56F}"/>
          </ac:spMkLst>
        </pc:spChg>
        <pc:spChg chg="add del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49" creationId="{E91DC736-0EF8-4F87-9146-EBF1D2EE4D3D}"/>
          </ac:spMkLst>
        </pc:spChg>
        <pc:spChg chg="add del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50" creationId="{097CD68E-23E3-4007-8847-CD0944C4F7BE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51" creationId="{AF2F604E-43BE-4DC3-B983-E071523364F8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52" creationId="{08C9B587-E65E-4B52-B37C-ABEBB6E87928}"/>
          </ac:spMkLst>
        </pc:spChg>
        <pc:spChg chg="add del">
          <ac:chgData name="强 李" userId="cd6c7ec7188785ae" providerId="LiveId" clId="{B717E5E0-1A0B-4D0A-BCD9-31981CECA125}" dt="2025-11-22T01:02:08.588" v="46" actId="26606"/>
          <ac:spMkLst>
            <pc:docMk/>
            <pc:sldMk cId="1911491714" sldId="560"/>
            <ac:spMk id="1157" creationId="{E91DC736-0EF8-4F87-9146-EBF1D2EE4D3D}"/>
          </ac:spMkLst>
        </pc:spChg>
        <pc:spChg chg="add del">
          <ac:chgData name="强 李" userId="cd6c7ec7188785ae" providerId="LiveId" clId="{B717E5E0-1A0B-4D0A-BCD9-31981CECA125}" dt="2025-11-22T01:02:08.588" v="46" actId="26606"/>
          <ac:spMkLst>
            <pc:docMk/>
            <pc:sldMk cId="1911491714" sldId="560"/>
            <ac:spMk id="1159" creationId="{097CD68E-23E3-4007-8847-CD0944C4F7BE}"/>
          </ac:spMkLst>
        </pc:spChg>
        <pc:spChg chg="add del">
          <ac:chgData name="强 李" userId="cd6c7ec7188785ae" providerId="LiveId" clId="{B717E5E0-1A0B-4D0A-BCD9-31981CECA125}" dt="2025-11-22T01:02:08.588" v="46" actId="26606"/>
          <ac:spMkLst>
            <pc:docMk/>
            <pc:sldMk cId="1911491714" sldId="560"/>
            <ac:spMk id="1161" creationId="{AF2F604E-43BE-4DC3-B983-E071523364F8}"/>
          </ac:spMkLst>
        </pc:spChg>
        <pc:spChg chg="add del">
          <ac:chgData name="强 李" userId="cd6c7ec7188785ae" providerId="LiveId" clId="{B717E5E0-1A0B-4D0A-BCD9-31981CECA125}" dt="2025-11-22T01:02:08.588" v="46" actId="26606"/>
          <ac:spMkLst>
            <pc:docMk/>
            <pc:sldMk cId="1911491714" sldId="560"/>
            <ac:spMk id="1163" creationId="{08C9B587-E65E-4B52-B37C-ABEBB6E87928}"/>
          </ac:spMkLst>
        </pc:spChg>
        <pc:spChg chg="add del">
          <ac:chgData name="强 李" userId="cd6c7ec7188785ae" providerId="LiveId" clId="{B717E5E0-1A0B-4D0A-BCD9-31981CECA125}" dt="2025-11-22T01:02:10.939" v="48" actId="26606"/>
          <ac:spMkLst>
            <pc:docMk/>
            <pc:sldMk cId="1911491714" sldId="560"/>
            <ac:spMk id="1165" creationId="{6CCA5F87-1D1E-45CB-8D83-FC7EEFAD9935}"/>
          </ac:spMkLst>
        </pc:spChg>
        <pc:spChg chg="add del">
          <ac:chgData name="强 李" userId="cd6c7ec7188785ae" providerId="LiveId" clId="{B717E5E0-1A0B-4D0A-BCD9-31981CECA125}" dt="2025-11-22T01:02:10.939" v="48" actId="26606"/>
          <ac:spMkLst>
            <pc:docMk/>
            <pc:sldMk cId="1911491714" sldId="560"/>
            <ac:spMk id="1166" creationId="{7CCFC2C6-6238-4A2F-93DE-2ADF74AF635E}"/>
          </ac:spMkLst>
        </pc:spChg>
        <pc:spChg chg="add del">
          <ac:chgData name="强 李" userId="cd6c7ec7188785ae" providerId="LiveId" clId="{B717E5E0-1A0B-4D0A-BCD9-31981CECA125}" dt="2025-11-22T01:02:10.939" v="48" actId="26606"/>
          <ac:spMkLst>
            <pc:docMk/>
            <pc:sldMk cId="1911491714" sldId="560"/>
            <ac:spMk id="1167" creationId="{AF2F604E-43BE-4DC3-B983-E071523364F8}"/>
          </ac:spMkLst>
        </pc:spChg>
        <pc:spChg chg="add del">
          <ac:chgData name="强 李" userId="cd6c7ec7188785ae" providerId="LiveId" clId="{B717E5E0-1A0B-4D0A-BCD9-31981CECA125}" dt="2025-11-22T01:02:10.939" v="48" actId="26606"/>
          <ac:spMkLst>
            <pc:docMk/>
            <pc:sldMk cId="1911491714" sldId="560"/>
            <ac:spMk id="1168" creationId="{08C9B587-E65E-4B52-B37C-ABEBB6E87928}"/>
          </ac:spMkLst>
        </pc:spChg>
        <pc:spChg chg="add del">
          <ac:chgData name="强 李" userId="cd6c7ec7188785ae" providerId="LiveId" clId="{B717E5E0-1A0B-4D0A-BCD9-31981CECA125}" dt="2025-11-22T01:02:14.119" v="50" actId="26606"/>
          <ac:spMkLst>
            <pc:docMk/>
            <pc:sldMk cId="1911491714" sldId="560"/>
            <ac:spMk id="1170" creationId="{026A84AF-6F58-471A-BF1F-10D8C03511C4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72" creationId="{55666830-9A19-4E01-8505-D6C7F9AC5665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73" creationId="{AE9FC877-7FB6-4D22-9988-35420644E202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74" creationId="{E41809D1-F12E-46BB-B804-5F209D325E8B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75" creationId="{AF2F604E-43BE-4DC3-B983-E071523364F8}"/>
          </ac:spMkLst>
        </pc:spChg>
        <pc:spChg chg="add del">
          <ac:chgData name="强 李" userId="cd6c7ec7188785ae" providerId="LiveId" clId="{B717E5E0-1A0B-4D0A-BCD9-31981CECA125}" dt="2025-11-22T01:02:18.616" v="52" actId="26606"/>
          <ac:spMkLst>
            <pc:docMk/>
            <pc:sldMk cId="1911491714" sldId="560"/>
            <ac:spMk id="1176" creationId="{08C9B587-E65E-4B52-B37C-ABEBB6E87928}"/>
          </ac:spMkLst>
        </pc:spChg>
        <pc:spChg chg="ad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78" creationId="{362D44EE-C852-4460-B8B5-C4F2BC20510C}"/>
          </ac:spMkLst>
        </pc:spChg>
        <pc:spChg chg="ad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79" creationId="{658970D8-8D1D-4B5C-894B-E871CC86543D}"/>
          </ac:spMkLst>
        </pc:spChg>
        <pc:spChg chg="ad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80" creationId="{F227E5B6-9132-43CA-B503-37A18562ADF2}"/>
          </ac:spMkLst>
        </pc:spChg>
        <pc:spChg chg="ad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81" creationId="{03C2051E-A88D-48E5-BACF-AAED17892722}"/>
          </ac:spMkLst>
        </pc:spChg>
        <pc:spChg chg="ad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82" creationId="{7821A508-2985-4905-874A-527429BAABFA}"/>
          </ac:spMkLst>
        </pc:spChg>
        <pc:spChg chg="add">
          <ac:chgData name="强 李" userId="cd6c7ec7188785ae" providerId="LiveId" clId="{B717E5E0-1A0B-4D0A-BCD9-31981CECA125}" dt="2025-11-22T01:02:18.626" v="53" actId="26606"/>
          <ac:spMkLst>
            <pc:docMk/>
            <pc:sldMk cId="1911491714" sldId="560"/>
            <ac:spMk id="1183" creationId="{D2929CB1-0E3C-4B2D-ADC5-0154FB33BA44}"/>
          </ac:spMkLst>
        </pc:spChg>
        <pc:picChg chg="add del mod ord">
          <ac:chgData name="强 李" userId="cd6c7ec7188785ae" providerId="LiveId" clId="{B717E5E0-1A0B-4D0A-BCD9-31981CECA125}" dt="2025-11-22T01:01:42.521" v="42" actId="478"/>
          <ac:picMkLst>
            <pc:docMk/>
            <pc:sldMk cId="1911491714" sldId="560"/>
            <ac:picMk id="10" creationId="{3E304D7F-A8E4-2130-4B6B-048F2117FBF5}"/>
          </ac:picMkLst>
        </pc:picChg>
        <pc:picChg chg="add mod ord">
          <ac:chgData name="强 李" userId="cd6c7ec7188785ae" providerId="LiveId" clId="{B717E5E0-1A0B-4D0A-BCD9-31981CECA125}" dt="2025-11-22T01:21:48.832" v="610" actId="1076"/>
          <ac:picMkLst>
            <pc:docMk/>
            <pc:sldMk cId="1911491714" sldId="560"/>
            <ac:picMk id="14" creationId="{2BDE3E2D-E419-FF71-A6C3-42C140575297}"/>
          </ac:picMkLst>
        </pc:picChg>
        <pc:picChg chg="del">
          <ac:chgData name="强 李" userId="cd6c7ec7188785ae" providerId="LiveId" clId="{B717E5E0-1A0B-4D0A-BCD9-31981CECA125}" dt="2025-11-22T00:56:59.413" v="0" actId="478"/>
          <ac:picMkLst>
            <pc:docMk/>
            <pc:sldMk cId="1911491714" sldId="560"/>
            <ac:picMk id="1026" creationId="{811B476F-69CA-A86D-2D44-644D3D800220}"/>
          </ac:picMkLst>
        </pc:picChg>
        <pc:cxnChg chg="add del">
          <ac:chgData name="强 李" userId="cd6c7ec7188785ae" providerId="LiveId" clId="{B717E5E0-1A0B-4D0A-BCD9-31981CECA125}" dt="2025-11-22T00:58:20.353" v="17" actId="26606"/>
          <ac:cxnSpMkLst>
            <pc:docMk/>
            <pc:sldMk cId="1911491714" sldId="560"/>
            <ac:cxnSpMk id="1131" creationId="{AA2EAA10-076F-46BD-8F0F-B9A2FB77A85C}"/>
          </ac:cxnSpMkLst>
        </pc:cxnChg>
        <pc:cxnChg chg="add del">
          <ac:chgData name="强 李" userId="cd6c7ec7188785ae" providerId="LiveId" clId="{B717E5E0-1A0B-4D0A-BCD9-31981CECA125}" dt="2025-11-22T00:58:20.353" v="17" actId="26606"/>
          <ac:cxnSpMkLst>
            <pc:docMk/>
            <pc:sldMk cId="1911491714" sldId="560"/>
            <ac:cxnSpMk id="1132" creationId="{D891E407-403B-4764-86C9-33A56D3BCAA3}"/>
          </ac:cxnSpMkLst>
        </pc:cxnChg>
      </pc:sldChg>
      <pc:sldChg chg="modSp mod">
        <pc:chgData name="强 李" userId="cd6c7ec7188785ae" providerId="LiveId" clId="{B717E5E0-1A0B-4D0A-BCD9-31981CECA125}" dt="2025-11-22T10:13:35.906" v="10532" actId="207"/>
        <pc:sldMkLst>
          <pc:docMk/>
          <pc:sldMk cId="3965997736" sldId="598"/>
        </pc:sldMkLst>
        <pc:spChg chg="mod">
          <ac:chgData name="强 李" userId="cd6c7ec7188785ae" providerId="LiveId" clId="{B717E5E0-1A0B-4D0A-BCD9-31981CECA125}" dt="2025-11-22T01:16:32.655" v="285"/>
          <ac:spMkLst>
            <pc:docMk/>
            <pc:sldMk cId="3965997736" sldId="598"/>
            <ac:spMk id="2" creationId="{00000000-0000-0000-0000-000000000000}"/>
          </ac:spMkLst>
        </pc:spChg>
        <pc:spChg chg="mod">
          <ac:chgData name="强 李" userId="cd6c7ec7188785ae" providerId="LiveId" clId="{B717E5E0-1A0B-4D0A-BCD9-31981CECA125}" dt="2025-11-22T10:13:35.906" v="10532" actId="207"/>
          <ac:spMkLst>
            <pc:docMk/>
            <pc:sldMk cId="3965997736" sldId="598"/>
            <ac:spMk id="4" creationId="{B4B332DE-F3FB-23DE-0615-8D213F22297F}"/>
          </ac:spMkLst>
        </pc:spChg>
      </pc:sldChg>
      <pc:sldChg chg="modSp mod">
        <pc:chgData name="强 李" userId="cd6c7ec7188785ae" providerId="LiveId" clId="{B717E5E0-1A0B-4D0A-BCD9-31981CECA125}" dt="2025-11-22T01:20:08.927" v="605"/>
        <pc:sldMkLst>
          <pc:docMk/>
          <pc:sldMk cId="474383694" sldId="602"/>
        </pc:sldMkLst>
        <pc:spChg chg="mod">
          <ac:chgData name="强 李" userId="cd6c7ec7188785ae" providerId="LiveId" clId="{B717E5E0-1A0B-4D0A-BCD9-31981CECA125}" dt="2025-11-22T01:20:08.927" v="605"/>
          <ac:spMkLst>
            <pc:docMk/>
            <pc:sldMk cId="474383694" sldId="602"/>
            <ac:spMk id="5" creationId="{6D756E38-44BB-893E-10F4-24648C1F9451}"/>
          </ac:spMkLst>
        </pc:spChg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312005581" sldId="603"/>
        </pc:sldMkLst>
      </pc:sldChg>
      <pc:sldChg chg="modSp mod">
        <pc:chgData name="强 李" userId="cd6c7ec7188785ae" providerId="LiveId" clId="{B717E5E0-1A0B-4D0A-BCD9-31981CECA125}" dt="2025-11-22T10:16:53.135" v="10621" actId="15"/>
        <pc:sldMkLst>
          <pc:docMk/>
          <pc:sldMk cId="2152635545" sldId="623"/>
        </pc:sldMkLst>
        <pc:spChg chg="mod">
          <ac:chgData name="强 李" userId="cd6c7ec7188785ae" providerId="LiveId" clId="{B717E5E0-1A0B-4D0A-BCD9-31981CECA125}" dt="2025-11-22T10:16:53.135" v="10621" actId="15"/>
          <ac:spMkLst>
            <pc:docMk/>
            <pc:sldMk cId="2152635545" sldId="623"/>
            <ac:spMk id="2" creationId="{FA552FA6-491B-050A-4A87-695E2F51774D}"/>
          </ac:spMkLst>
        </pc:spChg>
        <pc:spChg chg="mod">
          <ac:chgData name="强 李" userId="cd6c7ec7188785ae" providerId="LiveId" clId="{B717E5E0-1A0B-4D0A-BCD9-31981CECA125}" dt="2025-11-22T01:25:29.070" v="782" actId="403"/>
          <ac:spMkLst>
            <pc:docMk/>
            <pc:sldMk cId="2152635545" sldId="623"/>
            <ac:spMk id="6" creationId="{84E6F8E6-59AE-E87A-E159-B76141DCCC02}"/>
          </ac:spMkLst>
        </pc:spChg>
        <pc:spChg chg="mod">
          <ac:chgData name="强 李" userId="cd6c7ec7188785ae" providerId="LiveId" clId="{B717E5E0-1A0B-4D0A-BCD9-31981CECA125}" dt="2025-11-22T01:20:27.891" v="608" actId="20577"/>
          <ac:spMkLst>
            <pc:docMk/>
            <pc:sldMk cId="2152635545" sldId="623"/>
            <ac:spMk id="18" creationId="{0F93531E-53CF-4A9F-5BE9-1F0059F2C6BB}"/>
          </ac:spMkLst>
        </pc:spChg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492937376" sldId="624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2275128330" sldId="625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1237329950" sldId="626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4218527108" sldId="627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1504008797" sldId="628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509406236" sldId="629"/>
        </pc:sldMkLst>
      </pc:sldChg>
      <pc:sldChg chg="del">
        <pc:chgData name="强 李" userId="cd6c7ec7188785ae" providerId="LiveId" clId="{B717E5E0-1A0B-4D0A-BCD9-31981CECA125}" dt="2025-11-22T01:52:45.398" v="2795" actId="47"/>
        <pc:sldMkLst>
          <pc:docMk/>
          <pc:sldMk cId="3940055481" sldId="630"/>
        </pc:sldMkLst>
      </pc:sldChg>
      <pc:sldChg chg="del">
        <pc:chgData name="强 李" userId="cd6c7ec7188785ae" providerId="LiveId" clId="{B717E5E0-1A0B-4D0A-BCD9-31981CECA125}" dt="2025-11-22T01:52:48.239" v="2796" actId="47"/>
        <pc:sldMkLst>
          <pc:docMk/>
          <pc:sldMk cId="2628974246" sldId="631"/>
        </pc:sldMkLst>
      </pc:sldChg>
      <pc:sldChg chg="addSp modSp add mod">
        <pc:chgData name="强 李" userId="cd6c7ec7188785ae" providerId="LiveId" clId="{B717E5E0-1A0B-4D0A-BCD9-31981CECA125}" dt="2025-11-22T10:17:57.144" v="10628" actId="108"/>
        <pc:sldMkLst>
          <pc:docMk/>
          <pc:sldMk cId="672022198" sldId="632"/>
        </pc:sldMkLst>
        <pc:spChg chg="mod">
          <ac:chgData name="强 李" userId="cd6c7ec7188785ae" providerId="LiveId" clId="{B717E5E0-1A0B-4D0A-BCD9-31981CECA125}" dt="2025-11-22T10:17:57.144" v="10628" actId="108"/>
          <ac:spMkLst>
            <pc:docMk/>
            <pc:sldMk cId="672022198" sldId="632"/>
            <ac:spMk id="2" creationId="{B1FC0EF1-CE45-BBED-65F7-B16F41F5737E}"/>
          </ac:spMkLst>
        </pc:spChg>
        <pc:spChg chg="add">
          <ac:chgData name="强 李" userId="cd6c7ec7188785ae" providerId="LiveId" clId="{B717E5E0-1A0B-4D0A-BCD9-31981CECA125}" dt="2025-11-22T01:34:05.962" v="1682"/>
          <ac:spMkLst>
            <pc:docMk/>
            <pc:sldMk cId="672022198" sldId="632"/>
            <ac:spMk id="3" creationId="{3F60C868-884B-AEF6-C95D-12EF857B1573}"/>
          </ac:spMkLst>
        </pc:spChg>
      </pc:sldChg>
      <pc:sldChg chg="modSp add mod">
        <pc:chgData name="强 李" userId="cd6c7ec7188785ae" providerId="LiveId" clId="{B717E5E0-1A0B-4D0A-BCD9-31981CECA125}" dt="2025-11-22T10:18:28.871" v="10652"/>
        <pc:sldMkLst>
          <pc:docMk/>
          <pc:sldMk cId="209530468" sldId="633"/>
        </pc:sldMkLst>
        <pc:spChg chg="mod">
          <ac:chgData name="强 李" userId="cd6c7ec7188785ae" providerId="LiveId" clId="{B717E5E0-1A0B-4D0A-BCD9-31981CECA125}" dt="2025-11-22T10:18:28.871" v="10652"/>
          <ac:spMkLst>
            <pc:docMk/>
            <pc:sldMk cId="209530468" sldId="633"/>
            <ac:spMk id="2" creationId="{AB8C3195-8878-8A4F-BB52-27C1B3A3989E}"/>
          </ac:spMkLst>
        </pc:spChg>
      </pc:sldChg>
      <pc:sldChg chg="modSp add mod">
        <pc:chgData name="强 李" userId="cd6c7ec7188785ae" providerId="LiveId" clId="{B717E5E0-1A0B-4D0A-BCD9-31981CECA125}" dt="2025-11-22T01:55:00.867" v="2815" actId="20577"/>
        <pc:sldMkLst>
          <pc:docMk/>
          <pc:sldMk cId="3577491494" sldId="634"/>
        </pc:sldMkLst>
        <pc:spChg chg="mod">
          <ac:chgData name="强 李" userId="cd6c7ec7188785ae" providerId="LiveId" clId="{B717E5E0-1A0B-4D0A-BCD9-31981CECA125}" dt="2025-11-22T01:53:53.545" v="2811" actId="20577"/>
          <ac:spMkLst>
            <pc:docMk/>
            <pc:sldMk cId="3577491494" sldId="634"/>
            <ac:spMk id="2" creationId="{AA27BE0B-35CA-6013-DEFB-080F34050FCE}"/>
          </ac:spMkLst>
        </pc:spChg>
        <pc:spChg chg="mod">
          <ac:chgData name="强 李" userId="cd6c7ec7188785ae" providerId="LiveId" clId="{B717E5E0-1A0B-4D0A-BCD9-31981CECA125}" dt="2025-11-22T01:55:00.867" v="2815" actId="20577"/>
          <ac:spMkLst>
            <pc:docMk/>
            <pc:sldMk cId="3577491494" sldId="634"/>
            <ac:spMk id="6" creationId="{41C53DAF-52E0-7694-CFF4-96434F55B4C5}"/>
          </ac:spMkLst>
        </pc:spChg>
        <pc:spChg chg="mod">
          <ac:chgData name="强 李" userId="cd6c7ec7188785ae" providerId="LiveId" clId="{B717E5E0-1A0B-4D0A-BCD9-31981CECA125}" dt="2025-11-22T01:53:11.380" v="2798" actId="27636"/>
          <ac:spMkLst>
            <pc:docMk/>
            <pc:sldMk cId="3577491494" sldId="634"/>
            <ac:spMk id="18" creationId="{EC12A338-45FD-EEAA-078D-2644C384313A}"/>
          </ac:spMkLst>
        </pc:spChg>
      </pc:sldChg>
      <pc:sldChg chg="modSp add mod">
        <pc:chgData name="强 李" userId="cd6c7ec7188785ae" providerId="LiveId" clId="{B717E5E0-1A0B-4D0A-BCD9-31981CECA125}" dt="2025-11-22T10:20:20.768" v="10667" actId="20577"/>
        <pc:sldMkLst>
          <pc:docMk/>
          <pc:sldMk cId="2381199596" sldId="635"/>
        </pc:sldMkLst>
        <pc:spChg chg="mod">
          <ac:chgData name="强 李" userId="cd6c7ec7188785ae" providerId="LiveId" clId="{B717E5E0-1A0B-4D0A-BCD9-31981CECA125}" dt="2025-11-22T10:20:20.768" v="10667" actId="20577"/>
          <ac:spMkLst>
            <pc:docMk/>
            <pc:sldMk cId="2381199596" sldId="635"/>
            <ac:spMk id="2" creationId="{6BA760AB-66C5-EB28-B9B7-68D764B3E2E1}"/>
          </ac:spMkLst>
        </pc:spChg>
        <pc:spChg chg="mod">
          <ac:chgData name="强 李" userId="cd6c7ec7188785ae" providerId="LiveId" clId="{B717E5E0-1A0B-4D0A-BCD9-31981CECA125}" dt="2025-11-22T01:55:34.342" v="2821"/>
          <ac:spMkLst>
            <pc:docMk/>
            <pc:sldMk cId="2381199596" sldId="635"/>
            <ac:spMk id="6" creationId="{83F7BC01-6A36-B8C8-2C94-3A11854767D9}"/>
          </ac:spMkLst>
        </pc:spChg>
        <pc:spChg chg="mod">
          <ac:chgData name="强 李" userId="cd6c7ec7188785ae" providerId="LiveId" clId="{B717E5E0-1A0B-4D0A-BCD9-31981CECA125}" dt="2025-11-22T01:55:15.721" v="2818" actId="27636"/>
          <ac:spMkLst>
            <pc:docMk/>
            <pc:sldMk cId="2381199596" sldId="635"/>
            <ac:spMk id="18" creationId="{AFF21F70-6AAD-D43A-8B1E-33F5F98A3C6E}"/>
          </ac:spMkLst>
        </pc:spChg>
      </pc:sldChg>
      <pc:sldChg chg="addSp modSp add mod">
        <pc:chgData name="强 李" userId="cd6c7ec7188785ae" providerId="LiveId" clId="{B717E5E0-1A0B-4D0A-BCD9-31981CECA125}" dt="2025-11-22T02:28:13.870" v="4769"/>
        <pc:sldMkLst>
          <pc:docMk/>
          <pc:sldMk cId="3085691872" sldId="636"/>
        </pc:sldMkLst>
        <pc:spChg chg="mod">
          <ac:chgData name="强 李" userId="cd6c7ec7188785ae" providerId="LiveId" clId="{B717E5E0-1A0B-4D0A-BCD9-31981CECA125}" dt="2025-11-22T02:28:13.870" v="4769"/>
          <ac:spMkLst>
            <pc:docMk/>
            <pc:sldMk cId="3085691872" sldId="636"/>
            <ac:spMk id="2" creationId="{2F2FB74B-8A29-57EB-58DA-0F6BD97FF127}"/>
          </ac:spMkLst>
        </pc:spChg>
        <pc:spChg chg="add">
          <ac:chgData name="强 李" userId="cd6c7ec7188785ae" providerId="LiveId" clId="{B717E5E0-1A0B-4D0A-BCD9-31981CECA125}" dt="2025-11-22T02:26:03.010" v="4506"/>
          <ac:spMkLst>
            <pc:docMk/>
            <pc:sldMk cId="3085691872" sldId="636"/>
            <ac:spMk id="3" creationId="{9D27A0FB-8C18-455C-61F7-DE7826C91536}"/>
          </ac:spMkLst>
        </pc:spChg>
      </pc:sldChg>
      <pc:sldChg chg="addSp modSp add mod">
        <pc:chgData name="强 李" userId="cd6c7ec7188785ae" providerId="LiveId" clId="{B717E5E0-1A0B-4D0A-BCD9-31981CECA125}" dt="2025-11-22T10:25:28.914" v="10789" actId="403"/>
        <pc:sldMkLst>
          <pc:docMk/>
          <pc:sldMk cId="1124311103" sldId="637"/>
        </pc:sldMkLst>
        <pc:spChg chg="mod">
          <ac:chgData name="强 李" userId="cd6c7ec7188785ae" providerId="LiveId" clId="{B717E5E0-1A0B-4D0A-BCD9-31981CECA125}" dt="2025-11-22T02:34:33.098" v="5272" actId="6549"/>
          <ac:spMkLst>
            <pc:docMk/>
            <pc:sldMk cId="1124311103" sldId="637"/>
            <ac:spMk id="2" creationId="{F46021B6-43BB-C01B-2E68-064F5F10284E}"/>
          </ac:spMkLst>
        </pc:spChg>
        <pc:spChg chg="add mod">
          <ac:chgData name="强 李" userId="cd6c7ec7188785ae" providerId="LiveId" clId="{B717E5E0-1A0B-4D0A-BCD9-31981CECA125}" dt="2025-11-22T10:25:28.914" v="10789" actId="403"/>
          <ac:spMkLst>
            <pc:docMk/>
            <pc:sldMk cId="1124311103" sldId="637"/>
            <ac:spMk id="3" creationId="{2239B6B0-6A06-A68C-F7BF-0C1DE5192E1E}"/>
          </ac:spMkLst>
        </pc:spChg>
        <pc:spChg chg="mod">
          <ac:chgData name="强 李" userId="cd6c7ec7188785ae" providerId="LiveId" clId="{B717E5E0-1A0B-4D0A-BCD9-31981CECA125}" dt="2025-11-22T02:28:35.878" v="4773" actId="20577"/>
          <ac:spMkLst>
            <pc:docMk/>
            <pc:sldMk cId="1124311103" sldId="637"/>
            <ac:spMk id="6" creationId="{05CF318C-A528-0E3F-2427-2C621B53C4BF}"/>
          </ac:spMkLst>
        </pc:spChg>
      </pc:sldChg>
      <pc:sldChg chg="add del">
        <pc:chgData name="强 李" userId="cd6c7ec7188785ae" providerId="LiveId" clId="{B717E5E0-1A0B-4D0A-BCD9-31981CECA125}" dt="2025-11-22T02:43:20.742" v="6212" actId="47"/>
        <pc:sldMkLst>
          <pc:docMk/>
          <pc:sldMk cId="2306759123" sldId="638"/>
        </pc:sldMkLst>
      </pc:sldChg>
      <pc:sldChg chg="modSp add mod ord">
        <pc:chgData name="强 李" userId="cd6c7ec7188785ae" providerId="LiveId" clId="{B717E5E0-1A0B-4D0A-BCD9-31981CECA125}" dt="2025-11-22T10:28:08.911" v="10822" actId="1076"/>
        <pc:sldMkLst>
          <pc:docMk/>
          <pc:sldMk cId="2768622157" sldId="638"/>
        </pc:sldMkLst>
        <pc:spChg chg="mod">
          <ac:chgData name="强 李" userId="cd6c7ec7188785ae" providerId="LiveId" clId="{B717E5E0-1A0B-4D0A-BCD9-31981CECA125}" dt="2025-11-22T10:26:12.206" v="10795" actId="27636"/>
          <ac:spMkLst>
            <pc:docMk/>
            <pc:sldMk cId="2768622157" sldId="638"/>
            <ac:spMk id="2" creationId="{283DCEFC-29B6-CF49-4882-A5C0F353A849}"/>
          </ac:spMkLst>
        </pc:spChg>
        <pc:spChg chg="mod">
          <ac:chgData name="强 李" userId="cd6c7ec7188785ae" providerId="LiveId" clId="{B717E5E0-1A0B-4D0A-BCD9-31981CECA125}" dt="2025-11-22T10:28:08.911" v="10822" actId="1076"/>
          <ac:spMkLst>
            <pc:docMk/>
            <pc:sldMk cId="2768622157" sldId="638"/>
            <ac:spMk id="3" creationId="{C006F0A3-1B45-B962-75AA-1D9321D82C05}"/>
          </ac:spMkLst>
        </pc:spChg>
      </pc:sldChg>
      <pc:sldChg chg="new del">
        <pc:chgData name="强 李" userId="cd6c7ec7188785ae" providerId="LiveId" clId="{B717E5E0-1A0B-4D0A-BCD9-31981CECA125}" dt="2025-11-22T03:03:59.605" v="7803" actId="47"/>
        <pc:sldMkLst>
          <pc:docMk/>
          <pc:sldMk cId="2534396336" sldId="639"/>
        </pc:sldMkLst>
      </pc:sldChg>
      <pc:sldChg chg="addSp delSp modSp add mod">
        <pc:chgData name="强 李" userId="cd6c7ec7188785ae" providerId="LiveId" clId="{B717E5E0-1A0B-4D0A-BCD9-31981CECA125}" dt="2025-11-22T10:29:21.317" v="10831" actId="478"/>
        <pc:sldMkLst>
          <pc:docMk/>
          <pc:sldMk cId="2018495255" sldId="640"/>
        </pc:sldMkLst>
        <pc:spChg chg="mod">
          <ac:chgData name="强 李" userId="cd6c7ec7188785ae" providerId="LiveId" clId="{B717E5E0-1A0B-4D0A-BCD9-31981CECA125}" dt="2025-11-22T10:29:16.632" v="10830" actId="27636"/>
          <ac:spMkLst>
            <pc:docMk/>
            <pc:sldMk cId="2018495255" sldId="640"/>
            <ac:spMk id="2" creationId="{5413CF22-EAEA-F968-34F0-21DEB80A3D49}"/>
          </ac:spMkLst>
        </pc:spChg>
        <pc:spChg chg="del mod">
          <ac:chgData name="强 李" userId="cd6c7ec7188785ae" providerId="LiveId" clId="{B717E5E0-1A0B-4D0A-BCD9-31981CECA125}" dt="2025-11-22T10:29:21.317" v="10831" actId="478"/>
          <ac:spMkLst>
            <pc:docMk/>
            <pc:sldMk cId="2018495255" sldId="640"/>
            <ac:spMk id="3" creationId="{3C41B7E0-187E-6D35-2C66-83F28178C53E}"/>
          </ac:spMkLst>
        </pc:spChg>
        <pc:spChg chg="add mod">
          <ac:chgData name="强 李" userId="cd6c7ec7188785ae" providerId="LiveId" clId="{B717E5E0-1A0B-4D0A-BCD9-31981CECA125}" dt="2025-11-22T10:28:52.053" v="10823" actId="1076"/>
          <ac:spMkLst>
            <pc:docMk/>
            <pc:sldMk cId="2018495255" sldId="640"/>
            <ac:spMk id="5" creationId="{6F9FF4EF-7C9A-91FF-FBCE-B9A60C0DFCC7}"/>
          </ac:spMkLst>
        </pc:spChg>
        <pc:spChg chg="mod">
          <ac:chgData name="强 李" userId="cd6c7ec7188785ae" providerId="LiveId" clId="{B717E5E0-1A0B-4D0A-BCD9-31981CECA125}" dt="2025-11-22T02:56:30.954" v="7507" actId="20577"/>
          <ac:spMkLst>
            <pc:docMk/>
            <pc:sldMk cId="2018495255" sldId="640"/>
            <ac:spMk id="6" creationId="{B7C14D0E-F2E0-11D1-923B-CED553EF772C}"/>
          </ac:spMkLst>
        </pc:spChg>
        <pc:spChg chg="add">
          <ac:chgData name="强 李" userId="cd6c7ec7188785ae" providerId="LiveId" clId="{B717E5E0-1A0B-4D0A-BCD9-31981CECA125}" dt="2025-11-22T03:00:56.978" v="7762"/>
          <ac:spMkLst>
            <pc:docMk/>
            <pc:sldMk cId="2018495255" sldId="640"/>
            <ac:spMk id="7" creationId="{EED2B55D-532E-E3EB-58F3-1DBA47E3BDC2}"/>
          </ac:spMkLst>
        </pc:spChg>
      </pc:sldChg>
      <pc:sldChg chg="delSp modSp add mod">
        <pc:chgData name="强 李" userId="cd6c7ec7188785ae" providerId="LiveId" clId="{B717E5E0-1A0B-4D0A-BCD9-31981CECA125}" dt="2025-11-22T10:30:28.958" v="10835"/>
        <pc:sldMkLst>
          <pc:docMk/>
          <pc:sldMk cId="2342766877" sldId="641"/>
        </pc:sldMkLst>
        <pc:spChg chg="mod">
          <ac:chgData name="强 李" userId="cd6c7ec7188785ae" providerId="LiveId" clId="{B717E5E0-1A0B-4D0A-BCD9-31981CECA125}" dt="2025-11-22T10:30:28.958" v="10835"/>
          <ac:spMkLst>
            <pc:docMk/>
            <pc:sldMk cId="2342766877" sldId="641"/>
            <ac:spMk id="2" creationId="{F420F7F6-5FFC-FAC1-1BBE-FEEC3CB17AC8}"/>
          </ac:spMkLst>
        </pc:spChg>
        <pc:spChg chg="del">
          <ac:chgData name="强 李" userId="cd6c7ec7188785ae" providerId="LiveId" clId="{B717E5E0-1A0B-4D0A-BCD9-31981CECA125}" dt="2025-11-22T03:04:07.048" v="7804" actId="478"/>
          <ac:spMkLst>
            <pc:docMk/>
            <pc:sldMk cId="2342766877" sldId="641"/>
            <ac:spMk id="5" creationId="{DCB81AD5-2865-438D-0BEB-1097EEDB902A}"/>
          </ac:spMkLst>
        </pc:spChg>
      </pc:sldChg>
      <pc:sldChg chg="modSp add mod">
        <pc:chgData name="强 李" userId="cd6c7ec7188785ae" providerId="LiveId" clId="{B717E5E0-1A0B-4D0A-BCD9-31981CECA125}" dt="2025-11-22T03:22:56.657" v="9094" actId="20577"/>
        <pc:sldMkLst>
          <pc:docMk/>
          <pc:sldMk cId="722877514" sldId="642"/>
        </pc:sldMkLst>
        <pc:spChg chg="mod">
          <ac:chgData name="强 李" userId="cd6c7ec7188785ae" providerId="LiveId" clId="{B717E5E0-1A0B-4D0A-BCD9-31981CECA125}" dt="2025-11-22T03:22:56.657" v="9094" actId="20577"/>
          <ac:spMkLst>
            <pc:docMk/>
            <pc:sldMk cId="722877514" sldId="642"/>
            <ac:spMk id="2" creationId="{8A5CDB12-1DAC-27CD-58F7-D4F70D273C60}"/>
          </ac:spMkLst>
        </pc:spChg>
      </pc:sldChg>
      <pc:sldChg chg="modSp add mod">
        <pc:chgData name="强 李" userId="cd6c7ec7188785ae" providerId="LiveId" clId="{B717E5E0-1A0B-4D0A-BCD9-31981CECA125}" dt="2025-11-22T03:31:53.009" v="10037"/>
        <pc:sldMkLst>
          <pc:docMk/>
          <pc:sldMk cId="465372480" sldId="643"/>
        </pc:sldMkLst>
        <pc:spChg chg="mod">
          <ac:chgData name="强 李" userId="cd6c7ec7188785ae" providerId="LiveId" clId="{B717E5E0-1A0B-4D0A-BCD9-31981CECA125}" dt="2025-11-22T03:31:53.009" v="10037"/>
          <ac:spMkLst>
            <pc:docMk/>
            <pc:sldMk cId="465372480" sldId="643"/>
            <ac:spMk id="2" creationId="{5741F06A-1D21-AF5A-329A-1C5BCC25EEB4}"/>
          </ac:spMkLst>
        </pc:spChg>
        <pc:spChg chg="mod">
          <ac:chgData name="强 李" userId="cd6c7ec7188785ae" providerId="LiveId" clId="{B717E5E0-1A0B-4D0A-BCD9-31981CECA125}" dt="2025-11-22T03:23:32.885" v="9095"/>
          <ac:spMkLst>
            <pc:docMk/>
            <pc:sldMk cId="465372480" sldId="643"/>
            <ac:spMk id="6" creationId="{8DF35B8C-F0A0-5CB9-FF2F-C8C3EED76E55}"/>
          </ac:spMkLst>
        </pc:spChg>
        <pc:spChg chg="mod">
          <ac:chgData name="强 李" userId="cd6c7ec7188785ae" providerId="LiveId" clId="{B717E5E0-1A0B-4D0A-BCD9-31981CECA125}" dt="2025-11-22T03:23:42.831" v="9098" actId="27636"/>
          <ac:spMkLst>
            <pc:docMk/>
            <pc:sldMk cId="465372480" sldId="643"/>
            <ac:spMk id="18" creationId="{0257B567-A7F4-E8FA-AED1-A6D9A5AC2D17}"/>
          </ac:spMkLst>
        </pc:spChg>
      </pc:sldChg>
      <pc:sldChg chg="addSp delSp modSp add mod">
        <pc:chgData name="强 李" userId="cd6c7ec7188785ae" providerId="LiveId" clId="{B717E5E0-1A0B-4D0A-BCD9-31981CECA125}" dt="2025-11-22T03:37:10.692" v="10495"/>
        <pc:sldMkLst>
          <pc:docMk/>
          <pc:sldMk cId="89561772" sldId="644"/>
        </pc:sldMkLst>
        <pc:spChg chg="mod">
          <ac:chgData name="强 李" userId="cd6c7ec7188785ae" providerId="LiveId" clId="{B717E5E0-1A0B-4D0A-BCD9-31981CECA125}" dt="2025-11-22T03:37:10.692" v="10495"/>
          <ac:spMkLst>
            <pc:docMk/>
            <pc:sldMk cId="89561772" sldId="644"/>
            <ac:spMk id="2" creationId="{7C513593-3F9E-E57E-C7B6-D69F6EE75DF8}"/>
          </ac:spMkLst>
        </pc:spChg>
        <pc:spChg chg="add mod">
          <ac:chgData name="强 李" userId="cd6c7ec7188785ae" providerId="LiveId" clId="{B717E5E0-1A0B-4D0A-BCD9-31981CECA125}" dt="2025-11-22T03:36:01.225" v="10365" actId="1076"/>
          <ac:spMkLst>
            <pc:docMk/>
            <pc:sldMk cId="89561772" sldId="644"/>
            <ac:spMk id="4" creationId="{D80D41E7-9678-472A-5E21-28250D264D4F}"/>
          </ac:spMkLst>
        </pc:spChg>
        <pc:spChg chg="add del">
          <ac:chgData name="强 李" userId="cd6c7ec7188785ae" providerId="LiveId" clId="{B717E5E0-1A0B-4D0A-BCD9-31981CECA125}" dt="2025-11-22T03:35:57.773" v="10363" actId="22"/>
          <ac:spMkLst>
            <pc:docMk/>
            <pc:sldMk cId="89561772" sldId="644"/>
            <ac:spMk id="7" creationId="{F736A1CE-A3D8-1288-1471-36A48B428023}"/>
          </ac:spMkLst>
        </pc:spChg>
        <pc:spChg chg="add mod">
          <ac:chgData name="强 李" userId="cd6c7ec7188785ae" providerId="LiveId" clId="{B717E5E0-1A0B-4D0A-BCD9-31981CECA125}" dt="2025-11-22T03:36:33.024" v="10374" actId="208"/>
          <ac:spMkLst>
            <pc:docMk/>
            <pc:sldMk cId="89561772" sldId="644"/>
            <ac:spMk id="9" creationId="{BA9DA6EB-F6FC-B2E0-8C28-2FD3193C7FFE}"/>
          </ac:spMkLst>
        </pc:spChg>
      </pc:sldChg>
      <pc:sldChg chg="modSp add mod">
        <pc:chgData name="强 李" userId="cd6c7ec7188785ae" providerId="LiveId" clId="{B717E5E0-1A0B-4D0A-BCD9-31981CECA125}" dt="2025-11-22T10:22:26.536" v="10737" actId="404"/>
        <pc:sldMkLst>
          <pc:docMk/>
          <pc:sldMk cId="2738496329" sldId="645"/>
        </pc:sldMkLst>
        <pc:spChg chg="mod">
          <ac:chgData name="强 李" userId="cd6c7ec7188785ae" providerId="LiveId" clId="{B717E5E0-1A0B-4D0A-BCD9-31981CECA125}" dt="2025-11-22T10:22:26.536" v="10737" actId="404"/>
          <ac:spMkLst>
            <pc:docMk/>
            <pc:sldMk cId="2738496329" sldId="645"/>
            <ac:spMk id="2" creationId="{364FF663-5E38-A47C-FD9A-138A00C17A50}"/>
          </ac:spMkLst>
        </pc:spChg>
      </pc:sldChg>
      <pc:sldChg chg="modSp add mod">
        <pc:chgData name="强 李" userId="cd6c7ec7188785ae" providerId="LiveId" clId="{B717E5E0-1A0B-4D0A-BCD9-31981CECA125}" dt="2025-11-22T10:35:43.397" v="10974"/>
        <pc:sldMkLst>
          <pc:docMk/>
          <pc:sldMk cId="267674501" sldId="646"/>
        </pc:sldMkLst>
        <pc:spChg chg="mod">
          <ac:chgData name="强 李" userId="cd6c7ec7188785ae" providerId="LiveId" clId="{B717E5E0-1A0B-4D0A-BCD9-31981CECA125}" dt="2025-11-22T10:35:43.397" v="10974"/>
          <ac:spMkLst>
            <pc:docMk/>
            <pc:sldMk cId="267674501" sldId="646"/>
            <ac:spMk id="2" creationId="{1004E6F7-2AA6-7705-88EF-E3298CAC1C6E}"/>
          </ac:spMkLst>
        </pc:spChg>
        <pc:spChg chg="mod">
          <ac:chgData name="强 李" userId="cd6c7ec7188785ae" providerId="LiveId" clId="{B717E5E0-1A0B-4D0A-BCD9-31981CECA125}" dt="2025-11-22T10:32:13.646" v="10847"/>
          <ac:spMkLst>
            <pc:docMk/>
            <pc:sldMk cId="267674501" sldId="646"/>
            <ac:spMk id="18" creationId="{806BEFEB-ECB9-77A7-F25C-CA963A831459}"/>
          </ac:spMkLst>
        </pc:spChg>
      </pc:sldChg>
    </pc:docChg>
  </pc:docChgLst>
  <pc:docChgLst>
    <pc:chgData name="强 李" userId="cd6c7ec7188785ae" providerId="LiveId" clId="{EBCFE0FE-99A7-4425-B0EC-5A3002F98C50}"/>
    <pc:docChg chg="undo custSel addSld modSld">
      <pc:chgData name="强 李" userId="cd6c7ec7188785ae" providerId="LiveId" clId="{EBCFE0FE-99A7-4425-B0EC-5A3002F98C50}" dt="2025-10-25T12:10:04.021" v="1519" actId="6549"/>
      <pc:docMkLst>
        <pc:docMk/>
      </pc:docMkLst>
      <pc:sldChg chg="modSp mod">
        <pc:chgData name="强 李" userId="cd6c7ec7188785ae" providerId="LiveId" clId="{EBCFE0FE-99A7-4425-B0EC-5A3002F98C50}" dt="2025-10-25T11:51:34.289" v="2" actId="113"/>
        <pc:sldMkLst>
          <pc:docMk/>
          <pc:sldMk cId="0" sldId="425"/>
        </pc:sldMkLst>
        <pc:spChg chg="mod">
          <ac:chgData name="强 李" userId="cd6c7ec7188785ae" providerId="LiveId" clId="{EBCFE0FE-99A7-4425-B0EC-5A3002F98C50}" dt="2025-10-25T11:51:34.289" v="2" actId="113"/>
          <ac:spMkLst>
            <pc:docMk/>
            <pc:sldMk cId="0" sldId="425"/>
            <ac:spMk id="3" creationId="{FF9BF7C3-9929-69BC-A1CA-30EBD45BF72F}"/>
          </ac:spMkLst>
        </pc:spChg>
      </pc:sldChg>
      <pc:sldChg chg="modSp mod">
        <pc:chgData name="强 李" userId="cd6c7ec7188785ae" providerId="LiveId" clId="{EBCFE0FE-99A7-4425-B0EC-5A3002F98C50}" dt="2025-10-25T11:51:17.422" v="0" actId="20577"/>
        <pc:sldMkLst>
          <pc:docMk/>
          <pc:sldMk cId="3418790839" sldId="554"/>
        </pc:sldMkLst>
        <pc:graphicFrameChg chg="modGraphic">
          <ac:chgData name="强 李" userId="cd6c7ec7188785ae" providerId="LiveId" clId="{EBCFE0FE-99A7-4425-B0EC-5A3002F98C50}" dt="2025-10-25T11:51:17.422" v="0" actId="20577"/>
          <ac:graphicFrameMkLst>
            <pc:docMk/>
            <pc:sldMk cId="3418790839" sldId="554"/>
            <ac:graphicFrameMk id="3" creationId="{7EB314CC-7FA2-2824-BC32-28291A20FBE2}"/>
          </ac:graphicFrameMkLst>
        </pc:graphicFrameChg>
      </pc:sldChg>
      <pc:sldChg chg="modSp mod">
        <pc:chgData name="强 李" userId="cd6c7ec7188785ae" providerId="LiveId" clId="{EBCFE0FE-99A7-4425-B0EC-5A3002F98C50}" dt="2025-10-25T11:52:49.963" v="17"/>
        <pc:sldMkLst>
          <pc:docMk/>
          <pc:sldMk cId="474383694" sldId="602"/>
        </pc:sldMkLst>
        <pc:spChg chg="mod">
          <ac:chgData name="强 李" userId="cd6c7ec7188785ae" providerId="LiveId" clId="{EBCFE0FE-99A7-4425-B0EC-5A3002F98C50}" dt="2025-10-25T11:52:49.963" v="17"/>
          <ac:spMkLst>
            <pc:docMk/>
            <pc:sldMk cId="474383694" sldId="602"/>
            <ac:spMk id="5" creationId="{6D756E38-44BB-893E-10F4-24648C1F9451}"/>
          </ac:spMkLst>
        </pc:spChg>
      </pc:sldChg>
      <pc:sldChg chg="modSp mod">
        <pc:chgData name="强 李" userId="cd6c7ec7188785ae" providerId="LiveId" clId="{EBCFE0FE-99A7-4425-B0EC-5A3002F98C50}" dt="2025-10-25T11:53:29.247" v="21" actId="207"/>
        <pc:sldMkLst>
          <pc:docMk/>
          <pc:sldMk cId="3312005581" sldId="603"/>
        </pc:sldMkLst>
      </pc:sldChg>
      <pc:sldChg chg="modSp mod">
        <pc:chgData name="强 李" userId="cd6c7ec7188785ae" providerId="LiveId" clId="{EBCFE0FE-99A7-4425-B0EC-5A3002F98C50}" dt="2025-10-25T11:53:59.921" v="25" actId="207"/>
        <pc:sldMkLst>
          <pc:docMk/>
          <pc:sldMk cId="3947397742" sldId="604"/>
        </pc:sldMkLst>
      </pc:sldChg>
      <pc:sldChg chg="modSp mod">
        <pc:chgData name="强 李" userId="cd6c7ec7188785ae" providerId="LiveId" clId="{EBCFE0FE-99A7-4425-B0EC-5A3002F98C50}" dt="2025-10-25T11:55:28.291" v="203"/>
        <pc:sldMkLst>
          <pc:docMk/>
          <pc:sldMk cId="1990415969" sldId="605"/>
        </pc:sldMkLst>
      </pc:sldChg>
      <pc:sldChg chg="modSp mod">
        <pc:chgData name="强 李" userId="cd6c7ec7188785ae" providerId="LiveId" clId="{EBCFE0FE-99A7-4425-B0EC-5A3002F98C50}" dt="2025-10-25T11:56:18.038" v="346" actId="207"/>
        <pc:sldMkLst>
          <pc:docMk/>
          <pc:sldMk cId="3708620594" sldId="606"/>
        </pc:sldMkLst>
      </pc:sldChg>
      <pc:sldChg chg="modSp mod">
        <pc:chgData name="强 李" userId="cd6c7ec7188785ae" providerId="LiveId" clId="{EBCFE0FE-99A7-4425-B0EC-5A3002F98C50}" dt="2025-10-25T11:59:20.372" v="875" actId="207"/>
        <pc:sldMkLst>
          <pc:docMk/>
          <pc:sldMk cId="3752360027" sldId="607"/>
        </pc:sldMkLst>
      </pc:sldChg>
      <pc:sldChg chg="modSp mod">
        <pc:chgData name="强 李" userId="cd6c7ec7188785ae" providerId="LiveId" clId="{EBCFE0FE-99A7-4425-B0EC-5A3002F98C50}" dt="2025-10-25T11:59:58.308" v="901"/>
        <pc:sldMkLst>
          <pc:docMk/>
          <pc:sldMk cId="2786634272" sldId="608"/>
        </pc:sldMkLst>
      </pc:sldChg>
      <pc:sldChg chg="modSp mod">
        <pc:chgData name="强 李" userId="cd6c7ec7188785ae" providerId="LiveId" clId="{EBCFE0FE-99A7-4425-B0EC-5A3002F98C50}" dt="2025-10-25T12:01:16.342" v="907"/>
        <pc:sldMkLst>
          <pc:docMk/>
          <pc:sldMk cId="3634359352" sldId="610"/>
        </pc:sldMkLst>
      </pc:sldChg>
      <pc:sldChg chg="addSp modSp mod">
        <pc:chgData name="强 李" userId="cd6c7ec7188785ae" providerId="LiveId" clId="{EBCFE0FE-99A7-4425-B0EC-5A3002F98C50}" dt="2025-10-25T12:09:29.714" v="1508" actId="1076"/>
        <pc:sldMkLst>
          <pc:docMk/>
          <pc:sldMk cId="3844168252" sldId="611"/>
        </pc:sldMkLst>
      </pc:sldChg>
      <pc:sldChg chg="modSp mod">
        <pc:chgData name="强 李" userId="cd6c7ec7188785ae" providerId="LiveId" clId="{EBCFE0FE-99A7-4425-B0EC-5A3002F98C50}" dt="2025-10-25T12:09:38.894" v="1509" actId="207"/>
        <pc:sldMkLst>
          <pc:docMk/>
          <pc:sldMk cId="1376585543" sldId="612"/>
        </pc:sldMkLst>
      </pc:sldChg>
      <pc:sldChg chg="modSp mod">
        <pc:chgData name="强 李" userId="cd6c7ec7188785ae" providerId="LiveId" clId="{EBCFE0FE-99A7-4425-B0EC-5A3002F98C50}" dt="2025-10-25T12:10:04.021" v="1519" actId="6549"/>
        <pc:sldMkLst>
          <pc:docMk/>
          <pc:sldMk cId="3557024024" sldId="613"/>
        </pc:sldMkLst>
      </pc:sldChg>
      <pc:sldChg chg="modSp add mod">
        <pc:chgData name="强 李" userId="cd6c7ec7188785ae" providerId="LiveId" clId="{EBCFE0FE-99A7-4425-B0EC-5A3002F98C50}" dt="2025-10-25T11:59:03.106" v="871"/>
        <pc:sldMkLst>
          <pc:docMk/>
          <pc:sldMk cId="1438733071" sldId="622"/>
        </pc:sldMkLst>
      </pc:sldChg>
    </pc:docChg>
  </pc:docChgLst>
  <pc:docChgLst>
    <pc:chgData name="强 李" userId="cd6c7ec7188785ae" providerId="LiveId" clId="{BE5497D1-93E4-4DCA-866F-B65318029599}"/>
    <pc:docChg chg="undo custSel addSld delSld modSld">
      <pc:chgData name="强 李" userId="cd6c7ec7188785ae" providerId="LiveId" clId="{BE5497D1-93E4-4DCA-866F-B65318029599}" dt="2025-10-11T14:38:24.484" v="3785"/>
      <pc:docMkLst>
        <pc:docMk/>
      </pc:docMkLst>
      <pc:sldChg chg="modSp mod">
        <pc:chgData name="强 李" userId="cd6c7ec7188785ae" providerId="LiveId" clId="{BE5497D1-93E4-4DCA-866F-B65318029599}" dt="2025-10-11T10:13:09.663" v="187" actId="1076"/>
        <pc:sldMkLst>
          <pc:docMk/>
          <pc:sldMk cId="3965997736" sldId="598"/>
        </pc:sldMkLst>
      </pc:sldChg>
      <pc:sldChg chg="modSp mod">
        <pc:chgData name="强 李" userId="cd6c7ec7188785ae" providerId="LiveId" clId="{BE5497D1-93E4-4DCA-866F-B65318029599}" dt="2025-10-11T12:38:05.243" v="348"/>
        <pc:sldMkLst>
          <pc:docMk/>
          <pc:sldMk cId="474383694" sldId="602"/>
        </pc:sldMkLst>
      </pc:sldChg>
      <pc:sldChg chg="modSp mod">
        <pc:chgData name="强 李" userId="cd6c7ec7188785ae" providerId="LiveId" clId="{BE5497D1-93E4-4DCA-866F-B65318029599}" dt="2025-10-11T13:34:26.066" v="940" actId="27636"/>
        <pc:sldMkLst>
          <pc:docMk/>
          <pc:sldMk cId="3312005581" sldId="603"/>
        </pc:sldMkLst>
      </pc:sldChg>
      <pc:sldChg chg="modSp add mod">
        <pc:chgData name="强 李" userId="cd6c7ec7188785ae" providerId="LiveId" clId="{BE5497D1-93E4-4DCA-866F-B65318029599}" dt="2025-10-11T13:37:11.370" v="1097" actId="20577"/>
        <pc:sldMkLst>
          <pc:docMk/>
          <pc:sldMk cId="3947397742" sldId="604"/>
        </pc:sldMkLst>
      </pc:sldChg>
      <pc:sldChg chg="modSp add mod">
        <pc:chgData name="强 李" userId="cd6c7ec7188785ae" providerId="LiveId" clId="{BE5497D1-93E4-4DCA-866F-B65318029599}" dt="2025-10-11T13:43:07.094" v="1351" actId="207"/>
        <pc:sldMkLst>
          <pc:docMk/>
          <pc:sldMk cId="1990415969" sldId="605"/>
        </pc:sldMkLst>
      </pc:sldChg>
      <pc:sldChg chg="modSp add mod">
        <pc:chgData name="强 李" userId="cd6c7ec7188785ae" providerId="LiveId" clId="{BE5497D1-93E4-4DCA-866F-B65318029599}" dt="2025-10-11T13:45:57.128" v="1434" actId="20577"/>
        <pc:sldMkLst>
          <pc:docMk/>
          <pc:sldMk cId="3708620594" sldId="606"/>
        </pc:sldMkLst>
      </pc:sldChg>
      <pc:sldChg chg="modSp add mod">
        <pc:chgData name="强 李" userId="cd6c7ec7188785ae" providerId="LiveId" clId="{BE5497D1-93E4-4DCA-866F-B65318029599}" dt="2025-10-11T13:52:07.395" v="1615"/>
        <pc:sldMkLst>
          <pc:docMk/>
          <pc:sldMk cId="3752360027" sldId="607"/>
        </pc:sldMkLst>
      </pc:sldChg>
      <pc:sldChg chg="modSp add mod">
        <pc:chgData name="强 李" userId="cd6c7ec7188785ae" providerId="LiveId" clId="{BE5497D1-93E4-4DCA-866F-B65318029599}" dt="2025-10-11T13:58:58.704" v="1943" actId="20577"/>
        <pc:sldMkLst>
          <pc:docMk/>
          <pc:sldMk cId="2786634272" sldId="608"/>
        </pc:sldMkLst>
      </pc:sldChg>
      <pc:sldChg chg="modSp add mod">
        <pc:chgData name="强 李" userId="cd6c7ec7188785ae" providerId="LiveId" clId="{BE5497D1-93E4-4DCA-866F-B65318029599}" dt="2025-10-11T14:02:30.513" v="1981" actId="403"/>
        <pc:sldMkLst>
          <pc:docMk/>
          <pc:sldMk cId="2147924010" sldId="609"/>
        </pc:sldMkLst>
      </pc:sldChg>
      <pc:sldChg chg="modSp add mod">
        <pc:chgData name="强 李" userId="cd6c7ec7188785ae" providerId="LiveId" clId="{BE5497D1-93E4-4DCA-866F-B65318029599}" dt="2025-10-11T14:04:29.109" v="2019" actId="20577"/>
        <pc:sldMkLst>
          <pc:docMk/>
          <pc:sldMk cId="3634359352" sldId="610"/>
        </pc:sldMkLst>
      </pc:sldChg>
      <pc:sldChg chg="modSp add mod">
        <pc:chgData name="强 李" userId="cd6c7ec7188785ae" providerId="LiveId" clId="{BE5497D1-93E4-4DCA-866F-B65318029599}" dt="2025-10-11T14:07:38.485" v="2206" actId="20577"/>
        <pc:sldMkLst>
          <pc:docMk/>
          <pc:sldMk cId="3844168252" sldId="611"/>
        </pc:sldMkLst>
      </pc:sldChg>
      <pc:sldChg chg="addSp modSp add mod">
        <pc:chgData name="强 李" userId="cd6c7ec7188785ae" providerId="LiveId" clId="{BE5497D1-93E4-4DCA-866F-B65318029599}" dt="2025-10-11T14:14:03.252" v="2836"/>
        <pc:sldMkLst>
          <pc:docMk/>
          <pc:sldMk cId="1376585543" sldId="612"/>
        </pc:sldMkLst>
      </pc:sldChg>
      <pc:sldChg chg="addSp modSp add mod">
        <pc:chgData name="强 李" userId="cd6c7ec7188785ae" providerId="LiveId" clId="{BE5497D1-93E4-4DCA-866F-B65318029599}" dt="2025-10-11T14:15:01.993" v="2844" actId="208"/>
        <pc:sldMkLst>
          <pc:docMk/>
          <pc:sldMk cId="3557024024" sldId="613"/>
        </pc:sldMkLst>
      </pc:sldChg>
      <pc:sldChg chg="modSp add mod">
        <pc:chgData name="强 李" userId="cd6c7ec7188785ae" providerId="LiveId" clId="{BE5497D1-93E4-4DCA-866F-B65318029599}" dt="2025-10-11T14:18:05.792" v="2892" actId="404"/>
        <pc:sldMkLst>
          <pc:docMk/>
          <pc:sldMk cId="2663860680" sldId="614"/>
        </pc:sldMkLst>
      </pc:sldChg>
      <pc:sldChg chg="modSp add mod">
        <pc:chgData name="强 李" userId="cd6c7ec7188785ae" providerId="LiveId" clId="{BE5497D1-93E4-4DCA-866F-B65318029599}" dt="2025-10-11T14:19:28.451" v="2914" actId="27636"/>
        <pc:sldMkLst>
          <pc:docMk/>
          <pc:sldMk cId="3562621814" sldId="615"/>
        </pc:sldMkLst>
      </pc:sldChg>
      <pc:sldChg chg="modSp add mod">
        <pc:chgData name="强 李" userId="cd6c7ec7188785ae" providerId="LiveId" clId="{BE5497D1-93E4-4DCA-866F-B65318029599}" dt="2025-10-11T14:23:04.134" v="2991" actId="27636"/>
        <pc:sldMkLst>
          <pc:docMk/>
          <pc:sldMk cId="1264471641" sldId="616"/>
        </pc:sldMkLst>
      </pc:sldChg>
      <pc:sldChg chg="modSp add mod">
        <pc:chgData name="强 李" userId="cd6c7ec7188785ae" providerId="LiveId" clId="{BE5497D1-93E4-4DCA-866F-B65318029599}" dt="2025-10-11T14:26:24.648" v="3163"/>
        <pc:sldMkLst>
          <pc:docMk/>
          <pc:sldMk cId="3803959891" sldId="617"/>
        </pc:sldMkLst>
      </pc:sldChg>
      <pc:sldChg chg="modSp add mod">
        <pc:chgData name="强 李" userId="cd6c7ec7188785ae" providerId="LiveId" clId="{BE5497D1-93E4-4DCA-866F-B65318029599}" dt="2025-10-11T14:29:28.786" v="3199"/>
        <pc:sldMkLst>
          <pc:docMk/>
          <pc:sldMk cId="2048242825" sldId="618"/>
        </pc:sldMkLst>
      </pc:sldChg>
      <pc:sldChg chg="modSp add mod">
        <pc:chgData name="强 李" userId="cd6c7ec7188785ae" providerId="LiveId" clId="{BE5497D1-93E4-4DCA-866F-B65318029599}" dt="2025-10-11T14:31:38.252" v="3228"/>
        <pc:sldMkLst>
          <pc:docMk/>
          <pc:sldMk cId="2989059354" sldId="619"/>
        </pc:sldMkLst>
      </pc:sldChg>
      <pc:sldChg chg="modSp add mod">
        <pc:chgData name="强 李" userId="cd6c7ec7188785ae" providerId="LiveId" clId="{BE5497D1-93E4-4DCA-866F-B65318029599}" dt="2025-10-11T14:33:54.580" v="3278" actId="27636"/>
        <pc:sldMkLst>
          <pc:docMk/>
          <pc:sldMk cId="3870421118" sldId="620"/>
        </pc:sldMkLst>
      </pc:sldChg>
      <pc:sldChg chg="modSp add mod">
        <pc:chgData name="强 李" userId="cd6c7ec7188785ae" providerId="LiveId" clId="{BE5497D1-93E4-4DCA-866F-B65318029599}" dt="2025-10-11T14:37:20.970" v="3761"/>
        <pc:sldMkLst>
          <pc:docMk/>
          <pc:sldMk cId="4014174071" sldId="62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8FDC3B-6E93-441B-AE75-0AB5019C44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4562A41-EFF0-4AC1-89E7-BE8FF560234B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我们的得救，现今比初信的时候更近了。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6810DFE-177A-4756-AE20-58AE984CEFE7}" type="par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67CE562A-D820-4453-AAFE-210D66D2CD39}" type="sibTrans" cxnId="{CFBD0E7D-43C2-4C2D-8998-F5E96A64DECC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9560837B-6C5D-4140-8FB8-A3D015EE0CE3}">
      <dgm:prSet custT="1"/>
      <dgm:spPr/>
      <dgm:t>
        <a:bodyPr/>
        <a:lstStyle/>
        <a:p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你们也要听见打仗和打仗的风声</a:t>
          </a:r>
          <a:r>
            <a:rPr lang="en-US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……</a:t>
          </a:r>
          <a:r>
            <a:rPr lang="zh-CN" altLang="en-US" sz="28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但这都是灾难的起头。</a:t>
          </a:r>
          <a:endParaRPr lang="en-US" sz="28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23396744-A72A-4748-8321-A140457BB116}" type="par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0F9BA7B3-9CBC-4650-BA6D-125C111485DF}" type="sibTrans" cxnId="{C8532AE3-B1F0-41AF-B6A7-4F510230B6AB}">
      <dgm:prSet/>
      <dgm:spPr/>
      <dgm:t>
        <a:bodyPr/>
        <a:lstStyle/>
        <a:p>
          <a:endParaRPr lang="en-US" sz="200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gm:t>
    </dgm:pt>
    <dgm:pt modelId="{51FB5E3B-C39E-4BBD-A265-2C104DFE0B10}" type="pres">
      <dgm:prSet presAssocID="{6C8FDC3B-6E93-441B-AE75-0AB5019C4468}" presName="root" presStyleCnt="0">
        <dgm:presLayoutVars>
          <dgm:dir/>
          <dgm:resizeHandles val="exact"/>
        </dgm:presLayoutVars>
      </dgm:prSet>
      <dgm:spPr/>
    </dgm:pt>
    <dgm:pt modelId="{1880E83A-9BD8-420E-B078-45BC06C3AEA2}" type="pres">
      <dgm:prSet presAssocID="{B4562A41-EFF0-4AC1-89E7-BE8FF560234B}" presName="compNode" presStyleCnt="0"/>
      <dgm:spPr/>
    </dgm:pt>
    <dgm:pt modelId="{34E1AEC9-CBF3-44C5-B2CE-901E44470EE1}" type="pres">
      <dgm:prSet presAssocID="{B4562A41-EFF0-4AC1-89E7-BE8FF560234B}" presName="bgRect" presStyleLbl="bgShp" presStyleIdx="0" presStyleCnt="2" custScaleX="100000"/>
      <dgm:spPr/>
    </dgm:pt>
    <dgm:pt modelId="{1C53FEA1-DA41-431B-B646-5BCD6C1FEA1B}" type="pres">
      <dgm:prSet presAssocID="{B4562A41-EFF0-4AC1-89E7-BE8FF560234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火 纯色填充"/>
        </a:ext>
      </dgm:extLst>
    </dgm:pt>
    <dgm:pt modelId="{1A6690A5-513A-4F9F-8A62-45D9624591FB}" type="pres">
      <dgm:prSet presAssocID="{B4562A41-EFF0-4AC1-89E7-BE8FF560234B}" presName="spaceRect" presStyleCnt="0"/>
      <dgm:spPr/>
    </dgm:pt>
    <dgm:pt modelId="{18A96B3A-EB32-454E-B01A-02C2A2A6D1F8}" type="pres">
      <dgm:prSet presAssocID="{B4562A41-EFF0-4AC1-89E7-BE8FF560234B}" presName="parTx" presStyleLbl="revTx" presStyleIdx="0" presStyleCnt="2">
        <dgm:presLayoutVars>
          <dgm:chMax val="0"/>
          <dgm:chPref val="0"/>
        </dgm:presLayoutVars>
      </dgm:prSet>
      <dgm:spPr/>
    </dgm:pt>
    <dgm:pt modelId="{95D23694-0CA9-4984-96AB-F0BBE7EA174D}" type="pres">
      <dgm:prSet presAssocID="{67CE562A-D820-4453-AAFE-210D66D2CD39}" presName="sibTrans" presStyleCnt="0"/>
      <dgm:spPr/>
    </dgm:pt>
    <dgm:pt modelId="{FE28A877-1997-43E9-BE50-32CA8445AE8B}" type="pres">
      <dgm:prSet presAssocID="{9560837B-6C5D-4140-8FB8-A3D015EE0CE3}" presName="compNode" presStyleCnt="0"/>
      <dgm:spPr/>
    </dgm:pt>
    <dgm:pt modelId="{E64D890F-767D-4E95-A66B-4DC9AE9169B2}" type="pres">
      <dgm:prSet presAssocID="{9560837B-6C5D-4140-8FB8-A3D015EE0CE3}" presName="bgRect" presStyleLbl="bgShp" presStyleIdx="1" presStyleCnt="2"/>
      <dgm:spPr/>
    </dgm:pt>
    <dgm:pt modelId="{0069E9D1-00C8-4A7D-A7E5-FF47AC853351}" type="pres">
      <dgm:prSet presAssocID="{9560837B-6C5D-4140-8FB8-A3D015EE0CE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搏动的心 纯色填充"/>
        </a:ext>
      </dgm:extLst>
    </dgm:pt>
    <dgm:pt modelId="{89A76834-4A4E-4278-915E-2FFF6CB92353}" type="pres">
      <dgm:prSet presAssocID="{9560837B-6C5D-4140-8FB8-A3D015EE0CE3}" presName="spaceRect" presStyleCnt="0"/>
      <dgm:spPr/>
    </dgm:pt>
    <dgm:pt modelId="{DF44F7BB-85CD-467D-8D84-6D4163CCECA7}" type="pres">
      <dgm:prSet presAssocID="{9560837B-6C5D-4140-8FB8-A3D015EE0CE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20F3C1E-77E7-404F-B6B9-845D8A9A6BAC}" type="presOf" srcId="{9560837B-6C5D-4140-8FB8-A3D015EE0CE3}" destId="{DF44F7BB-85CD-467D-8D84-6D4163CCECA7}" srcOrd="0" destOrd="0" presId="urn:microsoft.com/office/officeart/2018/2/layout/IconVerticalSolidList"/>
    <dgm:cxn modelId="{77B06D2C-076A-4AED-8973-C19FC8E68400}" type="presOf" srcId="{B4562A41-EFF0-4AC1-89E7-BE8FF560234B}" destId="{18A96B3A-EB32-454E-B01A-02C2A2A6D1F8}" srcOrd="0" destOrd="0" presId="urn:microsoft.com/office/officeart/2018/2/layout/IconVerticalSolidList"/>
    <dgm:cxn modelId="{CFBD0E7D-43C2-4C2D-8998-F5E96A64DECC}" srcId="{6C8FDC3B-6E93-441B-AE75-0AB5019C4468}" destId="{B4562A41-EFF0-4AC1-89E7-BE8FF560234B}" srcOrd="0" destOrd="0" parTransId="{66810DFE-177A-4756-AE20-58AE984CEFE7}" sibTransId="{67CE562A-D820-4453-AAFE-210D66D2CD39}"/>
    <dgm:cxn modelId="{FF456F94-0F41-4EC6-B358-F5E9FFF2BF7C}" type="presOf" srcId="{6C8FDC3B-6E93-441B-AE75-0AB5019C4468}" destId="{51FB5E3B-C39E-4BBD-A265-2C104DFE0B10}" srcOrd="0" destOrd="0" presId="urn:microsoft.com/office/officeart/2018/2/layout/IconVerticalSolidList"/>
    <dgm:cxn modelId="{C8532AE3-B1F0-41AF-B6A7-4F510230B6AB}" srcId="{6C8FDC3B-6E93-441B-AE75-0AB5019C4468}" destId="{9560837B-6C5D-4140-8FB8-A3D015EE0CE3}" srcOrd="1" destOrd="0" parTransId="{23396744-A72A-4748-8321-A140457BB116}" sibTransId="{0F9BA7B3-9CBC-4650-BA6D-125C111485DF}"/>
    <dgm:cxn modelId="{11CCD309-22BA-4045-B6C1-BCFC0734FBC9}" type="presParOf" srcId="{51FB5E3B-C39E-4BBD-A265-2C104DFE0B10}" destId="{1880E83A-9BD8-420E-B078-45BC06C3AEA2}" srcOrd="0" destOrd="0" presId="urn:microsoft.com/office/officeart/2018/2/layout/IconVerticalSolidList"/>
    <dgm:cxn modelId="{CB183EBA-F5D0-4920-8ED7-ACC35564AABB}" type="presParOf" srcId="{1880E83A-9BD8-420E-B078-45BC06C3AEA2}" destId="{34E1AEC9-CBF3-44C5-B2CE-901E44470EE1}" srcOrd="0" destOrd="0" presId="urn:microsoft.com/office/officeart/2018/2/layout/IconVerticalSolidList"/>
    <dgm:cxn modelId="{B6DCFEC8-E6F9-4978-B75F-D3901E07EB18}" type="presParOf" srcId="{1880E83A-9BD8-420E-B078-45BC06C3AEA2}" destId="{1C53FEA1-DA41-431B-B646-5BCD6C1FEA1B}" srcOrd="1" destOrd="0" presId="urn:microsoft.com/office/officeart/2018/2/layout/IconVerticalSolidList"/>
    <dgm:cxn modelId="{64497695-77A5-4F8D-B9A7-11063B62B34E}" type="presParOf" srcId="{1880E83A-9BD8-420E-B078-45BC06C3AEA2}" destId="{1A6690A5-513A-4F9F-8A62-45D9624591FB}" srcOrd="2" destOrd="0" presId="urn:microsoft.com/office/officeart/2018/2/layout/IconVerticalSolidList"/>
    <dgm:cxn modelId="{151FFF8F-6393-45C2-A71F-4971B3E952AC}" type="presParOf" srcId="{1880E83A-9BD8-420E-B078-45BC06C3AEA2}" destId="{18A96B3A-EB32-454E-B01A-02C2A2A6D1F8}" srcOrd="3" destOrd="0" presId="urn:microsoft.com/office/officeart/2018/2/layout/IconVerticalSolidList"/>
    <dgm:cxn modelId="{4E5D8AFF-9C72-48EE-AC36-98DCBA99BB2B}" type="presParOf" srcId="{51FB5E3B-C39E-4BBD-A265-2C104DFE0B10}" destId="{95D23694-0CA9-4984-96AB-F0BBE7EA174D}" srcOrd="1" destOrd="0" presId="urn:microsoft.com/office/officeart/2018/2/layout/IconVerticalSolidList"/>
    <dgm:cxn modelId="{672DDEB9-7736-4A57-AA64-06D5EFE7A5A4}" type="presParOf" srcId="{51FB5E3B-C39E-4BBD-A265-2C104DFE0B10}" destId="{FE28A877-1997-43E9-BE50-32CA8445AE8B}" srcOrd="2" destOrd="0" presId="urn:microsoft.com/office/officeart/2018/2/layout/IconVerticalSolidList"/>
    <dgm:cxn modelId="{FB09B094-DE6D-4D5C-8C89-6A65315F4CB2}" type="presParOf" srcId="{FE28A877-1997-43E9-BE50-32CA8445AE8B}" destId="{E64D890F-767D-4E95-A66B-4DC9AE9169B2}" srcOrd="0" destOrd="0" presId="urn:microsoft.com/office/officeart/2018/2/layout/IconVerticalSolidList"/>
    <dgm:cxn modelId="{374DA5C0-7CB9-41D5-8FA5-C87D27D00FFF}" type="presParOf" srcId="{FE28A877-1997-43E9-BE50-32CA8445AE8B}" destId="{0069E9D1-00C8-4A7D-A7E5-FF47AC853351}" srcOrd="1" destOrd="0" presId="urn:microsoft.com/office/officeart/2018/2/layout/IconVerticalSolidList"/>
    <dgm:cxn modelId="{96AB172E-136B-485A-9671-1338419ADC18}" type="presParOf" srcId="{FE28A877-1997-43E9-BE50-32CA8445AE8B}" destId="{89A76834-4A4E-4278-915E-2FFF6CB92353}" srcOrd="2" destOrd="0" presId="urn:microsoft.com/office/officeart/2018/2/layout/IconVerticalSolidList"/>
    <dgm:cxn modelId="{5D395CB3-354C-42E8-A8B7-D2F11A264262}" type="presParOf" srcId="{FE28A877-1997-43E9-BE50-32CA8445AE8B}" destId="{DF44F7BB-85CD-467D-8D84-6D4163CCEC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FEBC65-5800-49C2-ACE8-714124562FFC}" type="doc">
      <dgm:prSet loTypeId="urn:microsoft.com/office/officeart/2005/8/layout/hList6" loCatId="list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176FC01-0F21-475B-85EA-274FB5949CEE}">
      <dgm:prSet custT="1"/>
      <dgm:spPr/>
      <dgm:t>
        <a:bodyPr/>
        <a:lstStyle/>
        <a:p>
          <a:r>
            <a:rPr lang="en-US" altLang="zh-CN" sz="2400" dirty="0"/>
            <a:t>1. </a:t>
          </a:r>
          <a:r>
            <a:rPr lang="zh-CN" altLang="en-US" sz="2400" dirty="0"/>
            <a:t>总结下经文所说“万物的结局近了”，我们要做什么？</a:t>
          </a:r>
          <a:endParaRPr lang="en-US" sz="2400" dirty="0"/>
        </a:p>
      </dgm:t>
    </dgm:pt>
    <dgm:pt modelId="{D1D38E7F-16EA-4301-BBA5-CA2CF10E48D8}" type="parTrans" cxnId="{14BA01FB-BBCD-4D00-A6A0-9A70A9AB68B7}">
      <dgm:prSet/>
      <dgm:spPr/>
      <dgm:t>
        <a:bodyPr/>
        <a:lstStyle/>
        <a:p>
          <a:endParaRPr lang="en-US" sz="3200"/>
        </a:p>
      </dgm:t>
    </dgm:pt>
    <dgm:pt modelId="{CFDA8DFF-2E53-463E-9C51-FEB63EFB3957}" type="sibTrans" cxnId="{14BA01FB-BBCD-4D00-A6A0-9A70A9AB68B7}">
      <dgm:prSet/>
      <dgm:spPr/>
      <dgm:t>
        <a:bodyPr/>
        <a:lstStyle/>
        <a:p>
          <a:endParaRPr lang="en-US" sz="3200"/>
        </a:p>
      </dgm:t>
    </dgm:pt>
    <dgm:pt modelId="{9E69CB5A-AC69-4926-BDCB-03498F9F24D8}">
      <dgm:prSet custT="1"/>
      <dgm:spPr/>
      <dgm:t>
        <a:bodyPr/>
        <a:lstStyle/>
        <a:p>
          <a:r>
            <a:rPr lang="en-US" altLang="zh-CN" sz="2400" dirty="0"/>
            <a:t>2. </a:t>
          </a:r>
          <a:r>
            <a:rPr lang="zh-CN" altLang="en-US" sz="2400" dirty="0"/>
            <a:t>我们自己的祷告生活是警醒的吗？</a:t>
          </a:r>
        </a:p>
      </dgm:t>
    </dgm:pt>
    <dgm:pt modelId="{4A22940C-732D-45E8-A44C-02EE4591DFA0}" type="parTrans" cxnId="{22A68BBA-6598-45FB-8098-2AC3DAC37990}">
      <dgm:prSet/>
      <dgm:spPr/>
      <dgm:t>
        <a:bodyPr/>
        <a:lstStyle/>
        <a:p>
          <a:endParaRPr lang="zh-CN" altLang="en-US" sz="1600"/>
        </a:p>
      </dgm:t>
    </dgm:pt>
    <dgm:pt modelId="{5F9CF8AC-C8A5-4F0C-9F7C-0165EF288F77}" type="sibTrans" cxnId="{22A68BBA-6598-45FB-8098-2AC3DAC37990}">
      <dgm:prSet/>
      <dgm:spPr/>
      <dgm:t>
        <a:bodyPr/>
        <a:lstStyle/>
        <a:p>
          <a:endParaRPr lang="zh-CN" altLang="en-US" sz="1600"/>
        </a:p>
      </dgm:t>
    </dgm:pt>
    <dgm:pt modelId="{33CFBF0A-4AD4-4F2D-AFAC-C75C21CE7C7A}">
      <dgm:prSet custT="1"/>
      <dgm:spPr/>
      <dgm:t>
        <a:bodyPr/>
        <a:lstStyle/>
        <a:p>
          <a:r>
            <a:rPr lang="en-US" altLang="zh-CN" sz="2400" dirty="0"/>
            <a:t>3. “</a:t>
          </a:r>
          <a:r>
            <a:rPr lang="zh-CN" altLang="en-US" sz="2400" dirty="0"/>
            <a:t>万物的结局近了”，我是否正在使用恩赐服侍</a:t>
          </a:r>
          <a:r>
            <a:rPr lang="zh-CN" altLang="en-US" sz="2400"/>
            <a:t>神？</a:t>
          </a:r>
          <a:endParaRPr lang="zh-CN" altLang="en-US" sz="2400" dirty="0"/>
        </a:p>
      </dgm:t>
    </dgm:pt>
    <dgm:pt modelId="{390F7431-C0A9-4A87-A1D3-10BD98DC425D}" type="parTrans" cxnId="{0F6FB119-18E6-4287-9346-6A86B24DDB18}">
      <dgm:prSet/>
      <dgm:spPr/>
      <dgm:t>
        <a:bodyPr/>
        <a:lstStyle/>
        <a:p>
          <a:endParaRPr lang="zh-CN" altLang="en-US" sz="1600"/>
        </a:p>
      </dgm:t>
    </dgm:pt>
    <dgm:pt modelId="{1754FF01-5D3E-4633-87DC-53EF0A089CA0}" type="sibTrans" cxnId="{0F6FB119-18E6-4287-9346-6A86B24DDB18}">
      <dgm:prSet/>
      <dgm:spPr/>
      <dgm:t>
        <a:bodyPr/>
        <a:lstStyle/>
        <a:p>
          <a:endParaRPr lang="zh-CN" altLang="en-US" sz="1600"/>
        </a:p>
      </dgm:t>
    </dgm:pt>
    <dgm:pt modelId="{7D005B67-5200-43A3-B18F-6E4507047176}" type="pres">
      <dgm:prSet presAssocID="{0FFEBC65-5800-49C2-ACE8-714124562FFC}" presName="Name0" presStyleCnt="0">
        <dgm:presLayoutVars>
          <dgm:dir/>
          <dgm:resizeHandles val="exact"/>
        </dgm:presLayoutVars>
      </dgm:prSet>
      <dgm:spPr/>
    </dgm:pt>
    <dgm:pt modelId="{801D8ED1-A9A1-4C4C-9E52-4E3858AD7EFF}" type="pres">
      <dgm:prSet presAssocID="{C176FC01-0F21-475B-85EA-274FB5949CEE}" presName="node" presStyleLbl="node1" presStyleIdx="0" presStyleCnt="3">
        <dgm:presLayoutVars>
          <dgm:bulletEnabled val="1"/>
        </dgm:presLayoutVars>
      </dgm:prSet>
      <dgm:spPr/>
    </dgm:pt>
    <dgm:pt modelId="{167709A1-91FC-496B-BB90-6716C880B368}" type="pres">
      <dgm:prSet presAssocID="{CFDA8DFF-2E53-463E-9C51-FEB63EFB3957}" presName="sibTrans" presStyleCnt="0"/>
      <dgm:spPr/>
    </dgm:pt>
    <dgm:pt modelId="{D442383A-4C7B-4F49-A0CB-8014681544FC}" type="pres">
      <dgm:prSet presAssocID="{9E69CB5A-AC69-4926-BDCB-03498F9F24D8}" presName="node" presStyleLbl="node1" presStyleIdx="1" presStyleCnt="3">
        <dgm:presLayoutVars>
          <dgm:bulletEnabled val="1"/>
        </dgm:presLayoutVars>
      </dgm:prSet>
      <dgm:spPr/>
    </dgm:pt>
    <dgm:pt modelId="{A3C45E4D-02F0-4260-A2DF-B3846F9E7DF7}" type="pres">
      <dgm:prSet presAssocID="{5F9CF8AC-C8A5-4F0C-9F7C-0165EF288F77}" presName="sibTrans" presStyleCnt="0"/>
      <dgm:spPr/>
    </dgm:pt>
    <dgm:pt modelId="{17587DDB-FB77-4B57-A2A5-4819AC9EBAEA}" type="pres">
      <dgm:prSet presAssocID="{33CFBF0A-4AD4-4F2D-AFAC-C75C21CE7C7A}" presName="node" presStyleLbl="node1" presStyleIdx="2" presStyleCnt="3">
        <dgm:presLayoutVars>
          <dgm:bulletEnabled val="1"/>
        </dgm:presLayoutVars>
      </dgm:prSet>
      <dgm:spPr/>
    </dgm:pt>
  </dgm:ptLst>
  <dgm:cxnLst>
    <dgm:cxn modelId="{0F6FB119-18E6-4287-9346-6A86B24DDB18}" srcId="{0FFEBC65-5800-49C2-ACE8-714124562FFC}" destId="{33CFBF0A-4AD4-4F2D-AFAC-C75C21CE7C7A}" srcOrd="2" destOrd="0" parTransId="{390F7431-C0A9-4A87-A1D3-10BD98DC425D}" sibTransId="{1754FF01-5D3E-4633-87DC-53EF0A089CA0}"/>
    <dgm:cxn modelId="{5F05E6A2-9F7E-40B2-8411-ACA6ECBFAE37}" type="presOf" srcId="{0FFEBC65-5800-49C2-ACE8-714124562FFC}" destId="{7D005B67-5200-43A3-B18F-6E4507047176}" srcOrd="0" destOrd="0" presId="urn:microsoft.com/office/officeart/2005/8/layout/hList6"/>
    <dgm:cxn modelId="{22A68BBA-6598-45FB-8098-2AC3DAC37990}" srcId="{0FFEBC65-5800-49C2-ACE8-714124562FFC}" destId="{9E69CB5A-AC69-4926-BDCB-03498F9F24D8}" srcOrd="1" destOrd="0" parTransId="{4A22940C-732D-45E8-A44C-02EE4591DFA0}" sibTransId="{5F9CF8AC-C8A5-4F0C-9F7C-0165EF288F77}"/>
    <dgm:cxn modelId="{C48008D7-9C6C-467B-ABCD-8B18716B57A4}" type="presOf" srcId="{33CFBF0A-4AD4-4F2D-AFAC-C75C21CE7C7A}" destId="{17587DDB-FB77-4B57-A2A5-4819AC9EBAEA}" srcOrd="0" destOrd="0" presId="urn:microsoft.com/office/officeart/2005/8/layout/hList6"/>
    <dgm:cxn modelId="{A5B713E8-D25E-4D03-8E4E-7AA87FD83443}" type="presOf" srcId="{9E69CB5A-AC69-4926-BDCB-03498F9F24D8}" destId="{D442383A-4C7B-4F49-A0CB-8014681544FC}" srcOrd="0" destOrd="0" presId="urn:microsoft.com/office/officeart/2005/8/layout/hList6"/>
    <dgm:cxn modelId="{14BA01FB-BBCD-4D00-A6A0-9A70A9AB68B7}" srcId="{0FFEBC65-5800-49C2-ACE8-714124562FFC}" destId="{C176FC01-0F21-475B-85EA-274FB5949CEE}" srcOrd="0" destOrd="0" parTransId="{D1D38E7F-16EA-4301-BBA5-CA2CF10E48D8}" sibTransId="{CFDA8DFF-2E53-463E-9C51-FEB63EFB3957}"/>
    <dgm:cxn modelId="{3C04C5FF-ABDC-48FF-9DF1-A67D5A3A8A3C}" type="presOf" srcId="{C176FC01-0F21-475B-85EA-274FB5949CEE}" destId="{801D8ED1-A9A1-4C4C-9E52-4E3858AD7EFF}" srcOrd="0" destOrd="0" presId="urn:microsoft.com/office/officeart/2005/8/layout/hList6"/>
    <dgm:cxn modelId="{9739D65C-7490-4F84-8AA8-BA881578E3A4}" type="presParOf" srcId="{7D005B67-5200-43A3-B18F-6E4507047176}" destId="{801D8ED1-A9A1-4C4C-9E52-4E3858AD7EFF}" srcOrd="0" destOrd="0" presId="urn:microsoft.com/office/officeart/2005/8/layout/hList6"/>
    <dgm:cxn modelId="{D70D35CE-6CCD-4E32-8BCD-1BDE6B3C837D}" type="presParOf" srcId="{7D005B67-5200-43A3-B18F-6E4507047176}" destId="{167709A1-91FC-496B-BB90-6716C880B368}" srcOrd="1" destOrd="0" presId="urn:microsoft.com/office/officeart/2005/8/layout/hList6"/>
    <dgm:cxn modelId="{D8694474-EDDB-4962-B984-2506A959DE06}" type="presParOf" srcId="{7D005B67-5200-43A3-B18F-6E4507047176}" destId="{D442383A-4C7B-4F49-A0CB-8014681544FC}" srcOrd="2" destOrd="0" presId="urn:microsoft.com/office/officeart/2005/8/layout/hList6"/>
    <dgm:cxn modelId="{28B428AD-C7CB-4C5E-9F55-EF34AB5A3620}" type="presParOf" srcId="{7D005B67-5200-43A3-B18F-6E4507047176}" destId="{A3C45E4D-02F0-4260-A2DF-B3846F9E7DF7}" srcOrd="3" destOrd="0" presId="urn:microsoft.com/office/officeart/2005/8/layout/hList6"/>
    <dgm:cxn modelId="{CDF9FDFE-9876-4083-B385-82680A1F7CF2}" type="presParOf" srcId="{7D005B67-5200-43A3-B18F-6E4507047176}" destId="{17587DDB-FB77-4B57-A2A5-4819AC9EBAEA}" srcOrd="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E1AEC9-CBF3-44C5-B2CE-901E44470EE1}">
      <dsp:nvSpPr>
        <dsp:cNvPr id="0" name=""/>
        <dsp:cNvSpPr/>
      </dsp:nvSpPr>
      <dsp:spPr>
        <a:xfrm>
          <a:off x="0" y="707288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FEA1-DA41-431B-B646-5BCD6C1FEA1B}">
      <dsp:nvSpPr>
        <dsp:cNvPr id="0" name=""/>
        <dsp:cNvSpPr/>
      </dsp:nvSpPr>
      <dsp:spPr>
        <a:xfrm>
          <a:off x="394993" y="1001085"/>
          <a:ext cx="718169" cy="71816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A96B3A-EB32-454E-B01A-02C2A2A6D1F8}">
      <dsp:nvSpPr>
        <dsp:cNvPr id="0" name=""/>
        <dsp:cNvSpPr/>
      </dsp:nvSpPr>
      <dsp:spPr>
        <a:xfrm>
          <a:off x="1508156" y="707288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我们的得救，现今比初信的时候更近了。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707288"/>
        <a:ext cx="9436068" cy="1305763"/>
      </dsp:txXfrm>
    </dsp:sp>
    <dsp:sp modelId="{E64D890F-767D-4E95-A66B-4DC9AE9169B2}">
      <dsp:nvSpPr>
        <dsp:cNvPr id="0" name=""/>
        <dsp:cNvSpPr/>
      </dsp:nvSpPr>
      <dsp:spPr>
        <a:xfrm>
          <a:off x="0" y="2339492"/>
          <a:ext cx="10944225" cy="130576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69E9D1-00C8-4A7D-A7E5-FF47AC853351}">
      <dsp:nvSpPr>
        <dsp:cNvPr id="0" name=""/>
        <dsp:cNvSpPr/>
      </dsp:nvSpPr>
      <dsp:spPr>
        <a:xfrm>
          <a:off x="394993" y="2633289"/>
          <a:ext cx="718169" cy="71816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44F7BB-85CD-467D-8D84-6D4163CCECA7}">
      <dsp:nvSpPr>
        <dsp:cNvPr id="0" name=""/>
        <dsp:cNvSpPr/>
      </dsp:nvSpPr>
      <dsp:spPr>
        <a:xfrm>
          <a:off x="1508156" y="2339492"/>
          <a:ext cx="9436068" cy="13057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93" tIns="138193" rIns="138193" bIns="138193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你们也要听见打仗和打仗的风声</a:t>
          </a:r>
          <a:r>
            <a:rPr lang="en-US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……</a:t>
          </a:r>
          <a:r>
            <a:rPr lang="zh-CN" altLang="en-US" sz="2800" kern="1200" dirty="0">
              <a:latin typeface="方正屏显雅宋_GBK" panose="02010600010101010101" pitchFamily="2" charset="-122"/>
              <a:ea typeface="方正屏显雅宋_GBK" panose="02010600010101010101" pitchFamily="2" charset="-122"/>
            </a:rPr>
            <a:t>但这都是灾难的起头。</a:t>
          </a:r>
          <a:endParaRPr lang="en-US" sz="2800" kern="1200" dirty="0">
            <a:latin typeface="方正屏显雅宋_GBK" panose="02010600010101010101" pitchFamily="2" charset="-122"/>
            <a:ea typeface="方正屏显雅宋_GBK" panose="02010600010101010101" pitchFamily="2" charset="-122"/>
          </a:endParaRPr>
        </a:p>
      </dsp:txBody>
      <dsp:txXfrm>
        <a:off x="1508156" y="2339492"/>
        <a:ext cx="9436068" cy="130576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01D8ED1-A9A1-4C4C-9E52-4E3858AD7EFF}">
      <dsp:nvSpPr>
        <dsp:cNvPr id="0" name=""/>
        <dsp:cNvSpPr/>
      </dsp:nvSpPr>
      <dsp:spPr>
        <a:xfrm rot="16200000">
          <a:off x="-1541935" y="1542895"/>
          <a:ext cx="5583148" cy="2497356"/>
        </a:xfrm>
        <a:prstGeom prst="flowChartManualOperati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1. </a:t>
          </a:r>
          <a:r>
            <a:rPr lang="zh-CN" altLang="en-US" sz="2400" kern="1200" dirty="0"/>
            <a:t>总结下经文所说“万物的结局近了”，我们要做什么？</a:t>
          </a:r>
          <a:endParaRPr lang="en-US" sz="2400" kern="1200" dirty="0"/>
        </a:p>
      </dsp:txBody>
      <dsp:txXfrm rot="5400000">
        <a:off x="961" y="1116629"/>
        <a:ext cx="2497356" cy="3349888"/>
      </dsp:txXfrm>
    </dsp:sp>
    <dsp:sp modelId="{D442383A-4C7B-4F49-A0CB-8014681544FC}">
      <dsp:nvSpPr>
        <dsp:cNvPr id="0" name=""/>
        <dsp:cNvSpPr/>
      </dsp:nvSpPr>
      <dsp:spPr>
        <a:xfrm rot="16200000">
          <a:off x="1142722" y="1542895"/>
          <a:ext cx="5583148" cy="2497356"/>
        </a:xfrm>
        <a:prstGeom prst="flowChartManualOperation">
          <a:avLst/>
        </a:prstGeom>
        <a:solidFill>
          <a:schemeClr val="accent2">
            <a:hueOff val="-3844825"/>
            <a:satOff val="-20000"/>
            <a:lumOff val="705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2. </a:t>
          </a:r>
          <a:r>
            <a:rPr lang="zh-CN" altLang="en-US" sz="2400" kern="1200" dirty="0"/>
            <a:t>我们自己的祷告生活是警醒的吗？</a:t>
          </a:r>
        </a:p>
      </dsp:txBody>
      <dsp:txXfrm rot="5400000">
        <a:off x="2685618" y="1116629"/>
        <a:ext cx="2497356" cy="3349888"/>
      </dsp:txXfrm>
    </dsp:sp>
    <dsp:sp modelId="{17587DDB-FB77-4B57-A2A5-4819AC9EBAEA}">
      <dsp:nvSpPr>
        <dsp:cNvPr id="0" name=""/>
        <dsp:cNvSpPr/>
      </dsp:nvSpPr>
      <dsp:spPr>
        <a:xfrm rot="16200000">
          <a:off x="3827381" y="1542895"/>
          <a:ext cx="5583148" cy="2497356"/>
        </a:xfrm>
        <a:prstGeom prst="flowChartManualOperation">
          <a:avLst/>
        </a:prstGeom>
        <a:solidFill>
          <a:schemeClr val="accent2">
            <a:hueOff val="-7689651"/>
            <a:satOff val="-40001"/>
            <a:lumOff val="1411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0" tIns="0" rIns="15240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400" kern="1200" dirty="0"/>
            <a:t>3. “</a:t>
          </a:r>
          <a:r>
            <a:rPr lang="zh-CN" altLang="en-US" sz="2400" kern="1200" dirty="0"/>
            <a:t>万物的结局近了”，我是否正在使用恩赐服侍</a:t>
          </a:r>
          <a:r>
            <a:rPr lang="zh-CN" altLang="en-US" sz="2400" kern="1200"/>
            <a:t>神？</a:t>
          </a:r>
          <a:endParaRPr lang="zh-CN" altLang="en-US" sz="2400" kern="1200" dirty="0"/>
        </a:p>
      </dsp:txBody>
      <dsp:txXfrm rot="5400000">
        <a:off x="5370277" y="1116629"/>
        <a:ext cx="2497356" cy="334988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253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，最看重的是什么？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，我们信仰对我们自己有什么改变？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2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4187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92764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069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5129D-5E9C-BFB2-84B6-50D3F22D5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20B6BC-6446-2A39-6497-A91BFC30F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DFCB135-F774-F1C9-1EF9-CA85C2D7A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7F52D5A-01F7-CB33-05AB-147A6A1C4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33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276AD-0FD5-2C04-93A1-8EDAE7F01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E4F30AD-5D57-925B-E0F9-21A147671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B49E57-1239-A7B9-67A2-31CE7DAE7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13AE6E-F708-C11B-79D7-4943B209F9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42220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8FC0E-E059-AF2A-25DB-D1D400BDD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9FC866-A02E-3390-E097-D459686A0B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B465E9-E696-7781-7BE1-9092A77355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B1F9D6E-16A7-5706-4769-5CD2273BD1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86630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CC138-3B8F-77B4-4762-896F19646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2305E3A-4868-5A93-9910-E6D912F764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A08757E-23F4-D747-018D-5CE639068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F03DB6-EA1F-59FF-3683-CF85EE1F2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49248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BE63B-1378-3CB6-EF6E-B40094335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1FC519-D96C-CC77-6313-D778FD6D5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2786A18-0EC6-5895-A694-A0F007437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0868E7-6AF1-DC06-8D94-AD1B10FC9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1654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30E11-16F2-234F-C0C0-94A43EFA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91B969-B59D-89E8-92E7-C15AE1A21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F67384-AAE3-4DE3-CC24-4F5489558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5FBD5E-96C6-2CF7-FED7-E7289A40E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7888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66FD-78CC-5A75-BC38-E460674E4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3C1B9A-F797-01B1-E502-92F40FF06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A3491AD-C6D2-0CC5-77A6-4E83C3189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DD6DEE-893A-2F1A-9965-003452C320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3552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80B7-CC8D-5064-E778-FA789230D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DED9664-D22F-2512-86AA-FAB2FC6DA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F830576-0E19-E4F8-80F6-064299748F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53A965-6677-B60C-EF5D-63E49A8F25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1054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DC3F4-36FD-028D-5E04-119967160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7B2003-5B96-BE96-1F79-9E194BCE54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008F41-ADD9-4177-A0A8-DB8F7C7C08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F7F5CB-ECF1-0C92-E70C-AB59D2649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62199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0D928-CD84-E847-C56B-0F334D72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25FE2D6-447F-EAE2-A58A-6544E5365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8156560-D046-1260-1B19-9F864D77F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C3DB3D-978D-32D6-5533-AEDCBAE091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00239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35D74-33E4-6F98-22E8-D8B48AB69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565B7C3-2C52-3A80-A559-B93DA06D18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1196A9C-714B-8FE4-C5AC-635015208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43FC7D-603C-244D-1BB3-86059068F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2990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3CCAE-2A27-B4D8-D392-3A102FDAD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E6D718E-F6B3-5DFA-9A3A-6E064846DF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78672E-5442-B90C-A659-102AFF349B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6D6F1E-731F-DC8A-A99C-02B8DF3EC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76938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C9A8-A0DE-0C2E-3A09-AF632B7C4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228FF5-6A74-B792-60F9-917D8F82B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D88A1E7-A42D-1CB4-1897-B0EBE3BBE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6606B3-DDFE-1D05-F4F0-A4742F016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3151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965F9-E1AC-8732-A72B-9DED829B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2EEC83-5E0A-10AB-642B-4836CC575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0563504-E610-3F17-A500-6A5A6FAA8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C3EE44-B9EA-E527-0D2A-F1FCD65B2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922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83289-15B9-8537-8B1D-33AC7DDC4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53E4BC6-1F4D-AD44-DA75-45649144D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23224B-FFB5-1735-D010-5286F5087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895491-440B-DF25-1469-36DB5C4CF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980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tags" Target="../tags/tag28.xml"/><Relationship Id="rId3" Type="http://schemas.openxmlformats.org/officeDocument/2006/relationships/tags" Target="../tags/tag13.xml"/><Relationship Id="rId21" Type="http://schemas.openxmlformats.org/officeDocument/2006/relationships/tags" Target="../tags/tag31.xml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tags" Target="../tags/tag27.xm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tags" Target="../tags/tag30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10" Type="http://schemas.openxmlformats.org/officeDocument/2006/relationships/tags" Target="../tags/tag20.xml"/><Relationship Id="rId19" Type="http://schemas.openxmlformats.org/officeDocument/2006/relationships/tags" Target="../tags/tag29.xml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/>
              <a:t>编辑标题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1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  <a:solidFill>
            <a:srgbClr val="FFC000">
              <a:alpha val="50000"/>
            </a:srgbClr>
          </a:solidFill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7018655" y="862330"/>
            <a:ext cx="5173345" cy="24955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12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tags" Target="../tags/tag5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50000">
              <a:schemeClr val="accent1">
                <a:lumMod val="5000"/>
                <a:lumOff val="95000"/>
                <a:alpha val="27000"/>
              </a:schemeClr>
            </a:gs>
            <a:gs pos="15000">
              <a:schemeClr val="bg1">
                <a:lumMod val="95000"/>
                <a:alpha val="100000"/>
              </a:schemeClr>
            </a:gs>
            <a:gs pos="100000">
              <a:schemeClr val="bg1">
                <a:lumMod val="65000"/>
                <a:alpha val="80000"/>
              </a:schemeClr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9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2025/11/22 Saturday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0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1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slideLayout" Target="../slideLayouts/slideLayout2.xml"/><Relationship Id="rId7" Type="http://schemas.openxmlformats.org/officeDocument/2006/relationships/diagramQuickStyle" Target="../diagrams/quickStyle1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notesSlide" Target="../notesSlides/notesSlide2.xml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Relationship Id="rId6" Type="http://schemas.openxmlformats.org/officeDocument/2006/relationships/notesSlide" Target="../notesSlides/notesSlide1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notesSlide" Target="../notesSlides/notesSlide2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94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slideLayout" Target="../slideLayouts/slideLayout2.xml"/><Relationship Id="rId7" Type="http://schemas.openxmlformats.org/officeDocument/2006/relationships/diagramColors" Target="../diagrams/colors2.xml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8" name="Rectangle 1156">
            <a:extLst>
              <a:ext uri="{FF2B5EF4-FFF2-40B4-BE49-F238E27FC236}">
                <a16:creationId xmlns:a16="http://schemas.microsoft.com/office/drawing/2014/main" id="{362D44EE-C852-4460-B8B5-C4F2BC205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6194715" y="739978"/>
            <a:ext cx="5653983" cy="30041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lIns="91440" tIns="45720" rIns="91440" bIns="45720" rtlCol="0" anchor="b">
            <a:norm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2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作神百般</a:t>
            </a:r>
            <a:r>
              <a:rPr lang="zh-CN" altLang="en-US" sz="4200" b="1" dirty="0">
                <a:ln/>
                <a:solidFill>
                  <a:schemeClr val="tx1"/>
                </a:solidFill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恩赐</a:t>
            </a:r>
            <a:r>
              <a:rPr lang="zh-CN" altLang="en-US" sz="4200" b="1" dirty="0">
                <a:ln/>
                <a:solidFill>
                  <a:schemeClr val="tx1"/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  <a:sym typeface="+mn-lt"/>
              </a:rPr>
              <a:t>的好管家</a:t>
            </a:r>
            <a:endParaRPr lang="en-US" altLang="zh-CN" sz="42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endParaRPr lang="en-US" altLang="zh-CN" sz="4200" b="1" dirty="0">
              <a:ln/>
              <a:solidFill>
                <a:schemeClr val="tx1"/>
              </a:solidFill>
              <a:effectLst>
                <a:glow rad="228600">
                  <a:schemeClr val="accent3">
                    <a:satMod val="175000"/>
                    <a:alpha val="40000"/>
                  </a:schemeClr>
                </a:glow>
              </a:effectLst>
              <a:latin typeface="+mj-lt"/>
              <a:ea typeface="+mj-ea"/>
              <a:cs typeface="+mj-cs"/>
              <a:sym typeface="+mn-lt"/>
            </a:endParaRPr>
          </a:p>
          <a:p>
            <a:pPr lvl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彼得前书四章</a:t>
            </a:r>
            <a:r>
              <a:rPr lang="en-US" altLang="zh-CN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7~11</a:t>
            </a:r>
            <a:r>
              <a:rPr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节</a:t>
            </a:r>
            <a:endParaRPr lang="en-US" altLang="zh-CN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+mn-lt"/>
            </a:endParaRPr>
          </a:p>
        </p:txBody>
      </p:sp>
      <p:sp>
        <p:nvSpPr>
          <p:cNvPr id="1179" name="Freeform: Shape 1158">
            <a:extLst>
              <a:ext uri="{FF2B5EF4-FFF2-40B4-BE49-F238E27FC236}">
                <a16:creationId xmlns:a16="http://schemas.microsoft.com/office/drawing/2014/main" id="{658970D8-8D1D-4B5C-894B-E871CC865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0" name="Freeform: Shape 1160">
            <a:extLst>
              <a:ext uri="{FF2B5EF4-FFF2-40B4-BE49-F238E27FC236}">
                <a16:creationId xmlns:a16="http://schemas.microsoft.com/office/drawing/2014/main" id="{F227E5B6-9132-43CA-B503-37A18562A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349052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1" name="Freeform: Shape 1162">
            <a:extLst>
              <a:ext uri="{FF2B5EF4-FFF2-40B4-BE49-F238E27FC236}">
                <a16:creationId xmlns:a16="http://schemas.microsoft.com/office/drawing/2014/main" id="{03C2051E-A88D-48E5-BACF-AAED178927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82" name="Freeform: Shape 1164">
            <a:extLst>
              <a:ext uri="{FF2B5EF4-FFF2-40B4-BE49-F238E27FC236}">
                <a16:creationId xmlns:a16="http://schemas.microsoft.com/office/drawing/2014/main" id="{7821A508-2985-4905-874A-527429BAA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83" name="Freeform: Shape 1166">
            <a:extLst>
              <a:ext uri="{FF2B5EF4-FFF2-40B4-BE49-F238E27FC236}">
                <a16:creationId xmlns:a16="http://schemas.microsoft.com/office/drawing/2014/main" id="{D2929CB1-0E3C-4B2D-ADC5-0154FB33B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697761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BDE3E2D-E419-FF71-A6C3-42C14057529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997" b="-3"/>
          <a:stretch>
            <a:fillRect/>
          </a:stretch>
        </p:blipFill>
        <p:spPr>
          <a:xfrm>
            <a:off x="23735" y="343510"/>
            <a:ext cx="6170980" cy="6170980"/>
          </a:xfrm>
          <a:custGeom>
            <a:avLst/>
            <a:gdLst/>
            <a:ahLst/>
            <a:cxnLst/>
            <a:rect l="l" t="t" r="r" b="b"/>
            <a:pathLst>
              <a:path w="3741748" h="3741748">
                <a:moveTo>
                  <a:pt x="1870874" y="0"/>
                </a:moveTo>
                <a:cubicBezTo>
                  <a:pt x="2904129" y="0"/>
                  <a:pt x="3741748" y="837619"/>
                  <a:pt x="3741748" y="1870874"/>
                </a:cubicBezTo>
                <a:cubicBezTo>
                  <a:pt x="3741748" y="2904129"/>
                  <a:pt x="2904129" y="3741748"/>
                  <a:pt x="1870874" y="3741748"/>
                </a:cubicBezTo>
                <a:cubicBezTo>
                  <a:pt x="837619" y="3741748"/>
                  <a:pt x="0" y="2904129"/>
                  <a:pt x="0" y="1870874"/>
                </a:cubicBezTo>
                <a:cubicBezTo>
                  <a:pt x="0" y="837619"/>
                  <a:pt x="837619" y="0"/>
                  <a:pt x="1870874" y="0"/>
                </a:cubicBezTo>
                <a:close/>
              </a:path>
            </a:pathLst>
          </a:custGeom>
        </p:spPr>
      </p:pic>
      <p:sp>
        <p:nvSpPr>
          <p:cNvPr id="1169" name="Freeform: Shape 1168">
            <a:extLst>
              <a:ext uri="{FF2B5EF4-FFF2-40B4-BE49-F238E27FC236}">
                <a16:creationId xmlns:a16="http://schemas.microsoft.com/office/drawing/2014/main" id="{5F2F0C84-BE8C-4DC2-A6D3-30349A801D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520513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AutoShape 2" descr="已生成图片">
            <a:extLst>
              <a:ext uri="{FF2B5EF4-FFF2-40B4-BE49-F238E27FC236}">
                <a16:creationId xmlns:a16="http://schemas.microsoft.com/office/drawing/2014/main" id="{24DE42EC-EC44-2699-E5D1-55EC7E299B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1491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zh-CN" altLang="en-US" sz="4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前言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graphicFrame>
        <p:nvGraphicFramePr>
          <p:cNvPr id="3" name="文本框 2">
            <a:extLst>
              <a:ext uri="{FF2B5EF4-FFF2-40B4-BE49-F238E27FC236}">
                <a16:creationId xmlns:a16="http://schemas.microsoft.com/office/drawing/2014/main" id="{7EB314CC-7FA2-2824-BC32-28291A20FBE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1566959"/>
              </p:ext>
            </p:extLst>
          </p:nvPr>
        </p:nvGraphicFramePr>
        <p:xfrm>
          <a:off x="623888" y="1461739"/>
          <a:ext cx="10944225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18790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FF9BF7C3-9929-69BC-A1CA-30EBD45BF72F}"/>
              </a:ext>
            </a:extLst>
          </p:cNvPr>
          <p:cNvSpPr txBox="1"/>
          <p:nvPr/>
        </p:nvSpPr>
        <p:spPr>
          <a:xfrm>
            <a:off x="0" y="1340260"/>
            <a:ext cx="12192000" cy="537826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4:7】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万物的结局近了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，所以你们要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谨慎自守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警醒祷告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4:8】</a:t>
            </a:r>
            <a:r>
              <a:rPr lang="zh-CN" altLang="en-US" sz="28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最要紧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的是彼此切实</a:t>
            </a:r>
            <a:r>
              <a:rPr lang="zh-CN" altLang="en-US" sz="2800" b="1" dirty="0">
                <a:solidFill>
                  <a:srgbClr val="7030A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相爱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，因为爱能遮掩许多的罪。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4:9】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你们要互相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款待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en-US" sz="2800" b="1" dirty="0">
                <a:solidFill>
                  <a:srgbClr val="0070C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不发怨言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4:10】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各人要照所得的恩赐</a:t>
            </a:r>
            <a:r>
              <a:rPr lang="zh-CN" altLang="en-US" sz="2800" b="1" dirty="0">
                <a:solidFill>
                  <a:srgbClr val="00B05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彼此服侍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，作　神百般恩赐的</a:t>
            </a:r>
            <a:r>
              <a:rPr lang="zh-CN" altLang="en-US" sz="2800" b="1" dirty="0">
                <a:solidFill>
                  <a:srgbClr val="00B05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好管家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0" marR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</a:t>
            </a:r>
            <a:r>
              <a:rPr lang="en-US" altLang="zh-CN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若有讲道的，要按着　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神的圣言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讲；若有服侍人的，要按着　</a:t>
            </a:r>
            <a:r>
              <a:rPr lang="zh-CN" altLang="en-US" sz="2800" b="1" dirty="0">
                <a:solidFill>
                  <a:srgbClr val="C00000"/>
                </a:solidFill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神所赐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的力量服侍，</a:t>
            </a:r>
            <a:endParaRPr lang="en-US" altLang="zh-CN" sz="2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叫　神在凡事上因耶稣基督</a:t>
            </a:r>
            <a:r>
              <a:rPr lang="zh-CN" altLang="en-US" sz="3200" b="1" dirty="0">
                <a:solidFill>
                  <a:srgbClr val="FFC000"/>
                </a:solidFill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得荣耀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。原来</a:t>
            </a:r>
            <a:r>
              <a:rPr lang="zh-CN" altLang="en-US" sz="3200" b="1" dirty="0">
                <a:solidFill>
                  <a:srgbClr val="FFC000"/>
                </a:solidFill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荣耀、权能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都是他的，直到</a:t>
            </a:r>
            <a:r>
              <a:rPr lang="zh-CN" altLang="en-US" sz="3200" b="1" dirty="0">
                <a:solidFill>
                  <a:srgbClr val="FFC000"/>
                </a:solidFill>
                <a:effectLst/>
                <a:highlight>
                  <a:srgbClr val="FFFF00"/>
                </a:highligh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永永远远</a:t>
            </a:r>
            <a:r>
              <a:rPr lang="zh-CN" altLang="en-US" sz="2800" dirty="0">
                <a:effectLst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。阿们！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A7D7BC-5F8D-EE76-0D18-39F6F132CC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257800" y="139761"/>
            <a:ext cx="6934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经文：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彼前四章</a:t>
            </a:r>
            <a:r>
              <a:rPr lang="en-US" altLang="zh-CN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7~11</a:t>
            </a:r>
            <a:r>
              <a:rPr lang="zh-CN" altLang="en-US" sz="4800" b="1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zh-CN" altLang="zh-CN" sz="48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7028868" y="139761"/>
            <a:ext cx="5163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分段</a:t>
            </a: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1004936" y="1133825"/>
            <a:ext cx="11095682" cy="51156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上，主来的日子近了。</a:t>
            </a:r>
          </a:p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上节，按恩赐彼此服侍。</a:t>
            </a:r>
            <a:endParaRPr lang="en-US" altLang="zh-CN" sz="3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028700" lvl="1" indent="-5715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第一节：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节下，对神，自守、警醒祷告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028700" lvl="1" indent="-5715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节，对人，活出切实的相爱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028700" lvl="1" indent="-5715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第三节：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上节，对己，按恩赐忠心服侍。</a:t>
            </a:r>
          </a:p>
          <a:p>
            <a:pPr>
              <a:lnSpc>
                <a:spcPct val="200000"/>
              </a:lnSpc>
            </a:pP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第三段：</a:t>
            </a:r>
            <a:r>
              <a:rPr lang="en-US" altLang="zh-CN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en-US" sz="3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下节，荣耀颂。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B332DE-F3FB-23DE-0615-8D213F22297F}"/>
              </a:ext>
            </a:extLst>
          </p:cNvPr>
          <p:cNvSpPr txBox="1"/>
          <p:nvPr/>
        </p:nvSpPr>
        <p:spPr>
          <a:xfrm>
            <a:off x="0" y="6389217"/>
            <a:ext cx="7588313" cy="468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钥节：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4:7】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万物的结局近了，所以你们要谨慎自守，</a:t>
            </a:r>
            <a:r>
              <a:rPr lang="zh-CN" altLang="en-US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警醒祷告</a:t>
            </a: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zh-CN" altLang="zh-CN" sz="1800" dirty="0">
              <a:effectLst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6599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912670" y="113635"/>
            <a:ext cx="52793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背景</a:t>
            </a:r>
            <a:r>
              <a:rPr lang="en-US" altLang="zh-CN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&amp;</a:t>
            </a:r>
            <a:r>
              <a:rPr lang="zh-CN" altLang="en-US" sz="4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n-ea"/>
                <a:sym typeface="+mn-lt"/>
              </a:rPr>
              <a:t>整体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D756E38-44BB-893E-10F4-24648C1F9451}"/>
              </a:ext>
            </a:extLst>
          </p:cNvPr>
          <p:cNvSpPr txBox="1"/>
          <p:nvPr/>
        </p:nvSpPr>
        <p:spPr>
          <a:xfrm>
            <a:off x="571303" y="1103546"/>
            <a:ext cx="11049393" cy="5764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身份：第一章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~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2:9】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惟有你们是被拣选的族类，是有君尊的祭司，是圣洁的国度，是</a:t>
            </a:r>
            <a:r>
              <a:rPr lang="zh-CN" altLang="en-US" sz="16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属　神的子民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，要叫你们宣扬那召你们出黑暗、入奇妙光明者的美德。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生活：第二、三章、四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1~6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节开始阐述做为神的儿女我们在地上生活的一些要求或者命令。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13~17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节，是在讲述我们与社会的关系，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二章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18~20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是讲述我们在职场上的关系，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1~7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，是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讲述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家庭中</a:t>
            </a:r>
            <a:r>
              <a:rPr lang="zh-CN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的关系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8~12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节，群体生活原则（神儿女内部之间）。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三章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13~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四章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6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节，为义受苦（神儿女对外之间）。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末世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&amp;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警诫：四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7~19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劝勉</a:t>
            </a:r>
            <a:r>
              <a:rPr lang="en-US" altLang="zh-CN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&amp;</a:t>
            </a:r>
            <a:r>
              <a:rPr lang="zh-CN" altLang="en-US" sz="2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问安：五章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4383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25A28-91EB-2F98-0834-40647C84A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F93531E-53CF-4A9F-5BE9-1F0059F2C6B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上，主来的日子近了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A552FA6-491B-050A-4A87-695E2F5177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63374" y="1645286"/>
            <a:ext cx="12192000" cy="521271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万物：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所有被造之物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有形、无形的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结局：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结束、实现、达成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神整体的计划完成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如同马拉松最后的冲刺阶段！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近了：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渐渐接近，不能被人为停止。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基督第一次来是隔在结局之间的墙，当过去这道墙就被挪去，我们每人都可能会直面万物结局。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“父母是隔着我们和死亡之间的帘子。当这帘子没有了的时候，就是我们每个人直面死亡的时候。”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-《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百年孤独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》</a:t>
            </a: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必然性：不能被停止，不能被阻碍，按神的计划主动实现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例子：自动扶梯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4E6F8E6-59AE-E87A-E159-B76141DCCC02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万物的结局近了，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2635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47E1D-CB7A-8204-AD83-CB857A03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ED403AB-0CD3-A757-03D6-C52B6E928B4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上，主来的日子近了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1FC0EF1-CE45-BBED-65F7-B16F41F5737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645286"/>
            <a:ext cx="12192000" cy="5212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结局：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具体日子？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24:36】“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但那日子、那时辰，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没有人知道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，连天上的使者也不知道，子也不知道，惟独父知道。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发生什么？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神的儿女：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约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14:3】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我若去为你们预备了地方，就必再来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接你们到我那里去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；我在那里，叫你们也在那里。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不认识神：末日的审判及永远的沉沦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还有机会吗？机会只有一次即今生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22:5】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不再有黑夜，他们也不用灯光、日光，因为主　神要光照他们，他们要作王，直到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永永远远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21:8】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惟有胆怯的、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不信的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、可憎的、杀人的、淫乱的、行邪术的、拜偶像的和一切说谎话的，他们的份就在烧着硫磺的火湖里，这是第二次的死。”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万物结局：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彼后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3:10】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但主的日子要像贼来到一样，那日，天必大有响声废去，有形质的都要被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烈火销化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，地和其上的物都要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烧尽了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彼后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这一切既然都要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如此销化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，你们为人该当怎样圣洁、怎样敬虔，</a:t>
            </a: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彼后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3:12】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切切仰望　神的日子来到。在那日，天被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火烧就销化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了，有形质的都要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被烈火熔化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思想：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对处于现在的我们有什么影响？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7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我们的时间观：我们所拥有的时间是有限的，世界也是暂时的。</a:t>
            </a:r>
            <a:endParaRPr lang="en-US" altLang="zh-CN" sz="27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0BDF87-E978-5ADB-EE46-EF33B94A638C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万物的结局近了，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2022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6E4C4-FE8B-1DE2-AAE2-E6AC10405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75999A61-BE4C-6D22-E41C-62E8E5B5AA3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第一段：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上，主来的日子近了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B8C3195-8878-8A4F-BB52-27C1B3A3989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645286"/>
            <a:ext cx="12192000" cy="5212715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应用：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时间不多了，与主基督相见是令人期盼的。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在苦难中有更大的盼望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时间紧迫性，能为主做工的日子不多了，要殷勤多做主工。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交帐意识，把握机会，使用神给我们的机会或恩赐，竭力多做主工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可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13:34】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这事正如一个人离开本家，寄居外邦，把权柄交给仆人，分派各人当作的工，又吩咐看门的警醒。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不是时间预测，而是救赎历史已经进入终极阶段。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3:10】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我照　神所给我的恩，好像一个聪明的工头，立好了根基，有别人在上面建造，</a:t>
            </a:r>
            <a:r>
              <a:rPr lang="zh-CN" altLang="en-US" sz="28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只是各人要谨慎怎样在上面建造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基督第一次降临开启末世。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基督第二次降临将带来“万物的结局（终结、审判）”。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493F63-CB4B-F548-F4AF-D60B49AF3DC0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万物的结局近了，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9530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9CD6F-B53C-D354-45CE-7B544B27E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C12A338-45FD-EEAA-078D-2644C384313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第二段：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7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下、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8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9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、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10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，</a:t>
            </a:r>
            <a:r>
              <a:rPr lang="en-US" altLang="zh-CN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11</a:t>
            </a:r>
            <a:r>
              <a:rPr lang="zh-CN" altLang="en-US" sz="3200" b="1" kern="1200" dirty="0">
                <a:solidFill>
                  <a:schemeClr val="tx1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cs typeface="+mj-cs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A27BE0B-35CA-6013-DEFB-080F34050F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4409384"/>
            <a:ext cx="12192000" cy="2448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028700" lvl="1" indent="-5715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第一节：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7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节下，对神，自守、警醒祷告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028700" lvl="1" indent="-5715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第二节：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8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9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节，对人，活出切实的相爱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028700" lvl="1" indent="-57150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第三节：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10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、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11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上节，对己，按恩赐忠心服侍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1C53DAF-52E0-7694-CFF4-96434F55B4C5}"/>
              </a:ext>
            </a:extLst>
          </p:cNvPr>
          <p:cNvSpPr txBox="1"/>
          <p:nvPr/>
        </p:nvSpPr>
        <p:spPr>
          <a:xfrm>
            <a:off x="102042" y="1134633"/>
            <a:ext cx="12089958" cy="2665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</a:t>
            </a:r>
            <a:r>
              <a:rPr lang="en-US" altLang="zh-CN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】……</a:t>
            </a:r>
            <a:r>
              <a:rPr lang="zh-CN" altLang="en-US" sz="2000" dirty="0">
                <a:solidFill>
                  <a:schemeClr val="tx2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所以你们要谨慎自守，警醒祷告。</a:t>
            </a:r>
            <a:endParaRPr lang="en-US" altLang="zh-CN" sz="2000" dirty="0">
              <a:solidFill>
                <a:schemeClr val="tx2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4:8】</a:t>
            </a:r>
            <a:r>
              <a:rPr lang="zh-CN" altLang="en-US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最要紧的是彼此切实相爱，因为爱能遮掩许多的罪。</a:t>
            </a:r>
            <a:endParaRPr lang="en-US" altLang="zh-CN" sz="2000" dirty="0">
              <a:solidFill>
                <a:srgbClr val="92D05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4:9】</a:t>
            </a:r>
            <a:r>
              <a:rPr lang="zh-CN" altLang="en-US" sz="2000" dirty="0">
                <a:solidFill>
                  <a:srgbClr val="92D05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你们要互相款待，不发怨言。</a:t>
            </a:r>
            <a:endParaRPr lang="en-US" altLang="zh-CN" sz="2000" dirty="0">
              <a:solidFill>
                <a:srgbClr val="92D05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4:10】</a:t>
            </a:r>
            <a:r>
              <a:rPr lang="zh-CN" altLang="en-US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各人要照所得的恩赐彼此服侍，作　神百般恩赐的好管家。</a:t>
            </a:r>
            <a:endParaRPr lang="en-US" altLang="zh-CN" sz="2000" dirty="0">
              <a:solidFill>
                <a:srgbClr val="0070C0"/>
              </a:solidFill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</a:t>
            </a:r>
            <a:r>
              <a:rPr lang="zh-CN" altLang="en-US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若有讲道的，要按着　神的圣言讲；若有服侍人的，要按着　神所赐的力量服侍，</a:t>
            </a:r>
            <a:r>
              <a:rPr lang="en-US" altLang="zh-CN" sz="2000" dirty="0">
                <a:solidFill>
                  <a:srgbClr val="0070C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77491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8379D-3E94-AD8B-5116-E05A28CF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AFF21F70-6AAD-D43A-8B1E-33F5F98A3C6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BA760AB-66C5-EB28-B9B7-68D764B3E2E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zh-CN" altLang="en-US" sz="1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第一节：</a:t>
            </a:r>
            <a:r>
              <a:rPr lang="en-US" altLang="zh-CN" sz="1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1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节下，对神，警醒祷告</a:t>
            </a:r>
            <a:endParaRPr lang="en-US" altLang="zh-CN" sz="10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属灵要求：心的要求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内在的，在神面前的真实生活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谨慎：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不是属世的处处小心，怕被陷害。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以我们的身份为基点，判断是否合乎神儿女身份。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不放纵自己私欲、不轻乎世界诱惑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以荣耀神为己命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自守：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保守自己的心不沾染世俗污秽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与世界有分别，持守信仰原则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免去一切的贪心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</a:t>
            </a:r>
            <a:r>
              <a:rPr lang="en-US" altLang="zh-CN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12:15】</a:t>
            </a: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于是对众人说：“你们要谨慎自守，免去一切的</a:t>
            </a:r>
            <a:r>
              <a:rPr lang="zh-CN" altLang="en-US" sz="10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贪心</a:t>
            </a: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；因为人的生命</a:t>
            </a:r>
            <a:r>
              <a:rPr lang="zh-CN" altLang="en-US" sz="10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不在乎</a:t>
            </a: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家道丰富。”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4:3】</a:t>
            </a: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因为往日随从外邦人的心意行邪淫、恶欲、醉酒、荒宴、群饮，并可恶拜偶像的事，时候已经够了。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站在属天的角度，从末世的角度来看待我们现在的生活，知道我们要“警醒祷告”。</a:t>
            </a:r>
            <a:endParaRPr lang="en-US" altLang="zh-CN" sz="1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在这个充满极端思想、享乐主义和焦虑的世界里，基督徒要有属天的定见，不被时代的洪流冲昏头脑。</a:t>
            </a:r>
            <a:endParaRPr lang="en-US" altLang="zh-CN" sz="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9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F7BC01-6A36-B8C8-2C94-3A11854767D9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】……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所以你们要谨慎自守，警醒祷告。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811995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B3D37-67A3-F7C9-7743-418ACD6A3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1683ECD4-DD15-B629-753C-216DD77CE4C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F2FB74B-8A29-57EB-58DA-0F6BD97FF12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第一节：</a:t>
            </a:r>
            <a:r>
              <a:rPr lang="en-US" altLang="zh-CN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节下，对神，警醒祷告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警醒祷告：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主耶稣多次提醒其门徒。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24:42】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所以，你们要警醒，因为不知道你们的主是哪一天来到。</a:t>
            </a: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26:41】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总要警醒祷告，免得入了迷惑，你们心灵固然愿意，肉体却软弱了。”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不警醒，自然就会被迷惑，不进则退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主动抵挡世界诱惑，进入与神同在的祷告。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7:21】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我觉得有个律，就是我愿意为善的时候，便有恶与我同在。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不警醒，不能争战。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警醒是争战的前提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警醒让用属灵的眼光来看待事情，去主动抵挡和争战。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祷告让我们知道不是靠自己，而是神。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弗</a:t>
            </a:r>
            <a:r>
              <a:rPr lang="en-US" altLang="zh-CN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6:12】</a:t>
            </a: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因我们并不是与属血气的争战，乃是与那些执政的、掌权的、管辖这幽暗世界的，以及天空属灵气的恶魔争战（两“争战”原文都作“摔跤”）。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争战对象的强大，让我们不得去依靠神。</a:t>
            </a: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8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18D93CD-A494-29E7-06A1-0ACE83A93CF2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</a:t>
            </a:r>
            <a:r>
              <a:rPr kumimoji="0" lang="zh-CN" alt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</a:t>
            </a:r>
            <a:r>
              <a:rPr kumimoji="0" lang="en-US" altLang="zh-CN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】……</a:t>
            </a:r>
            <a:r>
              <a:rPr kumimoji="0" lang="zh-CN" alt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所以你们要谨慎自守，警醒祷告。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85691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3EE70-7C16-FCB7-17EE-525363A1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6A685A6-06C5-5C7A-26DB-4A7B17D2C04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64FF663-5E38-A47C-FD9A-138A00C17A5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1793284"/>
            <a:ext cx="12192000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zh-CN" altLang="en-US" sz="2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第一节：</a:t>
            </a:r>
            <a:r>
              <a:rPr lang="en-US" altLang="zh-CN" sz="2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20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节下，对神，警醒祷告</a:t>
            </a:r>
            <a:endParaRPr lang="en-US" altLang="zh-CN" sz="20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谨慎自守，警醒祷告：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原文结构显示，“谨慎自守”和“警醒”是为了让我们可以“祷告”。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为什么我们常常觉得祷告很难？为什么我们的祷告常常流于形式？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我们的心被世俗的宴乐、焦虑给“灌醉”了。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一个头脑不清醒、对末世没有危机感的人，是无法发出合神心意的祷告的。 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唯有当我们意识到结局近了，我们才会抓住那最重要的生命线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——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与神交通。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AE4014-CD91-1617-B89F-9EC4B1F7E833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4:7</a:t>
            </a:r>
            <a:r>
              <a:rPr kumimoji="0" lang="zh-CN" alt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下</a:t>
            </a:r>
            <a:r>
              <a:rPr kumimoji="0" lang="en-US" altLang="zh-CN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】……</a:t>
            </a:r>
            <a:r>
              <a:rPr kumimoji="0" lang="zh-CN" altLang="en-US" sz="2000" b="0" i="0" u="none" strike="noStrike" cap="none" spc="0" normalizeH="0" baseline="0" noProof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所以你们要谨慎自守，警醒祷告。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84963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8F4D-BE87-E5FC-AC09-FF0DAEF6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3B0F29E7-C155-2C18-9004-549DFB6A9FC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6021B6-43BB-C01B-2E68-064F5F10284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6096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40000" lnSpcReduction="2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第二节：</a:t>
            </a:r>
            <a:r>
              <a:rPr lang="en-US" altLang="zh-CN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28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节，对人，活出切实的相爱</a:t>
            </a:r>
            <a:endParaRPr lang="en-US" altLang="zh-CN" sz="2800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神儿女间的关系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“最要紧”：爱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圣经多次提及，表示是重要的。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“彼此切实相爱”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切实相爱：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原文：伸展或拉紧，是人奔跑时肌肉的紧绷，运用所有的力量。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引申：尽最大的努力。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强度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竭力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牺牲性的，而不感情性。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完全的爱，而不是有保留的爱</a:t>
            </a:r>
            <a:endParaRPr lang="en-US" altLang="zh-CN" sz="3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2228850" lvl="4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3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持续的，不简断的爱</a:t>
            </a: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CF318C-A528-0E3F-2427-2C621B53C4BF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4:8】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最要紧的是彼此切实相爱，因为爱能遮掩许多的罪。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你们要互相款待，不发怨言。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39B6B0-6A06-A68C-F7BF-0C1DE5192E1E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761429" y="1656784"/>
            <a:ext cx="5430571" cy="5203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“最要紧”：爱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基督的爱：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道成肉身、被钉十字架、受死、埋葬、复活、升天。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效法的榜样。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真正饶恕、不凭个人喜好的爱。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遮掩许多的罪：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我们也是被基督的爱所遮掩。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不是无视罪、掩盖罪。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不是轻乎罪，</a:t>
            </a:r>
            <a:r>
              <a:rPr lang="zh-CN" altLang="en-US" sz="1200" b="1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不是能赎罪</a:t>
            </a: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当其不悔改因真理为其痛心，难过。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当其悔改时，能真正饶恕和接纳，因基督也饶恕了我们。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圣经多次提及，表示是重要的。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“彼此切实相爱”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2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不计算人的恶，像包扎伤口一样去遮盖肢体的软弱</a:t>
            </a:r>
            <a:endParaRPr lang="en-US" altLang="zh-CN" sz="12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24311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08637-7BEC-D30F-FF6C-19E4E3CC8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DDD1A73C-23C6-3F3C-47C9-F8449E2F2CAC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83DCEFC-29B6-CF49-4882-A5C0F353A84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2183895"/>
            <a:ext cx="6096000" cy="4674106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第二节：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节，对人，活出切实的相爱</a:t>
            </a:r>
            <a:endParaRPr lang="en-US" altLang="zh-CN" b="1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因爱而有的行动。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“款待”：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彼得时代，款待是极大的代价（接纳受逼迫的流亡者）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尽最大的能力给其帮助。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不是责任，是因爱行动。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因神的爱而生发的帮助。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“互相”：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对群体的要求，不是具体某人。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体现群体间“彼此切实相爱”。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16D501-13D0-BE52-FB35-73B3877C1987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4:8】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最要紧的是彼此切实相爱，因为爱能遮掩许多的罪。</a:t>
            </a:r>
            <a:endParaRPr kumimoji="0" lang="en-US" altLang="zh-CN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kumimoji="0" lang="en-US" altLang="zh-CN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4:9】</a:t>
            </a:r>
            <a:r>
              <a:rPr kumimoji="0" lang="zh-CN" altLang="en-US" sz="2000" b="0" i="0" u="none" strike="noStrike" cap="none" spc="0" normalizeH="0" baseline="0" noProof="0" dirty="0">
                <a:ln>
                  <a:noFill/>
                </a:ln>
                <a:effectLst/>
                <a:uLnTx/>
                <a:uFillTx/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你们要互相款待，不发怨言。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06F0A3-1B45-B962-75AA-1D9321D82C0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50639" y="2419284"/>
            <a:ext cx="6840950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“不发怨言”：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原因是因先爱神。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不看人的反应，而是看神。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因爱神而带出彼此相爱的行动，即前文：互相款待。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人的爱是有限的。当我们付出却没有回报，甚至对方还带来麻烦时，我们就容易抱怨。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不发怨言的款待，才是恩典的记号。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我们款待不是为了换取人的感激，而是为了回应神对我们的恩典。</a:t>
            </a:r>
            <a:endParaRPr lang="en-US" altLang="zh-CN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622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3617-7E0E-0687-CA11-6310D6F88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877163E-D240-6AD0-D1E5-CF2CB3ADF6F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413CF22-EAEA-F968-34F0-21DEB80A3D4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2331893"/>
            <a:ext cx="7876515" cy="452610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114300">
              <a:lnSpc>
                <a:spcPct val="150000"/>
              </a:lnSpc>
              <a:spcAft>
                <a:spcPts val="600"/>
              </a:spcAft>
            </a:pP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第三节：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上节，对己，按恩赐忠心服侍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因爱而有的行动。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对自己的要求。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恩赐：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强调：“白白的赐予”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从神来的，是为服侍教会。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12:14】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身子原不是一个肢体，乃是许多肢体。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为了基督身体的益处而赐下的服侍的能力。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圣灵显在各人身上，是叫人得益处。（林前 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12:7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这一切都是这位圣灵所运行，随己意分给各人的。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 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（林前 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12:11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强调到彼此服侍，彼此配搭，彼此完成身体的功用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教会里没有观众，没有闲站的人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C14D0E-F2E0-11D1-923B-CED553EF772C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各人要照所得的恩赐彼此服侍，作　神百般恩赐的好管家。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若有讲道的，要按着　神的圣言讲；若有服侍人的，要按着　神所赐的力量服侍，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F9FF4EF-7C9A-91FF-FBCE-B9A60C0DFCC7}"/>
              </a:ext>
            </a:extLst>
          </p:cNvPr>
          <p:cNvSpPr txBox="1"/>
          <p:nvPr/>
        </p:nvSpPr>
        <p:spPr>
          <a:xfrm>
            <a:off x="6431203" y="2183895"/>
            <a:ext cx="5760797" cy="3293659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罗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12:3】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我凭着所赐我的恩，对你们各人说：不要看自己过于所当看的，要照着　神所分给各人信心的大小，看得合乎中道。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罗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12:4】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正如我们一个身子上有好些肢体，肢体也不都是一样的用处。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罗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12:5】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我们这许多人，在基督里成为一身，互相联络作肢体，也是如此。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罗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12:6】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按我们所得的恩赐，各有不同。或说预言，就当照着信心的程度说预言；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罗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12:7】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或作执事，就当专一执事；或作教导的，就当专一教导；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罗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12:8】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或作劝化的，就当专一劝化；施舍的，就当诚实；治理的，就当殷勤；怜悯人的，就当甘心。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8495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4C1BE-7793-0D85-075B-B4EAA8270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93B2DD3A-40E1-1197-D9A4-50D13F57BE55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420F7F6-5FFC-FAC1-1BBE-FEEC3CB17AC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2331893"/>
            <a:ext cx="12089958" cy="45261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spcAft>
                <a:spcPts val="600"/>
              </a:spcAft>
            </a:pPr>
            <a:r>
              <a:rPr lang="zh-CN" altLang="en-US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第三节：</a:t>
            </a:r>
            <a:r>
              <a:rPr lang="en-US" altLang="zh-CN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上节，对己，按恩赐忠心服侍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因爱而有的行动。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神百般恩赐的好管家：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强调是责任与忠心，而非占有与滥用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忠心：管家无权挥霍主人的资产，必须按着主人的心意去使用。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12:42】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主说：“谁是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那忠心有见识的管家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，主人派他管理家里的人，按时分粮给他们呢？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4:2】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所求于管家的，是要他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有忠心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责任：才干、金钱、时间、机会，都是神托付给我们的。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太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25:21】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主人说：‘好，你这又良善又忠心的仆人，你在不多的事上有忠心，我要把许多事派你管理，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。’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而非占有与滥用：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771650" lvl="3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路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12:45】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那仆人若心里说，‘我的主人必来得迟’，就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动手打仆人和使女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，并且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吃喝醉酒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工作：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人应当以我们为基督的执事，为　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神奥秘事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的管家。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4:10】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各人要照所得的恩赐彼此服侍，作　神百般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恩赐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的好管家。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1D4392B-7017-8A9B-983E-A591E039FE0E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各人要照所得的恩赐彼此服侍，作　神百般恩赐的好管家。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若有讲道的，要按着　神的圣言讲；若有服侍人的，要按着　神所赐的力量服侍，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767F388-66D9-187B-A91F-99D264DAE03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27668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9B6A-70B8-4081-7D2D-350813624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EC02CA55-3A5C-88AC-F42F-1AB2DF223BA1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第二段：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7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下、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8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9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，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上节，按恩赐彼此服侍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A5CDB12-1DAC-27CD-58F7-D4F70D273C60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2331893"/>
            <a:ext cx="12089958" cy="45261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114300">
              <a:spcAft>
                <a:spcPts val="600"/>
              </a:spcAft>
            </a:pPr>
            <a:r>
              <a:rPr lang="zh-CN" altLang="en-US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第三节：</a:t>
            </a:r>
            <a:r>
              <a:rPr lang="en-US" altLang="zh-CN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10</a:t>
            </a:r>
            <a:r>
              <a:rPr lang="zh-CN" altLang="en-US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、</a:t>
            </a:r>
            <a:r>
              <a:rPr lang="en-US" altLang="zh-CN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14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上节，对己，按恩赐忠心服侍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因爱而有的行动。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神百般恩赐的好管家：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工作：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林前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人应当以我们为基督的执事，为　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神奥秘事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的管家。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彼前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4:10】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各人要照所得的恩赐彼此服侍，作　神百般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恩赐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的好管家。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分类：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讲道的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言语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忠于真理或神的话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771650" lvl="3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末世：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听的人：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提后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4:3】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因为时候要到，人必厌烦纯正的道理，耳朵发痒，就随从自己的情欲，增添好些师傅，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讲的人： 讲自己喜欢的、听众喜欢的，而偏离“神的圣言”或不讲“神的圣言”。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延伸：不只是教会讲台，还包括小组分享、传福音、劝勉等各种与教导有关的场合。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讲“神的圣言”是神百般恩赐的好管家表现之一。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参考的标准：如果讲的内容很受社会大众的欢迎就要小心了。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服侍人的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行动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竭力与对方有益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771650" lvl="3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结局：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为自己：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腓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3:19】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他们的结局就是沉沦，他们的神就是</a:t>
            </a:r>
            <a:r>
              <a:rPr lang="zh-CN" altLang="en-US" sz="1400" dirty="0">
                <a:solidFill>
                  <a:srgbClr val="FF0000"/>
                </a:solidFill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自己的肚腹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，他们以自己的羞辱为荣耀，专以地上的事为念。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2228850" lvl="4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71C354-A0B7-62DE-78D8-AFC6D9F97364}"/>
              </a:ext>
            </a:extLst>
          </p:cNvPr>
          <p:cNvSpPr txBox="1"/>
          <p:nvPr/>
        </p:nvSpPr>
        <p:spPr>
          <a:xfrm>
            <a:off x="102042" y="1134633"/>
            <a:ext cx="12089958" cy="10492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4:10】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各人要照所得的恩赐彼此服侍，作　神百般恩赐的好管家。</a:t>
            </a: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若有讲道的，要按着　神的圣言讲；若有服侍人的，要按着　神所赐的力量服侍，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……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8A29D-0A47-8319-A840-C55A8769994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2877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7D2014-D124-4375-E906-590327E9D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0257B567-A7F4-E8FA-AED1-A6D9A5AC2D1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节下，使神得荣耀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741F06A-1D21-AF5A-329A-1C5BCC25EEB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1793284"/>
            <a:ext cx="12089958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荣耀颂：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“叫神在凡事上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得荣耀”：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神儿女的目的。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基督的救赎，我们成为神的儿女，我们活出基督样式而把荣耀归给神。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唯有藉耶稣才能达成这目的。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“他的”：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不具体到父神还是神子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统一到三一真神，圣父、圣子、圣灵。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“原来”：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这本就是属神的。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神的掌管和不变。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F35B8C-F0A0-5CB9-FF2F-C8C3EED76E55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4:11】……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叫　神在凡事上因耶稣基督得荣耀。原来荣耀、权能都是他的，直到永永远远。阿们！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31A3D4-F186-D0E5-4C4E-ACDFACBB5C0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53724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D78AD-CC20-BA59-E3DD-D2997FF26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4FEB9964-CE49-33F0-A6F6-B03A7B5FCF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第三段：</a:t>
            </a:r>
            <a:r>
              <a:rPr lang="en-US" altLang="zh-CN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11</a:t>
            </a: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节下，使神得荣耀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C513593-3F9E-E57E-C7B6-D69F6EE75DF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1793284"/>
            <a:ext cx="12089958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“荣耀、权能”：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荣耀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名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权能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能力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“永永远远”：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永恒。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“万物的结局近了”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“永永远远”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创造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掌管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堕落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救赎 </a:t>
            </a:r>
            <a:r>
              <a:rPr lang="en-US" altLang="zh-CN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-&gt; </a:t>
            </a: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再来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思想：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4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我们当下是以神的荣耀为我们的人生目的吗？ </a:t>
            </a: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14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0E83F6-0EBF-757C-2D04-AA26416D7984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4:11】……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叫　神在凡事上因耶稣基督得荣耀。原来荣耀、权能都是他的，直到永永远远。阿们！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CF6DF2-DCCA-0263-E039-F177C1F51925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D80D41E7-9678-472A-5E21-28250D264D4F}"/>
              </a:ext>
            </a:extLst>
          </p:cNvPr>
          <p:cNvSpPr/>
          <p:nvPr/>
        </p:nvSpPr>
        <p:spPr>
          <a:xfrm>
            <a:off x="4511040" y="4235107"/>
            <a:ext cx="703757" cy="309732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9DA6EB-F6FC-B2E0-8C28-2FD3193C7FFE}"/>
              </a:ext>
            </a:extLst>
          </p:cNvPr>
          <p:cNvSpPr txBox="1"/>
          <p:nvPr/>
        </p:nvSpPr>
        <p:spPr>
          <a:xfrm>
            <a:off x="5337018" y="4128363"/>
            <a:ext cx="62921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n w="0">
                  <a:solidFill>
                    <a:srgbClr val="FFFF00"/>
                  </a:solidFill>
                </a:ln>
                <a:solidFill>
                  <a:srgbClr val="FFFF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荣耀</a:t>
            </a:r>
            <a:endParaRPr lang="zh-CN" altLang="en-US" sz="2800" dirty="0">
              <a:ln w="0">
                <a:solidFill>
                  <a:srgbClr val="FFFF00"/>
                </a:solidFill>
              </a:ln>
              <a:solidFill>
                <a:srgbClr val="FFFF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561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9FD9D-83DC-482F-4785-8F9B5A1F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>
            <a:extLst>
              <a:ext uri="{FF2B5EF4-FFF2-40B4-BE49-F238E27FC236}">
                <a16:creationId xmlns:a16="http://schemas.microsoft.com/office/drawing/2014/main" id="{806BEFEB-ECB9-77A7-F25C-CA963A83145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511040" y="308692"/>
            <a:ext cx="7680960" cy="6779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3200" b="1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总结：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004E6F7-2AA6-7705-88EF-E3298CAC1C6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-1" y="1793284"/>
            <a:ext cx="12089958" cy="5064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万物的结局近了。这既是一个警告，也是一个安慰。 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这个世界的一切终将被震动，唯有那长存的国度不能被震动。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三个问题作为回应：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1.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你的灵是醒着的吗？还是已经沉睡在世界的宴乐中？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你的爱是切实的吗？你最近一次“用力”去爱、去饶恕、去款待肢体是什么时候？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3. 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你是一个好管家吗？你是在善用恩赐服侍神，还是将恩赐埋藏在地下？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愿我们不仅是听道者，更是行道者。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罗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5:1】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我们既因信称义，就藉着我们的主耶稣基督得与　神相和。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857250" lvl="1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【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雅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2:26】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身体没有灵魂是死的，信心没有行为也是死的。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愿在主再来的那日，我们都能被主称赞说：“好，你这又良善又忠心的仆人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……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可以进来享受你主人的快乐。”（太</a:t>
            </a:r>
            <a:r>
              <a:rPr lang="en-US" altLang="zh-CN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25:21</a:t>
            </a:r>
            <a:r>
              <a:rPr lang="zh-CN" altLang="en-US" sz="1600" dirty="0">
                <a:latin typeface="方正屏显雅宋_GBK" panose="02010600010101010101" pitchFamily="2" charset="-122"/>
                <a:ea typeface="方正屏显雅宋_GBK" panose="02010600010101010101" pitchFamily="2" charset="-122"/>
                <a:sym typeface="+mn-lt"/>
              </a:rPr>
              <a:t>）</a:t>
            </a:r>
            <a:endParaRPr lang="en-US" altLang="zh-CN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  <a:p>
            <a:pPr marL="1314450" lvl="2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zh-CN" altLang="en-US" sz="16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4B2C8A-798F-8FF5-F69A-102E5FBF248C}"/>
              </a:ext>
            </a:extLst>
          </p:cNvPr>
          <p:cNvSpPr txBox="1"/>
          <p:nvPr/>
        </p:nvSpPr>
        <p:spPr>
          <a:xfrm>
            <a:off x="102042" y="1134633"/>
            <a:ext cx="12089958" cy="510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fontAlgn="auto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【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彼前</a:t>
            </a:r>
            <a:r>
              <a:rPr lang="en-US" altLang="zh-CN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4:11】……</a:t>
            </a:r>
            <a:r>
              <a:rPr lang="zh-CN" altLang="en-US" sz="2000" dirty="0">
                <a:latin typeface="方正屏显雅宋_GBK" panose="02010600010101010101" pitchFamily="2" charset="-122"/>
                <a:ea typeface="方正屏显雅宋_GBK" panose="02010600010101010101" pitchFamily="2" charset="-122"/>
              </a:rPr>
              <a:t>叫　神在凡事上因耶稣基督得荣耀。原来荣耀、权能都是他的，直到永永远远。阿们！</a:t>
            </a:r>
            <a:endParaRPr kumimoji="0" lang="zh-CN" altLang="en-US" sz="2000" b="0" i="0" u="none" strike="noStrike" cap="none" spc="0" normalizeH="0" baseline="0" noProof="0" dirty="0">
              <a:ln>
                <a:noFill/>
              </a:ln>
              <a:effectLst/>
              <a:uLnTx/>
              <a:uFillTx/>
              <a:latin typeface="方正屏显雅宋_GBK" panose="02010600010101010101" pitchFamily="2" charset="-122"/>
              <a:ea typeface="方正屏显雅宋_GBK" panose="0201060001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FEB7C1-1655-29B3-6D7A-A2FDFE6F099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432531" y="3018072"/>
            <a:ext cx="7148767" cy="46741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00050" indent="-285750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l"/>
            </a:pPr>
            <a:endParaRPr lang="en-US" altLang="zh-CN" sz="2000" dirty="0">
              <a:latin typeface="方正屏显雅宋_GBK" panose="02010600010101010101" pitchFamily="2" charset="-122"/>
              <a:ea typeface="方正屏显雅宋_GBK" panose="02010600010101010101" pitchFamily="2" charset="-122"/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674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635000" y="640823"/>
            <a:ext cx="3418659" cy="5583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zh-CN" altLang="en-US" sz="60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+mn-lt"/>
              </a:rPr>
              <a:t>问题？</a:t>
            </a:r>
          </a:p>
        </p:txBody>
      </p:sp>
      <p:sp>
        <p:nvSpPr>
          <p:cNvPr id="4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7" name="文本框 1">
            <a:extLst>
              <a:ext uri="{FF2B5EF4-FFF2-40B4-BE49-F238E27FC236}">
                <a16:creationId xmlns:a16="http://schemas.microsoft.com/office/drawing/2014/main" id="{C4743AA0-529F-EA4A-5AAF-9A09C2CB0EA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7470222"/>
              </p:ext>
            </p:extLst>
          </p:nvPr>
        </p:nvGraphicFramePr>
        <p:xfrm>
          <a:off x="4323406" y="593816"/>
          <a:ext cx="7868594" cy="55831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93827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2、3、4、5、6、7、8、9、10、11、12、13、14、15"/>
  <p:tag name="KSO_WM_TEMPLATE_SUBCATEGORY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3"/>
  <p:tag name="KSO_WM_SLIDE_TYPE" val="sectionTitle"/>
  <p:tag name="KSO_WM_SLIDE_SUBTYPE" val="pureTxt"/>
  <p:tag name="KSO_WM_SLIDE_ITEM_CNT" val="0"/>
  <p:tag name="KSO_WM_SLIDE_INDEX" val="3"/>
  <p:tag name="KSO_WM_TAG_VERSION" val="1.0"/>
  <p:tag name="KSO_WM_BEAUTIFY_FLAG" val="#wm#"/>
  <p:tag name="KSO_WM_TEMPLATE_CATEGORY" val="custom"/>
  <p:tag name="KSO_WM_TEMPLATE_INDEX" val="20191730"/>
  <p:tag name="KSO_WM_SLIDE_LAYOUT" val="a_b_e"/>
  <p:tag name="KSO_WM_SLIDE_LAYOUT_CNT" val="1_1_1"/>
  <p:tag name="KSO_WM_TEMPLATE_SUBCATEGORY" val="0"/>
  <p:tag name="KSO_WM_FULL_TEXT_BEAUTIFY_COPY_ID" val="150995357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RESET_TEXT" val="01"/>
  <p:tag name="KSO_WM_UNIT_VALUE" val="1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191730_3*e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FULL_TEXT_BEAUTIFY_COPY_ID" val="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6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2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191730_4"/>
  <p:tag name="KSO_WM_SLIDE_ITEM_CNT" val="0"/>
  <p:tag name="KSO_WM_SLIDE_INDEX" val="4"/>
  <p:tag name="KSO_WM_TAG_VERSION" val="1.0"/>
  <p:tag name="KSO_WM_BEAUTIFY_FLAG" val="#wm#"/>
  <p:tag name="KSO_WM_TEMPLATE_CATEGORY" val="custom"/>
  <p:tag name="KSO_WM_TEMPLATE_INDEX" val="20191730"/>
  <p:tag name="KSO_WM_SLIDE_TYPE" val="text"/>
  <p:tag name="KSO_WM_SLIDE_SUBTYPE" val="pureTxt"/>
  <p:tag name="KSO_WM_SLIDE_SIZE" val="861*464"/>
  <p:tag name="KSO_WM_SLIDE_POSITION" val="49*32"/>
  <p:tag name="KSO_WM_SLIDE_LAYOUT" val="a_f"/>
  <p:tag name="KSO_WM_SLIDE_LAYOUT_CNT" val="1_1"/>
  <p:tag name="KSO_WM_TEMPLATE_SUBCATEGORY" val="0"/>
  <p:tag name="KSO_WM_FULL_TEXT_BEAUTIFY_COPY_ID" val="150995371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FULL_TEXT_BEAUTIFY_COPY_ID" val="18"/>
</p:tagLst>
</file>

<file path=ppt/theme/theme1.xml><?xml version="1.0" encoding="utf-8"?>
<a:theme xmlns:a="http://schemas.openxmlformats.org/drawingml/2006/main" name="2_Office 主题​​">
  <a:themeElements>
    <a:clrScheme name="自定义 2">
      <a:dk1>
        <a:srgbClr val="000000"/>
      </a:dk1>
      <a:lt1>
        <a:srgbClr val="FFFFFF"/>
      </a:lt1>
      <a:dk2>
        <a:srgbClr val="00ABE9"/>
      </a:dk2>
      <a:lt2>
        <a:srgbClr val="C6D65B"/>
      </a:lt2>
      <a:accent1>
        <a:srgbClr val="4CC5F0"/>
      </a:accent1>
      <a:accent2>
        <a:srgbClr val="00ABE9"/>
      </a:accent2>
      <a:accent3>
        <a:srgbClr val="C6D65B"/>
      </a:accent3>
      <a:accent4>
        <a:srgbClr val="7DCF87"/>
      </a:accent4>
      <a:accent5>
        <a:srgbClr val="B7CE2F"/>
      </a:accent5>
      <a:accent6>
        <a:srgbClr val="93DCF6"/>
      </a:accent6>
      <a:hlink>
        <a:srgbClr val="BFBFBF"/>
      </a:hlink>
      <a:folHlink>
        <a:srgbClr val="BFBFBF"/>
      </a:folHlink>
    </a:clrScheme>
    <a:fontScheme name="1aydu5ro">
      <a:majorFont>
        <a:latin typeface="Arial"/>
        <a:ea typeface="苹方-简"/>
        <a:cs typeface=""/>
      </a:majorFont>
      <a:minorFont>
        <a:latin typeface="Arial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7888</TotalTime>
  <Words>4049</Words>
  <Application>Microsoft Office PowerPoint</Application>
  <PresentationFormat>宽屏</PresentationFormat>
  <Paragraphs>303</Paragraphs>
  <Slides>21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方正屏显雅宋_GBK</vt:lpstr>
      <vt:lpstr>微软雅黑</vt:lpstr>
      <vt:lpstr>Arial</vt:lpstr>
      <vt:lpstr>Calibri</vt:lpstr>
      <vt:lpstr>Wingdings</vt:lpstr>
      <vt:lpstr>2_Office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Ying Song</dc:creator>
  <cp:lastModifiedBy>李强</cp:lastModifiedBy>
  <cp:revision>23</cp:revision>
  <dcterms:created xsi:type="dcterms:W3CDTF">2019-06-19T02:08:00Z</dcterms:created>
  <dcterms:modified xsi:type="dcterms:W3CDTF">2025-11-22T10:35:45Z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2052-10.8.0.6018</vt:lpwstr>
  </property>
  <property fmtid="{D5CDD505-2E9C-101B-9397-08002B2CF9AE}" pid="3" name="ICV">
    <vt:lpwstr>DAEF22CE9FEB460DB4DF9BEF6398CD7D</vt:lpwstr>
  </property>
</Properties>
</file>