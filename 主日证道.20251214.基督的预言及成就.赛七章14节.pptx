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5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6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9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0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1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2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3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4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5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6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7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8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9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20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21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2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23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24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25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26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27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28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29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30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31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32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33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34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35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560" r:id="rId2"/>
    <p:sldId id="554" r:id="rId3"/>
    <p:sldId id="425" r:id="rId4"/>
    <p:sldId id="598" r:id="rId5"/>
    <p:sldId id="623" r:id="rId6"/>
    <p:sldId id="624" r:id="rId7"/>
    <p:sldId id="625" r:id="rId8"/>
    <p:sldId id="626" r:id="rId9"/>
    <p:sldId id="627" r:id="rId10"/>
    <p:sldId id="628" r:id="rId11"/>
    <p:sldId id="629" r:id="rId12"/>
    <p:sldId id="630" r:id="rId13"/>
    <p:sldId id="631" r:id="rId14"/>
    <p:sldId id="632" r:id="rId15"/>
    <p:sldId id="633" r:id="rId16"/>
    <p:sldId id="634" r:id="rId17"/>
    <p:sldId id="635" r:id="rId18"/>
    <p:sldId id="636" r:id="rId19"/>
    <p:sldId id="637" r:id="rId20"/>
    <p:sldId id="638" r:id="rId21"/>
    <p:sldId id="654" r:id="rId22"/>
    <p:sldId id="639" r:id="rId23"/>
    <p:sldId id="640" r:id="rId24"/>
    <p:sldId id="641" r:id="rId25"/>
    <p:sldId id="643" r:id="rId26"/>
    <p:sldId id="644" r:id="rId27"/>
    <p:sldId id="645" r:id="rId28"/>
    <p:sldId id="646" r:id="rId29"/>
    <p:sldId id="647" r:id="rId30"/>
    <p:sldId id="648" r:id="rId31"/>
    <p:sldId id="649" r:id="rId32"/>
    <p:sldId id="650" r:id="rId33"/>
    <p:sldId id="651" r:id="rId34"/>
    <p:sldId id="652" r:id="rId35"/>
    <p:sldId id="653" r:id="rId36"/>
    <p:sldId id="552" r:id="rId37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3D06"/>
    <a:srgbClr val="F1F1F1"/>
    <a:srgbClr val="1A3A7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AB2BC0-190B-4D0B-9E09-456CD2F71E3F}" v="593" dt="2025-12-13T01:44:17.091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38" autoAdjust="0"/>
  </p:normalViewPr>
  <p:slideViewPr>
    <p:cSldViewPr snapToGrid="0">
      <p:cViewPr varScale="1">
        <p:scale>
          <a:sx n="112" d="100"/>
          <a:sy n="112" d="100"/>
        </p:scale>
        <p:origin x="516" y="108"/>
      </p:cViewPr>
      <p:guideLst>
        <p:guide orient="horz" pos="324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89AB2BC0-190B-4D0B-9E09-456CD2F71E3F}"/>
    <pc:docChg chg="undo custSel addSld delSld modSld">
      <pc:chgData name="强 李" userId="cd6c7ec7188785ae" providerId="LiveId" clId="{89AB2BC0-190B-4D0B-9E09-456CD2F71E3F}" dt="2025-12-13T01:44:21.515" v="2609" actId="122"/>
      <pc:docMkLst>
        <pc:docMk/>
      </pc:docMkLst>
      <pc:sldChg chg="modSp mod">
        <pc:chgData name="强 李" userId="cd6c7ec7188785ae" providerId="LiveId" clId="{89AB2BC0-190B-4D0B-9E09-456CD2F71E3F}" dt="2025-12-12T10:04:16.848" v="364" actId="121"/>
        <pc:sldMkLst>
          <pc:docMk/>
          <pc:sldMk cId="0" sldId="425"/>
        </pc:sldMkLst>
        <pc:spChg chg="mod">
          <ac:chgData name="强 李" userId="cd6c7ec7188785ae" providerId="LiveId" clId="{89AB2BC0-190B-4D0B-9E09-456CD2F71E3F}" dt="2025-12-12T10:04:16.848" v="364" actId="121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89AB2BC0-190B-4D0B-9E09-456CD2F71E3F}" dt="2025-12-12T10:04:11.566" v="363" actId="6549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89AB2BC0-190B-4D0B-9E09-456CD2F71E3F}" dt="2025-12-12T12:29:02.649" v="767"/>
        <pc:sldMkLst>
          <pc:docMk/>
          <pc:sldMk cId="419382719" sldId="552"/>
        </pc:sldMkLst>
        <pc:graphicFrameChg chg="mod modGraphic">
          <ac:chgData name="强 李" userId="cd6c7ec7188785ae" providerId="LiveId" clId="{89AB2BC0-190B-4D0B-9E09-456CD2F71E3F}" dt="2025-12-12T12:29:02.649" v="767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addSp modSp mod modAnim">
        <pc:chgData name="强 李" userId="cd6c7ec7188785ae" providerId="LiveId" clId="{89AB2BC0-190B-4D0B-9E09-456CD2F71E3F}" dt="2025-12-12T10:34:15.720" v="375"/>
        <pc:sldMkLst>
          <pc:docMk/>
          <pc:sldMk cId="3418790839" sldId="554"/>
        </pc:sldMkLst>
        <pc:graphicFrameChg chg="mod">
          <ac:chgData name="强 李" userId="cd6c7ec7188785ae" providerId="LiveId" clId="{89AB2BC0-190B-4D0B-9E09-456CD2F71E3F}" dt="2025-12-12T10:01:07.018" v="296"/>
          <ac:graphicFrameMkLst>
            <pc:docMk/>
            <pc:sldMk cId="3418790839" sldId="554"/>
            <ac:graphicFrameMk id="3" creationId="{7EB314CC-7FA2-2824-BC32-28291A20FBE2}"/>
          </ac:graphicFrameMkLst>
        </pc:graphicFrameChg>
        <pc:picChg chg="add mod modCrop">
          <ac:chgData name="强 李" userId="cd6c7ec7188785ae" providerId="LiveId" clId="{89AB2BC0-190B-4D0B-9E09-456CD2F71E3F}" dt="2025-12-12T10:06:10.637" v="374" actId="1076"/>
          <ac:picMkLst>
            <pc:docMk/>
            <pc:sldMk cId="3418790839" sldId="554"/>
            <ac:picMk id="2" creationId="{B508F020-9F94-F433-7BE6-3110B06F5858}"/>
          </ac:picMkLst>
        </pc:picChg>
      </pc:sldChg>
      <pc:sldChg chg="addSp delSp modSp mod">
        <pc:chgData name="强 李" userId="cd6c7ec7188785ae" providerId="LiveId" clId="{89AB2BC0-190B-4D0B-9E09-456CD2F71E3F}" dt="2025-12-12T09:59:04.715" v="219" actId="404"/>
        <pc:sldMkLst>
          <pc:docMk/>
          <pc:sldMk cId="1911491714" sldId="560"/>
        </pc:sldMkLst>
        <pc:spChg chg="ord">
          <ac:chgData name="强 李" userId="cd6c7ec7188785ae" providerId="LiveId" clId="{89AB2BC0-190B-4D0B-9E09-456CD2F71E3F}" dt="2025-12-12T09:53:40.661" v="43" actId="26606"/>
          <ac:spMkLst>
            <pc:docMk/>
            <pc:sldMk cId="1911491714" sldId="560"/>
            <ac:spMk id="2" creationId="{24DE42EC-EC44-2699-E5D1-55EC7E299B2B}"/>
          </ac:spMkLst>
        </pc:spChg>
        <pc:spChg chg="mod ord">
          <ac:chgData name="强 李" userId="cd6c7ec7188785ae" providerId="LiveId" clId="{89AB2BC0-190B-4D0B-9E09-456CD2F71E3F}" dt="2025-12-12T09:59:04.715" v="219" actId="404"/>
          <ac:spMkLst>
            <pc:docMk/>
            <pc:sldMk cId="1911491714" sldId="560"/>
            <ac:spMk id="4" creationId="{00000000-0000-0000-0000-000000000000}"/>
          </ac:spMkLst>
        </pc:spChg>
        <pc:spChg chg="add del">
          <ac:chgData name="强 李" userId="cd6c7ec7188785ae" providerId="LiveId" clId="{89AB2BC0-190B-4D0B-9E09-456CD2F71E3F}" dt="2025-12-12T09:49:23.229" v="29" actId="26606"/>
          <ac:spMkLst>
            <pc:docMk/>
            <pc:sldMk cId="1911491714" sldId="560"/>
            <ac:spMk id="1229" creationId="{86F3FC04-5B5F-4D12-8332-A5B8917F6C46}"/>
          </ac:spMkLst>
        </pc:spChg>
        <pc:spChg chg="add del">
          <ac:chgData name="强 李" userId="cd6c7ec7188785ae" providerId="LiveId" clId="{89AB2BC0-190B-4D0B-9E09-456CD2F71E3F}" dt="2025-12-12T09:48:54.204" v="12" actId="26606"/>
          <ac:spMkLst>
            <pc:docMk/>
            <pc:sldMk cId="1911491714" sldId="560"/>
            <ac:spMk id="1252" creationId="{0A555D20-7E4D-42F3-92F0-361897B92BD4}"/>
          </ac:spMkLst>
        </pc:spChg>
        <pc:spChg chg="add del">
          <ac:chgData name="强 李" userId="cd6c7ec7188785ae" providerId="LiveId" clId="{89AB2BC0-190B-4D0B-9E09-456CD2F71E3F}" dt="2025-12-12T09:48:54.204" v="12" actId="26606"/>
          <ac:spMkLst>
            <pc:docMk/>
            <pc:sldMk cId="1911491714" sldId="560"/>
            <ac:spMk id="1254" creationId="{86FEA2A0-6487-486E-B336-D39C827C057B}"/>
          </ac:spMkLst>
        </pc:spChg>
        <pc:spChg chg="add del">
          <ac:chgData name="强 李" userId="cd6c7ec7188785ae" providerId="LiveId" clId="{89AB2BC0-190B-4D0B-9E09-456CD2F71E3F}" dt="2025-12-12T09:48:54.204" v="12" actId="26606"/>
          <ac:spMkLst>
            <pc:docMk/>
            <pc:sldMk cId="1911491714" sldId="560"/>
            <ac:spMk id="1256" creationId="{7EDBE90E-4E98-4485-B364-3EE5E0AA8391}"/>
          </ac:spMkLst>
        </pc:spChg>
        <pc:spChg chg="add del">
          <ac:chgData name="强 李" userId="cd6c7ec7188785ae" providerId="LiveId" clId="{89AB2BC0-190B-4D0B-9E09-456CD2F71E3F}" dt="2025-12-12T09:49:06.034" v="16" actId="26606"/>
          <ac:spMkLst>
            <pc:docMk/>
            <pc:sldMk cId="1911491714" sldId="560"/>
            <ac:spMk id="1261" creationId="{8870DEF6-46A2-D4F8-8BE6-91165D93ECC4}"/>
          </ac:spMkLst>
        </pc:spChg>
        <pc:spChg chg="add del">
          <ac:chgData name="强 李" userId="cd6c7ec7188785ae" providerId="LiveId" clId="{89AB2BC0-190B-4D0B-9E09-456CD2F71E3F}" dt="2025-12-12T09:49:07.998" v="18" actId="26606"/>
          <ac:spMkLst>
            <pc:docMk/>
            <pc:sldMk cId="1911491714" sldId="560"/>
            <ac:spMk id="1264" creationId="{70155189-D96C-4527-B0EC-654B946BE615}"/>
          </ac:spMkLst>
        </pc:spChg>
        <pc:spChg chg="add del">
          <ac:chgData name="强 李" userId="cd6c7ec7188785ae" providerId="LiveId" clId="{89AB2BC0-190B-4D0B-9E09-456CD2F71E3F}" dt="2025-12-12T09:49:12.796" v="20" actId="26606"/>
          <ac:spMkLst>
            <pc:docMk/>
            <pc:sldMk cId="1911491714" sldId="560"/>
            <ac:spMk id="1266" creationId="{848F64AA-5BE2-4280-BEFA-DC288118FCCE}"/>
          </ac:spMkLst>
        </pc:spChg>
        <pc:spChg chg="add del">
          <ac:chgData name="强 李" userId="cd6c7ec7188785ae" providerId="LiveId" clId="{89AB2BC0-190B-4D0B-9E09-456CD2F71E3F}" dt="2025-12-12T09:49:14.435" v="22" actId="26606"/>
          <ac:spMkLst>
            <pc:docMk/>
            <pc:sldMk cId="1911491714" sldId="560"/>
            <ac:spMk id="1268" creationId="{7C98A213-5994-475E-B327-DC6EC27FBA8B}"/>
          </ac:spMkLst>
        </pc:spChg>
        <pc:spChg chg="add del">
          <ac:chgData name="强 李" userId="cd6c7ec7188785ae" providerId="LiveId" clId="{89AB2BC0-190B-4D0B-9E09-456CD2F71E3F}" dt="2025-12-12T09:49:14.435" v="22" actId="26606"/>
          <ac:spMkLst>
            <pc:docMk/>
            <pc:sldMk cId="1911491714" sldId="560"/>
            <ac:spMk id="1269" creationId="{4B030A0D-0DAD-4A99-89BB-419527D6A64B}"/>
          </ac:spMkLst>
        </pc:spChg>
        <pc:spChg chg="add del">
          <ac:chgData name="强 李" userId="cd6c7ec7188785ae" providerId="LiveId" clId="{89AB2BC0-190B-4D0B-9E09-456CD2F71E3F}" dt="2025-12-12T09:49:15.741" v="24" actId="26606"/>
          <ac:spMkLst>
            <pc:docMk/>
            <pc:sldMk cId="1911491714" sldId="560"/>
            <ac:spMk id="1271" creationId="{533BF18B-C8A1-400D-BBBD-6103EC90FE1A}"/>
          </ac:spMkLst>
        </pc:spChg>
        <pc:spChg chg="add del">
          <ac:chgData name="强 李" userId="cd6c7ec7188785ae" providerId="LiveId" clId="{89AB2BC0-190B-4D0B-9E09-456CD2F71E3F}" dt="2025-12-12T09:49:15.741" v="24" actId="26606"/>
          <ac:spMkLst>
            <pc:docMk/>
            <pc:sldMk cId="1911491714" sldId="560"/>
            <ac:spMk id="1272" creationId="{99413ED5-9ED4-4772-BCE4-2BCAE6B12E35}"/>
          </ac:spMkLst>
        </pc:spChg>
        <pc:spChg chg="add del">
          <ac:chgData name="强 李" userId="cd6c7ec7188785ae" providerId="LiveId" clId="{89AB2BC0-190B-4D0B-9E09-456CD2F71E3F}" dt="2025-12-12T09:49:15.741" v="24" actId="26606"/>
          <ac:spMkLst>
            <pc:docMk/>
            <pc:sldMk cId="1911491714" sldId="560"/>
            <ac:spMk id="1273" creationId="{04357C93-F0CB-4A1C-8F77-4E9063789819}"/>
          </ac:spMkLst>
        </pc:spChg>
        <pc:spChg chg="add del">
          <ac:chgData name="强 李" userId="cd6c7ec7188785ae" providerId="LiveId" clId="{89AB2BC0-190B-4D0B-9E09-456CD2F71E3F}" dt="2025-12-12T09:49:15.741" v="24" actId="26606"/>
          <ac:spMkLst>
            <pc:docMk/>
            <pc:sldMk cId="1911491714" sldId="560"/>
            <ac:spMk id="1274" creationId="{90F533E9-6690-41A8-A372-4C6C622D028D}"/>
          </ac:spMkLst>
        </pc:spChg>
        <pc:spChg chg="add del">
          <ac:chgData name="强 李" userId="cd6c7ec7188785ae" providerId="LiveId" clId="{89AB2BC0-190B-4D0B-9E09-456CD2F71E3F}" dt="2025-12-12T09:49:21.901" v="26" actId="26606"/>
          <ac:spMkLst>
            <pc:docMk/>
            <pc:sldMk cId="1911491714" sldId="560"/>
            <ac:spMk id="1276" creationId="{0A555D20-7E4D-42F3-92F0-361897B92BD4}"/>
          </ac:spMkLst>
        </pc:spChg>
        <pc:spChg chg="add del">
          <ac:chgData name="强 李" userId="cd6c7ec7188785ae" providerId="LiveId" clId="{89AB2BC0-190B-4D0B-9E09-456CD2F71E3F}" dt="2025-12-12T09:49:21.901" v="26" actId="26606"/>
          <ac:spMkLst>
            <pc:docMk/>
            <pc:sldMk cId="1911491714" sldId="560"/>
            <ac:spMk id="1277" creationId="{86FEA2A0-6487-486E-B336-D39C827C057B}"/>
          </ac:spMkLst>
        </pc:spChg>
        <pc:spChg chg="add del">
          <ac:chgData name="强 李" userId="cd6c7ec7188785ae" providerId="LiveId" clId="{89AB2BC0-190B-4D0B-9E09-456CD2F71E3F}" dt="2025-12-12T09:49:21.901" v="26" actId="26606"/>
          <ac:spMkLst>
            <pc:docMk/>
            <pc:sldMk cId="1911491714" sldId="560"/>
            <ac:spMk id="1278" creationId="{7EDBE90E-4E98-4485-B364-3EE5E0AA8391}"/>
          </ac:spMkLst>
        </pc:spChg>
        <pc:spChg chg="add del">
          <ac:chgData name="强 李" userId="cd6c7ec7188785ae" providerId="LiveId" clId="{89AB2BC0-190B-4D0B-9E09-456CD2F71E3F}" dt="2025-12-12T09:53:40.661" v="43" actId="26606"/>
          <ac:spMkLst>
            <pc:docMk/>
            <pc:sldMk cId="1911491714" sldId="560"/>
            <ac:spMk id="1283" creationId="{0A555D20-7E4D-42F3-92F0-361897B92BD4}"/>
          </ac:spMkLst>
        </pc:spChg>
        <pc:spChg chg="add del">
          <ac:chgData name="强 李" userId="cd6c7ec7188785ae" providerId="LiveId" clId="{89AB2BC0-190B-4D0B-9E09-456CD2F71E3F}" dt="2025-12-12T09:53:40.661" v="43" actId="26606"/>
          <ac:spMkLst>
            <pc:docMk/>
            <pc:sldMk cId="1911491714" sldId="560"/>
            <ac:spMk id="1284" creationId="{86FEA2A0-6487-486E-B336-D39C827C057B}"/>
          </ac:spMkLst>
        </pc:spChg>
        <pc:spChg chg="add del">
          <ac:chgData name="强 李" userId="cd6c7ec7188785ae" providerId="LiveId" clId="{89AB2BC0-190B-4D0B-9E09-456CD2F71E3F}" dt="2025-12-12T09:53:40.661" v="43" actId="26606"/>
          <ac:spMkLst>
            <pc:docMk/>
            <pc:sldMk cId="1911491714" sldId="560"/>
            <ac:spMk id="1285" creationId="{7EDBE90E-4E98-4485-B364-3EE5E0AA8391}"/>
          </ac:spMkLst>
        </pc:spChg>
        <pc:spChg chg="add del">
          <ac:chgData name="强 李" userId="cd6c7ec7188785ae" providerId="LiveId" clId="{89AB2BC0-190B-4D0B-9E09-456CD2F71E3F}" dt="2025-12-12T09:54:07.346" v="48" actId="26606"/>
          <ac:spMkLst>
            <pc:docMk/>
            <pc:sldMk cId="1911491714" sldId="560"/>
            <ac:spMk id="1290" creationId="{AAD8F19F-4A55-467B-BED0-8837659A90A4}"/>
          </ac:spMkLst>
        </pc:spChg>
        <pc:spChg chg="add del">
          <ac:chgData name="强 李" userId="cd6c7ec7188785ae" providerId="LiveId" clId="{89AB2BC0-190B-4D0B-9E09-456CD2F71E3F}" dt="2025-12-12T09:54:07.163" v="47" actId="26606"/>
          <ac:spMkLst>
            <pc:docMk/>
            <pc:sldMk cId="1911491714" sldId="560"/>
            <ac:spMk id="1295" creationId="{848F64AA-5BE2-4280-BEFA-DC288118FCCE}"/>
          </ac:spMkLst>
        </pc:spChg>
        <pc:spChg chg="add del">
          <ac:chgData name="强 李" userId="cd6c7ec7188785ae" providerId="LiveId" clId="{89AB2BC0-190B-4D0B-9E09-456CD2F71E3F}" dt="2025-12-12T09:55:47.441" v="190" actId="26606"/>
          <ac:spMkLst>
            <pc:docMk/>
            <pc:sldMk cId="1911491714" sldId="560"/>
            <ac:spMk id="1302" creationId="{AC8EEB0F-BA72-49AC-956F-331B60FDE79E}"/>
          </ac:spMkLst>
        </pc:spChg>
        <pc:spChg chg="add del">
          <ac:chgData name="强 李" userId="cd6c7ec7188785ae" providerId="LiveId" clId="{89AB2BC0-190B-4D0B-9E09-456CD2F71E3F}" dt="2025-12-12T09:55:43.027" v="186" actId="26606"/>
          <ac:spMkLst>
            <pc:docMk/>
            <pc:sldMk cId="1911491714" sldId="560"/>
            <ac:spMk id="1318" creationId="{4A579C10-2848-4B1F-BC6C-2FAA13CC0869}"/>
          </ac:spMkLst>
        </pc:spChg>
        <pc:spChg chg="add del">
          <ac:chgData name="强 李" userId="cd6c7ec7188785ae" providerId="LiveId" clId="{89AB2BC0-190B-4D0B-9E09-456CD2F71E3F}" dt="2025-12-12T09:55:43.027" v="186" actId="26606"/>
          <ac:spMkLst>
            <pc:docMk/>
            <pc:sldMk cId="1911491714" sldId="560"/>
            <ac:spMk id="1337" creationId="{53E907E0-C634-4384-A098-802B617CB086}"/>
          </ac:spMkLst>
        </pc:spChg>
        <pc:spChg chg="add del">
          <ac:chgData name="强 李" userId="cd6c7ec7188785ae" providerId="LiveId" clId="{89AB2BC0-190B-4D0B-9E09-456CD2F71E3F}" dt="2025-12-12T09:55:47.409" v="189" actId="26606"/>
          <ac:spMkLst>
            <pc:docMk/>
            <pc:sldMk cId="1911491714" sldId="560"/>
            <ac:spMk id="1339" creationId="{AC8EEB0F-BA72-49AC-956F-331B60FDE79E}"/>
          </ac:spMkLst>
        </pc:spChg>
        <pc:spChg chg="add">
          <ac:chgData name="强 李" userId="cd6c7ec7188785ae" providerId="LiveId" clId="{89AB2BC0-190B-4D0B-9E09-456CD2F71E3F}" dt="2025-12-12T09:55:47.441" v="190" actId="26606"/>
          <ac:spMkLst>
            <pc:docMk/>
            <pc:sldMk cId="1911491714" sldId="560"/>
            <ac:spMk id="1355" creationId="{4A579C10-2848-4B1F-BC6C-2FAA13CC0869}"/>
          </ac:spMkLst>
        </pc:spChg>
        <pc:spChg chg="add">
          <ac:chgData name="强 李" userId="cd6c7ec7188785ae" providerId="LiveId" clId="{89AB2BC0-190B-4D0B-9E09-456CD2F71E3F}" dt="2025-12-12T09:55:47.441" v="190" actId="26606"/>
          <ac:spMkLst>
            <pc:docMk/>
            <pc:sldMk cId="1911491714" sldId="560"/>
            <ac:spMk id="1359" creationId="{53E907E0-C634-4384-A098-802B617CB086}"/>
          </ac:spMkLst>
        </pc:spChg>
        <pc:grpChg chg="add del">
          <ac:chgData name="强 李" userId="cd6c7ec7188785ae" providerId="LiveId" clId="{89AB2BC0-190B-4D0B-9E09-456CD2F71E3F}" dt="2025-12-12T09:49:23.229" v="29" actId="26606"/>
          <ac:grpSpMkLst>
            <pc:docMk/>
            <pc:sldMk cId="1911491714" sldId="560"/>
            <ac:grpSpMk id="1231" creationId="{F2BFB731-DC1A-49F1-A139-9EF00AF92F93}"/>
          </ac:grpSpMkLst>
        </pc:grpChg>
        <pc:grpChg chg="add del">
          <ac:chgData name="强 李" userId="cd6c7ec7188785ae" providerId="LiveId" clId="{89AB2BC0-190B-4D0B-9E09-456CD2F71E3F}" dt="2025-12-12T09:49:23.223" v="28" actId="26606"/>
          <ac:grpSpMkLst>
            <pc:docMk/>
            <pc:sldMk cId="1911491714" sldId="560"/>
            <ac:grpSpMk id="1237" creationId="{274E02BE-DAE5-4FE6-8058-4FF1453D2BF1}"/>
          </ac:grpSpMkLst>
        </pc:grpChg>
        <pc:grpChg chg="add del">
          <ac:chgData name="强 李" userId="cd6c7ec7188785ae" providerId="LiveId" clId="{89AB2BC0-190B-4D0B-9E09-456CD2F71E3F}" dt="2025-12-12T09:49:23.223" v="28" actId="26606"/>
          <ac:grpSpMkLst>
            <pc:docMk/>
            <pc:sldMk cId="1911491714" sldId="560"/>
            <ac:grpSpMk id="1243" creationId="{950C8EFF-5510-493B-938E-160923383AE4}"/>
          </ac:grpSpMkLst>
        </pc:grpChg>
        <pc:grpChg chg="add del">
          <ac:chgData name="强 李" userId="cd6c7ec7188785ae" providerId="LiveId" clId="{89AB2BC0-190B-4D0B-9E09-456CD2F71E3F}" dt="2025-12-12T09:49:02.567" v="14" actId="26606"/>
          <ac:grpSpMkLst>
            <pc:docMk/>
            <pc:sldMk cId="1911491714" sldId="560"/>
            <ac:grpSpMk id="1258" creationId="{D533A9FC-8F39-83F1-AB84-DB06379A2395}"/>
          </ac:grpSpMkLst>
        </pc:grpChg>
        <pc:grpChg chg="add del">
          <ac:chgData name="强 李" userId="cd6c7ec7188785ae" providerId="LiveId" clId="{89AB2BC0-190B-4D0B-9E09-456CD2F71E3F}" dt="2025-12-12T09:49:23.223" v="28" actId="26606"/>
          <ac:grpSpMkLst>
            <pc:docMk/>
            <pc:sldMk cId="1911491714" sldId="560"/>
            <ac:grpSpMk id="1280" creationId="{D533A9FC-8F39-83F1-AB84-DB06379A2395}"/>
          </ac:grpSpMkLst>
        </pc:grpChg>
        <pc:grpChg chg="add del">
          <ac:chgData name="强 李" userId="cd6c7ec7188785ae" providerId="LiveId" clId="{89AB2BC0-190B-4D0B-9E09-456CD2F71E3F}" dt="2025-12-12T09:55:47.409" v="189" actId="26606"/>
          <ac:grpSpMkLst>
            <pc:docMk/>
            <pc:sldMk cId="1911491714" sldId="560"/>
            <ac:grpSpMk id="1297" creationId="{54C5F191-28EB-4204-8F9D-2EA49651480F}"/>
          </ac:grpSpMkLst>
        </pc:grpChg>
        <pc:grpChg chg="add del">
          <ac:chgData name="强 李" userId="cd6c7ec7188785ae" providerId="LiveId" clId="{89AB2BC0-190B-4D0B-9E09-456CD2F71E3F}" dt="2025-12-12T09:55:47.409" v="189" actId="26606"/>
          <ac:grpSpMkLst>
            <pc:docMk/>
            <pc:sldMk cId="1911491714" sldId="560"/>
            <ac:grpSpMk id="1303" creationId="{19A5CE6D-B0CD-44A3-A50A-64467EB0712C}"/>
          </ac:grpSpMkLst>
        </pc:grpChg>
        <pc:grpChg chg="add del">
          <ac:chgData name="强 李" userId="cd6c7ec7188785ae" providerId="LiveId" clId="{89AB2BC0-190B-4D0B-9E09-456CD2F71E3F}" dt="2025-12-12T09:55:47.409" v="189" actId="26606"/>
          <ac:grpSpMkLst>
            <pc:docMk/>
            <pc:sldMk cId="1911491714" sldId="560"/>
            <ac:grpSpMk id="1309" creationId="{1F5AD99D-D9DE-4538-B93F-D082821D361E}"/>
          </ac:grpSpMkLst>
        </pc:grpChg>
        <pc:grpChg chg="add del">
          <ac:chgData name="强 李" userId="cd6c7ec7188785ae" providerId="LiveId" clId="{89AB2BC0-190B-4D0B-9E09-456CD2F71E3F}" dt="2025-12-12T09:55:43.027" v="186" actId="26606"/>
          <ac:grpSpMkLst>
            <pc:docMk/>
            <pc:sldMk cId="1911491714" sldId="560"/>
            <ac:grpSpMk id="1326" creationId="{90B5F253-47CA-4D37-A665-988E95640ACA}"/>
          </ac:grpSpMkLst>
        </pc:grpChg>
        <pc:grpChg chg="add del">
          <ac:chgData name="强 李" userId="cd6c7ec7188785ae" providerId="LiveId" clId="{89AB2BC0-190B-4D0B-9E09-456CD2F71E3F}" dt="2025-12-12T09:55:43.027" v="186" actId="26606"/>
          <ac:grpSpMkLst>
            <pc:docMk/>
            <pc:sldMk cId="1911491714" sldId="560"/>
            <ac:grpSpMk id="1332" creationId="{02927767-6598-411B-B8D2-33814750396E}"/>
          </ac:grpSpMkLst>
        </pc:grpChg>
        <pc:grpChg chg="add del">
          <ac:chgData name="强 李" userId="cd6c7ec7188785ae" providerId="LiveId" clId="{89AB2BC0-190B-4D0B-9E09-456CD2F71E3F}" dt="2025-12-12T09:55:47.409" v="189" actId="26606"/>
          <ac:grpSpMkLst>
            <pc:docMk/>
            <pc:sldMk cId="1911491714" sldId="560"/>
            <ac:grpSpMk id="1340" creationId="{54C5F191-28EB-4204-8F9D-2EA49651480F}"/>
          </ac:grpSpMkLst>
        </pc:grpChg>
        <pc:grpChg chg="add del">
          <ac:chgData name="强 李" userId="cd6c7ec7188785ae" providerId="LiveId" clId="{89AB2BC0-190B-4D0B-9E09-456CD2F71E3F}" dt="2025-12-12T09:55:47.409" v="189" actId="26606"/>
          <ac:grpSpMkLst>
            <pc:docMk/>
            <pc:sldMk cId="1911491714" sldId="560"/>
            <ac:grpSpMk id="1345" creationId="{19A5CE6D-B0CD-44A3-A50A-64467EB0712C}"/>
          </ac:grpSpMkLst>
        </pc:grpChg>
        <pc:grpChg chg="add del">
          <ac:chgData name="强 李" userId="cd6c7ec7188785ae" providerId="LiveId" clId="{89AB2BC0-190B-4D0B-9E09-456CD2F71E3F}" dt="2025-12-12T09:55:47.409" v="189" actId="26606"/>
          <ac:grpSpMkLst>
            <pc:docMk/>
            <pc:sldMk cId="1911491714" sldId="560"/>
            <ac:grpSpMk id="1350" creationId="{1F5AD99D-D9DE-4538-B93F-D082821D361E}"/>
          </ac:grpSpMkLst>
        </pc:grpChg>
        <pc:grpChg chg="add">
          <ac:chgData name="强 李" userId="cd6c7ec7188785ae" providerId="LiveId" clId="{89AB2BC0-190B-4D0B-9E09-456CD2F71E3F}" dt="2025-12-12T09:55:47.441" v="190" actId="26606"/>
          <ac:grpSpMkLst>
            <pc:docMk/>
            <pc:sldMk cId="1911491714" sldId="560"/>
            <ac:grpSpMk id="1356" creationId="{6934FE3F-2C9A-47A8-AD41-AE1F3714E032}"/>
          </ac:grpSpMkLst>
        </pc:grpChg>
        <pc:grpChg chg="add">
          <ac:chgData name="强 李" userId="cd6c7ec7188785ae" providerId="LiveId" clId="{89AB2BC0-190B-4D0B-9E09-456CD2F71E3F}" dt="2025-12-12T09:55:47.441" v="190" actId="26606"/>
          <ac:grpSpMkLst>
            <pc:docMk/>
            <pc:sldMk cId="1911491714" sldId="560"/>
            <ac:grpSpMk id="1357" creationId="{90B5F253-47CA-4D37-A665-988E95640ACA}"/>
          </ac:grpSpMkLst>
        </pc:grpChg>
        <pc:grpChg chg="add">
          <ac:chgData name="强 李" userId="cd6c7ec7188785ae" providerId="LiveId" clId="{89AB2BC0-190B-4D0B-9E09-456CD2F71E3F}" dt="2025-12-12T09:55:47.441" v="190" actId="26606"/>
          <ac:grpSpMkLst>
            <pc:docMk/>
            <pc:sldMk cId="1911491714" sldId="560"/>
            <ac:grpSpMk id="1358" creationId="{02927767-6598-411B-B8D2-33814750396E}"/>
          </ac:grpSpMkLst>
        </pc:grpChg>
        <pc:picChg chg="add mod ord">
          <ac:chgData name="强 李" userId="cd6c7ec7188785ae" providerId="LiveId" clId="{89AB2BC0-190B-4D0B-9E09-456CD2F71E3F}" dt="2025-12-12T09:56:34.157" v="210" actId="1076"/>
          <ac:picMkLst>
            <pc:docMk/>
            <pc:sldMk cId="1911491714" sldId="560"/>
            <ac:picMk id="5" creationId="{2F4B5EFC-DECC-6DB1-45E9-EFB6FB40DC00}"/>
          </ac:picMkLst>
        </pc:picChg>
        <pc:picChg chg="del">
          <ac:chgData name="强 李" userId="cd6c7ec7188785ae" providerId="LiveId" clId="{89AB2BC0-190B-4D0B-9E09-456CD2F71E3F}" dt="2025-12-12T09:47:02.609" v="0" actId="478"/>
          <ac:picMkLst>
            <pc:docMk/>
            <pc:sldMk cId="1911491714" sldId="560"/>
            <ac:picMk id="7" creationId="{B4B3094C-B41A-6D4F-9870-4FFBE4C8A3C1}"/>
          </ac:picMkLst>
        </pc:picChg>
        <pc:picChg chg="add mod ord">
          <ac:chgData name="强 李" userId="cd6c7ec7188785ae" providerId="LiveId" clId="{89AB2BC0-190B-4D0B-9E09-456CD2F71E3F}" dt="2025-12-12T09:56:40.797" v="211" actId="1076"/>
          <ac:picMkLst>
            <pc:docMk/>
            <pc:sldMk cId="1911491714" sldId="560"/>
            <ac:picMk id="8" creationId="{D0DB4A06-AECB-76BE-3F22-B63156BBC719}"/>
          </ac:picMkLst>
        </pc:picChg>
        <pc:picChg chg="add mod ord">
          <ac:chgData name="强 李" userId="cd6c7ec7188785ae" providerId="LiveId" clId="{89AB2BC0-190B-4D0B-9E09-456CD2F71E3F}" dt="2025-12-12T09:55:53.299" v="194" actId="1076"/>
          <ac:picMkLst>
            <pc:docMk/>
            <pc:sldMk cId="1911491714" sldId="560"/>
            <ac:picMk id="10" creationId="{39F10674-F7E9-69D6-C694-E0DF2419A097}"/>
          </ac:picMkLst>
        </pc:picChg>
        <pc:picChg chg="add del mod">
          <ac:chgData name="强 李" userId="cd6c7ec7188785ae" providerId="LiveId" clId="{89AB2BC0-190B-4D0B-9E09-456CD2F71E3F}" dt="2025-12-12T09:53:52.760" v="44" actId="478"/>
          <ac:picMkLst>
            <pc:docMk/>
            <pc:sldMk cId="1911491714" sldId="560"/>
            <ac:picMk id="12" creationId="{C4197145-951B-270D-4D39-A680FD124EC4}"/>
          </ac:picMkLst>
        </pc:picChg>
        <pc:picChg chg="add del mod">
          <ac:chgData name="强 李" userId="cd6c7ec7188785ae" providerId="LiveId" clId="{89AB2BC0-190B-4D0B-9E09-456CD2F71E3F}" dt="2025-12-12T09:53:53.879" v="45" actId="478"/>
          <ac:picMkLst>
            <pc:docMk/>
            <pc:sldMk cId="1911491714" sldId="560"/>
            <ac:picMk id="14" creationId="{06D9C973-8BBC-4995-8877-A1694D0FAA69}"/>
          </ac:picMkLst>
        </pc:picChg>
      </pc:sldChg>
      <pc:sldChg chg="modSp mod">
        <pc:chgData name="强 李" userId="cd6c7ec7188785ae" providerId="LiveId" clId="{89AB2BC0-190B-4D0B-9E09-456CD2F71E3F}" dt="2025-12-12T10:54:11.177" v="401" actId="403"/>
        <pc:sldMkLst>
          <pc:docMk/>
          <pc:sldMk cId="3965997736" sldId="598"/>
        </pc:sldMkLst>
        <pc:spChg chg="mod">
          <ac:chgData name="强 李" userId="cd6c7ec7188785ae" providerId="LiveId" clId="{89AB2BC0-190B-4D0B-9E09-456CD2F71E3F}" dt="2025-12-12T10:54:11.177" v="401" actId="403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89AB2BC0-190B-4D0B-9E09-456CD2F71E3F}" dt="2025-12-12T10:48:10.430" v="387" actId="207"/>
          <ac:spMkLst>
            <pc:docMk/>
            <pc:sldMk cId="3965997736" sldId="598"/>
            <ac:spMk id="4" creationId="{B4B332DE-F3FB-23DE-0615-8D213F22297F}"/>
          </ac:spMkLst>
        </pc:spChg>
        <pc:spChg chg="mod">
          <ac:chgData name="强 李" userId="cd6c7ec7188785ae" providerId="LiveId" clId="{89AB2BC0-190B-4D0B-9E09-456CD2F71E3F}" dt="2025-12-12T10:47:35.046" v="382"/>
          <ac:spMkLst>
            <pc:docMk/>
            <pc:sldMk cId="3965997736" sldId="598"/>
            <ac:spMk id="18" creationId="{00000000-0000-0000-0000-000000000000}"/>
          </ac:spMkLst>
        </pc:spChg>
      </pc:sldChg>
      <pc:sldChg chg="modSp del mod">
        <pc:chgData name="强 李" userId="cd6c7ec7188785ae" providerId="LiveId" clId="{89AB2BC0-190B-4D0B-9E09-456CD2F71E3F}" dt="2025-12-12T10:49:56.282" v="394" actId="47"/>
        <pc:sldMkLst>
          <pc:docMk/>
          <pc:sldMk cId="474383694" sldId="602"/>
        </pc:sldMkLst>
        <pc:spChg chg="mod">
          <ac:chgData name="强 李" userId="cd6c7ec7188785ae" providerId="LiveId" clId="{89AB2BC0-190B-4D0B-9E09-456CD2F71E3F}" dt="2025-12-12T10:49:43.463" v="391" actId="14100"/>
          <ac:spMkLst>
            <pc:docMk/>
            <pc:sldMk cId="474383694" sldId="602"/>
            <ac:spMk id="18" creationId="{00000000-0000-0000-0000-000000000000}"/>
          </ac:spMkLst>
        </pc:spChg>
      </pc:sldChg>
      <pc:sldChg chg="modSp mod">
        <pc:chgData name="强 李" userId="cd6c7ec7188785ae" providerId="LiveId" clId="{89AB2BC0-190B-4D0B-9E09-456CD2F71E3F}" dt="2025-12-13T01:19:25.735" v="2187" actId="113"/>
        <pc:sldMkLst>
          <pc:docMk/>
          <pc:sldMk cId="2152635545" sldId="623"/>
        </pc:sldMkLst>
        <pc:spChg chg="mod">
          <ac:chgData name="强 李" userId="cd6c7ec7188785ae" providerId="LiveId" clId="{89AB2BC0-190B-4D0B-9E09-456CD2F71E3F}" dt="2025-12-13T01:19:25.735" v="2187" actId="113"/>
          <ac:spMkLst>
            <pc:docMk/>
            <pc:sldMk cId="2152635545" sldId="623"/>
            <ac:spMk id="2" creationId="{FA552FA6-491B-050A-4A87-695E2F51774D}"/>
          </ac:spMkLst>
        </pc:spChg>
        <pc:spChg chg="mod">
          <ac:chgData name="强 李" userId="cd6c7ec7188785ae" providerId="LiveId" clId="{89AB2BC0-190B-4D0B-9E09-456CD2F71E3F}" dt="2025-12-12T10:50:25.106" v="399"/>
          <ac:spMkLst>
            <pc:docMk/>
            <pc:sldMk cId="2152635545" sldId="623"/>
            <ac:spMk id="6" creationId="{84E6F8E6-59AE-E87A-E159-B76141DCCC02}"/>
          </ac:spMkLst>
        </pc:spChg>
        <pc:spChg chg="mod">
          <ac:chgData name="强 李" userId="cd6c7ec7188785ae" providerId="LiveId" clId="{89AB2BC0-190B-4D0B-9E09-456CD2F71E3F}" dt="2025-12-12T10:49:52.843" v="393"/>
          <ac:spMkLst>
            <pc:docMk/>
            <pc:sldMk cId="2152635545" sldId="623"/>
            <ac:spMk id="18" creationId="{0F93531E-53CF-4A9F-5BE9-1F0059F2C6BB}"/>
          </ac:spMkLst>
        </pc:spChg>
      </pc:sldChg>
      <pc:sldChg chg="modSp add mod">
        <pc:chgData name="强 李" userId="cd6c7ec7188785ae" providerId="LiveId" clId="{89AB2BC0-190B-4D0B-9E09-456CD2F71E3F}" dt="2025-12-13T01:22:33.064" v="2235" actId="27636"/>
        <pc:sldMkLst>
          <pc:docMk/>
          <pc:sldMk cId="34328947" sldId="624"/>
        </pc:sldMkLst>
        <pc:spChg chg="mod">
          <ac:chgData name="强 李" userId="cd6c7ec7188785ae" providerId="LiveId" clId="{89AB2BC0-190B-4D0B-9E09-456CD2F71E3F}" dt="2025-12-13T01:22:33.064" v="2235" actId="27636"/>
          <ac:spMkLst>
            <pc:docMk/>
            <pc:sldMk cId="34328947" sldId="624"/>
            <ac:spMk id="2" creationId="{3B180A88-5FA1-C6D9-560E-F0EFAB4980E5}"/>
          </ac:spMkLst>
        </pc:spChg>
      </pc:sldChg>
      <pc:sldChg chg="modSp add mod">
        <pc:chgData name="强 李" userId="cd6c7ec7188785ae" providerId="LiveId" clId="{89AB2BC0-190B-4D0B-9E09-456CD2F71E3F}" dt="2025-12-13T01:20:24.837" v="2197" actId="6549"/>
        <pc:sldMkLst>
          <pc:docMk/>
          <pc:sldMk cId="862158115" sldId="625"/>
        </pc:sldMkLst>
        <pc:spChg chg="mod">
          <ac:chgData name="强 李" userId="cd6c7ec7188785ae" providerId="LiveId" clId="{89AB2BC0-190B-4D0B-9E09-456CD2F71E3F}" dt="2025-12-13T01:20:24.837" v="2197" actId="6549"/>
          <ac:spMkLst>
            <pc:docMk/>
            <pc:sldMk cId="862158115" sldId="625"/>
            <ac:spMk id="2" creationId="{E51784B9-BBEC-76AA-4B6F-78610C26BE1C}"/>
          </ac:spMkLst>
        </pc:spChg>
      </pc:sldChg>
      <pc:sldChg chg="modSp add mod">
        <pc:chgData name="强 李" userId="cd6c7ec7188785ae" providerId="LiveId" clId="{89AB2BC0-190B-4D0B-9E09-456CD2F71E3F}" dt="2025-12-13T01:22:25.270" v="2233" actId="27636"/>
        <pc:sldMkLst>
          <pc:docMk/>
          <pc:sldMk cId="2676089582" sldId="626"/>
        </pc:sldMkLst>
        <pc:spChg chg="mod">
          <ac:chgData name="强 李" userId="cd6c7ec7188785ae" providerId="LiveId" clId="{89AB2BC0-190B-4D0B-9E09-456CD2F71E3F}" dt="2025-12-13T01:22:25.270" v="2233" actId="27636"/>
          <ac:spMkLst>
            <pc:docMk/>
            <pc:sldMk cId="2676089582" sldId="626"/>
            <ac:spMk id="2" creationId="{129C2A9C-0D7B-B85A-7AC0-75866257E130}"/>
          </ac:spMkLst>
        </pc:spChg>
      </pc:sldChg>
      <pc:sldChg chg="modSp add mod">
        <pc:chgData name="强 李" userId="cd6c7ec7188785ae" providerId="LiveId" clId="{89AB2BC0-190B-4D0B-9E09-456CD2F71E3F}" dt="2025-12-13T01:22:15.883" v="2229" actId="27636"/>
        <pc:sldMkLst>
          <pc:docMk/>
          <pc:sldMk cId="3719509746" sldId="627"/>
        </pc:sldMkLst>
        <pc:spChg chg="mod">
          <ac:chgData name="强 李" userId="cd6c7ec7188785ae" providerId="LiveId" clId="{89AB2BC0-190B-4D0B-9E09-456CD2F71E3F}" dt="2025-12-13T01:22:15.883" v="2229" actId="27636"/>
          <ac:spMkLst>
            <pc:docMk/>
            <pc:sldMk cId="3719509746" sldId="627"/>
            <ac:spMk id="2" creationId="{18BA642F-4EB5-632D-F46B-09176B7EBCB0}"/>
          </ac:spMkLst>
        </pc:spChg>
      </pc:sldChg>
      <pc:sldChg chg="modSp add mod">
        <pc:chgData name="强 李" userId="cd6c7ec7188785ae" providerId="LiveId" clId="{89AB2BC0-190B-4D0B-9E09-456CD2F71E3F}" dt="2025-12-13T01:23:53.751" v="2283" actId="27636"/>
        <pc:sldMkLst>
          <pc:docMk/>
          <pc:sldMk cId="2640374490" sldId="628"/>
        </pc:sldMkLst>
        <pc:spChg chg="mod">
          <ac:chgData name="强 李" userId="cd6c7ec7188785ae" providerId="LiveId" clId="{89AB2BC0-190B-4D0B-9E09-456CD2F71E3F}" dt="2025-12-13T01:23:53.751" v="2283" actId="27636"/>
          <ac:spMkLst>
            <pc:docMk/>
            <pc:sldMk cId="2640374490" sldId="628"/>
            <ac:spMk id="2" creationId="{91A47DEE-8541-9F50-9623-30624A5BD906}"/>
          </ac:spMkLst>
        </pc:spChg>
      </pc:sldChg>
      <pc:sldChg chg="modSp add mod">
        <pc:chgData name="强 李" userId="cd6c7ec7188785ae" providerId="LiveId" clId="{89AB2BC0-190B-4D0B-9E09-456CD2F71E3F}" dt="2025-12-13T01:24:49.634" v="2295" actId="403"/>
        <pc:sldMkLst>
          <pc:docMk/>
          <pc:sldMk cId="2412388345" sldId="629"/>
        </pc:sldMkLst>
        <pc:spChg chg="mod">
          <ac:chgData name="强 李" userId="cd6c7ec7188785ae" providerId="LiveId" clId="{89AB2BC0-190B-4D0B-9E09-456CD2F71E3F}" dt="2025-12-13T01:24:49.634" v="2295" actId="403"/>
          <ac:spMkLst>
            <pc:docMk/>
            <pc:sldMk cId="2412388345" sldId="629"/>
            <ac:spMk id="2" creationId="{50888D0E-7AB2-8A0C-4044-27A20BD31F3F}"/>
          </ac:spMkLst>
        </pc:spChg>
      </pc:sldChg>
      <pc:sldChg chg="addSp delSp modSp add mod">
        <pc:chgData name="强 李" userId="cd6c7ec7188785ae" providerId="LiveId" clId="{89AB2BC0-190B-4D0B-9E09-456CD2F71E3F}" dt="2025-12-13T01:25:04.878" v="2308" actId="403"/>
        <pc:sldMkLst>
          <pc:docMk/>
          <pc:sldMk cId="491306703" sldId="630"/>
        </pc:sldMkLst>
        <pc:spChg chg="mod">
          <ac:chgData name="强 李" userId="cd6c7ec7188785ae" providerId="LiveId" clId="{89AB2BC0-190B-4D0B-9E09-456CD2F71E3F}" dt="2025-12-13T01:25:04.878" v="2308" actId="403"/>
          <ac:spMkLst>
            <pc:docMk/>
            <pc:sldMk cId="491306703" sldId="630"/>
            <ac:spMk id="2" creationId="{494CD48B-25B7-6C94-F450-8764A5772A47}"/>
          </ac:spMkLst>
        </pc:spChg>
        <pc:spChg chg="add del">
          <ac:chgData name="强 李" userId="cd6c7ec7188785ae" providerId="LiveId" clId="{89AB2BC0-190B-4D0B-9E09-456CD2F71E3F}" dt="2025-12-12T14:06:04.953" v="1291" actId="22"/>
          <ac:spMkLst>
            <pc:docMk/>
            <pc:sldMk cId="491306703" sldId="630"/>
            <ac:spMk id="4" creationId="{E886EFC1-58F0-D713-F468-49CD4C033437}"/>
          </ac:spMkLst>
        </pc:spChg>
      </pc:sldChg>
      <pc:sldChg chg="modSp add mod">
        <pc:chgData name="强 李" userId="cd6c7ec7188785ae" providerId="LiveId" clId="{89AB2BC0-190B-4D0B-9E09-456CD2F71E3F}" dt="2025-12-13T01:26:09.678" v="2335" actId="113"/>
        <pc:sldMkLst>
          <pc:docMk/>
          <pc:sldMk cId="4072159631" sldId="631"/>
        </pc:sldMkLst>
        <pc:spChg chg="mod">
          <ac:chgData name="强 李" userId="cd6c7ec7188785ae" providerId="LiveId" clId="{89AB2BC0-190B-4D0B-9E09-456CD2F71E3F}" dt="2025-12-13T01:26:09.678" v="2335" actId="113"/>
          <ac:spMkLst>
            <pc:docMk/>
            <pc:sldMk cId="4072159631" sldId="631"/>
            <ac:spMk id="2" creationId="{2519C861-38CA-F10E-1700-FFBC5D5B5916}"/>
          </ac:spMkLst>
        </pc:spChg>
        <pc:spChg chg="mod">
          <ac:chgData name="强 李" userId="cd6c7ec7188785ae" providerId="LiveId" clId="{89AB2BC0-190B-4D0B-9E09-456CD2F71E3F}" dt="2025-12-13T01:25:51.137" v="2311" actId="207"/>
          <ac:spMkLst>
            <pc:docMk/>
            <pc:sldMk cId="4072159631" sldId="631"/>
            <ac:spMk id="6" creationId="{376B0B3C-5C63-F71C-8771-BE5DC647D5B1}"/>
          </ac:spMkLst>
        </pc:spChg>
        <pc:spChg chg="mod">
          <ac:chgData name="强 李" userId="cd6c7ec7188785ae" providerId="LiveId" clId="{89AB2BC0-190B-4D0B-9E09-456CD2F71E3F}" dt="2025-12-12T14:06:57.849" v="1301"/>
          <ac:spMkLst>
            <pc:docMk/>
            <pc:sldMk cId="4072159631" sldId="631"/>
            <ac:spMk id="18" creationId="{95617183-6884-453F-5D06-85814218DA71}"/>
          </ac:spMkLst>
        </pc:spChg>
      </pc:sldChg>
      <pc:sldChg chg="modSp add mod">
        <pc:chgData name="强 李" userId="cd6c7ec7188785ae" providerId="LiveId" clId="{89AB2BC0-190B-4D0B-9E09-456CD2F71E3F}" dt="2025-12-13T01:26:54.186" v="2342" actId="403"/>
        <pc:sldMkLst>
          <pc:docMk/>
          <pc:sldMk cId="782027408" sldId="632"/>
        </pc:sldMkLst>
        <pc:spChg chg="mod">
          <ac:chgData name="强 李" userId="cd6c7ec7188785ae" providerId="LiveId" clId="{89AB2BC0-190B-4D0B-9E09-456CD2F71E3F}" dt="2025-12-13T01:26:54.186" v="2342" actId="403"/>
          <ac:spMkLst>
            <pc:docMk/>
            <pc:sldMk cId="782027408" sldId="632"/>
            <ac:spMk id="2" creationId="{9DCE5EEA-97B5-E81A-A093-B23590DFB316}"/>
          </ac:spMkLst>
        </pc:spChg>
      </pc:sldChg>
      <pc:sldChg chg="modSp add mod">
        <pc:chgData name="强 李" userId="cd6c7ec7188785ae" providerId="LiveId" clId="{89AB2BC0-190B-4D0B-9E09-456CD2F71E3F}" dt="2025-12-13T01:27:41.634" v="2344" actId="15"/>
        <pc:sldMkLst>
          <pc:docMk/>
          <pc:sldMk cId="624429625" sldId="633"/>
        </pc:sldMkLst>
        <pc:spChg chg="mod">
          <ac:chgData name="强 李" userId="cd6c7ec7188785ae" providerId="LiveId" clId="{89AB2BC0-190B-4D0B-9E09-456CD2F71E3F}" dt="2025-12-13T01:27:41.634" v="2344" actId="15"/>
          <ac:spMkLst>
            <pc:docMk/>
            <pc:sldMk cId="624429625" sldId="633"/>
            <ac:spMk id="2" creationId="{2E90CE40-C1F3-CF29-8361-7C22131EC981}"/>
          </ac:spMkLst>
        </pc:spChg>
      </pc:sldChg>
      <pc:sldChg chg="modSp add mod">
        <pc:chgData name="强 李" userId="cd6c7ec7188785ae" providerId="LiveId" clId="{89AB2BC0-190B-4D0B-9E09-456CD2F71E3F}" dt="2025-12-13T01:28:00.108" v="2361" actId="403"/>
        <pc:sldMkLst>
          <pc:docMk/>
          <pc:sldMk cId="3273918161" sldId="634"/>
        </pc:sldMkLst>
        <pc:spChg chg="mod">
          <ac:chgData name="强 李" userId="cd6c7ec7188785ae" providerId="LiveId" clId="{89AB2BC0-190B-4D0B-9E09-456CD2F71E3F}" dt="2025-12-13T01:28:00.108" v="2361" actId="403"/>
          <ac:spMkLst>
            <pc:docMk/>
            <pc:sldMk cId="3273918161" sldId="634"/>
            <ac:spMk id="2" creationId="{C1F40B6E-18C9-3FEA-08F5-19C4C18BC766}"/>
          </ac:spMkLst>
        </pc:spChg>
        <pc:spChg chg="mod">
          <ac:chgData name="强 李" userId="cd6c7ec7188785ae" providerId="LiveId" clId="{89AB2BC0-190B-4D0B-9E09-456CD2F71E3F}" dt="2025-12-12T14:13:13.160" v="1374" actId="207"/>
          <ac:spMkLst>
            <pc:docMk/>
            <pc:sldMk cId="3273918161" sldId="634"/>
            <ac:spMk id="6" creationId="{307DED92-AC2B-0D6D-C85D-1205C612A5FB}"/>
          </ac:spMkLst>
        </pc:spChg>
      </pc:sldChg>
      <pc:sldChg chg="modSp add mod">
        <pc:chgData name="强 李" userId="cd6c7ec7188785ae" providerId="LiveId" clId="{89AB2BC0-190B-4D0B-9E09-456CD2F71E3F}" dt="2025-12-13T01:28:30.205" v="2364" actId="113"/>
        <pc:sldMkLst>
          <pc:docMk/>
          <pc:sldMk cId="206701316" sldId="635"/>
        </pc:sldMkLst>
        <pc:spChg chg="mod">
          <ac:chgData name="强 李" userId="cd6c7ec7188785ae" providerId="LiveId" clId="{89AB2BC0-190B-4D0B-9E09-456CD2F71E3F}" dt="2025-12-13T01:28:30.205" v="2364" actId="113"/>
          <ac:spMkLst>
            <pc:docMk/>
            <pc:sldMk cId="206701316" sldId="635"/>
            <ac:spMk id="2" creationId="{7C6589C3-A669-2EBB-35B0-CECEEC806838}"/>
          </ac:spMkLst>
        </pc:spChg>
      </pc:sldChg>
      <pc:sldChg chg="modSp add mod">
        <pc:chgData name="强 李" userId="cd6c7ec7188785ae" providerId="LiveId" clId="{89AB2BC0-190B-4D0B-9E09-456CD2F71E3F}" dt="2025-12-13T01:29:26.053" v="2372" actId="27636"/>
        <pc:sldMkLst>
          <pc:docMk/>
          <pc:sldMk cId="3903897721" sldId="636"/>
        </pc:sldMkLst>
        <pc:spChg chg="mod">
          <ac:chgData name="强 李" userId="cd6c7ec7188785ae" providerId="LiveId" clId="{89AB2BC0-190B-4D0B-9E09-456CD2F71E3F}" dt="2025-12-13T01:29:26.053" v="2372" actId="27636"/>
          <ac:spMkLst>
            <pc:docMk/>
            <pc:sldMk cId="3903897721" sldId="636"/>
            <ac:spMk id="2" creationId="{4F92FD89-DD3D-A935-B785-24D0559531E5}"/>
          </ac:spMkLst>
        </pc:spChg>
      </pc:sldChg>
      <pc:sldChg chg="modSp add mod">
        <pc:chgData name="强 李" userId="cd6c7ec7188785ae" providerId="LiveId" clId="{89AB2BC0-190B-4D0B-9E09-456CD2F71E3F}" dt="2025-12-13T01:33:45.243" v="2414" actId="403"/>
        <pc:sldMkLst>
          <pc:docMk/>
          <pc:sldMk cId="3796355793" sldId="637"/>
        </pc:sldMkLst>
        <pc:spChg chg="mod">
          <ac:chgData name="强 李" userId="cd6c7ec7188785ae" providerId="LiveId" clId="{89AB2BC0-190B-4D0B-9E09-456CD2F71E3F}" dt="2025-12-13T01:33:45.243" v="2414" actId="403"/>
          <ac:spMkLst>
            <pc:docMk/>
            <pc:sldMk cId="3796355793" sldId="637"/>
            <ac:spMk id="2" creationId="{DAEFE24D-67C3-831F-FB02-960AB8D3D8B3}"/>
          </ac:spMkLst>
        </pc:spChg>
        <pc:spChg chg="mod">
          <ac:chgData name="强 李" userId="cd6c7ec7188785ae" providerId="LiveId" clId="{89AB2BC0-190B-4D0B-9E09-456CD2F71E3F}" dt="2025-12-12T14:18:56.479" v="1491"/>
          <ac:spMkLst>
            <pc:docMk/>
            <pc:sldMk cId="3796355793" sldId="637"/>
            <ac:spMk id="6" creationId="{9698086E-73EB-96E8-AF6E-B015978E4322}"/>
          </ac:spMkLst>
        </pc:spChg>
      </pc:sldChg>
      <pc:sldChg chg="modSp add mod">
        <pc:chgData name="强 李" userId="cd6c7ec7188785ae" providerId="LiveId" clId="{89AB2BC0-190B-4D0B-9E09-456CD2F71E3F}" dt="2025-12-13T01:33:51.267" v="2417" actId="403"/>
        <pc:sldMkLst>
          <pc:docMk/>
          <pc:sldMk cId="2824572018" sldId="638"/>
        </pc:sldMkLst>
        <pc:spChg chg="mod">
          <ac:chgData name="强 李" userId="cd6c7ec7188785ae" providerId="LiveId" clId="{89AB2BC0-190B-4D0B-9E09-456CD2F71E3F}" dt="2025-12-13T01:33:51.267" v="2417" actId="403"/>
          <ac:spMkLst>
            <pc:docMk/>
            <pc:sldMk cId="2824572018" sldId="638"/>
            <ac:spMk id="2" creationId="{4144EA01-0165-2FD1-014B-E57DFEE568B7}"/>
          </ac:spMkLst>
        </pc:spChg>
      </pc:sldChg>
      <pc:sldChg chg="modSp add mod">
        <pc:chgData name="强 李" userId="cd6c7ec7188785ae" providerId="LiveId" clId="{89AB2BC0-190B-4D0B-9E09-456CD2F71E3F}" dt="2025-12-13T01:34:34.347" v="2433" actId="15"/>
        <pc:sldMkLst>
          <pc:docMk/>
          <pc:sldMk cId="2220343353" sldId="639"/>
        </pc:sldMkLst>
        <pc:spChg chg="mod">
          <ac:chgData name="强 李" userId="cd6c7ec7188785ae" providerId="LiveId" clId="{89AB2BC0-190B-4D0B-9E09-456CD2F71E3F}" dt="2025-12-13T01:34:34.347" v="2433" actId="15"/>
          <ac:spMkLst>
            <pc:docMk/>
            <pc:sldMk cId="2220343353" sldId="639"/>
            <ac:spMk id="2" creationId="{6BA29F25-8342-841F-A73F-3075845F7A04}"/>
          </ac:spMkLst>
        </pc:spChg>
      </pc:sldChg>
      <pc:sldChg chg="modSp add mod">
        <pc:chgData name="强 李" userId="cd6c7ec7188785ae" providerId="LiveId" clId="{89AB2BC0-190B-4D0B-9E09-456CD2F71E3F}" dt="2025-12-13T01:34:53.534" v="2437" actId="113"/>
        <pc:sldMkLst>
          <pc:docMk/>
          <pc:sldMk cId="3746258884" sldId="640"/>
        </pc:sldMkLst>
        <pc:spChg chg="mod">
          <ac:chgData name="强 李" userId="cd6c7ec7188785ae" providerId="LiveId" clId="{89AB2BC0-190B-4D0B-9E09-456CD2F71E3F}" dt="2025-12-13T01:34:53.534" v="2437" actId="113"/>
          <ac:spMkLst>
            <pc:docMk/>
            <pc:sldMk cId="3746258884" sldId="640"/>
            <ac:spMk id="2" creationId="{03FA5680-ED7A-538B-4DC4-2D1B1089892A}"/>
          </ac:spMkLst>
        </pc:spChg>
      </pc:sldChg>
      <pc:sldChg chg="modSp add mod">
        <pc:chgData name="强 李" userId="cd6c7ec7188785ae" providerId="LiveId" clId="{89AB2BC0-190B-4D0B-9E09-456CD2F71E3F}" dt="2025-12-13T01:35:02.486" v="2439" actId="403"/>
        <pc:sldMkLst>
          <pc:docMk/>
          <pc:sldMk cId="2715804808" sldId="641"/>
        </pc:sldMkLst>
        <pc:spChg chg="mod">
          <ac:chgData name="强 李" userId="cd6c7ec7188785ae" providerId="LiveId" clId="{89AB2BC0-190B-4D0B-9E09-456CD2F71E3F}" dt="2025-12-13T01:35:02.486" v="2439" actId="403"/>
          <ac:spMkLst>
            <pc:docMk/>
            <pc:sldMk cId="2715804808" sldId="641"/>
            <ac:spMk id="2" creationId="{6988827C-DCC5-6FFE-EF3C-0AF36DCC3528}"/>
          </ac:spMkLst>
        </pc:spChg>
        <pc:spChg chg="mod">
          <ac:chgData name="强 李" userId="cd6c7ec7188785ae" providerId="LiveId" clId="{89AB2BC0-190B-4D0B-9E09-456CD2F71E3F}" dt="2025-12-12T14:56:40.510" v="2130" actId="13926"/>
          <ac:spMkLst>
            <pc:docMk/>
            <pc:sldMk cId="2715804808" sldId="641"/>
            <ac:spMk id="6" creationId="{5179FAC2-B8E9-E1E5-66B5-AFA387315013}"/>
          </ac:spMkLst>
        </pc:spChg>
      </pc:sldChg>
      <pc:sldChg chg="modSp add del mod">
        <pc:chgData name="强 李" userId="cd6c7ec7188785ae" providerId="LiveId" clId="{89AB2BC0-190B-4D0B-9E09-456CD2F71E3F}" dt="2025-12-13T01:35:09.931" v="2440" actId="47"/>
        <pc:sldMkLst>
          <pc:docMk/>
          <pc:sldMk cId="1180963818" sldId="642"/>
        </pc:sldMkLst>
        <pc:spChg chg="mod">
          <ac:chgData name="强 李" userId="cd6c7ec7188785ae" providerId="LiveId" clId="{89AB2BC0-190B-4D0B-9E09-456CD2F71E3F}" dt="2025-12-12T14:56:44.977" v="2131" actId="13926"/>
          <ac:spMkLst>
            <pc:docMk/>
            <pc:sldMk cId="1180963818" sldId="642"/>
            <ac:spMk id="6" creationId="{1E2C70AC-C2B0-C71A-8329-FC0E3B132FD0}"/>
          </ac:spMkLst>
        </pc:spChg>
      </pc:sldChg>
      <pc:sldChg chg="modSp add mod">
        <pc:chgData name="强 李" userId="cd6c7ec7188785ae" providerId="LiveId" clId="{89AB2BC0-190B-4D0B-9E09-456CD2F71E3F}" dt="2025-12-13T01:35:36.262" v="2449" actId="403"/>
        <pc:sldMkLst>
          <pc:docMk/>
          <pc:sldMk cId="3126616127" sldId="643"/>
        </pc:sldMkLst>
        <pc:spChg chg="mod">
          <ac:chgData name="强 李" userId="cd6c7ec7188785ae" providerId="LiveId" clId="{89AB2BC0-190B-4D0B-9E09-456CD2F71E3F}" dt="2025-12-13T01:35:36.262" v="2449" actId="403"/>
          <ac:spMkLst>
            <pc:docMk/>
            <pc:sldMk cId="3126616127" sldId="643"/>
            <ac:spMk id="2" creationId="{B8B3841B-EBB5-0215-116D-C305545A3429}"/>
          </ac:spMkLst>
        </pc:spChg>
        <pc:spChg chg="mod">
          <ac:chgData name="强 李" userId="cd6c7ec7188785ae" providerId="LiveId" clId="{89AB2BC0-190B-4D0B-9E09-456CD2F71E3F}" dt="2025-12-12T14:56:48.498" v="2132" actId="13926"/>
          <ac:spMkLst>
            <pc:docMk/>
            <pc:sldMk cId="3126616127" sldId="643"/>
            <ac:spMk id="6" creationId="{699128D1-2CF6-D20E-EF83-18DC28511E13}"/>
          </ac:spMkLst>
        </pc:spChg>
      </pc:sldChg>
      <pc:sldChg chg="modSp add mod">
        <pc:chgData name="强 李" userId="cd6c7ec7188785ae" providerId="LiveId" clId="{89AB2BC0-190B-4D0B-9E09-456CD2F71E3F}" dt="2025-12-13T01:36:33.766" v="2465" actId="20577"/>
        <pc:sldMkLst>
          <pc:docMk/>
          <pc:sldMk cId="4205603096" sldId="644"/>
        </pc:sldMkLst>
        <pc:spChg chg="mod">
          <ac:chgData name="强 李" userId="cd6c7ec7188785ae" providerId="LiveId" clId="{89AB2BC0-190B-4D0B-9E09-456CD2F71E3F}" dt="2025-12-13T01:36:33.766" v="2465" actId="20577"/>
          <ac:spMkLst>
            <pc:docMk/>
            <pc:sldMk cId="4205603096" sldId="644"/>
            <ac:spMk id="2" creationId="{3015A275-CEA9-8955-EB0B-B3DE5A41160E}"/>
          </ac:spMkLst>
        </pc:spChg>
        <pc:spChg chg="mod">
          <ac:chgData name="强 李" userId="cd6c7ec7188785ae" providerId="LiveId" clId="{89AB2BC0-190B-4D0B-9E09-456CD2F71E3F}" dt="2025-12-12T14:56:51.980" v="2133" actId="13926"/>
          <ac:spMkLst>
            <pc:docMk/>
            <pc:sldMk cId="4205603096" sldId="644"/>
            <ac:spMk id="6" creationId="{6AC0353C-3839-3C29-8A14-D33C7E2062AF}"/>
          </ac:spMkLst>
        </pc:spChg>
      </pc:sldChg>
      <pc:sldChg chg="modSp add mod">
        <pc:chgData name="强 李" userId="cd6c7ec7188785ae" providerId="LiveId" clId="{89AB2BC0-190B-4D0B-9E09-456CD2F71E3F}" dt="2025-12-13T01:37:56.275" v="2488"/>
        <pc:sldMkLst>
          <pc:docMk/>
          <pc:sldMk cId="1026172127" sldId="645"/>
        </pc:sldMkLst>
        <pc:spChg chg="mod">
          <ac:chgData name="强 李" userId="cd6c7ec7188785ae" providerId="LiveId" clId="{89AB2BC0-190B-4D0B-9E09-456CD2F71E3F}" dt="2025-12-13T01:37:56.275" v="2488"/>
          <ac:spMkLst>
            <pc:docMk/>
            <pc:sldMk cId="1026172127" sldId="645"/>
            <ac:spMk id="2" creationId="{E6047AA8-9E6A-E578-D352-8B3C2A7E3AEB}"/>
          </ac:spMkLst>
        </pc:spChg>
        <pc:spChg chg="mod">
          <ac:chgData name="强 李" userId="cd6c7ec7188785ae" providerId="LiveId" clId="{89AB2BC0-190B-4D0B-9E09-456CD2F71E3F}" dt="2025-12-12T14:56:55.769" v="2134" actId="13926"/>
          <ac:spMkLst>
            <pc:docMk/>
            <pc:sldMk cId="1026172127" sldId="645"/>
            <ac:spMk id="6" creationId="{CE45901A-D4B0-87D6-349F-F5CA1E9DD686}"/>
          </ac:spMkLst>
        </pc:spChg>
      </pc:sldChg>
      <pc:sldChg chg="del">
        <pc:chgData name="强 李" userId="cd6c7ec7188785ae" providerId="LiveId" clId="{89AB2BC0-190B-4D0B-9E09-456CD2F71E3F}" dt="2025-12-12T12:25:38.234" v="461" actId="47"/>
        <pc:sldMkLst>
          <pc:docMk/>
          <pc:sldMk cId="267674501" sldId="646"/>
        </pc:sldMkLst>
      </pc:sldChg>
      <pc:sldChg chg="modSp add mod">
        <pc:chgData name="强 李" userId="cd6c7ec7188785ae" providerId="LiveId" clId="{89AB2BC0-190B-4D0B-9E09-456CD2F71E3F}" dt="2025-12-13T01:38:06.584" v="2490" actId="403"/>
        <pc:sldMkLst>
          <pc:docMk/>
          <pc:sldMk cId="810150077" sldId="646"/>
        </pc:sldMkLst>
        <pc:spChg chg="mod">
          <ac:chgData name="强 李" userId="cd6c7ec7188785ae" providerId="LiveId" clId="{89AB2BC0-190B-4D0B-9E09-456CD2F71E3F}" dt="2025-12-13T01:38:06.584" v="2490" actId="403"/>
          <ac:spMkLst>
            <pc:docMk/>
            <pc:sldMk cId="810150077" sldId="646"/>
            <ac:spMk id="2" creationId="{3AF303F2-3A4C-8913-A88F-5B6354D547DB}"/>
          </ac:spMkLst>
        </pc:spChg>
        <pc:spChg chg="mod">
          <ac:chgData name="强 李" userId="cd6c7ec7188785ae" providerId="LiveId" clId="{89AB2BC0-190B-4D0B-9E09-456CD2F71E3F}" dt="2025-12-12T14:56:59.540" v="2135" actId="13926"/>
          <ac:spMkLst>
            <pc:docMk/>
            <pc:sldMk cId="810150077" sldId="646"/>
            <ac:spMk id="6" creationId="{D9ADC283-302E-7CFC-2DE7-7A4B29BCBC53}"/>
          </ac:spMkLst>
        </pc:spChg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2280762011" sldId="647"/>
        </pc:sldMkLst>
      </pc:sldChg>
      <pc:sldChg chg="modSp add mod">
        <pc:chgData name="强 李" userId="cd6c7ec7188785ae" providerId="LiveId" clId="{89AB2BC0-190B-4D0B-9E09-456CD2F71E3F}" dt="2025-12-13T01:39:00.007" v="2494" actId="403"/>
        <pc:sldMkLst>
          <pc:docMk/>
          <pc:sldMk cId="3261728924" sldId="647"/>
        </pc:sldMkLst>
        <pc:spChg chg="mod">
          <ac:chgData name="强 李" userId="cd6c7ec7188785ae" providerId="LiveId" clId="{89AB2BC0-190B-4D0B-9E09-456CD2F71E3F}" dt="2025-12-13T01:39:00.007" v="2494" actId="403"/>
          <ac:spMkLst>
            <pc:docMk/>
            <pc:sldMk cId="3261728924" sldId="647"/>
            <ac:spMk id="2" creationId="{9BD710CF-A344-405A-77A2-B6DD82B06EFD}"/>
          </ac:spMkLst>
        </pc:spChg>
        <pc:spChg chg="mod">
          <ac:chgData name="强 李" userId="cd6c7ec7188785ae" providerId="LiveId" clId="{89AB2BC0-190B-4D0B-9E09-456CD2F71E3F}" dt="2025-12-12T14:57:03.178" v="2136" actId="13926"/>
          <ac:spMkLst>
            <pc:docMk/>
            <pc:sldMk cId="3261728924" sldId="647"/>
            <ac:spMk id="6" creationId="{69C55733-669F-3DBF-47DB-7E86D09CC172}"/>
          </ac:spMkLst>
        </pc:spChg>
      </pc:sldChg>
      <pc:sldChg chg="modSp add mod">
        <pc:chgData name="强 李" userId="cd6c7ec7188785ae" providerId="LiveId" clId="{89AB2BC0-190B-4D0B-9E09-456CD2F71E3F}" dt="2025-12-13T01:39:47.344" v="2502" actId="20577"/>
        <pc:sldMkLst>
          <pc:docMk/>
          <pc:sldMk cId="1365560622" sldId="648"/>
        </pc:sldMkLst>
        <pc:spChg chg="mod">
          <ac:chgData name="强 李" userId="cd6c7ec7188785ae" providerId="LiveId" clId="{89AB2BC0-190B-4D0B-9E09-456CD2F71E3F}" dt="2025-12-13T01:39:47.344" v="2502" actId="20577"/>
          <ac:spMkLst>
            <pc:docMk/>
            <pc:sldMk cId="1365560622" sldId="648"/>
            <ac:spMk id="2" creationId="{AF3F892F-392D-C91F-3889-8B5147541100}"/>
          </ac:spMkLst>
        </pc:spChg>
        <pc:spChg chg="mod">
          <ac:chgData name="强 李" userId="cd6c7ec7188785ae" providerId="LiveId" clId="{89AB2BC0-190B-4D0B-9E09-456CD2F71E3F}" dt="2025-12-12T14:57:07.287" v="2137" actId="13926"/>
          <ac:spMkLst>
            <pc:docMk/>
            <pc:sldMk cId="1365560622" sldId="648"/>
            <ac:spMk id="6" creationId="{F90F445E-DE8D-48AA-06FB-25A83C05972A}"/>
          </ac:spMkLst>
        </pc:spChg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3619995596" sldId="648"/>
        </pc:sldMkLst>
      </pc:sldChg>
      <pc:sldChg chg="modSp add mod">
        <pc:chgData name="强 李" userId="cd6c7ec7188785ae" providerId="LiveId" clId="{89AB2BC0-190B-4D0B-9E09-456CD2F71E3F}" dt="2025-12-13T01:40:27.071" v="2531"/>
        <pc:sldMkLst>
          <pc:docMk/>
          <pc:sldMk cId="151237789" sldId="649"/>
        </pc:sldMkLst>
        <pc:spChg chg="mod">
          <ac:chgData name="强 李" userId="cd6c7ec7188785ae" providerId="LiveId" clId="{89AB2BC0-190B-4D0B-9E09-456CD2F71E3F}" dt="2025-12-13T01:40:27.071" v="2531"/>
          <ac:spMkLst>
            <pc:docMk/>
            <pc:sldMk cId="151237789" sldId="649"/>
            <ac:spMk id="2" creationId="{6C247CAC-D356-2AE9-10FD-868235DCC0B2}"/>
          </ac:spMkLst>
        </pc:spChg>
        <pc:spChg chg="mod">
          <ac:chgData name="强 李" userId="cd6c7ec7188785ae" providerId="LiveId" clId="{89AB2BC0-190B-4D0B-9E09-456CD2F71E3F}" dt="2025-12-12T14:57:10.361" v="2138" actId="13926"/>
          <ac:spMkLst>
            <pc:docMk/>
            <pc:sldMk cId="151237789" sldId="649"/>
            <ac:spMk id="6" creationId="{F6F2BC33-152A-E5BF-38D0-C83A0EFC3C9A}"/>
          </ac:spMkLst>
        </pc:spChg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2347060528" sldId="649"/>
        </pc:sldMkLst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1272642124" sldId="650"/>
        </pc:sldMkLst>
      </pc:sldChg>
      <pc:sldChg chg="modSp add mod">
        <pc:chgData name="强 李" userId="cd6c7ec7188785ae" providerId="LiveId" clId="{89AB2BC0-190B-4D0B-9E09-456CD2F71E3F}" dt="2025-12-13T01:41:31.585" v="2537" actId="113"/>
        <pc:sldMkLst>
          <pc:docMk/>
          <pc:sldMk cId="2306620569" sldId="650"/>
        </pc:sldMkLst>
        <pc:spChg chg="mod">
          <ac:chgData name="强 李" userId="cd6c7ec7188785ae" providerId="LiveId" clId="{89AB2BC0-190B-4D0B-9E09-456CD2F71E3F}" dt="2025-12-13T01:41:31.585" v="2537" actId="113"/>
          <ac:spMkLst>
            <pc:docMk/>
            <pc:sldMk cId="2306620569" sldId="650"/>
            <ac:spMk id="2" creationId="{B46656C1-8491-B4D6-208B-0DC13DABC448}"/>
          </ac:spMkLst>
        </pc:spChg>
        <pc:spChg chg="mod">
          <ac:chgData name="强 李" userId="cd6c7ec7188785ae" providerId="LiveId" clId="{89AB2BC0-190B-4D0B-9E09-456CD2F71E3F}" dt="2025-12-12T14:57:13.416" v="2139" actId="13926"/>
          <ac:spMkLst>
            <pc:docMk/>
            <pc:sldMk cId="2306620569" sldId="650"/>
            <ac:spMk id="6" creationId="{A493DBC6-D11B-5047-B9DD-9C3BC441DEA5}"/>
          </ac:spMkLst>
        </pc:spChg>
      </pc:sldChg>
      <pc:sldChg chg="modSp add mod">
        <pc:chgData name="强 李" userId="cd6c7ec7188785ae" providerId="LiveId" clId="{89AB2BC0-190B-4D0B-9E09-456CD2F71E3F}" dt="2025-12-13T01:42:41.742" v="2548" actId="15"/>
        <pc:sldMkLst>
          <pc:docMk/>
          <pc:sldMk cId="2489053630" sldId="651"/>
        </pc:sldMkLst>
        <pc:spChg chg="mod">
          <ac:chgData name="强 李" userId="cd6c7ec7188785ae" providerId="LiveId" clId="{89AB2BC0-190B-4D0B-9E09-456CD2F71E3F}" dt="2025-12-13T01:42:41.742" v="2548" actId="15"/>
          <ac:spMkLst>
            <pc:docMk/>
            <pc:sldMk cId="2489053630" sldId="651"/>
            <ac:spMk id="2" creationId="{44E60558-38F3-94EF-598B-B60F34EAECA0}"/>
          </ac:spMkLst>
        </pc:spChg>
        <pc:spChg chg="mod">
          <ac:chgData name="强 李" userId="cd6c7ec7188785ae" providerId="LiveId" clId="{89AB2BC0-190B-4D0B-9E09-456CD2F71E3F}" dt="2025-12-12T14:57:18.305" v="2140" actId="13926"/>
          <ac:spMkLst>
            <pc:docMk/>
            <pc:sldMk cId="2489053630" sldId="651"/>
            <ac:spMk id="6" creationId="{BB08DEA8-B303-C179-FEC8-B5DB4B1AA575}"/>
          </ac:spMkLst>
        </pc:spChg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3139535577" sldId="651"/>
        </pc:sldMkLst>
      </pc:sldChg>
      <pc:sldChg chg="modSp add mod">
        <pc:chgData name="强 李" userId="cd6c7ec7188785ae" providerId="LiveId" clId="{89AB2BC0-190B-4D0B-9E09-456CD2F71E3F}" dt="2025-12-13T01:43:28.082" v="2570" actId="5793"/>
        <pc:sldMkLst>
          <pc:docMk/>
          <pc:sldMk cId="1943769549" sldId="652"/>
        </pc:sldMkLst>
        <pc:spChg chg="mod">
          <ac:chgData name="强 李" userId="cd6c7ec7188785ae" providerId="LiveId" clId="{89AB2BC0-190B-4D0B-9E09-456CD2F71E3F}" dt="2025-12-13T01:43:28.082" v="2570" actId="5793"/>
          <ac:spMkLst>
            <pc:docMk/>
            <pc:sldMk cId="1943769549" sldId="652"/>
            <ac:spMk id="2" creationId="{86F95AC7-C4E4-5CF7-DB62-349747C87BC5}"/>
          </ac:spMkLst>
        </pc:spChg>
        <pc:spChg chg="mod">
          <ac:chgData name="强 李" userId="cd6c7ec7188785ae" providerId="LiveId" clId="{89AB2BC0-190B-4D0B-9E09-456CD2F71E3F}" dt="2025-12-12T14:57:21.392" v="2141" actId="13926"/>
          <ac:spMkLst>
            <pc:docMk/>
            <pc:sldMk cId="1943769549" sldId="652"/>
            <ac:spMk id="6" creationId="{7BA200F0-7304-BD38-F6AA-5C0B77BB7D6F}"/>
          </ac:spMkLst>
        </pc:spChg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4176817463" sldId="652"/>
        </pc:sldMkLst>
      </pc:sldChg>
      <pc:sldChg chg="modSp add mod">
        <pc:chgData name="强 李" userId="cd6c7ec7188785ae" providerId="LiveId" clId="{89AB2BC0-190B-4D0B-9E09-456CD2F71E3F}" dt="2025-12-13T01:44:21.515" v="2609" actId="122"/>
        <pc:sldMkLst>
          <pc:docMk/>
          <pc:sldMk cId="726916319" sldId="653"/>
        </pc:sldMkLst>
        <pc:spChg chg="mod">
          <ac:chgData name="强 李" userId="cd6c7ec7188785ae" providerId="LiveId" clId="{89AB2BC0-190B-4D0B-9E09-456CD2F71E3F}" dt="2025-12-13T01:44:21.515" v="2609" actId="122"/>
          <ac:spMkLst>
            <pc:docMk/>
            <pc:sldMk cId="726916319" sldId="653"/>
            <ac:spMk id="2" creationId="{721AF6C5-09BA-AB16-AC7D-4B2E52F0D099}"/>
          </ac:spMkLst>
        </pc:spChg>
        <pc:spChg chg="mod">
          <ac:chgData name="强 李" userId="cd6c7ec7188785ae" providerId="LiveId" clId="{89AB2BC0-190B-4D0B-9E09-456CD2F71E3F}" dt="2025-12-12T14:57:25.513" v="2142" actId="13926"/>
          <ac:spMkLst>
            <pc:docMk/>
            <pc:sldMk cId="726916319" sldId="653"/>
            <ac:spMk id="6" creationId="{89D18EAD-DD76-8159-799E-2E45D1756AAB}"/>
          </ac:spMkLst>
        </pc:spChg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1395716691" sldId="653"/>
        </pc:sldMkLst>
      </pc:sldChg>
      <pc:sldChg chg="modSp add mod">
        <pc:chgData name="强 李" userId="cd6c7ec7188785ae" providerId="LiveId" clId="{89AB2BC0-190B-4D0B-9E09-456CD2F71E3F}" dt="2025-12-13T01:34:25.049" v="2430" actId="27636"/>
        <pc:sldMkLst>
          <pc:docMk/>
          <pc:sldMk cId="766838291" sldId="654"/>
        </pc:sldMkLst>
        <pc:spChg chg="mod">
          <ac:chgData name="强 李" userId="cd6c7ec7188785ae" providerId="LiveId" clId="{89AB2BC0-190B-4D0B-9E09-456CD2F71E3F}" dt="2025-12-13T01:34:25.049" v="2430" actId="27636"/>
          <ac:spMkLst>
            <pc:docMk/>
            <pc:sldMk cId="766838291" sldId="654"/>
            <ac:spMk id="2" creationId="{2C47C6D8-2E4A-546C-621B-DC0014BEDA02}"/>
          </ac:spMkLst>
        </pc:spChg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988933132" sldId="654"/>
        </pc:sldMkLst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3943131300" sldId="655"/>
        </pc:sldMkLst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3153329516" sldId="656"/>
        </pc:sldMkLst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399401568" sldId="657"/>
        </pc:sldMkLst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3055237795" sldId="658"/>
        </pc:sldMkLst>
      </pc:sldChg>
      <pc:sldChg chg="del">
        <pc:chgData name="强 李" userId="cd6c7ec7188785ae" providerId="LiveId" clId="{89AB2BC0-190B-4D0B-9E09-456CD2F71E3F}" dt="2025-12-12T10:58:16.042" v="460" actId="47"/>
        <pc:sldMkLst>
          <pc:docMk/>
          <pc:sldMk cId="2414208091" sldId="659"/>
        </pc:sldMkLst>
      </pc:sldChg>
    </pc:docChg>
  </pc:docChgLst>
  <pc:docChgLst>
    <pc:chgData name="强 李" userId="cd6c7ec7188785ae" providerId="LiveId" clId="{BE5497D1-93E4-4DCA-866F-B65318029599}"/>
    <pc:docChg chg="undo custSel addSld delSld modSld">
      <pc:chgData name="强 李" userId="cd6c7ec7188785ae" providerId="LiveId" clId="{BE5497D1-93E4-4DCA-866F-B65318029599}" dt="2025-10-11T14:38:24.484" v="3785"/>
      <pc:docMkLst>
        <pc:docMk/>
      </pc:docMkLst>
      <pc:sldChg chg="modSp mod">
        <pc:chgData name="强 李" userId="cd6c7ec7188785ae" providerId="LiveId" clId="{BE5497D1-93E4-4DCA-866F-B65318029599}" dt="2025-10-11T10:13:09.663" v="187" actId="1076"/>
        <pc:sldMkLst>
          <pc:docMk/>
          <pc:sldMk cId="3965997736" sldId="598"/>
        </pc:sldMkLst>
      </pc:sldChg>
      <pc:sldChg chg="modSp mod">
        <pc:chgData name="强 李" userId="cd6c7ec7188785ae" providerId="LiveId" clId="{BE5497D1-93E4-4DCA-866F-B65318029599}" dt="2025-10-11T12:38:05.243" v="348"/>
        <pc:sldMkLst>
          <pc:docMk/>
          <pc:sldMk cId="474383694" sldId="602"/>
        </pc:sldMkLst>
      </pc:sldChg>
      <pc:sldChg chg="modSp mod">
        <pc:chgData name="强 李" userId="cd6c7ec7188785ae" providerId="LiveId" clId="{BE5497D1-93E4-4DCA-866F-B65318029599}" dt="2025-10-11T13:34:26.066" v="940" actId="27636"/>
        <pc:sldMkLst>
          <pc:docMk/>
          <pc:sldMk cId="3312005581" sldId="603"/>
        </pc:sldMkLst>
      </pc:sldChg>
      <pc:sldChg chg="modSp add mod">
        <pc:chgData name="强 李" userId="cd6c7ec7188785ae" providerId="LiveId" clId="{BE5497D1-93E4-4DCA-866F-B65318029599}" dt="2025-10-11T13:37:11.370" v="1097" actId="20577"/>
        <pc:sldMkLst>
          <pc:docMk/>
          <pc:sldMk cId="3947397742" sldId="604"/>
        </pc:sldMkLst>
      </pc:sldChg>
      <pc:sldChg chg="modSp add mod">
        <pc:chgData name="强 李" userId="cd6c7ec7188785ae" providerId="LiveId" clId="{BE5497D1-93E4-4DCA-866F-B65318029599}" dt="2025-10-11T13:43:07.094" v="1351" actId="207"/>
        <pc:sldMkLst>
          <pc:docMk/>
          <pc:sldMk cId="1990415969" sldId="605"/>
        </pc:sldMkLst>
      </pc:sldChg>
      <pc:sldChg chg="modSp add mod">
        <pc:chgData name="强 李" userId="cd6c7ec7188785ae" providerId="LiveId" clId="{BE5497D1-93E4-4DCA-866F-B65318029599}" dt="2025-10-11T13:45:57.128" v="1434" actId="20577"/>
        <pc:sldMkLst>
          <pc:docMk/>
          <pc:sldMk cId="3708620594" sldId="606"/>
        </pc:sldMkLst>
      </pc:sldChg>
      <pc:sldChg chg="modSp add mod">
        <pc:chgData name="强 李" userId="cd6c7ec7188785ae" providerId="LiveId" clId="{BE5497D1-93E4-4DCA-866F-B65318029599}" dt="2025-10-11T13:52:07.395" v="1615"/>
        <pc:sldMkLst>
          <pc:docMk/>
          <pc:sldMk cId="3752360027" sldId="607"/>
        </pc:sldMkLst>
      </pc:sldChg>
      <pc:sldChg chg="modSp add mod">
        <pc:chgData name="强 李" userId="cd6c7ec7188785ae" providerId="LiveId" clId="{BE5497D1-93E4-4DCA-866F-B65318029599}" dt="2025-10-11T13:58:58.704" v="1943" actId="20577"/>
        <pc:sldMkLst>
          <pc:docMk/>
          <pc:sldMk cId="2786634272" sldId="608"/>
        </pc:sldMkLst>
      </pc:sldChg>
      <pc:sldChg chg="modSp add mod">
        <pc:chgData name="强 李" userId="cd6c7ec7188785ae" providerId="LiveId" clId="{BE5497D1-93E4-4DCA-866F-B65318029599}" dt="2025-10-11T14:02:30.513" v="1981" actId="403"/>
        <pc:sldMkLst>
          <pc:docMk/>
          <pc:sldMk cId="2147924010" sldId="609"/>
        </pc:sldMkLst>
      </pc:sldChg>
      <pc:sldChg chg="modSp add mod">
        <pc:chgData name="强 李" userId="cd6c7ec7188785ae" providerId="LiveId" clId="{BE5497D1-93E4-4DCA-866F-B65318029599}" dt="2025-10-11T14:04:29.109" v="2019" actId="20577"/>
        <pc:sldMkLst>
          <pc:docMk/>
          <pc:sldMk cId="3634359352" sldId="610"/>
        </pc:sldMkLst>
      </pc:sldChg>
      <pc:sldChg chg="modSp add mod">
        <pc:chgData name="强 李" userId="cd6c7ec7188785ae" providerId="LiveId" clId="{BE5497D1-93E4-4DCA-866F-B65318029599}" dt="2025-10-11T14:07:38.485" v="2206" actId="20577"/>
        <pc:sldMkLst>
          <pc:docMk/>
          <pc:sldMk cId="3844168252" sldId="611"/>
        </pc:sldMkLst>
      </pc:sldChg>
      <pc:sldChg chg="addSp modSp add mod">
        <pc:chgData name="强 李" userId="cd6c7ec7188785ae" providerId="LiveId" clId="{BE5497D1-93E4-4DCA-866F-B65318029599}" dt="2025-10-11T14:14:03.252" v="2836"/>
        <pc:sldMkLst>
          <pc:docMk/>
          <pc:sldMk cId="1376585543" sldId="612"/>
        </pc:sldMkLst>
      </pc:sldChg>
      <pc:sldChg chg="addSp modSp add mod">
        <pc:chgData name="强 李" userId="cd6c7ec7188785ae" providerId="LiveId" clId="{BE5497D1-93E4-4DCA-866F-B65318029599}" dt="2025-10-11T14:15:01.993" v="2844" actId="208"/>
        <pc:sldMkLst>
          <pc:docMk/>
          <pc:sldMk cId="3557024024" sldId="613"/>
        </pc:sldMkLst>
      </pc:sldChg>
      <pc:sldChg chg="modSp add mod">
        <pc:chgData name="强 李" userId="cd6c7ec7188785ae" providerId="LiveId" clId="{BE5497D1-93E4-4DCA-866F-B65318029599}" dt="2025-10-11T14:18:05.792" v="2892" actId="404"/>
        <pc:sldMkLst>
          <pc:docMk/>
          <pc:sldMk cId="2663860680" sldId="614"/>
        </pc:sldMkLst>
      </pc:sldChg>
      <pc:sldChg chg="modSp add mod">
        <pc:chgData name="强 李" userId="cd6c7ec7188785ae" providerId="LiveId" clId="{BE5497D1-93E4-4DCA-866F-B65318029599}" dt="2025-10-11T14:19:28.451" v="2914" actId="27636"/>
        <pc:sldMkLst>
          <pc:docMk/>
          <pc:sldMk cId="3562621814" sldId="615"/>
        </pc:sldMkLst>
      </pc:sldChg>
      <pc:sldChg chg="modSp add mod">
        <pc:chgData name="强 李" userId="cd6c7ec7188785ae" providerId="LiveId" clId="{BE5497D1-93E4-4DCA-866F-B65318029599}" dt="2025-10-11T14:23:04.134" v="2991" actId="27636"/>
        <pc:sldMkLst>
          <pc:docMk/>
          <pc:sldMk cId="1264471641" sldId="616"/>
        </pc:sldMkLst>
      </pc:sldChg>
      <pc:sldChg chg="modSp add mod">
        <pc:chgData name="强 李" userId="cd6c7ec7188785ae" providerId="LiveId" clId="{BE5497D1-93E4-4DCA-866F-B65318029599}" dt="2025-10-11T14:26:24.648" v="3163"/>
        <pc:sldMkLst>
          <pc:docMk/>
          <pc:sldMk cId="3803959891" sldId="617"/>
        </pc:sldMkLst>
      </pc:sldChg>
      <pc:sldChg chg="modSp add mod">
        <pc:chgData name="强 李" userId="cd6c7ec7188785ae" providerId="LiveId" clId="{BE5497D1-93E4-4DCA-866F-B65318029599}" dt="2025-10-11T14:29:28.786" v="3199"/>
        <pc:sldMkLst>
          <pc:docMk/>
          <pc:sldMk cId="2048242825" sldId="618"/>
        </pc:sldMkLst>
      </pc:sldChg>
      <pc:sldChg chg="modSp add mod">
        <pc:chgData name="强 李" userId="cd6c7ec7188785ae" providerId="LiveId" clId="{BE5497D1-93E4-4DCA-866F-B65318029599}" dt="2025-10-11T14:31:38.252" v="3228"/>
        <pc:sldMkLst>
          <pc:docMk/>
          <pc:sldMk cId="2989059354" sldId="619"/>
        </pc:sldMkLst>
      </pc:sldChg>
      <pc:sldChg chg="modSp add mod">
        <pc:chgData name="强 李" userId="cd6c7ec7188785ae" providerId="LiveId" clId="{BE5497D1-93E4-4DCA-866F-B65318029599}" dt="2025-10-11T14:33:54.580" v="3278" actId="27636"/>
        <pc:sldMkLst>
          <pc:docMk/>
          <pc:sldMk cId="3870421118" sldId="620"/>
        </pc:sldMkLst>
      </pc:sldChg>
      <pc:sldChg chg="modSp add mod">
        <pc:chgData name="强 李" userId="cd6c7ec7188785ae" providerId="LiveId" clId="{BE5497D1-93E4-4DCA-866F-B65318029599}" dt="2025-10-11T14:37:20.970" v="3761"/>
        <pc:sldMkLst>
          <pc:docMk/>
          <pc:sldMk cId="4014174071" sldId="621"/>
        </pc:sldMkLst>
      </pc:sldChg>
    </pc:docChg>
  </pc:docChgLst>
  <pc:docChgLst>
    <pc:chgData name="强 李" userId="cd6c7ec7188785ae" providerId="LiveId" clId="{EBCFE0FE-99A7-4425-B0EC-5A3002F98C50}"/>
    <pc:docChg chg="undo custSel addSld modSld">
      <pc:chgData name="强 李" userId="cd6c7ec7188785ae" providerId="LiveId" clId="{EBCFE0FE-99A7-4425-B0EC-5A3002F98C50}" dt="2025-10-25T12:10:04.021" v="1519" actId="6549"/>
      <pc:docMkLst>
        <pc:docMk/>
      </pc:docMkLst>
      <pc:sldChg chg="modSp mod">
        <pc:chgData name="强 李" userId="cd6c7ec7188785ae" providerId="LiveId" clId="{EBCFE0FE-99A7-4425-B0EC-5A3002F98C50}" dt="2025-10-25T11:51:34.289" v="2" actId="113"/>
        <pc:sldMkLst>
          <pc:docMk/>
          <pc:sldMk cId="0" sldId="425"/>
        </pc:sldMkLst>
      </pc:sldChg>
      <pc:sldChg chg="modSp mod">
        <pc:chgData name="强 李" userId="cd6c7ec7188785ae" providerId="LiveId" clId="{EBCFE0FE-99A7-4425-B0EC-5A3002F98C50}" dt="2025-10-25T11:51:17.422" v="0" actId="20577"/>
        <pc:sldMkLst>
          <pc:docMk/>
          <pc:sldMk cId="3418790839" sldId="554"/>
        </pc:sldMkLst>
      </pc:sldChg>
      <pc:sldChg chg="modSp mod">
        <pc:chgData name="强 李" userId="cd6c7ec7188785ae" providerId="LiveId" clId="{EBCFE0FE-99A7-4425-B0EC-5A3002F98C50}" dt="2025-10-25T11:52:49.963" v="17"/>
        <pc:sldMkLst>
          <pc:docMk/>
          <pc:sldMk cId="474383694" sldId="602"/>
        </pc:sldMkLst>
      </pc:sldChg>
      <pc:sldChg chg="modSp mod">
        <pc:chgData name="强 李" userId="cd6c7ec7188785ae" providerId="LiveId" clId="{EBCFE0FE-99A7-4425-B0EC-5A3002F98C50}" dt="2025-10-25T11:53:29.247" v="21" actId="207"/>
        <pc:sldMkLst>
          <pc:docMk/>
          <pc:sldMk cId="3312005581" sldId="603"/>
        </pc:sldMkLst>
      </pc:sldChg>
      <pc:sldChg chg="modSp mod">
        <pc:chgData name="强 李" userId="cd6c7ec7188785ae" providerId="LiveId" clId="{EBCFE0FE-99A7-4425-B0EC-5A3002F98C50}" dt="2025-10-25T11:53:59.921" v="25" actId="207"/>
        <pc:sldMkLst>
          <pc:docMk/>
          <pc:sldMk cId="3947397742" sldId="604"/>
        </pc:sldMkLst>
      </pc:sldChg>
      <pc:sldChg chg="modSp mod">
        <pc:chgData name="强 李" userId="cd6c7ec7188785ae" providerId="LiveId" clId="{EBCFE0FE-99A7-4425-B0EC-5A3002F98C50}" dt="2025-10-25T11:55:28.291" v="203"/>
        <pc:sldMkLst>
          <pc:docMk/>
          <pc:sldMk cId="1990415969" sldId="605"/>
        </pc:sldMkLst>
      </pc:sldChg>
      <pc:sldChg chg="modSp mod">
        <pc:chgData name="强 李" userId="cd6c7ec7188785ae" providerId="LiveId" clId="{EBCFE0FE-99A7-4425-B0EC-5A3002F98C50}" dt="2025-10-25T11:56:18.038" v="346" actId="207"/>
        <pc:sldMkLst>
          <pc:docMk/>
          <pc:sldMk cId="3708620594" sldId="606"/>
        </pc:sldMkLst>
      </pc:sldChg>
      <pc:sldChg chg="modSp mod">
        <pc:chgData name="强 李" userId="cd6c7ec7188785ae" providerId="LiveId" clId="{EBCFE0FE-99A7-4425-B0EC-5A3002F98C50}" dt="2025-10-25T11:59:20.372" v="875" actId="207"/>
        <pc:sldMkLst>
          <pc:docMk/>
          <pc:sldMk cId="3752360027" sldId="607"/>
        </pc:sldMkLst>
      </pc:sldChg>
      <pc:sldChg chg="modSp mod">
        <pc:chgData name="强 李" userId="cd6c7ec7188785ae" providerId="LiveId" clId="{EBCFE0FE-99A7-4425-B0EC-5A3002F98C50}" dt="2025-10-25T11:59:58.308" v="901"/>
        <pc:sldMkLst>
          <pc:docMk/>
          <pc:sldMk cId="2786634272" sldId="608"/>
        </pc:sldMkLst>
      </pc:sldChg>
      <pc:sldChg chg="modSp mod">
        <pc:chgData name="强 李" userId="cd6c7ec7188785ae" providerId="LiveId" clId="{EBCFE0FE-99A7-4425-B0EC-5A3002F98C50}" dt="2025-10-25T12:01:16.342" v="907"/>
        <pc:sldMkLst>
          <pc:docMk/>
          <pc:sldMk cId="3634359352" sldId="610"/>
        </pc:sldMkLst>
      </pc:sldChg>
      <pc:sldChg chg="addSp modSp mod">
        <pc:chgData name="强 李" userId="cd6c7ec7188785ae" providerId="LiveId" clId="{EBCFE0FE-99A7-4425-B0EC-5A3002F98C50}" dt="2025-10-25T12:09:29.714" v="1508" actId="1076"/>
        <pc:sldMkLst>
          <pc:docMk/>
          <pc:sldMk cId="3844168252" sldId="611"/>
        </pc:sldMkLst>
      </pc:sldChg>
      <pc:sldChg chg="modSp mod">
        <pc:chgData name="强 李" userId="cd6c7ec7188785ae" providerId="LiveId" clId="{EBCFE0FE-99A7-4425-B0EC-5A3002F98C50}" dt="2025-10-25T12:09:38.894" v="1509" actId="207"/>
        <pc:sldMkLst>
          <pc:docMk/>
          <pc:sldMk cId="1376585543" sldId="612"/>
        </pc:sldMkLst>
      </pc:sldChg>
      <pc:sldChg chg="modSp mod">
        <pc:chgData name="强 李" userId="cd6c7ec7188785ae" providerId="LiveId" clId="{EBCFE0FE-99A7-4425-B0EC-5A3002F98C50}" dt="2025-10-25T12:10:04.021" v="1519" actId="6549"/>
        <pc:sldMkLst>
          <pc:docMk/>
          <pc:sldMk cId="3557024024" sldId="613"/>
        </pc:sldMkLst>
      </pc:sldChg>
      <pc:sldChg chg="modSp add mod">
        <pc:chgData name="强 李" userId="cd6c7ec7188785ae" providerId="LiveId" clId="{EBCFE0FE-99A7-4425-B0EC-5A3002F98C50}" dt="2025-10-25T11:59:03.106" v="871"/>
        <pc:sldMkLst>
          <pc:docMk/>
          <pc:sldMk cId="1438733071" sldId="622"/>
        </pc:sldMkLst>
      </pc:sldChg>
    </pc:docChg>
  </pc:docChgLst>
  <pc:docChgLst>
    <pc:chgData name="强 李" userId="cd6c7ec7188785ae" providerId="LiveId" clId="{679AE789-3C55-40EF-A498-9E0F503B8F2B}"/>
    <pc:docChg chg="undo custSel modSld modNotesMaster">
      <pc:chgData name="强 李" userId="cd6c7ec7188785ae" providerId="LiveId" clId="{679AE789-3C55-40EF-A498-9E0F503B8F2B}" dt="2025-10-18T12:49:40.121" v="978"/>
      <pc:docMkLst>
        <pc:docMk/>
      </pc:docMkLst>
      <pc:sldChg chg="addSp delSp modSp mod">
        <pc:chgData name="强 李" userId="cd6c7ec7188785ae" providerId="LiveId" clId="{679AE789-3C55-40EF-A498-9E0F503B8F2B}" dt="2025-10-18T11:32:23.378" v="92" actId="14100"/>
        <pc:sldMkLst>
          <pc:docMk/>
          <pc:sldMk cId="0" sldId="425"/>
        </pc:sldMkLst>
      </pc:sldChg>
      <pc:sldChg chg="modSp mod">
        <pc:chgData name="强 李" userId="cd6c7ec7188785ae" providerId="LiveId" clId="{679AE789-3C55-40EF-A498-9E0F503B8F2B}" dt="2025-10-18T11:30:18.238" v="75"/>
        <pc:sldMkLst>
          <pc:docMk/>
          <pc:sldMk cId="3418790839" sldId="554"/>
        </pc:sldMkLst>
      </pc:sldChg>
      <pc:sldChg chg="modSp mod">
        <pc:chgData name="强 李" userId="cd6c7ec7188785ae" providerId="LiveId" clId="{679AE789-3C55-40EF-A498-9E0F503B8F2B}" dt="2025-10-18T11:33:41.111" v="206"/>
        <pc:sldMkLst>
          <pc:docMk/>
          <pc:sldMk cId="3965997736" sldId="598"/>
        </pc:sldMkLst>
      </pc:sldChg>
      <pc:sldChg chg="modSp mod">
        <pc:chgData name="强 李" userId="cd6c7ec7188785ae" providerId="LiveId" clId="{679AE789-3C55-40EF-A498-9E0F503B8F2B}" dt="2025-10-18T12:29:57.587" v="239" actId="20577"/>
        <pc:sldMkLst>
          <pc:docMk/>
          <pc:sldMk cId="474383694" sldId="602"/>
        </pc:sldMkLst>
      </pc:sldChg>
      <pc:sldChg chg="modSp mod">
        <pc:chgData name="强 李" userId="cd6c7ec7188785ae" providerId="LiveId" clId="{679AE789-3C55-40EF-A498-9E0F503B8F2B}" dt="2025-10-18T11:36:22.884" v="229"/>
        <pc:sldMkLst>
          <pc:docMk/>
          <pc:sldMk cId="3312005581" sldId="603"/>
        </pc:sldMkLst>
      </pc:sldChg>
      <pc:sldChg chg="modSp mod">
        <pc:chgData name="强 李" userId="cd6c7ec7188785ae" providerId="LiveId" clId="{679AE789-3C55-40EF-A498-9E0F503B8F2B}" dt="2025-10-18T12:32:07.607" v="267"/>
        <pc:sldMkLst>
          <pc:docMk/>
          <pc:sldMk cId="1990415969" sldId="605"/>
        </pc:sldMkLst>
      </pc:sldChg>
      <pc:sldChg chg="modSp mod">
        <pc:chgData name="强 李" userId="cd6c7ec7188785ae" providerId="LiveId" clId="{679AE789-3C55-40EF-A498-9E0F503B8F2B}" dt="2025-10-18T12:34:15.907" v="388" actId="20577"/>
        <pc:sldMkLst>
          <pc:docMk/>
          <pc:sldMk cId="2786634272" sldId="608"/>
        </pc:sldMkLst>
      </pc:sldChg>
      <pc:sldChg chg="modSp mod">
        <pc:chgData name="强 李" userId="cd6c7ec7188785ae" providerId="LiveId" clId="{679AE789-3C55-40EF-A498-9E0F503B8F2B}" dt="2025-10-18T12:36:17.964" v="450"/>
        <pc:sldMkLst>
          <pc:docMk/>
          <pc:sldMk cId="3634359352" sldId="610"/>
        </pc:sldMkLst>
      </pc:sldChg>
      <pc:sldChg chg="modSp mod">
        <pc:chgData name="强 李" userId="cd6c7ec7188785ae" providerId="LiveId" clId="{679AE789-3C55-40EF-A498-9E0F503B8F2B}" dt="2025-10-18T12:38:10.516" v="715"/>
        <pc:sldMkLst>
          <pc:docMk/>
          <pc:sldMk cId="3844168252" sldId="611"/>
        </pc:sldMkLst>
      </pc:sldChg>
      <pc:sldChg chg="modSp mod">
        <pc:chgData name="强 李" userId="cd6c7ec7188785ae" providerId="LiveId" clId="{679AE789-3C55-40EF-A498-9E0F503B8F2B}" dt="2025-10-18T12:38:28.402" v="732"/>
        <pc:sldMkLst>
          <pc:docMk/>
          <pc:sldMk cId="1376585543" sldId="612"/>
        </pc:sldMkLst>
      </pc:sldChg>
      <pc:sldChg chg="modSp mod">
        <pc:chgData name="强 李" userId="cd6c7ec7188785ae" providerId="LiveId" clId="{679AE789-3C55-40EF-A498-9E0F503B8F2B}" dt="2025-10-18T12:38:49.436" v="744"/>
        <pc:sldMkLst>
          <pc:docMk/>
          <pc:sldMk cId="3557024024" sldId="613"/>
        </pc:sldMkLst>
      </pc:sldChg>
      <pc:sldChg chg="modSp mod">
        <pc:chgData name="强 李" userId="cd6c7ec7188785ae" providerId="LiveId" clId="{679AE789-3C55-40EF-A498-9E0F503B8F2B}" dt="2025-10-18T12:39:10.137" v="754"/>
        <pc:sldMkLst>
          <pc:docMk/>
          <pc:sldMk cId="2663860680" sldId="614"/>
        </pc:sldMkLst>
      </pc:sldChg>
      <pc:sldChg chg="modSp mod">
        <pc:chgData name="强 李" userId="cd6c7ec7188785ae" providerId="LiveId" clId="{679AE789-3C55-40EF-A498-9E0F503B8F2B}" dt="2025-10-18T12:45:39.410" v="761"/>
        <pc:sldMkLst>
          <pc:docMk/>
          <pc:sldMk cId="1264471641" sldId="616"/>
        </pc:sldMkLst>
      </pc:sldChg>
      <pc:sldChg chg="modSp mod">
        <pc:chgData name="强 李" userId="cd6c7ec7188785ae" providerId="LiveId" clId="{679AE789-3C55-40EF-A498-9E0F503B8F2B}" dt="2025-10-18T12:47:04.544" v="806"/>
        <pc:sldMkLst>
          <pc:docMk/>
          <pc:sldMk cId="3870421118" sldId="620"/>
        </pc:sldMkLst>
      </pc:sldChg>
      <pc:sldChg chg="modSp mod">
        <pc:chgData name="强 李" userId="cd6c7ec7188785ae" providerId="LiveId" clId="{679AE789-3C55-40EF-A498-9E0F503B8F2B}" dt="2025-10-18T12:48:55.997" v="977"/>
        <pc:sldMkLst>
          <pc:docMk/>
          <pc:sldMk cId="4014174071" sldId="621"/>
        </pc:sldMkLst>
      </pc:sldChg>
    </pc:docChg>
  </pc:docChgLst>
  <pc:docChgLst>
    <pc:chgData name="强 李" userId="cd6c7ec7188785ae" providerId="LiveId" clId="{452C545B-3584-4001-9970-CE01E2FE1A64}"/>
    <pc:docChg chg="undo custSel addSld delSld modSld sldOrd">
      <pc:chgData name="强 李" userId="cd6c7ec7188785ae" providerId="LiveId" clId="{452C545B-3584-4001-9970-CE01E2FE1A64}" dt="2025-11-09T00:03:29.028" v="5143" actId="13782"/>
      <pc:docMkLst>
        <pc:docMk/>
      </pc:docMkLst>
      <pc:sldChg chg="modSp mod">
        <pc:chgData name="强 李" userId="cd6c7ec7188785ae" providerId="LiveId" clId="{452C545B-3584-4001-9970-CE01E2FE1A64}" dt="2025-11-08T22:19:22.791" v="167" actId="207"/>
        <pc:sldMkLst>
          <pc:docMk/>
          <pc:sldMk cId="0" sldId="425"/>
        </pc:sldMkLst>
      </pc:sldChg>
      <pc:sldChg chg="modSp">
        <pc:chgData name="强 李" userId="cd6c7ec7188785ae" providerId="LiveId" clId="{452C545B-3584-4001-9970-CE01E2FE1A64}" dt="2025-11-09T00:03:29.028" v="5143" actId="13782"/>
        <pc:sldMkLst>
          <pc:docMk/>
          <pc:sldMk cId="419382719" sldId="552"/>
        </pc:sldMkLst>
      </pc:sldChg>
      <pc:sldChg chg="modSp mod">
        <pc:chgData name="强 李" userId="cd6c7ec7188785ae" providerId="LiveId" clId="{452C545B-3584-4001-9970-CE01E2FE1A64}" dt="2025-11-08T22:16:46.597" v="132"/>
        <pc:sldMkLst>
          <pc:docMk/>
          <pc:sldMk cId="3418790839" sldId="554"/>
        </pc:sldMkLst>
      </pc:sldChg>
      <pc:sldChg chg="modSp mod">
        <pc:chgData name="强 李" userId="cd6c7ec7188785ae" providerId="LiveId" clId="{452C545B-3584-4001-9970-CE01E2FE1A64}" dt="2025-11-08T21:51:34.994" v="30" actId="14100"/>
        <pc:sldMkLst>
          <pc:docMk/>
          <pc:sldMk cId="1911491714" sldId="560"/>
        </pc:sldMkLst>
      </pc:sldChg>
      <pc:sldChg chg="modSp mod">
        <pc:chgData name="强 李" userId="cd6c7ec7188785ae" providerId="LiveId" clId="{452C545B-3584-4001-9970-CE01E2FE1A64}" dt="2025-11-08T22:20:39.885" v="177" actId="207"/>
        <pc:sldMkLst>
          <pc:docMk/>
          <pc:sldMk cId="3965997736" sldId="598"/>
        </pc:sldMkLst>
      </pc:sldChg>
      <pc:sldChg chg="addSp modSp mod">
        <pc:chgData name="强 李" userId="cd6c7ec7188785ae" providerId="LiveId" clId="{452C545B-3584-4001-9970-CE01E2FE1A64}" dt="2025-11-08T23:05:13.635" v="828" actId="1076"/>
        <pc:sldMkLst>
          <pc:docMk/>
          <pc:sldMk cId="3312005581" sldId="603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947397742" sldId="604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990415969" sldId="605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708620594" sldId="606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752360027" sldId="607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786634272" sldId="608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147924010" sldId="609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634359352" sldId="610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844168252" sldId="611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376585543" sldId="612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557024024" sldId="613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663860680" sldId="614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562621814" sldId="615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264471641" sldId="616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803959891" sldId="617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048242825" sldId="618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989059354" sldId="619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870421118" sldId="620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4014174071" sldId="621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438733071" sldId="622"/>
        </pc:sldMkLst>
      </pc:sldChg>
      <pc:sldChg chg="modSp add mod ord">
        <pc:chgData name="强 李" userId="cd6c7ec7188785ae" providerId="LiveId" clId="{452C545B-3584-4001-9970-CE01E2FE1A64}" dt="2025-11-08T23:06:30.737" v="830" actId="113"/>
        <pc:sldMkLst>
          <pc:docMk/>
          <pc:sldMk cId="2152635545" sldId="623"/>
        </pc:sldMkLst>
      </pc:sldChg>
      <pc:sldChg chg="modSp add mod">
        <pc:chgData name="强 李" userId="cd6c7ec7188785ae" providerId="LiveId" clId="{452C545B-3584-4001-9970-CE01E2FE1A64}" dt="2025-11-08T23:16:32.332" v="1716" actId="27636"/>
        <pc:sldMkLst>
          <pc:docMk/>
          <pc:sldMk cId="492937376" sldId="624"/>
        </pc:sldMkLst>
      </pc:sldChg>
      <pc:sldChg chg="modSp add mod">
        <pc:chgData name="强 李" userId="cd6c7ec7188785ae" providerId="LiveId" clId="{452C545B-3584-4001-9970-CE01E2FE1A64}" dt="2025-11-08T23:31:20.512" v="2940" actId="27636"/>
        <pc:sldMkLst>
          <pc:docMk/>
          <pc:sldMk cId="2275128330" sldId="625"/>
        </pc:sldMkLst>
      </pc:sldChg>
      <pc:sldChg chg="modSp add mod">
        <pc:chgData name="强 李" userId="cd6c7ec7188785ae" providerId="LiveId" clId="{452C545B-3584-4001-9970-CE01E2FE1A64}" dt="2025-11-08T23:32:50.535" v="3092" actId="27636"/>
        <pc:sldMkLst>
          <pc:docMk/>
          <pc:sldMk cId="1237329950" sldId="626"/>
        </pc:sldMkLst>
      </pc:sldChg>
      <pc:sldChg chg="addSp modSp add mod">
        <pc:chgData name="强 李" userId="cd6c7ec7188785ae" providerId="LiveId" clId="{452C545B-3584-4001-9970-CE01E2FE1A64}" dt="2025-11-08T23:42:37.767" v="3514" actId="27636"/>
        <pc:sldMkLst>
          <pc:docMk/>
          <pc:sldMk cId="4218527108" sldId="627"/>
        </pc:sldMkLst>
      </pc:sldChg>
      <pc:sldChg chg="modSp add mod">
        <pc:chgData name="强 李" userId="cd6c7ec7188785ae" providerId="LiveId" clId="{452C545B-3584-4001-9970-CE01E2FE1A64}" dt="2025-11-08T23:49:29.404" v="3809" actId="27636"/>
        <pc:sldMkLst>
          <pc:docMk/>
          <pc:sldMk cId="1504008797" sldId="628"/>
        </pc:sldMkLst>
      </pc:sldChg>
      <pc:sldChg chg="modSp add del mod">
        <pc:chgData name="强 李" userId="cd6c7ec7188785ae" providerId="LiveId" clId="{452C545B-3584-4001-9970-CE01E2FE1A64}" dt="2025-11-08T23:38:21.851" v="3314"/>
        <pc:sldMkLst>
          <pc:docMk/>
          <pc:sldMk cId="2555238439" sldId="628"/>
        </pc:sldMkLst>
      </pc:sldChg>
      <pc:sldChg chg="modSp add mod">
        <pc:chgData name="强 李" userId="cd6c7ec7188785ae" providerId="LiveId" clId="{452C545B-3584-4001-9970-CE01E2FE1A64}" dt="2025-11-08T23:53:23.004" v="4292" actId="27636"/>
        <pc:sldMkLst>
          <pc:docMk/>
          <pc:sldMk cId="3509406236" sldId="629"/>
        </pc:sldMkLst>
      </pc:sldChg>
      <pc:sldChg chg="delSp modSp add mod">
        <pc:chgData name="强 李" userId="cd6c7ec7188785ae" providerId="LiveId" clId="{452C545B-3584-4001-9970-CE01E2FE1A64}" dt="2025-11-09T00:01:46.524" v="5094" actId="27636"/>
        <pc:sldMkLst>
          <pc:docMk/>
          <pc:sldMk cId="3940055481" sldId="630"/>
        </pc:sldMkLst>
      </pc:sldChg>
      <pc:sldChg chg="delSp modSp add mod">
        <pc:chgData name="强 李" userId="cd6c7ec7188785ae" providerId="LiveId" clId="{452C545B-3584-4001-9970-CE01E2FE1A64}" dt="2025-11-09T00:02:21.905" v="5140" actId="6549"/>
        <pc:sldMkLst>
          <pc:docMk/>
          <pc:sldMk cId="2628974246" sldId="631"/>
        </pc:sldMkLst>
      </pc:sldChg>
    </pc:docChg>
  </pc:docChgLst>
  <pc:docChgLst>
    <pc:chgData name="强 李" userId="cd6c7ec7188785ae" providerId="LiveId" clId="{B717E5E0-1A0B-4D0A-BCD9-31981CECA125}"/>
    <pc:docChg chg="undo redo custSel addSld delSld modSld sldOrd">
      <pc:chgData name="强 李" userId="cd6c7ec7188785ae" providerId="LiveId" clId="{B717E5E0-1A0B-4D0A-BCD9-31981CECA125}" dt="2025-11-22T10:35:43.397" v="10974"/>
      <pc:docMkLst>
        <pc:docMk/>
      </pc:docMkLst>
      <pc:sldChg chg="delSp modSp mod">
        <pc:chgData name="强 李" userId="cd6c7ec7188785ae" providerId="LiveId" clId="{B717E5E0-1A0B-4D0A-BCD9-31981CECA125}" dt="2025-11-22T01:11:16.762" v="238" actId="403"/>
        <pc:sldMkLst>
          <pc:docMk/>
          <pc:sldMk cId="0" sldId="425"/>
        </pc:sldMkLst>
        <pc:spChg chg="mod">
          <ac:chgData name="强 李" userId="cd6c7ec7188785ae" providerId="LiveId" clId="{B717E5E0-1A0B-4D0A-BCD9-31981CECA125}" dt="2025-11-22T01:06:58.989" v="158" actId="20577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B717E5E0-1A0B-4D0A-BCD9-31981CECA125}" dt="2025-11-22T01:11:16.762" v="238" actId="403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B717E5E0-1A0B-4D0A-BCD9-31981CECA125}" dt="2025-11-22T03:39:15.807" v="10502" actId="14100"/>
        <pc:sldMkLst>
          <pc:docMk/>
          <pc:sldMk cId="419382719" sldId="552"/>
        </pc:sldMkLst>
        <pc:graphicFrameChg chg="mod modGraphic">
          <ac:chgData name="强 李" userId="cd6c7ec7188785ae" providerId="LiveId" clId="{B717E5E0-1A0B-4D0A-BCD9-31981CECA125}" dt="2025-11-22T03:39:15.807" v="10502" actId="14100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B717E5E0-1A0B-4D0A-BCD9-31981CECA125}" dt="2025-11-22T09:59:02.214" v="10511" actId="20577"/>
        <pc:sldMkLst>
          <pc:docMk/>
          <pc:sldMk cId="3418790839" sldId="554"/>
        </pc:sldMkLst>
        <pc:graphicFrameChg chg="mod modGraphic">
          <ac:chgData name="强 李" userId="cd6c7ec7188785ae" providerId="LiveId" clId="{B717E5E0-1A0B-4D0A-BCD9-31981CECA125}" dt="2025-11-22T09:59:02.214" v="10511" actId="20577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">
        <pc:chgData name="强 李" userId="cd6c7ec7188785ae" providerId="LiveId" clId="{B717E5E0-1A0B-4D0A-BCD9-31981CECA125}" dt="2025-11-22T01:21:48.832" v="610" actId="1076"/>
        <pc:sldMkLst>
          <pc:docMk/>
          <pc:sldMk cId="1911491714" sldId="560"/>
        </pc:sldMkLst>
        <pc:spChg chg="ord">
          <ac:chgData name="强 李" userId="cd6c7ec7188785ae" providerId="LiveId" clId="{B717E5E0-1A0B-4D0A-BCD9-31981CECA125}" dt="2025-11-22T01:02:18.626" v="53" actId="26606"/>
          <ac:spMkLst>
            <pc:docMk/>
            <pc:sldMk cId="1911491714" sldId="560"/>
            <ac:spMk id="2" creationId="{24DE42EC-EC44-2699-E5D1-55EC7E299B2B}"/>
          </ac:spMkLst>
        </pc:spChg>
        <pc:spChg chg="mod">
          <ac:chgData name="强 李" userId="cd6c7ec7188785ae" providerId="LiveId" clId="{B717E5E0-1A0B-4D0A-BCD9-31981CECA125}" dt="2025-11-22T01:03:26.238" v="59" actId="404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B717E5E0-1A0B-4D0A-BCD9-31981CECA125}" dt="2025-11-22T10:13:35.906" v="10532" actId="207"/>
        <pc:sldMkLst>
          <pc:docMk/>
          <pc:sldMk cId="3965997736" sldId="598"/>
        </pc:sldMkLst>
        <pc:spChg chg="mod">
          <ac:chgData name="强 李" userId="cd6c7ec7188785ae" providerId="LiveId" clId="{B717E5E0-1A0B-4D0A-BCD9-31981CECA125}" dt="2025-11-22T01:16:32.655" v="285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B717E5E0-1A0B-4D0A-BCD9-31981CECA125}" dt="2025-11-22T10:13:35.906" v="10532" actId="207"/>
          <ac:spMkLst>
            <pc:docMk/>
            <pc:sldMk cId="3965997736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B717E5E0-1A0B-4D0A-BCD9-31981CECA125}" dt="2025-11-22T01:20:08.927" v="605"/>
        <pc:sldMkLst>
          <pc:docMk/>
          <pc:sldMk cId="474383694" sldId="602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3312005581" sldId="603"/>
        </pc:sldMkLst>
      </pc:sldChg>
      <pc:sldChg chg="modSp mod">
        <pc:chgData name="强 李" userId="cd6c7ec7188785ae" providerId="LiveId" clId="{B717E5E0-1A0B-4D0A-BCD9-31981CECA125}" dt="2025-11-22T10:16:53.135" v="10621" actId="15"/>
        <pc:sldMkLst>
          <pc:docMk/>
          <pc:sldMk cId="2152635545" sldId="623"/>
        </pc:sldMkLst>
        <pc:spChg chg="mod">
          <ac:chgData name="强 李" userId="cd6c7ec7188785ae" providerId="LiveId" clId="{B717E5E0-1A0B-4D0A-BCD9-31981CECA125}" dt="2025-11-22T10:16:53.135" v="10621" actId="15"/>
          <ac:spMkLst>
            <pc:docMk/>
            <pc:sldMk cId="2152635545" sldId="623"/>
            <ac:spMk id="2" creationId="{FA552FA6-491B-050A-4A87-695E2F51774D}"/>
          </ac:spMkLst>
        </pc:spChg>
        <pc:spChg chg="mod">
          <ac:chgData name="强 李" userId="cd6c7ec7188785ae" providerId="LiveId" clId="{B717E5E0-1A0B-4D0A-BCD9-31981CECA125}" dt="2025-11-22T01:25:29.070" v="782" actId="403"/>
          <ac:spMkLst>
            <pc:docMk/>
            <pc:sldMk cId="2152635545" sldId="623"/>
            <ac:spMk id="6" creationId="{84E6F8E6-59AE-E87A-E159-B76141DCCC02}"/>
          </ac:spMkLst>
        </pc:spChg>
        <pc:spChg chg="mod">
          <ac:chgData name="强 李" userId="cd6c7ec7188785ae" providerId="LiveId" clId="{B717E5E0-1A0B-4D0A-BCD9-31981CECA125}" dt="2025-11-22T01:20:27.891" v="608" actId="20577"/>
          <ac:spMkLst>
            <pc:docMk/>
            <pc:sldMk cId="2152635545" sldId="623"/>
            <ac:spMk id="18" creationId="{0F93531E-53CF-4A9F-5BE9-1F0059F2C6BB}"/>
          </ac:spMkLst>
        </pc:spChg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492937376" sldId="624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2275128330" sldId="625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1237329950" sldId="626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4218527108" sldId="627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1504008797" sldId="628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3509406236" sldId="629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3940055481" sldId="630"/>
        </pc:sldMkLst>
      </pc:sldChg>
      <pc:sldChg chg="del">
        <pc:chgData name="强 李" userId="cd6c7ec7188785ae" providerId="LiveId" clId="{B717E5E0-1A0B-4D0A-BCD9-31981CECA125}" dt="2025-11-22T01:52:48.239" v="2796" actId="47"/>
        <pc:sldMkLst>
          <pc:docMk/>
          <pc:sldMk cId="2628974246" sldId="631"/>
        </pc:sldMkLst>
      </pc:sldChg>
      <pc:sldChg chg="addSp modSp add mod">
        <pc:chgData name="强 李" userId="cd6c7ec7188785ae" providerId="LiveId" clId="{B717E5E0-1A0B-4D0A-BCD9-31981CECA125}" dt="2025-11-22T10:17:57.144" v="10628" actId="108"/>
        <pc:sldMkLst>
          <pc:docMk/>
          <pc:sldMk cId="672022198" sldId="632"/>
        </pc:sldMkLst>
      </pc:sldChg>
      <pc:sldChg chg="modSp add mod">
        <pc:chgData name="强 李" userId="cd6c7ec7188785ae" providerId="LiveId" clId="{B717E5E0-1A0B-4D0A-BCD9-31981CECA125}" dt="2025-11-22T10:18:28.871" v="10652"/>
        <pc:sldMkLst>
          <pc:docMk/>
          <pc:sldMk cId="209530468" sldId="633"/>
        </pc:sldMkLst>
      </pc:sldChg>
      <pc:sldChg chg="modSp add mod">
        <pc:chgData name="强 李" userId="cd6c7ec7188785ae" providerId="LiveId" clId="{B717E5E0-1A0B-4D0A-BCD9-31981CECA125}" dt="2025-11-22T01:55:00.867" v="2815" actId="20577"/>
        <pc:sldMkLst>
          <pc:docMk/>
          <pc:sldMk cId="3577491494" sldId="634"/>
        </pc:sldMkLst>
      </pc:sldChg>
      <pc:sldChg chg="modSp add mod">
        <pc:chgData name="强 李" userId="cd6c7ec7188785ae" providerId="LiveId" clId="{B717E5E0-1A0B-4D0A-BCD9-31981CECA125}" dt="2025-11-22T10:20:20.768" v="10667" actId="20577"/>
        <pc:sldMkLst>
          <pc:docMk/>
          <pc:sldMk cId="2381199596" sldId="635"/>
        </pc:sldMkLst>
      </pc:sldChg>
      <pc:sldChg chg="addSp modSp add mod">
        <pc:chgData name="强 李" userId="cd6c7ec7188785ae" providerId="LiveId" clId="{B717E5E0-1A0B-4D0A-BCD9-31981CECA125}" dt="2025-11-22T02:28:13.870" v="4769"/>
        <pc:sldMkLst>
          <pc:docMk/>
          <pc:sldMk cId="3085691872" sldId="636"/>
        </pc:sldMkLst>
      </pc:sldChg>
      <pc:sldChg chg="addSp modSp add mod">
        <pc:chgData name="强 李" userId="cd6c7ec7188785ae" providerId="LiveId" clId="{B717E5E0-1A0B-4D0A-BCD9-31981CECA125}" dt="2025-11-22T10:25:28.914" v="10789" actId="403"/>
        <pc:sldMkLst>
          <pc:docMk/>
          <pc:sldMk cId="1124311103" sldId="637"/>
        </pc:sldMkLst>
      </pc:sldChg>
      <pc:sldChg chg="add del">
        <pc:chgData name="强 李" userId="cd6c7ec7188785ae" providerId="LiveId" clId="{B717E5E0-1A0B-4D0A-BCD9-31981CECA125}" dt="2025-11-22T02:43:20.742" v="6212" actId="47"/>
        <pc:sldMkLst>
          <pc:docMk/>
          <pc:sldMk cId="2306759123" sldId="638"/>
        </pc:sldMkLst>
      </pc:sldChg>
      <pc:sldChg chg="modSp add mod ord">
        <pc:chgData name="强 李" userId="cd6c7ec7188785ae" providerId="LiveId" clId="{B717E5E0-1A0B-4D0A-BCD9-31981CECA125}" dt="2025-11-22T10:28:08.911" v="10822" actId="1076"/>
        <pc:sldMkLst>
          <pc:docMk/>
          <pc:sldMk cId="2768622157" sldId="638"/>
        </pc:sldMkLst>
      </pc:sldChg>
      <pc:sldChg chg="new del">
        <pc:chgData name="强 李" userId="cd6c7ec7188785ae" providerId="LiveId" clId="{B717E5E0-1A0B-4D0A-BCD9-31981CECA125}" dt="2025-11-22T03:03:59.605" v="7803" actId="47"/>
        <pc:sldMkLst>
          <pc:docMk/>
          <pc:sldMk cId="2534396336" sldId="639"/>
        </pc:sldMkLst>
      </pc:sldChg>
      <pc:sldChg chg="addSp delSp modSp add mod">
        <pc:chgData name="强 李" userId="cd6c7ec7188785ae" providerId="LiveId" clId="{B717E5E0-1A0B-4D0A-BCD9-31981CECA125}" dt="2025-11-22T10:29:21.317" v="10831" actId="478"/>
        <pc:sldMkLst>
          <pc:docMk/>
          <pc:sldMk cId="2018495255" sldId="640"/>
        </pc:sldMkLst>
      </pc:sldChg>
      <pc:sldChg chg="delSp modSp add mod">
        <pc:chgData name="强 李" userId="cd6c7ec7188785ae" providerId="LiveId" clId="{B717E5E0-1A0B-4D0A-BCD9-31981CECA125}" dt="2025-11-22T10:30:28.958" v="10835"/>
        <pc:sldMkLst>
          <pc:docMk/>
          <pc:sldMk cId="2342766877" sldId="641"/>
        </pc:sldMkLst>
      </pc:sldChg>
      <pc:sldChg chg="modSp add mod">
        <pc:chgData name="强 李" userId="cd6c7ec7188785ae" providerId="LiveId" clId="{B717E5E0-1A0B-4D0A-BCD9-31981CECA125}" dt="2025-11-22T03:22:56.657" v="9094" actId="20577"/>
        <pc:sldMkLst>
          <pc:docMk/>
          <pc:sldMk cId="722877514" sldId="642"/>
        </pc:sldMkLst>
      </pc:sldChg>
      <pc:sldChg chg="modSp add mod">
        <pc:chgData name="强 李" userId="cd6c7ec7188785ae" providerId="LiveId" clId="{B717E5E0-1A0B-4D0A-BCD9-31981CECA125}" dt="2025-11-22T03:31:53.009" v="10037"/>
        <pc:sldMkLst>
          <pc:docMk/>
          <pc:sldMk cId="465372480" sldId="643"/>
        </pc:sldMkLst>
      </pc:sldChg>
      <pc:sldChg chg="addSp delSp modSp add mod">
        <pc:chgData name="强 李" userId="cd6c7ec7188785ae" providerId="LiveId" clId="{B717E5E0-1A0B-4D0A-BCD9-31981CECA125}" dt="2025-11-22T03:37:10.692" v="10495"/>
        <pc:sldMkLst>
          <pc:docMk/>
          <pc:sldMk cId="89561772" sldId="644"/>
        </pc:sldMkLst>
      </pc:sldChg>
      <pc:sldChg chg="modSp add mod">
        <pc:chgData name="强 李" userId="cd6c7ec7188785ae" providerId="LiveId" clId="{B717E5E0-1A0B-4D0A-BCD9-31981CECA125}" dt="2025-11-22T10:22:26.536" v="10737" actId="404"/>
        <pc:sldMkLst>
          <pc:docMk/>
          <pc:sldMk cId="2738496329" sldId="645"/>
        </pc:sldMkLst>
      </pc:sldChg>
      <pc:sldChg chg="modSp add mod">
        <pc:chgData name="强 李" userId="cd6c7ec7188785ae" providerId="LiveId" clId="{B717E5E0-1A0B-4D0A-BCD9-31981CECA125}" dt="2025-11-22T10:35:43.397" v="10974"/>
        <pc:sldMkLst>
          <pc:docMk/>
          <pc:sldMk cId="267674501" sldId="646"/>
        </pc:sldMkLst>
      </pc:sldChg>
    </pc:docChg>
  </pc:docChgLst>
  <pc:docChgLst>
    <pc:chgData name="强 李" userId="cd6c7ec7188785ae" providerId="LiveId" clId="{DDAD8005-F160-49ED-A7D4-B57818796032}"/>
    <pc:docChg chg="undo custSel addSld delSld modSld">
      <pc:chgData name="强 李" userId="cd6c7ec7188785ae" providerId="LiveId" clId="{DDAD8005-F160-49ED-A7D4-B57818796032}" dt="2025-12-06T15:12:19.440" v="3096" actId="403"/>
      <pc:docMkLst>
        <pc:docMk/>
      </pc:docMkLst>
      <pc:sldChg chg="modSp mod">
        <pc:chgData name="强 李" userId="cd6c7ec7188785ae" providerId="LiveId" clId="{DDAD8005-F160-49ED-A7D4-B57818796032}" dt="2025-12-06T13:51:42.188" v="185" actId="20577"/>
        <pc:sldMkLst>
          <pc:docMk/>
          <pc:sldMk cId="0" sldId="425"/>
        </pc:sldMkLst>
        <pc:spChg chg="mod">
          <ac:chgData name="强 李" userId="cd6c7ec7188785ae" providerId="LiveId" clId="{DDAD8005-F160-49ED-A7D4-B57818796032}" dt="2025-12-06T13:51:42.188" v="185" actId="20577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DDAD8005-F160-49ED-A7D4-B57818796032}" dt="2025-12-06T13:51:16.374" v="182" actId="207"/>
          <ac:spMkLst>
            <pc:docMk/>
            <pc:sldMk cId="0" sldId="425"/>
            <ac:spMk id="3" creationId="{FF9BF7C3-9929-69BC-A1CA-30EBD45BF72F}"/>
          </ac:spMkLst>
        </pc:spChg>
      </pc:sldChg>
      <pc:sldChg chg="modSp">
        <pc:chgData name="强 李" userId="cd6c7ec7188785ae" providerId="LiveId" clId="{DDAD8005-F160-49ED-A7D4-B57818796032}" dt="2025-12-06T13:55:49.339" v="201" actId="13782"/>
        <pc:sldMkLst>
          <pc:docMk/>
          <pc:sldMk cId="419382719" sldId="552"/>
        </pc:sldMkLst>
        <pc:graphicFrameChg chg="mod">
          <ac:chgData name="强 李" userId="cd6c7ec7188785ae" providerId="LiveId" clId="{DDAD8005-F160-49ED-A7D4-B57818796032}" dt="2025-12-06T13:55:49.339" v="201" actId="13782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DDAD8005-F160-49ED-A7D4-B57818796032}" dt="2025-12-06T11:24:06.376" v="168"/>
        <pc:sldMkLst>
          <pc:docMk/>
          <pc:sldMk cId="3418790839" sldId="554"/>
        </pc:sldMkLst>
        <pc:graphicFrameChg chg="mod modGraphic">
          <ac:chgData name="强 李" userId="cd6c7ec7188785ae" providerId="LiveId" clId="{DDAD8005-F160-49ED-A7D4-B57818796032}" dt="2025-12-06T11:24:06.376" v="168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">
        <pc:chgData name="强 李" userId="cd6c7ec7188785ae" providerId="LiveId" clId="{DDAD8005-F160-49ED-A7D4-B57818796032}" dt="2025-12-06T11:07:53.900" v="66" actId="27636"/>
        <pc:sldMkLst>
          <pc:docMk/>
          <pc:sldMk cId="1911491714" sldId="560"/>
        </pc:sldMkLst>
        <pc:spChg chg="ord">
          <ac:chgData name="强 李" userId="cd6c7ec7188785ae" providerId="LiveId" clId="{DDAD8005-F160-49ED-A7D4-B57818796032}" dt="2025-12-06T11:00:26.584" v="27" actId="26606"/>
          <ac:spMkLst>
            <pc:docMk/>
            <pc:sldMk cId="1911491714" sldId="560"/>
            <ac:spMk id="2" creationId="{24DE42EC-EC44-2699-E5D1-55EC7E299B2B}"/>
          </ac:spMkLst>
        </pc:spChg>
        <pc:spChg chg="mod ord">
          <ac:chgData name="强 李" userId="cd6c7ec7188785ae" providerId="LiveId" clId="{DDAD8005-F160-49ED-A7D4-B57818796032}" dt="2025-12-06T11:07:53.900" v="66" actId="27636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DDAD8005-F160-49ED-A7D4-B57818796032}" dt="2025-12-06T14:14:14.264" v="445" actId="404"/>
        <pc:sldMkLst>
          <pc:docMk/>
          <pc:sldMk cId="3965997736" sldId="598"/>
        </pc:sldMkLst>
        <pc:spChg chg="mod">
          <ac:chgData name="强 李" userId="cd6c7ec7188785ae" providerId="LiveId" clId="{DDAD8005-F160-49ED-A7D4-B57818796032}" dt="2025-12-06T14:14:14.264" v="445" actId="404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DDAD8005-F160-49ED-A7D4-B57818796032}" dt="2025-12-06T13:53:18.059" v="194" actId="207"/>
          <ac:spMkLst>
            <pc:docMk/>
            <pc:sldMk cId="3965997736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DDAD8005-F160-49ED-A7D4-B57818796032}" dt="2025-12-06T14:16:38.432" v="491"/>
        <pc:sldMkLst>
          <pc:docMk/>
          <pc:sldMk cId="2152635545" sldId="623"/>
        </pc:sldMkLst>
        <pc:spChg chg="mod">
          <ac:chgData name="强 李" userId="cd6c7ec7188785ae" providerId="LiveId" clId="{DDAD8005-F160-49ED-A7D4-B57818796032}" dt="2025-12-06T14:16:38.432" v="491"/>
          <ac:spMkLst>
            <pc:docMk/>
            <pc:sldMk cId="2152635545" sldId="623"/>
            <ac:spMk id="2" creationId="{FA552FA6-491B-050A-4A87-695E2F51774D}"/>
          </ac:spMkLst>
        </pc:spChg>
        <pc:spChg chg="mod">
          <ac:chgData name="强 李" userId="cd6c7ec7188785ae" providerId="LiveId" clId="{DDAD8005-F160-49ED-A7D4-B57818796032}" dt="2025-12-06T14:14:33.449" v="446" actId="207"/>
          <ac:spMkLst>
            <pc:docMk/>
            <pc:sldMk cId="2152635545" sldId="623"/>
            <ac:spMk id="6" creationId="{84E6F8E6-59AE-E87A-E159-B76141DCCC02}"/>
          </ac:spMkLst>
        </pc:spChg>
        <pc:spChg chg="mod">
          <ac:chgData name="强 李" userId="cd6c7ec7188785ae" providerId="LiveId" clId="{DDAD8005-F160-49ED-A7D4-B57818796032}" dt="2025-12-06T13:54:37.157" v="198"/>
          <ac:spMkLst>
            <pc:docMk/>
            <pc:sldMk cId="2152635545" sldId="623"/>
            <ac:spMk id="18" creationId="{0F93531E-53CF-4A9F-5BE9-1F0059F2C6BB}"/>
          </ac:spMkLst>
        </pc:spChg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672022198" sldId="632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09530468" sldId="633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3577491494" sldId="634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381199596" sldId="635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3085691872" sldId="636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1124311103" sldId="637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768622157" sldId="638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018495255" sldId="640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342766877" sldId="641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722877514" sldId="642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465372480" sldId="643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89561772" sldId="644"/>
        </pc:sldMkLst>
      </pc:sldChg>
      <pc:sldChg chg="del">
        <pc:chgData name="强 李" userId="cd6c7ec7188785ae" providerId="LiveId" clId="{DDAD8005-F160-49ED-A7D4-B57818796032}" dt="2025-12-06T13:54:50.715" v="199" actId="47"/>
        <pc:sldMkLst>
          <pc:docMk/>
          <pc:sldMk cId="2738496329" sldId="645"/>
        </pc:sldMkLst>
      </pc:sldChg>
      <pc:sldChg chg="delSp modSp mod">
        <pc:chgData name="强 李" userId="cd6c7ec7188785ae" providerId="LiveId" clId="{DDAD8005-F160-49ED-A7D4-B57818796032}" dt="2025-12-06T15:12:19.440" v="3096" actId="403"/>
        <pc:sldMkLst>
          <pc:docMk/>
          <pc:sldMk cId="267674501" sldId="646"/>
        </pc:sldMkLst>
      </pc:sldChg>
      <pc:sldChg chg="modSp add mod">
        <pc:chgData name="强 李" userId="cd6c7ec7188785ae" providerId="LiveId" clId="{DDAD8005-F160-49ED-A7D4-B57818796032}" dt="2025-12-06T14:14:43.804" v="447" actId="207"/>
        <pc:sldMkLst>
          <pc:docMk/>
          <pc:sldMk cId="2280762011" sldId="647"/>
        </pc:sldMkLst>
      </pc:sldChg>
      <pc:sldChg chg="modSp add mod">
        <pc:chgData name="强 李" userId="cd6c7ec7188785ae" providerId="LiveId" clId="{DDAD8005-F160-49ED-A7D4-B57818796032}" dt="2025-12-06T14:21:10.936" v="634" actId="27636"/>
        <pc:sldMkLst>
          <pc:docMk/>
          <pc:sldMk cId="3619995596" sldId="648"/>
        </pc:sldMkLst>
      </pc:sldChg>
      <pc:sldChg chg="modSp add mod">
        <pc:chgData name="强 李" userId="cd6c7ec7188785ae" providerId="LiveId" clId="{DDAD8005-F160-49ED-A7D4-B57818796032}" dt="2025-12-06T14:26:34.905" v="837" actId="27636"/>
        <pc:sldMkLst>
          <pc:docMk/>
          <pc:sldMk cId="2347060528" sldId="649"/>
        </pc:sldMkLst>
      </pc:sldChg>
      <pc:sldChg chg="modSp add mod">
        <pc:chgData name="强 李" userId="cd6c7ec7188785ae" providerId="LiveId" clId="{DDAD8005-F160-49ED-A7D4-B57818796032}" dt="2025-12-06T14:32:39.334" v="1134" actId="6549"/>
        <pc:sldMkLst>
          <pc:docMk/>
          <pc:sldMk cId="1272642124" sldId="650"/>
        </pc:sldMkLst>
      </pc:sldChg>
      <pc:sldChg chg="modSp add mod">
        <pc:chgData name="强 李" userId="cd6c7ec7188785ae" providerId="LiveId" clId="{DDAD8005-F160-49ED-A7D4-B57818796032}" dt="2025-12-06T14:36:18.583" v="1215" actId="27636"/>
        <pc:sldMkLst>
          <pc:docMk/>
          <pc:sldMk cId="3139535577" sldId="651"/>
        </pc:sldMkLst>
      </pc:sldChg>
      <pc:sldChg chg="modSp add mod">
        <pc:chgData name="强 李" userId="cd6c7ec7188785ae" providerId="LiveId" clId="{DDAD8005-F160-49ED-A7D4-B57818796032}" dt="2025-12-06T14:41:26.476" v="1277"/>
        <pc:sldMkLst>
          <pc:docMk/>
          <pc:sldMk cId="4176817463" sldId="652"/>
        </pc:sldMkLst>
      </pc:sldChg>
      <pc:sldChg chg="modSp add mod">
        <pc:chgData name="强 李" userId="cd6c7ec7188785ae" providerId="LiveId" clId="{DDAD8005-F160-49ED-A7D4-B57818796032}" dt="2025-12-06T14:43:46.076" v="1426"/>
        <pc:sldMkLst>
          <pc:docMk/>
          <pc:sldMk cId="1395716691" sldId="653"/>
        </pc:sldMkLst>
      </pc:sldChg>
      <pc:sldChg chg="modSp add mod">
        <pc:chgData name="强 李" userId="cd6c7ec7188785ae" providerId="LiveId" clId="{DDAD8005-F160-49ED-A7D4-B57818796032}" dt="2025-12-06T14:55:24.288" v="1983" actId="27636"/>
        <pc:sldMkLst>
          <pc:docMk/>
          <pc:sldMk cId="988933132" sldId="654"/>
        </pc:sldMkLst>
      </pc:sldChg>
      <pc:sldChg chg="modSp add mod">
        <pc:chgData name="强 李" userId="cd6c7ec7188785ae" providerId="LiveId" clId="{DDAD8005-F160-49ED-A7D4-B57818796032}" dt="2025-12-06T14:48:07.018" v="1604"/>
        <pc:sldMkLst>
          <pc:docMk/>
          <pc:sldMk cId="3943131300" sldId="655"/>
        </pc:sldMkLst>
      </pc:sldChg>
      <pc:sldChg chg="modSp add mod">
        <pc:chgData name="强 李" userId="cd6c7ec7188785ae" providerId="LiveId" clId="{DDAD8005-F160-49ED-A7D4-B57818796032}" dt="2025-12-06T14:59:33.566" v="2070" actId="27636"/>
        <pc:sldMkLst>
          <pc:docMk/>
          <pc:sldMk cId="3153329516" sldId="656"/>
        </pc:sldMkLst>
      </pc:sldChg>
      <pc:sldChg chg="modSp add mod">
        <pc:chgData name="强 李" userId="cd6c7ec7188785ae" providerId="LiveId" clId="{DDAD8005-F160-49ED-A7D4-B57818796032}" dt="2025-12-06T15:04:45.280" v="2255" actId="27636"/>
        <pc:sldMkLst>
          <pc:docMk/>
          <pc:sldMk cId="399401568" sldId="657"/>
        </pc:sldMkLst>
      </pc:sldChg>
      <pc:sldChg chg="modSp add mod">
        <pc:chgData name="强 李" userId="cd6c7ec7188785ae" providerId="LiveId" clId="{DDAD8005-F160-49ED-A7D4-B57818796032}" dt="2025-12-06T15:09:29.311" v="2954" actId="20577"/>
        <pc:sldMkLst>
          <pc:docMk/>
          <pc:sldMk cId="3055237795" sldId="658"/>
        </pc:sldMkLst>
      </pc:sldChg>
      <pc:sldChg chg="modSp add mod">
        <pc:chgData name="强 李" userId="cd6c7ec7188785ae" providerId="LiveId" clId="{DDAD8005-F160-49ED-A7D4-B57818796032}" dt="2025-12-06T15:12:08.068" v="3095" actId="27636"/>
        <pc:sldMkLst>
          <pc:docMk/>
          <pc:sldMk cId="2414208091" sldId="65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关于圣经中的预言。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关于圣诞节的由来？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火 纯色填充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铃声 纯色填充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8/layout/VerticalAccent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400" dirty="0"/>
            <a:t>1</a:t>
          </a:r>
          <a:r>
            <a:rPr lang="zh-CN" sz="2400" dirty="0"/>
            <a:t>，</a:t>
          </a:r>
          <a:r>
            <a:rPr lang="zh-CN" altLang="en-US" sz="2400" dirty="0"/>
            <a:t>“原始福音”哪两类人其结局如何</a:t>
          </a:r>
          <a:r>
            <a:rPr lang="zh-CN" sz="2400" dirty="0"/>
            <a:t>？</a:t>
          </a:r>
          <a:endParaRPr lang="en-US" sz="24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2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200"/>
        </a:p>
      </dgm:t>
    </dgm:pt>
    <dgm:pt modelId="{C41C4D84-F9E2-4730-A41F-EAABD86D700E}">
      <dgm:prSet/>
      <dgm:spPr/>
      <dgm:t>
        <a:bodyPr/>
        <a:lstStyle/>
        <a:p>
          <a:pPr>
            <a:buNone/>
          </a:pPr>
          <a:r>
            <a:rPr lang="en-US" dirty="0"/>
            <a:t>2</a:t>
          </a:r>
          <a:r>
            <a:rPr lang="zh-CN" dirty="0"/>
            <a:t>，“以马内利”</a:t>
          </a:r>
          <a:r>
            <a:rPr lang="zh-CN" altLang="en-US" dirty="0"/>
            <a:t>翻译为中文是什么意思</a:t>
          </a:r>
          <a:r>
            <a:rPr lang="zh-CN" dirty="0"/>
            <a:t>？</a:t>
          </a:r>
        </a:p>
      </dgm:t>
    </dgm:pt>
    <dgm:pt modelId="{69FBF3F1-4B12-4ADF-9A32-DC2885B86F55}" type="parTrans" cxnId="{A39FE0C9-4164-43DE-BAD0-3841788BC859}">
      <dgm:prSet/>
      <dgm:spPr/>
      <dgm:t>
        <a:bodyPr/>
        <a:lstStyle/>
        <a:p>
          <a:endParaRPr lang="zh-CN" altLang="en-US"/>
        </a:p>
      </dgm:t>
    </dgm:pt>
    <dgm:pt modelId="{3C073446-1115-4416-8EF5-1ECA590AD7A1}" type="sibTrans" cxnId="{A39FE0C9-4164-43DE-BAD0-3841788BC859}">
      <dgm:prSet/>
      <dgm:spPr/>
      <dgm:t>
        <a:bodyPr/>
        <a:lstStyle/>
        <a:p>
          <a:endParaRPr lang="zh-CN" altLang="en-US"/>
        </a:p>
      </dgm:t>
    </dgm:pt>
    <dgm:pt modelId="{EA4135BD-376A-48CA-97E6-05701FA82FB8}">
      <dgm:prSet/>
      <dgm:spPr/>
      <dgm:t>
        <a:bodyPr/>
        <a:lstStyle/>
        <a:p>
          <a:pPr>
            <a:buNone/>
          </a:pPr>
          <a:r>
            <a:rPr lang="en-US" dirty="0"/>
            <a:t>3</a:t>
          </a:r>
          <a:r>
            <a:rPr lang="zh-CN" dirty="0"/>
            <a:t>，</a:t>
          </a:r>
          <a:r>
            <a:rPr lang="zh-CN" altLang="en-US" dirty="0"/>
            <a:t>请分享自己如何理解“</a:t>
          </a:r>
          <a:r>
            <a:rPr lang="zh-CN" dirty="0"/>
            <a:t>童女怀孕生子</a:t>
          </a:r>
          <a:r>
            <a:rPr lang="zh-CN" altLang="en-US" dirty="0"/>
            <a:t>”</a:t>
          </a:r>
          <a:r>
            <a:rPr lang="zh-CN" dirty="0"/>
            <a:t>？</a:t>
          </a:r>
        </a:p>
      </dgm:t>
    </dgm:pt>
    <dgm:pt modelId="{CAD81827-33C1-4472-9FD7-076C0AA5AF25}" type="parTrans" cxnId="{5740813A-8268-4028-BADD-42AA7E87FB4F}">
      <dgm:prSet/>
      <dgm:spPr/>
      <dgm:t>
        <a:bodyPr/>
        <a:lstStyle/>
        <a:p>
          <a:endParaRPr lang="zh-CN" altLang="en-US"/>
        </a:p>
      </dgm:t>
    </dgm:pt>
    <dgm:pt modelId="{76DA900F-3F9C-42FB-A341-C5F8FF2ADD4C}" type="sibTrans" cxnId="{5740813A-8268-4028-BADD-42AA7E87FB4F}">
      <dgm:prSet/>
      <dgm:spPr/>
      <dgm:t>
        <a:bodyPr/>
        <a:lstStyle/>
        <a:p>
          <a:endParaRPr lang="zh-CN" altLang="en-US"/>
        </a:p>
      </dgm:t>
    </dgm:pt>
    <dgm:pt modelId="{A8944645-EC68-48FC-AFB5-8B4733B15493}" type="pres">
      <dgm:prSet presAssocID="{0FFEBC65-5800-49C2-ACE8-714124562FFC}" presName="Name0" presStyleCnt="0">
        <dgm:presLayoutVars>
          <dgm:chMax/>
          <dgm:chPref/>
          <dgm:dir/>
        </dgm:presLayoutVars>
      </dgm:prSet>
      <dgm:spPr/>
    </dgm:pt>
    <dgm:pt modelId="{0AC13A24-5D19-49BE-8642-67179EF0FD0C}" type="pres">
      <dgm:prSet presAssocID="{C176FC01-0F21-475B-85EA-274FB5949CEE}" presName="parenttextcomposite" presStyleCnt="0"/>
      <dgm:spPr/>
    </dgm:pt>
    <dgm:pt modelId="{9A4D6F6E-0B2E-402E-8980-93EE02C6DDE2}" type="pres">
      <dgm:prSet presAssocID="{C176FC01-0F21-475B-85EA-274FB5949CEE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74B37F9A-C86A-4426-A7D9-07071A4CF370}" type="pres">
      <dgm:prSet presAssocID="{C176FC01-0F21-475B-85EA-274FB5949CEE}" presName="parallelogramComposite" presStyleCnt="0"/>
      <dgm:spPr/>
    </dgm:pt>
    <dgm:pt modelId="{C843A69C-D150-400A-B297-D477AC232A56}" type="pres">
      <dgm:prSet presAssocID="{C176FC01-0F21-475B-85EA-274FB5949CEE}" presName="parallelogram1" presStyleLbl="alignNode1" presStyleIdx="0" presStyleCnt="21"/>
      <dgm:spPr/>
    </dgm:pt>
    <dgm:pt modelId="{F53A5853-BDD7-4BAE-9FA0-7F6C4EFBF67B}" type="pres">
      <dgm:prSet presAssocID="{C176FC01-0F21-475B-85EA-274FB5949CEE}" presName="parallelogram2" presStyleLbl="alignNode1" presStyleIdx="1" presStyleCnt="21"/>
      <dgm:spPr/>
    </dgm:pt>
    <dgm:pt modelId="{F04874C8-5E82-409C-9182-8B82EBD3F3F1}" type="pres">
      <dgm:prSet presAssocID="{C176FC01-0F21-475B-85EA-274FB5949CEE}" presName="parallelogram3" presStyleLbl="alignNode1" presStyleIdx="2" presStyleCnt="21"/>
      <dgm:spPr/>
    </dgm:pt>
    <dgm:pt modelId="{97FE1173-592B-4597-9234-D138FE61535A}" type="pres">
      <dgm:prSet presAssocID="{C176FC01-0F21-475B-85EA-274FB5949CEE}" presName="parallelogram4" presStyleLbl="alignNode1" presStyleIdx="3" presStyleCnt="21"/>
      <dgm:spPr/>
    </dgm:pt>
    <dgm:pt modelId="{4445088D-E661-42E9-8A2D-649F18D2606D}" type="pres">
      <dgm:prSet presAssocID="{C176FC01-0F21-475B-85EA-274FB5949CEE}" presName="parallelogram5" presStyleLbl="alignNode1" presStyleIdx="4" presStyleCnt="21"/>
      <dgm:spPr/>
    </dgm:pt>
    <dgm:pt modelId="{57E97C9E-19E0-407B-A939-67BFC9B105F9}" type="pres">
      <dgm:prSet presAssocID="{C176FC01-0F21-475B-85EA-274FB5949CEE}" presName="parallelogram6" presStyleLbl="alignNode1" presStyleIdx="5" presStyleCnt="21"/>
      <dgm:spPr/>
    </dgm:pt>
    <dgm:pt modelId="{C999CD4A-5C13-4A99-BD7E-CCF80A66A16E}" type="pres">
      <dgm:prSet presAssocID="{C176FC01-0F21-475B-85EA-274FB5949CEE}" presName="parallelogram7" presStyleLbl="alignNode1" presStyleIdx="6" presStyleCnt="21"/>
      <dgm:spPr/>
    </dgm:pt>
    <dgm:pt modelId="{0F64320F-7DD8-4DD8-AB12-CB36AE31C73E}" type="pres">
      <dgm:prSet presAssocID="{CFDA8DFF-2E53-463E-9C51-FEB63EFB3957}" presName="sibTrans" presStyleCnt="0"/>
      <dgm:spPr/>
    </dgm:pt>
    <dgm:pt modelId="{E3C3B499-36DA-4B83-9C93-D368BB3F0DB2}" type="pres">
      <dgm:prSet presAssocID="{C41C4D84-F9E2-4730-A41F-EAABD86D700E}" presName="parenttextcomposite" presStyleCnt="0"/>
      <dgm:spPr/>
    </dgm:pt>
    <dgm:pt modelId="{87FFCE05-E93C-4381-A15C-0E9E61817E21}" type="pres">
      <dgm:prSet presAssocID="{C41C4D84-F9E2-4730-A41F-EAABD86D700E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9ED7D878-357D-49E4-80E3-BE646497E405}" type="pres">
      <dgm:prSet presAssocID="{C41C4D84-F9E2-4730-A41F-EAABD86D700E}" presName="parallelogramComposite" presStyleCnt="0"/>
      <dgm:spPr/>
    </dgm:pt>
    <dgm:pt modelId="{E7963745-BB5C-4807-9825-3415CB152881}" type="pres">
      <dgm:prSet presAssocID="{C41C4D84-F9E2-4730-A41F-EAABD86D700E}" presName="parallelogram1" presStyleLbl="alignNode1" presStyleIdx="7" presStyleCnt="21"/>
      <dgm:spPr/>
    </dgm:pt>
    <dgm:pt modelId="{3FDE6A01-245A-4C0D-B5F2-501D9506034E}" type="pres">
      <dgm:prSet presAssocID="{C41C4D84-F9E2-4730-A41F-EAABD86D700E}" presName="parallelogram2" presStyleLbl="alignNode1" presStyleIdx="8" presStyleCnt="21"/>
      <dgm:spPr/>
    </dgm:pt>
    <dgm:pt modelId="{3FEEFD53-AA10-4E68-A7D4-C9F098A69142}" type="pres">
      <dgm:prSet presAssocID="{C41C4D84-F9E2-4730-A41F-EAABD86D700E}" presName="parallelogram3" presStyleLbl="alignNode1" presStyleIdx="9" presStyleCnt="21"/>
      <dgm:spPr/>
    </dgm:pt>
    <dgm:pt modelId="{A3D799AF-5868-4AF7-AE25-8FB092D9C434}" type="pres">
      <dgm:prSet presAssocID="{C41C4D84-F9E2-4730-A41F-EAABD86D700E}" presName="parallelogram4" presStyleLbl="alignNode1" presStyleIdx="10" presStyleCnt="21"/>
      <dgm:spPr/>
    </dgm:pt>
    <dgm:pt modelId="{E2F74EC4-0FDA-4634-A5ED-434149267B21}" type="pres">
      <dgm:prSet presAssocID="{C41C4D84-F9E2-4730-A41F-EAABD86D700E}" presName="parallelogram5" presStyleLbl="alignNode1" presStyleIdx="11" presStyleCnt="21"/>
      <dgm:spPr/>
    </dgm:pt>
    <dgm:pt modelId="{99CB509F-78EA-494E-97CC-3B586FB46479}" type="pres">
      <dgm:prSet presAssocID="{C41C4D84-F9E2-4730-A41F-EAABD86D700E}" presName="parallelogram6" presStyleLbl="alignNode1" presStyleIdx="12" presStyleCnt="21"/>
      <dgm:spPr/>
    </dgm:pt>
    <dgm:pt modelId="{653751F1-60AE-4C91-9DE2-D529183ACD6F}" type="pres">
      <dgm:prSet presAssocID="{C41C4D84-F9E2-4730-A41F-EAABD86D700E}" presName="parallelogram7" presStyleLbl="alignNode1" presStyleIdx="13" presStyleCnt="21"/>
      <dgm:spPr/>
    </dgm:pt>
    <dgm:pt modelId="{5B245C1E-9790-470C-855C-0C7322D9F801}" type="pres">
      <dgm:prSet presAssocID="{3C073446-1115-4416-8EF5-1ECA590AD7A1}" presName="sibTrans" presStyleCnt="0"/>
      <dgm:spPr/>
    </dgm:pt>
    <dgm:pt modelId="{6902A2D1-8F70-4081-BCE0-B53DA501DD87}" type="pres">
      <dgm:prSet presAssocID="{EA4135BD-376A-48CA-97E6-05701FA82FB8}" presName="parenttextcomposite" presStyleCnt="0"/>
      <dgm:spPr/>
    </dgm:pt>
    <dgm:pt modelId="{C6087602-82EC-42E0-85D0-C9D49863B54E}" type="pres">
      <dgm:prSet presAssocID="{EA4135BD-376A-48CA-97E6-05701FA82FB8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20BB233B-52F0-4899-B0F9-CA983B8C8941}" type="pres">
      <dgm:prSet presAssocID="{EA4135BD-376A-48CA-97E6-05701FA82FB8}" presName="parallelogramComposite" presStyleCnt="0"/>
      <dgm:spPr/>
    </dgm:pt>
    <dgm:pt modelId="{6814A461-EE4F-4428-B6B1-AC521A64A596}" type="pres">
      <dgm:prSet presAssocID="{EA4135BD-376A-48CA-97E6-05701FA82FB8}" presName="parallelogram1" presStyleLbl="alignNode1" presStyleIdx="14" presStyleCnt="21"/>
      <dgm:spPr/>
    </dgm:pt>
    <dgm:pt modelId="{029075E8-BD54-42F8-93D3-39BF0B1F6755}" type="pres">
      <dgm:prSet presAssocID="{EA4135BD-376A-48CA-97E6-05701FA82FB8}" presName="parallelogram2" presStyleLbl="alignNode1" presStyleIdx="15" presStyleCnt="21"/>
      <dgm:spPr/>
    </dgm:pt>
    <dgm:pt modelId="{8C82BDB2-129C-4958-B74E-3D263E2B35FC}" type="pres">
      <dgm:prSet presAssocID="{EA4135BD-376A-48CA-97E6-05701FA82FB8}" presName="parallelogram3" presStyleLbl="alignNode1" presStyleIdx="16" presStyleCnt="21"/>
      <dgm:spPr/>
    </dgm:pt>
    <dgm:pt modelId="{DE43BDCB-C846-4B29-9F98-87A6DFD394CC}" type="pres">
      <dgm:prSet presAssocID="{EA4135BD-376A-48CA-97E6-05701FA82FB8}" presName="parallelogram4" presStyleLbl="alignNode1" presStyleIdx="17" presStyleCnt="21"/>
      <dgm:spPr/>
    </dgm:pt>
    <dgm:pt modelId="{603D1CA3-8199-4566-9213-F16CD28DC388}" type="pres">
      <dgm:prSet presAssocID="{EA4135BD-376A-48CA-97E6-05701FA82FB8}" presName="parallelogram5" presStyleLbl="alignNode1" presStyleIdx="18" presStyleCnt="21"/>
      <dgm:spPr/>
    </dgm:pt>
    <dgm:pt modelId="{B1CA5899-9134-42A9-B8F9-4118716FC251}" type="pres">
      <dgm:prSet presAssocID="{EA4135BD-376A-48CA-97E6-05701FA82FB8}" presName="parallelogram6" presStyleLbl="alignNode1" presStyleIdx="19" presStyleCnt="21"/>
      <dgm:spPr/>
    </dgm:pt>
    <dgm:pt modelId="{B99105C6-58B7-4C35-AEC6-A9875E86CE1B}" type="pres">
      <dgm:prSet presAssocID="{EA4135BD-376A-48CA-97E6-05701FA82FB8}" presName="parallelogram7" presStyleLbl="alignNode1" presStyleIdx="20" presStyleCnt="21"/>
      <dgm:spPr/>
    </dgm:pt>
  </dgm:ptLst>
  <dgm:cxnLst>
    <dgm:cxn modelId="{5740813A-8268-4028-BADD-42AA7E87FB4F}" srcId="{0FFEBC65-5800-49C2-ACE8-714124562FFC}" destId="{EA4135BD-376A-48CA-97E6-05701FA82FB8}" srcOrd="2" destOrd="0" parTransId="{CAD81827-33C1-4472-9FD7-076C0AA5AF25}" sibTransId="{76DA900F-3F9C-42FB-A341-C5F8FF2ADD4C}"/>
    <dgm:cxn modelId="{10E3BC75-30DB-4EFC-BA22-7DCCA93F7E32}" type="presOf" srcId="{C41C4D84-F9E2-4730-A41F-EAABD86D700E}" destId="{87FFCE05-E93C-4381-A15C-0E9E61817E21}" srcOrd="0" destOrd="0" presId="urn:microsoft.com/office/officeart/2008/layout/VerticalAccentList"/>
    <dgm:cxn modelId="{A39FE0C9-4164-43DE-BAD0-3841788BC859}" srcId="{0FFEBC65-5800-49C2-ACE8-714124562FFC}" destId="{C41C4D84-F9E2-4730-A41F-EAABD86D700E}" srcOrd="1" destOrd="0" parTransId="{69FBF3F1-4B12-4ADF-9A32-DC2885B86F55}" sibTransId="{3C073446-1115-4416-8EF5-1ECA590AD7A1}"/>
    <dgm:cxn modelId="{580C17DE-642A-440A-8775-BBBB49EAF1C9}" type="presOf" srcId="{EA4135BD-376A-48CA-97E6-05701FA82FB8}" destId="{C6087602-82EC-42E0-85D0-C9D49863B54E}" srcOrd="0" destOrd="0" presId="urn:microsoft.com/office/officeart/2008/layout/VerticalAccentList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FBE3DFB-8880-4B6A-B123-4095B9EBA4B0}" type="presOf" srcId="{0FFEBC65-5800-49C2-ACE8-714124562FFC}" destId="{A8944645-EC68-48FC-AFB5-8B4733B15493}" srcOrd="0" destOrd="0" presId="urn:microsoft.com/office/officeart/2008/layout/VerticalAccentList"/>
    <dgm:cxn modelId="{57D920FE-FA33-4CF9-A8D6-94FA3F0F872A}" type="presOf" srcId="{C176FC01-0F21-475B-85EA-274FB5949CEE}" destId="{9A4D6F6E-0B2E-402E-8980-93EE02C6DDE2}" srcOrd="0" destOrd="0" presId="urn:microsoft.com/office/officeart/2008/layout/VerticalAccentList"/>
    <dgm:cxn modelId="{6DC97DD3-6439-4A7E-9E71-F96BBBC20116}" type="presParOf" srcId="{A8944645-EC68-48FC-AFB5-8B4733B15493}" destId="{0AC13A24-5D19-49BE-8642-67179EF0FD0C}" srcOrd="0" destOrd="0" presId="urn:microsoft.com/office/officeart/2008/layout/VerticalAccentList"/>
    <dgm:cxn modelId="{1BD097C0-287A-4382-848F-F99720D442E7}" type="presParOf" srcId="{0AC13A24-5D19-49BE-8642-67179EF0FD0C}" destId="{9A4D6F6E-0B2E-402E-8980-93EE02C6DDE2}" srcOrd="0" destOrd="0" presId="urn:microsoft.com/office/officeart/2008/layout/VerticalAccentList"/>
    <dgm:cxn modelId="{015EC90D-1A29-49FB-BDF7-1B1CDF05BE62}" type="presParOf" srcId="{A8944645-EC68-48FC-AFB5-8B4733B15493}" destId="{74B37F9A-C86A-4426-A7D9-07071A4CF370}" srcOrd="1" destOrd="0" presId="urn:microsoft.com/office/officeart/2008/layout/VerticalAccentList"/>
    <dgm:cxn modelId="{CBF3BD38-115C-4942-A524-A671838AE059}" type="presParOf" srcId="{74B37F9A-C86A-4426-A7D9-07071A4CF370}" destId="{C843A69C-D150-400A-B297-D477AC232A56}" srcOrd="0" destOrd="0" presId="urn:microsoft.com/office/officeart/2008/layout/VerticalAccentList"/>
    <dgm:cxn modelId="{154D9335-168A-4717-AC97-37B3E1B4BDEC}" type="presParOf" srcId="{74B37F9A-C86A-4426-A7D9-07071A4CF370}" destId="{F53A5853-BDD7-4BAE-9FA0-7F6C4EFBF67B}" srcOrd="1" destOrd="0" presId="urn:microsoft.com/office/officeart/2008/layout/VerticalAccentList"/>
    <dgm:cxn modelId="{CC3B2D2C-5F0E-48D1-940C-0E63B07C1EBB}" type="presParOf" srcId="{74B37F9A-C86A-4426-A7D9-07071A4CF370}" destId="{F04874C8-5E82-409C-9182-8B82EBD3F3F1}" srcOrd="2" destOrd="0" presId="urn:microsoft.com/office/officeart/2008/layout/VerticalAccentList"/>
    <dgm:cxn modelId="{8DEB214C-9BEE-4B65-A433-0A65A8626BE3}" type="presParOf" srcId="{74B37F9A-C86A-4426-A7D9-07071A4CF370}" destId="{97FE1173-592B-4597-9234-D138FE61535A}" srcOrd="3" destOrd="0" presId="urn:microsoft.com/office/officeart/2008/layout/VerticalAccentList"/>
    <dgm:cxn modelId="{6BC7B0BF-0709-4C05-A691-A3095C6F1F3C}" type="presParOf" srcId="{74B37F9A-C86A-4426-A7D9-07071A4CF370}" destId="{4445088D-E661-42E9-8A2D-649F18D2606D}" srcOrd="4" destOrd="0" presId="urn:microsoft.com/office/officeart/2008/layout/VerticalAccentList"/>
    <dgm:cxn modelId="{372214D0-E30A-45E7-8B32-F07472F25357}" type="presParOf" srcId="{74B37F9A-C86A-4426-A7D9-07071A4CF370}" destId="{57E97C9E-19E0-407B-A939-67BFC9B105F9}" srcOrd="5" destOrd="0" presId="urn:microsoft.com/office/officeart/2008/layout/VerticalAccentList"/>
    <dgm:cxn modelId="{ED943BDB-A0B6-4ED0-BC5F-DC6505E23CBE}" type="presParOf" srcId="{74B37F9A-C86A-4426-A7D9-07071A4CF370}" destId="{C999CD4A-5C13-4A99-BD7E-CCF80A66A16E}" srcOrd="6" destOrd="0" presId="urn:microsoft.com/office/officeart/2008/layout/VerticalAccentList"/>
    <dgm:cxn modelId="{6197C02A-B366-4464-915F-6FCE2F3027AB}" type="presParOf" srcId="{A8944645-EC68-48FC-AFB5-8B4733B15493}" destId="{0F64320F-7DD8-4DD8-AB12-CB36AE31C73E}" srcOrd="2" destOrd="0" presId="urn:microsoft.com/office/officeart/2008/layout/VerticalAccentList"/>
    <dgm:cxn modelId="{6C16E2FA-4C97-49E4-8AC8-CFBFFFEE56CC}" type="presParOf" srcId="{A8944645-EC68-48FC-AFB5-8B4733B15493}" destId="{E3C3B499-36DA-4B83-9C93-D368BB3F0DB2}" srcOrd="3" destOrd="0" presId="urn:microsoft.com/office/officeart/2008/layout/VerticalAccentList"/>
    <dgm:cxn modelId="{A11E7908-69ED-49F0-B81D-8A2AB5789750}" type="presParOf" srcId="{E3C3B499-36DA-4B83-9C93-D368BB3F0DB2}" destId="{87FFCE05-E93C-4381-A15C-0E9E61817E21}" srcOrd="0" destOrd="0" presId="urn:microsoft.com/office/officeart/2008/layout/VerticalAccentList"/>
    <dgm:cxn modelId="{F336B1D3-0575-4B28-A720-AEF06C570B95}" type="presParOf" srcId="{A8944645-EC68-48FC-AFB5-8B4733B15493}" destId="{9ED7D878-357D-49E4-80E3-BE646497E405}" srcOrd="4" destOrd="0" presId="urn:microsoft.com/office/officeart/2008/layout/VerticalAccentList"/>
    <dgm:cxn modelId="{AA7EF3B9-08E9-4832-91BA-803EDBA8938B}" type="presParOf" srcId="{9ED7D878-357D-49E4-80E3-BE646497E405}" destId="{E7963745-BB5C-4807-9825-3415CB152881}" srcOrd="0" destOrd="0" presId="urn:microsoft.com/office/officeart/2008/layout/VerticalAccentList"/>
    <dgm:cxn modelId="{FA9AA1DD-9D1E-42F4-97C8-54F29628A623}" type="presParOf" srcId="{9ED7D878-357D-49E4-80E3-BE646497E405}" destId="{3FDE6A01-245A-4C0D-B5F2-501D9506034E}" srcOrd="1" destOrd="0" presId="urn:microsoft.com/office/officeart/2008/layout/VerticalAccentList"/>
    <dgm:cxn modelId="{5C2C5BBB-1776-432D-91DE-19C96CD5D21B}" type="presParOf" srcId="{9ED7D878-357D-49E4-80E3-BE646497E405}" destId="{3FEEFD53-AA10-4E68-A7D4-C9F098A69142}" srcOrd="2" destOrd="0" presId="urn:microsoft.com/office/officeart/2008/layout/VerticalAccentList"/>
    <dgm:cxn modelId="{A36A23FB-9620-4ADA-9AA7-C100580E573B}" type="presParOf" srcId="{9ED7D878-357D-49E4-80E3-BE646497E405}" destId="{A3D799AF-5868-4AF7-AE25-8FB092D9C434}" srcOrd="3" destOrd="0" presId="urn:microsoft.com/office/officeart/2008/layout/VerticalAccentList"/>
    <dgm:cxn modelId="{8BB3F776-8BE1-4E2B-825B-1720291D945B}" type="presParOf" srcId="{9ED7D878-357D-49E4-80E3-BE646497E405}" destId="{E2F74EC4-0FDA-4634-A5ED-434149267B21}" srcOrd="4" destOrd="0" presId="urn:microsoft.com/office/officeart/2008/layout/VerticalAccentList"/>
    <dgm:cxn modelId="{58AF91E1-CB8D-442D-9A04-97E7087DB543}" type="presParOf" srcId="{9ED7D878-357D-49E4-80E3-BE646497E405}" destId="{99CB509F-78EA-494E-97CC-3B586FB46479}" srcOrd="5" destOrd="0" presId="urn:microsoft.com/office/officeart/2008/layout/VerticalAccentList"/>
    <dgm:cxn modelId="{C0C73FEB-7227-4E14-8AE4-F575DA70B229}" type="presParOf" srcId="{9ED7D878-357D-49E4-80E3-BE646497E405}" destId="{653751F1-60AE-4C91-9DE2-D529183ACD6F}" srcOrd="6" destOrd="0" presId="urn:microsoft.com/office/officeart/2008/layout/VerticalAccentList"/>
    <dgm:cxn modelId="{B537729D-9B8A-4276-8716-3BE5EA72D3C6}" type="presParOf" srcId="{A8944645-EC68-48FC-AFB5-8B4733B15493}" destId="{5B245C1E-9790-470C-855C-0C7322D9F801}" srcOrd="5" destOrd="0" presId="urn:microsoft.com/office/officeart/2008/layout/VerticalAccentList"/>
    <dgm:cxn modelId="{7081609E-B688-49B3-A6D1-FE72AA4D37B9}" type="presParOf" srcId="{A8944645-EC68-48FC-AFB5-8B4733B15493}" destId="{6902A2D1-8F70-4081-BCE0-B53DA501DD87}" srcOrd="6" destOrd="0" presId="urn:microsoft.com/office/officeart/2008/layout/VerticalAccentList"/>
    <dgm:cxn modelId="{61979EA8-F9E8-4E65-81BD-7953652B2661}" type="presParOf" srcId="{6902A2D1-8F70-4081-BCE0-B53DA501DD87}" destId="{C6087602-82EC-42E0-85D0-C9D49863B54E}" srcOrd="0" destOrd="0" presId="urn:microsoft.com/office/officeart/2008/layout/VerticalAccentList"/>
    <dgm:cxn modelId="{4028DE9B-BC15-4A00-B674-37DC60193D45}" type="presParOf" srcId="{A8944645-EC68-48FC-AFB5-8B4733B15493}" destId="{20BB233B-52F0-4899-B0F9-CA983B8C8941}" srcOrd="7" destOrd="0" presId="urn:microsoft.com/office/officeart/2008/layout/VerticalAccentList"/>
    <dgm:cxn modelId="{2379DEF5-9FD4-4469-8D2D-57EF94240150}" type="presParOf" srcId="{20BB233B-52F0-4899-B0F9-CA983B8C8941}" destId="{6814A461-EE4F-4428-B6B1-AC521A64A596}" srcOrd="0" destOrd="0" presId="urn:microsoft.com/office/officeart/2008/layout/VerticalAccentList"/>
    <dgm:cxn modelId="{40A98214-09C3-4732-8565-F53F40693D70}" type="presParOf" srcId="{20BB233B-52F0-4899-B0F9-CA983B8C8941}" destId="{029075E8-BD54-42F8-93D3-39BF0B1F6755}" srcOrd="1" destOrd="0" presId="urn:microsoft.com/office/officeart/2008/layout/VerticalAccentList"/>
    <dgm:cxn modelId="{393E6617-CAAF-4B9B-84D9-E1BBF9DE6674}" type="presParOf" srcId="{20BB233B-52F0-4899-B0F9-CA983B8C8941}" destId="{8C82BDB2-129C-4958-B74E-3D263E2B35FC}" srcOrd="2" destOrd="0" presId="urn:microsoft.com/office/officeart/2008/layout/VerticalAccentList"/>
    <dgm:cxn modelId="{87B76ED1-508B-418E-8D6D-C5912F38403D}" type="presParOf" srcId="{20BB233B-52F0-4899-B0F9-CA983B8C8941}" destId="{DE43BDCB-C846-4B29-9F98-87A6DFD394CC}" srcOrd="3" destOrd="0" presId="urn:microsoft.com/office/officeart/2008/layout/VerticalAccentList"/>
    <dgm:cxn modelId="{726489E9-6FFE-4B69-86B9-EDF8D08F4F7E}" type="presParOf" srcId="{20BB233B-52F0-4899-B0F9-CA983B8C8941}" destId="{603D1CA3-8199-4566-9213-F16CD28DC388}" srcOrd="4" destOrd="0" presId="urn:microsoft.com/office/officeart/2008/layout/VerticalAccentList"/>
    <dgm:cxn modelId="{12020C00-CF9D-4F16-8017-D64E2B14B48C}" type="presParOf" srcId="{20BB233B-52F0-4899-B0F9-CA983B8C8941}" destId="{B1CA5899-9134-42A9-B8F9-4118716FC251}" srcOrd="5" destOrd="0" presId="urn:microsoft.com/office/officeart/2008/layout/VerticalAccentList"/>
    <dgm:cxn modelId="{4A11A20B-4E57-4200-BA2F-623C0556AEB9}" type="presParOf" srcId="{20BB233B-52F0-4899-B0F9-CA983B8C8941}" destId="{B99105C6-58B7-4C35-AEC6-A9875E86CE1B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关于圣经中的预言。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关于圣诞节的由来？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4D6F6E-0B2E-402E-8980-93EE02C6DDE2}">
      <dsp:nvSpPr>
        <dsp:cNvPr id="0" name=""/>
        <dsp:cNvSpPr/>
      </dsp:nvSpPr>
      <dsp:spPr>
        <a:xfrm>
          <a:off x="396887" y="1479444"/>
          <a:ext cx="7074818" cy="643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  <a:r>
            <a:rPr lang="zh-CN" sz="2400" kern="1200" dirty="0"/>
            <a:t>，</a:t>
          </a:r>
          <a:r>
            <a:rPr lang="zh-CN" altLang="en-US" sz="2400" kern="1200" dirty="0"/>
            <a:t>“原始福音”哪两类人其结局如何</a:t>
          </a:r>
          <a:r>
            <a:rPr lang="zh-CN" sz="2400" kern="1200" dirty="0"/>
            <a:t>？</a:t>
          </a:r>
          <a:endParaRPr lang="en-US" sz="2400" kern="1200" dirty="0"/>
        </a:p>
      </dsp:txBody>
      <dsp:txXfrm>
        <a:off x="396887" y="1479444"/>
        <a:ext cx="7074818" cy="643165"/>
      </dsp:txXfrm>
    </dsp:sp>
    <dsp:sp modelId="{C843A69C-D150-400A-B297-D477AC232A56}">
      <dsp:nvSpPr>
        <dsp:cNvPr id="0" name=""/>
        <dsp:cNvSpPr/>
      </dsp:nvSpPr>
      <dsp:spPr>
        <a:xfrm>
          <a:off x="396887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53A5853-BDD7-4BAE-9FA0-7F6C4EFBF67B}">
      <dsp:nvSpPr>
        <dsp:cNvPr id="0" name=""/>
        <dsp:cNvSpPr/>
      </dsp:nvSpPr>
      <dsp:spPr>
        <a:xfrm>
          <a:off x="1395223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84483"/>
            <a:satOff val="-2000"/>
            <a:lumOff val="706"/>
            <a:alphaOff val="0"/>
          </a:schemeClr>
        </a:solidFill>
        <a:ln w="12700" cap="flat" cmpd="sng" algn="ctr">
          <a:solidFill>
            <a:schemeClr val="accent2">
              <a:hueOff val="-384483"/>
              <a:satOff val="-2000"/>
              <a:lumOff val="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4874C8-5E82-409C-9182-8B82EBD3F3F1}">
      <dsp:nvSpPr>
        <dsp:cNvPr id="0" name=""/>
        <dsp:cNvSpPr/>
      </dsp:nvSpPr>
      <dsp:spPr>
        <a:xfrm>
          <a:off x="2393558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768965"/>
            <a:satOff val="-4000"/>
            <a:lumOff val="1412"/>
            <a:alphaOff val="0"/>
          </a:schemeClr>
        </a:solidFill>
        <a:ln w="12700" cap="flat" cmpd="sng" algn="ctr">
          <a:solidFill>
            <a:schemeClr val="accent2">
              <a:hueOff val="-768965"/>
              <a:satOff val="-4000"/>
              <a:lumOff val="1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7FE1173-592B-4597-9234-D138FE61535A}">
      <dsp:nvSpPr>
        <dsp:cNvPr id="0" name=""/>
        <dsp:cNvSpPr/>
      </dsp:nvSpPr>
      <dsp:spPr>
        <a:xfrm>
          <a:off x="3391894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1153448"/>
            <a:satOff val="-6000"/>
            <a:lumOff val="2118"/>
            <a:alphaOff val="0"/>
          </a:schemeClr>
        </a:solidFill>
        <a:ln w="12700" cap="flat" cmpd="sng" algn="ctr">
          <a:solidFill>
            <a:schemeClr val="accent2">
              <a:hueOff val="-1153448"/>
              <a:satOff val="-6000"/>
              <a:lumOff val="2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45088D-E661-42E9-8A2D-649F18D2606D}">
      <dsp:nvSpPr>
        <dsp:cNvPr id="0" name=""/>
        <dsp:cNvSpPr/>
      </dsp:nvSpPr>
      <dsp:spPr>
        <a:xfrm>
          <a:off x="4390229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1537930"/>
            <a:satOff val="-8000"/>
            <a:lumOff val="2824"/>
            <a:alphaOff val="0"/>
          </a:schemeClr>
        </a:solidFill>
        <a:ln w="12700" cap="flat" cmpd="sng" algn="ctr">
          <a:solidFill>
            <a:schemeClr val="accent2">
              <a:hueOff val="-1537930"/>
              <a:satOff val="-8000"/>
              <a:lumOff val="2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7E97C9E-19E0-407B-A939-67BFC9B105F9}">
      <dsp:nvSpPr>
        <dsp:cNvPr id="0" name=""/>
        <dsp:cNvSpPr/>
      </dsp:nvSpPr>
      <dsp:spPr>
        <a:xfrm>
          <a:off x="5388565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1922413"/>
            <a:satOff val="-10000"/>
            <a:lumOff val="3529"/>
            <a:alphaOff val="0"/>
          </a:schemeClr>
        </a:solidFill>
        <a:ln w="12700" cap="flat" cmpd="sng" algn="ctr">
          <a:solidFill>
            <a:schemeClr val="accent2">
              <a:hueOff val="-1922413"/>
              <a:satOff val="-10000"/>
              <a:lumOff val="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999CD4A-5C13-4A99-BD7E-CCF80A66A16E}">
      <dsp:nvSpPr>
        <dsp:cNvPr id="0" name=""/>
        <dsp:cNvSpPr/>
      </dsp:nvSpPr>
      <dsp:spPr>
        <a:xfrm>
          <a:off x="6386900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2306895"/>
            <a:satOff val="-12000"/>
            <a:lumOff val="4235"/>
            <a:alphaOff val="0"/>
          </a:schemeClr>
        </a:solidFill>
        <a:ln w="12700" cap="flat" cmpd="sng" algn="ctr">
          <a:solidFill>
            <a:schemeClr val="accent2">
              <a:hueOff val="-2306895"/>
              <a:satOff val="-12000"/>
              <a:lumOff val="4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FFCE05-E93C-4381-A15C-0E9E61817E21}">
      <dsp:nvSpPr>
        <dsp:cNvPr id="0" name=""/>
        <dsp:cNvSpPr/>
      </dsp:nvSpPr>
      <dsp:spPr>
        <a:xfrm>
          <a:off x="396887" y="2391382"/>
          <a:ext cx="7074818" cy="643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b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2</a:t>
          </a:r>
          <a:r>
            <a:rPr lang="zh-CN" sz="2300" kern="1200" dirty="0"/>
            <a:t>，“以马内利”</a:t>
          </a:r>
          <a:r>
            <a:rPr lang="zh-CN" altLang="en-US" sz="2300" kern="1200" dirty="0"/>
            <a:t>翻译为中文是什么意思</a:t>
          </a:r>
          <a:r>
            <a:rPr lang="zh-CN" sz="2300" kern="1200" dirty="0"/>
            <a:t>？</a:t>
          </a:r>
        </a:p>
      </dsp:txBody>
      <dsp:txXfrm>
        <a:off x="396887" y="2391382"/>
        <a:ext cx="7074818" cy="643165"/>
      </dsp:txXfrm>
    </dsp:sp>
    <dsp:sp modelId="{E7963745-BB5C-4807-9825-3415CB152881}">
      <dsp:nvSpPr>
        <dsp:cNvPr id="0" name=""/>
        <dsp:cNvSpPr/>
      </dsp:nvSpPr>
      <dsp:spPr>
        <a:xfrm>
          <a:off x="396887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2691378"/>
            <a:satOff val="-14000"/>
            <a:lumOff val="4941"/>
            <a:alphaOff val="0"/>
          </a:schemeClr>
        </a:solidFill>
        <a:ln w="12700" cap="flat" cmpd="sng" algn="ctr">
          <a:solidFill>
            <a:schemeClr val="accent2">
              <a:hueOff val="-2691378"/>
              <a:satOff val="-14000"/>
              <a:lumOff val="4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DE6A01-245A-4C0D-B5F2-501D9506034E}">
      <dsp:nvSpPr>
        <dsp:cNvPr id="0" name=""/>
        <dsp:cNvSpPr/>
      </dsp:nvSpPr>
      <dsp:spPr>
        <a:xfrm>
          <a:off x="1395223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075860"/>
            <a:satOff val="-16000"/>
            <a:lumOff val="5647"/>
            <a:alphaOff val="0"/>
          </a:schemeClr>
        </a:solidFill>
        <a:ln w="12700" cap="flat" cmpd="sng" algn="ctr">
          <a:solidFill>
            <a:schemeClr val="accent2">
              <a:hueOff val="-3075860"/>
              <a:satOff val="-16000"/>
              <a:lumOff val="5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EEFD53-AA10-4E68-A7D4-C9F098A69142}">
      <dsp:nvSpPr>
        <dsp:cNvPr id="0" name=""/>
        <dsp:cNvSpPr/>
      </dsp:nvSpPr>
      <dsp:spPr>
        <a:xfrm>
          <a:off x="2393558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460343"/>
            <a:satOff val="-18000"/>
            <a:lumOff val="6353"/>
            <a:alphaOff val="0"/>
          </a:schemeClr>
        </a:solidFill>
        <a:ln w="12700" cap="flat" cmpd="sng" algn="ctr">
          <a:solidFill>
            <a:schemeClr val="accent2">
              <a:hueOff val="-3460343"/>
              <a:satOff val="-18000"/>
              <a:lumOff val="6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3D799AF-5868-4AF7-AE25-8FB092D9C434}">
      <dsp:nvSpPr>
        <dsp:cNvPr id="0" name=""/>
        <dsp:cNvSpPr/>
      </dsp:nvSpPr>
      <dsp:spPr>
        <a:xfrm>
          <a:off x="3391894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F74EC4-0FDA-4634-A5ED-434149267B21}">
      <dsp:nvSpPr>
        <dsp:cNvPr id="0" name=""/>
        <dsp:cNvSpPr/>
      </dsp:nvSpPr>
      <dsp:spPr>
        <a:xfrm>
          <a:off x="4390229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4229308"/>
            <a:satOff val="-22001"/>
            <a:lumOff val="7765"/>
            <a:alphaOff val="0"/>
          </a:schemeClr>
        </a:solidFill>
        <a:ln w="12700" cap="flat" cmpd="sng" algn="ctr">
          <a:solidFill>
            <a:schemeClr val="accent2">
              <a:hueOff val="-4229308"/>
              <a:satOff val="-22001"/>
              <a:lumOff val="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9CB509F-78EA-494E-97CC-3B586FB46479}">
      <dsp:nvSpPr>
        <dsp:cNvPr id="0" name=""/>
        <dsp:cNvSpPr/>
      </dsp:nvSpPr>
      <dsp:spPr>
        <a:xfrm>
          <a:off x="5388565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4613790"/>
            <a:satOff val="-24001"/>
            <a:lumOff val="8471"/>
            <a:alphaOff val="0"/>
          </a:schemeClr>
        </a:solidFill>
        <a:ln w="12700" cap="flat" cmpd="sng" algn="ctr">
          <a:solidFill>
            <a:schemeClr val="accent2">
              <a:hueOff val="-4613790"/>
              <a:satOff val="-24001"/>
              <a:lumOff val="8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53751F1-60AE-4C91-9DE2-D529183ACD6F}">
      <dsp:nvSpPr>
        <dsp:cNvPr id="0" name=""/>
        <dsp:cNvSpPr/>
      </dsp:nvSpPr>
      <dsp:spPr>
        <a:xfrm>
          <a:off x="6386900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4998273"/>
            <a:satOff val="-26001"/>
            <a:lumOff val="9177"/>
            <a:alphaOff val="0"/>
          </a:schemeClr>
        </a:solidFill>
        <a:ln w="12700" cap="flat" cmpd="sng" algn="ctr">
          <a:solidFill>
            <a:schemeClr val="accent2">
              <a:hueOff val="-4998273"/>
              <a:satOff val="-26001"/>
              <a:lumOff val="9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087602-82EC-42E0-85D0-C9D49863B54E}">
      <dsp:nvSpPr>
        <dsp:cNvPr id="0" name=""/>
        <dsp:cNvSpPr/>
      </dsp:nvSpPr>
      <dsp:spPr>
        <a:xfrm>
          <a:off x="396887" y="3303319"/>
          <a:ext cx="7074818" cy="643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b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3</a:t>
          </a:r>
          <a:r>
            <a:rPr lang="zh-CN" sz="2300" kern="1200" dirty="0"/>
            <a:t>，</a:t>
          </a:r>
          <a:r>
            <a:rPr lang="zh-CN" altLang="en-US" sz="2300" kern="1200" dirty="0"/>
            <a:t>请分享自己如何理解“</a:t>
          </a:r>
          <a:r>
            <a:rPr lang="zh-CN" sz="2300" kern="1200" dirty="0"/>
            <a:t>童女怀孕生子</a:t>
          </a:r>
          <a:r>
            <a:rPr lang="zh-CN" altLang="en-US" sz="2300" kern="1200" dirty="0"/>
            <a:t>”</a:t>
          </a:r>
          <a:r>
            <a:rPr lang="zh-CN" sz="2300" kern="1200" dirty="0"/>
            <a:t>？</a:t>
          </a:r>
        </a:p>
      </dsp:txBody>
      <dsp:txXfrm>
        <a:off x="396887" y="3303319"/>
        <a:ext cx="7074818" cy="643165"/>
      </dsp:txXfrm>
    </dsp:sp>
    <dsp:sp modelId="{6814A461-EE4F-4428-B6B1-AC521A64A596}">
      <dsp:nvSpPr>
        <dsp:cNvPr id="0" name=""/>
        <dsp:cNvSpPr/>
      </dsp:nvSpPr>
      <dsp:spPr>
        <a:xfrm>
          <a:off x="396887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5382755"/>
            <a:satOff val="-28001"/>
            <a:lumOff val="9883"/>
            <a:alphaOff val="0"/>
          </a:schemeClr>
        </a:solidFill>
        <a:ln w="12700" cap="flat" cmpd="sng" algn="ctr">
          <a:solidFill>
            <a:schemeClr val="accent2">
              <a:hueOff val="-5382755"/>
              <a:satOff val="-28001"/>
              <a:lumOff val="9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9075E8-BD54-42F8-93D3-39BF0B1F6755}">
      <dsp:nvSpPr>
        <dsp:cNvPr id="0" name=""/>
        <dsp:cNvSpPr/>
      </dsp:nvSpPr>
      <dsp:spPr>
        <a:xfrm>
          <a:off x="1395223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5767238"/>
            <a:satOff val="-30001"/>
            <a:lumOff val="10588"/>
            <a:alphaOff val="0"/>
          </a:schemeClr>
        </a:solidFill>
        <a:ln w="12700" cap="flat" cmpd="sng" algn="ctr">
          <a:solidFill>
            <a:schemeClr val="accent2">
              <a:hueOff val="-5767238"/>
              <a:satOff val="-30001"/>
              <a:lumOff val="10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C82BDB2-129C-4958-B74E-3D263E2B35FC}">
      <dsp:nvSpPr>
        <dsp:cNvPr id="0" name=""/>
        <dsp:cNvSpPr/>
      </dsp:nvSpPr>
      <dsp:spPr>
        <a:xfrm>
          <a:off x="2393558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6151721"/>
            <a:satOff val="-32001"/>
            <a:lumOff val="11294"/>
            <a:alphaOff val="0"/>
          </a:schemeClr>
        </a:solidFill>
        <a:ln w="12700" cap="flat" cmpd="sng" algn="ctr">
          <a:solidFill>
            <a:schemeClr val="accent2">
              <a:hueOff val="-6151721"/>
              <a:satOff val="-32001"/>
              <a:lumOff val="112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E43BDCB-C846-4B29-9F98-87A6DFD394CC}">
      <dsp:nvSpPr>
        <dsp:cNvPr id="0" name=""/>
        <dsp:cNvSpPr/>
      </dsp:nvSpPr>
      <dsp:spPr>
        <a:xfrm>
          <a:off x="3391894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6536203"/>
            <a:satOff val="-34001"/>
            <a:lumOff val="12000"/>
            <a:alphaOff val="0"/>
          </a:schemeClr>
        </a:solidFill>
        <a:ln w="12700" cap="flat" cmpd="sng" algn="ctr">
          <a:solidFill>
            <a:schemeClr val="accent2">
              <a:hueOff val="-6536203"/>
              <a:satOff val="-34001"/>
              <a:lumOff val="120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3D1CA3-8199-4566-9213-F16CD28DC388}">
      <dsp:nvSpPr>
        <dsp:cNvPr id="0" name=""/>
        <dsp:cNvSpPr/>
      </dsp:nvSpPr>
      <dsp:spPr>
        <a:xfrm>
          <a:off x="4390229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6920685"/>
            <a:satOff val="-36001"/>
            <a:lumOff val="12706"/>
            <a:alphaOff val="0"/>
          </a:schemeClr>
        </a:solidFill>
        <a:ln w="12700" cap="flat" cmpd="sng" algn="ctr">
          <a:solidFill>
            <a:schemeClr val="accent2">
              <a:hueOff val="-6920685"/>
              <a:satOff val="-36001"/>
              <a:lumOff val="12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1CA5899-9134-42A9-B8F9-4118716FC251}">
      <dsp:nvSpPr>
        <dsp:cNvPr id="0" name=""/>
        <dsp:cNvSpPr/>
      </dsp:nvSpPr>
      <dsp:spPr>
        <a:xfrm>
          <a:off x="5388565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7305168"/>
            <a:satOff val="-38001"/>
            <a:lumOff val="13412"/>
            <a:alphaOff val="0"/>
          </a:schemeClr>
        </a:solidFill>
        <a:ln w="12700" cap="flat" cmpd="sng" algn="ctr">
          <a:solidFill>
            <a:schemeClr val="accent2">
              <a:hueOff val="-7305168"/>
              <a:satOff val="-38001"/>
              <a:lumOff val="13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99105C6-58B7-4C35-AEC6-A9875E86CE1B}">
      <dsp:nvSpPr>
        <dsp:cNvPr id="0" name=""/>
        <dsp:cNvSpPr/>
      </dsp:nvSpPr>
      <dsp:spPr>
        <a:xfrm>
          <a:off x="6386900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2025/12/13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1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5129D-5E9C-BFB2-84B6-50D3F22D5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20B6BC-6446-2A39-6497-A91BFC30F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FCB135-F774-F1C9-1EF9-CA85C2D7A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F52D5A-01F7-CB33-05AB-147A6A1C4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833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25630-F3BC-40CE-EB81-D327BED1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4396F0-15FE-B5EA-E01A-F15EC31C5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2B19C2-4A45-9870-144C-2940CAFD7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1CC172-7D75-476A-B5CD-A0057227C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648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82B9E-AF15-FD04-975E-2617A678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438F77-A727-D230-A1AA-A6DAEC335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F78ADF-6E59-8013-421F-A23F5DB09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C73204-4371-A3F3-954A-A35DB8FAC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66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9839F-6665-D4D9-F95B-BC50F6E2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52B244-B9CC-7983-680C-82914ED74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E9DFAE-0EE1-816A-3215-333674016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A9B7EE-22C7-D0A7-9563-AEC052891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769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78D59-DE67-2857-DF54-CE3B07B9A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83FC5A-04F5-1F1F-7D91-4855EE272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ABC946-74EE-040B-44AE-94B515CA8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4F7DD8-A6E1-C27A-AD86-29C08BC46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305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D6538-C177-14B6-C59B-AA43DCF17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016296-9035-59C3-597C-597693B60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7E9AF2-5A33-CAAB-20E6-9CED7CC0E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538E30-0E83-46D2-6B03-1CCCF50B1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326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84B33-CFAB-7565-C70B-0D00AF4F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2AE6A1-64CF-7453-1479-C991CB5F9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3BC5AF-7DC2-7C00-A113-A203D0BFC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3AEEAA-DAB7-7504-314E-5CF1AE58C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820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B57D6-32E3-EA13-D1CF-42ED46C91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0DCF07-42A3-9F44-3D38-774518E41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C5F5A8-AF07-D400-F94B-0FC50E4BA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7A24CA-401B-17F0-A65D-328DCF985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920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AACED-2014-E629-430A-94CC5C77E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A20232-08FB-0B41-4DC5-19F6E2DA6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895E34-36E0-C119-7D6F-5E8C5B1E5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9F6EB1-2550-8796-32F4-8E0D26CF2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185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E4C6-1281-DF19-3D00-8E52CE04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F12D12-F6B6-E0DF-23A3-345CCA7F8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3F7054-C267-0B01-F124-224A9DC50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F141F3-0B5A-C87E-FC2C-E680D6B05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174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65A61-6E03-E3F7-FD82-A6203796D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C30705-1547-E924-732B-42C0CD4C1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6552D3-8649-3C62-78E8-4729B742B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D7B2F9-D5CA-A5A0-8FF2-04CB8044D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03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7FE0E-E90E-7508-2230-8A702CE31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C7F413-9980-CAE8-110D-85FE88739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9A0FDB-2A35-177B-F66C-FCCB2371C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CDD9CE-1F14-42DA-8C10-F881A6D30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504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07BA9-92D0-7FFD-E088-5B86DDC1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9C3905-CEC9-C2EA-EE82-EFFF607BD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CA5925-9F65-037D-56D4-77B7BF191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71070A-39F1-984E-AD15-353F24E0A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2372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1BC91-6290-28A5-0AD1-63AE87A3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A602C0-6BEB-30E3-EE16-593F88E32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CCBEC8-1AB0-F908-0FC4-9EA82A866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9F2CF3-1148-A5AB-4A7B-A439AA992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306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87806-0935-2CED-ED65-360828C3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8C35DB-0F35-81DA-893E-D4741A0FD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6D3AE3-8886-A50B-0FEB-DC14A877A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813A69-7E99-4F4C-F75B-E506433B7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163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DDB93-3FB4-D92E-9915-B95BFF4A9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7F695E-4B1E-B428-ECF7-880EF9979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B21674-F727-B543-7066-2C4669675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49A12F-3DCD-DE55-1EAA-78CD3F0A9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4069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572C9-E4AE-0716-7938-8999C16C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E3A18F-339B-192E-9BDA-4A12ACF3B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54E9B2-6C06-4374-289F-AC937E7A8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0D2755-6D2D-F945-D092-B22DFBB57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5399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63209-6B9E-56CC-B878-A6679011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CD8072-B827-1D67-5273-4CB4A0AB7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4D387F-3FEE-1569-155F-6ED691BB2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9FFEFF-CBD5-7BEF-BB2F-356C2C34C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534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3E3C5-9F4B-8CF5-AAE4-066D6252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2E80F4-85CF-195F-9D36-7B6C783A3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BAAC15-0088-67BA-D56A-3D977FC72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BBB6A9-FBC8-919C-F204-114A6E83B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207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1B0F7-2A92-9CED-D3EE-5595864F2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8A6035-6A38-5CE6-6F6A-0D6359C7F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9C95A1-6A22-1996-5605-7F17E23C4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962176-0308-3D85-18B9-26EB082E0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3354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1757-D788-184D-713B-19D3CBC3B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383DD8-9ECF-9730-1416-9E7C78CBE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DEB2C5-91EA-B457-96E8-EDC8FD1DA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EF05-5372-B478-0FED-9746A00C0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1199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6021A-281C-F147-D43B-11F9C536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B48138-0AC4-5879-F3E5-31F42319B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AB18CD-0346-676E-45E6-8AA26853C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495C7E-4615-A93A-DC4A-2A35A735D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0548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07128-4FB8-AB76-B654-0DC5A37F8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FB551A-C397-4ADA-5504-511C18791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D0DDC5-9A30-37A7-2583-A3D68C693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97EC9-F127-9829-3E95-09DC2116D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8516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EC13E-099F-2798-A7E3-00F2F0F1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0B370D-EC48-D21C-202F-A88CA8978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C5591-5FC2-A24C-3593-9FD15F23C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E1A0A7-D7DA-195E-7BB3-B84330A45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4452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A69F5-256A-241B-2EA1-74113EF1F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85C8B9-C168-8F75-663D-4F7883A77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A7D2B3-2CFA-417E-756F-EBE22DDA8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04A0AA-8EAE-2660-8AC0-F057539ED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6350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1C538-40D7-E539-A9F6-58B3D3EE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A1A56F-120A-9BE9-AD0A-5B83F5257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51F8A3-2822-E803-C2AA-ECAE2DEC3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3D3195-0216-9ADB-908E-788FF010B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9985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F5D59-F462-7959-BF8E-0853A6CD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DCFF55-3B22-A8E8-4851-7913F828B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9E8419-64EB-A302-1714-343F0E7F3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6F0154-8D53-16BC-9700-C7BCEFD39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0218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4E81-0783-2348-A252-77EAA881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9FB299-2820-CABC-DB8A-45CA97BB5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CAF121-D829-EB0B-1292-CD4940AC8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0E658-7119-7675-51CC-B9289C788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0085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FB04-8F6A-A6C1-D6AA-22A5B4753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B74075-E4EB-E982-B577-022CEAC24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4CF8AF-2A9D-5EE6-BC77-83ACE8099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A3355D-9A61-0E77-1AF8-E30E7F6F5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7736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0F918-6CAA-5AA1-E94D-183139742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1BE0C7-27D0-BDBA-827C-E09FA9582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0156B2-87E3-35E8-1870-473D58DCC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904195-5FE4-86D7-C5A1-D324B90D8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8811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4E565-CB68-F086-575E-227404A1D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142B3D-AB09-ABAF-204C-B7A09E561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9DEC99-49B1-EFD1-47E2-A114433B1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A992A9-4240-4654-5506-B11180932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022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2025/12/13 Saturday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2025/12/13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8.jpeg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5" name="Rectangle 1317">
            <a:extLst>
              <a:ext uri="{FF2B5EF4-FFF2-40B4-BE49-F238E27FC236}">
                <a16:creationId xmlns:a16="http://schemas.microsoft.com/office/drawing/2014/main" id="{4A579C10-2848-4B1F-BC6C-2FAA13CC0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767829" y="4374966"/>
            <a:ext cx="8858462" cy="19775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5400" b="1" kern="1200" dirty="0">
                <a:ln/>
                <a:solidFill>
                  <a:schemeClr val="accent3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+mj-lt"/>
                <a:ea typeface="+mj-ea"/>
                <a:cs typeface="+mj-cs"/>
                <a:sym typeface="+mn-lt"/>
              </a:rPr>
              <a:t>基督预言及成就</a:t>
            </a:r>
            <a:endParaRPr lang="en-US" altLang="zh-CN" sz="5400" b="1" kern="1200" dirty="0">
              <a:ln/>
              <a:solidFill>
                <a:schemeClr val="accent3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3200" b="1" kern="1200" dirty="0">
                <a:ln/>
                <a:solidFill>
                  <a:schemeClr val="accent3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+mj-lt"/>
                <a:ea typeface="+mj-ea"/>
                <a:cs typeface="+mj-cs"/>
              </a:rPr>
              <a:t>赛七</a:t>
            </a:r>
            <a:r>
              <a:rPr lang="en-US" altLang="zh-CN" sz="3200" b="1" kern="1200" dirty="0">
                <a:ln/>
                <a:solidFill>
                  <a:schemeClr val="accent3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+mj-lt"/>
                <a:ea typeface="+mj-ea"/>
                <a:cs typeface="+mj-cs"/>
              </a:rPr>
              <a:t>14</a:t>
            </a:r>
            <a:r>
              <a:rPr lang="zh-CN" altLang="en-US" sz="3200" b="1" kern="1200" dirty="0">
                <a:ln/>
                <a:solidFill>
                  <a:schemeClr val="accent3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+mj-lt"/>
                <a:ea typeface="+mj-ea"/>
                <a:cs typeface="+mj-cs"/>
              </a:rPr>
              <a:t>节</a:t>
            </a:r>
            <a:endParaRPr lang="en-US" altLang="zh-CN" sz="3200" b="1" kern="1200" dirty="0">
              <a:ln/>
              <a:solidFill>
                <a:schemeClr val="accent3"/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+mj-lt"/>
              <a:ea typeface="+mj-ea"/>
              <a:cs typeface="+mj-cs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DB4A06-AECB-76BE-3F22-B63156BBC71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8970" r="12580" b="4"/>
          <a:stretch>
            <a:fillRect/>
          </a:stretch>
        </p:blipFill>
        <p:spPr>
          <a:xfrm>
            <a:off x="320862" y="531628"/>
            <a:ext cx="3812051" cy="3632116"/>
          </a:xfrm>
          <a:prstGeom prst="rect">
            <a:avLst/>
          </a:prstGeom>
          <a:effectLst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F10674-F7E9-69D6-C694-E0DF2419A09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 l="4076" r="3256" b="-3"/>
          <a:stretch>
            <a:fillRect/>
          </a:stretch>
        </p:blipFill>
        <p:spPr>
          <a:xfrm>
            <a:off x="4166423" y="642443"/>
            <a:ext cx="3729332" cy="3632116"/>
          </a:xfrm>
          <a:prstGeom prst="rect">
            <a:avLst/>
          </a:prstGeom>
          <a:effectLst/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4B5EFC-DECC-6DB1-45E9-EFB6FB40DC0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rcRect r="32308" b="-3"/>
          <a:stretch>
            <a:fillRect/>
          </a:stretch>
        </p:blipFill>
        <p:spPr>
          <a:xfrm>
            <a:off x="7797672" y="635645"/>
            <a:ext cx="3683258" cy="3632116"/>
          </a:xfrm>
          <a:prstGeom prst="rect">
            <a:avLst/>
          </a:prstGeom>
          <a:effectLst/>
        </p:spPr>
      </p:pic>
      <p:grpSp>
        <p:nvGrpSpPr>
          <p:cNvPr id="1356" name="Graphic 13">
            <a:extLst>
              <a:ext uri="{FF2B5EF4-FFF2-40B4-BE49-F238E27FC236}">
                <a16:creationId xmlns:a16="http://schemas.microsoft.com/office/drawing/2014/main" id="{6934FE3F-2C9A-47A8-AD41-AE1F3714E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86372" y="505450"/>
            <a:ext cx="3902610" cy="3839309"/>
            <a:chOff x="7886372" y="505450"/>
            <a:chExt cx="3902610" cy="3839309"/>
          </a:xfrm>
        </p:grpSpPr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4600DB2C-190B-4186-A854-A4B1DAB52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54770" y="625743"/>
              <a:ext cx="3565803" cy="3598722"/>
            </a:xfrm>
            <a:custGeom>
              <a:avLst/>
              <a:gdLst>
                <a:gd name="connsiteX0" fmla="*/ 1767964 w 3565803"/>
                <a:gd name="connsiteY0" fmla="*/ 378282 h 3598722"/>
                <a:gd name="connsiteX1" fmla="*/ 2358337 w 3565803"/>
                <a:gd name="connsiteY1" fmla="*/ 548068 h 3598722"/>
                <a:gd name="connsiteX2" fmla="*/ 2889634 w 3565803"/>
                <a:gd name="connsiteY2" fmla="*/ 1012535 h 3598722"/>
                <a:gd name="connsiteX3" fmla="*/ 3153107 w 3565803"/>
                <a:gd name="connsiteY3" fmla="*/ 1548686 h 3598722"/>
                <a:gd name="connsiteX4" fmla="*/ 3149009 w 3565803"/>
                <a:gd name="connsiteY4" fmla="*/ 2106716 h 3598722"/>
                <a:gd name="connsiteX5" fmla="*/ 3085458 w 3565803"/>
                <a:gd name="connsiteY5" fmla="*/ 2250021 h 3598722"/>
                <a:gd name="connsiteX6" fmla="*/ 2970334 w 3565803"/>
                <a:gd name="connsiteY6" fmla="*/ 2321517 h 3598722"/>
                <a:gd name="connsiteX7" fmla="*/ 2548991 w 3565803"/>
                <a:gd name="connsiteY7" fmla="*/ 2625403 h 3598722"/>
                <a:gd name="connsiteX8" fmla="*/ 2373405 w 3565803"/>
                <a:gd name="connsiteY8" fmla="*/ 2813094 h 3598722"/>
                <a:gd name="connsiteX9" fmla="*/ 1768027 w 3565803"/>
                <a:gd name="connsiteY9" fmla="*/ 3220441 h 3598722"/>
                <a:gd name="connsiteX10" fmla="*/ 1184275 w 3565803"/>
                <a:gd name="connsiteY10" fmla="*/ 3089429 h 3598722"/>
                <a:gd name="connsiteX11" fmla="*/ 720690 w 3565803"/>
                <a:gd name="connsiteY11" fmla="*/ 2733403 h 3598722"/>
                <a:gd name="connsiteX12" fmla="*/ 469637 w 3565803"/>
                <a:gd name="connsiteY12" fmla="*/ 2307331 h 3598722"/>
                <a:gd name="connsiteX13" fmla="*/ 378345 w 3565803"/>
                <a:gd name="connsiteY13" fmla="*/ 1799361 h 3598722"/>
                <a:gd name="connsiteX14" fmla="*/ 488299 w 3565803"/>
                <a:gd name="connsiteY14" fmla="*/ 1244169 h 3598722"/>
                <a:gd name="connsiteX15" fmla="*/ 787709 w 3565803"/>
                <a:gd name="connsiteY15" fmla="*/ 792185 h 3598722"/>
                <a:gd name="connsiteX16" fmla="*/ 1767964 w 3565803"/>
                <a:gd name="connsiteY16" fmla="*/ 378282 h 3598722"/>
                <a:gd name="connsiteX17" fmla="*/ 1767964 w 3565803"/>
                <a:gd name="connsiteY17" fmla="*/ 0 h 3598722"/>
                <a:gd name="connsiteX18" fmla="*/ 0 w 3565803"/>
                <a:gd name="connsiteY18" fmla="*/ 1799361 h 3598722"/>
                <a:gd name="connsiteX19" fmla="*/ 432944 w 3565803"/>
                <a:gd name="connsiteY19" fmla="*/ 2979034 h 3598722"/>
                <a:gd name="connsiteX20" fmla="*/ 1767964 w 3565803"/>
                <a:gd name="connsiteY20" fmla="*/ 3598723 h 3598722"/>
                <a:gd name="connsiteX21" fmla="*/ 2818769 w 3565803"/>
                <a:gd name="connsiteY21" fmla="*/ 2890516 h 3598722"/>
                <a:gd name="connsiteX22" fmla="*/ 3513295 w 3565803"/>
                <a:gd name="connsiteY22" fmla="*/ 2208536 h 3598722"/>
                <a:gd name="connsiteX23" fmla="*/ 1767964 w 3565803"/>
                <a:gd name="connsiteY23" fmla="*/ 0 h 3598722"/>
                <a:gd name="connsiteX24" fmla="*/ 1767964 w 3565803"/>
                <a:gd name="connsiteY24" fmla="*/ 0 h 359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65803" h="3598722">
                  <a:moveTo>
                    <a:pt x="1767964" y="378282"/>
                  </a:moveTo>
                  <a:cubicBezTo>
                    <a:pt x="1955718" y="378282"/>
                    <a:pt x="2159865" y="436979"/>
                    <a:pt x="2358337" y="548068"/>
                  </a:cubicBezTo>
                  <a:cubicBezTo>
                    <a:pt x="2561663" y="661867"/>
                    <a:pt x="2745382" y="822511"/>
                    <a:pt x="2889634" y="1012535"/>
                  </a:cubicBezTo>
                  <a:cubicBezTo>
                    <a:pt x="3016610" y="1179862"/>
                    <a:pt x="3107713" y="1365283"/>
                    <a:pt x="3153107" y="1548686"/>
                  </a:cubicBezTo>
                  <a:cubicBezTo>
                    <a:pt x="3200393" y="1739971"/>
                    <a:pt x="3199069" y="1927725"/>
                    <a:pt x="3149009" y="2106716"/>
                  </a:cubicBezTo>
                  <a:cubicBezTo>
                    <a:pt x="3129465" y="2176635"/>
                    <a:pt x="3106894" y="2227514"/>
                    <a:pt x="3085458" y="2250021"/>
                  </a:cubicBezTo>
                  <a:cubicBezTo>
                    <a:pt x="3066292" y="2270133"/>
                    <a:pt x="3023924" y="2292767"/>
                    <a:pt x="2970334" y="2321517"/>
                  </a:cubicBezTo>
                  <a:cubicBezTo>
                    <a:pt x="2861074" y="2379961"/>
                    <a:pt x="2711400" y="2460094"/>
                    <a:pt x="2548991" y="2625403"/>
                  </a:cubicBezTo>
                  <a:cubicBezTo>
                    <a:pt x="2486890" y="2688576"/>
                    <a:pt x="2429202" y="2751875"/>
                    <a:pt x="2373405" y="2813094"/>
                  </a:cubicBezTo>
                  <a:cubicBezTo>
                    <a:pt x="2129413" y="3080792"/>
                    <a:pt x="1991655" y="3220441"/>
                    <a:pt x="1768027" y="3220441"/>
                  </a:cubicBezTo>
                  <a:cubicBezTo>
                    <a:pt x="1563944" y="3220441"/>
                    <a:pt x="1367553" y="3176371"/>
                    <a:pt x="1184275" y="3089429"/>
                  </a:cubicBezTo>
                  <a:cubicBezTo>
                    <a:pt x="1008815" y="3006207"/>
                    <a:pt x="848487" y="2883139"/>
                    <a:pt x="720690" y="2733403"/>
                  </a:cubicBezTo>
                  <a:cubicBezTo>
                    <a:pt x="612565" y="2606741"/>
                    <a:pt x="528082" y="2463435"/>
                    <a:pt x="469637" y="2307331"/>
                  </a:cubicBezTo>
                  <a:cubicBezTo>
                    <a:pt x="409049" y="2145489"/>
                    <a:pt x="378345" y="1974632"/>
                    <a:pt x="378345" y="1799361"/>
                  </a:cubicBezTo>
                  <a:cubicBezTo>
                    <a:pt x="378345" y="1606564"/>
                    <a:pt x="415354" y="1419755"/>
                    <a:pt x="488299" y="1244169"/>
                  </a:cubicBezTo>
                  <a:cubicBezTo>
                    <a:pt x="558660" y="1074825"/>
                    <a:pt x="659409" y="922756"/>
                    <a:pt x="787709" y="792185"/>
                  </a:cubicBezTo>
                  <a:cubicBezTo>
                    <a:pt x="1049859" y="525245"/>
                    <a:pt x="1398068" y="378282"/>
                    <a:pt x="1767964" y="378282"/>
                  </a:cubicBezTo>
                  <a:moveTo>
                    <a:pt x="1767964" y="0"/>
                  </a:moveTo>
                  <a:cubicBezTo>
                    <a:pt x="791555" y="0"/>
                    <a:pt x="0" y="805615"/>
                    <a:pt x="0" y="1799361"/>
                  </a:cubicBezTo>
                  <a:cubicBezTo>
                    <a:pt x="0" y="2250652"/>
                    <a:pt x="163292" y="2663168"/>
                    <a:pt x="432944" y="2979034"/>
                  </a:cubicBezTo>
                  <a:cubicBezTo>
                    <a:pt x="757069" y="3358703"/>
                    <a:pt x="1234965" y="3598723"/>
                    <a:pt x="1767964" y="3598723"/>
                  </a:cubicBezTo>
                  <a:cubicBezTo>
                    <a:pt x="2256201" y="3598723"/>
                    <a:pt x="2498805" y="3216154"/>
                    <a:pt x="2818769" y="2890516"/>
                  </a:cubicBezTo>
                  <a:cubicBezTo>
                    <a:pt x="3138669" y="2564878"/>
                    <a:pt x="3379761" y="2686433"/>
                    <a:pt x="3513295" y="2208536"/>
                  </a:cubicBezTo>
                  <a:cubicBezTo>
                    <a:pt x="3817244" y="1120787"/>
                    <a:pt x="2744437" y="0"/>
                    <a:pt x="1767964" y="0"/>
                  </a:cubicBezTo>
                  <a:lnTo>
                    <a:pt x="1767964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62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21B12C72-1CAE-41C8-8EFA-694C69396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54770" y="625743"/>
              <a:ext cx="3565803" cy="3598722"/>
            </a:xfrm>
            <a:custGeom>
              <a:avLst/>
              <a:gdLst>
                <a:gd name="connsiteX0" fmla="*/ 1767964 w 3565803"/>
                <a:gd name="connsiteY0" fmla="*/ 315235 h 3598722"/>
                <a:gd name="connsiteX1" fmla="*/ 2389104 w 3565803"/>
                <a:gd name="connsiteY1" fmla="*/ 493028 h 3598722"/>
                <a:gd name="connsiteX2" fmla="*/ 2939819 w 3565803"/>
                <a:gd name="connsiteY2" fmla="*/ 974454 h 3598722"/>
                <a:gd name="connsiteX3" fmla="*/ 3214263 w 3565803"/>
                <a:gd name="connsiteY3" fmla="*/ 1533555 h 3598722"/>
                <a:gd name="connsiteX4" fmla="*/ 3209723 w 3565803"/>
                <a:gd name="connsiteY4" fmla="*/ 2123675 h 3598722"/>
                <a:gd name="connsiteX5" fmla="*/ 3131104 w 3565803"/>
                <a:gd name="connsiteY5" fmla="*/ 2293524 h 3598722"/>
                <a:gd name="connsiteX6" fmla="*/ 3000092 w 3565803"/>
                <a:gd name="connsiteY6" fmla="*/ 2377124 h 3598722"/>
                <a:gd name="connsiteX7" fmla="*/ 2593943 w 3565803"/>
                <a:gd name="connsiteY7" fmla="*/ 2669599 h 3598722"/>
                <a:gd name="connsiteX8" fmla="*/ 2419997 w 3565803"/>
                <a:gd name="connsiteY8" fmla="*/ 2855588 h 3598722"/>
                <a:gd name="connsiteX9" fmla="*/ 2086163 w 3565803"/>
                <a:gd name="connsiteY9" fmla="*/ 3177884 h 3598722"/>
                <a:gd name="connsiteX10" fmla="*/ 1768027 w 3565803"/>
                <a:gd name="connsiteY10" fmla="*/ 3283551 h 3598722"/>
                <a:gd name="connsiteX11" fmla="*/ 1157291 w 3565803"/>
                <a:gd name="connsiteY11" fmla="*/ 3146487 h 3598722"/>
                <a:gd name="connsiteX12" fmla="*/ 672775 w 3565803"/>
                <a:gd name="connsiteY12" fmla="*/ 2774446 h 3598722"/>
                <a:gd name="connsiteX13" fmla="*/ 410625 w 3565803"/>
                <a:gd name="connsiteY13" fmla="*/ 2329524 h 3598722"/>
                <a:gd name="connsiteX14" fmla="*/ 315298 w 3565803"/>
                <a:gd name="connsiteY14" fmla="*/ 1799424 h 3598722"/>
                <a:gd name="connsiteX15" fmla="*/ 430107 w 3565803"/>
                <a:gd name="connsiteY15" fmla="*/ 1220022 h 3598722"/>
                <a:gd name="connsiteX16" fmla="*/ 742757 w 3565803"/>
                <a:gd name="connsiteY16" fmla="*/ 748053 h 3598722"/>
                <a:gd name="connsiteX17" fmla="*/ 1767964 w 3565803"/>
                <a:gd name="connsiteY17" fmla="*/ 315235 h 3598722"/>
                <a:gd name="connsiteX18" fmla="*/ 1767964 w 3565803"/>
                <a:gd name="connsiteY18" fmla="*/ 0 h 3598722"/>
                <a:gd name="connsiteX19" fmla="*/ 0 w 3565803"/>
                <a:gd name="connsiteY19" fmla="*/ 1799361 h 3598722"/>
                <a:gd name="connsiteX20" fmla="*/ 432944 w 3565803"/>
                <a:gd name="connsiteY20" fmla="*/ 2979034 h 3598722"/>
                <a:gd name="connsiteX21" fmla="*/ 1767964 w 3565803"/>
                <a:gd name="connsiteY21" fmla="*/ 3598723 h 3598722"/>
                <a:gd name="connsiteX22" fmla="*/ 2818769 w 3565803"/>
                <a:gd name="connsiteY22" fmla="*/ 2890516 h 3598722"/>
                <a:gd name="connsiteX23" fmla="*/ 3513295 w 3565803"/>
                <a:gd name="connsiteY23" fmla="*/ 2208536 h 3598722"/>
                <a:gd name="connsiteX24" fmla="*/ 1767964 w 3565803"/>
                <a:gd name="connsiteY24" fmla="*/ 0 h 3598722"/>
                <a:gd name="connsiteX25" fmla="*/ 1767964 w 3565803"/>
                <a:gd name="connsiteY25" fmla="*/ 0 h 359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565803" h="3598722">
                  <a:moveTo>
                    <a:pt x="1767964" y="315235"/>
                  </a:moveTo>
                  <a:cubicBezTo>
                    <a:pt x="1966499" y="315235"/>
                    <a:pt x="2181301" y="376706"/>
                    <a:pt x="2389104" y="493028"/>
                  </a:cubicBezTo>
                  <a:cubicBezTo>
                    <a:pt x="2599996" y="611052"/>
                    <a:pt x="2790398" y="777496"/>
                    <a:pt x="2939819" y="974454"/>
                  </a:cubicBezTo>
                  <a:cubicBezTo>
                    <a:pt x="3071966" y="1148590"/>
                    <a:pt x="3166852" y="1341892"/>
                    <a:pt x="3214263" y="1533555"/>
                  </a:cubicBezTo>
                  <a:cubicBezTo>
                    <a:pt x="3264196" y="1735558"/>
                    <a:pt x="3262683" y="1934093"/>
                    <a:pt x="3209723" y="2123675"/>
                  </a:cubicBezTo>
                  <a:cubicBezTo>
                    <a:pt x="3186837" y="2205636"/>
                    <a:pt x="3160358" y="2262820"/>
                    <a:pt x="3131104" y="2293524"/>
                  </a:cubicBezTo>
                  <a:cubicBezTo>
                    <a:pt x="3106200" y="2319688"/>
                    <a:pt x="3067048" y="2341250"/>
                    <a:pt x="3000092" y="2377124"/>
                  </a:cubicBezTo>
                  <a:cubicBezTo>
                    <a:pt x="2894425" y="2433677"/>
                    <a:pt x="2749669" y="2511099"/>
                    <a:pt x="2593943" y="2669599"/>
                  </a:cubicBezTo>
                  <a:cubicBezTo>
                    <a:pt x="2532662" y="2731952"/>
                    <a:pt x="2475415" y="2794810"/>
                    <a:pt x="2419997" y="2855588"/>
                  </a:cubicBezTo>
                  <a:cubicBezTo>
                    <a:pt x="2305818" y="2980799"/>
                    <a:pt x="2198008" y="3099138"/>
                    <a:pt x="2086163" y="3177884"/>
                  </a:cubicBezTo>
                  <a:cubicBezTo>
                    <a:pt x="1982387" y="3250955"/>
                    <a:pt x="1884286" y="3283551"/>
                    <a:pt x="1768027" y="3283551"/>
                  </a:cubicBezTo>
                  <a:cubicBezTo>
                    <a:pt x="1554550" y="3283551"/>
                    <a:pt x="1349080" y="3237463"/>
                    <a:pt x="1157291" y="3146487"/>
                  </a:cubicBezTo>
                  <a:cubicBezTo>
                    <a:pt x="973887" y="3059482"/>
                    <a:pt x="806308" y="2930866"/>
                    <a:pt x="672775" y="2774446"/>
                  </a:cubicBezTo>
                  <a:cubicBezTo>
                    <a:pt x="559858" y="2642237"/>
                    <a:pt x="471655" y="2492500"/>
                    <a:pt x="410625" y="2329524"/>
                  </a:cubicBezTo>
                  <a:cubicBezTo>
                    <a:pt x="347389" y="2160621"/>
                    <a:pt x="315298" y="1982261"/>
                    <a:pt x="315298" y="1799424"/>
                  </a:cubicBezTo>
                  <a:cubicBezTo>
                    <a:pt x="315298" y="1598241"/>
                    <a:pt x="353946" y="1403300"/>
                    <a:pt x="430107" y="1220022"/>
                  </a:cubicBezTo>
                  <a:cubicBezTo>
                    <a:pt x="503620" y="1043176"/>
                    <a:pt x="608782" y="884360"/>
                    <a:pt x="742757" y="748053"/>
                  </a:cubicBezTo>
                  <a:cubicBezTo>
                    <a:pt x="1016885" y="468944"/>
                    <a:pt x="1380982" y="315235"/>
                    <a:pt x="1767964" y="315235"/>
                  </a:cubicBezTo>
                  <a:moveTo>
                    <a:pt x="1767964" y="0"/>
                  </a:moveTo>
                  <a:cubicBezTo>
                    <a:pt x="791555" y="0"/>
                    <a:pt x="0" y="805615"/>
                    <a:pt x="0" y="1799361"/>
                  </a:cubicBezTo>
                  <a:cubicBezTo>
                    <a:pt x="0" y="2250652"/>
                    <a:pt x="163292" y="2663168"/>
                    <a:pt x="432944" y="2979034"/>
                  </a:cubicBezTo>
                  <a:cubicBezTo>
                    <a:pt x="757069" y="3358703"/>
                    <a:pt x="1234965" y="3598723"/>
                    <a:pt x="1767964" y="3598723"/>
                  </a:cubicBezTo>
                  <a:cubicBezTo>
                    <a:pt x="2256201" y="3598723"/>
                    <a:pt x="2498805" y="3216154"/>
                    <a:pt x="2818769" y="2890516"/>
                  </a:cubicBezTo>
                  <a:cubicBezTo>
                    <a:pt x="3138669" y="2564878"/>
                    <a:pt x="3379761" y="2686433"/>
                    <a:pt x="3513295" y="2208536"/>
                  </a:cubicBezTo>
                  <a:cubicBezTo>
                    <a:pt x="3817244" y="1120787"/>
                    <a:pt x="2744437" y="0"/>
                    <a:pt x="1767964" y="0"/>
                  </a:cubicBezTo>
                  <a:lnTo>
                    <a:pt x="1767964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62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C8EEB1E6-B355-40D0-AF28-33AD4F572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66272" y="653366"/>
              <a:ext cx="3542742" cy="3543548"/>
            </a:xfrm>
            <a:custGeom>
              <a:avLst/>
              <a:gdLst>
                <a:gd name="connsiteX0" fmla="*/ 1760056 w 3542742"/>
                <a:gd name="connsiteY0" fmla="*/ 55 h 3543548"/>
                <a:gd name="connsiteX1" fmla="*/ 1931292 w 3542742"/>
                <a:gd name="connsiteY1" fmla="*/ 10647 h 3543548"/>
                <a:gd name="connsiteX2" fmla="*/ 2099186 w 3542742"/>
                <a:gd name="connsiteY2" fmla="*/ 42360 h 3543548"/>
                <a:gd name="connsiteX3" fmla="*/ 2419150 w 3542742"/>
                <a:gd name="connsiteY3" fmla="*/ 157609 h 3543548"/>
                <a:gd name="connsiteX4" fmla="*/ 2569643 w 3542742"/>
                <a:gd name="connsiteY4" fmla="*/ 236796 h 3543548"/>
                <a:gd name="connsiteX5" fmla="*/ 2713264 w 3542742"/>
                <a:gd name="connsiteY5" fmla="*/ 328089 h 3543548"/>
                <a:gd name="connsiteX6" fmla="*/ 2976927 w 3542742"/>
                <a:gd name="connsiteY6" fmla="*/ 544277 h 3543548"/>
                <a:gd name="connsiteX7" fmla="*/ 3204085 w 3542742"/>
                <a:gd name="connsiteY7" fmla="*/ 801382 h 3543548"/>
                <a:gd name="connsiteX8" fmla="*/ 3385976 w 3542742"/>
                <a:gd name="connsiteY8" fmla="*/ 1095938 h 3543548"/>
                <a:gd name="connsiteX9" fmla="*/ 3456336 w 3542742"/>
                <a:gd name="connsiteY9" fmla="*/ 1255951 h 3543548"/>
                <a:gd name="connsiteX10" fmla="*/ 3471530 w 3542742"/>
                <a:gd name="connsiteY10" fmla="*/ 1297121 h 3543548"/>
                <a:gd name="connsiteX11" fmla="*/ 3485464 w 3542742"/>
                <a:gd name="connsiteY11" fmla="*/ 1338858 h 3543548"/>
                <a:gd name="connsiteX12" fmla="*/ 3497821 w 3542742"/>
                <a:gd name="connsiteY12" fmla="*/ 1381163 h 3543548"/>
                <a:gd name="connsiteX13" fmla="*/ 3508665 w 3542742"/>
                <a:gd name="connsiteY13" fmla="*/ 1423908 h 3543548"/>
                <a:gd name="connsiteX14" fmla="*/ 3542206 w 3542742"/>
                <a:gd name="connsiteY14" fmla="*/ 1775206 h 3543548"/>
                <a:gd name="connsiteX15" fmla="*/ 3523481 w 3542742"/>
                <a:gd name="connsiteY15" fmla="*/ 1950792 h 3543548"/>
                <a:gd name="connsiteX16" fmla="*/ 3479853 w 3542742"/>
                <a:gd name="connsiteY16" fmla="*/ 2120830 h 3543548"/>
                <a:gd name="connsiteX17" fmla="*/ 3421723 w 3542742"/>
                <a:gd name="connsiteY17" fmla="*/ 2285194 h 3543548"/>
                <a:gd name="connsiteX18" fmla="*/ 3385156 w 3542742"/>
                <a:gd name="connsiteY18" fmla="*/ 2366902 h 3543548"/>
                <a:gd name="connsiteX19" fmla="*/ 3338123 w 3542742"/>
                <a:gd name="connsiteY19" fmla="*/ 2446468 h 3543548"/>
                <a:gd name="connsiteX20" fmla="*/ 3277913 w 3542742"/>
                <a:gd name="connsiteY20" fmla="*/ 2519917 h 3543548"/>
                <a:gd name="connsiteX21" fmla="*/ 3243237 w 3542742"/>
                <a:gd name="connsiteY21" fmla="*/ 2552513 h 3543548"/>
                <a:gd name="connsiteX22" fmla="*/ 3206670 w 3542742"/>
                <a:gd name="connsiteY22" fmla="*/ 2581704 h 3543548"/>
                <a:gd name="connsiteX23" fmla="*/ 3060842 w 3542742"/>
                <a:gd name="connsiteY23" fmla="*/ 2673689 h 3543548"/>
                <a:gd name="connsiteX24" fmla="*/ 2932668 w 3542742"/>
                <a:gd name="connsiteY24" fmla="*/ 2757415 h 3543548"/>
                <a:gd name="connsiteX25" fmla="*/ 2875232 w 3542742"/>
                <a:gd name="connsiteY25" fmla="*/ 2803881 h 3543548"/>
                <a:gd name="connsiteX26" fmla="*/ 2821264 w 3542742"/>
                <a:gd name="connsiteY26" fmla="*/ 2854256 h 3543548"/>
                <a:gd name="connsiteX27" fmla="*/ 2795225 w 3542742"/>
                <a:gd name="connsiteY27" fmla="*/ 2881177 h 3543548"/>
                <a:gd name="connsiteX28" fmla="*/ 2768430 w 3542742"/>
                <a:gd name="connsiteY28" fmla="*/ 2909863 h 3543548"/>
                <a:gd name="connsiteX29" fmla="*/ 2714714 w 3542742"/>
                <a:gd name="connsiteY29" fmla="*/ 2968118 h 3543548"/>
                <a:gd name="connsiteX30" fmla="*/ 2603625 w 3542742"/>
                <a:gd name="connsiteY30" fmla="*/ 3085449 h 3543548"/>
                <a:gd name="connsiteX31" fmla="*/ 2546190 w 3542742"/>
                <a:gd name="connsiteY31" fmla="*/ 3144398 h 3543548"/>
                <a:gd name="connsiteX32" fmla="*/ 2486799 w 3542742"/>
                <a:gd name="connsiteY32" fmla="*/ 3202716 h 3543548"/>
                <a:gd name="connsiteX33" fmla="*/ 2360075 w 3542742"/>
                <a:gd name="connsiteY33" fmla="*/ 3314877 h 3543548"/>
                <a:gd name="connsiteX34" fmla="*/ 2219102 w 3542742"/>
                <a:gd name="connsiteY34" fmla="*/ 3414428 h 3543548"/>
                <a:gd name="connsiteX35" fmla="*/ 2061862 w 3542742"/>
                <a:gd name="connsiteY35" fmla="*/ 3490967 h 3543548"/>
                <a:gd name="connsiteX36" fmla="*/ 1892203 w 3542742"/>
                <a:gd name="connsiteY36" fmla="*/ 3534659 h 3543548"/>
                <a:gd name="connsiteX37" fmla="*/ 1805387 w 3542742"/>
                <a:gd name="connsiteY37" fmla="*/ 3542729 h 3543548"/>
                <a:gd name="connsiteX38" fmla="*/ 1783699 w 3542742"/>
                <a:gd name="connsiteY38" fmla="*/ 3543422 h 3543548"/>
                <a:gd name="connsiteX39" fmla="*/ 1762011 w 3542742"/>
                <a:gd name="connsiteY39" fmla="*/ 3543548 h 3543548"/>
                <a:gd name="connsiteX40" fmla="*/ 1719895 w 3542742"/>
                <a:gd name="connsiteY40" fmla="*/ 3542603 h 3543548"/>
                <a:gd name="connsiteX41" fmla="*/ 1064711 w 3542742"/>
                <a:gd name="connsiteY41" fmla="*/ 3397153 h 3543548"/>
                <a:gd name="connsiteX42" fmla="*/ 912389 w 3542742"/>
                <a:gd name="connsiteY42" fmla="*/ 3322253 h 3543548"/>
                <a:gd name="connsiteX43" fmla="*/ 768138 w 3542742"/>
                <a:gd name="connsiteY43" fmla="*/ 3232033 h 3543548"/>
                <a:gd name="connsiteX44" fmla="*/ 508510 w 3542742"/>
                <a:gd name="connsiteY44" fmla="*/ 3011432 h 3543548"/>
                <a:gd name="connsiteX45" fmla="*/ 291880 w 3542742"/>
                <a:gd name="connsiteY45" fmla="*/ 2744869 h 3543548"/>
                <a:gd name="connsiteX46" fmla="*/ 130480 w 3542742"/>
                <a:gd name="connsiteY46" fmla="*/ 2439217 h 3543548"/>
                <a:gd name="connsiteX47" fmla="*/ 30866 w 3542742"/>
                <a:gd name="connsiteY47" fmla="*/ 2106518 h 3543548"/>
                <a:gd name="connsiteX48" fmla="*/ 6214 w 3542742"/>
                <a:gd name="connsiteY48" fmla="*/ 1933959 h 3543548"/>
                <a:gd name="connsiteX49" fmla="*/ 351 w 3542742"/>
                <a:gd name="connsiteY49" fmla="*/ 1759697 h 3543548"/>
                <a:gd name="connsiteX50" fmla="*/ 12645 w 3542742"/>
                <a:gd name="connsiteY50" fmla="*/ 1585876 h 3543548"/>
                <a:gd name="connsiteX51" fmla="*/ 42214 w 3542742"/>
                <a:gd name="connsiteY51" fmla="*/ 1414325 h 3543548"/>
                <a:gd name="connsiteX52" fmla="*/ 147125 w 3542742"/>
                <a:gd name="connsiteY52" fmla="*/ 1083581 h 3543548"/>
                <a:gd name="connsiteX53" fmla="*/ 522696 w 3542742"/>
                <a:gd name="connsiteY53" fmla="*/ 505377 h 3543548"/>
                <a:gd name="connsiteX54" fmla="*/ 646457 w 3542742"/>
                <a:gd name="connsiteY54" fmla="*/ 383948 h 3543548"/>
                <a:gd name="connsiteX55" fmla="*/ 784530 w 3542742"/>
                <a:gd name="connsiteY55" fmla="*/ 278912 h 3543548"/>
                <a:gd name="connsiteX56" fmla="*/ 1091947 w 3542742"/>
                <a:gd name="connsiteY56" fmla="*/ 121231 h 3543548"/>
                <a:gd name="connsiteX57" fmla="*/ 1422187 w 3542742"/>
                <a:gd name="connsiteY57" fmla="*/ 31263 h 3543548"/>
                <a:gd name="connsiteX58" fmla="*/ 1760056 w 3542742"/>
                <a:gd name="connsiteY58" fmla="*/ 55 h 3543548"/>
                <a:gd name="connsiteX59" fmla="*/ 1760056 w 3542742"/>
                <a:gd name="connsiteY59" fmla="*/ 128166 h 3543548"/>
                <a:gd name="connsiteX60" fmla="*/ 1452639 w 3542742"/>
                <a:gd name="connsiteY60" fmla="*/ 168138 h 3543548"/>
                <a:gd name="connsiteX61" fmla="*/ 1167919 w 3542742"/>
                <a:gd name="connsiteY61" fmla="*/ 286036 h 3543548"/>
                <a:gd name="connsiteX62" fmla="*/ 916046 w 3542742"/>
                <a:gd name="connsiteY62" fmla="*/ 458217 h 3543548"/>
                <a:gd name="connsiteX63" fmla="*/ 801363 w 3542742"/>
                <a:gd name="connsiteY63" fmla="*/ 557643 h 3543548"/>
                <a:gd name="connsiteX64" fmla="*/ 692796 w 3542742"/>
                <a:gd name="connsiteY64" fmla="*/ 663625 h 3543548"/>
                <a:gd name="connsiteX65" fmla="*/ 371446 w 3542742"/>
                <a:gd name="connsiteY65" fmla="*/ 1175503 h 3543548"/>
                <a:gd name="connsiteX66" fmla="*/ 285071 w 3542742"/>
                <a:gd name="connsiteY66" fmla="*/ 1465456 h 3543548"/>
                <a:gd name="connsiteX67" fmla="*/ 262185 w 3542742"/>
                <a:gd name="connsiteY67" fmla="*/ 1614752 h 3543548"/>
                <a:gd name="connsiteX68" fmla="*/ 251972 w 3542742"/>
                <a:gd name="connsiteY68" fmla="*/ 1765182 h 3543548"/>
                <a:gd name="connsiteX69" fmla="*/ 254241 w 3542742"/>
                <a:gd name="connsiteY69" fmla="*/ 1915927 h 3543548"/>
                <a:gd name="connsiteX70" fmla="*/ 268679 w 3542742"/>
                <a:gd name="connsiteY70" fmla="*/ 2066042 h 3543548"/>
                <a:gd name="connsiteX71" fmla="*/ 339229 w 3542742"/>
                <a:gd name="connsiteY71" fmla="*/ 2360030 h 3543548"/>
                <a:gd name="connsiteX72" fmla="*/ 466016 w 3542742"/>
                <a:gd name="connsiteY72" fmla="*/ 2636302 h 3543548"/>
                <a:gd name="connsiteX73" fmla="*/ 549175 w 3542742"/>
                <a:gd name="connsiteY73" fmla="*/ 2764540 h 3543548"/>
                <a:gd name="connsiteX74" fmla="*/ 595326 w 3542742"/>
                <a:gd name="connsiteY74" fmla="*/ 2825695 h 3543548"/>
                <a:gd name="connsiteX75" fmla="*/ 644755 w 3542742"/>
                <a:gd name="connsiteY75" fmla="*/ 2884959 h 3543548"/>
                <a:gd name="connsiteX76" fmla="*/ 867752 w 3542742"/>
                <a:gd name="connsiteY76" fmla="*/ 3099067 h 3543548"/>
                <a:gd name="connsiteX77" fmla="*/ 898141 w 3542742"/>
                <a:gd name="connsiteY77" fmla="*/ 3123151 h 3543548"/>
                <a:gd name="connsiteX78" fmla="*/ 929097 w 3542742"/>
                <a:gd name="connsiteY78" fmla="*/ 3146604 h 3543548"/>
                <a:gd name="connsiteX79" fmla="*/ 960494 w 3542742"/>
                <a:gd name="connsiteY79" fmla="*/ 3169491 h 3543548"/>
                <a:gd name="connsiteX80" fmla="*/ 992459 w 3542742"/>
                <a:gd name="connsiteY80" fmla="*/ 3191620 h 3543548"/>
                <a:gd name="connsiteX81" fmla="*/ 1125299 w 3542742"/>
                <a:gd name="connsiteY81" fmla="*/ 3272762 h 3543548"/>
                <a:gd name="connsiteX82" fmla="*/ 1413487 w 3542742"/>
                <a:gd name="connsiteY82" fmla="*/ 3392551 h 3543548"/>
                <a:gd name="connsiteX83" fmla="*/ 1722796 w 3542742"/>
                <a:gd name="connsiteY83" fmla="*/ 3439080 h 3543548"/>
                <a:gd name="connsiteX84" fmla="*/ 1761948 w 3542742"/>
                <a:gd name="connsiteY84" fmla="*/ 3439332 h 3543548"/>
                <a:gd name="connsiteX85" fmla="*/ 1799839 w 3542742"/>
                <a:gd name="connsiteY85" fmla="*/ 3437882 h 3543548"/>
                <a:gd name="connsiteX86" fmla="*/ 1874613 w 3542742"/>
                <a:gd name="connsiteY86" fmla="*/ 3428235 h 3543548"/>
                <a:gd name="connsiteX87" fmla="*/ 2016721 w 3542742"/>
                <a:gd name="connsiteY87" fmla="*/ 3382085 h 3543548"/>
                <a:gd name="connsiteX88" fmla="*/ 2144769 w 3542742"/>
                <a:gd name="connsiteY88" fmla="*/ 3303655 h 3543548"/>
                <a:gd name="connsiteX89" fmla="*/ 2259073 w 3542742"/>
                <a:gd name="connsiteY89" fmla="*/ 3202149 h 3543548"/>
                <a:gd name="connsiteX90" fmla="*/ 2364299 w 3542742"/>
                <a:gd name="connsiteY90" fmla="*/ 3086458 h 3543548"/>
                <a:gd name="connsiteX91" fmla="*/ 2415304 w 3542742"/>
                <a:gd name="connsiteY91" fmla="*/ 3025428 h 3543548"/>
                <a:gd name="connsiteX92" fmla="*/ 2466435 w 3542742"/>
                <a:gd name="connsiteY92" fmla="*/ 2963327 h 3543548"/>
                <a:gd name="connsiteX93" fmla="*/ 2572039 w 3542742"/>
                <a:gd name="connsiteY93" fmla="*/ 2838179 h 3543548"/>
                <a:gd name="connsiteX94" fmla="*/ 2628907 w 3542742"/>
                <a:gd name="connsiteY94" fmla="*/ 2777275 h 3543548"/>
                <a:gd name="connsiteX95" fmla="*/ 2658476 w 3542742"/>
                <a:gd name="connsiteY95" fmla="*/ 2747391 h 3543548"/>
                <a:gd name="connsiteX96" fmla="*/ 2690189 w 3542742"/>
                <a:gd name="connsiteY96" fmla="*/ 2717065 h 3543548"/>
                <a:gd name="connsiteX97" fmla="*/ 2830658 w 3542742"/>
                <a:gd name="connsiteY97" fmla="*/ 2608814 h 3543548"/>
                <a:gd name="connsiteX98" fmla="*/ 2981844 w 3542742"/>
                <a:gd name="connsiteY98" fmla="*/ 2526348 h 3543548"/>
                <a:gd name="connsiteX99" fmla="*/ 3053277 w 3542742"/>
                <a:gd name="connsiteY99" fmla="*/ 2491105 h 3543548"/>
                <a:gd name="connsiteX100" fmla="*/ 3116765 w 3542742"/>
                <a:gd name="connsiteY100" fmla="*/ 2454601 h 3543548"/>
                <a:gd name="connsiteX101" fmla="*/ 3213416 w 3542742"/>
                <a:gd name="connsiteY101" fmla="*/ 2360535 h 3543548"/>
                <a:gd name="connsiteX102" fmla="*/ 3274635 w 3542742"/>
                <a:gd name="connsiteY102" fmla="*/ 2231604 h 3543548"/>
                <a:gd name="connsiteX103" fmla="*/ 3304771 w 3542742"/>
                <a:gd name="connsiteY103" fmla="*/ 2083254 h 3543548"/>
                <a:gd name="connsiteX104" fmla="*/ 3310067 w 3542742"/>
                <a:gd name="connsiteY104" fmla="*/ 1932004 h 3543548"/>
                <a:gd name="connsiteX105" fmla="*/ 3300232 w 3542742"/>
                <a:gd name="connsiteY105" fmla="*/ 1782709 h 3543548"/>
                <a:gd name="connsiteX106" fmla="*/ 3277661 w 3542742"/>
                <a:gd name="connsiteY106" fmla="*/ 1635746 h 3543548"/>
                <a:gd name="connsiteX107" fmla="*/ 3242355 w 3542742"/>
                <a:gd name="connsiteY107" fmla="*/ 1491369 h 3543548"/>
                <a:gd name="connsiteX108" fmla="*/ 3146271 w 3542742"/>
                <a:gd name="connsiteY108" fmla="*/ 1207846 h 3543548"/>
                <a:gd name="connsiteX109" fmla="*/ 3004730 w 3542742"/>
                <a:gd name="connsiteY109" fmla="*/ 939014 h 3543548"/>
                <a:gd name="connsiteX110" fmla="*/ 2918419 w 3542742"/>
                <a:gd name="connsiteY110" fmla="*/ 812163 h 3543548"/>
                <a:gd name="connsiteX111" fmla="*/ 2822146 w 3542742"/>
                <a:gd name="connsiteY111" fmla="*/ 691807 h 3543548"/>
                <a:gd name="connsiteX112" fmla="*/ 2602364 w 3542742"/>
                <a:gd name="connsiteY112" fmla="*/ 474042 h 3543548"/>
                <a:gd name="connsiteX113" fmla="*/ 2347907 w 3542742"/>
                <a:gd name="connsiteY113" fmla="*/ 296628 h 3543548"/>
                <a:gd name="connsiteX114" fmla="*/ 2313861 w 3542742"/>
                <a:gd name="connsiteY114" fmla="*/ 277966 h 3543548"/>
                <a:gd name="connsiteX115" fmla="*/ 2279375 w 3542742"/>
                <a:gd name="connsiteY115" fmla="*/ 260187 h 3543548"/>
                <a:gd name="connsiteX116" fmla="*/ 2244320 w 3542742"/>
                <a:gd name="connsiteY116" fmla="*/ 243542 h 3543548"/>
                <a:gd name="connsiteX117" fmla="*/ 2208888 w 3542742"/>
                <a:gd name="connsiteY117" fmla="*/ 227781 h 3543548"/>
                <a:gd name="connsiteX118" fmla="*/ 2063375 w 3542742"/>
                <a:gd name="connsiteY118" fmla="*/ 175136 h 3543548"/>
                <a:gd name="connsiteX119" fmla="*/ 1913008 w 3542742"/>
                <a:gd name="connsiteY119" fmla="*/ 141091 h 3543548"/>
                <a:gd name="connsiteX120" fmla="*/ 1760056 w 3542742"/>
                <a:gd name="connsiteY120" fmla="*/ 128166 h 3543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3542742" h="3543548">
                  <a:moveTo>
                    <a:pt x="1760056" y="55"/>
                  </a:moveTo>
                  <a:cubicBezTo>
                    <a:pt x="1817429" y="-512"/>
                    <a:pt x="1874676" y="3333"/>
                    <a:pt x="1931292" y="10647"/>
                  </a:cubicBezTo>
                  <a:cubicBezTo>
                    <a:pt x="1987971" y="17645"/>
                    <a:pt x="2043957" y="28678"/>
                    <a:pt x="2099186" y="42360"/>
                  </a:cubicBezTo>
                  <a:cubicBezTo>
                    <a:pt x="2209645" y="69848"/>
                    <a:pt x="2316635" y="109189"/>
                    <a:pt x="2419150" y="157609"/>
                  </a:cubicBezTo>
                  <a:cubicBezTo>
                    <a:pt x="2470344" y="182009"/>
                    <a:pt x="2520655" y="208236"/>
                    <a:pt x="2569643" y="236796"/>
                  </a:cubicBezTo>
                  <a:cubicBezTo>
                    <a:pt x="2618757" y="265168"/>
                    <a:pt x="2666735" y="295493"/>
                    <a:pt x="2713264" y="328089"/>
                  </a:cubicBezTo>
                  <a:cubicBezTo>
                    <a:pt x="2806321" y="393153"/>
                    <a:pt x="2894839" y="465090"/>
                    <a:pt x="2976927" y="544277"/>
                  </a:cubicBezTo>
                  <a:cubicBezTo>
                    <a:pt x="3059014" y="623464"/>
                    <a:pt x="3135427" y="709145"/>
                    <a:pt x="3204085" y="801382"/>
                  </a:cubicBezTo>
                  <a:cubicBezTo>
                    <a:pt x="3272995" y="893431"/>
                    <a:pt x="3333836" y="992100"/>
                    <a:pt x="3385976" y="1095938"/>
                  </a:cubicBezTo>
                  <a:cubicBezTo>
                    <a:pt x="3411825" y="1147952"/>
                    <a:pt x="3435216" y="1201416"/>
                    <a:pt x="3456336" y="1255951"/>
                  </a:cubicBezTo>
                  <a:cubicBezTo>
                    <a:pt x="3461506" y="1269632"/>
                    <a:pt x="3466865" y="1283251"/>
                    <a:pt x="3471530" y="1297121"/>
                  </a:cubicBezTo>
                  <a:lnTo>
                    <a:pt x="3485464" y="1338858"/>
                  </a:lnTo>
                  <a:lnTo>
                    <a:pt x="3497821" y="1381163"/>
                  </a:lnTo>
                  <a:cubicBezTo>
                    <a:pt x="3501856" y="1395285"/>
                    <a:pt x="3505134" y="1409660"/>
                    <a:pt x="3508665" y="1423908"/>
                  </a:cubicBezTo>
                  <a:cubicBezTo>
                    <a:pt x="3535649" y="1538528"/>
                    <a:pt x="3545232" y="1657371"/>
                    <a:pt x="3542206" y="1775206"/>
                  </a:cubicBezTo>
                  <a:cubicBezTo>
                    <a:pt x="3540630" y="1834155"/>
                    <a:pt x="3534388" y="1892978"/>
                    <a:pt x="3523481" y="1950792"/>
                  </a:cubicBezTo>
                  <a:cubicBezTo>
                    <a:pt x="3512511" y="2008606"/>
                    <a:pt x="3497317" y="2065348"/>
                    <a:pt x="3479853" y="2120830"/>
                  </a:cubicBezTo>
                  <a:cubicBezTo>
                    <a:pt x="3462452" y="2176437"/>
                    <a:pt x="3443790" y="2230532"/>
                    <a:pt x="3421723" y="2285194"/>
                  </a:cubicBezTo>
                  <a:cubicBezTo>
                    <a:pt x="3410690" y="2312493"/>
                    <a:pt x="3398711" y="2339792"/>
                    <a:pt x="3385156" y="2366902"/>
                  </a:cubicBezTo>
                  <a:cubicBezTo>
                    <a:pt x="3371349" y="2393886"/>
                    <a:pt x="3356091" y="2420745"/>
                    <a:pt x="3338123" y="2446468"/>
                  </a:cubicBezTo>
                  <a:cubicBezTo>
                    <a:pt x="3320407" y="2472317"/>
                    <a:pt x="3300169" y="2497094"/>
                    <a:pt x="3277913" y="2519917"/>
                  </a:cubicBezTo>
                  <a:cubicBezTo>
                    <a:pt x="3266754" y="2531266"/>
                    <a:pt x="3255153" y="2542173"/>
                    <a:pt x="3243237" y="2552513"/>
                  </a:cubicBezTo>
                  <a:cubicBezTo>
                    <a:pt x="3231321" y="2562789"/>
                    <a:pt x="3219027" y="2572436"/>
                    <a:pt x="3206670" y="2581704"/>
                  </a:cubicBezTo>
                  <a:cubicBezTo>
                    <a:pt x="3156989" y="2618649"/>
                    <a:pt x="3106677" y="2646327"/>
                    <a:pt x="3060842" y="2673689"/>
                  </a:cubicBezTo>
                  <a:cubicBezTo>
                    <a:pt x="3014755" y="2700799"/>
                    <a:pt x="2972261" y="2727720"/>
                    <a:pt x="2932668" y="2757415"/>
                  </a:cubicBezTo>
                  <a:cubicBezTo>
                    <a:pt x="2912745" y="2772105"/>
                    <a:pt x="2893705" y="2787678"/>
                    <a:pt x="2875232" y="2803881"/>
                  </a:cubicBezTo>
                  <a:cubicBezTo>
                    <a:pt x="2856633" y="2819895"/>
                    <a:pt x="2838728" y="2836855"/>
                    <a:pt x="2821264" y="2854256"/>
                  </a:cubicBezTo>
                  <a:cubicBezTo>
                    <a:pt x="2812437" y="2863082"/>
                    <a:pt x="2804178" y="2871720"/>
                    <a:pt x="2795225" y="2881177"/>
                  </a:cubicBezTo>
                  <a:lnTo>
                    <a:pt x="2768430" y="2909863"/>
                  </a:lnTo>
                  <a:lnTo>
                    <a:pt x="2714714" y="2968118"/>
                  </a:lnTo>
                  <a:cubicBezTo>
                    <a:pt x="2678588" y="3007145"/>
                    <a:pt x="2641328" y="3046045"/>
                    <a:pt x="2603625" y="3085449"/>
                  </a:cubicBezTo>
                  <a:cubicBezTo>
                    <a:pt x="2584774" y="3105119"/>
                    <a:pt x="2565545" y="3124727"/>
                    <a:pt x="2546190" y="3144398"/>
                  </a:cubicBezTo>
                  <a:cubicBezTo>
                    <a:pt x="2526708" y="3163942"/>
                    <a:pt x="2506911" y="3183361"/>
                    <a:pt x="2486799" y="3202716"/>
                  </a:cubicBezTo>
                  <a:cubicBezTo>
                    <a:pt x="2446638" y="3241427"/>
                    <a:pt x="2404460" y="3279066"/>
                    <a:pt x="2360075" y="3314877"/>
                  </a:cubicBezTo>
                  <a:cubicBezTo>
                    <a:pt x="2315753" y="3350688"/>
                    <a:pt x="2268783" y="3384355"/>
                    <a:pt x="2219102" y="3414428"/>
                  </a:cubicBezTo>
                  <a:cubicBezTo>
                    <a:pt x="2169421" y="3444438"/>
                    <a:pt x="2116776" y="3470540"/>
                    <a:pt x="2061862" y="3490967"/>
                  </a:cubicBezTo>
                  <a:cubicBezTo>
                    <a:pt x="2006948" y="3511457"/>
                    <a:pt x="1949891" y="3526211"/>
                    <a:pt x="1892203" y="3534659"/>
                  </a:cubicBezTo>
                  <a:cubicBezTo>
                    <a:pt x="1863327" y="3538757"/>
                    <a:pt x="1834389" y="3541657"/>
                    <a:pt x="1805387" y="3542729"/>
                  </a:cubicBezTo>
                  <a:lnTo>
                    <a:pt x="1783699" y="3543422"/>
                  </a:lnTo>
                  <a:lnTo>
                    <a:pt x="1762011" y="3543548"/>
                  </a:lnTo>
                  <a:lnTo>
                    <a:pt x="1719895" y="3542603"/>
                  </a:lnTo>
                  <a:cubicBezTo>
                    <a:pt x="1495637" y="3535226"/>
                    <a:pt x="1272577" y="3486491"/>
                    <a:pt x="1064711" y="3397153"/>
                  </a:cubicBezTo>
                  <a:cubicBezTo>
                    <a:pt x="1012823" y="3374708"/>
                    <a:pt x="961818" y="3349868"/>
                    <a:pt x="912389" y="3322253"/>
                  </a:cubicBezTo>
                  <a:cubicBezTo>
                    <a:pt x="862771" y="3294828"/>
                    <a:pt x="814666" y="3264629"/>
                    <a:pt x="768138" y="3232033"/>
                  </a:cubicBezTo>
                  <a:cubicBezTo>
                    <a:pt x="675206" y="3166843"/>
                    <a:pt x="588454" y="3092573"/>
                    <a:pt x="508510" y="3011432"/>
                  </a:cubicBezTo>
                  <a:cubicBezTo>
                    <a:pt x="428629" y="2930479"/>
                    <a:pt x="355243" y="2840764"/>
                    <a:pt x="291880" y="2744869"/>
                  </a:cubicBezTo>
                  <a:cubicBezTo>
                    <a:pt x="228455" y="2648785"/>
                    <a:pt x="174424" y="2546271"/>
                    <a:pt x="130480" y="2439217"/>
                  </a:cubicBezTo>
                  <a:cubicBezTo>
                    <a:pt x="86473" y="2332227"/>
                    <a:pt x="53311" y="2220507"/>
                    <a:pt x="30866" y="2106518"/>
                  </a:cubicBezTo>
                  <a:cubicBezTo>
                    <a:pt x="19517" y="2049524"/>
                    <a:pt x="11573" y="1991836"/>
                    <a:pt x="6214" y="1933959"/>
                  </a:cubicBezTo>
                  <a:cubicBezTo>
                    <a:pt x="1549" y="1876018"/>
                    <a:pt x="-973" y="1817826"/>
                    <a:pt x="351" y="1759697"/>
                  </a:cubicBezTo>
                  <a:cubicBezTo>
                    <a:pt x="1360" y="1701567"/>
                    <a:pt x="5521" y="1643501"/>
                    <a:pt x="12645" y="1585876"/>
                  </a:cubicBezTo>
                  <a:cubicBezTo>
                    <a:pt x="19643" y="1528188"/>
                    <a:pt x="29605" y="1470941"/>
                    <a:pt x="42214" y="1414325"/>
                  </a:cubicBezTo>
                  <a:cubicBezTo>
                    <a:pt x="67307" y="1301093"/>
                    <a:pt x="102487" y="1190256"/>
                    <a:pt x="147125" y="1083581"/>
                  </a:cubicBezTo>
                  <a:cubicBezTo>
                    <a:pt x="236462" y="870230"/>
                    <a:pt x="364006" y="673334"/>
                    <a:pt x="522696" y="505377"/>
                  </a:cubicBezTo>
                  <a:cubicBezTo>
                    <a:pt x="562541" y="463576"/>
                    <a:pt x="603270" y="422533"/>
                    <a:pt x="646457" y="383948"/>
                  </a:cubicBezTo>
                  <a:cubicBezTo>
                    <a:pt x="689644" y="345426"/>
                    <a:pt x="736488" y="311066"/>
                    <a:pt x="784530" y="278912"/>
                  </a:cubicBezTo>
                  <a:cubicBezTo>
                    <a:pt x="880803" y="214730"/>
                    <a:pt x="984515" y="162086"/>
                    <a:pt x="1091947" y="121231"/>
                  </a:cubicBezTo>
                  <a:cubicBezTo>
                    <a:pt x="1199379" y="80251"/>
                    <a:pt x="1310468" y="51312"/>
                    <a:pt x="1422187" y="31263"/>
                  </a:cubicBezTo>
                  <a:cubicBezTo>
                    <a:pt x="1534033" y="11277"/>
                    <a:pt x="1647013" y="875"/>
                    <a:pt x="1760056" y="55"/>
                  </a:cubicBezTo>
                  <a:close/>
                  <a:moveTo>
                    <a:pt x="1760056" y="128166"/>
                  </a:moveTo>
                  <a:cubicBezTo>
                    <a:pt x="1656281" y="127410"/>
                    <a:pt x="1552442" y="140902"/>
                    <a:pt x="1452639" y="168138"/>
                  </a:cubicBezTo>
                  <a:cubicBezTo>
                    <a:pt x="1352710" y="195122"/>
                    <a:pt x="1257382" y="236355"/>
                    <a:pt x="1167919" y="286036"/>
                  </a:cubicBezTo>
                  <a:cubicBezTo>
                    <a:pt x="1078392" y="335843"/>
                    <a:pt x="994602" y="394351"/>
                    <a:pt x="916046" y="458217"/>
                  </a:cubicBezTo>
                  <a:cubicBezTo>
                    <a:pt x="876642" y="490119"/>
                    <a:pt x="839129" y="524039"/>
                    <a:pt x="801363" y="557643"/>
                  </a:cubicBezTo>
                  <a:cubicBezTo>
                    <a:pt x="763598" y="591184"/>
                    <a:pt x="726779" y="626049"/>
                    <a:pt x="692796" y="663625"/>
                  </a:cubicBezTo>
                  <a:cubicBezTo>
                    <a:pt x="555921" y="812983"/>
                    <a:pt x="446661" y="987686"/>
                    <a:pt x="371446" y="1175503"/>
                  </a:cubicBezTo>
                  <a:cubicBezTo>
                    <a:pt x="333807" y="1269380"/>
                    <a:pt x="304742" y="1366599"/>
                    <a:pt x="285071" y="1465456"/>
                  </a:cubicBezTo>
                  <a:cubicBezTo>
                    <a:pt x="275299" y="1514885"/>
                    <a:pt x="267733" y="1564755"/>
                    <a:pt x="262185" y="1614752"/>
                  </a:cubicBezTo>
                  <a:cubicBezTo>
                    <a:pt x="256826" y="1664748"/>
                    <a:pt x="253422" y="1714996"/>
                    <a:pt x="251972" y="1765182"/>
                  </a:cubicBezTo>
                  <a:cubicBezTo>
                    <a:pt x="250711" y="1815430"/>
                    <a:pt x="251089" y="1865742"/>
                    <a:pt x="254241" y="1915927"/>
                  </a:cubicBezTo>
                  <a:cubicBezTo>
                    <a:pt x="256763" y="1966113"/>
                    <a:pt x="261870" y="2016172"/>
                    <a:pt x="268679" y="2066042"/>
                  </a:cubicBezTo>
                  <a:cubicBezTo>
                    <a:pt x="282676" y="2165719"/>
                    <a:pt x="306003" y="2264388"/>
                    <a:pt x="339229" y="2360030"/>
                  </a:cubicBezTo>
                  <a:cubicBezTo>
                    <a:pt x="372391" y="2455610"/>
                    <a:pt x="414759" y="2548415"/>
                    <a:pt x="466016" y="2636302"/>
                  </a:cubicBezTo>
                  <a:cubicBezTo>
                    <a:pt x="491739" y="2680183"/>
                    <a:pt x="519417" y="2723118"/>
                    <a:pt x="549175" y="2764540"/>
                  </a:cubicBezTo>
                  <a:cubicBezTo>
                    <a:pt x="563991" y="2785345"/>
                    <a:pt x="579501" y="2805646"/>
                    <a:pt x="595326" y="2825695"/>
                  </a:cubicBezTo>
                  <a:cubicBezTo>
                    <a:pt x="611403" y="2845681"/>
                    <a:pt x="627795" y="2865541"/>
                    <a:pt x="644755" y="2884959"/>
                  </a:cubicBezTo>
                  <a:cubicBezTo>
                    <a:pt x="712404" y="2962633"/>
                    <a:pt x="787241" y="3034255"/>
                    <a:pt x="867752" y="3099067"/>
                  </a:cubicBezTo>
                  <a:cubicBezTo>
                    <a:pt x="877965" y="3107011"/>
                    <a:pt x="887864" y="3115333"/>
                    <a:pt x="898141" y="3123151"/>
                  </a:cubicBezTo>
                  <a:lnTo>
                    <a:pt x="929097" y="3146604"/>
                  </a:lnTo>
                  <a:lnTo>
                    <a:pt x="960494" y="3169491"/>
                  </a:lnTo>
                  <a:lnTo>
                    <a:pt x="992459" y="3191620"/>
                  </a:lnTo>
                  <a:cubicBezTo>
                    <a:pt x="1035457" y="3220496"/>
                    <a:pt x="1079653" y="3247795"/>
                    <a:pt x="1125299" y="3272762"/>
                  </a:cubicBezTo>
                  <a:cubicBezTo>
                    <a:pt x="1216465" y="3322632"/>
                    <a:pt x="1312864" y="3364117"/>
                    <a:pt x="1413487" y="3392551"/>
                  </a:cubicBezTo>
                  <a:cubicBezTo>
                    <a:pt x="1514047" y="3420922"/>
                    <a:pt x="1618263" y="3436684"/>
                    <a:pt x="1722796" y="3439080"/>
                  </a:cubicBezTo>
                  <a:lnTo>
                    <a:pt x="1761948" y="3439332"/>
                  </a:lnTo>
                  <a:cubicBezTo>
                    <a:pt x="1774620" y="3439143"/>
                    <a:pt x="1787230" y="3438764"/>
                    <a:pt x="1799839" y="3437882"/>
                  </a:cubicBezTo>
                  <a:cubicBezTo>
                    <a:pt x="1824995" y="3436053"/>
                    <a:pt x="1850024" y="3433027"/>
                    <a:pt x="1874613" y="3428235"/>
                  </a:cubicBezTo>
                  <a:cubicBezTo>
                    <a:pt x="1923852" y="3418841"/>
                    <a:pt x="1971579" y="3403269"/>
                    <a:pt x="2016721" y="3382085"/>
                  </a:cubicBezTo>
                  <a:cubicBezTo>
                    <a:pt x="2061988" y="3361090"/>
                    <a:pt x="2104545" y="3334169"/>
                    <a:pt x="2144769" y="3303655"/>
                  </a:cubicBezTo>
                  <a:cubicBezTo>
                    <a:pt x="2185056" y="3273266"/>
                    <a:pt x="2222821" y="3238779"/>
                    <a:pt x="2259073" y="3202149"/>
                  </a:cubicBezTo>
                  <a:cubicBezTo>
                    <a:pt x="2295388" y="3165519"/>
                    <a:pt x="2329938" y="3126429"/>
                    <a:pt x="2364299" y="3086458"/>
                  </a:cubicBezTo>
                  <a:cubicBezTo>
                    <a:pt x="2381448" y="3066409"/>
                    <a:pt x="2398344" y="3046045"/>
                    <a:pt x="2415304" y="3025428"/>
                  </a:cubicBezTo>
                  <a:lnTo>
                    <a:pt x="2466435" y="2963327"/>
                  </a:lnTo>
                  <a:cubicBezTo>
                    <a:pt x="2500796" y="2921716"/>
                    <a:pt x="2535156" y="2879285"/>
                    <a:pt x="2572039" y="2838179"/>
                  </a:cubicBezTo>
                  <a:cubicBezTo>
                    <a:pt x="2590512" y="2817625"/>
                    <a:pt x="2609426" y="2797324"/>
                    <a:pt x="2628907" y="2777275"/>
                  </a:cubicBezTo>
                  <a:lnTo>
                    <a:pt x="2658476" y="2747391"/>
                  </a:lnTo>
                  <a:cubicBezTo>
                    <a:pt x="2668438" y="2737493"/>
                    <a:pt x="2679408" y="2726964"/>
                    <a:pt x="2690189" y="2717065"/>
                  </a:cubicBezTo>
                  <a:cubicBezTo>
                    <a:pt x="2733439" y="2676904"/>
                    <a:pt x="2780977" y="2640589"/>
                    <a:pt x="2830658" y="2608814"/>
                  </a:cubicBezTo>
                  <a:cubicBezTo>
                    <a:pt x="2880276" y="2576912"/>
                    <a:pt x="2932353" y="2550369"/>
                    <a:pt x="2981844" y="2526348"/>
                  </a:cubicBezTo>
                  <a:cubicBezTo>
                    <a:pt x="3006559" y="2514369"/>
                    <a:pt x="3030643" y="2502895"/>
                    <a:pt x="3053277" y="2491105"/>
                  </a:cubicBezTo>
                  <a:cubicBezTo>
                    <a:pt x="3075973" y="2479441"/>
                    <a:pt x="3097346" y="2467651"/>
                    <a:pt x="3116765" y="2454601"/>
                  </a:cubicBezTo>
                  <a:cubicBezTo>
                    <a:pt x="3155854" y="2428877"/>
                    <a:pt x="3187504" y="2398300"/>
                    <a:pt x="3213416" y="2360535"/>
                  </a:cubicBezTo>
                  <a:cubicBezTo>
                    <a:pt x="3239139" y="2322833"/>
                    <a:pt x="3259440" y="2278826"/>
                    <a:pt x="3274635" y="2231604"/>
                  </a:cubicBezTo>
                  <a:cubicBezTo>
                    <a:pt x="3289703" y="2184444"/>
                    <a:pt x="3299349" y="2133565"/>
                    <a:pt x="3304771" y="2083254"/>
                  </a:cubicBezTo>
                  <a:cubicBezTo>
                    <a:pt x="3310004" y="2032753"/>
                    <a:pt x="3311139" y="1982127"/>
                    <a:pt x="3310067" y="1932004"/>
                  </a:cubicBezTo>
                  <a:cubicBezTo>
                    <a:pt x="3308491" y="1881819"/>
                    <a:pt x="3305086" y="1832075"/>
                    <a:pt x="3300232" y="1782709"/>
                  </a:cubicBezTo>
                  <a:cubicBezTo>
                    <a:pt x="3295377" y="1733343"/>
                    <a:pt x="3288001" y="1684229"/>
                    <a:pt x="3277661" y="1635746"/>
                  </a:cubicBezTo>
                  <a:cubicBezTo>
                    <a:pt x="3267447" y="1587200"/>
                    <a:pt x="3255279" y="1539221"/>
                    <a:pt x="3242355" y="1491369"/>
                  </a:cubicBezTo>
                  <a:cubicBezTo>
                    <a:pt x="3216505" y="1395726"/>
                    <a:pt x="3186117" y="1300336"/>
                    <a:pt x="3146271" y="1207846"/>
                  </a:cubicBezTo>
                  <a:cubicBezTo>
                    <a:pt x="3106425" y="1115356"/>
                    <a:pt x="3059014" y="1025388"/>
                    <a:pt x="3004730" y="939014"/>
                  </a:cubicBezTo>
                  <a:cubicBezTo>
                    <a:pt x="2977431" y="895890"/>
                    <a:pt x="2948745" y="853522"/>
                    <a:pt x="2918419" y="812163"/>
                  </a:cubicBezTo>
                  <a:cubicBezTo>
                    <a:pt x="2888093" y="770805"/>
                    <a:pt x="2855750" y="730833"/>
                    <a:pt x="2822146" y="691807"/>
                  </a:cubicBezTo>
                  <a:cubicBezTo>
                    <a:pt x="2755127" y="613628"/>
                    <a:pt x="2681614" y="540557"/>
                    <a:pt x="2602364" y="474042"/>
                  </a:cubicBezTo>
                  <a:cubicBezTo>
                    <a:pt x="2523304" y="407276"/>
                    <a:pt x="2438127" y="347507"/>
                    <a:pt x="2347907" y="296628"/>
                  </a:cubicBezTo>
                  <a:cubicBezTo>
                    <a:pt x="2336558" y="290449"/>
                    <a:pt x="2325273" y="284019"/>
                    <a:pt x="2313861" y="277966"/>
                  </a:cubicBezTo>
                  <a:lnTo>
                    <a:pt x="2279375" y="260187"/>
                  </a:lnTo>
                  <a:lnTo>
                    <a:pt x="2244320" y="243542"/>
                  </a:lnTo>
                  <a:cubicBezTo>
                    <a:pt x="2232594" y="238057"/>
                    <a:pt x="2220678" y="233077"/>
                    <a:pt x="2208888" y="227781"/>
                  </a:cubicBezTo>
                  <a:cubicBezTo>
                    <a:pt x="2161477" y="207227"/>
                    <a:pt x="2112741" y="189889"/>
                    <a:pt x="2063375" y="175136"/>
                  </a:cubicBezTo>
                  <a:cubicBezTo>
                    <a:pt x="2014010" y="160447"/>
                    <a:pt x="1963698" y="149224"/>
                    <a:pt x="1913008" y="141091"/>
                  </a:cubicBezTo>
                  <a:cubicBezTo>
                    <a:pt x="1862255" y="133084"/>
                    <a:pt x="1811124" y="128797"/>
                    <a:pt x="1760056" y="12816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62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523E1C70-159F-4B52-87F0-6AEA26289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6372" y="505450"/>
              <a:ext cx="3902610" cy="3839309"/>
            </a:xfrm>
            <a:custGeom>
              <a:avLst/>
              <a:gdLst>
                <a:gd name="connsiteX0" fmla="*/ 1951305 w 3902610"/>
                <a:gd name="connsiteY0" fmla="*/ 0 h 3839309"/>
                <a:gd name="connsiteX1" fmla="*/ 0 w 3902610"/>
                <a:gd name="connsiteY1" fmla="*/ 1919655 h 3839309"/>
                <a:gd name="connsiteX2" fmla="*/ 1951305 w 3902610"/>
                <a:gd name="connsiteY2" fmla="*/ 3839310 h 3839309"/>
                <a:gd name="connsiteX3" fmla="*/ 3902610 w 3902610"/>
                <a:gd name="connsiteY3" fmla="*/ 1919655 h 3839309"/>
                <a:gd name="connsiteX4" fmla="*/ 1951305 w 3902610"/>
                <a:gd name="connsiteY4" fmla="*/ 0 h 3839309"/>
                <a:gd name="connsiteX5" fmla="*/ 3663410 w 3902610"/>
                <a:gd name="connsiteY5" fmla="*/ 2084838 h 3839309"/>
                <a:gd name="connsiteX6" fmla="*/ 3659059 w 3902610"/>
                <a:gd name="connsiteY6" fmla="*/ 2125188 h 3839309"/>
                <a:gd name="connsiteX7" fmla="*/ 3653259 w 3902610"/>
                <a:gd name="connsiteY7" fmla="*/ 2165412 h 3839309"/>
                <a:gd name="connsiteX8" fmla="*/ 3646387 w 3902610"/>
                <a:gd name="connsiteY8" fmla="*/ 2205573 h 3839309"/>
                <a:gd name="connsiteX9" fmla="*/ 3606478 w 3902610"/>
                <a:gd name="connsiteY9" fmla="*/ 2362875 h 3839309"/>
                <a:gd name="connsiteX10" fmla="*/ 3539459 w 3902610"/>
                <a:gd name="connsiteY10" fmla="*/ 2504479 h 3839309"/>
                <a:gd name="connsiteX11" fmla="*/ 3431586 w 3902610"/>
                <a:gd name="connsiteY11" fmla="*/ 2615820 h 3839309"/>
                <a:gd name="connsiteX12" fmla="*/ 3288028 w 3902610"/>
                <a:gd name="connsiteY12" fmla="*/ 2703897 h 3839309"/>
                <a:gd name="connsiteX13" fmla="*/ 3002551 w 3902610"/>
                <a:gd name="connsiteY13" fmla="*/ 2912330 h 3839309"/>
                <a:gd name="connsiteX14" fmla="*/ 2941521 w 3902610"/>
                <a:gd name="connsiteY14" fmla="*/ 2974810 h 3839309"/>
                <a:gd name="connsiteX15" fmla="*/ 2882320 w 3902610"/>
                <a:gd name="connsiteY15" fmla="*/ 3037983 h 3839309"/>
                <a:gd name="connsiteX16" fmla="*/ 2765053 w 3902610"/>
                <a:gd name="connsiteY16" fmla="*/ 3164140 h 3839309"/>
                <a:gd name="connsiteX17" fmla="*/ 2705978 w 3902610"/>
                <a:gd name="connsiteY17" fmla="*/ 3226241 h 3839309"/>
                <a:gd name="connsiteX18" fmla="*/ 2645579 w 3902610"/>
                <a:gd name="connsiteY18" fmla="*/ 3286640 h 3839309"/>
                <a:gd name="connsiteX19" fmla="*/ 2519043 w 3902610"/>
                <a:gd name="connsiteY19" fmla="*/ 3399746 h 3839309"/>
                <a:gd name="connsiteX20" fmla="*/ 2381097 w 3902610"/>
                <a:gd name="connsiteY20" fmla="*/ 3495326 h 3839309"/>
                <a:gd name="connsiteX21" fmla="*/ 2230540 w 3902610"/>
                <a:gd name="connsiteY21" fmla="*/ 3564299 h 3839309"/>
                <a:gd name="connsiteX22" fmla="*/ 2191199 w 3902610"/>
                <a:gd name="connsiteY22" fmla="*/ 3576467 h 3839309"/>
                <a:gd name="connsiteX23" fmla="*/ 2151353 w 3902610"/>
                <a:gd name="connsiteY23" fmla="*/ 3586491 h 3839309"/>
                <a:gd name="connsiteX24" fmla="*/ 2111003 w 3902610"/>
                <a:gd name="connsiteY24" fmla="*/ 3594120 h 3839309"/>
                <a:gd name="connsiteX25" fmla="*/ 2070338 w 3902610"/>
                <a:gd name="connsiteY25" fmla="*/ 3599542 h 3839309"/>
                <a:gd name="connsiteX26" fmla="*/ 2029420 w 3902610"/>
                <a:gd name="connsiteY26" fmla="*/ 3602884 h 3839309"/>
                <a:gd name="connsiteX27" fmla="*/ 1988377 w 3902610"/>
                <a:gd name="connsiteY27" fmla="*/ 3604208 h 3839309"/>
                <a:gd name="connsiteX28" fmla="*/ 1947207 w 3902610"/>
                <a:gd name="connsiteY28" fmla="*/ 3603577 h 3839309"/>
                <a:gd name="connsiteX29" fmla="*/ 1905092 w 3902610"/>
                <a:gd name="connsiteY29" fmla="*/ 3600866 h 3839309"/>
                <a:gd name="connsiteX30" fmla="*/ 1574095 w 3902610"/>
                <a:gd name="connsiteY30" fmla="*/ 3547655 h 3839309"/>
                <a:gd name="connsiteX31" fmla="*/ 1493962 w 3902610"/>
                <a:gd name="connsiteY31" fmla="*/ 3524264 h 3839309"/>
                <a:gd name="connsiteX32" fmla="*/ 1415279 w 3902610"/>
                <a:gd name="connsiteY32" fmla="*/ 3496965 h 3839309"/>
                <a:gd name="connsiteX33" fmla="*/ 1376568 w 3902610"/>
                <a:gd name="connsiteY33" fmla="*/ 3481960 h 3839309"/>
                <a:gd name="connsiteX34" fmla="*/ 1338110 w 3902610"/>
                <a:gd name="connsiteY34" fmla="*/ 3466261 h 3839309"/>
                <a:gd name="connsiteX35" fmla="*/ 1318881 w 3902610"/>
                <a:gd name="connsiteY35" fmla="*/ 3458443 h 3839309"/>
                <a:gd name="connsiteX36" fmla="*/ 1300093 w 3902610"/>
                <a:gd name="connsiteY36" fmla="*/ 3449617 h 3839309"/>
                <a:gd name="connsiteX37" fmla="*/ 1262579 w 3902610"/>
                <a:gd name="connsiteY37" fmla="*/ 3432026 h 3839309"/>
                <a:gd name="connsiteX38" fmla="*/ 735570 w 3902610"/>
                <a:gd name="connsiteY38" fmla="*/ 3044224 h 3839309"/>
                <a:gd name="connsiteX39" fmla="*/ 395935 w 3902610"/>
                <a:gd name="connsiteY39" fmla="*/ 2493950 h 3839309"/>
                <a:gd name="connsiteX40" fmla="*/ 310191 w 3902610"/>
                <a:gd name="connsiteY40" fmla="*/ 2182876 h 3839309"/>
                <a:gd name="connsiteX41" fmla="*/ 283396 w 3902610"/>
                <a:gd name="connsiteY41" fmla="*/ 1861526 h 3839309"/>
                <a:gd name="connsiteX42" fmla="*/ 314479 w 3902610"/>
                <a:gd name="connsiteY42" fmla="*/ 1540175 h 3839309"/>
                <a:gd name="connsiteX43" fmla="*/ 405077 w 3902610"/>
                <a:gd name="connsiteY43" fmla="*/ 1229290 h 3839309"/>
                <a:gd name="connsiteX44" fmla="*/ 746981 w 3902610"/>
                <a:gd name="connsiteY44" fmla="*/ 672081 h 3839309"/>
                <a:gd name="connsiteX45" fmla="*/ 1283196 w 3902610"/>
                <a:gd name="connsiteY45" fmla="*/ 270282 h 3839309"/>
                <a:gd name="connsiteX46" fmla="*/ 1322222 w 3902610"/>
                <a:gd name="connsiteY46" fmla="*/ 252945 h 3839309"/>
                <a:gd name="connsiteX47" fmla="*/ 1361563 w 3902610"/>
                <a:gd name="connsiteY47" fmla="*/ 236174 h 3839309"/>
                <a:gd name="connsiteX48" fmla="*/ 1401598 w 3902610"/>
                <a:gd name="connsiteY48" fmla="*/ 220980 h 3839309"/>
                <a:gd name="connsiteX49" fmla="*/ 1441948 w 3902610"/>
                <a:gd name="connsiteY49" fmla="*/ 206416 h 3839309"/>
                <a:gd name="connsiteX50" fmla="*/ 1482803 w 3902610"/>
                <a:gd name="connsiteY50" fmla="*/ 193302 h 3839309"/>
                <a:gd name="connsiteX51" fmla="*/ 1523909 w 3902610"/>
                <a:gd name="connsiteY51" fmla="*/ 180882 h 3839309"/>
                <a:gd name="connsiteX52" fmla="*/ 1565520 w 3902610"/>
                <a:gd name="connsiteY52" fmla="*/ 170038 h 3839309"/>
                <a:gd name="connsiteX53" fmla="*/ 1586389 w 3902610"/>
                <a:gd name="connsiteY53" fmla="*/ 164679 h 3839309"/>
                <a:gd name="connsiteX54" fmla="*/ 1596792 w 3902610"/>
                <a:gd name="connsiteY54" fmla="*/ 162031 h 3839309"/>
                <a:gd name="connsiteX55" fmla="*/ 1607321 w 3902610"/>
                <a:gd name="connsiteY55" fmla="*/ 159887 h 3839309"/>
                <a:gd name="connsiteX56" fmla="*/ 1949666 w 3902610"/>
                <a:gd name="connsiteY56" fmla="*/ 121933 h 3839309"/>
                <a:gd name="connsiteX57" fmla="*/ 2290246 w 3902610"/>
                <a:gd name="connsiteY57" fmla="*/ 168209 h 3839309"/>
                <a:gd name="connsiteX58" fmla="*/ 2453222 w 3902610"/>
                <a:gd name="connsiteY58" fmla="*/ 222556 h 3839309"/>
                <a:gd name="connsiteX59" fmla="*/ 2608696 w 3902610"/>
                <a:gd name="connsiteY59" fmla="*/ 294366 h 3839309"/>
                <a:gd name="connsiteX60" fmla="*/ 2755596 w 3902610"/>
                <a:gd name="connsiteY60" fmla="*/ 381056 h 3839309"/>
                <a:gd name="connsiteX61" fmla="*/ 2893038 w 3902610"/>
                <a:gd name="connsiteY61" fmla="*/ 480796 h 3839309"/>
                <a:gd name="connsiteX62" fmla="*/ 3021024 w 3902610"/>
                <a:gd name="connsiteY62" fmla="*/ 591003 h 3839309"/>
                <a:gd name="connsiteX63" fmla="*/ 3138922 w 3902610"/>
                <a:gd name="connsiteY63" fmla="*/ 710666 h 3839309"/>
                <a:gd name="connsiteX64" fmla="*/ 3247111 w 3902610"/>
                <a:gd name="connsiteY64" fmla="*/ 837895 h 3839309"/>
                <a:gd name="connsiteX65" fmla="*/ 3344833 w 3902610"/>
                <a:gd name="connsiteY65" fmla="*/ 972059 h 3839309"/>
                <a:gd name="connsiteX66" fmla="*/ 3431838 w 3902610"/>
                <a:gd name="connsiteY66" fmla="*/ 1112275 h 3839309"/>
                <a:gd name="connsiteX67" fmla="*/ 3507368 w 3902610"/>
                <a:gd name="connsiteY67" fmla="*/ 1257851 h 3839309"/>
                <a:gd name="connsiteX68" fmla="*/ 3618835 w 3902610"/>
                <a:gd name="connsiteY68" fmla="*/ 1563376 h 3839309"/>
                <a:gd name="connsiteX69" fmla="*/ 3651872 w 3902610"/>
                <a:gd name="connsiteY69" fmla="*/ 1721814 h 3839309"/>
                <a:gd name="connsiteX70" fmla="*/ 3657546 w 3902610"/>
                <a:gd name="connsiteY70" fmla="*/ 1761848 h 3839309"/>
                <a:gd name="connsiteX71" fmla="*/ 3662149 w 3902610"/>
                <a:gd name="connsiteY71" fmla="*/ 1802009 h 3839309"/>
                <a:gd name="connsiteX72" fmla="*/ 3665869 w 3902610"/>
                <a:gd name="connsiteY72" fmla="*/ 1842233 h 3839309"/>
                <a:gd name="connsiteX73" fmla="*/ 3668328 w 3902610"/>
                <a:gd name="connsiteY73" fmla="*/ 1882583 h 3839309"/>
                <a:gd name="connsiteX74" fmla="*/ 3666562 w 3902610"/>
                <a:gd name="connsiteY74" fmla="*/ 2044362 h 3839309"/>
                <a:gd name="connsiteX75" fmla="*/ 3663410 w 3902610"/>
                <a:gd name="connsiteY75" fmla="*/ 2084838 h 3839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902610" h="3839309">
                  <a:moveTo>
                    <a:pt x="1951305" y="0"/>
                  </a:moveTo>
                  <a:cubicBezTo>
                    <a:pt x="873643" y="0"/>
                    <a:pt x="0" y="859457"/>
                    <a:pt x="0" y="1919655"/>
                  </a:cubicBezTo>
                  <a:cubicBezTo>
                    <a:pt x="0" y="2979853"/>
                    <a:pt x="873643" y="3839310"/>
                    <a:pt x="1951305" y="3839310"/>
                  </a:cubicBezTo>
                  <a:cubicBezTo>
                    <a:pt x="3028968" y="3839310"/>
                    <a:pt x="3902610" y="2979853"/>
                    <a:pt x="3902610" y="1919655"/>
                  </a:cubicBezTo>
                  <a:cubicBezTo>
                    <a:pt x="3902610" y="859457"/>
                    <a:pt x="3028968" y="0"/>
                    <a:pt x="1951305" y="0"/>
                  </a:cubicBezTo>
                  <a:close/>
                  <a:moveTo>
                    <a:pt x="3663410" y="2084838"/>
                  </a:moveTo>
                  <a:lnTo>
                    <a:pt x="3659059" y="2125188"/>
                  </a:lnTo>
                  <a:lnTo>
                    <a:pt x="3653259" y="2165412"/>
                  </a:lnTo>
                  <a:cubicBezTo>
                    <a:pt x="3651368" y="2178841"/>
                    <a:pt x="3648657" y="2192144"/>
                    <a:pt x="3646387" y="2205573"/>
                  </a:cubicBezTo>
                  <a:cubicBezTo>
                    <a:pt x="3636300" y="2258974"/>
                    <a:pt x="3623564" y="2312249"/>
                    <a:pt x="3606478" y="2362875"/>
                  </a:cubicBezTo>
                  <a:cubicBezTo>
                    <a:pt x="3589393" y="2413502"/>
                    <a:pt x="3568146" y="2461859"/>
                    <a:pt x="3539459" y="2504479"/>
                  </a:cubicBezTo>
                  <a:cubicBezTo>
                    <a:pt x="3511214" y="2547540"/>
                    <a:pt x="3474962" y="2584107"/>
                    <a:pt x="3431586" y="2615820"/>
                  </a:cubicBezTo>
                  <a:cubicBezTo>
                    <a:pt x="3388399" y="2647722"/>
                    <a:pt x="3338402" y="2674895"/>
                    <a:pt x="3288028" y="2703897"/>
                  </a:cubicBezTo>
                  <a:cubicBezTo>
                    <a:pt x="3186270" y="2760702"/>
                    <a:pt x="3086025" y="2829171"/>
                    <a:pt x="3002551" y="2912330"/>
                  </a:cubicBezTo>
                  <a:cubicBezTo>
                    <a:pt x="2981304" y="2933009"/>
                    <a:pt x="2961381" y="2953815"/>
                    <a:pt x="2941521" y="2974810"/>
                  </a:cubicBezTo>
                  <a:lnTo>
                    <a:pt x="2882320" y="3037983"/>
                  </a:lnTo>
                  <a:cubicBezTo>
                    <a:pt x="2843105" y="3080161"/>
                    <a:pt x="2804331" y="3122466"/>
                    <a:pt x="2765053" y="3164140"/>
                  </a:cubicBezTo>
                  <a:cubicBezTo>
                    <a:pt x="2745445" y="3185008"/>
                    <a:pt x="2725838" y="3205751"/>
                    <a:pt x="2705978" y="3226241"/>
                  </a:cubicBezTo>
                  <a:cubicBezTo>
                    <a:pt x="2686118" y="3246731"/>
                    <a:pt x="2665943" y="3266843"/>
                    <a:pt x="2645579" y="3286640"/>
                  </a:cubicBezTo>
                  <a:cubicBezTo>
                    <a:pt x="2604976" y="3326359"/>
                    <a:pt x="2562924" y="3364377"/>
                    <a:pt x="2519043" y="3399746"/>
                  </a:cubicBezTo>
                  <a:cubicBezTo>
                    <a:pt x="2475289" y="3435242"/>
                    <a:pt x="2429138" y="3467207"/>
                    <a:pt x="2381097" y="3495326"/>
                  </a:cubicBezTo>
                  <a:cubicBezTo>
                    <a:pt x="2332929" y="3523129"/>
                    <a:pt x="2282617" y="3546709"/>
                    <a:pt x="2230540" y="3564299"/>
                  </a:cubicBezTo>
                  <a:cubicBezTo>
                    <a:pt x="2217553" y="3568838"/>
                    <a:pt x="2204250" y="3572369"/>
                    <a:pt x="2191199" y="3576467"/>
                  </a:cubicBezTo>
                  <a:cubicBezTo>
                    <a:pt x="2177959" y="3580061"/>
                    <a:pt x="2164593" y="3583150"/>
                    <a:pt x="2151353" y="3586491"/>
                  </a:cubicBezTo>
                  <a:cubicBezTo>
                    <a:pt x="2137861" y="3589077"/>
                    <a:pt x="2124432" y="3591724"/>
                    <a:pt x="2111003" y="3594120"/>
                  </a:cubicBezTo>
                  <a:cubicBezTo>
                    <a:pt x="2097385" y="3595885"/>
                    <a:pt x="2083893" y="3598029"/>
                    <a:pt x="2070338" y="3599542"/>
                  </a:cubicBezTo>
                  <a:cubicBezTo>
                    <a:pt x="2056657" y="3600614"/>
                    <a:pt x="2043101" y="3602127"/>
                    <a:pt x="2029420" y="3602884"/>
                  </a:cubicBezTo>
                  <a:cubicBezTo>
                    <a:pt x="2015739" y="3603262"/>
                    <a:pt x="2002058" y="3604082"/>
                    <a:pt x="1988377" y="3604208"/>
                  </a:cubicBezTo>
                  <a:cubicBezTo>
                    <a:pt x="1974633" y="3603956"/>
                    <a:pt x="1961014" y="3603956"/>
                    <a:pt x="1947207" y="3603577"/>
                  </a:cubicBezTo>
                  <a:lnTo>
                    <a:pt x="1905092" y="3600866"/>
                  </a:lnTo>
                  <a:cubicBezTo>
                    <a:pt x="1792868" y="3593805"/>
                    <a:pt x="1681905" y="3575711"/>
                    <a:pt x="1574095" y="3547655"/>
                  </a:cubicBezTo>
                  <a:lnTo>
                    <a:pt x="1493962" y="3524264"/>
                  </a:lnTo>
                  <a:cubicBezTo>
                    <a:pt x="1467545" y="3515690"/>
                    <a:pt x="1441507" y="3505918"/>
                    <a:pt x="1415279" y="3496965"/>
                  </a:cubicBezTo>
                  <a:cubicBezTo>
                    <a:pt x="1402103" y="3492741"/>
                    <a:pt x="1389367" y="3487129"/>
                    <a:pt x="1376568" y="3481960"/>
                  </a:cubicBezTo>
                  <a:lnTo>
                    <a:pt x="1338110" y="3466261"/>
                  </a:lnTo>
                  <a:lnTo>
                    <a:pt x="1318881" y="3458443"/>
                  </a:lnTo>
                  <a:lnTo>
                    <a:pt x="1300093" y="3449617"/>
                  </a:lnTo>
                  <a:lnTo>
                    <a:pt x="1262579" y="3432026"/>
                  </a:lnTo>
                  <a:cubicBezTo>
                    <a:pt x="1063792" y="3336069"/>
                    <a:pt x="883730" y="3204490"/>
                    <a:pt x="735570" y="3044224"/>
                  </a:cubicBezTo>
                  <a:cubicBezTo>
                    <a:pt x="587409" y="2883959"/>
                    <a:pt x="472727" y="2695448"/>
                    <a:pt x="395935" y="2493950"/>
                  </a:cubicBezTo>
                  <a:cubicBezTo>
                    <a:pt x="357855" y="2393075"/>
                    <a:pt x="328538" y="2288921"/>
                    <a:pt x="310191" y="2182876"/>
                  </a:cubicBezTo>
                  <a:cubicBezTo>
                    <a:pt x="291655" y="2076894"/>
                    <a:pt x="282577" y="1969273"/>
                    <a:pt x="283396" y="1861526"/>
                  </a:cubicBezTo>
                  <a:cubicBezTo>
                    <a:pt x="283964" y="1753778"/>
                    <a:pt x="294367" y="1646157"/>
                    <a:pt x="314479" y="1540175"/>
                  </a:cubicBezTo>
                  <a:cubicBezTo>
                    <a:pt x="334654" y="1434193"/>
                    <a:pt x="365610" y="1330166"/>
                    <a:pt x="405077" y="1229290"/>
                  </a:cubicBezTo>
                  <a:cubicBezTo>
                    <a:pt x="484201" y="1027414"/>
                    <a:pt x="598947" y="837390"/>
                    <a:pt x="746981" y="672081"/>
                  </a:cubicBezTo>
                  <a:cubicBezTo>
                    <a:pt x="894574" y="506835"/>
                    <a:pt x="1076528" y="366429"/>
                    <a:pt x="1283196" y="270282"/>
                  </a:cubicBezTo>
                  <a:lnTo>
                    <a:pt x="1322222" y="252945"/>
                  </a:lnTo>
                  <a:cubicBezTo>
                    <a:pt x="1335273" y="247270"/>
                    <a:pt x="1348134" y="240966"/>
                    <a:pt x="1361563" y="236174"/>
                  </a:cubicBezTo>
                  <a:lnTo>
                    <a:pt x="1401598" y="220980"/>
                  </a:lnTo>
                  <a:cubicBezTo>
                    <a:pt x="1415027" y="216062"/>
                    <a:pt x="1428204" y="210514"/>
                    <a:pt x="1441948" y="206416"/>
                  </a:cubicBezTo>
                  <a:lnTo>
                    <a:pt x="1482803" y="193302"/>
                  </a:lnTo>
                  <a:cubicBezTo>
                    <a:pt x="1496484" y="189078"/>
                    <a:pt x="1509976" y="184160"/>
                    <a:pt x="1523909" y="180882"/>
                  </a:cubicBezTo>
                  <a:lnTo>
                    <a:pt x="1565520" y="170038"/>
                  </a:lnTo>
                  <a:lnTo>
                    <a:pt x="1586389" y="164679"/>
                  </a:lnTo>
                  <a:lnTo>
                    <a:pt x="1596792" y="162031"/>
                  </a:lnTo>
                  <a:lnTo>
                    <a:pt x="1607321" y="159887"/>
                  </a:lnTo>
                  <a:cubicBezTo>
                    <a:pt x="1719418" y="134984"/>
                    <a:pt x="1834479" y="122311"/>
                    <a:pt x="1949666" y="121933"/>
                  </a:cubicBezTo>
                  <a:cubicBezTo>
                    <a:pt x="2064664" y="121807"/>
                    <a:pt x="2179472" y="138388"/>
                    <a:pt x="2290246" y="168209"/>
                  </a:cubicBezTo>
                  <a:cubicBezTo>
                    <a:pt x="2345664" y="183025"/>
                    <a:pt x="2400074" y="201372"/>
                    <a:pt x="2453222" y="222556"/>
                  </a:cubicBezTo>
                  <a:cubicBezTo>
                    <a:pt x="2506497" y="243424"/>
                    <a:pt x="2558259" y="267824"/>
                    <a:pt x="2608696" y="294366"/>
                  </a:cubicBezTo>
                  <a:cubicBezTo>
                    <a:pt x="2659197" y="320783"/>
                    <a:pt x="2708058" y="350100"/>
                    <a:pt x="2755596" y="381056"/>
                  </a:cubicBezTo>
                  <a:cubicBezTo>
                    <a:pt x="2803007" y="412264"/>
                    <a:pt x="2848779" y="445742"/>
                    <a:pt x="2893038" y="480796"/>
                  </a:cubicBezTo>
                  <a:cubicBezTo>
                    <a:pt x="2937297" y="515851"/>
                    <a:pt x="2979980" y="552670"/>
                    <a:pt x="3021024" y="591003"/>
                  </a:cubicBezTo>
                  <a:cubicBezTo>
                    <a:pt x="3062130" y="629272"/>
                    <a:pt x="3101157" y="669559"/>
                    <a:pt x="3138922" y="710666"/>
                  </a:cubicBezTo>
                  <a:cubicBezTo>
                    <a:pt x="3176624" y="751899"/>
                    <a:pt x="3212750" y="794329"/>
                    <a:pt x="3247111" y="837895"/>
                  </a:cubicBezTo>
                  <a:cubicBezTo>
                    <a:pt x="3281219" y="881712"/>
                    <a:pt x="3314066" y="926286"/>
                    <a:pt x="3344833" y="972059"/>
                  </a:cubicBezTo>
                  <a:cubicBezTo>
                    <a:pt x="3375663" y="1017831"/>
                    <a:pt x="3404917" y="1064486"/>
                    <a:pt x="3431838" y="1112275"/>
                  </a:cubicBezTo>
                  <a:cubicBezTo>
                    <a:pt x="3459011" y="1159939"/>
                    <a:pt x="3484167" y="1208548"/>
                    <a:pt x="3507368" y="1257851"/>
                  </a:cubicBezTo>
                  <a:cubicBezTo>
                    <a:pt x="3553645" y="1356645"/>
                    <a:pt x="3591095" y="1458907"/>
                    <a:pt x="3618835" y="1563376"/>
                  </a:cubicBezTo>
                  <a:cubicBezTo>
                    <a:pt x="3632391" y="1615705"/>
                    <a:pt x="3643424" y="1668539"/>
                    <a:pt x="3651872" y="1721814"/>
                  </a:cubicBezTo>
                  <a:cubicBezTo>
                    <a:pt x="3653953" y="1735116"/>
                    <a:pt x="3656159" y="1748419"/>
                    <a:pt x="3657546" y="1761848"/>
                  </a:cubicBezTo>
                  <a:cubicBezTo>
                    <a:pt x="3659059" y="1775214"/>
                    <a:pt x="3661077" y="1788580"/>
                    <a:pt x="3662149" y="1802009"/>
                  </a:cubicBezTo>
                  <a:cubicBezTo>
                    <a:pt x="3663347" y="1815438"/>
                    <a:pt x="3664797" y="1828804"/>
                    <a:pt x="3665869" y="1842233"/>
                  </a:cubicBezTo>
                  <a:lnTo>
                    <a:pt x="3668328" y="1882583"/>
                  </a:lnTo>
                  <a:cubicBezTo>
                    <a:pt x="3670471" y="1936426"/>
                    <a:pt x="3670408" y="1990457"/>
                    <a:pt x="3666562" y="2044362"/>
                  </a:cubicBezTo>
                  <a:cubicBezTo>
                    <a:pt x="3665427" y="2057854"/>
                    <a:pt x="3665049" y="2071409"/>
                    <a:pt x="3663410" y="2084838"/>
                  </a:cubicBezTo>
                  <a:close/>
                </a:path>
              </a:pathLst>
            </a:custGeom>
            <a:ln w="62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57" name="Graphic 12">
            <a:extLst>
              <a:ext uri="{FF2B5EF4-FFF2-40B4-BE49-F238E27FC236}">
                <a16:creationId xmlns:a16="http://schemas.microsoft.com/office/drawing/2014/main" id="{90B5F253-47CA-4D37-A665-988E95640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15680" y="505450"/>
            <a:ext cx="3971557" cy="3896752"/>
            <a:chOff x="4115681" y="505450"/>
            <a:chExt cx="3895714" cy="3896752"/>
          </a:xfrm>
        </p:grpSpPr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4E2595CE-D17D-412A-B872-3AEC01AC4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83531" y="686990"/>
              <a:ext cx="3674956" cy="3492572"/>
            </a:xfrm>
            <a:custGeom>
              <a:avLst/>
              <a:gdLst>
                <a:gd name="connsiteX0" fmla="*/ 2056223 w 3674956"/>
                <a:gd name="connsiteY0" fmla="*/ 389571 h 3492572"/>
                <a:gd name="connsiteX1" fmla="*/ 2573119 w 3674956"/>
                <a:gd name="connsiteY1" fmla="*/ 497093 h 3492572"/>
                <a:gd name="connsiteX2" fmla="*/ 2947692 w 3674956"/>
                <a:gd name="connsiteY2" fmla="*/ 786350 h 3492572"/>
                <a:gd name="connsiteX3" fmla="*/ 3285386 w 3674956"/>
                <a:gd name="connsiteY3" fmla="*/ 1829882 h 3492572"/>
                <a:gd name="connsiteX4" fmla="*/ 3142283 w 3674956"/>
                <a:gd name="connsiteY4" fmla="*/ 2234582 h 3492572"/>
                <a:gd name="connsiteX5" fmla="*/ 2688043 w 3674956"/>
                <a:gd name="connsiteY5" fmla="*/ 2638048 h 3492572"/>
                <a:gd name="connsiteX6" fmla="*/ 2585391 w 3674956"/>
                <a:gd name="connsiteY6" fmla="*/ 2717585 h 3492572"/>
                <a:gd name="connsiteX7" fmla="*/ 2169588 w 3674956"/>
                <a:gd name="connsiteY7" fmla="*/ 3003855 h 3492572"/>
                <a:gd name="connsiteX8" fmla="*/ 1784562 w 3674956"/>
                <a:gd name="connsiteY8" fmla="*/ 3103001 h 3492572"/>
                <a:gd name="connsiteX9" fmla="*/ 1185985 w 3674956"/>
                <a:gd name="connsiteY9" fmla="*/ 2947303 h 3492572"/>
                <a:gd name="connsiteX10" fmla="*/ 730706 w 3674956"/>
                <a:gd name="connsiteY10" fmla="*/ 2482544 h 3492572"/>
                <a:gd name="connsiteX11" fmla="*/ 611367 w 3674956"/>
                <a:gd name="connsiteY11" fmla="*/ 2314703 h 3492572"/>
                <a:gd name="connsiteX12" fmla="*/ 389571 w 3674956"/>
                <a:gd name="connsiteY12" fmla="*/ 1829882 h 3492572"/>
                <a:gd name="connsiteX13" fmla="*/ 523909 w 3674956"/>
                <a:gd name="connsiteY13" fmla="*/ 1296299 h 3492572"/>
                <a:gd name="connsiteX14" fmla="*/ 898806 w 3674956"/>
                <a:gd name="connsiteY14" fmla="*/ 831800 h 3492572"/>
                <a:gd name="connsiteX15" fmla="*/ 1444206 w 3674956"/>
                <a:gd name="connsiteY15" fmla="*/ 507417 h 3492572"/>
                <a:gd name="connsiteX16" fmla="*/ 2056223 w 3674956"/>
                <a:gd name="connsiteY16" fmla="*/ 389571 h 3492572"/>
                <a:gd name="connsiteX17" fmla="*/ 2056223 w 3674956"/>
                <a:gd name="connsiteY17" fmla="*/ 0 h 3492572"/>
                <a:gd name="connsiteX18" fmla="*/ 0 w 3674956"/>
                <a:gd name="connsiteY18" fmla="*/ 1829882 h 3492572"/>
                <a:gd name="connsiteX19" fmla="*/ 408336 w 3674956"/>
                <a:gd name="connsiteY19" fmla="*/ 2701223 h 3492572"/>
                <a:gd name="connsiteX20" fmla="*/ 1784562 w 3674956"/>
                <a:gd name="connsiteY20" fmla="*/ 3492573 h 3492572"/>
                <a:gd name="connsiteX21" fmla="*/ 2825302 w 3674956"/>
                <a:gd name="connsiteY21" fmla="*/ 3024503 h 3492572"/>
                <a:gd name="connsiteX22" fmla="*/ 3674957 w 3674956"/>
                <a:gd name="connsiteY22" fmla="*/ 1829882 h 3492572"/>
                <a:gd name="connsiteX23" fmla="*/ 2056223 w 3674956"/>
                <a:gd name="connsiteY23" fmla="*/ 0 h 3492572"/>
                <a:gd name="connsiteX24" fmla="*/ 2056223 w 3674956"/>
                <a:gd name="connsiteY24" fmla="*/ 0 h 3492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674956" h="3492572">
                  <a:moveTo>
                    <a:pt x="2056223" y="389571"/>
                  </a:moveTo>
                  <a:cubicBezTo>
                    <a:pt x="2245620" y="389571"/>
                    <a:pt x="2419563" y="425737"/>
                    <a:pt x="2573119" y="497093"/>
                  </a:cubicBezTo>
                  <a:cubicBezTo>
                    <a:pt x="2716546" y="563710"/>
                    <a:pt x="2842508" y="661038"/>
                    <a:pt x="2947692" y="786350"/>
                  </a:cubicBezTo>
                  <a:cubicBezTo>
                    <a:pt x="3165463" y="1045869"/>
                    <a:pt x="3285386" y="1416482"/>
                    <a:pt x="3285386" y="1829882"/>
                  </a:cubicBezTo>
                  <a:cubicBezTo>
                    <a:pt x="3285386" y="1987334"/>
                    <a:pt x="3242598" y="2108361"/>
                    <a:pt x="3142283" y="2234582"/>
                  </a:cubicBezTo>
                  <a:cubicBezTo>
                    <a:pt x="3033463" y="2371516"/>
                    <a:pt x="2865687" y="2500984"/>
                    <a:pt x="2688043" y="2638048"/>
                  </a:cubicBezTo>
                  <a:cubicBezTo>
                    <a:pt x="2654604" y="2663825"/>
                    <a:pt x="2620063" y="2690510"/>
                    <a:pt x="2585391" y="2717585"/>
                  </a:cubicBezTo>
                  <a:cubicBezTo>
                    <a:pt x="2437548" y="2833093"/>
                    <a:pt x="2304250" y="2934382"/>
                    <a:pt x="2169588" y="3003855"/>
                  </a:cubicBezTo>
                  <a:cubicBezTo>
                    <a:pt x="2038432" y="3071511"/>
                    <a:pt x="1916107" y="3103001"/>
                    <a:pt x="1784562" y="3103001"/>
                  </a:cubicBezTo>
                  <a:cubicBezTo>
                    <a:pt x="1552767" y="3103001"/>
                    <a:pt x="1356942" y="3052097"/>
                    <a:pt x="1185985" y="2947303"/>
                  </a:cubicBezTo>
                  <a:cubicBezTo>
                    <a:pt x="1024703" y="2848481"/>
                    <a:pt x="875821" y="2696419"/>
                    <a:pt x="730706" y="2482544"/>
                  </a:cubicBezTo>
                  <a:cubicBezTo>
                    <a:pt x="689671" y="2422095"/>
                    <a:pt x="649870" y="2367490"/>
                    <a:pt x="611367" y="2314703"/>
                  </a:cubicBezTo>
                  <a:cubicBezTo>
                    <a:pt x="457552" y="2103816"/>
                    <a:pt x="389571" y="2003241"/>
                    <a:pt x="389571" y="1829882"/>
                  </a:cubicBezTo>
                  <a:cubicBezTo>
                    <a:pt x="389571" y="1648471"/>
                    <a:pt x="434762" y="1468944"/>
                    <a:pt x="523909" y="1296299"/>
                  </a:cubicBezTo>
                  <a:cubicBezTo>
                    <a:pt x="610718" y="1128199"/>
                    <a:pt x="740316" y="967566"/>
                    <a:pt x="898806" y="831800"/>
                  </a:cubicBezTo>
                  <a:cubicBezTo>
                    <a:pt x="1057492" y="695840"/>
                    <a:pt x="1246109" y="583643"/>
                    <a:pt x="1444206" y="507417"/>
                  </a:cubicBezTo>
                  <a:cubicBezTo>
                    <a:pt x="1644511" y="430347"/>
                    <a:pt x="1856113" y="389571"/>
                    <a:pt x="2056223" y="389571"/>
                  </a:cubicBezTo>
                  <a:moveTo>
                    <a:pt x="2056223" y="0"/>
                  </a:moveTo>
                  <a:cubicBezTo>
                    <a:pt x="1035416" y="0"/>
                    <a:pt x="0" y="819269"/>
                    <a:pt x="0" y="1829882"/>
                  </a:cubicBezTo>
                  <a:cubicBezTo>
                    <a:pt x="0" y="2208870"/>
                    <a:pt x="210174" y="2409175"/>
                    <a:pt x="408336" y="2701223"/>
                  </a:cubicBezTo>
                  <a:cubicBezTo>
                    <a:pt x="738562" y="3187993"/>
                    <a:pt x="1150339" y="3492573"/>
                    <a:pt x="1784562" y="3492573"/>
                  </a:cubicBezTo>
                  <a:cubicBezTo>
                    <a:pt x="2212246" y="3492573"/>
                    <a:pt x="2513060" y="3268504"/>
                    <a:pt x="2825302" y="3024503"/>
                  </a:cubicBezTo>
                  <a:cubicBezTo>
                    <a:pt x="3253960" y="2689536"/>
                    <a:pt x="3674957" y="2414564"/>
                    <a:pt x="3674957" y="1829882"/>
                  </a:cubicBezTo>
                  <a:cubicBezTo>
                    <a:pt x="3674957" y="819269"/>
                    <a:pt x="3071056" y="0"/>
                    <a:pt x="2056223" y="0"/>
                  </a:cubicBezTo>
                  <a:lnTo>
                    <a:pt x="205622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6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BD6BDDD1-979F-4A0B-9DF8-EB58831CA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83531" y="686990"/>
              <a:ext cx="3674956" cy="3492572"/>
            </a:xfrm>
            <a:custGeom>
              <a:avLst/>
              <a:gdLst>
                <a:gd name="connsiteX0" fmla="*/ 2056223 w 3674956"/>
                <a:gd name="connsiteY0" fmla="*/ 324643 h 3492572"/>
                <a:gd name="connsiteX1" fmla="*/ 2600519 w 3674956"/>
                <a:gd name="connsiteY1" fmla="*/ 438203 h 3492572"/>
                <a:gd name="connsiteX2" fmla="*/ 2997492 w 3674956"/>
                <a:gd name="connsiteY2" fmla="*/ 744601 h 3492572"/>
                <a:gd name="connsiteX3" fmla="*/ 3350379 w 3674956"/>
                <a:gd name="connsiteY3" fmla="*/ 1829882 h 3492572"/>
                <a:gd name="connsiteX4" fmla="*/ 3193187 w 3674956"/>
                <a:gd name="connsiteY4" fmla="*/ 2274967 h 3492572"/>
                <a:gd name="connsiteX5" fmla="*/ 2727779 w 3674956"/>
                <a:gd name="connsiteY5" fmla="*/ 2689406 h 3492572"/>
                <a:gd name="connsiteX6" fmla="*/ 2625452 w 3674956"/>
                <a:gd name="connsiteY6" fmla="*/ 2768684 h 3492572"/>
                <a:gd name="connsiteX7" fmla="*/ 1784627 w 3674956"/>
                <a:gd name="connsiteY7" fmla="*/ 3167930 h 3492572"/>
                <a:gd name="connsiteX8" fmla="*/ 677010 w 3674956"/>
                <a:gd name="connsiteY8" fmla="*/ 2518969 h 3492572"/>
                <a:gd name="connsiteX9" fmla="*/ 558970 w 3674956"/>
                <a:gd name="connsiteY9" fmla="*/ 2352946 h 3492572"/>
                <a:gd name="connsiteX10" fmla="*/ 324708 w 3674956"/>
                <a:gd name="connsiteY10" fmla="*/ 1829882 h 3492572"/>
                <a:gd name="connsiteX11" fmla="*/ 466252 w 3674956"/>
                <a:gd name="connsiteY11" fmla="*/ 1266562 h 3492572"/>
                <a:gd name="connsiteX12" fmla="*/ 856603 w 3674956"/>
                <a:gd name="connsiteY12" fmla="*/ 782519 h 3492572"/>
                <a:gd name="connsiteX13" fmla="*/ 1420962 w 3674956"/>
                <a:gd name="connsiteY13" fmla="*/ 446838 h 3492572"/>
                <a:gd name="connsiteX14" fmla="*/ 2056223 w 3674956"/>
                <a:gd name="connsiteY14" fmla="*/ 324643 h 3492572"/>
                <a:gd name="connsiteX15" fmla="*/ 2056223 w 3674956"/>
                <a:gd name="connsiteY15" fmla="*/ 0 h 3492572"/>
                <a:gd name="connsiteX16" fmla="*/ 0 w 3674956"/>
                <a:gd name="connsiteY16" fmla="*/ 1829882 h 3492572"/>
                <a:gd name="connsiteX17" fmla="*/ 408336 w 3674956"/>
                <a:gd name="connsiteY17" fmla="*/ 2701223 h 3492572"/>
                <a:gd name="connsiteX18" fmla="*/ 1784562 w 3674956"/>
                <a:gd name="connsiteY18" fmla="*/ 3492573 h 3492572"/>
                <a:gd name="connsiteX19" fmla="*/ 2825302 w 3674956"/>
                <a:gd name="connsiteY19" fmla="*/ 3024503 h 3492572"/>
                <a:gd name="connsiteX20" fmla="*/ 3674957 w 3674956"/>
                <a:gd name="connsiteY20" fmla="*/ 1829882 h 3492572"/>
                <a:gd name="connsiteX21" fmla="*/ 2056223 w 3674956"/>
                <a:gd name="connsiteY21" fmla="*/ 0 h 3492572"/>
                <a:gd name="connsiteX22" fmla="*/ 2056223 w 3674956"/>
                <a:gd name="connsiteY22" fmla="*/ 0 h 3492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74956" h="3492572">
                  <a:moveTo>
                    <a:pt x="2056223" y="324643"/>
                  </a:moveTo>
                  <a:cubicBezTo>
                    <a:pt x="2255164" y="324643"/>
                    <a:pt x="2438263" y="362886"/>
                    <a:pt x="2600519" y="438203"/>
                  </a:cubicBezTo>
                  <a:cubicBezTo>
                    <a:pt x="2752582" y="508845"/>
                    <a:pt x="2886140" y="611952"/>
                    <a:pt x="2997492" y="744601"/>
                  </a:cubicBezTo>
                  <a:cubicBezTo>
                    <a:pt x="3225067" y="1015807"/>
                    <a:pt x="3350379" y="1401223"/>
                    <a:pt x="3350379" y="1829882"/>
                  </a:cubicBezTo>
                  <a:cubicBezTo>
                    <a:pt x="3350379" y="2000904"/>
                    <a:pt x="3301877" y="2138163"/>
                    <a:pt x="3193187" y="2274967"/>
                  </a:cubicBezTo>
                  <a:cubicBezTo>
                    <a:pt x="3079497" y="2418070"/>
                    <a:pt x="2908670" y="2549875"/>
                    <a:pt x="2727779" y="2689406"/>
                  </a:cubicBezTo>
                  <a:cubicBezTo>
                    <a:pt x="2694406" y="2715118"/>
                    <a:pt x="2659929" y="2741739"/>
                    <a:pt x="2625452" y="2768684"/>
                  </a:cubicBezTo>
                  <a:cubicBezTo>
                    <a:pt x="2316846" y="3009829"/>
                    <a:pt x="2091609" y="3167930"/>
                    <a:pt x="1784627" y="3167930"/>
                  </a:cubicBezTo>
                  <a:cubicBezTo>
                    <a:pt x="1316881" y="3167930"/>
                    <a:pt x="985616" y="2973858"/>
                    <a:pt x="677010" y="2518969"/>
                  </a:cubicBezTo>
                  <a:cubicBezTo>
                    <a:pt x="636625" y="2459429"/>
                    <a:pt x="597148" y="2405279"/>
                    <a:pt x="558970" y="2352946"/>
                  </a:cubicBezTo>
                  <a:cubicBezTo>
                    <a:pt x="400739" y="2135955"/>
                    <a:pt x="324708" y="2023109"/>
                    <a:pt x="324708" y="1829882"/>
                  </a:cubicBezTo>
                  <a:cubicBezTo>
                    <a:pt x="324708" y="1638018"/>
                    <a:pt x="372365" y="1448491"/>
                    <a:pt x="466252" y="1266562"/>
                  </a:cubicBezTo>
                  <a:cubicBezTo>
                    <a:pt x="558126" y="1088592"/>
                    <a:pt x="689476" y="925687"/>
                    <a:pt x="856603" y="782519"/>
                  </a:cubicBezTo>
                  <a:cubicBezTo>
                    <a:pt x="1020872" y="641754"/>
                    <a:pt x="1215982" y="525662"/>
                    <a:pt x="1420962" y="446838"/>
                  </a:cubicBezTo>
                  <a:cubicBezTo>
                    <a:pt x="1631460" y="365743"/>
                    <a:pt x="1845270" y="324643"/>
                    <a:pt x="2056223" y="324643"/>
                  </a:cubicBezTo>
                  <a:moveTo>
                    <a:pt x="2056223" y="0"/>
                  </a:moveTo>
                  <a:cubicBezTo>
                    <a:pt x="1035416" y="0"/>
                    <a:pt x="0" y="819269"/>
                    <a:pt x="0" y="1829882"/>
                  </a:cubicBezTo>
                  <a:cubicBezTo>
                    <a:pt x="0" y="2208870"/>
                    <a:pt x="210174" y="2409175"/>
                    <a:pt x="408336" y="2701223"/>
                  </a:cubicBezTo>
                  <a:cubicBezTo>
                    <a:pt x="738562" y="3187993"/>
                    <a:pt x="1150339" y="3492573"/>
                    <a:pt x="1784562" y="3492573"/>
                  </a:cubicBezTo>
                  <a:cubicBezTo>
                    <a:pt x="2212246" y="3492573"/>
                    <a:pt x="2513060" y="3268504"/>
                    <a:pt x="2825302" y="3024503"/>
                  </a:cubicBezTo>
                  <a:cubicBezTo>
                    <a:pt x="3253960" y="2689536"/>
                    <a:pt x="3674957" y="2414564"/>
                    <a:pt x="3674957" y="1829882"/>
                  </a:cubicBezTo>
                  <a:cubicBezTo>
                    <a:pt x="3674957" y="819269"/>
                    <a:pt x="3071056" y="0"/>
                    <a:pt x="2056223" y="0"/>
                  </a:cubicBezTo>
                  <a:lnTo>
                    <a:pt x="205622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6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4D2DA62D-212D-408A-B9A5-5DD8769EA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85609" y="672650"/>
              <a:ext cx="3694450" cy="3540753"/>
            </a:xfrm>
            <a:custGeom>
              <a:avLst/>
              <a:gdLst>
                <a:gd name="connsiteX0" fmla="*/ 0 w 3694450"/>
                <a:gd name="connsiteY0" fmla="*/ 1840845 h 3540753"/>
                <a:gd name="connsiteX1" fmla="*/ 36035 w 3694450"/>
                <a:gd name="connsiteY1" fmla="*/ 1495231 h 3540753"/>
                <a:gd name="connsiteX2" fmla="*/ 144336 w 3694450"/>
                <a:gd name="connsiteY2" fmla="*/ 1164095 h 3540753"/>
                <a:gd name="connsiteX3" fmla="*/ 550399 w 3694450"/>
                <a:gd name="connsiteY3" fmla="*/ 601748 h 3540753"/>
                <a:gd name="connsiteX4" fmla="*/ 819658 w 3694450"/>
                <a:gd name="connsiteY4" fmla="*/ 381446 h 3540753"/>
                <a:gd name="connsiteX5" fmla="*/ 1120602 w 3694450"/>
                <a:gd name="connsiteY5" fmla="*/ 206528 h 3540753"/>
                <a:gd name="connsiteX6" fmla="*/ 1788652 w 3694450"/>
                <a:gd name="connsiteY6" fmla="*/ 13625 h 3540753"/>
                <a:gd name="connsiteX7" fmla="*/ 2138293 w 3694450"/>
                <a:gd name="connsiteY7" fmla="*/ 3432 h 3540753"/>
                <a:gd name="connsiteX8" fmla="*/ 2484946 w 3694450"/>
                <a:gd name="connsiteY8" fmla="*/ 57257 h 3540753"/>
                <a:gd name="connsiteX9" fmla="*/ 2814783 w 3694450"/>
                <a:gd name="connsiteY9" fmla="*/ 182180 h 3540753"/>
                <a:gd name="connsiteX10" fmla="*/ 3107027 w 3694450"/>
                <a:gd name="connsiteY10" fmla="*/ 380797 h 3540753"/>
                <a:gd name="connsiteX11" fmla="*/ 3340705 w 3694450"/>
                <a:gd name="connsiteY11" fmla="*/ 643952 h 3540753"/>
                <a:gd name="connsiteX12" fmla="*/ 3365897 w 3694450"/>
                <a:gd name="connsiteY12" fmla="*/ 679922 h 3540753"/>
                <a:gd name="connsiteX13" fmla="*/ 3390051 w 3694450"/>
                <a:gd name="connsiteY13" fmla="*/ 716542 h 3540753"/>
                <a:gd name="connsiteX14" fmla="*/ 3413490 w 3694450"/>
                <a:gd name="connsiteY14" fmla="*/ 753551 h 3540753"/>
                <a:gd name="connsiteX15" fmla="*/ 3436085 w 3694450"/>
                <a:gd name="connsiteY15" fmla="*/ 791080 h 3540753"/>
                <a:gd name="connsiteX16" fmla="*/ 3518609 w 3694450"/>
                <a:gd name="connsiteY16" fmla="*/ 945480 h 3540753"/>
                <a:gd name="connsiteX17" fmla="*/ 3631585 w 3694450"/>
                <a:gd name="connsiteY17" fmla="*/ 1275317 h 3540753"/>
                <a:gd name="connsiteX18" fmla="*/ 3658075 w 3694450"/>
                <a:gd name="connsiteY18" fmla="*/ 1446924 h 3540753"/>
                <a:gd name="connsiteX19" fmla="*/ 3675282 w 3694450"/>
                <a:gd name="connsiteY19" fmla="*/ 1618660 h 3540753"/>
                <a:gd name="connsiteX20" fmla="*/ 3688982 w 3694450"/>
                <a:gd name="connsiteY20" fmla="*/ 1790396 h 3540753"/>
                <a:gd name="connsiteX21" fmla="*/ 3691773 w 3694450"/>
                <a:gd name="connsiteY21" fmla="*/ 1833443 h 3540753"/>
                <a:gd name="connsiteX22" fmla="*/ 3693007 w 3694450"/>
                <a:gd name="connsiteY22" fmla="*/ 1855584 h 3540753"/>
                <a:gd name="connsiteX23" fmla="*/ 3693916 w 3694450"/>
                <a:gd name="connsiteY23" fmla="*/ 1878114 h 3540753"/>
                <a:gd name="connsiteX24" fmla="*/ 3692682 w 3694450"/>
                <a:gd name="connsiteY24" fmla="*/ 1968884 h 3540753"/>
                <a:gd name="connsiteX25" fmla="*/ 3600224 w 3694450"/>
                <a:gd name="connsiteY25" fmla="*/ 2325407 h 3540753"/>
                <a:gd name="connsiteX26" fmla="*/ 3394725 w 3694450"/>
                <a:gd name="connsiteY26" fmla="*/ 2628169 h 3540753"/>
                <a:gd name="connsiteX27" fmla="*/ 3269478 w 3694450"/>
                <a:gd name="connsiteY27" fmla="*/ 2754390 h 3540753"/>
                <a:gd name="connsiteX28" fmla="*/ 3138907 w 3694450"/>
                <a:gd name="connsiteY28" fmla="*/ 2869119 h 3540753"/>
                <a:gd name="connsiteX29" fmla="*/ 2873673 w 3694450"/>
                <a:gd name="connsiteY29" fmla="*/ 3075852 h 3540753"/>
                <a:gd name="connsiteX30" fmla="*/ 2806927 w 3694450"/>
                <a:gd name="connsiteY30" fmla="*/ 3126301 h 3540753"/>
                <a:gd name="connsiteX31" fmla="*/ 2738362 w 3694450"/>
                <a:gd name="connsiteY31" fmla="*/ 3177075 h 3540753"/>
                <a:gd name="connsiteX32" fmla="*/ 2668110 w 3694450"/>
                <a:gd name="connsiteY32" fmla="*/ 3227200 h 3540753"/>
                <a:gd name="connsiteX33" fmla="*/ 2595649 w 3694450"/>
                <a:gd name="connsiteY33" fmla="*/ 3275896 h 3540753"/>
                <a:gd name="connsiteX34" fmla="*/ 2443522 w 3694450"/>
                <a:gd name="connsiteY34" fmla="*/ 3367316 h 3540753"/>
                <a:gd name="connsiteX35" fmla="*/ 2279902 w 3694450"/>
                <a:gd name="connsiteY35" fmla="*/ 3445036 h 3540753"/>
                <a:gd name="connsiteX36" fmla="*/ 1923834 w 3694450"/>
                <a:gd name="connsiteY36" fmla="*/ 3534442 h 3540753"/>
                <a:gd name="connsiteX37" fmla="*/ 1832154 w 3694450"/>
                <a:gd name="connsiteY37" fmla="*/ 3540221 h 3540753"/>
                <a:gd name="connsiteX38" fmla="*/ 1809235 w 3694450"/>
                <a:gd name="connsiteY38" fmla="*/ 3540740 h 3540753"/>
                <a:gd name="connsiteX39" fmla="*/ 1786380 w 3694450"/>
                <a:gd name="connsiteY39" fmla="*/ 3540610 h 3540753"/>
                <a:gd name="connsiteX40" fmla="*/ 1763590 w 3694450"/>
                <a:gd name="connsiteY40" fmla="*/ 3540351 h 3540753"/>
                <a:gd name="connsiteX41" fmla="*/ 1741449 w 3694450"/>
                <a:gd name="connsiteY41" fmla="*/ 3539507 h 3540753"/>
                <a:gd name="connsiteX42" fmla="*/ 1564584 w 3694450"/>
                <a:gd name="connsiteY42" fmla="*/ 3525417 h 3540753"/>
                <a:gd name="connsiteX43" fmla="*/ 1388822 w 3694450"/>
                <a:gd name="connsiteY43" fmla="*/ 3494381 h 3540753"/>
                <a:gd name="connsiteX44" fmla="*/ 1216177 w 3694450"/>
                <a:gd name="connsiteY44" fmla="*/ 3445750 h 3540753"/>
                <a:gd name="connsiteX45" fmla="*/ 885691 w 3694450"/>
                <a:gd name="connsiteY45" fmla="*/ 3299530 h 3540753"/>
                <a:gd name="connsiteX46" fmla="*/ 607147 w 3694450"/>
                <a:gd name="connsiteY46" fmla="*/ 3071891 h 3540753"/>
                <a:gd name="connsiteX47" fmla="*/ 494236 w 3694450"/>
                <a:gd name="connsiteY47" fmla="*/ 2934892 h 3540753"/>
                <a:gd name="connsiteX48" fmla="*/ 395610 w 3694450"/>
                <a:gd name="connsiteY48" fmla="*/ 2789841 h 3540753"/>
                <a:gd name="connsiteX49" fmla="*/ 372560 w 3694450"/>
                <a:gd name="connsiteY49" fmla="*/ 2752897 h 3540753"/>
                <a:gd name="connsiteX50" fmla="*/ 350549 w 3694450"/>
                <a:gd name="connsiteY50" fmla="*/ 2717056 h 3540753"/>
                <a:gd name="connsiteX51" fmla="*/ 307112 w 3694450"/>
                <a:gd name="connsiteY51" fmla="*/ 2647583 h 3540753"/>
                <a:gd name="connsiteX52" fmla="*/ 217121 w 3694450"/>
                <a:gd name="connsiteY52" fmla="*/ 2505649 h 3540753"/>
                <a:gd name="connsiteX53" fmla="*/ 129273 w 3694450"/>
                <a:gd name="connsiteY53" fmla="*/ 2355599 h 3540753"/>
                <a:gd name="connsiteX54" fmla="*/ 89666 w 3694450"/>
                <a:gd name="connsiteY54" fmla="*/ 2276061 h 3540753"/>
                <a:gd name="connsiteX55" fmla="*/ 56033 w 3694450"/>
                <a:gd name="connsiteY55" fmla="*/ 2192823 h 3540753"/>
                <a:gd name="connsiteX56" fmla="*/ 30257 w 3694450"/>
                <a:gd name="connsiteY56" fmla="*/ 2106468 h 3540753"/>
                <a:gd name="connsiteX57" fmla="*/ 20647 w 3694450"/>
                <a:gd name="connsiteY57" fmla="*/ 2062446 h 3540753"/>
                <a:gd name="connsiteX58" fmla="*/ 16427 w 3694450"/>
                <a:gd name="connsiteY58" fmla="*/ 2040371 h 3540753"/>
                <a:gd name="connsiteX59" fmla="*/ 12921 w 3694450"/>
                <a:gd name="connsiteY59" fmla="*/ 2018230 h 3540753"/>
                <a:gd name="connsiteX60" fmla="*/ 0 w 3694450"/>
                <a:gd name="connsiteY60" fmla="*/ 1840845 h 3540753"/>
                <a:gd name="connsiteX61" fmla="*/ 105769 w 3694450"/>
                <a:gd name="connsiteY61" fmla="*/ 1840845 h 3540753"/>
                <a:gd name="connsiteX62" fmla="*/ 123819 w 3694450"/>
                <a:gd name="connsiteY62" fmla="*/ 1996804 h 3540753"/>
                <a:gd name="connsiteX63" fmla="*/ 177125 w 3694450"/>
                <a:gd name="connsiteY63" fmla="*/ 2142698 h 3540753"/>
                <a:gd name="connsiteX64" fmla="*/ 214329 w 3694450"/>
                <a:gd name="connsiteY64" fmla="*/ 2211393 h 3540753"/>
                <a:gd name="connsiteX65" fmla="*/ 257052 w 3694450"/>
                <a:gd name="connsiteY65" fmla="*/ 2277879 h 3540753"/>
                <a:gd name="connsiteX66" fmla="*/ 355744 w 3694450"/>
                <a:gd name="connsiteY66" fmla="*/ 2406373 h 3540753"/>
                <a:gd name="connsiteX67" fmla="*/ 462551 w 3694450"/>
                <a:gd name="connsiteY67" fmla="*/ 2535841 h 3540753"/>
                <a:gd name="connsiteX68" fmla="*/ 515663 w 3694450"/>
                <a:gd name="connsiteY68" fmla="*/ 2603431 h 3540753"/>
                <a:gd name="connsiteX69" fmla="*/ 541180 w 3694450"/>
                <a:gd name="connsiteY69" fmla="*/ 2636610 h 3540753"/>
                <a:gd name="connsiteX70" fmla="*/ 566177 w 3694450"/>
                <a:gd name="connsiteY70" fmla="*/ 2668360 h 3540753"/>
                <a:gd name="connsiteX71" fmla="*/ 780961 w 3694450"/>
                <a:gd name="connsiteY71" fmla="*/ 2903012 h 3540753"/>
                <a:gd name="connsiteX72" fmla="*/ 895170 w 3694450"/>
                <a:gd name="connsiteY72" fmla="*/ 3008586 h 3540753"/>
                <a:gd name="connsiteX73" fmla="*/ 1014769 w 3694450"/>
                <a:gd name="connsiteY73" fmla="*/ 3105913 h 3540753"/>
                <a:gd name="connsiteX74" fmla="*/ 1281950 w 3694450"/>
                <a:gd name="connsiteY74" fmla="*/ 3259859 h 3540753"/>
                <a:gd name="connsiteX75" fmla="*/ 1431415 w 3694450"/>
                <a:gd name="connsiteY75" fmla="*/ 3303361 h 3540753"/>
                <a:gd name="connsiteX76" fmla="*/ 1469723 w 3694450"/>
                <a:gd name="connsiteY76" fmla="*/ 3311023 h 3540753"/>
                <a:gd name="connsiteX77" fmla="*/ 1508356 w 3694450"/>
                <a:gd name="connsiteY77" fmla="*/ 3317451 h 3540753"/>
                <a:gd name="connsiteX78" fmla="*/ 1586335 w 3694450"/>
                <a:gd name="connsiteY78" fmla="*/ 3326671 h 3540753"/>
                <a:gd name="connsiteX79" fmla="*/ 1625552 w 3694450"/>
                <a:gd name="connsiteY79" fmla="*/ 3329657 h 3540753"/>
                <a:gd name="connsiteX80" fmla="*/ 1664898 w 3694450"/>
                <a:gd name="connsiteY80" fmla="*/ 3331735 h 3540753"/>
                <a:gd name="connsiteX81" fmla="*/ 1704375 w 3694450"/>
                <a:gd name="connsiteY81" fmla="*/ 3332644 h 3540753"/>
                <a:gd name="connsiteX82" fmla="*/ 1743916 w 3694450"/>
                <a:gd name="connsiteY82" fmla="*/ 3332449 h 3540753"/>
                <a:gd name="connsiteX83" fmla="*/ 1763720 w 3694450"/>
                <a:gd name="connsiteY83" fmla="*/ 3332254 h 3540753"/>
                <a:gd name="connsiteX84" fmla="*/ 1782809 w 3694450"/>
                <a:gd name="connsiteY84" fmla="*/ 3331411 h 3540753"/>
                <a:gd name="connsiteX85" fmla="*/ 1801833 w 3694450"/>
                <a:gd name="connsiteY85" fmla="*/ 3330437 h 3540753"/>
                <a:gd name="connsiteX86" fmla="*/ 1820792 w 3694450"/>
                <a:gd name="connsiteY86" fmla="*/ 3328878 h 3540753"/>
                <a:gd name="connsiteX87" fmla="*/ 1895979 w 3694450"/>
                <a:gd name="connsiteY87" fmla="*/ 3319594 h 3540753"/>
                <a:gd name="connsiteX88" fmla="*/ 2182379 w 3694450"/>
                <a:gd name="connsiteY88" fmla="*/ 3225577 h 3540753"/>
                <a:gd name="connsiteX89" fmla="*/ 2446963 w 3694450"/>
                <a:gd name="connsiteY89" fmla="*/ 3060723 h 3540753"/>
                <a:gd name="connsiteX90" fmla="*/ 2511112 w 3694450"/>
                <a:gd name="connsiteY90" fmla="*/ 3012287 h 3540753"/>
                <a:gd name="connsiteX91" fmla="*/ 2575262 w 3694450"/>
                <a:gd name="connsiteY91" fmla="*/ 2962227 h 3540753"/>
                <a:gd name="connsiteX92" fmla="*/ 2705184 w 3694450"/>
                <a:gd name="connsiteY92" fmla="*/ 2858341 h 3540753"/>
                <a:gd name="connsiteX93" fmla="*/ 2972235 w 3694450"/>
                <a:gd name="connsiteY93" fmla="*/ 2657257 h 3540753"/>
                <a:gd name="connsiteX94" fmla="*/ 3221041 w 3694450"/>
                <a:gd name="connsiteY94" fmla="*/ 2457277 h 3540753"/>
                <a:gd name="connsiteX95" fmla="*/ 3419983 w 3694450"/>
                <a:gd name="connsiteY95" fmla="*/ 2228079 h 3540753"/>
                <a:gd name="connsiteX96" fmla="*/ 3487768 w 3694450"/>
                <a:gd name="connsiteY96" fmla="*/ 2094846 h 3540753"/>
                <a:gd name="connsiteX97" fmla="*/ 3529062 w 3694450"/>
                <a:gd name="connsiteY97" fmla="*/ 1949276 h 3540753"/>
                <a:gd name="connsiteX98" fmla="*/ 3540490 w 3694450"/>
                <a:gd name="connsiteY98" fmla="*/ 1872920 h 3540753"/>
                <a:gd name="connsiteX99" fmla="*/ 3542373 w 3694450"/>
                <a:gd name="connsiteY99" fmla="*/ 1853571 h 3540753"/>
                <a:gd name="connsiteX100" fmla="*/ 3543801 w 3694450"/>
                <a:gd name="connsiteY100" fmla="*/ 1833833 h 3540753"/>
                <a:gd name="connsiteX101" fmla="*/ 3545879 w 3694450"/>
                <a:gd name="connsiteY101" fmla="*/ 1793058 h 3540753"/>
                <a:gd name="connsiteX102" fmla="*/ 3542308 w 3694450"/>
                <a:gd name="connsiteY102" fmla="*/ 1630022 h 3540753"/>
                <a:gd name="connsiteX103" fmla="*/ 3519388 w 3694450"/>
                <a:gd name="connsiteY103" fmla="*/ 1468999 h 3540753"/>
                <a:gd name="connsiteX104" fmla="*/ 3480496 w 3694450"/>
                <a:gd name="connsiteY104" fmla="*/ 1311872 h 3540753"/>
                <a:gd name="connsiteX105" fmla="*/ 3380051 w 3694450"/>
                <a:gd name="connsiteY105" fmla="*/ 1007033 h 3540753"/>
                <a:gd name="connsiteX106" fmla="*/ 3311617 w 3694450"/>
                <a:gd name="connsiteY106" fmla="*/ 862307 h 3540753"/>
                <a:gd name="connsiteX107" fmla="*/ 3291684 w 3694450"/>
                <a:gd name="connsiteY107" fmla="*/ 827635 h 3540753"/>
                <a:gd name="connsiteX108" fmla="*/ 3270712 w 3694450"/>
                <a:gd name="connsiteY108" fmla="*/ 793612 h 3540753"/>
                <a:gd name="connsiteX109" fmla="*/ 3248506 w 3694450"/>
                <a:gd name="connsiteY109" fmla="*/ 760369 h 3540753"/>
                <a:gd name="connsiteX110" fmla="*/ 3225327 w 3694450"/>
                <a:gd name="connsiteY110" fmla="*/ 727840 h 3540753"/>
                <a:gd name="connsiteX111" fmla="*/ 3005868 w 3694450"/>
                <a:gd name="connsiteY111" fmla="*/ 498837 h 3540753"/>
                <a:gd name="connsiteX112" fmla="*/ 2741674 w 3694450"/>
                <a:gd name="connsiteY112" fmla="*/ 326257 h 3540753"/>
                <a:gd name="connsiteX113" fmla="*/ 2444366 w 3694450"/>
                <a:gd name="connsiteY113" fmla="*/ 217891 h 3540753"/>
                <a:gd name="connsiteX114" fmla="*/ 2128878 w 3694450"/>
                <a:gd name="connsiteY114" fmla="*/ 172960 h 3540753"/>
                <a:gd name="connsiteX115" fmla="*/ 1809170 w 3694450"/>
                <a:gd name="connsiteY115" fmla="*/ 184388 h 3540753"/>
                <a:gd name="connsiteX116" fmla="*/ 1495370 w 3694450"/>
                <a:gd name="connsiteY116" fmla="*/ 250355 h 3540753"/>
                <a:gd name="connsiteX117" fmla="*/ 1195205 w 3694450"/>
                <a:gd name="connsiteY117" fmla="*/ 365149 h 3540753"/>
                <a:gd name="connsiteX118" fmla="*/ 658830 w 3694450"/>
                <a:gd name="connsiteY118" fmla="*/ 717841 h 3540753"/>
                <a:gd name="connsiteX119" fmla="*/ 439566 w 3694450"/>
                <a:gd name="connsiteY119" fmla="*/ 953207 h 3540753"/>
                <a:gd name="connsiteX120" fmla="*/ 266207 w 3694450"/>
                <a:gd name="connsiteY120" fmla="*/ 1223504 h 3540753"/>
                <a:gd name="connsiteX121" fmla="*/ 148557 w 3694450"/>
                <a:gd name="connsiteY121" fmla="*/ 1522306 h 3540753"/>
                <a:gd name="connsiteX122" fmla="*/ 105769 w 3694450"/>
                <a:gd name="connsiteY122" fmla="*/ 1840845 h 354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3694450" h="3540753">
                  <a:moveTo>
                    <a:pt x="0" y="1840845"/>
                  </a:moveTo>
                  <a:cubicBezTo>
                    <a:pt x="325" y="1724948"/>
                    <a:pt x="12401" y="1609050"/>
                    <a:pt x="36035" y="1495231"/>
                  </a:cubicBezTo>
                  <a:cubicBezTo>
                    <a:pt x="59604" y="1381476"/>
                    <a:pt x="95705" y="1269928"/>
                    <a:pt x="144336" y="1164095"/>
                  </a:cubicBezTo>
                  <a:cubicBezTo>
                    <a:pt x="242054" y="952428"/>
                    <a:pt x="383663" y="763031"/>
                    <a:pt x="550399" y="601748"/>
                  </a:cubicBezTo>
                  <a:cubicBezTo>
                    <a:pt x="633963" y="521107"/>
                    <a:pt x="724278" y="447543"/>
                    <a:pt x="819658" y="381446"/>
                  </a:cubicBezTo>
                  <a:cubicBezTo>
                    <a:pt x="915168" y="315413"/>
                    <a:pt x="1015678" y="256588"/>
                    <a:pt x="1120602" y="206528"/>
                  </a:cubicBezTo>
                  <a:cubicBezTo>
                    <a:pt x="1330711" y="107123"/>
                    <a:pt x="1556922" y="41415"/>
                    <a:pt x="1788652" y="13625"/>
                  </a:cubicBezTo>
                  <a:cubicBezTo>
                    <a:pt x="1904485" y="-74"/>
                    <a:pt x="2022005" y="-3386"/>
                    <a:pt x="2138293" y="3432"/>
                  </a:cubicBezTo>
                  <a:cubicBezTo>
                    <a:pt x="2254775" y="10509"/>
                    <a:pt x="2371191" y="27845"/>
                    <a:pt x="2484946" y="57257"/>
                  </a:cubicBezTo>
                  <a:cubicBezTo>
                    <a:pt x="2598701" y="86605"/>
                    <a:pt x="2709794" y="128159"/>
                    <a:pt x="2814783" y="182180"/>
                  </a:cubicBezTo>
                  <a:cubicBezTo>
                    <a:pt x="2919643" y="236201"/>
                    <a:pt x="3018919" y="302233"/>
                    <a:pt x="3107027" y="380797"/>
                  </a:cubicBezTo>
                  <a:cubicBezTo>
                    <a:pt x="3195200" y="459295"/>
                    <a:pt x="3272725" y="548702"/>
                    <a:pt x="3340705" y="643952"/>
                  </a:cubicBezTo>
                  <a:lnTo>
                    <a:pt x="3365897" y="679922"/>
                  </a:lnTo>
                  <a:lnTo>
                    <a:pt x="3390051" y="716542"/>
                  </a:lnTo>
                  <a:cubicBezTo>
                    <a:pt x="3397842" y="728879"/>
                    <a:pt x="3405828" y="741150"/>
                    <a:pt x="3413490" y="753551"/>
                  </a:cubicBezTo>
                  <a:lnTo>
                    <a:pt x="3436085" y="791080"/>
                  </a:lnTo>
                  <a:cubicBezTo>
                    <a:pt x="3465627" y="841465"/>
                    <a:pt x="3493482" y="892823"/>
                    <a:pt x="3518609" y="945480"/>
                  </a:cubicBezTo>
                  <a:cubicBezTo>
                    <a:pt x="3568994" y="1050794"/>
                    <a:pt x="3607821" y="1161628"/>
                    <a:pt x="3631585" y="1275317"/>
                  </a:cubicBezTo>
                  <a:cubicBezTo>
                    <a:pt x="3643402" y="1332195"/>
                    <a:pt x="3651648" y="1389527"/>
                    <a:pt x="3658075" y="1446924"/>
                  </a:cubicBezTo>
                  <a:cubicBezTo>
                    <a:pt x="3664633" y="1504256"/>
                    <a:pt x="3669893" y="1561523"/>
                    <a:pt x="3675282" y="1618660"/>
                  </a:cubicBezTo>
                  <a:cubicBezTo>
                    <a:pt x="3680411" y="1675862"/>
                    <a:pt x="3684956" y="1733064"/>
                    <a:pt x="3688982" y="1790396"/>
                  </a:cubicBezTo>
                  <a:lnTo>
                    <a:pt x="3691773" y="1833443"/>
                  </a:lnTo>
                  <a:cubicBezTo>
                    <a:pt x="3692293" y="1840521"/>
                    <a:pt x="3692618" y="1848117"/>
                    <a:pt x="3693007" y="1855584"/>
                  </a:cubicBezTo>
                  <a:cubicBezTo>
                    <a:pt x="3693397" y="1863051"/>
                    <a:pt x="3693786" y="1870583"/>
                    <a:pt x="3693916" y="1878114"/>
                  </a:cubicBezTo>
                  <a:cubicBezTo>
                    <a:pt x="3694890" y="1908176"/>
                    <a:pt x="3694565" y="1938498"/>
                    <a:pt x="3692682" y="1968884"/>
                  </a:cubicBezTo>
                  <a:cubicBezTo>
                    <a:pt x="3685670" y="2090496"/>
                    <a:pt x="3653011" y="2213016"/>
                    <a:pt x="3600224" y="2325407"/>
                  </a:cubicBezTo>
                  <a:cubicBezTo>
                    <a:pt x="3547567" y="2438123"/>
                    <a:pt x="3474977" y="2539282"/>
                    <a:pt x="3394725" y="2628169"/>
                  </a:cubicBezTo>
                  <a:cubicBezTo>
                    <a:pt x="3354599" y="2672775"/>
                    <a:pt x="3312461" y="2714589"/>
                    <a:pt x="3269478" y="2754390"/>
                  </a:cubicBezTo>
                  <a:cubicBezTo>
                    <a:pt x="3226495" y="2794192"/>
                    <a:pt x="3182928" y="2832499"/>
                    <a:pt x="3138907" y="2869119"/>
                  </a:cubicBezTo>
                  <a:cubicBezTo>
                    <a:pt x="3051058" y="2942683"/>
                    <a:pt x="2961262" y="3009754"/>
                    <a:pt x="2873673" y="3075852"/>
                  </a:cubicBezTo>
                  <a:lnTo>
                    <a:pt x="2806927" y="3126301"/>
                  </a:lnTo>
                  <a:cubicBezTo>
                    <a:pt x="2784332" y="3143247"/>
                    <a:pt x="2761542" y="3160324"/>
                    <a:pt x="2738362" y="3177075"/>
                  </a:cubicBezTo>
                  <a:cubicBezTo>
                    <a:pt x="2715248" y="3193892"/>
                    <a:pt x="2691873" y="3210643"/>
                    <a:pt x="2668110" y="3227200"/>
                  </a:cubicBezTo>
                  <a:cubicBezTo>
                    <a:pt x="2644281" y="3243627"/>
                    <a:pt x="2620257" y="3259924"/>
                    <a:pt x="2595649" y="3275896"/>
                  </a:cubicBezTo>
                  <a:cubicBezTo>
                    <a:pt x="2546693" y="3307906"/>
                    <a:pt x="2496179" y="3338942"/>
                    <a:pt x="2443522" y="3367316"/>
                  </a:cubicBezTo>
                  <a:cubicBezTo>
                    <a:pt x="2390930" y="3395820"/>
                    <a:pt x="2336520" y="3422311"/>
                    <a:pt x="2279902" y="3445036"/>
                  </a:cubicBezTo>
                  <a:cubicBezTo>
                    <a:pt x="2167186" y="3491135"/>
                    <a:pt x="2046094" y="3522235"/>
                    <a:pt x="1923834" y="3534442"/>
                  </a:cubicBezTo>
                  <a:cubicBezTo>
                    <a:pt x="1893252" y="3537364"/>
                    <a:pt x="1862671" y="3539572"/>
                    <a:pt x="1832154" y="3540221"/>
                  </a:cubicBezTo>
                  <a:lnTo>
                    <a:pt x="1809235" y="3540740"/>
                  </a:lnTo>
                  <a:cubicBezTo>
                    <a:pt x="1801638" y="3540805"/>
                    <a:pt x="1793976" y="3540610"/>
                    <a:pt x="1786380" y="3540610"/>
                  </a:cubicBezTo>
                  <a:lnTo>
                    <a:pt x="1763590" y="3540351"/>
                  </a:lnTo>
                  <a:lnTo>
                    <a:pt x="1741449" y="3539507"/>
                  </a:lnTo>
                  <a:cubicBezTo>
                    <a:pt x="1682494" y="3537623"/>
                    <a:pt x="1623409" y="3532949"/>
                    <a:pt x="1564584" y="3525417"/>
                  </a:cubicBezTo>
                  <a:cubicBezTo>
                    <a:pt x="1505694" y="3518275"/>
                    <a:pt x="1446933" y="3508016"/>
                    <a:pt x="1388822" y="3494381"/>
                  </a:cubicBezTo>
                  <a:cubicBezTo>
                    <a:pt x="1330776" y="3480616"/>
                    <a:pt x="1273184" y="3464319"/>
                    <a:pt x="1216177" y="3445750"/>
                  </a:cubicBezTo>
                  <a:cubicBezTo>
                    <a:pt x="1102357" y="3408286"/>
                    <a:pt x="989836" y="3361667"/>
                    <a:pt x="885691" y="3299530"/>
                  </a:cubicBezTo>
                  <a:cubicBezTo>
                    <a:pt x="781480" y="3237524"/>
                    <a:pt x="688438" y="3158895"/>
                    <a:pt x="607147" y="3071891"/>
                  </a:cubicBezTo>
                  <a:cubicBezTo>
                    <a:pt x="566307" y="3028454"/>
                    <a:pt x="529168" y="2982225"/>
                    <a:pt x="494236" y="2934892"/>
                  </a:cubicBezTo>
                  <a:cubicBezTo>
                    <a:pt x="459499" y="2887364"/>
                    <a:pt x="426451" y="2839122"/>
                    <a:pt x="395610" y="2789841"/>
                  </a:cubicBezTo>
                  <a:cubicBezTo>
                    <a:pt x="387689" y="2777635"/>
                    <a:pt x="380222" y="2765233"/>
                    <a:pt x="372560" y="2752897"/>
                  </a:cubicBezTo>
                  <a:lnTo>
                    <a:pt x="350549" y="2717056"/>
                  </a:lnTo>
                  <a:cubicBezTo>
                    <a:pt x="336460" y="2693877"/>
                    <a:pt x="321851" y="2670892"/>
                    <a:pt x="307112" y="2647583"/>
                  </a:cubicBezTo>
                  <a:lnTo>
                    <a:pt x="217121" y="2505649"/>
                  </a:lnTo>
                  <a:cubicBezTo>
                    <a:pt x="186929" y="2457277"/>
                    <a:pt x="157127" y="2407477"/>
                    <a:pt x="129273" y="2355599"/>
                  </a:cubicBezTo>
                  <a:cubicBezTo>
                    <a:pt x="115378" y="2329627"/>
                    <a:pt x="101938" y="2303202"/>
                    <a:pt x="89666" y="2276061"/>
                  </a:cubicBezTo>
                  <a:cubicBezTo>
                    <a:pt x="77460" y="2248856"/>
                    <a:pt x="66097" y="2221132"/>
                    <a:pt x="56033" y="2192823"/>
                  </a:cubicBezTo>
                  <a:cubicBezTo>
                    <a:pt x="46164" y="2164449"/>
                    <a:pt x="37399" y="2135686"/>
                    <a:pt x="30257" y="2106468"/>
                  </a:cubicBezTo>
                  <a:cubicBezTo>
                    <a:pt x="26880" y="2091859"/>
                    <a:pt x="23439" y="2077185"/>
                    <a:pt x="20647" y="2062446"/>
                  </a:cubicBezTo>
                  <a:lnTo>
                    <a:pt x="16427" y="2040371"/>
                  </a:lnTo>
                  <a:lnTo>
                    <a:pt x="12921" y="2018230"/>
                  </a:lnTo>
                  <a:cubicBezTo>
                    <a:pt x="3831" y="1959080"/>
                    <a:pt x="0" y="1899735"/>
                    <a:pt x="0" y="1840845"/>
                  </a:cubicBezTo>
                  <a:close/>
                  <a:moveTo>
                    <a:pt x="105769" y="1840845"/>
                  </a:moveTo>
                  <a:cubicBezTo>
                    <a:pt x="106353" y="1893697"/>
                    <a:pt x="111547" y="1946159"/>
                    <a:pt x="123819" y="1996804"/>
                  </a:cubicBezTo>
                  <a:cubicBezTo>
                    <a:pt x="135895" y="2047513"/>
                    <a:pt x="154660" y="2096015"/>
                    <a:pt x="177125" y="2142698"/>
                  </a:cubicBezTo>
                  <a:cubicBezTo>
                    <a:pt x="188488" y="2166008"/>
                    <a:pt x="201084" y="2188862"/>
                    <a:pt x="214329" y="2211393"/>
                  </a:cubicBezTo>
                  <a:cubicBezTo>
                    <a:pt x="227769" y="2233858"/>
                    <a:pt x="242119" y="2255999"/>
                    <a:pt x="257052" y="2277879"/>
                  </a:cubicBezTo>
                  <a:cubicBezTo>
                    <a:pt x="287309" y="2321511"/>
                    <a:pt x="320942" y="2363845"/>
                    <a:pt x="355744" y="2406373"/>
                  </a:cubicBezTo>
                  <a:cubicBezTo>
                    <a:pt x="390545" y="2448966"/>
                    <a:pt x="426905" y="2491559"/>
                    <a:pt x="462551" y="2535841"/>
                  </a:cubicBezTo>
                  <a:cubicBezTo>
                    <a:pt x="480406" y="2557916"/>
                    <a:pt x="498067" y="2580512"/>
                    <a:pt x="515663" y="2603431"/>
                  </a:cubicBezTo>
                  <a:lnTo>
                    <a:pt x="541180" y="2636610"/>
                  </a:lnTo>
                  <a:cubicBezTo>
                    <a:pt x="549555" y="2647193"/>
                    <a:pt x="557542" y="2658036"/>
                    <a:pt x="566177" y="2668360"/>
                  </a:cubicBezTo>
                  <a:cubicBezTo>
                    <a:pt x="633573" y="2752377"/>
                    <a:pt x="706683" y="2829707"/>
                    <a:pt x="780961" y="2903012"/>
                  </a:cubicBezTo>
                  <a:cubicBezTo>
                    <a:pt x="818295" y="2939502"/>
                    <a:pt x="856278" y="2974758"/>
                    <a:pt x="895170" y="3008586"/>
                  </a:cubicBezTo>
                  <a:cubicBezTo>
                    <a:pt x="934062" y="3042413"/>
                    <a:pt x="973669" y="3075137"/>
                    <a:pt x="1014769" y="3105913"/>
                  </a:cubicBezTo>
                  <a:cubicBezTo>
                    <a:pt x="1096644" y="3167596"/>
                    <a:pt x="1184946" y="3222720"/>
                    <a:pt x="1281950" y="3259859"/>
                  </a:cubicBezTo>
                  <a:cubicBezTo>
                    <a:pt x="1330321" y="3278429"/>
                    <a:pt x="1380446" y="3292648"/>
                    <a:pt x="1431415" y="3303361"/>
                  </a:cubicBezTo>
                  <a:cubicBezTo>
                    <a:pt x="1444206" y="3305893"/>
                    <a:pt x="1456867" y="3308815"/>
                    <a:pt x="1469723" y="3311023"/>
                  </a:cubicBezTo>
                  <a:lnTo>
                    <a:pt x="1508356" y="3317451"/>
                  </a:lnTo>
                  <a:cubicBezTo>
                    <a:pt x="1534262" y="3320892"/>
                    <a:pt x="1560169" y="3324528"/>
                    <a:pt x="1586335" y="3326671"/>
                  </a:cubicBezTo>
                  <a:cubicBezTo>
                    <a:pt x="1599385" y="3327904"/>
                    <a:pt x="1612436" y="3329073"/>
                    <a:pt x="1625552" y="3329657"/>
                  </a:cubicBezTo>
                  <a:cubicBezTo>
                    <a:pt x="1638667" y="3330307"/>
                    <a:pt x="1651718" y="3331346"/>
                    <a:pt x="1664898" y="3331735"/>
                  </a:cubicBezTo>
                  <a:lnTo>
                    <a:pt x="1704375" y="3332644"/>
                  </a:lnTo>
                  <a:cubicBezTo>
                    <a:pt x="1717491" y="3332969"/>
                    <a:pt x="1730736" y="3332514"/>
                    <a:pt x="1743916" y="3332449"/>
                  </a:cubicBezTo>
                  <a:lnTo>
                    <a:pt x="1763720" y="3332254"/>
                  </a:lnTo>
                  <a:cubicBezTo>
                    <a:pt x="1770148" y="3332060"/>
                    <a:pt x="1776446" y="3331670"/>
                    <a:pt x="1782809" y="3331411"/>
                  </a:cubicBezTo>
                  <a:cubicBezTo>
                    <a:pt x="1789172" y="3331086"/>
                    <a:pt x="1795535" y="3330891"/>
                    <a:pt x="1801833" y="3330437"/>
                  </a:cubicBezTo>
                  <a:lnTo>
                    <a:pt x="1820792" y="3328878"/>
                  </a:lnTo>
                  <a:cubicBezTo>
                    <a:pt x="1846049" y="3326866"/>
                    <a:pt x="1871112" y="3323489"/>
                    <a:pt x="1895979" y="3319594"/>
                  </a:cubicBezTo>
                  <a:cubicBezTo>
                    <a:pt x="1995515" y="3303101"/>
                    <a:pt x="2091219" y="3270832"/>
                    <a:pt x="2182379" y="3225577"/>
                  </a:cubicBezTo>
                  <a:cubicBezTo>
                    <a:pt x="2273864" y="3180841"/>
                    <a:pt x="2360933" y="3123574"/>
                    <a:pt x="2446963" y="3060723"/>
                  </a:cubicBezTo>
                  <a:cubicBezTo>
                    <a:pt x="2468454" y="3045075"/>
                    <a:pt x="2489816" y="3028778"/>
                    <a:pt x="2511112" y="3012287"/>
                  </a:cubicBezTo>
                  <a:cubicBezTo>
                    <a:pt x="2532539" y="2995860"/>
                    <a:pt x="2553900" y="2979173"/>
                    <a:pt x="2575262" y="2962227"/>
                  </a:cubicBezTo>
                  <a:lnTo>
                    <a:pt x="2705184" y="2858341"/>
                  </a:lnTo>
                  <a:cubicBezTo>
                    <a:pt x="2794331" y="2787634"/>
                    <a:pt x="2884322" y="2721796"/>
                    <a:pt x="2972235" y="2657257"/>
                  </a:cubicBezTo>
                  <a:cubicBezTo>
                    <a:pt x="3060084" y="2592718"/>
                    <a:pt x="3144620" y="2527530"/>
                    <a:pt x="3221041" y="2457277"/>
                  </a:cubicBezTo>
                  <a:cubicBezTo>
                    <a:pt x="3297462" y="2387154"/>
                    <a:pt x="3366481" y="2312421"/>
                    <a:pt x="3419983" y="2228079"/>
                  </a:cubicBezTo>
                  <a:cubicBezTo>
                    <a:pt x="3446733" y="2185941"/>
                    <a:pt x="3469588" y="2141529"/>
                    <a:pt x="3487768" y="2094846"/>
                  </a:cubicBezTo>
                  <a:cubicBezTo>
                    <a:pt x="3506078" y="2048227"/>
                    <a:pt x="3519258" y="1999401"/>
                    <a:pt x="3529062" y="1949276"/>
                  </a:cubicBezTo>
                  <a:cubicBezTo>
                    <a:pt x="3533932" y="1924213"/>
                    <a:pt x="3537828" y="1898697"/>
                    <a:pt x="3540490" y="1872920"/>
                  </a:cubicBezTo>
                  <a:cubicBezTo>
                    <a:pt x="3541269" y="1866492"/>
                    <a:pt x="3541789" y="1859999"/>
                    <a:pt x="3542373" y="1853571"/>
                  </a:cubicBezTo>
                  <a:cubicBezTo>
                    <a:pt x="3542892" y="1847078"/>
                    <a:pt x="3543542" y="1840715"/>
                    <a:pt x="3543801" y="1833833"/>
                  </a:cubicBezTo>
                  <a:lnTo>
                    <a:pt x="3545879" y="1793058"/>
                  </a:lnTo>
                  <a:cubicBezTo>
                    <a:pt x="3547762" y="1738648"/>
                    <a:pt x="3546593" y="1684173"/>
                    <a:pt x="3542308" y="1630022"/>
                  </a:cubicBezTo>
                  <a:cubicBezTo>
                    <a:pt x="3538153" y="1575807"/>
                    <a:pt x="3530166" y="1522046"/>
                    <a:pt x="3519388" y="1468999"/>
                  </a:cubicBezTo>
                  <a:cubicBezTo>
                    <a:pt x="3508480" y="1415953"/>
                    <a:pt x="3494845" y="1363620"/>
                    <a:pt x="3480496" y="1311872"/>
                  </a:cubicBezTo>
                  <a:cubicBezTo>
                    <a:pt x="3451862" y="1208311"/>
                    <a:pt x="3420242" y="1106114"/>
                    <a:pt x="3380051" y="1007033"/>
                  </a:cubicBezTo>
                  <a:cubicBezTo>
                    <a:pt x="3359924" y="957557"/>
                    <a:pt x="3337458" y="908990"/>
                    <a:pt x="3311617" y="862307"/>
                  </a:cubicBezTo>
                  <a:cubicBezTo>
                    <a:pt x="3305319" y="850555"/>
                    <a:pt x="3298371" y="839127"/>
                    <a:pt x="3291684" y="827635"/>
                  </a:cubicBezTo>
                  <a:cubicBezTo>
                    <a:pt x="3284801" y="816208"/>
                    <a:pt x="3277659" y="804975"/>
                    <a:pt x="3270712" y="793612"/>
                  </a:cubicBezTo>
                  <a:lnTo>
                    <a:pt x="3248506" y="760369"/>
                  </a:lnTo>
                  <a:lnTo>
                    <a:pt x="3225327" y="727840"/>
                  </a:lnTo>
                  <a:cubicBezTo>
                    <a:pt x="3161891" y="642329"/>
                    <a:pt x="3087418" y="565843"/>
                    <a:pt x="3005868" y="498837"/>
                  </a:cubicBezTo>
                  <a:cubicBezTo>
                    <a:pt x="2924513" y="431636"/>
                    <a:pt x="2836145" y="373200"/>
                    <a:pt x="2741674" y="326257"/>
                  </a:cubicBezTo>
                  <a:cubicBezTo>
                    <a:pt x="2647268" y="279183"/>
                    <a:pt x="2547343" y="243083"/>
                    <a:pt x="2444366" y="217891"/>
                  </a:cubicBezTo>
                  <a:cubicBezTo>
                    <a:pt x="2341389" y="192634"/>
                    <a:pt x="2235556" y="178090"/>
                    <a:pt x="2128878" y="172960"/>
                  </a:cubicBezTo>
                  <a:cubicBezTo>
                    <a:pt x="2022005" y="167571"/>
                    <a:pt x="1915263" y="171142"/>
                    <a:pt x="1809170" y="184388"/>
                  </a:cubicBezTo>
                  <a:cubicBezTo>
                    <a:pt x="1703141" y="197698"/>
                    <a:pt x="1598087" y="219968"/>
                    <a:pt x="1495370" y="250355"/>
                  </a:cubicBezTo>
                  <a:cubicBezTo>
                    <a:pt x="1392588" y="280612"/>
                    <a:pt x="1292338" y="319764"/>
                    <a:pt x="1195205" y="365149"/>
                  </a:cubicBezTo>
                  <a:cubicBezTo>
                    <a:pt x="1000354" y="454945"/>
                    <a:pt x="818425" y="574024"/>
                    <a:pt x="658830" y="717841"/>
                  </a:cubicBezTo>
                  <a:cubicBezTo>
                    <a:pt x="579293" y="789976"/>
                    <a:pt x="505599" y="868670"/>
                    <a:pt x="439566" y="953207"/>
                  </a:cubicBezTo>
                  <a:cubicBezTo>
                    <a:pt x="373404" y="1037614"/>
                    <a:pt x="315033" y="1128124"/>
                    <a:pt x="266207" y="1223504"/>
                  </a:cubicBezTo>
                  <a:cubicBezTo>
                    <a:pt x="217381" y="1318820"/>
                    <a:pt x="176736" y="1418615"/>
                    <a:pt x="148557" y="1522306"/>
                  </a:cubicBezTo>
                  <a:cubicBezTo>
                    <a:pt x="120378" y="1625737"/>
                    <a:pt x="105704" y="1733259"/>
                    <a:pt x="105769" y="1840845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6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E60A3343-3E63-4D54-9B58-ED345ED11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5681" y="505450"/>
              <a:ext cx="3895714" cy="3896752"/>
            </a:xfrm>
            <a:custGeom>
              <a:avLst/>
              <a:gdLst>
                <a:gd name="connsiteX0" fmla="*/ 3635675 w 3895714"/>
                <a:gd name="connsiteY0" fmla="*/ 975357 h 3896752"/>
                <a:gd name="connsiteX1" fmla="*/ 2951718 w 3895714"/>
                <a:gd name="connsiteY1" fmla="*/ 278738 h 3896752"/>
                <a:gd name="connsiteX2" fmla="*/ 2920942 w 3895714"/>
                <a:gd name="connsiteY2" fmla="*/ 258805 h 3896752"/>
                <a:gd name="connsiteX3" fmla="*/ 2584417 w 3895714"/>
                <a:gd name="connsiteY3" fmla="*/ 96808 h 3896752"/>
                <a:gd name="connsiteX4" fmla="*/ 2218609 w 3895714"/>
                <a:gd name="connsiteY4" fmla="*/ 12661 h 3896752"/>
                <a:gd name="connsiteX5" fmla="*/ 2009604 w 3895714"/>
                <a:gd name="connsiteY5" fmla="*/ 0 h 3896752"/>
                <a:gd name="connsiteX6" fmla="*/ 1963440 w 3895714"/>
                <a:gd name="connsiteY6" fmla="*/ 584 h 3896752"/>
                <a:gd name="connsiteX7" fmla="*/ 1957467 w 3895714"/>
                <a:gd name="connsiteY7" fmla="*/ 519 h 3896752"/>
                <a:gd name="connsiteX8" fmla="*/ 1947857 w 3895714"/>
                <a:gd name="connsiteY8" fmla="*/ 390 h 3896752"/>
                <a:gd name="connsiteX9" fmla="*/ 1189686 w 3895714"/>
                <a:gd name="connsiteY9" fmla="*/ 153491 h 3896752"/>
                <a:gd name="connsiteX10" fmla="*/ 570527 w 3895714"/>
                <a:gd name="connsiteY10" fmla="*/ 570917 h 3896752"/>
                <a:gd name="connsiteX11" fmla="*/ 153102 w 3895714"/>
                <a:gd name="connsiteY11" fmla="*/ 1190076 h 3896752"/>
                <a:gd name="connsiteX12" fmla="*/ 0 w 3895714"/>
                <a:gd name="connsiteY12" fmla="*/ 1948247 h 3896752"/>
                <a:gd name="connsiteX13" fmla="*/ 265558 w 3895714"/>
                <a:gd name="connsiteY13" fmla="*/ 2930616 h 3896752"/>
                <a:gd name="connsiteX14" fmla="*/ 962241 w 3895714"/>
                <a:gd name="connsiteY14" fmla="*/ 3628598 h 3896752"/>
                <a:gd name="connsiteX15" fmla="*/ 1094891 w 3895714"/>
                <a:gd name="connsiteY15" fmla="*/ 3712940 h 3896752"/>
                <a:gd name="connsiteX16" fmla="*/ 1271691 w 3895714"/>
                <a:gd name="connsiteY16" fmla="*/ 3794490 h 3896752"/>
                <a:gd name="connsiteX17" fmla="*/ 1457322 w 3895714"/>
                <a:gd name="connsiteY17" fmla="*/ 3850589 h 3896752"/>
                <a:gd name="connsiteX18" fmla="*/ 1646589 w 3895714"/>
                <a:gd name="connsiteY18" fmla="*/ 3882988 h 3896752"/>
                <a:gd name="connsiteX19" fmla="*/ 1729632 w 3895714"/>
                <a:gd name="connsiteY19" fmla="*/ 3891104 h 3896752"/>
                <a:gd name="connsiteX20" fmla="*/ 1741190 w 3895714"/>
                <a:gd name="connsiteY20" fmla="*/ 3892078 h 3896752"/>
                <a:gd name="connsiteX21" fmla="*/ 1741579 w 3895714"/>
                <a:gd name="connsiteY21" fmla="*/ 3892143 h 3896752"/>
                <a:gd name="connsiteX22" fmla="*/ 1741969 w 3895714"/>
                <a:gd name="connsiteY22" fmla="*/ 3892143 h 3896752"/>
                <a:gd name="connsiteX23" fmla="*/ 1754500 w 3895714"/>
                <a:gd name="connsiteY23" fmla="*/ 3892792 h 3896752"/>
                <a:gd name="connsiteX24" fmla="*/ 1836634 w 3895714"/>
                <a:gd name="connsiteY24" fmla="*/ 3896104 h 3896752"/>
                <a:gd name="connsiteX25" fmla="*/ 1845075 w 3895714"/>
                <a:gd name="connsiteY25" fmla="*/ 3896299 h 3896752"/>
                <a:gd name="connsiteX26" fmla="*/ 1874747 w 3895714"/>
                <a:gd name="connsiteY26" fmla="*/ 3896753 h 3896752"/>
                <a:gd name="connsiteX27" fmla="*/ 1884617 w 3895714"/>
                <a:gd name="connsiteY27" fmla="*/ 3896688 h 3896752"/>
                <a:gd name="connsiteX28" fmla="*/ 1908381 w 3895714"/>
                <a:gd name="connsiteY28" fmla="*/ 3896558 h 3896752"/>
                <a:gd name="connsiteX29" fmla="*/ 1908770 w 3895714"/>
                <a:gd name="connsiteY29" fmla="*/ 3896558 h 3896752"/>
                <a:gd name="connsiteX30" fmla="*/ 1909160 w 3895714"/>
                <a:gd name="connsiteY30" fmla="*/ 3896558 h 3896752"/>
                <a:gd name="connsiteX31" fmla="*/ 1925327 w 3895714"/>
                <a:gd name="connsiteY31" fmla="*/ 3895974 h 3896752"/>
                <a:gd name="connsiteX32" fmla="*/ 1932729 w 3895714"/>
                <a:gd name="connsiteY32" fmla="*/ 3896104 h 3896752"/>
                <a:gd name="connsiteX33" fmla="*/ 1947857 w 3895714"/>
                <a:gd name="connsiteY33" fmla="*/ 3896299 h 3896752"/>
                <a:gd name="connsiteX34" fmla="*/ 2706028 w 3895714"/>
                <a:gd name="connsiteY34" fmla="*/ 3743197 h 3896752"/>
                <a:gd name="connsiteX35" fmla="*/ 3325187 w 3895714"/>
                <a:gd name="connsiteY35" fmla="*/ 3325771 h 3896752"/>
                <a:gd name="connsiteX36" fmla="*/ 3742612 w 3895714"/>
                <a:gd name="connsiteY36" fmla="*/ 2706612 h 3896752"/>
                <a:gd name="connsiteX37" fmla="*/ 3895714 w 3895714"/>
                <a:gd name="connsiteY37" fmla="*/ 1948247 h 3896752"/>
                <a:gd name="connsiteX38" fmla="*/ 3635675 w 3895714"/>
                <a:gd name="connsiteY38" fmla="*/ 975357 h 3896752"/>
                <a:gd name="connsiteX39" fmla="*/ 2988922 w 3895714"/>
                <a:gd name="connsiteY39" fmla="*/ 3083068 h 3896752"/>
                <a:gd name="connsiteX40" fmla="*/ 2871271 w 3895714"/>
                <a:gd name="connsiteY40" fmla="*/ 3175202 h 3896752"/>
                <a:gd name="connsiteX41" fmla="*/ 2801473 w 3895714"/>
                <a:gd name="connsiteY41" fmla="*/ 3231040 h 3896752"/>
                <a:gd name="connsiteX42" fmla="*/ 2733038 w 3895714"/>
                <a:gd name="connsiteY42" fmla="*/ 3284412 h 3896752"/>
                <a:gd name="connsiteX43" fmla="*/ 2594416 w 3895714"/>
                <a:gd name="connsiteY43" fmla="*/ 3385116 h 3896752"/>
                <a:gd name="connsiteX44" fmla="*/ 2452612 w 3895714"/>
                <a:gd name="connsiteY44" fmla="*/ 3473678 h 3896752"/>
                <a:gd name="connsiteX45" fmla="*/ 2306458 w 3895714"/>
                <a:gd name="connsiteY45" fmla="*/ 3546139 h 3896752"/>
                <a:gd name="connsiteX46" fmla="*/ 1998696 w 3895714"/>
                <a:gd name="connsiteY46" fmla="*/ 3629312 h 3896752"/>
                <a:gd name="connsiteX47" fmla="*/ 1919094 w 3895714"/>
                <a:gd name="connsiteY47" fmla="*/ 3636259 h 3896752"/>
                <a:gd name="connsiteX48" fmla="*/ 1898771 w 3895714"/>
                <a:gd name="connsiteY48" fmla="*/ 3637299 h 3896752"/>
                <a:gd name="connsiteX49" fmla="*/ 1878578 w 3895714"/>
                <a:gd name="connsiteY49" fmla="*/ 3637818 h 3896752"/>
                <a:gd name="connsiteX50" fmla="*/ 1878383 w 3895714"/>
                <a:gd name="connsiteY50" fmla="*/ 3637818 h 3896752"/>
                <a:gd name="connsiteX51" fmla="*/ 1878189 w 3895714"/>
                <a:gd name="connsiteY51" fmla="*/ 3637818 h 3896752"/>
                <a:gd name="connsiteX52" fmla="*/ 1856697 w 3895714"/>
                <a:gd name="connsiteY52" fmla="*/ 3638143 h 3896752"/>
                <a:gd name="connsiteX53" fmla="*/ 1845660 w 3895714"/>
                <a:gd name="connsiteY53" fmla="*/ 3638078 h 3896752"/>
                <a:gd name="connsiteX54" fmla="*/ 1837284 w 3895714"/>
                <a:gd name="connsiteY54" fmla="*/ 3638078 h 3896752"/>
                <a:gd name="connsiteX55" fmla="*/ 1670482 w 3895714"/>
                <a:gd name="connsiteY55" fmla="*/ 3630806 h 3896752"/>
                <a:gd name="connsiteX56" fmla="*/ 1589906 w 3895714"/>
                <a:gd name="connsiteY56" fmla="*/ 3621651 h 3896752"/>
                <a:gd name="connsiteX57" fmla="*/ 1509654 w 3895714"/>
                <a:gd name="connsiteY57" fmla="*/ 3608146 h 3896752"/>
                <a:gd name="connsiteX58" fmla="*/ 1351488 w 3895714"/>
                <a:gd name="connsiteY58" fmla="*/ 3567176 h 3896752"/>
                <a:gd name="connsiteX59" fmla="*/ 1200010 w 3895714"/>
                <a:gd name="connsiteY59" fmla="*/ 3507961 h 3896752"/>
                <a:gd name="connsiteX60" fmla="*/ 1199880 w 3895714"/>
                <a:gd name="connsiteY60" fmla="*/ 3507896 h 3896752"/>
                <a:gd name="connsiteX61" fmla="*/ 1199750 w 3895714"/>
                <a:gd name="connsiteY61" fmla="*/ 3507831 h 3896752"/>
                <a:gd name="connsiteX62" fmla="*/ 1056258 w 3895714"/>
                <a:gd name="connsiteY62" fmla="*/ 3429462 h 3896752"/>
                <a:gd name="connsiteX63" fmla="*/ 795700 w 3895714"/>
                <a:gd name="connsiteY63" fmla="*/ 3220197 h 3896752"/>
                <a:gd name="connsiteX64" fmla="*/ 679218 w 3895714"/>
                <a:gd name="connsiteY64" fmla="*/ 3094366 h 3896752"/>
                <a:gd name="connsiteX65" fmla="*/ 628444 w 3895714"/>
                <a:gd name="connsiteY65" fmla="*/ 3032814 h 3896752"/>
                <a:gd name="connsiteX66" fmla="*/ 624158 w 3895714"/>
                <a:gd name="connsiteY66" fmla="*/ 3027489 h 3896752"/>
                <a:gd name="connsiteX67" fmla="*/ 615653 w 3895714"/>
                <a:gd name="connsiteY67" fmla="*/ 3016516 h 3896752"/>
                <a:gd name="connsiteX68" fmla="*/ 571566 w 3895714"/>
                <a:gd name="connsiteY68" fmla="*/ 2958405 h 3896752"/>
                <a:gd name="connsiteX69" fmla="*/ 571436 w 3895714"/>
                <a:gd name="connsiteY69" fmla="*/ 2958275 h 3896752"/>
                <a:gd name="connsiteX70" fmla="*/ 571306 w 3895714"/>
                <a:gd name="connsiteY70" fmla="*/ 2958146 h 3896752"/>
                <a:gd name="connsiteX71" fmla="*/ 546114 w 3895714"/>
                <a:gd name="connsiteY71" fmla="*/ 2923863 h 3896752"/>
                <a:gd name="connsiteX72" fmla="*/ 518000 w 3895714"/>
                <a:gd name="connsiteY72" fmla="*/ 2885685 h 3896752"/>
                <a:gd name="connsiteX73" fmla="*/ 463006 w 3895714"/>
                <a:gd name="connsiteY73" fmla="*/ 2813809 h 3896752"/>
                <a:gd name="connsiteX74" fmla="*/ 419503 w 3895714"/>
                <a:gd name="connsiteY74" fmla="*/ 2758036 h 3896752"/>
                <a:gd name="connsiteX75" fmla="*/ 353731 w 3895714"/>
                <a:gd name="connsiteY75" fmla="*/ 2672979 h 3896752"/>
                <a:gd name="connsiteX76" fmla="*/ 301593 w 3895714"/>
                <a:gd name="connsiteY76" fmla="*/ 2602207 h 3896752"/>
                <a:gd name="connsiteX77" fmla="*/ 253351 w 3895714"/>
                <a:gd name="connsiteY77" fmla="*/ 2530072 h 3896752"/>
                <a:gd name="connsiteX78" fmla="*/ 209849 w 3895714"/>
                <a:gd name="connsiteY78" fmla="*/ 2455728 h 3896752"/>
                <a:gd name="connsiteX79" fmla="*/ 209719 w 3895714"/>
                <a:gd name="connsiteY79" fmla="*/ 2455469 h 3896752"/>
                <a:gd name="connsiteX80" fmla="*/ 209589 w 3895714"/>
                <a:gd name="connsiteY80" fmla="*/ 2455209 h 3896752"/>
                <a:gd name="connsiteX81" fmla="*/ 194916 w 3895714"/>
                <a:gd name="connsiteY81" fmla="*/ 2426770 h 3896752"/>
                <a:gd name="connsiteX82" fmla="*/ 190241 w 3895714"/>
                <a:gd name="connsiteY82" fmla="*/ 2417356 h 3896752"/>
                <a:gd name="connsiteX83" fmla="*/ 185111 w 3895714"/>
                <a:gd name="connsiteY83" fmla="*/ 2406188 h 3896752"/>
                <a:gd name="connsiteX84" fmla="*/ 172840 w 3895714"/>
                <a:gd name="connsiteY84" fmla="*/ 2378658 h 3896752"/>
                <a:gd name="connsiteX85" fmla="*/ 172710 w 3895714"/>
                <a:gd name="connsiteY85" fmla="*/ 2378398 h 3896752"/>
                <a:gd name="connsiteX86" fmla="*/ 172580 w 3895714"/>
                <a:gd name="connsiteY86" fmla="*/ 2378139 h 3896752"/>
                <a:gd name="connsiteX87" fmla="*/ 121871 w 3895714"/>
                <a:gd name="connsiteY87" fmla="*/ 2215298 h 3896752"/>
                <a:gd name="connsiteX88" fmla="*/ 105249 w 3895714"/>
                <a:gd name="connsiteY88" fmla="*/ 2044925 h 3896752"/>
                <a:gd name="connsiteX89" fmla="*/ 145245 w 3895714"/>
                <a:gd name="connsiteY89" fmla="*/ 1699376 h 3896752"/>
                <a:gd name="connsiteX90" fmla="*/ 194656 w 3895714"/>
                <a:gd name="connsiteY90" fmla="*/ 1532639 h 3896752"/>
                <a:gd name="connsiteX91" fmla="*/ 194786 w 3895714"/>
                <a:gd name="connsiteY91" fmla="*/ 1532379 h 3896752"/>
                <a:gd name="connsiteX92" fmla="*/ 194851 w 3895714"/>
                <a:gd name="connsiteY92" fmla="*/ 1532119 h 3896752"/>
                <a:gd name="connsiteX93" fmla="*/ 204330 w 3895714"/>
                <a:gd name="connsiteY93" fmla="*/ 1506473 h 3896752"/>
                <a:gd name="connsiteX94" fmla="*/ 210044 w 3895714"/>
                <a:gd name="connsiteY94" fmla="*/ 1491474 h 3896752"/>
                <a:gd name="connsiteX95" fmla="*/ 224848 w 3895714"/>
                <a:gd name="connsiteY95" fmla="*/ 1454530 h 3896752"/>
                <a:gd name="connsiteX96" fmla="*/ 226146 w 3895714"/>
                <a:gd name="connsiteY96" fmla="*/ 1451413 h 3896752"/>
                <a:gd name="connsiteX97" fmla="*/ 234587 w 3895714"/>
                <a:gd name="connsiteY97" fmla="*/ 1431545 h 3896752"/>
                <a:gd name="connsiteX98" fmla="*/ 243547 w 3895714"/>
                <a:gd name="connsiteY98" fmla="*/ 1411742 h 3896752"/>
                <a:gd name="connsiteX99" fmla="*/ 261792 w 3895714"/>
                <a:gd name="connsiteY99" fmla="*/ 1372655 h 3896752"/>
                <a:gd name="connsiteX100" fmla="*/ 261857 w 3895714"/>
                <a:gd name="connsiteY100" fmla="*/ 1372460 h 3896752"/>
                <a:gd name="connsiteX101" fmla="*/ 261922 w 3895714"/>
                <a:gd name="connsiteY101" fmla="*/ 1372265 h 3896752"/>
                <a:gd name="connsiteX102" fmla="*/ 345095 w 3895714"/>
                <a:gd name="connsiteY102" fmla="*/ 1220138 h 3896752"/>
                <a:gd name="connsiteX103" fmla="*/ 442813 w 3895714"/>
                <a:gd name="connsiteY103" fmla="*/ 1077619 h 3896752"/>
                <a:gd name="connsiteX104" fmla="*/ 672400 w 3895714"/>
                <a:gd name="connsiteY104" fmla="*/ 821476 h 3896752"/>
                <a:gd name="connsiteX105" fmla="*/ 801283 w 3895714"/>
                <a:gd name="connsiteY105" fmla="*/ 708371 h 3896752"/>
                <a:gd name="connsiteX106" fmla="*/ 834397 w 3895714"/>
                <a:gd name="connsiteY106" fmla="*/ 681945 h 3896752"/>
                <a:gd name="connsiteX107" fmla="*/ 840111 w 3895714"/>
                <a:gd name="connsiteY107" fmla="*/ 677465 h 3896752"/>
                <a:gd name="connsiteX108" fmla="*/ 868355 w 3895714"/>
                <a:gd name="connsiteY108" fmla="*/ 655843 h 3896752"/>
                <a:gd name="connsiteX109" fmla="*/ 868485 w 3895714"/>
                <a:gd name="connsiteY109" fmla="*/ 655714 h 3896752"/>
                <a:gd name="connsiteX110" fmla="*/ 868614 w 3895714"/>
                <a:gd name="connsiteY110" fmla="*/ 655584 h 3896752"/>
                <a:gd name="connsiteX111" fmla="*/ 937439 w 3895714"/>
                <a:gd name="connsiteY111" fmla="*/ 605264 h 3896752"/>
                <a:gd name="connsiteX112" fmla="*/ 1228578 w 3895714"/>
                <a:gd name="connsiteY112" fmla="*/ 430476 h 3896752"/>
                <a:gd name="connsiteX113" fmla="*/ 1382070 w 3895714"/>
                <a:gd name="connsiteY113" fmla="*/ 359315 h 3896752"/>
                <a:gd name="connsiteX114" fmla="*/ 1540171 w 3895714"/>
                <a:gd name="connsiteY114" fmla="*/ 300489 h 3896752"/>
                <a:gd name="connsiteX115" fmla="*/ 1702167 w 3895714"/>
                <a:gd name="connsiteY115" fmla="*/ 254390 h 3896752"/>
                <a:gd name="connsiteX116" fmla="*/ 1867151 w 3895714"/>
                <a:gd name="connsiteY116" fmla="*/ 222186 h 3896752"/>
                <a:gd name="connsiteX117" fmla="*/ 2129917 w 3895714"/>
                <a:gd name="connsiteY117" fmla="*/ 202642 h 3896752"/>
                <a:gd name="connsiteX118" fmla="*/ 2202767 w 3895714"/>
                <a:gd name="connsiteY118" fmla="*/ 204200 h 3896752"/>
                <a:gd name="connsiteX119" fmla="*/ 2369633 w 3895714"/>
                <a:gd name="connsiteY119" fmla="*/ 218744 h 3896752"/>
                <a:gd name="connsiteX120" fmla="*/ 2535071 w 3895714"/>
                <a:gd name="connsiteY120" fmla="*/ 251144 h 3896752"/>
                <a:gd name="connsiteX121" fmla="*/ 2851014 w 3895714"/>
                <a:gd name="connsiteY121" fmla="*/ 373534 h 3896752"/>
                <a:gd name="connsiteX122" fmla="*/ 2995869 w 3895714"/>
                <a:gd name="connsiteY122" fmla="*/ 463980 h 3896752"/>
                <a:gd name="connsiteX123" fmla="*/ 3128323 w 3895714"/>
                <a:gd name="connsiteY123" fmla="*/ 572475 h 3896752"/>
                <a:gd name="connsiteX124" fmla="*/ 3350899 w 3895714"/>
                <a:gd name="connsiteY124" fmla="*/ 834397 h 3896752"/>
                <a:gd name="connsiteX125" fmla="*/ 3439721 w 3895714"/>
                <a:gd name="connsiteY125" fmla="*/ 982759 h 3896752"/>
                <a:gd name="connsiteX126" fmla="*/ 3478678 w 3895714"/>
                <a:gd name="connsiteY126" fmla="*/ 1060284 h 3896752"/>
                <a:gd name="connsiteX127" fmla="*/ 3513674 w 3895714"/>
                <a:gd name="connsiteY127" fmla="*/ 1139496 h 3896752"/>
                <a:gd name="connsiteX128" fmla="*/ 3618599 w 3895714"/>
                <a:gd name="connsiteY128" fmla="*/ 1469918 h 3896752"/>
                <a:gd name="connsiteX129" fmla="*/ 3670801 w 3895714"/>
                <a:gd name="connsiteY129" fmla="*/ 1812936 h 3896752"/>
                <a:gd name="connsiteX130" fmla="*/ 3679372 w 3895714"/>
                <a:gd name="connsiteY130" fmla="*/ 1986165 h 3896752"/>
                <a:gd name="connsiteX131" fmla="*/ 3679762 w 3895714"/>
                <a:gd name="connsiteY131" fmla="*/ 2017266 h 3896752"/>
                <a:gd name="connsiteX132" fmla="*/ 3679827 w 3895714"/>
                <a:gd name="connsiteY132" fmla="*/ 2029667 h 3896752"/>
                <a:gd name="connsiteX133" fmla="*/ 3679632 w 3895714"/>
                <a:gd name="connsiteY133" fmla="*/ 2068884 h 3896752"/>
                <a:gd name="connsiteX134" fmla="*/ 3679567 w 3895714"/>
                <a:gd name="connsiteY134" fmla="*/ 2072065 h 3896752"/>
                <a:gd name="connsiteX135" fmla="*/ 3674697 w 3895714"/>
                <a:gd name="connsiteY135" fmla="*/ 2154200 h 3896752"/>
                <a:gd name="connsiteX136" fmla="*/ 3588667 w 3895714"/>
                <a:gd name="connsiteY136" fmla="*/ 2462286 h 3896752"/>
                <a:gd name="connsiteX137" fmla="*/ 3506338 w 3895714"/>
                <a:gd name="connsiteY137" fmla="*/ 2599870 h 3896752"/>
                <a:gd name="connsiteX138" fmla="*/ 3402257 w 3895714"/>
                <a:gd name="connsiteY138" fmla="*/ 2726221 h 3896752"/>
                <a:gd name="connsiteX139" fmla="*/ 3150594 w 3895714"/>
                <a:gd name="connsiteY139" fmla="*/ 2955289 h 3896752"/>
                <a:gd name="connsiteX140" fmla="*/ 2988922 w 3895714"/>
                <a:gd name="connsiteY140" fmla="*/ 3083068 h 3896752"/>
                <a:gd name="connsiteX141" fmla="*/ 2150759 w 3895714"/>
                <a:gd name="connsiteY141" fmla="*/ 176930 h 3896752"/>
                <a:gd name="connsiteX142" fmla="*/ 2163745 w 3895714"/>
                <a:gd name="connsiteY142" fmla="*/ 177060 h 3896752"/>
                <a:gd name="connsiteX143" fmla="*/ 2150759 w 3895714"/>
                <a:gd name="connsiteY143" fmla="*/ 176930 h 3896752"/>
                <a:gd name="connsiteX144" fmla="*/ 2123164 w 3895714"/>
                <a:gd name="connsiteY144" fmla="*/ 176800 h 3896752"/>
                <a:gd name="connsiteX145" fmla="*/ 2110373 w 3895714"/>
                <a:gd name="connsiteY145" fmla="*/ 176930 h 3896752"/>
                <a:gd name="connsiteX146" fmla="*/ 2123164 w 3895714"/>
                <a:gd name="connsiteY146" fmla="*/ 176800 h 3896752"/>
                <a:gd name="connsiteX147" fmla="*/ 2128034 w 3895714"/>
                <a:gd name="connsiteY147" fmla="*/ 30127 h 3896752"/>
                <a:gd name="connsiteX148" fmla="*/ 2147253 w 3895714"/>
                <a:gd name="connsiteY148" fmla="*/ 31555 h 3896752"/>
                <a:gd name="connsiteX149" fmla="*/ 2128034 w 3895714"/>
                <a:gd name="connsiteY149" fmla="*/ 30127 h 3896752"/>
                <a:gd name="connsiteX150" fmla="*/ 1901823 w 3895714"/>
                <a:gd name="connsiteY150" fmla="*/ 191344 h 3896752"/>
                <a:gd name="connsiteX151" fmla="*/ 1913640 w 3895714"/>
                <a:gd name="connsiteY151" fmla="*/ 189916 h 3896752"/>
                <a:gd name="connsiteX152" fmla="*/ 1901823 w 3895714"/>
                <a:gd name="connsiteY152" fmla="*/ 191344 h 3896752"/>
                <a:gd name="connsiteX153" fmla="*/ 1940975 w 3895714"/>
                <a:gd name="connsiteY153" fmla="*/ 186799 h 3896752"/>
                <a:gd name="connsiteX154" fmla="*/ 1953960 w 3895714"/>
                <a:gd name="connsiteY154" fmla="*/ 185436 h 3896752"/>
                <a:gd name="connsiteX155" fmla="*/ 1940975 w 3895714"/>
                <a:gd name="connsiteY155" fmla="*/ 186799 h 3896752"/>
                <a:gd name="connsiteX156" fmla="*/ 1982594 w 3895714"/>
                <a:gd name="connsiteY156" fmla="*/ 182904 h 3896752"/>
                <a:gd name="connsiteX157" fmla="*/ 1992918 w 3895714"/>
                <a:gd name="connsiteY157" fmla="*/ 182060 h 3896752"/>
                <a:gd name="connsiteX158" fmla="*/ 1982594 w 3895714"/>
                <a:gd name="connsiteY158" fmla="*/ 182904 h 3896752"/>
                <a:gd name="connsiteX159" fmla="*/ 2031485 w 3895714"/>
                <a:gd name="connsiteY159" fmla="*/ 179463 h 3896752"/>
                <a:gd name="connsiteX160" fmla="*/ 2039276 w 3895714"/>
                <a:gd name="connsiteY160" fmla="*/ 179073 h 3896752"/>
                <a:gd name="connsiteX161" fmla="*/ 2031485 w 3895714"/>
                <a:gd name="connsiteY161" fmla="*/ 179463 h 3896752"/>
                <a:gd name="connsiteX162" fmla="*/ 2070377 w 3895714"/>
                <a:gd name="connsiteY162" fmla="*/ 177774 h 3896752"/>
                <a:gd name="connsiteX163" fmla="*/ 2083233 w 3895714"/>
                <a:gd name="connsiteY163" fmla="*/ 177385 h 3896752"/>
                <a:gd name="connsiteX164" fmla="*/ 2070377 w 3895714"/>
                <a:gd name="connsiteY164" fmla="*/ 177774 h 3896752"/>
                <a:gd name="connsiteX165" fmla="*/ 1879228 w 3895714"/>
                <a:gd name="connsiteY165" fmla="*/ 3663854 h 3896752"/>
                <a:gd name="connsiteX166" fmla="*/ 1857022 w 3895714"/>
                <a:gd name="connsiteY166" fmla="*/ 3664179 h 3896752"/>
                <a:gd name="connsiteX167" fmla="*/ 1879228 w 3895714"/>
                <a:gd name="connsiteY167" fmla="*/ 3663854 h 3896752"/>
                <a:gd name="connsiteX168" fmla="*/ 2186729 w 3895714"/>
                <a:gd name="connsiteY168" fmla="*/ 35191 h 3896752"/>
                <a:gd name="connsiteX169" fmla="*/ 2215428 w 3895714"/>
                <a:gd name="connsiteY169" fmla="*/ 38438 h 3896752"/>
                <a:gd name="connsiteX170" fmla="*/ 2186729 w 3895714"/>
                <a:gd name="connsiteY170" fmla="*/ 35191 h 3896752"/>
                <a:gd name="connsiteX171" fmla="*/ 2157706 w 3895714"/>
                <a:gd name="connsiteY171" fmla="*/ 32399 h 3896752"/>
                <a:gd name="connsiteX172" fmla="*/ 2177574 w 3895714"/>
                <a:gd name="connsiteY172" fmla="*/ 34282 h 3896752"/>
                <a:gd name="connsiteX173" fmla="*/ 2157706 w 3895714"/>
                <a:gd name="connsiteY173" fmla="*/ 32399 h 3896752"/>
                <a:gd name="connsiteX174" fmla="*/ 2009604 w 3895714"/>
                <a:gd name="connsiteY174" fmla="*/ 25971 h 3896752"/>
                <a:gd name="connsiteX175" fmla="*/ 2020382 w 3895714"/>
                <a:gd name="connsiteY175" fmla="*/ 26036 h 3896752"/>
                <a:gd name="connsiteX176" fmla="*/ 2004540 w 3895714"/>
                <a:gd name="connsiteY176" fmla="*/ 26036 h 3896752"/>
                <a:gd name="connsiteX177" fmla="*/ 2009604 w 3895714"/>
                <a:gd name="connsiteY177" fmla="*/ 25971 h 3896752"/>
                <a:gd name="connsiteX178" fmla="*/ 2117840 w 3895714"/>
                <a:gd name="connsiteY178" fmla="*/ 29413 h 3896752"/>
                <a:gd name="connsiteX179" fmla="*/ 2096024 w 3895714"/>
                <a:gd name="connsiteY179" fmla="*/ 28179 h 3896752"/>
                <a:gd name="connsiteX180" fmla="*/ 2117840 w 3895714"/>
                <a:gd name="connsiteY180" fmla="*/ 29413 h 3896752"/>
                <a:gd name="connsiteX181" fmla="*/ 2088752 w 3895714"/>
                <a:gd name="connsiteY181" fmla="*/ 27789 h 3896752"/>
                <a:gd name="connsiteX182" fmla="*/ 2059794 w 3895714"/>
                <a:gd name="connsiteY182" fmla="*/ 26686 h 3896752"/>
                <a:gd name="connsiteX183" fmla="*/ 2088752 w 3895714"/>
                <a:gd name="connsiteY183" fmla="*/ 27789 h 3896752"/>
                <a:gd name="connsiteX184" fmla="*/ 2052717 w 3895714"/>
                <a:gd name="connsiteY184" fmla="*/ 26556 h 3896752"/>
                <a:gd name="connsiteX185" fmla="*/ 2030641 w 3895714"/>
                <a:gd name="connsiteY185" fmla="*/ 26101 h 3896752"/>
                <a:gd name="connsiteX186" fmla="*/ 2052717 w 3895714"/>
                <a:gd name="connsiteY186" fmla="*/ 26556 h 3896752"/>
                <a:gd name="connsiteX187" fmla="*/ 1836959 w 3895714"/>
                <a:gd name="connsiteY187" fmla="*/ 3870067 h 3896752"/>
                <a:gd name="connsiteX188" fmla="*/ 1857022 w 3895714"/>
                <a:gd name="connsiteY188" fmla="*/ 3870522 h 3896752"/>
                <a:gd name="connsiteX189" fmla="*/ 1836959 w 3895714"/>
                <a:gd name="connsiteY189" fmla="*/ 3870067 h 3896752"/>
                <a:gd name="connsiteX190" fmla="*/ 1874747 w 3895714"/>
                <a:gd name="connsiteY190" fmla="*/ 3870717 h 3896752"/>
                <a:gd name="connsiteX191" fmla="*/ 1863969 w 3895714"/>
                <a:gd name="connsiteY191" fmla="*/ 3870587 h 3896752"/>
                <a:gd name="connsiteX192" fmla="*/ 1884227 w 3895714"/>
                <a:gd name="connsiteY192" fmla="*/ 3870652 h 3896752"/>
                <a:gd name="connsiteX193" fmla="*/ 1874747 w 3895714"/>
                <a:gd name="connsiteY193" fmla="*/ 3870717 h 3896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3895714" h="3896752">
                  <a:moveTo>
                    <a:pt x="3635675" y="975357"/>
                  </a:moveTo>
                  <a:cubicBezTo>
                    <a:pt x="3470757" y="689866"/>
                    <a:pt x="3234222" y="448981"/>
                    <a:pt x="2951718" y="278738"/>
                  </a:cubicBezTo>
                  <a:cubicBezTo>
                    <a:pt x="2942498" y="272635"/>
                    <a:pt x="2931785" y="265558"/>
                    <a:pt x="2920942" y="258805"/>
                  </a:cubicBezTo>
                  <a:cubicBezTo>
                    <a:pt x="2814524" y="192059"/>
                    <a:pt x="2701353" y="137519"/>
                    <a:pt x="2584417" y="96808"/>
                  </a:cubicBezTo>
                  <a:cubicBezTo>
                    <a:pt x="2469623" y="56683"/>
                    <a:pt x="2346583" y="28374"/>
                    <a:pt x="2218609" y="12661"/>
                  </a:cubicBezTo>
                  <a:cubicBezTo>
                    <a:pt x="2149785" y="4220"/>
                    <a:pt x="2079467" y="0"/>
                    <a:pt x="2009604" y="0"/>
                  </a:cubicBezTo>
                  <a:cubicBezTo>
                    <a:pt x="1994281" y="0"/>
                    <a:pt x="1978763" y="195"/>
                    <a:pt x="1963440" y="584"/>
                  </a:cubicBezTo>
                  <a:cubicBezTo>
                    <a:pt x="1961427" y="584"/>
                    <a:pt x="1959414" y="519"/>
                    <a:pt x="1957467" y="519"/>
                  </a:cubicBezTo>
                  <a:cubicBezTo>
                    <a:pt x="1954285" y="454"/>
                    <a:pt x="1951038" y="390"/>
                    <a:pt x="1947857" y="390"/>
                  </a:cubicBezTo>
                  <a:cubicBezTo>
                    <a:pt x="1684896" y="390"/>
                    <a:pt x="1429792" y="51878"/>
                    <a:pt x="1189686" y="153491"/>
                  </a:cubicBezTo>
                  <a:cubicBezTo>
                    <a:pt x="957761" y="251598"/>
                    <a:pt x="749406" y="392039"/>
                    <a:pt x="570527" y="570917"/>
                  </a:cubicBezTo>
                  <a:cubicBezTo>
                    <a:pt x="391649" y="749795"/>
                    <a:pt x="251209" y="958086"/>
                    <a:pt x="153102" y="1190076"/>
                  </a:cubicBezTo>
                  <a:cubicBezTo>
                    <a:pt x="51488" y="1430247"/>
                    <a:pt x="0" y="1685351"/>
                    <a:pt x="0" y="1948247"/>
                  </a:cubicBezTo>
                  <a:cubicBezTo>
                    <a:pt x="0" y="2294121"/>
                    <a:pt x="91809" y="2633763"/>
                    <a:pt x="265558" y="2930616"/>
                  </a:cubicBezTo>
                  <a:cubicBezTo>
                    <a:pt x="433918" y="3218314"/>
                    <a:pt x="674868" y="3459654"/>
                    <a:pt x="962241" y="3628598"/>
                  </a:cubicBezTo>
                  <a:cubicBezTo>
                    <a:pt x="1004445" y="3658984"/>
                    <a:pt x="1049116" y="3687358"/>
                    <a:pt x="1094891" y="3712940"/>
                  </a:cubicBezTo>
                  <a:cubicBezTo>
                    <a:pt x="1152937" y="3744690"/>
                    <a:pt x="1212411" y="3772090"/>
                    <a:pt x="1271691" y="3794490"/>
                  </a:cubicBezTo>
                  <a:cubicBezTo>
                    <a:pt x="1331555" y="3817086"/>
                    <a:pt x="1394016" y="3835980"/>
                    <a:pt x="1457322" y="3850589"/>
                  </a:cubicBezTo>
                  <a:cubicBezTo>
                    <a:pt x="1516602" y="3864289"/>
                    <a:pt x="1578543" y="3874872"/>
                    <a:pt x="1646589" y="3882988"/>
                  </a:cubicBezTo>
                  <a:cubicBezTo>
                    <a:pt x="1674313" y="3886494"/>
                    <a:pt x="1702427" y="3888832"/>
                    <a:pt x="1729632" y="3891104"/>
                  </a:cubicBezTo>
                  <a:lnTo>
                    <a:pt x="1741190" y="3892078"/>
                  </a:lnTo>
                  <a:lnTo>
                    <a:pt x="1741579" y="3892143"/>
                  </a:lnTo>
                  <a:lnTo>
                    <a:pt x="1741969" y="3892143"/>
                  </a:lnTo>
                  <a:lnTo>
                    <a:pt x="1754500" y="3892792"/>
                  </a:lnTo>
                  <a:cubicBezTo>
                    <a:pt x="1781380" y="3894221"/>
                    <a:pt x="1809105" y="3895779"/>
                    <a:pt x="1836634" y="3896104"/>
                  </a:cubicBezTo>
                  <a:lnTo>
                    <a:pt x="1845075" y="3896299"/>
                  </a:lnTo>
                  <a:cubicBezTo>
                    <a:pt x="1854685" y="3896558"/>
                    <a:pt x="1864619" y="3896753"/>
                    <a:pt x="1874747" y="3896753"/>
                  </a:cubicBezTo>
                  <a:cubicBezTo>
                    <a:pt x="1877994" y="3896753"/>
                    <a:pt x="1881305" y="3896753"/>
                    <a:pt x="1884617" y="3896688"/>
                  </a:cubicBezTo>
                  <a:lnTo>
                    <a:pt x="1908381" y="3896558"/>
                  </a:lnTo>
                  <a:lnTo>
                    <a:pt x="1908770" y="3896558"/>
                  </a:lnTo>
                  <a:lnTo>
                    <a:pt x="1909160" y="3896558"/>
                  </a:lnTo>
                  <a:lnTo>
                    <a:pt x="1925327" y="3895974"/>
                  </a:lnTo>
                  <a:cubicBezTo>
                    <a:pt x="1927794" y="3895974"/>
                    <a:pt x="1930261" y="3896039"/>
                    <a:pt x="1932729" y="3896104"/>
                  </a:cubicBezTo>
                  <a:cubicBezTo>
                    <a:pt x="1937793" y="3896169"/>
                    <a:pt x="1942793" y="3896299"/>
                    <a:pt x="1947857" y="3896299"/>
                  </a:cubicBezTo>
                  <a:cubicBezTo>
                    <a:pt x="2210818" y="3896299"/>
                    <a:pt x="2465922" y="3844810"/>
                    <a:pt x="2706028" y="3743197"/>
                  </a:cubicBezTo>
                  <a:cubicBezTo>
                    <a:pt x="2937953" y="3645090"/>
                    <a:pt x="3146309" y="3504649"/>
                    <a:pt x="3325187" y="3325771"/>
                  </a:cubicBezTo>
                  <a:cubicBezTo>
                    <a:pt x="3504065" y="3146893"/>
                    <a:pt x="3644505" y="2938602"/>
                    <a:pt x="3742612" y="2706612"/>
                  </a:cubicBezTo>
                  <a:cubicBezTo>
                    <a:pt x="3844226" y="2466312"/>
                    <a:pt x="3895714" y="2211207"/>
                    <a:pt x="3895714" y="1948247"/>
                  </a:cubicBezTo>
                  <a:cubicBezTo>
                    <a:pt x="3895714" y="1606268"/>
                    <a:pt x="3805788" y="1269808"/>
                    <a:pt x="3635675" y="975357"/>
                  </a:cubicBezTo>
                  <a:close/>
                  <a:moveTo>
                    <a:pt x="2988922" y="3083068"/>
                  </a:moveTo>
                  <a:cubicBezTo>
                    <a:pt x="2950419" y="3113065"/>
                    <a:pt x="2910553" y="3144036"/>
                    <a:pt x="2871271" y="3175202"/>
                  </a:cubicBezTo>
                  <a:lnTo>
                    <a:pt x="2801473" y="3231040"/>
                  </a:lnTo>
                  <a:cubicBezTo>
                    <a:pt x="2779722" y="3248246"/>
                    <a:pt x="2756283" y="3266751"/>
                    <a:pt x="2733038" y="3284412"/>
                  </a:cubicBezTo>
                  <a:cubicBezTo>
                    <a:pt x="2680056" y="3324797"/>
                    <a:pt x="2635970" y="3356807"/>
                    <a:pt x="2594416" y="3385116"/>
                  </a:cubicBezTo>
                  <a:cubicBezTo>
                    <a:pt x="2543901" y="3419528"/>
                    <a:pt x="2497542" y="3448486"/>
                    <a:pt x="2452612" y="3473678"/>
                  </a:cubicBezTo>
                  <a:cubicBezTo>
                    <a:pt x="2400409" y="3503156"/>
                    <a:pt x="2352622" y="3526855"/>
                    <a:pt x="2306458" y="3546139"/>
                  </a:cubicBezTo>
                  <a:cubicBezTo>
                    <a:pt x="2205818" y="3588667"/>
                    <a:pt x="2102257" y="3616651"/>
                    <a:pt x="1998696" y="3629312"/>
                  </a:cubicBezTo>
                  <a:cubicBezTo>
                    <a:pt x="1966816" y="3633078"/>
                    <a:pt x="1942208" y="3635221"/>
                    <a:pt x="1919094" y="3636259"/>
                  </a:cubicBezTo>
                  <a:lnTo>
                    <a:pt x="1898771" y="3637299"/>
                  </a:lnTo>
                  <a:lnTo>
                    <a:pt x="1878578" y="3637818"/>
                  </a:lnTo>
                  <a:lnTo>
                    <a:pt x="1878383" y="3637818"/>
                  </a:lnTo>
                  <a:lnTo>
                    <a:pt x="1878189" y="3637818"/>
                  </a:lnTo>
                  <a:cubicBezTo>
                    <a:pt x="1872215" y="3638078"/>
                    <a:pt x="1865592" y="3638143"/>
                    <a:pt x="1856697" y="3638143"/>
                  </a:cubicBezTo>
                  <a:cubicBezTo>
                    <a:pt x="1852997" y="3638143"/>
                    <a:pt x="1849360" y="3638143"/>
                    <a:pt x="1845660" y="3638078"/>
                  </a:cubicBezTo>
                  <a:lnTo>
                    <a:pt x="1837284" y="3638078"/>
                  </a:lnTo>
                  <a:cubicBezTo>
                    <a:pt x="1777549" y="3637948"/>
                    <a:pt x="1723009" y="3635610"/>
                    <a:pt x="1670482" y="3630806"/>
                  </a:cubicBezTo>
                  <a:cubicBezTo>
                    <a:pt x="1643017" y="3628338"/>
                    <a:pt x="1615877" y="3625286"/>
                    <a:pt x="1589906" y="3621651"/>
                  </a:cubicBezTo>
                  <a:cubicBezTo>
                    <a:pt x="1562246" y="3617755"/>
                    <a:pt x="1535171" y="3613210"/>
                    <a:pt x="1509654" y="3608146"/>
                  </a:cubicBezTo>
                  <a:cubicBezTo>
                    <a:pt x="1454205" y="3596913"/>
                    <a:pt x="1400964" y="3583083"/>
                    <a:pt x="1351488" y="3567176"/>
                  </a:cubicBezTo>
                  <a:cubicBezTo>
                    <a:pt x="1297727" y="3549905"/>
                    <a:pt x="1246758" y="3529971"/>
                    <a:pt x="1200010" y="3507961"/>
                  </a:cubicBezTo>
                  <a:lnTo>
                    <a:pt x="1199880" y="3507896"/>
                  </a:lnTo>
                  <a:lnTo>
                    <a:pt x="1199750" y="3507831"/>
                  </a:lnTo>
                  <a:cubicBezTo>
                    <a:pt x="1153781" y="3486859"/>
                    <a:pt x="1106902" y="3461212"/>
                    <a:pt x="1056258" y="3429462"/>
                  </a:cubicBezTo>
                  <a:cubicBezTo>
                    <a:pt x="966786" y="3372909"/>
                    <a:pt x="879068" y="3302462"/>
                    <a:pt x="795700" y="3220197"/>
                  </a:cubicBezTo>
                  <a:cubicBezTo>
                    <a:pt x="756548" y="3181370"/>
                    <a:pt x="717331" y="3139037"/>
                    <a:pt x="679218" y="3094366"/>
                  </a:cubicBezTo>
                  <a:cubicBezTo>
                    <a:pt x="661882" y="3074303"/>
                    <a:pt x="644935" y="3053201"/>
                    <a:pt x="628444" y="3032814"/>
                  </a:cubicBezTo>
                  <a:lnTo>
                    <a:pt x="624158" y="3027489"/>
                  </a:lnTo>
                  <a:lnTo>
                    <a:pt x="615653" y="3016516"/>
                  </a:lnTo>
                  <a:cubicBezTo>
                    <a:pt x="600979" y="2997557"/>
                    <a:pt x="585786" y="2977949"/>
                    <a:pt x="571566" y="2958405"/>
                  </a:cubicBezTo>
                  <a:lnTo>
                    <a:pt x="571436" y="2958275"/>
                  </a:lnTo>
                  <a:lnTo>
                    <a:pt x="571306" y="2958146"/>
                  </a:lnTo>
                  <a:cubicBezTo>
                    <a:pt x="563061" y="2947173"/>
                    <a:pt x="554815" y="2935810"/>
                    <a:pt x="546114" y="2923863"/>
                  </a:cubicBezTo>
                  <a:cubicBezTo>
                    <a:pt x="536959" y="2911267"/>
                    <a:pt x="527480" y="2898217"/>
                    <a:pt x="518000" y="2885685"/>
                  </a:cubicBezTo>
                  <a:cubicBezTo>
                    <a:pt x="498067" y="2859130"/>
                    <a:pt x="478134" y="2833353"/>
                    <a:pt x="463006" y="2813809"/>
                  </a:cubicBezTo>
                  <a:cubicBezTo>
                    <a:pt x="448591" y="2795110"/>
                    <a:pt x="433788" y="2776281"/>
                    <a:pt x="419503" y="2758036"/>
                  </a:cubicBezTo>
                  <a:cubicBezTo>
                    <a:pt x="397752" y="2730246"/>
                    <a:pt x="375222" y="2701483"/>
                    <a:pt x="353731" y="2672979"/>
                  </a:cubicBezTo>
                  <a:cubicBezTo>
                    <a:pt x="336849" y="2650514"/>
                    <a:pt x="318929" y="2626620"/>
                    <a:pt x="301593" y="2602207"/>
                  </a:cubicBezTo>
                  <a:cubicBezTo>
                    <a:pt x="283153" y="2575651"/>
                    <a:pt x="267765" y="2553121"/>
                    <a:pt x="253351" y="2530072"/>
                  </a:cubicBezTo>
                  <a:cubicBezTo>
                    <a:pt x="234847" y="2500789"/>
                    <a:pt x="221471" y="2477869"/>
                    <a:pt x="209849" y="2455728"/>
                  </a:cubicBezTo>
                  <a:lnTo>
                    <a:pt x="209719" y="2455469"/>
                  </a:lnTo>
                  <a:lnTo>
                    <a:pt x="209589" y="2455209"/>
                  </a:lnTo>
                  <a:cubicBezTo>
                    <a:pt x="204525" y="2445989"/>
                    <a:pt x="199850" y="2436639"/>
                    <a:pt x="194916" y="2426770"/>
                  </a:cubicBezTo>
                  <a:cubicBezTo>
                    <a:pt x="193357" y="2423654"/>
                    <a:pt x="191799" y="2420537"/>
                    <a:pt x="190241" y="2417356"/>
                  </a:cubicBezTo>
                  <a:cubicBezTo>
                    <a:pt x="188553" y="2413590"/>
                    <a:pt x="186799" y="2409889"/>
                    <a:pt x="185111" y="2406188"/>
                  </a:cubicBezTo>
                  <a:cubicBezTo>
                    <a:pt x="180696" y="2396708"/>
                    <a:pt x="176541" y="2387748"/>
                    <a:pt x="172840" y="2378658"/>
                  </a:cubicBezTo>
                  <a:lnTo>
                    <a:pt x="172710" y="2378398"/>
                  </a:lnTo>
                  <a:lnTo>
                    <a:pt x="172580" y="2378139"/>
                  </a:lnTo>
                  <a:cubicBezTo>
                    <a:pt x="150764" y="2327624"/>
                    <a:pt x="133753" y="2272825"/>
                    <a:pt x="121871" y="2215298"/>
                  </a:cubicBezTo>
                  <a:cubicBezTo>
                    <a:pt x="111223" y="2160953"/>
                    <a:pt x="105639" y="2103491"/>
                    <a:pt x="105249" y="2044925"/>
                  </a:cubicBezTo>
                  <a:cubicBezTo>
                    <a:pt x="105184" y="1929158"/>
                    <a:pt x="118689" y="1812871"/>
                    <a:pt x="145245" y="1699376"/>
                  </a:cubicBezTo>
                  <a:cubicBezTo>
                    <a:pt x="157971" y="1644251"/>
                    <a:pt x="174593" y="1588153"/>
                    <a:pt x="194656" y="1532639"/>
                  </a:cubicBezTo>
                  <a:lnTo>
                    <a:pt x="194786" y="1532379"/>
                  </a:lnTo>
                  <a:lnTo>
                    <a:pt x="194851" y="1532119"/>
                  </a:lnTo>
                  <a:cubicBezTo>
                    <a:pt x="197707" y="1523679"/>
                    <a:pt x="200889" y="1515303"/>
                    <a:pt x="204330" y="1506473"/>
                  </a:cubicBezTo>
                  <a:cubicBezTo>
                    <a:pt x="206278" y="1501473"/>
                    <a:pt x="208161" y="1496474"/>
                    <a:pt x="210044" y="1491474"/>
                  </a:cubicBezTo>
                  <a:cubicBezTo>
                    <a:pt x="214589" y="1479203"/>
                    <a:pt x="219588" y="1467191"/>
                    <a:pt x="224848" y="1454530"/>
                  </a:cubicBezTo>
                  <a:lnTo>
                    <a:pt x="226146" y="1451413"/>
                  </a:lnTo>
                  <a:lnTo>
                    <a:pt x="234587" y="1431545"/>
                  </a:lnTo>
                  <a:lnTo>
                    <a:pt x="243547" y="1411742"/>
                  </a:lnTo>
                  <a:cubicBezTo>
                    <a:pt x="248806" y="1399990"/>
                    <a:pt x="255039" y="1386225"/>
                    <a:pt x="261792" y="1372655"/>
                  </a:cubicBezTo>
                  <a:lnTo>
                    <a:pt x="261857" y="1372460"/>
                  </a:lnTo>
                  <a:lnTo>
                    <a:pt x="261922" y="1372265"/>
                  </a:lnTo>
                  <a:cubicBezTo>
                    <a:pt x="284777" y="1324478"/>
                    <a:pt x="311982" y="1274743"/>
                    <a:pt x="345095" y="1220138"/>
                  </a:cubicBezTo>
                  <a:cubicBezTo>
                    <a:pt x="374638" y="1172480"/>
                    <a:pt x="407557" y="1124498"/>
                    <a:pt x="442813" y="1077619"/>
                  </a:cubicBezTo>
                  <a:cubicBezTo>
                    <a:pt x="510923" y="987109"/>
                    <a:pt x="588123" y="900949"/>
                    <a:pt x="672400" y="821476"/>
                  </a:cubicBezTo>
                  <a:cubicBezTo>
                    <a:pt x="711098" y="784727"/>
                    <a:pt x="753236" y="747717"/>
                    <a:pt x="801283" y="708371"/>
                  </a:cubicBezTo>
                  <a:cubicBezTo>
                    <a:pt x="810958" y="700449"/>
                    <a:pt x="822385" y="691100"/>
                    <a:pt x="834397" y="681945"/>
                  </a:cubicBezTo>
                  <a:lnTo>
                    <a:pt x="840111" y="677465"/>
                  </a:lnTo>
                  <a:cubicBezTo>
                    <a:pt x="849331" y="670258"/>
                    <a:pt x="858875" y="662856"/>
                    <a:pt x="868355" y="655843"/>
                  </a:cubicBezTo>
                  <a:lnTo>
                    <a:pt x="868485" y="655714"/>
                  </a:lnTo>
                  <a:lnTo>
                    <a:pt x="868614" y="655584"/>
                  </a:lnTo>
                  <a:cubicBezTo>
                    <a:pt x="893417" y="636560"/>
                    <a:pt x="918415" y="618704"/>
                    <a:pt x="937439" y="605264"/>
                  </a:cubicBezTo>
                  <a:cubicBezTo>
                    <a:pt x="1029702" y="540595"/>
                    <a:pt x="1127679" y="481835"/>
                    <a:pt x="1228578" y="430476"/>
                  </a:cubicBezTo>
                  <a:cubicBezTo>
                    <a:pt x="1278768" y="404959"/>
                    <a:pt x="1330386" y="381001"/>
                    <a:pt x="1382070" y="359315"/>
                  </a:cubicBezTo>
                  <a:cubicBezTo>
                    <a:pt x="1433558" y="337823"/>
                    <a:pt x="1486734" y="318020"/>
                    <a:pt x="1540171" y="300489"/>
                  </a:cubicBezTo>
                  <a:cubicBezTo>
                    <a:pt x="1591269" y="283673"/>
                    <a:pt x="1645809" y="268155"/>
                    <a:pt x="1702167" y="254390"/>
                  </a:cubicBezTo>
                  <a:cubicBezTo>
                    <a:pt x="1754565" y="241794"/>
                    <a:pt x="1810079" y="230951"/>
                    <a:pt x="1867151" y="222186"/>
                  </a:cubicBezTo>
                  <a:cubicBezTo>
                    <a:pt x="1954869" y="209200"/>
                    <a:pt x="2043367" y="202642"/>
                    <a:pt x="2129917" y="202642"/>
                  </a:cubicBezTo>
                  <a:cubicBezTo>
                    <a:pt x="2154135" y="202642"/>
                    <a:pt x="2178613" y="203161"/>
                    <a:pt x="2202767" y="204200"/>
                  </a:cubicBezTo>
                  <a:cubicBezTo>
                    <a:pt x="2258930" y="206278"/>
                    <a:pt x="2315028" y="211148"/>
                    <a:pt x="2369633" y="218744"/>
                  </a:cubicBezTo>
                  <a:cubicBezTo>
                    <a:pt x="2425796" y="226601"/>
                    <a:pt x="2481440" y="237509"/>
                    <a:pt x="2535071" y="251144"/>
                  </a:cubicBezTo>
                  <a:cubicBezTo>
                    <a:pt x="2647333" y="279647"/>
                    <a:pt x="2753621" y="320812"/>
                    <a:pt x="2851014" y="373534"/>
                  </a:cubicBezTo>
                  <a:cubicBezTo>
                    <a:pt x="2898606" y="398986"/>
                    <a:pt x="2947303" y="429373"/>
                    <a:pt x="2995869" y="463980"/>
                  </a:cubicBezTo>
                  <a:cubicBezTo>
                    <a:pt x="3041579" y="496963"/>
                    <a:pt x="3086185" y="533518"/>
                    <a:pt x="3128323" y="572475"/>
                  </a:cubicBezTo>
                  <a:cubicBezTo>
                    <a:pt x="3211757" y="650195"/>
                    <a:pt x="3286684" y="738368"/>
                    <a:pt x="3350899" y="834397"/>
                  </a:cubicBezTo>
                  <a:cubicBezTo>
                    <a:pt x="3383558" y="883029"/>
                    <a:pt x="3413425" y="932959"/>
                    <a:pt x="3439721" y="982759"/>
                  </a:cubicBezTo>
                  <a:cubicBezTo>
                    <a:pt x="3453745" y="1009315"/>
                    <a:pt x="3466861" y="1035351"/>
                    <a:pt x="3478678" y="1060284"/>
                  </a:cubicBezTo>
                  <a:cubicBezTo>
                    <a:pt x="3490755" y="1086060"/>
                    <a:pt x="3502572" y="1112746"/>
                    <a:pt x="3513674" y="1139496"/>
                  </a:cubicBezTo>
                  <a:cubicBezTo>
                    <a:pt x="3556462" y="1242084"/>
                    <a:pt x="3591784" y="1353241"/>
                    <a:pt x="3618599" y="1469918"/>
                  </a:cubicBezTo>
                  <a:cubicBezTo>
                    <a:pt x="3643077" y="1576660"/>
                    <a:pt x="3660608" y="1692039"/>
                    <a:pt x="3670801" y="1812936"/>
                  </a:cubicBezTo>
                  <a:cubicBezTo>
                    <a:pt x="3675347" y="1868644"/>
                    <a:pt x="3678268" y="1926950"/>
                    <a:pt x="3679372" y="1986165"/>
                  </a:cubicBezTo>
                  <a:cubicBezTo>
                    <a:pt x="3679697" y="1996618"/>
                    <a:pt x="3679762" y="2007072"/>
                    <a:pt x="3679762" y="2017266"/>
                  </a:cubicBezTo>
                  <a:cubicBezTo>
                    <a:pt x="3679762" y="2021421"/>
                    <a:pt x="3679827" y="2025512"/>
                    <a:pt x="3679827" y="2029667"/>
                  </a:cubicBezTo>
                  <a:cubicBezTo>
                    <a:pt x="3680022" y="2043107"/>
                    <a:pt x="3679827" y="2056158"/>
                    <a:pt x="3679632" y="2068884"/>
                  </a:cubicBezTo>
                  <a:lnTo>
                    <a:pt x="3679567" y="2072065"/>
                  </a:lnTo>
                  <a:cubicBezTo>
                    <a:pt x="3678853" y="2100374"/>
                    <a:pt x="3677229" y="2128099"/>
                    <a:pt x="3674697" y="2154200"/>
                  </a:cubicBezTo>
                  <a:cubicBezTo>
                    <a:pt x="3663919" y="2264189"/>
                    <a:pt x="3634961" y="2367880"/>
                    <a:pt x="3588667" y="2462286"/>
                  </a:cubicBezTo>
                  <a:cubicBezTo>
                    <a:pt x="3566526" y="2507996"/>
                    <a:pt x="3539646" y="2552926"/>
                    <a:pt x="3506338" y="2599870"/>
                  </a:cubicBezTo>
                  <a:cubicBezTo>
                    <a:pt x="3476795" y="2641164"/>
                    <a:pt x="3442707" y="2682524"/>
                    <a:pt x="3402257" y="2726221"/>
                  </a:cubicBezTo>
                  <a:cubicBezTo>
                    <a:pt x="3335835" y="2797512"/>
                    <a:pt x="3258181" y="2868220"/>
                    <a:pt x="3150594" y="2955289"/>
                  </a:cubicBezTo>
                  <a:cubicBezTo>
                    <a:pt x="3098067" y="2998142"/>
                    <a:pt x="3042553" y="3041319"/>
                    <a:pt x="2988922" y="3083068"/>
                  </a:cubicBezTo>
                  <a:close/>
                  <a:moveTo>
                    <a:pt x="2150759" y="176930"/>
                  </a:moveTo>
                  <a:cubicBezTo>
                    <a:pt x="2155109" y="176995"/>
                    <a:pt x="2159459" y="176995"/>
                    <a:pt x="2163745" y="177060"/>
                  </a:cubicBezTo>
                  <a:cubicBezTo>
                    <a:pt x="2159459" y="176995"/>
                    <a:pt x="2155109" y="176995"/>
                    <a:pt x="2150759" y="176930"/>
                  </a:cubicBezTo>
                  <a:close/>
                  <a:moveTo>
                    <a:pt x="2123164" y="176800"/>
                  </a:moveTo>
                  <a:cubicBezTo>
                    <a:pt x="2118879" y="176800"/>
                    <a:pt x="2114659" y="176865"/>
                    <a:pt x="2110373" y="176930"/>
                  </a:cubicBezTo>
                  <a:cubicBezTo>
                    <a:pt x="2114659" y="176865"/>
                    <a:pt x="2118879" y="176800"/>
                    <a:pt x="2123164" y="176800"/>
                  </a:cubicBezTo>
                  <a:close/>
                  <a:moveTo>
                    <a:pt x="2128034" y="30127"/>
                  </a:moveTo>
                  <a:cubicBezTo>
                    <a:pt x="2134462" y="30581"/>
                    <a:pt x="2140825" y="31036"/>
                    <a:pt x="2147253" y="31555"/>
                  </a:cubicBezTo>
                  <a:cubicBezTo>
                    <a:pt x="2140825" y="31036"/>
                    <a:pt x="2134397" y="30581"/>
                    <a:pt x="2128034" y="30127"/>
                  </a:cubicBezTo>
                  <a:close/>
                  <a:moveTo>
                    <a:pt x="1901823" y="191344"/>
                  </a:moveTo>
                  <a:cubicBezTo>
                    <a:pt x="1905783" y="190825"/>
                    <a:pt x="1909744" y="190371"/>
                    <a:pt x="1913640" y="189916"/>
                  </a:cubicBezTo>
                  <a:cubicBezTo>
                    <a:pt x="1909744" y="190371"/>
                    <a:pt x="1905783" y="190825"/>
                    <a:pt x="1901823" y="191344"/>
                  </a:cubicBezTo>
                  <a:close/>
                  <a:moveTo>
                    <a:pt x="1940975" y="186799"/>
                  </a:moveTo>
                  <a:cubicBezTo>
                    <a:pt x="1945325" y="186345"/>
                    <a:pt x="1949675" y="185890"/>
                    <a:pt x="1953960" y="185436"/>
                  </a:cubicBezTo>
                  <a:cubicBezTo>
                    <a:pt x="1949675" y="185890"/>
                    <a:pt x="1945325" y="186345"/>
                    <a:pt x="1940975" y="186799"/>
                  </a:cubicBezTo>
                  <a:close/>
                  <a:moveTo>
                    <a:pt x="1982594" y="182904"/>
                  </a:moveTo>
                  <a:cubicBezTo>
                    <a:pt x="1986035" y="182644"/>
                    <a:pt x="1989476" y="182319"/>
                    <a:pt x="1992918" y="182060"/>
                  </a:cubicBezTo>
                  <a:cubicBezTo>
                    <a:pt x="1989541" y="182319"/>
                    <a:pt x="1986035" y="182644"/>
                    <a:pt x="1982594" y="182904"/>
                  </a:cubicBezTo>
                  <a:close/>
                  <a:moveTo>
                    <a:pt x="2031485" y="179463"/>
                  </a:moveTo>
                  <a:cubicBezTo>
                    <a:pt x="2034082" y="179333"/>
                    <a:pt x="2036679" y="179203"/>
                    <a:pt x="2039276" y="179073"/>
                  </a:cubicBezTo>
                  <a:cubicBezTo>
                    <a:pt x="2036679" y="179268"/>
                    <a:pt x="2034082" y="179333"/>
                    <a:pt x="2031485" y="179463"/>
                  </a:cubicBezTo>
                  <a:close/>
                  <a:moveTo>
                    <a:pt x="2070377" y="177774"/>
                  </a:moveTo>
                  <a:cubicBezTo>
                    <a:pt x="2074663" y="177645"/>
                    <a:pt x="2078948" y="177515"/>
                    <a:pt x="2083233" y="177385"/>
                  </a:cubicBezTo>
                  <a:cubicBezTo>
                    <a:pt x="2078948" y="177515"/>
                    <a:pt x="2074663" y="177645"/>
                    <a:pt x="2070377" y="177774"/>
                  </a:cubicBezTo>
                  <a:close/>
                  <a:moveTo>
                    <a:pt x="1879228" y="3663854"/>
                  </a:moveTo>
                  <a:cubicBezTo>
                    <a:pt x="1872021" y="3664114"/>
                    <a:pt x="1864554" y="3664179"/>
                    <a:pt x="1857022" y="3664179"/>
                  </a:cubicBezTo>
                  <a:cubicBezTo>
                    <a:pt x="1864554" y="3664179"/>
                    <a:pt x="1872021" y="3664114"/>
                    <a:pt x="1879228" y="3663854"/>
                  </a:cubicBezTo>
                  <a:close/>
                  <a:moveTo>
                    <a:pt x="2186729" y="35191"/>
                  </a:moveTo>
                  <a:cubicBezTo>
                    <a:pt x="2196339" y="36165"/>
                    <a:pt x="2205883" y="37269"/>
                    <a:pt x="2215428" y="38438"/>
                  </a:cubicBezTo>
                  <a:cubicBezTo>
                    <a:pt x="2205883" y="37269"/>
                    <a:pt x="2196339" y="36165"/>
                    <a:pt x="2186729" y="35191"/>
                  </a:cubicBezTo>
                  <a:close/>
                  <a:moveTo>
                    <a:pt x="2157706" y="32399"/>
                  </a:moveTo>
                  <a:cubicBezTo>
                    <a:pt x="2164329" y="32984"/>
                    <a:pt x="2170952" y="33633"/>
                    <a:pt x="2177574" y="34282"/>
                  </a:cubicBezTo>
                  <a:cubicBezTo>
                    <a:pt x="2171017" y="33633"/>
                    <a:pt x="2164329" y="32984"/>
                    <a:pt x="2157706" y="32399"/>
                  </a:cubicBezTo>
                  <a:close/>
                  <a:moveTo>
                    <a:pt x="2009604" y="25971"/>
                  </a:moveTo>
                  <a:cubicBezTo>
                    <a:pt x="2013175" y="25971"/>
                    <a:pt x="2016811" y="26036"/>
                    <a:pt x="2020382" y="26036"/>
                  </a:cubicBezTo>
                  <a:cubicBezTo>
                    <a:pt x="2015123" y="25971"/>
                    <a:pt x="2009864" y="26036"/>
                    <a:pt x="2004540" y="26036"/>
                  </a:cubicBezTo>
                  <a:cubicBezTo>
                    <a:pt x="2006228" y="26036"/>
                    <a:pt x="2007916" y="25971"/>
                    <a:pt x="2009604" y="25971"/>
                  </a:cubicBezTo>
                  <a:close/>
                  <a:moveTo>
                    <a:pt x="2117840" y="29413"/>
                  </a:moveTo>
                  <a:cubicBezTo>
                    <a:pt x="2110568" y="28958"/>
                    <a:pt x="2103296" y="28569"/>
                    <a:pt x="2096024" y="28179"/>
                  </a:cubicBezTo>
                  <a:cubicBezTo>
                    <a:pt x="2103296" y="28569"/>
                    <a:pt x="2110568" y="28958"/>
                    <a:pt x="2117840" y="29413"/>
                  </a:cubicBezTo>
                  <a:close/>
                  <a:moveTo>
                    <a:pt x="2088752" y="27789"/>
                  </a:moveTo>
                  <a:cubicBezTo>
                    <a:pt x="2079143" y="27335"/>
                    <a:pt x="2069468" y="27010"/>
                    <a:pt x="2059794" y="26686"/>
                  </a:cubicBezTo>
                  <a:cubicBezTo>
                    <a:pt x="2069468" y="27010"/>
                    <a:pt x="2079078" y="27335"/>
                    <a:pt x="2088752" y="27789"/>
                  </a:cubicBezTo>
                  <a:close/>
                  <a:moveTo>
                    <a:pt x="2052717" y="26556"/>
                  </a:moveTo>
                  <a:cubicBezTo>
                    <a:pt x="2045380" y="26361"/>
                    <a:pt x="2037978" y="26231"/>
                    <a:pt x="2030641" y="26101"/>
                  </a:cubicBezTo>
                  <a:cubicBezTo>
                    <a:pt x="2037978" y="26231"/>
                    <a:pt x="2045380" y="26361"/>
                    <a:pt x="2052717" y="26556"/>
                  </a:cubicBezTo>
                  <a:close/>
                  <a:moveTo>
                    <a:pt x="1836959" y="3870067"/>
                  </a:moveTo>
                  <a:cubicBezTo>
                    <a:pt x="1843647" y="3870197"/>
                    <a:pt x="1850334" y="3870392"/>
                    <a:pt x="1857022" y="3870522"/>
                  </a:cubicBezTo>
                  <a:cubicBezTo>
                    <a:pt x="1850334" y="3870392"/>
                    <a:pt x="1843647" y="3870197"/>
                    <a:pt x="1836959" y="3870067"/>
                  </a:cubicBezTo>
                  <a:close/>
                  <a:moveTo>
                    <a:pt x="1874747" y="3870717"/>
                  </a:moveTo>
                  <a:cubicBezTo>
                    <a:pt x="1871111" y="3870717"/>
                    <a:pt x="1867540" y="3870652"/>
                    <a:pt x="1863969" y="3870587"/>
                  </a:cubicBezTo>
                  <a:cubicBezTo>
                    <a:pt x="1870657" y="3870652"/>
                    <a:pt x="1877345" y="3870781"/>
                    <a:pt x="1884227" y="3870652"/>
                  </a:cubicBezTo>
                  <a:cubicBezTo>
                    <a:pt x="1880981" y="3870717"/>
                    <a:pt x="1877864" y="3870717"/>
                    <a:pt x="1874747" y="3870717"/>
                  </a:cubicBezTo>
                  <a:close/>
                </a:path>
              </a:pathLst>
            </a:custGeom>
            <a:ln w="6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58" name="Graphic 4">
            <a:extLst>
              <a:ext uri="{FF2B5EF4-FFF2-40B4-BE49-F238E27FC236}">
                <a16:creationId xmlns:a16="http://schemas.microsoft.com/office/drawing/2014/main" id="{02927767-6598-411B-B8D2-338147503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8095" y="625743"/>
            <a:ext cx="3855140" cy="3719016"/>
            <a:chOff x="3414665" y="738154"/>
            <a:chExt cx="5366579" cy="5378461"/>
          </a:xfrm>
          <a:solidFill>
            <a:schemeClr val="bg1">
              <a:alpha val="30000"/>
            </a:schemeClr>
          </a:solidFill>
        </p:grpSpPr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12D2D5C5-A883-43E9-8DE0-BEBAD3ADD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67033" y="752474"/>
              <a:ext cx="5098881" cy="5278088"/>
            </a:xfrm>
            <a:custGeom>
              <a:avLst/>
              <a:gdLst>
                <a:gd name="connsiteX0" fmla="*/ 2413047 w 5098881"/>
                <a:gd name="connsiteY0" fmla="*/ 476250 h 5278088"/>
                <a:gd name="connsiteX1" fmla="*/ 2492009 w 5098881"/>
                <a:gd name="connsiteY1" fmla="*/ 477584 h 5278088"/>
                <a:gd name="connsiteX2" fmla="*/ 2500201 w 5098881"/>
                <a:gd name="connsiteY2" fmla="*/ 477869 h 5278088"/>
                <a:gd name="connsiteX3" fmla="*/ 2508392 w 5098881"/>
                <a:gd name="connsiteY3" fmla="*/ 477869 h 5278088"/>
                <a:gd name="connsiteX4" fmla="*/ 2513250 w 5098881"/>
                <a:gd name="connsiteY4" fmla="*/ 477869 h 5278088"/>
                <a:gd name="connsiteX5" fmla="*/ 3440985 w 5098881"/>
                <a:gd name="connsiteY5" fmla="*/ 665226 h 5278088"/>
                <a:gd name="connsiteX6" fmla="*/ 4086113 w 5098881"/>
                <a:gd name="connsiteY6" fmla="*/ 1148334 h 5278088"/>
                <a:gd name="connsiteX7" fmla="*/ 4485211 w 5098881"/>
                <a:gd name="connsiteY7" fmla="*/ 1848136 h 5278088"/>
                <a:gd name="connsiteX8" fmla="*/ 4622466 w 5098881"/>
                <a:gd name="connsiteY8" fmla="*/ 2668334 h 5278088"/>
                <a:gd name="connsiteX9" fmla="*/ 4488831 w 5098881"/>
                <a:gd name="connsiteY9" fmla="*/ 3470529 h 5278088"/>
                <a:gd name="connsiteX10" fmla="*/ 4097067 w 5098881"/>
                <a:gd name="connsiteY10" fmla="*/ 4147852 h 5278088"/>
                <a:gd name="connsiteX11" fmla="*/ 3450891 w 5098881"/>
                <a:gd name="connsiteY11" fmla="*/ 4616577 h 5278088"/>
                <a:gd name="connsiteX12" fmla="*/ 2496486 w 5098881"/>
                <a:gd name="connsiteY12" fmla="*/ 4800315 h 5278088"/>
                <a:gd name="connsiteX13" fmla="*/ 2489152 w 5098881"/>
                <a:gd name="connsiteY13" fmla="*/ 4800315 h 5278088"/>
                <a:gd name="connsiteX14" fmla="*/ 2480770 w 5098881"/>
                <a:gd name="connsiteY14" fmla="*/ 4800315 h 5278088"/>
                <a:gd name="connsiteX15" fmla="*/ 2472388 w 5098881"/>
                <a:gd name="connsiteY15" fmla="*/ 4800600 h 5278088"/>
                <a:gd name="connsiteX16" fmla="*/ 2389234 w 5098881"/>
                <a:gd name="connsiteY16" fmla="*/ 4801934 h 5278088"/>
                <a:gd name="connsiteX17" fmla="*/ 1543891 w 5098881"/>
                <a:gd name="connsiteY17" fmla="*/ 4624959 h 5278088"/>
                <a:gd name="connsiteX18" fmla="*/ 962771 w 5098881"/>
                <a:gd name="connsiteY18" fmla="*/ 4165854 h 5278088"/>
                <a:gd name="connsiteX19" fmla="*/ 600916 w 5098881"/>
                <a:gd name="connsiteY19" fmla="*/ 3486150 h 5278088"/>
                <a:gd name="connsiteX20" fmla="*/ 476043 w 5098881"/>
                <a:gd name="connsiteY20" fmla="*/ 2674049 h 5278088"/>
                <a:gd name="connsiteX21" fmla="*/ 605202 w 5098881"/>
                <a:gd name="connsiteY21" fmla="*/ 1841468 h 5278088"/>
                <a:gd name="connsiteX22" fmla="*/ 978201 w 5098881"/>
                <a:gd name="connsiteY22" fmla="*/ 1136333 h 5278088"/>
                <a:gd name="connsiteX23" fmla="*/ 1570085 w 5098881"/>
                <a:gd name="connsiteY23" fmla="*/ 658940 h 5278088"/>
                <a:gd name="connsiteX24" fmla="*/ 2413047 w 5098881"/>
                <a:gd name="connsiteY24" fmla="*/ 476250 h 5278088"/>
                <a:gd name="connsiteX25" fmla="*/ 2413047 w 5098881"/>
                <a:gd name="connsiteY25" fmla="*/ 0 h 5278088"/>
                <a:gd name="connsiteX26" fmla="*/ 2389425 w 5098881"/>
                <a:gd name="connsiteY26" fmla="*/ 5278089 h 5278088"/>
                <a:gd name="connsiteX27" fmla="*/ 2488104 w 5098881"/>
                <a:gd name="connsiteY27" fmla="*/ 5276469 h 5278088"/>
                <a:gd name="connsiteX28" fmla="*/ 2496676 w 5098881"/>
                <a:gd name="connsiteY28" fmla="*/ 5276469 h 5278088"/>
                <a:gd name="connsiteX29" fmla="*/ 2513441 w 5098881"/>
                <a:gd name="connsiteY29" fmla="*/ 1524 h 5278088"/>
                <a:gd name="connsiteX30" fmla="*/ 2507535 w 5098881"/>
                <a:gd name="connsiteY30" fmla="*/ 1524 h 5278088"/>
                <a:gd name="connsiteX31" fmla="*/ 2413047 w 5098881"/>
                <a:gd name="connsiteY31" fmla="*/ 0 h 5278088"/>
                <a:gd name="connsiteX32" fmla="*/ 2413047 w 5098881"/>
                <a:gd name="connsiteY32" fmla="*/ 0 h 5278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098881" h="5278088">
                  <a:moveTo>
                    <a:pt x="2413047" y="476250"/>
                  </a:moveTo>
                  <a:cubicBezTo>
                    <a:pt x="2439431" y="476250"/>
                    <a:pt x="2465244" y="476631"/>
                    <a:pt x="2492009" y="477584"/>
                  </a:cubicBezTo>
                  <a:lnTo>
                    <a:pt x="2500201" y="477869"/>
                  </a:lnTo>
                  <a:lnTo>
                    <a:pt x="2508392" y="477869"/>
                  </a:lnTo>
                  <a:lnTo>
                    <a:pt x="2513250" y="477869"/>
                  </a:lnTo>
                  <a:cubicBezTo>
                    <a:pt x="2854721" y="477869"/>
                    <a:pt x="3166856" y="540925"/>
                    <a:pt x="3440985" y="665226"/>
                  </a:cubicBezTo>
                  <a:cubicBezTo>
                    <a:pt x="3689207" y="777812"/>
                    <a:pt x="3906281" y="940308"/>
                    <a:pt x="4086113" y="1148334"/>
                  </a:cubicBezTo>
                  <a:cubicBezTo>
                    <a:pt x="4258421" y="1347597"/>
                    <a:pt x="4392723" y="1583055"/>
                    <a:pt x="4485211" y="1848136"/>
                  </a:cubicBezTo>
                  <a:cubicBezTo>
                    <a:pt x="4576270" y="2109121"/>
                    <a:pt x="4622466" y="2385060"/>
                    <a:pt x="4622466" y="2668334"/>
                  </a:cubicBezTo>
                  <a:cubicBezTo>
                    <a:pt x="4622466" y="2947607"/>
                    <a:pt x="4577508" y="3217450"/>
                    <a:pt x="4488831" y="3470529"/>
                  </a:cubicBezTo>
                  <a:cubicBezTo>
                    <a:pt x="4398533" y="3728085"/>
                    <a:pt x="4266708" y="3956018"/>
                    <a:pt x="4097067" y="4147852"/>
                  </a:cubicBezTo>
                  <a:cubicBezTo>
                    <a:pt x="3918664" y="4349591"/>
                    <a:pt x="3701303" y="4507325"/>
                    <a:pt x="3450891" y="4616577"/>
                  </a:cubicBezTo>
                  <a:cubicBezTo>
                    <a:pt x="3171523" y="4738497"/>
                    <a:pt x="2850435" y="4800315"/>
                    <a:pt x="2496486" y="4800315"/>
                  </a:cubicBezTo>
                  <a:lnTo>
                    <a:pt x="2489152" y="4800315"/>
                  </a:lnTo>
                  <a:lnTo>
                    <a:pt x="2480770" y="4800315"/>
                  </a:lnTo>
                  <a:lnTo>
                    <a:pt x="2472388" y="4800600"/>
                  </a:lnTo>
                  <a:cubicBezTo>
                    <a:pt x="2444575" y="4801457"/>
                    <a:pt x="2416571" y="4801934"/>
                    <a:pt x="2389234" y="4801934"/>
                  </a:cubicBezTo>
                  <a:cubicBezTo>
                    <a:pt x="2075767" y="4801934"/>
                    <a:pt x="1791350" y="4742403"/>
                    <a:pt x="1543891" y="4624959"/>
                  </a:cubicBezTo>
                  <a:cubicBezTo>
                    <a:pt x="1319768" y="4518565"/>
                    <a:pt x="1124219" y="4364070"/>
                    <a:pt x="962771" y="4165854"/>
                  </a:cubicBezTo>
                  <a:cubicBezTo>
                    <a:pt x="806465" y="3973830"/>
                    <a:pt x="684641" y="3745135"/>
                    <a:pt x="600916" y="3486150"/>
                  </a:cubicBezTo>
                  <a:cubicBezTo>
                    <a:pt x="518048" y="3230023"/>
                    <a:pt x="476043" y="2956751"/>
                    <a:pt x="476043" y="2674049"/>
                  </a:cubicBezTo>
                  <a:cubicBezTo>
                    <a:pt x="476043" y="2386203"/>
                    <a:pt x="519477" y="2106073"/>
                    <a:pt x="605202" y="1841468"/>
                  </a:cubicBezTo>
                  <a:cubicBezTo>
                    <a:pt x="691880" y="1573721"/>
                    <a:pt x="817419" y="1336548"/>
                    <a:pt x="978201" y="1136333"/>
                  </a:cubicBezTo>
                  <a:cubicBezTo>
                    <a:pt x="1143841" y="930212"/>
                    <a:pt x="1343009" y="769620"/>
                    <a:pt x="1570085" y="658940"/>
                  </a:cubicBezTo>
                  <a:cubicBezTo>
                    <a:pt x="1818973" y="537686"/>
                    <a:pt x="2102532" y="476250"/>
                    <a:pt x="2413047" y="476250"/>
                  </a:cubicBezTo>
                  <a:moveTo>
                    <a:pt x="2413047" y="0"/>
                  </a:moveTo>
                  <a:cubicBezTo>
                    <a:pt x="-755635" y="0"/>
                    <a:pt x="-844694" y="5278089"/>
                    <a:pt x="2389425" y="5278089"/>
                  </a:cubicBezTo>
                  <a:cubicBezTo>
                    <a:pt x="2421810" y="5278089"/>
                    <a:pt x="2455052" y="5277517"/>
                    <a:pt x="2488104" y="5276469"/>
                  </a:cubicBezTo>
                  <a:cubicBezTo>
                    <a:pt x="2491152" y="5276469"/>
                    <a:pt x="2493629" y="5276469"/>
                    <a:pt x="2496676" y="5276469"/>
                  </a:cubicBezTo>
                  <a:cubicBezTo>
                    <a:pt x="6022832" y="5276469"/>
                    <a:pt x="5903769" y="1524"/>
                    <a:pt x="2513441" y="1524"/>
                  </a:cubicBezTo>
                  <a:cubicBezTo>
                    <a:pt x="2511536" y="1524"/>
                    <a:pt x="2509440" y="1524"/>
                    <a:pt x="2507535" y="1524"/>
                  </a:cubicBezTo>
                  <a:cubicBezTo>
                    <a:pt x="2475531" y="476"/>
                    <a:pt x="2444480" y="0"/>
                    <a:pt x="2413047" y="0"/>
                  </a:cubicBezTo>
                  <a:lnTo>
                    <a:pt x="241304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2B3B5778-846C-490F-931C-4FC6F253B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78615" y="772453"/>
              <a:ext cx="5079154" cy="5190747"/>
            </a:xfrm>
            <a:custGeom>
              <a:avLst/>
              <a:gdLst>
                <a:gd name="connsiteX0" fmla="*/ 2498620 w 5079154"/>
                <a:gd name="connsiteY0" fmla="*/ 24 h 5190747"/>
                <a:gd name="connsiteX1" fmla="*/ 3484267 w 5079154"/>
                <a:gd name="connsiteY1" fmla="*/ 172045 h 5190747"/>
                <a:gd name="connsiteX2" fmla="*/ 3543417 w 5079154"/>
                <a:gd name="connsiteY2" fmla="*/ 195382 h 5190747"/>
                <a:gd name="connsiteX3" fmla="*/ 3573040 w 5079154"/>
                <a:gd name="connsiteY3" fmla="*/ 207002 h 5190747"/>
                <a:gd name="connsiteX4" fmla="*/ 3602091 w 5079154"/>
                <a:gd name="connsiteY4" fmla="*/ 220051 h 5190747"/>
                <a:gd name="connsiteX5" fmla="*/ 3660099 w 5079154"/>
                <a:gd name="connsiteY5" fmla="*/ 246531 h 5190747"/>
                <a:gd name="connsiteX6" fmla="*/ 3689150 w 5079154"/>
                <a:gd name="connsiteY6" fmla="*/ 259771 h 5190747"/>
                <a:gd name="connsiteX7" fmla="*/ 3717534 w 5079154"/>
                <a:gd name="connsiteY7" fmla="*/ 274439 h 5190747"/>
                <a:gd name="connsiteX8" fmla="*/ 3774303 w 5079154"/>
                <a:gd name="connsiteY8" fmla="*/ 303871 h 5190747"/>
                <a:gd name="connsiteX9" fmla="*/ 3802688 w 5079154"/>
                <a:gd name="connsiteY9" fmla="*/ 318635 h 5190747"/>
                <a:gd name="connsiteX10" fmla="*/ 3830310 w 5079154"/>
                <a:gd name="connsiteY10" fmla="*/ 334732 h 5190747"/>
                <a:gd name="connsiteX11" fmla="*/ 3885555 w 5079154"/>
                <a:gd name="connsiteY11" fmla="*/ 367308 h 5190747"/>
                <a:gd name="connsiteX12" fmla="*/ 3913178 w 5079154"/>
                <a:gd name="connsiteY12" fmla="*/ 383691 h 5190747"/>
                <a:gd name="connsiteX13" fmla="*/ 3939943 w 5079154"/>
                <a:gd name="connsiteY13" fmla="*/ 401312 h 5190747"/>
                <a:gd name="connsiteX14" fmla="*/ 4339612 w 5079154"/>
                <a:gd name="connsiteY14" fmla="*/ 724972 h 5190747"/>
                <a:gd name="connsiteX15" fmla="*/ 4664034 w 5079154"/>
                <a:gd name="connsiteY15" fmla="*/ 1126832 h 5190747"/>
                <a:gd name="connsiteX16" fmla="*/ 4902539 w 5079154"/>
                <a:gd name="connsiteY16" fmla="*/ 1585460 h 5190747"/>
                <a:gd name="connsiteX17" fmla="*/ 5047891 w 5079154"/>
                <a:gd name="connsiteY17" fmla="*/ 2081046 h 5190747"/>
                <a:gd name="connsiteX18" fmla="*/ 5075228 w 5079154"/>
                <a:gd name="connsiteY18" fmla="*/ 2337554 h 5190747"/>
                <a:gd name="connsiteX19" fmla="*/ 5077609 w 5079154"/>
                <a:gd name="connsiteY19" fmla="*/ 2401943 h 5190747"/>
                <a:gd name="connsiteX20" fmla="*/ 5078847 w 5079154"/>
                <a:gd name="connsiteY20" fmla="*/ 2466237 h 5190747"/>
                <a:gd name="connsiteX21" fmla="*/ 5078466 w 5079154"/>
                <a:gd name="connsiteY21" fmla="*/ 2530531 h 5190747"/>
                <a:gd name="connsiteX22" fmla="*/ 5076942 w 5079154"/>
                <a:gd name="connsiteY22" fmla="*/ 2594729 h 5190747"/>
                <a:gd name="connsiteX23" fmla="*/ 4999028 w 5079154"/>
                <a:gd name="connsiteY23" fmla="*/ 3099269 h 5190747"/>
                <a:gd name="connsiteX24" fmla="*/ 4968738 w 5079154"/>
                <a:gd name="connsiteY24" fmla="*/ 3222141 h 5190747"/>
                <a:gd name="connsiteX25" fmla="*/ 4952451 w 5079154"/>
                <a:gd name="connsiteY25" fmla="*/ 3283101 h 5190747"/>
                <a:gd name="connsiteX26" fmla="*/ 4936925 w 5079154"/>
                <a:gd name="connsiteY26" fmla="*/ 3344156 h 5190747"/>
                <a:gd name="connsiteX27" fmla="*/ 4919875 w 5079154"/>
                <a:gd name="connsiteY27" fmla="*/ 3404831 h 5190747"/>
                <a:gd name="connsiteX28" fmla="*/ 4903016 w 5079154"/>
                <a:gd name="connsiteY28" fmla="*/ 3465410 h 5190747"/>
                <a:gd name="connsiteX29" fmla="*/ 4865297 w 5079154"/>
                <a:gd name="connsiteY29" fmla="*/ 3585520 h 5190747"/>
                <a:gd name="connsiteX30" fmla="*/ 4671177 w 5079154"/>
                <a:gd name="connsiteY30" fmla="*/ 4052340 h 5190747"/>
                <a:gd name="connsiteX31" fmla="*/ 4386094 w 5079154"/>
                <a:gd name="connsiteY31" fmla="*/ 4476393 h 5190747"/>
                <a:gd name="connsiteX32" fmla="*/ 4343708 w 5079154"/>
                <a:gd name="connsiteY32" fmla="*/ 4524875 h 5190747"/>
                <a:gd name="connsiteX33" fmla="*/ 4298655 w 5079154"/>
                <a:gd name="connsiteY33" fmla="*/ 4570976 h 5190747"/>
                <a:gd name="connsiteX34" fmla="*/ 4252935 w 5079154"/>
                <a:gd name="connsiteY34" fmla="*/ 4616411 h 5190747"/>
                <a:gd name="connsiteX35" fmla="*/ 4204738 w 5079154"/>
                <a:gd name="connsiteY35" fmla="*/ 4659273 h 5190747"/>
                <a:gd name="connsiteX36" fmla="*/ 4180354 w 5079154"/>
                <a:gd name="connsiteY36" fmla="*/ 4680419 h 5190747"/>
                <a:gd name="connsiteX37" fmla="*/ 4155494 w 5079154"/>
                <a:gd name="connsiteY37" fmla="*/ 4700898 h 5190747"/>
                <a:gd name="connsiteX38" fmla="*/ 4103964 w 5079154"/>
                <a:gd name="connsiteY38" fmla="*/ 4739664 h 5190747"/>
                <a:gd name="connsiteX39" fmla="*/ 4078151 w 5079154"/>
                <a:gd name="connsiteY39" fmla="*/ 4759000 h 5190747"/>
                <a:gd name="connsiteX40" fmla="*/ 4051766 w 5079154"/>
                <a:gd name="connsiteY40" fmla="*/ 4777479 h 5190747"/>
                <a:gd name="connsiteX41" fmla="*/ 3997950 w 5079154"/>
                <a:gd name="connsiteY41" fmla="*/ 4812816 h 5190747"/>
                <a:gd name="connsiteX42" fmla="*/ 3970994 w 5079154"/>
                <a:gd name="connsiteY42" fmla="*/ 4830342 h 5190747"/>
                <a:gd name="connsiteX43" fmla="*/ 3957469 w 5079154"/>
                <a:gd name="connsiteY43" fmla="*/ 4839010 h 5190747"/>
                <a:gd name="connsiteX44" fmla="*/ 3943563 w 5079154"/>
                <a:gd name="connsiteY44" fmla="*/ 4847011 h 5190747"/>
                <a:gd name="connsiteX45" fmla="*/ 3887746 w 5079154"/>
                <a:gd name="connsiteY45" fmla="*/ 4878824 h 5190747"/>
                <a:gd name="connsiteX46" fmla="*/ 3859742 w 5079154"/>
                <a:gd name="connsiteY46" fmla="*/ 4894541 h 5190747"/>
                <a:gd name="connsiteX47" fmla="*/ 3845741 w 5079154"/>
                <a:gd name="connsiteY47" fmla="*/ 4902351 h 5190747"/>
                <a:gd name="connsiteX48" fmla="*/ 3831358 w 5079154"/>
                <a:gd name="connsiteY48" fmla="*/ 4909400 h 5190747"/>
                <a:gd name="connsiteX49" fmla="*/ 3773827 w 5079154"/>
                <a:gd name="connsiteY49" fmla="*/ 4937498 h 5190747"/>
                <a:gd name="connsiteX50" fmla="*/ 3745157 w 5079154"/>
                <a:gd name="connsiteY50" fmla="*/ 4951500 h 5190747"/>
                <a:gd name="connsiteX51" fmla="*/ 3716106 w 5079154"/>
                <a:gd name="connsiteY51" fmla="*/ 4964835 h 5190747"/>
                <a:gd name="connsiteX52" fmla="*/ 3657146 w 5079154"/>
                <a:gd name="connsiteY52" fmla="*/ 4989314 h 5190747"/>
                <a:gd name="connsiteX53" fmla="*/ 3598091 w 5079154"/>
                <a:gd name="connsiteY53" fmla="*/ 5013032 h 5190747"/>
                <a:gd name="connsiteX54" fmla="*/ 3538083 w 5079154"/>
                <a:gd name="connsiteY54" fmla="*/ 5033986 h 5190747"/>
                <a:gd name="connsiteX55" fmla="*/ 3478171 w 5079154"/>
                <a:gd name="connsiteY55" fmla="*/ 5054656 h 5190747"/>
                <a:gd name="connsiteX56" fmla="*/ 3417306 w 5079154"/>
                <a:gd name="connsiteY56" fmla="*/ 5072086 h 5190747"/>
                <a:gd name="connsiteX57" fmla="*/ 3356632 w 5079154"/>
                <a:gd name="connsiteY57" fmla="*/ 5089422 h 5190747"/>
                <a:gd name="connsiteX58" fmla="*/ 3295386 w 5079154"/>
                <a:gd name="connsiteY58" fmla="*/ 5103996 h 5190747"/>
                <a:gd name="connsiteX59" fmla="*/ 3172514 w 5079154"/>
                <a:gd name="connsiteY59" fmla="*/ 5129999 h 5190747"/>
                <a:gd name="connsiteX60" fmla="*/ 3110887 w 5079154"/>
                <a:gd name="connsiteY60" fmla="*/ 5141143 h 5190747"/>
                <a:gd name="connsiteX61" fmla="*/ 3080121 w 5079154"/>
                <a:gd name="connsiteY61" fmla="*/ 5146667 h 5190747"/>
                <a:gd name="connsiteX62" fmla="*/ 3049165 w 5079154"/>
                <a:gd name="connsiteY62" fmla="*/ 5150954 h 5190747"/>
                <a:gd name="connsiteX63" fmla="*/ 2555008 w 5079154"/>
                <a:gd name="connsiteY63" fmla="*/ 5189435 h 5190747"/>
                <a:gd name="connsiteX64" fmla="*/ 2431945 w 5079154"/>
                <a:gd name="connsiteY64" fmla="*/ 5190483 h 5190747"/>
                <a:gd name="connsiteX65" fmla="*/ 2370318 w 5079154"/>
                <a:gd name="connsiteY65" fmla="*/ 5190387 h 5190747"/>
                <a:gd name="connsiteX66" fmla="*/ 2308501 w 5079154"/>
                <a:gd name="connsiteY66" fmla="*/ 5189244 h 5190747"/>
                <a:gd name="connsiteX67" fmla="*/ 2184200 w 5079154"/>
                <a:gd name="connsiteY67" fmla="*/ 5183434 h 5190747"/>
                <a:gd name="connsiteX68" fmla="*/ 2059994 w 5079154"/>
                <a:gd name="connsiteY68" fmla="*/ 5172099 h 5190747"/>
                <a:gd name="connsiteX69" fmla="*/ 1568027 w 5079154"/>
                <a:gd name="connsiteY69" fmla="*/ 5069134 h 5190747"/>
                <a:gd name="connsiteX70" fmla="*/ 1537738 w 5079154"/>
                <a:gd name="connsiteY70" fmla="*/ 5059704 h 5190747"/>
                <a:gd name="connsiteX71" fmla="*/ 1507829 w 5079154"/>
                <a:gd name="connsiteY71" fmla="*/ 5048941 h 5190747"/>
                <a:gd name="connsiteX72" fmla="*/ 1448298 w 5079154"/>
                <a:gd name="connsiteY72" fmla="*/ 5026557 h 5190747"/>
                <a:gd name="connsiteX73" fmla="*/ 1418485 w 5079154"/>
                <a:gd name="connsiteY73" fmla="*/ 5015318 h 5190747"/>
                <a:gd name="connsiteX74" fmla="*/ 1389243 w 5079154"/>
                <a:gd name="connsiteY74" fmla="*/ 5002649 h 5190747"/>
                <a:gd name="connsiteX75" fmla="*/ 1331045 w 5079154"/>
                <a:gd name="connsiteY75" fmla="*/ 4976360 h 5190747"/>
                <a:gd name="connsiteX76" fmla="*/ 1106446 w 5079154"/>
                <a:gd name="connsiteY76" fmla="*/ 4853583 h 5190747"/>
                <a:gd name="connsiteX77" fmla="*/ 710777 w 5079154"/>
                <a:gd name="connsiteY77" fmla="*/ 4526495 h 5190747"/>
                <a:gd name="connsiteX78" fmla="*/ 400834 w 5079154"/>
                <a:gd name="connsiteY78" fmla="*/ 4116824 h 5190747"/>
                <a:gd name="connsiteX79" fmla="*/ 181092 w 5079154"/>
                <a:gd name="connsiteY79" fmla="*/ 3653719 h 5190747"/>
                <a:gd name="connsiteX80" fmla="*/ 47361 w 5079154"/>
                <a:gd name="connsiteY80" fmla="*/ 3159943 h 5190747"/>
                <a:gd name="connsiteX81" fmla="*/ 36026 w 5079154"/>
                <a:gd name="connsiteY81" fmla="*/ 3096887 h 5190747"/>
                <a:gd name="connsiteX82" fmla="*/ 26882 w 5079154"/>
                <a:gd name="connsiteY82" fmla="*/ 3033546 h 5190747"/>
                <a:gd name="connsiteX83" fmla="*/ 18596 w 5079154"/>
                <a:gd name="connsiteY83" fmla="*/ 2970110 h 5190747"/>
                <a:gd name="connsiteX84" fmla="*/ 12214 w 5079154"/>
                <a:gd name="connsiteY84" fmla="*/ 2906482 h 5190747"/>
                <a:gd name="connsiteX85" fmla="*/ 3451 w 5079154"/>
                <a:gd name="connsiteY85" fmla="*/ 2778848 h 5190747"/>
                <a:gd name="connsiteX86" fmla="*/ 22 w 5079154"/>
                <a:gd name="connsiteY86" fmla="*/ 2650927 h 5190747"/>
                <a:gd name="connsiteX87" fmla="*/ 42313 w 5079154"/>
                <a:gd name="connsiteY87" fmla="*/ 2141625 h 5190747"/>
                <a:gd name="connsiteX88" fmla="*/ 165662 w 5079154"/>
                <a:gd name="connsiteY88" fmla="*/ 1644896 h 5190747"/>
                <a:gd name="connsiteX89" fmla="*/ 370259 w 5079154"/>
                <a:gd name="connsiteY89" fmla="*/ 1173504 h 5190747"/>
                <a:gd name="connsiteX90" fmla="*/ 661247 w 5079154"/>
                <a:gd name="connsiteY90" fmla="*/ 746022 h 5190747"/>
                <a:gd name="connsiteX91" fmla="*/ 704015 w 5079154"/>
                <a:gd name="connsiteY91" fmla="*/ 696968 h 5190747"/>
                <a:gd name="connsiteX92" fmla="*/ 747353 w 5079154"/>
                <a:gd name="connsiteY92" fmla="*/ 648486 h 5190747"/>
                <a:gd name="connsiteX93" fmla="*/ 792121 w 5079154"/>
                <a:gd name="connsiteY93" fmla="*/ 601147 h 5190747"/>
                <a:gd name="connsiteX94" fmla="*/ 814505 w 5079154"/>
                <a:gd name="connsiteY94" fmla="*/ 577429 h 5190747"/>
                <a:gd name="connsiteX95" fmla="*/ 838031 w 5079154"/>
                <a:gd name="connsiteY95" fmla="*/ 554855 h 5190747"/>
                <a:gd name="connsiteX96" fmla="*/ 885942 w 5079154"/>
                <a:gd name="connsiteY96" fmla="*/ 510469 h 5190747"/>
                <a:gd name="connsiteX97" fmla="*/ 910326 w 5079154"/>
                <a:gd name="connsiteY97" fmla="*/ 488752 h 5190747"/>
                <a:gd name="connsiteX98" fmla="*/ 935948 w 5079154"/>
                <a:gd name="connsiteY98" fmla="*/ 468368 h 5190747"/>
                <a:gd name="connsiteX99" fmla="*/ 1040533 w 5079154"/>
                <a:gd name="connsiteY99" fmla="*/ 390073 h 5190747"/>
                <a:gd name="connsiteX100" fmla="*/ 1501638 w 5079154"/>
                <a:gd name="connsiteY100" fmla="*/ 152614 h 5190747"/>
                <a:gd name="connsiteX101" fmla="*/ 1997700 w 5079154"/>
                <a:gd name="connsiteY101" fmla="*/ 32599 h 5190747"/>
                <a:gd name="connsiteX102" fmla="*/ 2498620 w 5079154"/>
                <a:gd name="connsiteY102" fmla="*/ 24 h 5190747"/>
                <a:gd name="connsiteX103" fmla="*/ 2496620 w 5079154"/>
                <a:gd name="connsiteY103" fmla="*/ 193572 h 5190747"/>
                <a:gd name="connsiteX104" fmla="*/ 2037229 w 5079154"/>
                <a:gd name="connsiteY104" fmla="*/ 241483 h 5190747"/>
                <a:gd name="connsiteX105" fmla="*/ 1613081 w 5079154"/>
                <a:gd name="connsiteY105" fmla="*/ 404646 h 5190747"/>
                <a:gd name="connsiteX106" fmla="*/ 1245892 w 5079154"/>
                <a:gd name="connsiteY106" fmla="*/ 657725 h 5190747"/>
                <a:gd name="connsiteX107" fmla="*/ 1163310 w 5079154"/>
                <a:gd name="connsiteY107" fmla="*/ 731639 h 5190747"/>
                <a:gd name="connsiteX108" fmla="*/ 1142831 w 5079154"/>
                <a:gd name="connsiteY108" fmla="*/ 750118 h 5190747"/>
                <a:gd name="connsiteX109" fmla="*/ 1123019 w 5079154"/>
                <a:gd name="connsiteY109" fmla="*/ 769453 h 5190747"/>
                <a:gd name="connsiteX110" fmla="*/ 1083014 w 5079154"/>
                <a:gd name="connsiteY110" fmla="*/ 807744 h 5190747"/>
                <a:gd name="connsiteX111" fmla="*/ 1062917 w 5079154"/>
                <a:gd name="connsiteY111" fmla="*/ 826794 h 5190747"/>
                <a:gd name="connsiteX112" fmla="*/ 1043676 w 5079154"/>
                <a:gd name="connsiteY112" fmla="*/ 846701 h 5190747"/>
                <a:gd name="connsiteX113" fmla="*/ 1005100 w 5079154"/>
                <a:gd name="connsiteY113" fmla="*/ 886516 h 5190747"/>
                <a:gd name="connsiteX114" fmla="*/ 968143 w 5079154"/>
                <a:gd name="connsiteY114" fmla="*/ 927949 h 5190747"/>
                <a:gd name="connsiteX115" fmla="*/ 932138 w 5079154"/>
                <a:gd name="connsiteY115" fmla="*/ 970336 h 5190747"/>
                <a:gd name="connsiteX116" fmla="*/ 514467 w 5079154"/>
                <a:gd name="connsiteY116" fmla="*/ 1759006 h 5190747"/>
                <a:gd name="connsiteX117" fmla="*/ 413693 w 5079154"/>
                <a:gd name="connsiteY117" fmla="*/ 2199918 h 5190747"/>
                <a:gd name="connsiteX118" fmla="*/ 380546 w 5079154"/>
                <a:gd name="connsiteY118" fmla="*/ 2651689 h 5190747"/>
                <a:gd name="connsiteX119" fmla="*/ 380260 w 5079154"/>
                <a:gd name="connsiteY119" fmla="*/ 2708363 h 5190747"/>
                <a:gd name="connsiteX120" fmla="*/ 381403 w 5079154"/>
                <a:gd name="connsiteY120" fmla="*/ 2765036 h 5190747"/>
                <a:gd name="connsiteX121" fmla="*/ 383117 w 5079154"/>
                <a:gd name="connsiteY121" fmla="*/ 2821710 h 5190747"/>
                <a:gd name="connsiteX122" fmla="*/ 384546 w 5079154"/>
                <a:gd name="connsiteY122" fmla="*/ 2849999 h 5190747"/>
                <a:gd name="connsiteX123" fmla="*/ 386261 w 5079154"/>
                <a:gd name="connsiteY123" fmla="*/ 2878289 h 5190747"/>
                <a:gd name="connsiteX124" fmla="*/ 389499 w 5079154"/>
                <a:gd name="connsiteY124" fmla="*/ 2934867 h 5190747"/>
                <a:gd name="connsiteX125" fmla="*/ 394547 w 5079154"/>
                <a:gd name="connsiteY125" fmla="*/ 2991255 h 5190747"/>
                <a:gd name="connsiteX126" fmla="*/ 399691 w 5079154"/>
                <a:gd name="connsiteY126" fmla="*/ 3047738 h 5190747"/>
                <a:gd name="connsiteX127" fmla="*/ 406644 w 5079154"/>
                <a:gd name="connsiteY127" fmla="*/ 3103936 h 5190747"/>
                <a:gd name="connsiteX128" fmla="*/ 500370 w 5079154"/>
                <a:gd name="connsiteY128" fmla="*/ 3546753 h 5190747"/>
                <a:gd name="connsiteX129" fmla="*/ 670677 w 5079154"/>
                <a:gd name="connsiteY129" fmla="*/ 3964710 h 5190747"/>
                <a:gd name="connsiteX130" fmla="*/ 920042 w 5079154"/>
                <a:gd name="connsiteY130" fmla="*/ 4339233 h 5190747"/>
                <a:gd name="connsiteX131" fmla="*/ 1248464 w 5079154"/>
                <a:gd name="connsiteY131" fmla="*/ 4646700 h 5190747"/>
                <a:gd name="connsiteX132" fmla="*/ 1294374 w 5079154"/>
                <a:gd name="connsiteY132" fmla="*/ 4679657 h 5190747"/>
                <a:gd name="connsiteX133" fmla="*/ 1317329 w 5079154"/>
                <a:gd name="connsiteY133" fmla="*/ 4696230 h 5190747"/>
                <a:gd name="connsiteX134" fmla="*/ 1341237 w 5079154"/>
                <a:gd name="connsiteY134" fmla="*/ 4711375 h 5190747"/>
                <a:gd name="connsiteX135" fmla="*/ 1388957 w 5079154"/>
                <a:gd name="connsiteY135" fmla="*/ 4742046 h 5190747"/>
                <a:gd name="connsiteX136" fmla="*/ 1412960 w 5079154"/>
                <a:gd name="connsiteY136" fmla="*/ 4757190 h 5190747"/>
                <a:gd name="connsiteX137" fmla="*/ 1437725 w 5079154"/>
                <a:gd name="connsiteY137" fmla="*/ 4771097 h 5190747"/>
                <a:gd name="connsiteX138" fmla="*/ 1487351 w 5079154"/>
                <a:gd name="connsiteY138" fmla="*/ 4798910 h 5190747"/>
                <a:gd name="connsiteX139" fmla="*/ 1512402 w 5079154"/>
                <a:gd name="connsiteY139" fmla="*/ 4812626 h 5190747"/>
                <a:gd name="connsiteX140" fmla="*/ 1538024 w 5079154"/>
                <a:gd name="connsiteY140" fmla="*/ 4825199 h 5190747"/>
                <a:gd name="connsiteX141" fmla="*/ 1589364 w 5079154"/>
                <a:gd name="connsiteY141" fmla="*/ 4850345 h 5190747"/>
                <a:gd name="connsiteX142" fmla="*/ 1615176 w 5079154"/>
                <a:gd name="connsiteY142" fmla="*/ 4862632 h 5190747"/>
                <a:gd name="connsiteX143" fmla="*/ 1641560 w 5079154"/>
                <a:gd name="connsiteY143" fmla="*/ 4873681 h 5190747"/>
                <a:gd name="connsiteX144" fmla="*/ 2083616 w 5079154"/>
                <a:gd name="connsiteY144" fmla="*/ 5005602 h 5190747"/>
                <a:gd name="connsiteX145" fmla="*/ 2199059 w 5079154"/>
                <a:gd name="connsiteY145" fmla="*/ 5021985 h 5190747"/>
                <a:gd name="connsiteX146" fmla="*/ 2315645 w 5079154"/>
                <a:gd name="connsiteY146" fmla="*/ 5031224 h 5190747"/>
                <a:gd name="connsiteX147" fmla="*/ 2374414 w 5079154"/>
                <a:gd name="connsiteY147" fmla="*/ 5033415 h 5190747"/>
                <a:gd name="connsiteX148" fmla="*/ 2433374 w 5079154"/>
                <a:gd name="connsiteY148" fmla="*/ 5034273 h 5190747"/>
                <a:gd name="connsiteX149" fmla="*/ 2551579 w 5079154"/>
                <a:gd name="connsiteY149" fmla="*/ 5033130 h 5190747"/>
                <a:gd name="connsiteX150" fmla="*/ 2669499 w 5079154"/>
                <a:gd name="connsiteY150" fmla="*/ 5027700 h 5190747"/>
                <a:gd name="connsiteX151" fmla="*/ 2727982 w 5079154"/>
                <a:gd name="connsiteY151" fmla="*/ 5022747 h 5190747"/>
                <a:gd name="connsiteX152" fmla="*/ 2757224 w 5079154"/>
                <a:gd name="connsiteY152" fmla="*/ 5020270 h 5190747"/>
                <a:gd name="connsiteX153" fmla="*/ 2771797 w 5079154"/>
                <a:gd name="connsiteY153" fmla="*/ 5018937 h 5190747"/>
                <a:gd name="connsiteX154" fmla="*/ 2786275 w 5079154"/>
                <a:gd name="connsiteY154" fmla="*/ 5016842 h 5190747"/>
                <a:gd name="connsiteX155" fmla="*/ 2902099 w 5079154"/>
                <a:gd name="connsiteY155" fmla="*/ 4999792 h 5190747"/>
                <a:gd name="connsiteX156" fmla="*/ 3016494 w 5079154"/>
                <a:gd name="connsiteY156" fmla="*/ 4976170 h 5190747"/>
                <a:gd name="connsiteX157" fmla="*/ 3452263 w 5079154"/>
                <a:gd name="connsiteY157" fmla="*/ 4822627 h 5190747"/>
                <a:gd name="connsiteX158" fmla="*/ 3503889 w 5079154"/>
                <a:gd name="connsiteY158" fmla="*/ 4797767 h 5190747"/>
                <a:gd name="connsiteX159" fmla="*/ 3554085 w 5079154"/>
                <a:gd name="connsiteY159" fmla="*/ 4770430 h 5190747"/>
                <a:gd name="connsiteX160" fmla="*/ 3603996 w 5079154"/>
                <a:gd name="connsiteY160" fmla="*/ 4742903 h 5190747"/>
                <a:gd name="connsiteX161" fmla="*/ 3628475 w 5079154"/>
                <a:gd name="connsiteY161" fmla="*/ 4728425 h 5190747"/>
                <a:gd name="connsiteX162" fmla="*/ 3652669 w 5079154"/>
                <a:gd name="connsiteY162" fmla="*/ 4713375 h 5190747"/>
                <a:gd name="connsiteX163" fmla="*/ 3700866 w 5079154"/>
                <a:gd name="connsiteY163" fmla="*/ 4683467 h 5190747"/>
                <a:gd name="connsiteX164" fmla="*/ 3712867 w 5079154"/>
                <a:gd name="connsiteY164" fmla="*/ 4675942 h 5190747"/>
                <a:gd name="connsiteX165" fmla="*/ 3724488 w 5079154"/>
                <a:gd name="connsiteY165" fmla="*/ 4667750 h 5190747"/>
                <a:gd name="connsiteX166" fmla="*/ 3747633 w 5079154"/>
                <a:gd name="connsiteY166" fmla="*/ 4651463 h 5190747"/>
                <a:gd name="connsiteX167" fmla="*/ 3794115 w 5079154"/>
                <a:gd name="connsiteY167" fmla="*/ 4619268 h 5190747"/>
                <a:gd name="connsiteX168" fmla="*/ 3805736 w 5079154"/>
                <a:gd name="connsiteY168" fmla="*/ 4611267 h 5190747"/>
                <a:gd name="connsiteX169" fmla="*/ 3816880 w 5079154"/>
                <a:gd name="connsiteY169" fmla="*/ 4602599 h 5190747"/>
                <a:gd name="connsiteX170" fmla="*/ 3839168 w 5079154"/>
                <a:gd name="connsiteY170" fmla="*/ 4585264 h 5190747"/>
                <a:gd name="connsiteX171" fmla="*/ 3883841 w 5079154"/>
                <a:gd name="connsiteY171" fmla="*/ 4550879 h 5190747"/>
                <a:gd name="connsiteX172" fmla="*/ 3905558 w 5079154"/>
                <a:gd name="connsiteY172" fmla="*/ 4532972 h 5190747"/>
                <a:gd name="connsiteX173" fmla="*/ 3926989 w 5079154"/>
                <a:gd name="connsiteY173" fmla="*/ 4514684 h 5190747"/>
                <a:gd name="connsiteX174" fmla="*/ 3969851 w 5079154"/>
                <a:gd name="connsiteY174" fmla="*/ 4478393 h 5190747"/>
                <a:gd name="connsiteX175" fmla="*/ 4011381 w 5079154"/>
                <a:gd name="connsiteY175" fmla="*/ 4440579 h 5190747"/>
                <a:gd name="connsiteX176" fmla="*/ 4053291 w 5079154"/>
                <a:gd name="connsiteY176" fmla="*/ 4403146 h 5190747"/>
                <a:gd name="connsiteX177" fmla="*/ 4093581 w 5079154"/>
                <a:gd name="connsiteY177" fmla="*/ 4363998 h 5190747"/>
                <a:gd name="connsiteX178" fmla="*/ 4134063 w 5079154"/>
                <a:gd name="connsiteY178" fmla="*/ 4324946 h 5190747"/>
                <a:gd name="connsiteX179" fmla="*/ 4172639 w 5079154"/>
                <a:gd name="connsiteY179" fmla="*/ 4283988 h 5190747"/>
                <a:gd name="connsiteX180" fmla="*/ 4450483 w 5079154"/>
                <a:gd name="connsiteY180" fmla="*/ 3926610 h 5190747"/>
                <a:gd name="connsiteX181" fmla="*/ 4647746 w 5079154"/>
                <a:gd name="connsiteY181" fmla="*/ 3513035 h 5190747"/>
                <a:gd name="connsiteX182" fmla="*/ 4664796 w 5079154"/>
                <a:gd name="connsiteY182" fmla="*/ 3457980 h 5190747"/>
                <a:gd name="connsiteX183" fmla="*/ 4681083 w 5079154"/>
                <a:gd name="connsiteY183" fmla="*/ 3402640 h 5190747"/>
                <a:gd name="connsiteX184" fmla="*/ 4707753 w 5079154"/>
                <a:gd name="connsiteY184" fmla="*/ 3290340 h 5190747"/>
                <a:gd name="connsiteX185" fmla="*/ 4726041 w 5079154"/>
                <a:gd name="connsiteY185" fmla="*/ 3176326 h 5190747"/>
                <a:gd name="connsiteX186" fmla="*/ 4735090 w 5079154"/>
                <a:gd name="connsiteY186" fmla="*/ 3061169 h 5190747"/>
                <a:gd name="connsiteX187" fmla="*/ 4713659 w 5079154"/>
                <a:gd name="connsiteY187" fmla="*/ 2603302 h 5190747"/>
                <a:gd name="connsiteX188" fmla="*/ 4707658 w 5079154"/>
                <a:gd name="connsiteY188" fmla="*/ 2546914 h 5190747"/>
                <a:gd name="connsiteX189" fmla="*/ 4700991 w 5079154"/>
                <a:gd name="connsiteY189" fmla="*/ 2490716 h 5190747"/>
                <a:gd name="connsiteX190" fmla="*/ 4692894 w 5079154"/>
                <a:gd name="connsiteY190" fmla="*/ 2434805 h 5190747"/>
                <a:gd name="connsiteX191" fmla="*/ 4684036 w 5079154"/>
                <a:gd name="connsiteY191" fmla="*/ 2379083 h 5190747"/>
                <a:gd name="connsiteX192" fmla="*/ 4673940 w 5079154"/>
                <a:gd name="connsiteY192" fmla="*/ 2323648 h 5190747"/>
                <a:gd name="connsiteX193" fmla="*/ 4669177 w 5079154"/>
                <a:gd name="connsiteY193" fmla="*/ 2295930 h 5190747"/>
                <a:gd name="connsiteX194" fmla="*/ 4663367 w 5079154"/>
                <a:gd name="connsiteY194" fmla="*/ 2268403 h 5190747"/>
                <a:gd name="connsiteX195" fmla="*/ 4652127 w 5079154"/>
                <a:gd name="connsiteY195" fmla="*/ 2213348 h 5190747"/>
                <a:gd name="connsiteX196" fmla="*/ 4646793 w 5079154"/>
                <a:gd name="connsiteY196" fmla="*/ 2185821 h 5190747"/>
                <a:gd name="connsiteX197" fmla="*/ 4640602 w 5079154"/>
                <a:gd name="connsiteY197" fmla="*/ 2158484 h 5190747"/>
                <a:gd name="connsiteX198" fmla="*/ 4526969 w 5079154"/>
                <a:gd name="connsiteY198" fmla="*/ 1725668 h 5190747"/>
                <a:gd name="connsiteX199" fmla="*/ 4348947 w 5079154"/>
                <a:gd name="connsiteY199" fmla="*/ 1315426 h 5190747"/>
                <a:gd name="connsiteX200" fmla="*/ 4322277 w 5079154"/>
                <a:gd name="connsiteY200" fmla="*/ 1266087 h 5190747"/>
                <a:gd name="connsiteX201" fmla="*/ 4293416 w 5079154"/>
                <a:gd name="connsiteY201" fmla="*/ 1218176 h 5190747"/>
                <a:gd name="connsiteX202" fmla="*/ 4264555 w 5079154"/>
                <a:gd name="connsiteY202" fmla="*/ 1170075 h 5190747"/>
                <a:gd name="connsiteX203" fmla="*/ 4233599 w 5079154"/>
                <a:gd name="connsiteY203" fmla="*/ 1123403 h 5190747"/>
                <a:gd name="connsiteX204" fmla="*/ 4202262 w 5079154"/>
                <a:gd name="connsiteY204" fmla="*/ 1076825 h 5190747"/>
                <a:gd name="connsiteX205" fmla="*/ 4169115 w 5079154"/>
                <a:gd name="connsiteY205" fmla="*/ 1031582 h 5190747"/>
                <a:gd name="connsiteX206" fmla="*/ 4152541 w 5079154"/>
                <a:gd name="connsiteY206" fmla="*/ 1008912 h 5190747"/>
                <a:gd name="connsiteX207" fmla="*/ 4144254 w 5079154"/>
                <a:gd name="connsiteY207" fmla="*/ 997577 h 5190747"/>
                <a:gd name="connsiteX208" fmla="*/ 4135396 w 5079154"/>
                <a:gd name="connsiteY208" fmla="*/ 986719 h 5190747"/>
                <a:gd name="connsiteX209" fmla="*/ 4099963 w 5079154"/>
                <a:gd name="connsiteY209" fmla="*/ 943190 h 5190747"/>
                <a:gd name="connsiteX210" fmla="*/ 3779256 w 5079154"/>
                <a:gd name="connsiteY210" fmla="*/ 627721 h 5190747"/>
                <a:gd name="connsiteX211" fmla="*/ 3593519 w 5079154"/>
                <a:gd name="connsiteY211" fmla="*/ 497705 h 5190747"/>
                <a:gd name="connsiteX212" fmla="*/ 3392827 w 5079154"/>
                <a:gd name="connsiteY212" fmla="*/ 389882 h 5190747"/>
                <a:gd name="connsiteX213" fmla="*/ 2957534 w 5079154"/>
                <a:gd name="connsiteY213" fmla="*/ 245102 h 5190747"/>
                <a:gd name="connsiteX214" fmla="*/ 2901051 w 5079154"/>
                <a:gd name="connsiteY214" fmla="*/ 232910 h 5190747"/>
                <a:gd name="connsiteX215" fmla="*/ 2843901 w 5079154"/>
                <a:gd name="connsiteY215" fmla="*/ 223861 h 5190747"/>
                <a:gd name="connsiteX216" fmla="*/ 2729030 w 5079154"/>
                <a:gd name="connsiteY216" fmla="*/ 208240 h 5190747"/>
                <a:gd name="connsiteX217" fmla="*/ 2671213 w 5079154"/>
                <a:gd name="connsiteY217" fmla="*/ 202716 h 5190747"/>
                <a:gd name="connsiteX218" fmla="*/ 2613206 w 5079154"/>
                <a:gd name="connsiteY218" fmla="*/ 198430 h 5190747"/>
                <a:gd name="connsiteX219" fmla="*/ 2496620 w 5079154"/>
                <a:gd name="connsiteY219" fmla="*/ 193572 h 5190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5079154" h="5190747">
                  <a:moveTo>
                    <a:pt x="2498620" y="24"/>
                  </a:moveTo>
                  <a:cubicBezTo>
                    <a:pt x="2829900" y="881"/>
                    <a:pt x="3167084" y="51649"/>
                    <a:pt x="3484267" y="172045"/>
                  </a:cubicBezTo>
                  <a:lnTo>
                    <a:pt x="3543417" y="195382"/>
                  </a:lnTo>
                  <a:lnTo>
                    <a:pt x="3573040" y="207002"/>
                  </a:lnTo>
                  <a:cubicBezTo>
                    <a:pt x="3582756" y="211193"/>
                    <a:pt x="3592376" y="215670"/>
                    <a:pt x="3602091" y="220051"/>
                  </a:cubicBezTo>
                  <a:lnTo>
                    <a:pt x="3660099" y="246531"/>
                  </a:lnTo>
                  <a:lnTo>
                    <a:pt x="3689150" y="259771"/>
                  </a:lnTo>
                  <a:cubicBezTo>
                    <a:pt x="3698770" y="264343"/>
                    <a:pt x="3708009" y="269486"/>
                    <a:pt x="3717534" y="274439"/>
                  </a:cubicBezTo>
                  <a:lnTo>
                    <a:pt x="3774303" y="303871"/>
                  </a:lnTo>
                  <a:lnTo>
                    <a:pt x="3802688" y="318635"/>
                  </a:lnTo>
                  <a:cubicBezTo>
                    <a:pt x="3812022" y="323779"/>
                    <a:pt x="3821071" y="329398"/>
                    <a:pt x="3830310" y="334732"/>
                  </a:cubicBezTo>
                  <a:lnTo>
                    <a:pt x="3885555" y="367308"/>
                  </a:lnTo>
                  <a:lnTo>
                    <a:pt x="3913178" y="383691"/>
                  </a:lnTo>
                  <a:lnTo>
                    <a:pt x="3939943" y="401312"/>
                  </a:lnTo>
                  <a:cubicBezTo>
                    <a:pt x="4083580" y="494371"/>
                    <a:pt x="4218168" y="602957"/>
                    <a:pt x="4339612" y="724972"/>
                  </a:cubicBezTo>
                  <a:cubicBezTo>
                    <a:pt x="4460675" y="847368"/>
                    <a:pt x="4570117" y="982051"/>
                    <a:pt x="4664034" y="1126832"/>
                  </a:cubicBezTo>
                  <a:cubicBezTo>
                    <a:pt x="4758331" y="1271421"/>
                    <a:pt x="4837674" y="1425631"/>
                    <a:pt x="4902539" y="1585460"/>
                  </a:cubicBezTo>
                  <a:cubicBezTo>
                    <a:pt x="4966357" y="1745576"/>
                    <a:pt x="5019316" y="1910930"/>
                    <a:pt x="5047891" y="2081046"/>
                  </a:cubicBezTo>
                  <a:cubicBezTo>
                    <a:pt x="5062369" y="2166009"/>
                    <a:pt x="5070847" y="2251829"/>
                    <a:pt x="5075228" y="2337554"/>
                  </a:cubicBezTo>
                  <a:cubicBezTo>
                    <a:pt x="5076942" y="2358986"/>
                    <a:pt x="5077228" y="2380417"/>
                    <a:pt x="5077609" y="2401943"/>
                  </a:cubicBezTo>
                  <a:lnTo>
                    <a:pt x="5078847" y="2466237"/>
                  </a:lnTo>
                  <a:cubicBezTo>
                    <a:pt x="5079609" y="2487668"/>
                    <a:pt x="5078752" y="2509099"/>
                    <a:pt x="5078466" y="2530531"/>
                  </a:cubicBezTo>
                  <a:lnTo>
                    <a:pt x="5076942" y="2594729"/>
                  </a:lnTo>
                  <a:cubicBezTo>
                    <a:pt x="5071037" y="2765894"/>
                    <a:pt x="5038557" y="2934962"/>
                    <a:pt x="4999028" y="3099269"/>
                  </a:cubicBezTo>
                  <a:cubicBezTo>
                    <a:pt x="4988550" y="3140321"/>
                    <a:pt x="4978359" y="3181279"/>
                    <a:pt x="4968738" y="3222141"/>
                  </a:cubicBezTo>
                  <a:lnTo>
                    <a:pt x="4952451" y="3283101"/>
                  </a:lnTo>
                  <a:lnTo>
                    <a:pt x="4936925" y="3344156"/>
                  </a:lnTo>
                  <a:lnTo>
                    <a:pt x="4919875" y="3404831"/>
                  </a:lnTo>
                  <a:cubicBezTo>
                    <a:pt x="4914256" y="3425024"/>
                    <a:pt x="4909207" y="3445407"/>
                    <a:pt x="4903016" y="3465410"/>
                  </a:cubicBezTo>
                  <a:cubicBezTo>
                    <a:pt x="4890252" y="3505415"/>
                    <a:pt x="4878537" y="3545705"/>
                    <a:pt x="4865297" y="3585520"/>
                  </a:cubicBezTo>
                  <a:cubicBezTo>
                    <a:pt x="4811957" y="3744682"/>
                    <a:pt x="4749378" y="3901655"/>
                    <a:pt x="4671177" y="4052340"/>
                  </a:cubicBezTo>
                  <a:cubicBezTo>
                    <a:pt x="4593073" y="4202835"/>
                    <a:pt x="4498870" y="4346948"/>
                    <a:pt x="4386094" y="4476393"/>
                  </a:cubicBezTo>
                  <a:cubicBezTo>
                    <a:pt x="4371997" y="4492490"/>
                    <a:pt x="4358091" y="4508969"/>
                    <a:pt x="4343708" y="4524875"/>
                  </a:cubicBezTo>
                  <a:lnTo>
                    <a:pt x="4298655" y="4570976"/>
                  </a:lnTo>
                  <a:cubicBezTo>
                    <a:pt x="4283605" y="4586312"/>
                    <a:pt x="4268651" y="4601742"/>
                    <a:pt x="4252935" y="4616411"/>
                  </a:cubicBezTo>
                  <a:cubicBezTo>
                    <a:pt x="4237028" y="4630793"/>
                    <a:pt x="4221026" y="4645176"/>
                    <a:pt x="4204738" y="4659273"/>
                  </a:cubicBezTo>
                  <a:lnTo>
                    <a:pt x="4180354" y="4680419"/>
                  </a:lnTo>
                  <a:cubicBezTo>
                    <a:pt x="4172163" y="4687372"/>
                    <a:pt x="4164257" y="4694706"/>
                    <a:pt x="4155494" y="4700898"/>
                  </a:cubicBezTo>
                  <a:lnTo>
                    <a:pt x="4103964" y="4739664"/>
                  </a:lnTo>
                  <a:lnTo>
                    <a:pt x="4078151" y="4759000"/>
                  </a:lnTo>
                  <a:cubicBezTo>
                    <a:pt x="4069578" y="4765477"/>
                    <a:pt x="4060910" y="4771764"/>
                    <a:pt x="4051766" y="4777479"/>
                  </a:cubicBezTo>
                  <a:lnTo>
                    <a:pt x="3997950" y="4812816"/>
                  </a:lnTo>
                  <a:lnTo>
                    <a:pt x="3970994" y="4830342"/>
                  </a:lnTo>
                  <a:lnTo>
                    <a:pt x="3957469" y="4839010"/>
                  </a:lnTo>
                  <a:lnTo>
                    <a:pt x="3943563" y="4847011"/>
                  </a:lnTo>
                  <a:lnTo>
                    <a:pt x="3887746" y="4878824"/>
                  </a:lnTo>
                  <a:lnTo>
                    <a:pt x="3859742" y="4894541"/>
                  </a:lnTo>
                  <a:lnTo>
                    <a:pt x="3845741" y="4902351"/>
                  </a:lnTo>
                  <a:lnTo>
                    <a:pt x="3831358" y="4909400"/>
                  </a:lnTo>
                  <a:lnTo>
                    <a:pt x="3773827" y="4937498"/>
                  </a:lnTo>
                  <a:lnTo>
                    <a:pt x="3745157" y="4951500"/>
                  </a:lnTo>
                  <a:cubicBezTo>
                    <a:pt x="3735632" y="4956263"/>
                    <a:pt x="3726012" y="4960835"/>
                    <a:pt x="3716106" y="4964835"/>
                  </a:cubicBezTo>
                  <a:lnTo>
                    <a:pt x="3657146" y="4989314"/>
                  </a:lnTo>
                  <a:cubicBezTo>
                    <a:pt x="3637429" y="4997220"/>
                    <a:pt x="3618093" y="5005983"/>
                    <a:pt x="3598091" y="5013032"/>
                  </a:cubicBezTo>
                  <a:lnTo>
                    <a:pt x="3538083" y="5033986"/>
                  </a:lnTo>
                  <a:cubicBezTo>
                    <a:pt x="3518081" y="5040845"/>
                    <a:pt x="3498174" y="5047989"/>
                    <a:pt x="3478171" y="5054656"/>
                  </a:cubicBezTo>
                  <a:lnTo>
                    <a:pt x="3417306" y="5072086"/>
                  </a:lnTo>
                  <a:lnTo>
                    <a:pt x="3356632" y="5089422"/>
                  </a:lnTo>
                  <a:cubicBezTo>
                    <a:pt x="3336344" y="5094756"/>
                    <a:pt x="3315770" y="5099138"/>
                    <a:pt x="3295386" y="5103996"/>
                  </a:cubicBezTo>
                  <a:cubicBezTo>
                    <a:pt x="3254524" y="5113330"/>
                    <a:pt x="3213948" y="5123712"/>
                    <a:pt x="3172514" y="5129999"/>
                  </a:cubicBezTo>
                  <a:lnTo>
                    <a:pt x="3110887" y="5141143"/>
                  </a:lnTo>
                  <a:lnTo>
                    <a:pt x="3080121" y="5146667"/>
                  </a:lnTo>
                  <a:cubicBezTo>
                    <a:pt x="3069834" y="5148286"/>
                    <a:pt x="3059547" y="5149525"/>
                    <a:pt x="3049165" y="5150954"/>
                  </a:cubicBezTo>
                  <a:cubicBezTo>
                    <a:pt x="2884859" y="5176481"/>
                    <a:pt x="2718838" y="5186958"/>
                    <a:pt x="2555008" y="5189435"/>
                  </a:cubicBezTo>
                  <a:cubicBezTo>
                    <a:pt x="2514050" y="5190197"/>
                    <a:pt x="2473093" y="5191244"/>
                    <a:pt x="2431945" y="5190483"/>
                  </a:cubicBezTo>
                  <a:lnTo>
                    <a:pt x="2370318" y="5190387"/>
                  </a:lnTo>
                  <a:cubicBezTo>
                    <a:pt x="2349744" y="5190292"/>
                    <a:pt x="2329266" y="5190577"/>
                    <a:pt x="2308501" y="5189244"/>
                  </a:cubicBezTo>
                  <a:lnTo>
                    <a:pt x="2184200" y="5183434"/>
                  </a:lnTo>
                  <a:lnTo>
                    <a:pt x="2059994" y="5172099"/>
                  </a:lnTo>
                  <a:cubicBezTo>
                    <a:pt x="1894544" y="5153335"/>
                    <a:pt x="1729095" y="5121236"/>
                    <a:pt x="1568027" y="5069134"/>
                  </a:cubicBezTo>
                  <a:lnTo>
                    <a:pt x="1537738" y="5059704"/>
                  </a:lnTo>
                  <a:cubicBezTo>
                    <a:pt x="1527546" y="5056751"/>
                    <a:pt x="1517831" y="5052465"/>
                    <a:pt x="1507829" y="5048941"/>
                  </a:cubicBezTo>
                  <a:lnTo>
                    <a:pt x="1448298" y="5026557"/>
                  </a:lnTo>
                  <a:lnTo>
                    <a:pt x="1418485" y="5015318"/>
                  </a:lnTo>
                  <a:cubicBezTo>
                    <a:pt x="1408484" y="5011698"/>
                    <a:pt x="1398959" y="5006840"/>
                    <a:pt x="1389243" y="5002649"/>
                  </a:cubicBezTo>
                  <a:lnTo>
                    <a:pt x="1331045" y="4976360"/>
                  </a:lnTo>
                  <a:cubicBezTo>
                    <a:pt x="1253702" y="4940737"/>
                    <a:pt x="1178645" y="4899494"/>
                    <a:pt x="1106446" y="4853583"/>
                  </a:cubicBezTo>
                  <a:cubicBezTo>
                    <a:pt x="962047" y="4761667"/>
                    <a:pt x="829268" y="4650796"/>
                    <a:pt x="710777" y="4526495"/>
                  </a:cubicBezTo>
                  <a:cubicBezTo>
                    <a:pt x="592667" y="4401813"/>
                    <a:pt x="488940" y="4263795"/>
                    <a:pt x="400834" y="4116824"/>
                  </a:cubicBezTo>
                  <a:cubicBezTo>
                    <a:pt x="312728" y="3969758"/>
                    <a:pt x="239671" y="3814215"/>
                    <a:pt x="181092" y="3653719"/>
                  </a:cubicBezTo>
                  <a:cubicBezTo>
                    <a:pt x="122418" y="3493223"/>
                    <a:pt x="78127" y="3327773"/>
                    <a:pt x="47361" y="3159943"/>
                  </a:cubicBezTo>
                  <a:cubicBezTo>
                    <a:pt x="43646" y="3138988"/>
                    <a:pt x="39265" y="3118033"/>
                    <a:pt x="36026" y="3096887"/>
                  </a:cubicBezTo>
                  <a:lnTo>
                    <a:pt x="26882" y="3033546"/>
                  </a:lnTo>
                  <a:cubicBezTo>
                    <a:pt x="24120" y="3012400"/>
                    <a:pt x="20596" y="2991350"/>
                    <a:pt x="18596" y="2970110"/>
                  </a:cubicBezTo>
                  <a:lnTo>
                    <a:pt x="12214" y="2906482"/>
                  </a:lnTo>
                  <a:cubicBezTo>
                    <a:pt x="7261" y="2864096"/>
                    <a:pt x="5737" y="2821424"/>
                    <a:pt x="3451" y="2778848"/>
                  </a:cubicBezTo>
                  <a:cubicBezTo>
                    <a:pt x="689" y="2736271"/>
                    <a:pt x="308" y="2693599"/>
                    <a:pt x="22" y="2650927"/>
                  </a:cubicBezTo>
                  <a:cubicBezTo>
                    <a:pt x="-645" y="2480334"/>
                    <a:pt x="13928" y="2309837"/>
                    <a:pt x="42313" y="2141625"/>
                  </a:cubicBezTo>
                  <a:cubicBezTo>
                    <a:pt x="70507" y="1973414"/>
                    <a:pt x="111369" y="1807202"/>
                    <a:pt x="165662" y="1644896"/>
                  </a:cubicBezTo>
                  <a:cubicBezTo>
                    <a:pt x="219954" y="1482685"/>
                    <a:pt x="287963" y="1324666"/>
                    <a:pt x="370259" y="1173504"/>
                  </a:cubicBezTo>
                  <a:cubicBezTo>
                    <a:pt x="452459" y="1022438"/>
                    <a:pt x="549519" y="878515"/>
                    <a:pt x="661247" y="746022"/>
                  </a:cubicBezTo>
                  <a:lnTo>
                    <a:pt x="704015" y="696968"/>
                  </a:lnTo>
                  <a:cubicBezTo>
                    <a:pt x="718302" y="680680"/>
                    <a:pt x="732113" y="664012"/>
                    <a:pt x="747353" y="648486"/>
                  </a:cubicBezTo>
                  <a:lnTo>
                    <a:pt x="792121" y="601147"/>
                  </a:lnTo>
                  <a:lnTo>
                    <a:pt x="814505" y="577429"/>
                  </a:lnTo>
                  <a:cubicBezTo>
                    <a:pt x="822125" y="569619"/>
                    <a:pt x="830221" y="562380"/>
                    <a:pt x="838031" y="554855"/>
                  </a:cubicBezTo>
                  <a:cubicBezTo>
                    <a:pt x="853843" y="539901"/>
                    <a:pt x="869845" y="525137"/>
                    <a:pt x="885942" y="510469"/>
                  </a:cubicBezTo>
                  <a:cubicBezTo>
                    <a:pt x="894038" y="503230"/>
                    <a:pt x="902039" y="495800"/>
                    <a:pt x="910326" y="488752"/>
                  </a:cubicBezTo>
                  <a:lnTo>
                    <a:pt x="935948" y="468368"/>
                  </a:lnTo>
                  <a:cubicBezTo>
                    <a:pt x="970334" y="441508"/>
                    <a:pt x="1004147" y="414171"/>
                    <a:pt x="1040533" y="390073"/>
                  </a:cubicBezTo>
                  <a:cubicBezTo>
                    <a:pt x="1183313" y="290155"/>
                    <a:pt x="1339713" y="210907"/>
                    <a:pt x="1501638" y="152614"/>
                  </a:cubicBezTo>
                  <a:cubicBezTo>
                    <a:pt x="1663658" y="93940"/>
                    <a:pt x="1830822" y="56602"/>
                    <a:pt x="1997700" y="32599"/>
                  </a:cubicBezTo>
                  <a:cubicBezTo>
                    <a:pt x="2164864" y="9073"/>
                    <a:pt x="2332599" y="-548"/>
                    <a:pt x="2498620" y="24"/>
                  </a:cubicBezTo>
                  <a:close/>
                  <a:moveTo>
                    <a:pt x="2496620" y="193572"/>
                  </a:moveTo>
                  <a:cubicBezTo>
                    <a:pt x="2340886" y="190714"/>
                    <a:pt x="2186486" y="205859"/>
                    <a:pt x="2037229" y="241483"/>
                  </a:cubicBezTo>
                  <a:cubicBezTo>
                    <a:pt x="1887972" y="276820"/>
                    <a:pt x="1745383" y="333494"/>
                    <a:pt x="1613081" y="404646"/>
                  </a:cubicBezTo>
                  <a:cubicBezTo>
                    <a:pt x="1480683" y="475893"/>
                    <a:pt x="1358477" y="561904"/>
                    <a:pt x="1245892" y="657725"/>
                  </a:cubicBezTo>
                  <a:cubicBezTo>
                    <a:pt x="1216841" y="680490"/>
                    <a:pt x="1190837" y="707160"/>
                    <a:pt x="1163310" y="731639"/>
                  </a:cubicBezTo>
                  <a:lnTo>
                    <a:pt x="1142831" y="750118"/>
                  </a:lnTo>
                  <a:cubicBezTo>
                    <a:pt x="1136069" y="756404"/>
                    <a:pt x="1129687" y="763072"/>
                    <a:pt x="1123019" y="769453"/>
                  </a:cubicBezTo>
                  <a:cubicBezTo>
                    <a:pt x="1109780" y="782312"/>
                    <a:pt x="1096540" y="795171"/>
                    <a:pt x="1083014" y="807744"/>
                  </a:cubicBezTo>
                  <a:cubicBezTo>
                    <a:pt x="1076347" y="814126"/>
                    <a:pt x="1069394" y="820222"/>
                    <a:pt x="1062917" y="826794"/>
                  </a:cubicBezTo>
                  <a:lnTo>
                    <a:pt x="1043676" y="846701"/>
                  </a:lnTo>
                  <a:lnTo>
                    <a:pt x="1005100" y="886516"/>
                  </a:lnTo>
                  <a:cubicBezTo>
                    <a:pt x="991860" y="899470"/>
                    <a:pt x="980240" y="913948"/>
                    <a:pt x="968143" y="927949"/>
                  </a:cubicBezTo>
                  <a:lnTo>
                    <a:pt x="932138" y="970336"/>
                  </a:lnTo>
                  <a:cubicBezTo>
                    <a:pt x="744020" y="1200269"/>
                    <a:pt x="605526" y="1472113"/>
                    <a:pt x="514467" y="1759006"/>
                  </a:cubicBezTo>
                  <a:cubicBezTo>
                    <a:pt x="468842" y="1902547"/>
                    <a:pt x="435219" y="2050376"/>
                    <a:pt x="413693" y="2199918"/>
                  </a:cubicBezTo>
                  <a:cubicBezTo>
                    <a:pt x="392261" y="2349556"/>
                    <a:pt x="381689" y="2500622"/>
                    <a:pt x="380546" y="2651689"/>
                  </a:cubicBezTo>
                  <a:lnTo>
                    <a:pt x="380260" y="2708363"/>
                  </a:lnTo>
                  <a:cubicBezTo>
                    <a:pt x="379688" y="2727317"/>
                    <a:pt x="381117" y="2746082"/>
                    <a:pt x="381403" y="2765036"/>
                  </a:cubicBezTo>
                  <a:lnTo>
                    <a:pt x="383117" y="2821710"/>
                  </a:lnTo>
                  <a:cubicBezTo>
                    <a:pt x="383213" y="2831140"/>
                    <a:pt x="383879" y="2840570"/>
                    <a:pt x="384546" y="2849999"/>
                  </a:cubicBezTo>
                  <a:lnTo>
                    <a:pt x="386261" y="2878289"/>
                  </a:lnTo>
                  <a:lnTo>
                    <a:pt x="389499" y="2934867"/>
                  </a:lnTo>
                  <a:cubicBezTo>
                    <a:pt x="390452" y="2953727"/>
                    <a:pt x="392928" y="2972491"/>
                    <a:pt x="394547" y="2991255"/>
                  </a:cubicBezTo>
                  <a:lnTo>
                    <a:pt x="399691" y="3047738"/>
                  </a:lnTo>
                  <a:cubicBezTo>
                    <a:pt x="401501" y="3066598"/>
                    <a:pt x="404358" y="3085172"/>
                    <a:pt x="406644" y="3103936"/>
                  </a:cubicBezTo>
                  <a:cubicBezTo>
                    <a:pt x="425599" y="3253859"/>
                    <a:pt x="456650" y="3402354"/>
                    <a:pt x="500370" y="3546753"/>
                  </a:cubicBezTo>
                  <a:cubicBezTo>
                    <a:pt x="544090" y="3691152"/>
                    <a:pt x="600668" y="3831550"/>
                    <a:pt x="670677" y="3964710"/>
                  </a:cubicBezTo>
                  <a:cubicBezTo>
                    <a:pt x="740591" y="4097870"/>
                    <a:pt x="823458" y="4224171"/>
                    <a:pt x="920042" y="4339233"/>
                  </a:cubicBezTo>
                  <a:cubicBezTo>
                    <a:pt x="1016720" y="4454105"/>
                    <a:pt x="1127115" y="4557356"/>
                    <a:pt x="1248464" y="4646700"/>
                  </a:cubicBezTo>
                  <a:lnTo>
                    <a:pt x="1294374" y="4679657"/>
                  </a:lnTo>
                  <a:lnTo>
                    <a:pt x="1317329" y="4696230"/>
                  </a:lnTo>
                  <a:lnTo>
                    <a:pt x="1341237" y="4711375"/>
                  </a:lnTo>
                  <a:lnTo>
                    <a:pt x="1388957" y="4742046"/>
                  </a:lnTo>
                  <a:cubicBezTo>
                    <a:pt x="1396958" y="4747094"/>
                    <a:pt x="1404769" y="4752523"/>
                    <a:pt x="1412960" y="4757190"/>
                  </a:cubicBezTo>
                  <a:lnTo>
                    <a:pt x="1437725" y="4771097"/>
                  </a:lnTo>
                  <a:lnTo>
                    <a:pt x="1487351" y="4798910"/>
                  </a:lnTo>
                  <a:cubicBezTo>
                    <a:pt x="1495733" y="4803387"/>
                    <a:pt x="1503734" y="4808625"/>
                    <a:pt x="1512402" y="4812626"/>
                  </a:cubicBezTo>
                  <a:lnTo>
                    <a:pt x="1538024" y="4825199"/>
                  </a:lnTo>
                  <a:lnTo>
                    <a:pt x="1589364" y="4850345"/>
                  </a:lnTo>
                  <a:cubicBezTo>
                    <a:pt x="1598031" y="4854345"/>
                    <a:pt x="1606318" y="4859108"/>
                    <a:pt x="1615176" y="4862632"/>
                  </a:cubicBezTo>
                  <a:lnTo>
                    <a:pt x="1641560" y="4873681"/>
                  </a:lnTo>
                  <a:cubicBezTo>
                    <a:pt x="1781864" y="4934355"/>
                    <a:pt x="1930549" y="4979218"/>
                    <a:pt x="2083616" y="5005602"/>
                  </a:cubicBezTo>
                  <a:lnTo>
                    <a:pt x="2199059" y="5021985"/>
                  </a:lnTo>
                  <a:cubicBezTo>
                    <a:pt x="2237825" y="5025604"/>
                    <a:pt x="2276688" y="5028176"/>
                    <a:pt x="2315645" y="5031224"/>
                  </a:cubicBezTo>
                  <a:cubicBezTo>
                    <a:pt x="2334981" y="5033225"/>
                    <a:pt x="2354697" y="5033034"/>
                    <a:pt x="2374414" y="5033415"/>
                  </a:cubicBezTo>
                  <a:lnTo>
                    <a:pt x="2433374" y="5034273"/>
                  </a:lnTo>
                  <a:cubicBezTo>
                    <a:pt x="2472617" y="5035129"/>
                    <a:pt x="2512146" y="5033892"/>
                    <a:pt x="2551579" y="5033130"/>
                  </a:cubicBezTo>
                  <a:cubicBezTo>
                    <a:pt x="2591013" y="5031891"/>
                    <a:pt x="2630637" y="5031701"/>
                    <a:pt x="2669499" y="5027700"/>
                  </a:cubicBezTo>
                  <a:lnTo>
                    <a:pt x="2727982" y="5022747"/>
                  </a:lnTo>
                  <a:lnTo>
                    <a:pt x="2757224" y="5020270"/>
                  </a:lnTo>
                  <a:lnTo>
                    <a:pt x="2771797" y="5018937"/>
                  </a:lnTo>
                  <a:lnTo>
                    <a:pt x="2786275" y="5016842"/>
                  </a:lnTo>
                  <a:lnTo>
                    <a:pt x="2902099" y="4999792"/>
                  </a:lnTo>
                  <a:cubicBezTo>
                    <a:pt x="2940485" y="4992839"/>
                    <a:pt x="2978394" y="4984076"/>
                    <a:pt x="3016494" y="4976170"/>
                  </a:cubicBezTo>
                  <a:cubicBezTo>
                    <a:pt x="3167942" y="4940737"/>
                    <a:pt x="3314246" y="4888540"/>
                    <a:pt x="3452263" y="4822627"/>
                  </a:cubicBezTo>
                  <a:lnTo>
                    <a:pt x="3503889" y="4797767"/>
                  </a:lnTo>
                  <a:cubicBezTo>
                    <a:pt x="3521033" y="4789385"/>
                    <a:pt x="3537416" y="4779479"/>
                    <a:pt x="3554085" y="4770430"/>
                  </a:cubicBezTo>
                  <a:lnTo>
                    <a:pt x="3603996" y="4742903"/>
                  </a:lnTo>
                  <a:cubicBezTo>
                    <a:pt x="3612474" y="4738616"/>
                    <a:pt x="3620475" y="4733568"/>
                    <a:pt x="3628475" y="4728425"/>
                  </a:cubicBezTo>
                  <a:lnTo>
                    <a:pt x="3652669" y="4713375"/>
                  </a:lnTo>
                  <a:lnTo>
                    <a:pt x="3700866" y="4683467"/>
                  </a:lnTo>
                  <a:lnTo>
                    <a:pt x="3712867" y="4675942"/>
                  </a:lnTo>
                  <a:lnTo>
                    <a:pt x="3724488" y="4667750"/>
                  </a:lnTo>
                  <a:lnTo>
                    <a:pt x="3747633" y="4651463"/>
                  </a:lnTo>
                  <a:lnTo>
                    <a:pt x="3794115" y="4619268"/>
                  </a:lnTo>
                  <a:lnTo>
                    <a:pt x="3805736" y="4611267"/>
                  </a:lnTo>
                  <a:lnTo>
                    <a:pt x="3816880" y="4602599"/>
                  </a:lnTo>
                  <a:lnTo>
                    <a:pt x="3839168" y="4585264"/>
                  </a:lnTo>
                  <a:lnTo>
                    <a:pt x="3883841" y="4550879"/>
                  </a:lnTo>
                  <a:cubicBezTo>
                    <a:pt x="3891366" y="4545354"/>
                    <a:pt x="3898509" y="4539163"/>
                    <a:pt x="3905558" y="4532972"/>
                  </a:cubicBezTo>
                  <a:lnTo>
                    <a:pt x="3926989" y="4514684"/>
                  </a:lnTo>
                  <a:lnTo>
                    <a:pt x="3969851" y="4478393"/>
                  </a:lnTo>
                  <a:cubicBezTo>
                    <a:pt x="3984234" y="4466392"/>
                    <a:pt x="3997379" y="4452962"/>
                    <a:pt x="4011381" y="4440579"/>
                  </a:cubicBezTo>
                  <a:cubicBezTo>
                    <a:pt x="4025192" y="4427911"/>
                    <a:pt x="4039193" y="4415529"/>
                    <a:pt x="4053291" y="4403146"/>
                  </a:cubicBezTo>
                  <a:cubicBezTo>
                    <a:pt x="4067102" y="4390573"/>
                    <a:pt x="4079960" y="4376857"/>
                    <a:pt x="4093581" y="4363998"/>
                  </a:cubicBezTo>
                  <a:lnTo>
                    <a:pt x="4134063" y="4324946"/>
                  </a:lnTo>
                  <a:lnTo>
                    <a:pt x="4172639" y="4283988"/>
                  </a:lnTo>
                  <a:cubicBezTo>
                    <a:pt x="4275223" y="4174546"/>
                    <a:pt x="4369425" y="4055579"/>
                    <a:pt x="4450483" y="3926610"/>
                  </a:cubicBezTo>
                  <a:cubicBezTo>
                    <a:pt x="4531541" y="3797832"/>
                    <a:pt x="4599359" y="3658957"/>
                    <a:pt x="4647746" y="3513035"/>
                  </a:cubicBezTo>
                  <a:cubicBezTo>
                    <a:pt x="4654604" y="3495032"/>
                    <a:pt x="4659176" y="3476268"/>
                    <a:pt x="4664796" y="3457980"/>
                  </a:cubicBezTo>
                  <a:lnTo>
                    <a:pt x="4681083" y="3402640"/>
                  </a:lnTo>
                  <a:cubicBezTo>
                    <a:pt x="4690704" y="3365397"/>
                    <a:pt x="4699181" y="3327869"/>
                    <a:pt x="4707753" y="3290340"/>
                  </a:cubicBezTo>
                  <a:cubicBezTo>
                    <a:pt x="4714802" y="3252431"/>
                    <a:pt x="4720517" y="3214331"/>
                    <a:pt x="4726041" y="3176326"/>
                  </a:cubicBezTo>
                  <a:cubicBezTo>
                    <a:pt x="4729566" y="3137845"/>
                    <a:pt x="4733090" y="3099554"/>
                    <a:pt x="4735090" y="3061169"/>
                  </a:cubicBezTo>
                  <a:cubicBezTo>
                    <a:pt x="4741281" y="2906959"/>
                    <a:pt x="4727280" y="2753702"/>
                    <a:pt x="4713659" y="2603302"/>
                  </a:cubicBezTo>
                  <a:lnTo>
                    <a:pt x="4707658" y="2546914"/>
                  </a:lnTo>
                  <a:cubicBezTo>
                    <a:pt x="4705658" y="2528149"/>
                    <a:pt x="4704134" y="2509385"/>
                    <a:pt x="4700991" y="2490716"/>
                  </a:cubicBezTo>
                  <a:lnTo>
                    <a:pt x="4692894" y="2434805"/>
                  </a:lnTo>
                  <a:cubicBezTo>
                    <a:pt x="4690227" y="2416136"/>
                    <a:pt x="4687656" y="2397562"/>
                    <a:pt x="4684036" y="2379083"/>
                  </a:cubicBezTo>
                  <a:lnTo>
                    <a:pt x="4673940" y="2323648"/>
                  </a:lnTo>
                  <a:lnTo>
                    <a:pt x="4669177" y="2295930"/>
                  </a:lnTo>
                  <a:cubicBezTo>
                    <a:pt x="4667463" y="2286691"/>
                    <a:pt x="4665272" y="2277547"/>
                    <a:pt x="4663367" y="2268403"/>
                  </a:cubicBezTo>
                  <a:cubicBezTo>
                    <a:pt x="4659366" y="2250115"/>
                    <a:pt x="4655747" y="2231732"/>
                    <a:pt x="4652127" y="2213348"/>
                  </a:cubicBezTo>
                  <a:lnTo>
                    <a:pt x="4646793" y="2185821"/>
                  </a:lnTo>
                  <a:lnTo>
                    <a:pt x="4640602" y="2158484"/>
                  </a:lnTo>
                  <a:cubicBezTo>
                    <a:pt x="4608979" y="2012561"/>
                    <a:pt x="4575737" y="1866829"/>
                    <a:pt x="4526969" y="1725668"/>
                  </a:cubicBezTo>
                  <a:cubicBezTo>
                    <a:pt x="4479344" y="1584222"/>
                    <a:pt x="4419813" y="1446776"/>
                    <a:pt x="4348947" y="1315426"/>
                  </a:cubicBezTo>
                  <a:lnTo>
                    <a:pt x="4322277" y="1266087"/>
                  </a:lnTo>
                  <a:lnTo>
                    <a:pt x="4293416" y="1218176"/>
                  </a:lnTo>
                  <a:cubicBezTo>
                    <a:pt x="4283796" y="1202174"/>
                    <a:pt x="4274557" y="1185887"/>
                    <a:pt x="4264555" y="1170075"/>
                  </a:cubicBezTo>
                  <a:lnTo>
                    <a:pt x="4233599" y="1123403"/>
                  </a:lnTo>
                  <a:cubicBezTo>
                    <a:pt x="4223121" y="1107972"/>
                    <a:pt x="4213406" y="1091875"/>
                    <a:pt x="4202262" y="1076825"/>
                  </a:cubicBezTo>
                  <a:lnTo>
                    <a:pt x="4169115" y="1031582"/>
                  </a:lnTo>
                  <a:lnTo>
                    <a:pt x="4152541" y="1008912"/>
                  </a:lnTo>
                  <a:lnTo>
                    <a:pt x="4144254" y="997577"/>
                  </a:lnTo>
                  <a:lnTo>
                    <a:pt x="4135396" y="986719"/>
                  </a:lnTo>
                  <a:lnTo>
                    <a:pt x="4099963" y="943190"/>
                  </a:lnTo>
                  <a:cubicBezTo>
                    <a:pt x="4004999" y="827461"/>
                    <a:pt x="3897938" y="720781"/>
                    <a:pt x="3779256" y="627721"/>
                  </a:cubicBezTo>
                  <a:cubicBezTo>
                    <a:pt x="3719916" y="581144"/>
                    <a:pt x="3657908" y="537710"/>
                    <a:pt x="3593519" y="497705"/>
                  </a:cubicBezTo>
                  <a:cubicBezTo>
                    <a:pt x="3528844" y="458367"/>
                    <a:pt x="3462074" y="421791"/>
                    <a:pt x="3392827" y="389882"/>
                  </a:cubicBezTo>
                  <a:cubicBezTo>
                    <a:pt x="3254715" y="325398"/>
                    <a:pt x="3108125" y="277487"/>
                    <a:pt x="2957534" y="245102"/>
                  </a:cubicBezTo>
                  <a:lnTo>
                    <a:pt x="2901051" y="232910"/>
                  </a:lnTo>
                  <a:cubicBezTo>
                    <a:pt x="2882097" y="229576"/>
                    <a:pt x="2862951" y="226909"/>
                    <a:pt x="2843901" y="223861"/>
                  </a:cubicBezTo>
                  <a:cubicBezTo>
                    <a:pt x="2805706" y="218146"/>
                    <a:pt x="2767701" y="211193"/>
                    <a:pt x="2729030" y="208240"/>
                  </a:cubicBezTo>
                  <a:lnTo>
                    <a:pt x="2671213" y="202716"/>
                  </a:lnTo>
                  <a:cubicBezTo>
                    <a:pt x="2651973" y="200906"/>
                    <a:pt x="2632732" y="198811"/>
                    <a:pt x="2613206" y="198430"/>
                  </a:cubicBezTo>
                  <a:lnTo>
                    <a:pt x="2496620" y="193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D7B485B7-5D86-453C-9D47-6CB8286EAE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14665" y="738154"/>
              <a:ext cx="5366579" cy="5378461"/>
            </a:xfrm>
            <a:custGeom>
              <a:avLst/>
              <a:gdLst>
                <a:gd name="connsiteX0" fmla="*/ 2659998 w 5366579"/>
                <a:gd name="connsiteY0" fmla="*/ 1557 h 5378461"/>
                <a:gd name="connsiteX1" fmla="*/ 3683078 w 5366579"/>
                <a:gd name="connsiteY1" fmla="*/ 158815 h 5378461"/>
                <a:gd name="connsiteX2" fmla="*/ 3744609 w 5366579"/>
                <a:gd name="connsiteY2" fmla="*/ 181294 h 5378461"/>
                <a:gd name="connsiteX3" fmla="*/ 3775470 w 5366579"/>
                <a:gd name="connsiteY3" fmla="*/ 192438 h 5378461"/>
                <a:gd name="connsiteX4" fmla="*/ 3806141 w 5366579"/>
                <a:gd name="connsiteY4" fmla="*/ 204154 h 5378461"/>
                <a:gd name="connsiteX5" fmla="*/ 3927109 w 5366579"/>
                <a:gd name="connsiteY5" fmla="*/ 255874 h 5378461"/>
                <a:gd name="connsiteX6" fmla="*/ 4045695 w 5366579"/>
                <a:gd name="connsiteY6" fmla="*/ 313786 h 5378461"/>
                <a:gd name="connsiteX7" fmla="*/ 4161233 w 5366579"/>
                <a:gd name="connsiteY7" fmla="*/ 378461 h 5378461"/>
                <a:gd name="connsiteX8" fmla="*/ 4585095 w 5366579"/>
                <a:gd name="connsiteY8" fmla="*/ 700597 h 5378461"/>
                <a:gd name="connsiteX9" fmla="*/ 5176217 w 5366579"/>
                <a:gd name="connsiteY9" fmla="*/ 1590232 h 5378461"/>
                <a:gd name="connsiteX10" fmla="*/ 5366432 w 5366579"/>
                <a:gd name="connsiteY10" fmla="*/ 2641982 h 5378461"/>
                <a:gd name="connsiteX11" fmla="*/ 4594239 w 5366579"/>
                <a:gd name="connsiteY11" fmla="*/ 4567938 h 5378461"/>
                <a:gd name="connsiteX12" fmla="*/ 4193332 w 5366579"/>
                <a:gd name="connsiteY12" fmla="*/ 4906456 h 5378461"/>
                <a:gd name="connsiteX13" fmla="*/ 4166376 w 5366579"/>
                <a:gd name="connsiteY13" fmla="*/ 4925220 h 5378461"/>
                <a:gd name="connsiteX14" fmla="*/ 4138563 w 5366579"/>
                <a:gd name="connsiteY14" fmla="*/ 4942651 h 5378461"/>
                <a:gd name="connsiteX15" fmla="*/ 4082652 w 5366579"/>
                <a:gd name="connsiteY15" fmla="*/ 4977132 h 5378461"/>
                <a:gd name="connsiteX16" fmla="*/ 4054743 w 5366579"/>
                <a:gd name="connsiteY16" fmla="*/ 4994467 h 5378461"/>
                <a:gd name="connsiteX17" fmla="*/ 4026073 w 5366579"/>
                <a:gd name="connsiteY17" fmla="*/ 5010469 h 5378461"/>
                <a:gd name="connsiteX18" fmla="*/ 3968447 w 5366579"/>
                <a:gd name="connsiteY18" fmla="*/ 5042092 h 5378461"/>
                <a:gd name="connsiteX19" fmla="*/ 3939586 w 5366579"/>
                <a:gd name="connsiteY19" fmla="*/ 5057904 h 5378461"/>
                <a:gd name="connsiteX20" fmla="*/ 3910059 w 5366579"/>
                <a:gd name="connsiteY20" fmla="*/ 5072286 h 5378461"/>
                <a:gd name="connsiteX21" fmla="*/ 3850813 w 5366579"/>
                <a:gd name="connsiteY21" fmla="*/ 5100671 h 5378461"/>
                <a:gd name="connsiteX22" fmla="*/ 3730417 w 5366579"/>
                <a:gd name="connsiteY22" fmla="*/ 5153439 h 5378461"/>
                <a:gd name="connsiteX23" fmla="*/ 3227116 w 5366579"/>
                <a:gd name="connsiteY23" fmla="*/ 5305172 h 5378461"/>
                <a:gd name="connsiteX24" fmla="*/ 3162346 w 5366579"/>
                <a:gd name="connsiteY24" fmla="*/ 5317841 h 5378461"/>
                <a:gd name="connsiteX25" fmla="*/ 3097386 w 5366579"/>
                <a:gd name="connsiteY25" fmla="*/ 5329175 h 5378461"/>
                <a:gd name="connsiteX26" fmla="*/ 2966893 w 5366579"/>
                <a:gd name="connsiteY26" fmla="*/ 5348225 h 5378461"/>
                <a:gd name="connsiteX27" fmla="*/ 2835543 w 5366579"/>
                <a:gd name="connsiteY27" fmla="*/ 5360798 h 5378461"/>
                <a:gd name="connsiteX28" fmla="*/ 2802682 w 5366579"/>
                <a:gd name="connsiteY28" fmla="*/ 5363751 h 5378461"/>
                <a:gd name="connsiteX29" fmla="*/ 2770107 w 5366579"/>
                <a:gd name="connsiteY29" fmla="*/ 5365276 h 5378461"/>
                <a:gd name="connsiteX30" fmla="*/ 2704956 w 5366579"/>
                <a:gd name="connsiteY30" fmla="*/ 5368323 h 5378461"/>
                <a:gd name="connsiteX31" fmla="*/ 2574273 w 5366579"/>
                <a:gd name="connsiteY31" fmla="*/ 5374419 h 5378461"/>
                <a:gd name="connsiteX32" fmla="*/ 2442637 w 5366579"/>
                <a:gd name="connsiteY32" fmla="*/ 5378134 h 5378461"/>
                <a:gd name="connsiteX33" fmla="*/ 2376057 w 5366579"/>
                <a:gd name="connsiteY33" fmla="*/ 5377563 h 5378461"/>
                <a:gd name="connsiteX34" fmla="*/ 2309382 w 5366579"/>
                <a:gd name="connsiteY34" fmla="*/ 5375943 h 5378461"/>
                <a:gd name="connsiteX35" fmla="*/ 2175937 w 5366579"/>
                <a:gd name="connsiteY35" fmla="*/ 5367180 h 5378461"/>
                <a:gd name="connsiteX36" fmla="*/ 2042778 w 5366579"/>
                <a:gd name="connsiteY36" fmla="*/ 5350988 h 5378461"/>
                <a:gd name="connsiteX37" fmla="*/ 2009631 w 5366579"/>
                <a:gd name="connsiteY37" fmla="*/ 5345749 h 5378461"/>
                <a:gd name="connsiteX38" fmla="*/ 1976484 w 5366579"/>
                <a:gd name="connsiteY38" fmla="*/ 5339843 h 5378461"/>
                <a:gd name="connsiteX39" fmla="*/ 1910190 w 5366579"/>
                <a:gd name="connsiteY39" fmla="*/ 5327842 h 5378461"/>
                <a:gd name="connsiteX40" fmla="*/ 1844372 w 5366579"/>
                <a:gd name="connsiteY40" fmla="*/ 5312983 h 5378461"/>
                <a:gd name="connsiteX41" fmla="*/ 1778745 w 5366579"/>
                <a:gd name="connsiteY41" fmla="*/ 5296885 h 5378461"/>
                <a:gd name="connsiteX42" fmla="*/ 1745979 w 5366579"/>
                <a:gd name="connsiteY42" fmla="*/ 5288503 h 5378461"/>
                <a:gd name="connsiteX43" fmla="*/ 1713594 w 5366579"/>
                <a:gd name="connsiteY43" fmla="*/ 5278502 h 5378461"/>
                <a:gd name="connsiteX44" fmla="*/ 1648919 w 5366579"/>
                <a:gd name="connsiteY44" fmla="*/ 5258214 h 5378461"/>
                <a:gd name="connsiteX45" fmla="*/ 1616629 w 5366579"/>
                <a:gd name="connsiteY45" fmla="*/ 5247927 h 5378461"/>
                <a:gd name="connsiteX46" fmla="*/ 1584911 w 5366579"/>
                <a:gd name="connsiteY46" fmla="*/ 5235926 h 5378461"/>
                <a:gd name="connsiteX47" fmla="*/ 1521379 w 5366579"/>
                <a:gd name="connsiteY47" fmla="*/ 5211827 h 5378461"/>
                <a:gd name="connsiteX48" fmla="*/ 1489661 w 5366579"/>
                <a:gd name="connsiteY48" fmla="*/ 5199540 h 5378461"/>
                <a:gd name="connsiteX49" fmla="*/ 1458705 w 5366579"/>
                <a:gd name="connsiteY49" fmla="*/ 5185443 h 5378461"/>
                <a:gd name="connsiteX50" fmla="*/ 1396697 w 5366579"/>
                <a:gd name="connsiteY50" fmla="*/ 5157249 h 5378461"/>
                <a:gd name="connsiteX51" fmla="*/ 1365741 w 5366579"/>
                <a:gd name="connsiteY51" fmla="*/ 5142962 h 5378461"/>
                <a:gd name="connsiteX52" fmla="*/ 1335546 w 5366579"/>
                <a:gd name="connsiteY52" fmla="*/ 5127055 h 5378461"/>
                <a:gd name="connsiteX53" fmla="*/ 1275253 w 5366579"/>
                <a:gd name="connsiteY53" fmla="*/ 5095051 h 5378461"/>
                <a:gd name="connsiteX54" fmla="*/ 1245345 w 5366579"/>
                <a:gd name="connsiteY54" fmla="*/ 5078573 h 5378461"/>
                <a:gd name="connsiteX55" fmla="*/ 1216198 w 5366579"/>
                <a:gd name="connsiteY55" fmla="*/ 5060761 h 5378461"/>
                <a:gd name="connsiteX56" fmla="*/ 1158000 w 5366579"/>
                <a:gd name="connsiteY56" fmla="*/ 5024947 h 5378461"/>
                <a:gd name="connsiteX57" fmla="*/ 737567 w 5366579"/>
                <a:gd name="connsiteY57" fmla="*/ 4676713 h 5378461"/>
                <a:gd name="connsiteX58" fmla="*/ 409050 w 5366579"/>
                <a:gd name="connsiteY58" fmla="*/ 4241706 h 5378461"/>
                <a:gd name="connsiteX59" fmla="*/ 177973 w 5366579"/>
                <a:gd name="connsiteY59" fmla="*/ 3750121 h 5378461"/>
                <a:gd name="connsiteX60" fmla="*/ 42813 w 5366579"/>
                <a:gd name="connsiteY60" fmla="*/ 3226055 h 5378461"/>
                <a:gd name="connsiteX61" fmla="*/ 46 w 5366579"/>
                <a:gd name="connsiteY61" fmla="*/ 2687988 h 5378461"/>
                <a:gd name="connsiteX62" fmla="*/ 47862 w 5366579"/>
                <a:gd name="connsiteY62" fmla="*/ 2151064 h 5378461"/>
                <a:gd name="connsiteX63" fmla="*/ 184926 w 5366579"/>
                <a:gd name="connsiteY63" fmla="*/ 1629761 h 5378461"/>
                <a:gd name="connsiteX64" fmla="*/ 747949 w 5366579"/>
                <a:gd name="connsiteY64" fmla="*/ 718789 h 5378461"/>
                <a:gd name="connsiteX65" fmla="*/ 1161334 w 5366579"/>
                <a:gd name="connsiteY65" fmla="*/ 381128 h 5378461"/>
                <a:gd name="connsiteX66" fmla="*/ 1635393 w 5366579"/>
                <a:gd name="connsiteY66" fmla="*/ 149766 h 5378461"/>
                <a:gd name="connsiteX67" fmla="*/ 2659998 w 5366579"/>
                <a:gd name="connsiteY67" fmla="*/ 1557 h 5378461"/>
                <a:gd name="connsiteX68" fmla="*/ 2659712 w 5366579"/>
                <a:gd name="connsiteY68" fmla="*/ 30132 h 5378461"/>
                <a:gd name="connsiteX69" fmla="*/ 2149267 w 5366579"/>
                <a:gd name="connsiteY69" fmla="*/ 68708 h 5378461"/>
                <a:gd name="connsiteX70" fmla="*/ 2086402 w 5366579"/>
                <a:gd name="connsiteY70" fmla="*/ 80329 h 5378461"/>
                <a:gd name="connsiteX71" fmla="*/ 2024394 w 5366579"/>
                <a:gd name="connsiteY71" fmla="*/ 95664 h 5378461"/>
                <a:gd name="connsiteX72" fmla="*/ 1962577 w 5366579"/>
                <a:gd name="connsiteY72" fmla="*/ 111285 h 5378461"/>
                <a:gd name="connsiteX73" fmla="*/ 1901712 w 5366579"/>
                <a:gd name="connsiteY73" fmla="*/ 130144 h 5378461"/>
                <a:gd name="connsiteX74" fmla="*/ 1841038 w 5366579"/>
                <a:gd name="connsiteY74" fmla="*/ 149575 h 5378461"/>
                <a:gd name="connsiteX75" fmla="*/ 1825893 w 5366579"/>
                <a:gd name="connsiteY75" fmla="*/ 154528 h 5378461"/>
                <a:gd name="connsiteX76" fmla="*/ 1811034 w 5366579"/>
                <a:gd name="connsiteY76" fmla="*/ 160243 h 5378461"/>
                <a:gd name="connsiteX77" fmla="*/ 1781412 w 5366579"/>
                <a:gd name="connsiteY77" fmla="*/ 171864 h 5378461"/>
                <a:gd name="connsiteX78" fmla="*/ 1722357 w 5366579"/>
                <a:gd name="connsiteY78" fmla="*/ 195200 h 5378461"/>
                <a:gd name="connsiteX79" fmla="*/ 1707593 w 5366579"/>
                <a:gd name="connsiteY79" fmla="*/ 201010 h 5378461"/>
                <a:gd name="connsiteX80" fmla="*/ 1693210 w 5366579"/>
                <a:gd name="connsiteY80" fmla="*/ 207678 h 5378461"/>
                <a:gd name="connsiteX81" fmla="*/ 1664445 w 5366579"/>
                <a:gd name="connsiteY81" fmla="*/ 221108 h 5378461"/>
                <a:gd name="connsiteX82" fmla="*/ 1237629 w 5366579"/>
                <a:gd name="connsiteY82" fmla="*/ 486856 h 5378461"/>
                <a:gd name="connsiteX83" fmla="*/ 891396 w 5366579"/>
                <a:gd name="connsiteY83" fmla="*/ 843567 h 5378461"/>
                <a:gd name="connsiteX84" fmla="*/ 629839 w 5366579"/>
                <a:gd name="connsiteY84" fmla="*/ 1261715 h 5378461"/>
                <a:gd name="connsiteX85" fmla="*/ 576975 w 5366579"/>
                <a:gd name="connsiteY85" fmla="*/ 1372871 h 5378461"/>
                <a:gd name="connsiteX86" fmla="*/ 529160 w 5366579"/>
                <a:gd name="connsiteY86" fmla="*/ 1486219 h 5378461"/>
                <a:gd name="connsiteX87" fmla="*/ 485821 w 5366579"/>
                <a:gd name="connsiteY87" fmla="*/ 1601376 h 5378461"/>
                <a:gd name="connsiteX88" fmla="*/ 447531 w 5366579"/>
                <a:gd name="connsiteY88" fmla="*/ 1718248 h 5378461"/>
                <a:gd name="connsiteX89" fmla="*/ 339041 w 5366579"/>
                <a:gd name="connsiteY89" fmla="*/ 2197641 h 5378461"/>
                <a:gd name="connsiteX90" fmla="*/ 305608 w 5366579"/>
                <a:gd name="connsiteY90" fmla="*/ 2687988 h 5378461"/>
                <a:gd name="connsiteX91" fmla="*/ 460770 w 5366579"/>
                <a:gd name="connsiteY91" fmla="*/ 3652299 h 5378461"/>
                <a:gd name="connsiteX92" fmla="*/ 936163 w 5366579"/>
                <a:gd name="connsiteY92" fmla="*/ 4493738 h 5378461"/>
                <a:gd name="connsiteX93" fmla="*/ 1727024 w 5366579"/>
                <a:gd name="connsiteY93" fmla="*/ 5041997 h 5378461"/>
                <a:gd name="connsiteX94" fmla="*/ 1784364 w 5366579"/>
                <a:gd name="connsiteY94" fmla="*/ 5063523 h 5378461"/>
                <a:gd name="connsiteX95" fmla="*/ 1813035 w 5366579"/>
                <a:gd name="connsiteY95" fmla="*/ 5074477 h 5378461"/>
                <a:gd name="connsiteX96" fmla="*/ 1842181 w 5366579"/>
                <a:gd name="connsiteY96" fmla="*/ 5083907 h 5378461"/>
                <a:gd name="connsiteX97" fmla="*/ 1900760 w 5366579"/>
                <a:gd name="connsiteY97" fmla="*/ 5102290 h 5378461"/>
                <a:gd name="connsiteX98" fmla="*/ 1959815 w 5366579"/>
                <a:gd name="connsiteY98" fmla="*/ 5119625 h 5378461"/>
                <a:gd name="connsiteX99" fmla="*/ 2019537 w 5366579"/>
                <a:gd name="connsiteY99" fmla="*/ 5134866 h 5378461"/>
                <a:gd name="connsiteX100" fmla="*/ 2049445 w 5366579"/>
                <a:gd name="connsiteY100" fmla="*/ 5142581 h 5378461"/>
                <a:gd name="connsiteX101" fmla="*/ 2079544 w 5366579"/>
                <a:gd name="connsiteY101" fmla="*/ 5149629 h 5378461"/>
                <a:gd name="connsiteX102" fmla="*/ 2201178 w 5366579"/>
                <a:gd name="connsiteY102" fmla="*/ 5173442 h 5378461"/>
                <a:gd name="connsiteX103" fmla="*/ 2324337 w 5366579"/>
                <a:gd name="connsiteY103" fmla="*/ 5190587 h 5378461"/>
                <a:gd name="connsiteX104" fmla="*/ 2386344 w 5366579"/>
                <a:gd name="connsiteY104" fmla="*/ 5196873 h 5378461"/>
                <a:gd name="connsiteX105" fmla="*/ 2448638 w 5366579"/>
                <a:gd name="connsiteY105" fmla="*/ 5202207 h 5378461"/>
                <a:gd name="connsiteX106" fmla="*/ 2574844 w 5366579"/>
                <a:gd name="connsiteY106" fmla="*/ 5208303 h 5378461"/>
                <a:gd name="connsiteX107" fmla="*/ 2702003 w 5366579"/>
                <a:gd name="connsiteY107" fmla="*/ 5212209 h 5378461"/>
                <a:gd name="connsiteX108" fmla="*/ 2765725 w 5366579"/>
                <a:gd name="connsiteY108" fmla="*/ 5213828 h 5378461"/>
                <a:gd name="connsiteX109" fmla="*/ 2797634 w 5366579"/>
                <a:gd name="connsiteY109" fmla="*/ 5214685 h 5378461"/>
                <a:gd name="connsiteX110" fmla="*/ 2829162 w 5366579"/>
                <a:gd name="connsiteY110" fmla="*/ 5214113 h 5378461"/>
                <a:gd name="connsiteX111" fmla="*/ 2955273 w 5366579"/>
                <a:gd name="connsiteY111" fmla="*/ 5211256 h 5378461"/>
                <a:gd name="connsiteX112" fmla="*/ 3081098 w 5366579"/>
                <a:gd name="connsiteY112" fmla="*/ 5201922 h 5378461"/>
                <a:gd name="connsiteX113" fmla="*/ 3143772 w 5366579"/>
                <a:gd name="connsiteY113" fmla="*/ 5194968 h 5378461"/>
                <a:gd name="connsiteX114" fmla="*/ 3206352 w 5366579"/>
                <a:gd name="connsiteY114" fmla="*/ 5186777 h 5378461"/>
                <a:gd name="connsiteX115" fmla="*/ 3330843 w 5366579"/>
                <a:gd name="connsiteY115" fmla="*/ 5165727 h 5378461"/>
                <a:gd name="connsiteX116" fmla="*/ 3392851 w 5366579"/>
                <a:gd name="connsiteY116" fmla="*/ 5153725 h 5378461"/>
                <a:gd name="connsiteX117" fmla="*/ 3454097 w 5366579"/>
                <a:gd name="connsiteY117" fmla="*/ 5138580 h 5378461"/>
                <a:gd name="connsiteX118" fmla="*/ 3515343 w 5366579"/>
                <a:gd name="connsiteY118" fmla="*/ 5123150 h 5378461"/>
                <a:gd name="connsiteX119" fmla="*/ 3575731 w 5366579"/>
                <a:gd name="connsiteY119" fmla="*/ 5104766 h 5378461"/>
                <a:gd name="connsiteX120" fmla="*/ 3636120 w 5366579"/>
                <a:gd name="connsiteY120" fmla="*/ 5086002 h 5378461"/>
                <a:gd name="connsiteX121" fmla="*/ 3651169 w 5366579"/>
                <a:gd name="connsiteY121" fmla="*/ 5081240 h 5378461"/>
                <a:gd name="connsiteX122" fmla="*/ 3665933 w 5366579"/>
                <a:gd name="connsiteY122" fmla="*/ 5075620 h 5378461"/>
                <a:gd name="connsiteX123" fmla="*/ 3695460 w 5366579"/>
                <a:gd name="connsiteY123" fmla="*/ 5064380 h 5378461"/>
                <a:gd name="connsiteX124" fmla="*/ 4526898 w 5366579"/>
                <a:gd name="connsiteY124" fmla="*/ 4505644 h 5378461"/>
                <a:gd name="connsiteX125" fmla="*/ 4569094 w 5366579"/>
                <a:gd name="connsiteY125" fmla="*/ 4458590 h 5378461"/>
                <a:gd name="connsiteX126" fmla="*/ 4608813 w 5366579"/>
                <a:gd name="connsiteY126" fmla="*/ 4409441 h 5378461"/>
                <a:gd name="connsiteX127" fmla="*/ 4648056 w 5366579"/>
                <a:gd name="connsiteY127" fmla="*/ 4360007 h 5378461"/>
                <a:gd name="connsiteX128" fmla="*/ 4684822 w 5366579"/>
                <a:gd name="connsiteY128" fmla="*/ 4308667 h 5378461"/>
                <a:gd name="connsiteX129" fmla="*/ 4721017 w 5366579"/>
                <a:gd name="connsiteY129" fmla="*/ 4257041 h 5378461"/>
                <a:gd name="connsiteX130" fmla="*/ 4754545 w 5366579"/>
                <a:gd name="connsiteY130" fmla="*/ 4203606 h 5378461"/>
                <a:gd name="connsiteX131" fmla="*/ 4787692 w 5366579"/>
                <a:gd name="connsiteY131" fmla="*/ 4149980 h 5378461"/>
                <a:gd name="connsiteX132" fmla="*/ 4818268 w 5366579"/>
                <a:gd name="connsiteY132" fmla="*/ 4094831 h 5378461"/>
                <a:gd name="connsiteX133" fmla="*/ 5011244 w 5366579"/>
                <a:gd name="connsiteY133" fmla="*/ 3631630 h 5378461"/>
                <a:gd name="connsiteX134" fmla="*/ 5111352 w 5366579"/>
                <a:gd name="connsiteY134" fmla="*/ 3142426 h 5378461"/>
                <a:gd name="connsiteX135" fmla="*/ 5122877 w 5366579"/>
                <a:gd name="connsiteY135" fmla="*/ 3018410 h 5378461"/>
                <a:gd name="connsiteX136" fmla="*/ 5129259 w 5366579"/>
                <a:gd name="connsiteY136" fmla="*/ 2894204 h 5378461"/>
                <a:gd name="connsiteX137" fmla="*/ 5131069 w 5366579"/>
                <a:gd name="connsiteY137" fmla="*/ 2769998 h 5378461"/>
                <a:gd name="connsiteX138" fmla="*/ 5129735 w 5366579"/>
                <a:gd name="connsiteY138" fmla="*/ 2707990 h 5378461"/>
                <a:gd name="connsiteX139" fmla="*/ 5128116 w 5366579"/>
                <a:gd name="connsiteY139" fmla="*/ 2646078 h 5378461"/>
                <a:gd name="connsiteX140" fmla="*/ 5124687 w 5366579"/>
                <a:gd name="connsiteY140" fmla="*/ 2584165 h 5378461"/>
                <a:gd name="connsiteX141" fmla="*/ 5120401 w 5366579"/>
                <a:gd name="connsiteY141" fmla="*/ 2522444 h 5378461"/>
                <a:gd name="connsiteX142" fmla="*/ 5114876 w 5366579"/>
                <a:gd name="connsiteY142" fmla="*/ 2460817 h 5378461"/>
                <a:gd name="connsiteX143" fmla="*/ 5112209 w 5366579"/>
                <a:gd name="connsiteY143" fmla="*/ 2430051 h 5378461"/>
                <a:gd name="connsiteX144" fmla="*/ 5108399 w 5366579"/>
                <a:gd name="connsiteY144" fmla="*/ 2399381 h 5378461"/>
                <a:gd name="connsiteX145" fmla="*/ 5070108 w 5366579"/>
                <a:gd name="connsiteY145" fmla="*/ 2155255 h 5378461"/>
                <a:gd name="connsiteX146" fmla="*/ 4939140 w 5366579"/>
                <a:gd name="connsiteY146" fmla="*/ 1680338 h 5378461"/>
                <a:gd name="connsiteX147" fmla="*/ 4452888 w 5366579"/>
                <a:gd name="connsiteY147" fmla="*/ 826517 h 5378461"/>
                <a:gd name="connsiteX148" fmla="*/ 4091605 w 5366579"/>
                <a:gd name="connsiteY148" fmla="*/ 482855 h 5378461"/>
                <a:gd name="connsiteX149" fmla="*/ 3989211 w 5366579"/>
                <a:gd name="connsiteY149" fmla="*/ 409703 h 5378461"/>
                <a:gd name="connsiteX150" fmla="*/ 3882531 w 5366579"/>
                <a:gd name="connsiteY150" fmla="*/ 342171 h 5378461"/>
                <a:gd name="connsiteX151" fmla="*/ 3771565 w 5366579"/>
                <a:gd name="connsiteY151" fmla="*/ 281211 h 5378461"/>
                <a:gd name="connsiteX152" fmla="*/ 3656884 w 5366579"/>
                <a:gd name="connsiteY152" fmla="*/ 226633 h 5378461"/>
                <a:gd name="connsiteX153" fmla="*/ 3642406 w 5366579"/>
                <a:gd name="connsiteY153" fmla="*/ 219965 h 5378461"/>
                <a:gd name="connsiteX154" fmla="*/ 3627642 w 5366579"/>
                <a:gd name="connsiteY154" fmla="*/ 214060 h 5378461"/>
                <a:gd name="connsiteX155" fmla="*/ 3598115 w 5366579"/>
                <a:gd name="connsiteY155" fmla="*/ 202249 h 5378461"/>
                <a:gd name="connsiteX156" fmla="*/ 3538965 w 5366579"/>
                <a:gd name="connsiteY156" fmla="*/ 178627 h 5378461"/>
                <a:gd name="connsiteX157" fmla="*/ 3478767 w 5366579"/>
                <a:gd name="connsiteY157" fmla="*/ 157576 h 5378461"/>
                <a:gd name="connsiteX158" fmla="*/ 3418092 w 5366579"/>
                <a:gd name="connsiteY158" fmla="*/ 137764 h 5378461"/>
                <a:gd name="connsiteX159" fmla="*/ 3387708 w 5366579"/>
                <a:gd name="connsiteY159" fmla="*/ 127954 h 5378461"/>
                <a:gd name="connsiteX160" fmla="*/ 3356847 w 5366579"/>
                <a:gd name="connsiteY160" fmla="*/ 119762 h 5378461"/>
                <a:gd name="connsiteX161" fmla="*/ 3295029 w 5366579"/>
                <a:gd name="connsiteY161" fmla="*/ 103570 h 5378461"/>
                <a:gd name="connsiteX162" fmla="*/ 3170061 w 5366579"/>
                <a:gd name="connsiteY162" fmla="*/ 76233 h 5378461"/>
                <a:gd name="connsiteX163" fmla="*/ 2659712 w 5366579"/>
                <a:gd name="connsiteY163" fmla="*/ 30132 h 537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5366579" h="5378461">
                  <a:moveTo>
                    <a:pt x="2659998" y="1557"/>
                  </a:moveTo>
                  <a:cubicBezTo>
                    <a:pt x="3004422" y="1843"/>
                    <a:pt x="3351989" y="45943"/>
                    <a:pt x="3683078" y="158815"/>
                  </a:cubicBezTo>
                  <a:lnTo>
                    <a:pt x="3744609" y="181294"/>
                  </a:lnTo>
                  <a:lnTo>
                    <a:pt x="3775470" y="192438"/>
                  </a:lnTo>
                  <a:cubicBezTo>
                    <a:pt x="3785758" y="196248"/>
                    <a:pt x="3796140" y="199582"/>
                    <a:pt x="3806141" y="204154"/>
                  </a:cubicBezTo>
                  <a:cubicBezTo>
                    <a:pt x="3846336" y="221394"/>
                    <a:pt x="3887008" y="237967"/>
                    <a:pt x="3927109" y="255874"/>
                  </a:cubicBezTo>
                  <a:cubicBezTo>
                    <a:pt x="3966542" y="275115"/>
                    <a:pt x="4006452" y="293784"/>
                    <a:pt x="4045695" y="313786"/>
                  </a:cubicBezTo>
                  <a:cubicBezTo>
                    <a:pt x="4084080" y="335313"/>
                    <a:pt x="4123133" y="356078"/>
                    <a:pt x="4161233" y="378461"/>
                  </a:cubicBezTo>
                  <a:cubicBezTo>
                    <a:pt x="4312966" y="469234"/>
                    <a:pt x="4455746" y="577248"/>
                    <a:pt x="4585095" y="700597"/>
                  </a:cubicBezTo>
                  <a:cubicBezTo>
                    <a:pt x="4843890" y="947485"/>
                    <a:pt x="5045915" y="1255619"/>
                    <a:pt x="5176217" y="1590232"/>
                  </a:cubicBezTo>
                  <a:cubicBezTo>
                    <a:pt x="5307281" y="1924940"/>
                    <a:pt x="5370051" y="2284700"/>
                    <a:pt x="5366432" y="2641982"/>
                  </a:cubicBezTo>
                  <a:cubicBezTo>
                    <a:pt x="5359859" y="3357215"/>
                    <a:pt x="5080015" y="4061588"/>
                    <a:pt x="4594239" y="4567938"/>
                  </a:cubicBezTo>
                  <a:cubicBezTo>
                    <a:pt x="4472796" y="4694430"/>
                    <a:pt x="4338112" y="4807967"/>
                    <a:pt x="4193332" y="4906456"/>
                  </a:cubicBezTo>
                  <a:lnTo>
                    <a:pt x="4166376" y="4925220"/>
                  </a:lnTo>
                  <a:cubicBezTo>
                    <a:pt x="4157328" y="4931316"/>
                    <a:pt x="4147803" y="4936841"/>
                    <a:pt x="4138563" y="4942651"/>
                  </a:cubicBezTo>
                  <a:lnTo>
                    <a:pt x="4082652" y="4977132"/>
                  </a:lnTo>
                  <a:lnTo>
                    <a:pt x="4054743" y="4994467"/>
                  </a:lnTo>
                  <a:cubicBezTo>
                    <a:pt x="4045314" y="5000087"/>
                    <a:pt x="4035598" y="5005135"/>
                    <a:pt x="4026073" y="5010469"/>
                  </a:cubicBezTo>
                  <a:lnTo>
                    <a:pt x="3968447" y="5042092"/>
                  </a:lnTo>
                  <a:lnTo>
                    <a:pt x="3939586" y="5057904"/>
                  </a:lnTo>
                  <a:cubicBezTo>
                    <a:pt x="3929966" y="5063142"/>
                    <a:pt x="3919869" y="5067524"/>
                    <a:pt x="3910059" y="5072286"/>
                  </a:cubicBezTo>
                  <a:lnTo>
                    <a:pt x="3850813" y="5100671"/>
                  </a:lnTo>
                  <a:cubicBezTo>
                    <a:pt x="3811761" y="5120768"/>
                    <a:pt x="3770708" y="5136199"/>
                    <a:pt x="3730417" y="5153439"/>
                  </a:cubicBezTo>
                  <a:cubicBezTo>
                    <a:pt x="3568016" y="5219543"/>
                    <a:pt x="3399138" y="5269644"/>
                    <a:pt x="3227116" y="5305172"/>
                  </a:cubicBezTo>
                  <a:lnTo>
                    <a:pt x="3162346" y="5317841"/>
                  </a:lnTo>
                  <a:cubicBezTo>
                    <a:pt x="3140725" y="5322032"/>
                    <a:pt x="3119198" y="5326603"/>
                    <a:pt x="3097386" y="5329175"/>
                  </a:cubicBezTo>
                  <a:lnTo>
                    <a:pt x="2966893" y="5348225"/>
                  </a:lnTo>
                  <a:lnTo>
                    <a:pt x="2835543" y="5360798"/>
                  </a:lnTo>
                  <a:cubicBezTo>
                    <a:pt x="2824590" y="5361751"/>
                    <a:pt x="2813636" y="5362989"/>
                    <a:pt x="2802682" y="5363751"/>
                  </a:cubicBezTo>
                  <a:lnTo>
                    <a:pt x="2770107" y="5365276"/>
                  </a:lnTo>
                  <a:lnTo>
                    <a:pt x="2704956" y="5368323"/>
                  </a:lnTo>
                  <a:lnTo>
                    <a:pt x="2574273" y="5374419"/>
                  </a:lnTo>
                  <a:cubicBezTo>
                    <a:pt x="2530553" y="5375943"/>
                    <a:pt x="2487214" y="5379563"/>
                    <a:pt x="2442637" y="5378134"/>
                  </a:cubicBezTo>
                  <a:lnTo>
                    <a:pt x="2376057" y="5377563"/>
                  </a:lnTo>
                  <a:cubicBezTo>
                    <a:pt x="2353864" y="5377086"/>
                    <a:pt x="2331576" y="5377943"/>
                    <a:pt x="2309382" y="5375943"/>
                  </a:cubicBezTo>
                  <a:lnTo>
                    <a:pt x="2175937" y="5367180"/>
                  </a:lnTo>
                  <a:lnTo>
                    <a:pt x="2042778" y="5350988"/>
                  </a:lnTo>
                  <a:cubicBezTo>
                    <a:pt x="2031633" y="5349844"/>
                    <a:pt x="2020584" y="5347654"/>
                    <a:pt x="2009631" y="5345749"/>
                  </a:cubicBezTo>
                  <a:lnTo>
                    <a:pt x="1976484" y="5339843"/>
                  </a:lnTo>
                  <a:lnTo>
                    <a:pt x="1910190" y="5327842"/>
                  </a:lnTo>
                  <a:cubicBezTo>
                    <a:pt x="1887996" y="5324318"/>
                    <a:pt x="1866279" y="5318222"/>
                    <a:pt x="1844372" y="5312983"/>
                  </a:cubicBezTo>
                  <a:lnTo>
                    <a:pt x="1778745" y="5296885"/>
                  </a:lnTo>
                  <a:cubicBezTo>
                    <a:pt x="1767791" y="5294028"/>
                    <a:pt x="1756742" y="5291838"/>
                    <a:pt x="1745979" y="5288503"/>
                  </a:cubicBezTo>
                  <a:lnTo>
                    <a:pt x="1713594" y="5278502"/>
                  </a:lnTo>
                  <a:lnTo>
                    <a:pt x="1648919" y="5258214"/>
                  </a:lnTo>
                  <a:cubicBezTo>
                    <a:pt x="1638156" y="5254785"/>
                    <a:pt x="1627297" y="5251547"/>
                    <a:pt x="1616629" y="5247927"/>
                  </a:cubicBezTo>
                  <a:lnTo>
                    <a:pt x="1584911" y="5235926"/>
                  </a:lnTo>
                  <a:lnTo>
                    <a:pt x="1521379" y="5211827"/>
                  </a:lnTo>
                  <a:cubicBezTo>
                    <a:pt x="1510806" y="5207732"/>
                    <a:pt x="1500138" y="5203827"/>
                    <a:pt x="1489661" y="5199540"/>
                  </a:cubicBezTo>
                  <a:lnTo>
                    <a:pt x="1458705" y="5185443"/>
                  </a:lnTo>
                  <a:lnTo>
                    <a:pt x="1396697" y="5157249"/>
                  </a:lnTo>
                  <a:cubicBezTo>
                    <a:pt x="1386410" y="5152487"/>
                    <a:pt x="1375932" y="5148010"/>
                    <a:pt x="1365741" y="5142962"/>
                  </a:cubicBezTo>
                  <a:lnTo>
                    <a:pt x="1335546" y="5127055"/>
                  </a:lnTo>
                  <a:lnTo>
                    <a:pt x="1275253" y="5095051"/>
                  </a:lnTo>
                  <a:cubicBezTo>
                    <a:pt x="1265347" y="5089527"/>
                    <a:pt x="1254965" y="5084573"/>
                    <a:pt x="1245345" y="5078573"/>
                  </a:cubicBezTo>
                  <a:lnTo>
                    <a:pt x="1216198" y="5060761"/>
                  </a:lnTo>
                  <a:lnTo>
                    <a:pt x="1158000" y="5024947"/>
                  </a:lnTo>
                  <a:cubicBezTo>
                    <a:pt x="1004457" y="4926744"/>
                    <a:pt x="862916" y="4809111"/>
                    <a:pt x="737567" y="4676713"/>
                  </a:cubicBezTo>
                  <a:cubicBezTo>
                    <a:pt x="612218" y="4544220"/>
                    <a:pt x="502299" y="4397630"/>
                    <a:pt x="409050" y="4241706"/>
                  </a:cubicBezTo>
                  <a:cubicBezTo>
                    <a:pt x="315895" y="4085687"/>
                    <a:pt x="238552" y="3920714"/>
                    <a:pt x="177973" y="3750121"/>
                  </a:cubicBezTo>
                  <a:cubicBezTo>
                    <a:pt x="116727" y="3579814"/>
                    <a:pt x="72436" y="3403982"/>
                    <a:pt x="42813" y="3226055"/>
                  </a:cubicBezTo>
                  <a:cubicBezTo>
                    <a:pt x="12905" y="3048223"/>
                    <a:pt x="-906" y="2868011"/>
                    <a:pt x="46" y="2687988"/>
                  </a:cubicBezTo>
                  <a:cubicBezTo>
                    <a:pt x="999" y="2508061"/>
                    <a:pt x="16810" y="2328229"/>
                    <a:pt x="47862" y="2151064"/>
                  </a:cubicBezTo>
                  <a:cubicBezTo>
                    <a:pt x="78818" y="1973899"/>
                    <a:pt x="123300" y="1798925"/>
                    <a:pt x="184926" y="1629761"/>
                  </a:cubicBezTo>
                  <a:cubicBezTo>
                    <a:pt x="307037" y="1291433"/>
                    <a:pt x="498013" y="975964"/>
                    <a:pt x="747949" y="718789"/>
                  </a:cubicBezTo>
                  <a:cubicBezTo>
                    <a:pt x="872822" y="590297"/>
                    <a:pt x="1011887" y="476664"/>
                    <a:pt x="1161334" y="381128"/>
                  </a:cubicBezTo>
                  <a:cubicBezTo>
                    <a:pt x="1310781" y="285688"/>
                    <a:pt x="1470420" y="208345"/>
                    <a:pt x="1635393" y="149766"/>
                  </a:cubicBezTo>
                  <a:cubicBezTo>
                    <a:pt x="1965816" y="31846"/>
                    <a:pt x="2315669" y="-8825"/>
                    <a:pt x="2659998" y="1557"/>
                  </a:cubicBezTo>
                  <a:close/>
                  <a:moveTo>
                    <a:pt x="2659712" y="30132"/>
                  </a:moveTo>
                  <a:cubicBezTo>
                    <a:pt x="2488167" y="25750"/>
                    <a:pt x="2317002" y="37466"/>
                    <a:pt x="2149267" y="68708"/>
                  </a:cubicBezTo>
                  <a:lnTo>
                    <a:pt x="2086402" y="80329"/>
                  </a:lnTo>
                  <a:lnTo>
                    <a:pt x="2024394" y="95664"/>
                  </a:lnTo>
                  <a:lnTo>
                    <a:pt x="1962577" y="111285"/>
                  </a:lnTo>
                  <a:cubicBezTo>
                    <a:pt x="1942003" y="116619"/>
                    <a:pt x="1922001" y="123953"/>
                    <a:pt x="1901712" y="130144"/>
                  </a:cubicBezTo>
                  <a:lnTo>
                    <a:pt x="1841038" y="149575"/>
                  </a:lnTo>
                  <a:cubicBezTo>
                    <a:pt x="1835990" y="151195"/>
                    <a:pt x="1830942" y="152719"/>
                    <a:pt x="1825893" y="154528"/>
                  </a:cubicBezTo>
                  <a:lnTo>
                    <a:pt x="1811034" y="160243"/>
                  </a:lnTo>
                  <a:lnTo>
                    <a:pt x="1781412" y="171864"/>
                  </a:lnTo>
                  <a:lnTo>
                    <a:pt x="1722357" y="195200"/>
                  </a:lnTo>
                  <a:lnTo>
                    <a:pt x="1707593" y="201010"/>
                  </a:lnTo>
                  <a:lnTo>
                    <a:pt x="1693210" y="207678"/>
                  </a:lnTo>
                  <a:lnTo>
                    <a:pt x="1664445" y="221108"/>
                  </a:lnTo>
                  <a:cubicBezTo>
                    <a:pt x="1510711" y="291403"/>
                    <a:pt x="1367074" y="381319"/>
                    <a:pt x="1237629" y="486856"/>
                  </a:cubicBezTo>
                  <a:cubicBezTo>
                    <a:pt x="1107994" y="592202"/>
                    <a:pt x="992361" y="712789"/>
                    <a:pt x="891396" y="843567"/>
                  </a:cubicBezTo>
                  <a:cubicBezTo>
                    <a:pt x="790335" y="974345"/>
                    <a:pt x="703467" y="1114934"/>
                    <a:pt x="629839" y="1261715"/>
                  </a:cubicBezTo>
                  <a:cubicBezTo>
                    <a:pt x="611646" y="1298576"/>
                    <a:pt x="594692" y="1336009"/>
                    <a:pt x="576975" y="1372871"/>
                  </a:cubicBezTo>
                  <a:cubicBezTo>
                    <a:pt x="560592" y="1410495"/>
                    <a:pt x="545162" y="1448595"/>
                    <a:pt x="529160" y="1486219"/>
                  </a:cubicBezTo>
                  <a:lnTo>
                    <a:pt x="485821" y="1601376"/>
                  </a:lnTo>
                  <a:lnTo>
                    <a:pt x="447531" y="1718248"/>
                  </a:lnTo>
                  <a:cubicBezTo>
                    <a:pt x="399429" y="1875029"/>
                    <a:pt x="362377" y="2035240"/>
                    <a:pt x="339041" y="2197641"/>
                  </a:cubicBezTo>
                  <a:cubicBezTo>
                    <a:pt x="315800" y="2360042"/>
                    <a:pt x="304560" y="2524063"/>
                    <a:pt x="305608" y="2687988"/>
                  </a:cubicBezTo>
                  <a:cubicBezTo>
                    <a:pt x="307989" y="3015648"/>
                    <a:pt x="357900" y="3343022"/>
                    <a:pt x="460770" y="3652299"/>
                  </a:cubicBezTo>
                  <a:cubicBezTo>
                    <a:pt x="563736" y="3961004"/>
                    <a:pt x="721089" y="4251993"/>
                    <a:pt x="936163" y="4493738"/>
                  </a:cubicBezTo>
                  <a:cubicBezTo>
                    <a:pt x="1150857" y="4735673"/>
                    <a:pt x="1423653" y="4922553"/>
                    <a:pt x="1727024" y="5041997"/>
                  </a:cubicBezTo>
                  <a:lnTo>
                    <a:pt x="1784364" y="5063523"/>
                  </a:lnTo>
                  <a:lnTo>
                    <a:pt x="1813035" y="5074477"/>
                  </a:lnTo>
                  <a:cubicBezTo>
                    <a:pt x="1822560" y="5078097"/>
                    <a:pt x="1832466" y="5080763"/>
                    <a:pt x="1842181" y="5083907"/>
                  </a:cubicBezTo>
                  <a:lnTo>
                    <a:pt x="1900760" y="5102290"/>
                  </a:lnTo>
                  <a:cubicBezTo>
                    <a:pt x="1920381" y="5108291"/>
                    <a:pt x="1939717" y="5115149"/>
                    <a:pt x="1959815" y="5119625"/>
                  </a:cubicBezTo>
                  <a:lnTo>
                    <a:pt x="2019537" y="5134866"/>
                  </a:lnTo>
                  <a:lnTo>
                    <a:pt x="2049445" y="5142581"/>
                  </a:lnTo>
                  <a:cubicBezTo>
                    <a:pt x="2059446" y="5145152"/>
                    <a:pt x="2069352" y="5147915"/>
                    <a:pt x="2079544" y="5149629"/>
                  </a:cubicBezTo>
                  <a:lnTo>
                    <a:pt x="2201178" y="5173442"/>
                  </a:lnTo>
                  <a:lnTo>
                    <a:pt x="2324337" y="5190587"/>
                  </a:lnTo>
                  <a:cubicBezTo>
                    <a:pt x="2344815" y="5194016"/>
                    <a:pt x="2365675" y="5194778"/>
                    <a:pt x="2386344" y="5196873"/>
                  </a:cubicBezTo>
                  <a:lnTo>
                    <a:pt x="2448638" y="5202207"/>
                  </a:lnTo>
                  <a:cubicBezTo>
                    <a:pt x="2489881" y="5206779"/>
                    <a:pt x="2532649" y="5206589"/>
                    <a:pt x="2574844" y="5208303"/>
                  </a:cubicBezTo>
                  <a:lnTo>
                    <a:pt x="2702003" y="5212209"/>
                  </a:lnTo>
                  <a:lnTo>
                    <a:pt x="2765725" y="5213828"/>
                  </a:lnTo>
                  <a:lnTo>
                    <a:pt x="2797634" y="5214685"/>
                  </a:lnTo>
                  <a:cubicBezTo>
                    <a:pt x="2808207" y="5214780"/>
                    <a:pt x="2818684" y="5214304"/>
                    <a:pt x="2829162" y="5214113"/>
                  </a:cubicBezTo>
                  <a:lnTo>
                    <a:pt x="2955273" y="5211256"/>
                  </a:lnTo>
                  <a:lnTo>
                    <a:pt x="3081098" y="5201922"/>
                  </a:lnTo>
                  <a:cubicBezTo>
                    <a:pt x="3102148" y="5200779"/>
                    <a:pt x="3122913" y="5197635"/>
                    <a:pt x="3143772" y="5194968"/>
                  </a:cubicBezTo>
                  <a:lnTo>
                    <a:pt x="3206352" y="5186777"/>
                  </a:lnTo>
                  <a:cubicBezTo>
                    <a:pt x="3248357" y="5182395"/>
                    <a:pt x="3289410" y="5173347"/>
                    <a:pt x="3330843" y="5165727"/>
                  </a:cubicBezTo>
                  <a:cubicBezTo>
                    <a:pt x="3351513" y="5161726"/>
                    <a:pt x="3372277" y="5158107"/>
                    <a:pt x="3392851" y="5153725"/>
                  </a:cubicBezTo>
                  <a:lnTo>
                    <a:pt x="3454097" y="5138580"/>
                  </a:lnTo>
                  <a:lnTo>
                    <a:pt x="3515343" y="5123150"/>
                  </a:lnTo>
                  <a:cubicBezTo>
                    <a:pt x="3535726" y="5117626"/>
                    <a:pt x="3555634" y="5110863"/>
                    <a:pt x="3575731" y="5104766"/>
                  </a:cubicBezTo>
                  <a:lnTo>
                    <a:pt x="3636120" y="5086002"/>
                  </a:lnTo>
                  <a:lnTo>
                    <a:pt x="3651169" y="5081240"/>
                  </a:lnTo>
                  <a:lnTo>
                    <a:pt x="3665933" y="5075620"/>
                  </a:lnTo>
                  <a:lnTo>
                    <a:pt x="3695460" y="5064380"/>
                  </a:lnTo>
                  <a:cubicBezTo>
                    <a:pt x="4011691" y="4948080"/>
                    <a:pt x="4301346" y="4756437"/>
                    <a:pt x="4526898" y="4505644"/>
                  </a:cubicBezTo>
                  <a:lnTo>
                    <a:pt x="4569094" y="4458590"/>
                  </a:lnTo>
                  <a:cubicBezTo>
                    <a:pt x="4582905" y="4442684"/>
                    <a:pt x="4595478" y="4425729"/>
                    <a:pt x="4608813" y="4409441"/>
                  </a:cubicBezTo>
                  <a:lnTo>
                    <a:pt x="4648056" y="4360007"/>
                  </a:lnTo>
                  <a:cubicBezTo>
                    <a:pt x="4660534" y="4343052"/>
                    <a:pt x="4672535" y="4325812"/>
                    <a:pt x="4684822" y="4308667"/>
                  </a:cubicBezTo>
                  <a:cubicBezTo>
                    <a:pt x="4697014" y="4291522"/>
                    <a:pt x="4709206" y="4274377"/>
                    <a:pt x="4721017" y="4257041"/>
                  </a:cubicBezTo>
                  <a:lnTo>
                    <a:pt x="4754545" y="4203606"/>
                  </a:lnTo>
                  <a:cubicBezTo>
                    <a:pt x="4765594" y="4185699"/>
                    <a:pt x="4777310" y="4168268"/>
                    <a:pt x="4787692" y="4149980"/>
                  </a:cubicBezTo>
                  <a:lnTo>
                    <a:pt x="4818268" y="4094831"/>
                  </a:lnTo>
                  <a:cubicBezTo>
                    <a:pt x="4899040" y="3947574"/>
                    <a:pt x="4963143" y="3791650"/>
                    <a:pt x="5011244" y="3631630"/>
                  </a:cubicBezTo>
                  <a:cubicBezTo>
                    <a:pt x="5059440" y="3471610"/>
                    <a:pt x="5092683" y="3307589"/>
                    <a:pt x="5111352" y="3142426"/>
                  </a:cubicBezTo>
                  <a:lnTo>
                    <a:pt x="5122877" y="3018410"/>
                  </a:lnTo>
                  <a:cubicBezTo>
                    <a:pt x="5124972" y="2976977"/>
                    <a:pt x="5127735" y="2935543"/>
                    <a:pt x="5129259" y="2894204"/>
                  </a:cubicBezTo>
                  <a:cubicBezTo>
                    <a:pt x="5129735" y="2852771"/>
                    <a:pt x="5131354" y="2811432"/>
                    <a:pt x="5131069" y="2769998"/>
                  </a:cubicBezTo>
                  <a:lnTo>
                    <a:pt x="5129735" y="2707990"/>
                  </a:lnTo>
                  <a:cubicBezTo>
                    <a:pt x="5129163" y="2687321"/>
                    <a:pt x="5129735" y="2666652"/>
                    <a:pt x="5128116" y="2646078"/>
                  </a:cubicBezTo>
                  <a:lnTo>
                    <a:pt x="5124687" y="2584165"/>
                  </a:lnTo>
                  <a:cubicBezTo>
                    <a:pt x="5123449" y="2563592"/>
                    <a:pt x="5122782" y="2542922"/>
                    <a:pt x="5120401" y="2522444"/>
                  </a:cubicBezTo>
                  <a:lnTo>
                    <a:pt x="5114876" y="2460817"/>
                  </a:lnTo>
                  <a:lnTo>
                    <a:pt x="5112209" y="2430051"/>
                  </a:lnTo>
                  <a:cubicBezTo>
                    <a:pt x="5111352" y="2419764"/>
                    <a:pt x="5109637" y="2409572"/>
                    <a:pt x="5108399" y="2399381"/>
                  </a:cubicBezTo>
                  <a:cubicBezTo>
                    <a:pt x="5098398" y="2317561"/>
                    <a:pt x="5085920" y="2236027"/>
                    <a:pt x="5070108" y="2155255"/>
                  </a:cubicBezTo>
                  <a:cubicBezTo>
                    <a:pt x="5038676" y="1993711"/>
                    <a:pt x="4995051" y="1834738"/>
                    <a:pt x="4939140" y="1680338"/>
                  </a:cubicBezTo>
                  <a:cubicBezTo>
                    <a:pt x="4827126" y="1371824"/>
                    <a:pt x="4667392" y="1079406"/>
                    <a:pt x="4452888" y="826517"/>
                  </a:cubicBezTo>
                  <a:cubicBezTo>
                    <a:pt x="4345923" y="700025"/>
                    <a:pt x="4225241" y="583915"/>
                    <a:pt x="4091605" y="482855"/>
                  </a:cubicBezTo>
                  <a:cubicBezTo>
                    <a:pt x="4058077" y="457805"/>
                    <a:pt x="4023406" y="434183"/>
                    <a:pt x="3989211" y="409703"/>
                  </a:cubicBezTo>
                  <a:cubicBezTo>
                    <a:pt x="3954159" y="386653"/>
                    <a:pt x="3918155" y="364840"/>
                    <a:pt x="3882531" y="342171"/>
                  </a:cubicBezTo>
                  <a:cubicBezTo>
                    <a:pt x="3846051" y="321025"/>
                    <a:pt x="3808617" y="301594"/>
                    <a:pt x="3771565" y="281211"/>
                  </a:cubicBezTo>
                  <a:cubicBezTo>
                    <a:pt x="3733942" y="262066"/>
                    <a:pt x="3695270" y="244730"/>
                    <a:pt x="3656884" y="226633"/>
                  </a:cubicBezTo>
                  <a:lnTo>
                    <a:pt x="3642406" y="219965"/>
                  </a:lnTo>
                  <a:lnTo>
                    <a:pt x="3627642" y="214060"/>
                  </a:lnTo>
                  <a:lnTo>
                    <a:pt x="3598115" y="202249"/>
                  </a:lnTo>
                  <a:lnTo>
                    <a:pt x="3538965" y="178627"/>
                  </a:lnTo>
                  <a:cubicBezTo>
                    <a:pt x="3519438" y="170149"/>
                    <a:pt x="3498960" y="164434"/>
                    <a:pt x="3478767" y="157576"/>
                  </a:cubicBezTo>
                  <a:lnTo>
                    <a:pt x="3418092" y="137764"/>
                  </a:lnTo>
                  <a:lnTo>
                    <a:pt x="3387708" y="127954"/>
                  </a:lnTo>
                  <a:lnTo>
                    <a:pt x="3356847" y="119762"/>
                  </a:lnTo>
                  <a:lnTo>
                    <a:pt x="3295029" y="103570"/>
                  </a:lnTo>
                  <a:cubicBezTo>
                    <a:pt x="3253977" y="91759"/>
                    <a:pt x="3211876" y="84710"/>
                    <a:pt x="3170061" y="76233"/>
                  </a:cubicBezTo>
                  <a:cubicBezTo>
                    <a:pt x="3002326" y="43848"/>
                    <a:pt x="2831257" y="29560"/>
                    <a:pt x="2659712" y="30132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359" name="Freeform: Shape 1336">
            <a:extLst>
              <a:ext uri="{FF2B5EF4-FFF2-40B4-BE49-F238E27FC236}">
                <a16:creationId xmlns:a16="http://schemas.microsoft.com/office/drawing/2014/main" id="{53E907E0-C634-4384-A098-802B617CB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005"/>
            <a:ext cx="12192000" cy="4232195"/>
          </a:xfrm>
          <a:custGeom>
            <a:avLst/>
            <a:gdLst>
              <a:gd name="connsiteX0" fmla="*/ 9837677 w 12192000"/>
              <a:gd name="connsiteY0" fmla="*/ 579610 h 4484536"/>
              <a:gd name="connsiteX1" fmla="*/ 7968203 w 12192000"/>
              <a:gd name="connsiteY1" fmla="*/ 2449084 h 4484536"/>
              <a:gd name="connsiteX2" fmla="*/ 9837677 w 12192000"/>
              <a:gd name="connsiteY2" fmla="*/ 4318558 h 4484536"/>
              <a:gd name="connsiteX3" fmla="*/ 11707151 w 12192000"/>
              <a:gd name="connsiteY3" fmla="*/ 2449084 h 4484536"/>
              <a:gd name="connsiteX4" fmla="*/ 9837677 w 12192000"/>
              <a:gd name="connsiteY4" fmla="*/ 579610 h 4484536"/>
              <a:gd name="connsiteX5" fmla="*/ 6063538 w 12192000"/>
              <a:gd name="connsiteY5" fmla="*/ 579610 h 4484536"/>
              <a:gd name="connsiteX6" fmla="*/ 4194064 w 12192000"/>
              <a:gd name="connsiteY6" fmla="*/ 2449084 h 4484536"/>
              <a:gd name="connsiteX7" fmla="*/ 6063538 w 12192000"/>
              <a:gd name="connsiteY7" fmla="*/ 4318558 h 4484536"/>
              <a:gd name="connsiteX8" fmla="*/ 7933012 w 12192000"/>
              <a:gd name="connsiteY8" fmla="*/ 2449084 h 4484536"/>
              <a:gd name="connsiteX9" fmla="*/ 6063538 w 12192000"/>
              <a:gd name="connsiteY9" fmla="*/ 579610 h 4484536"/>
              <a:gd name="connsiteX10" fmla="*/ 2246984 w 12192000"/>
              <a:gd name="connsiteY10" fmla="*/ 579610 h 4484536"/>
              <a:gd name="connsiteX11" fmla="*/ 377510 w 12192000"/>
              <a:gd name="connsiteY11" fmla="*/ 2449084 h 4484536"/>
              <a:gd name="connsiteX12" fmla="*/ 2246984 w 12192000"/>
              <a:gd name="connsiteY12" fmla="*/ 4318558 h 4484536"/>
              <a:gd name="connsiteX13" fmla="*/ 4116458 w 12192000"/>
              <a:gd name="connsiteY13" fmla="*/ 2449084 h 4484536"/>
              <a:gd name="connsiteX14" fmla="*/ 2246984 w 12192000"/>
              <a:gd name="connsiteY14" fmla="*/ 579610 h 4484536"/>
              <a:gd name="connsiteX15" fmla="*/ 0 w 12192000"/>
              <a:gd name="connsiteY15" fmla="*/ 0 h 4484536"/>
              <a:gd name="connsiteX16" fmla="*/ 12192000 w 12192000"/>
              <a:gd name="connsiteY16" fmla="*/ 0 h 4484536"/>
              <a:gd name="connsiteX17" fmla="*/ 12192000 w 12192000"/>
              <a:gd name="connsiteY17" fmla="*/ 4484536 h 4484536"/>
              <a:gd name="connsiteX18" fmla="*/ 0 w 12192000"/>
              <a:gd name="connsiteY18" fmla="*/ 4484536 h 4484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4484536">
                <a:moveTo>
                  <a:pt x="9837677" y="579610"/>
                </a:moveTo>
                <a:cubicBezTo>
                  <a:pt x="8805195" y="579610"/>
                  <a:pt x="7968203" y="1416602"/>
                  <a:pt x="7968203" y="2449084"/>
                </a:cubicBezTo>
                <a:cubicBezTo>
                  <a:pt x="7968203" y="3481566"/>
                  <a:pt x="8805195" y="4318558"/>
                  <a:pt x="9837677" y="4318558"/>
                </a:cubicBezTo>
                <a:cubicBezTo>
                  <a:pt x="10870159" y="4318558"/>
                  <a:pt x="11707151" y="3481566"/>
                  <a:pt x="11707151" y="2449084"/>
                </a:cubicBezTo>
                <a:cubicBezTo>
                  <a:pt x="11707151" y="1416602"/>
                  <a:pt x="10870159" y="579610"/>
                  <a:pt x="9837677" y="579610"/>
                </a:cubicBezTo>
                <a:close/>
                <a:moveTo>
                  <a:pt x="6063538" y="579610"/>
                </a:moveTo>
                <a:cubicBezTo>
                  <a:pt x="5031056" y="579610"/>
                  <a:pt x="4194064" y="1416602"/>
                  <a:pt x="4194064" y="2449084"/>
                </a:cubicBezTo>
                <a:cubicBezTo>
                  <a:pt x="4194064" y="3481566"/>
                  <a:pt x="5031056" y="4318558"/>
                  <a:pt x="6063538" y="4318558"/>
                </a:cubicBezTo>
                <a:cubicBezTo>
                  <a:pt x="7096020" y="4318558"/>
                  <a:pt x="7933012" y="3481566"/>
                  <a:pt x="7933012" y="2449084"/>
                </a:cubicBezTo>
                <a:cubicBezTo>
                  <a:pt x="7933012" y="1416602"/>
                  <a:pt x="7096020" y="579610"/>
                  <a:pt x="6063538" y="579610"/>
                </a:cubicBezTo>
                <a:close/>
                <a:moveTo>
                  <a:pt x="2246984" y="579610"/>
                </a:moveTo>
                <a:cubicBezTo>
                  <a:pt x="1214502" y="579610"/>
                  <a:pt x="377510" y="1416602"/>
                  <a:pt x="377510" y="2449084"/>
                </a:cubicBezTo>
                <a:cubicBezTo>
                  <a:pt x="377510" y="3481566"/>
                  <a:pt x="1214502" y="4318558"/>
                  <a:pt x="2246984" y="4318558"/>
                </a:cubicBezTo>
                <a:cubicBezTo>
                  <a:pt x="3279466" y="4318558"/>
                  <a:pt x="4116458" y="3481566"/>
                  <a:pt x="4116458" y="2449084"/>
                </a:cubicBezTo>
                <a:cubicBezTo>
                  <a:pt x="4116458" y="1416602"/>
                  <a:pt x="3279466" y="579610"/>
                  <a:pt x="2246984" y="57961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484536"/>
                </a:lnTo>
                <a:lnTo>
                  <a:pt x="0" y="448453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utoShape 2" descr="已生成图片">
            <a:extLst>
              <a:ext uri="{FF2B5EF4-FFF2-40B4-BE49-F238E27FC236}">
                <a16:creationId xmlns:a16="http://schemas.microsoft.com/office/drawing/2014/main" id="{24DE42EC-EC44-2699-E5D1-55EC7E299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前言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4967650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" name="图片 1" descr="据 统 计 ， 圣 经 内 共 有 1817 个 预 言 &#10;' 96 ． 2 ％ &#10;己 经 完 全 应 验 &#10;． 对 列 国 的 预 言 &#10;． 对 以 色 列 的 预 言 &#10;． 对 基 督 的 预 言 &#10;3 ． 8 ％ &#10;正 在 应 验 当 中 &#10;． 对 末 世 的 预 言 ">
            <a:extLst>
              <a:ext uri="{FF2B5EF4-FFF2-40B4-BE49-F238E27FC236}">
                <a16:creationId xmlns:a16="http://schemas.microsoft.com/office/drawing/2014/main" id="{B508F020-9F94-F433-7BE6-3110B06F58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9" t="7812" r="1581" b="8750"/>
          <a:stretch>
            <a:fillRect/>
          </a:stretch>
        </p:blipFill>
        <p:spPr bwMode="auto">
          <a:xfrm>
            <a:off x="7773823" y="1324598"/>
            <a:ext cx="4349810" cy="283720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11660"/>
            <a:ext cx="12192000" cy="45689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2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2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我又要叫你和女人彼此为仇；你的后裔和女人的后裔也彼此为仇。女人的后裔要伤你的头，你要伤他的脚跟。</a:t>
            </a:r>
            <a:endParaRPr lang="en-US" altLang="zh-CN" sz="2200" dirty="0">
              <a:solidFill>
                <a:schemeClr val="tx2"/>
              </a:solidFill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dirty="0">
              <a:solidFill>
                <a:srgbClr val="7030A0"/>
              </a:solidFill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3200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3200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3200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因此，主自己要给你们一个兆头，必有童女怀孕生子，给他起名叫以马内利。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dirty="0">
              <a:solidFill>
                <a:srgbClr val="7030A0"/>
              </a:solidFill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2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2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1:23】</a:t>
            </a:r>
            <a:r>
              <a:rPr lang="zh-CN" altLang="en-US" sz="22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说：“必有童女怀孕生子；人要称他的名为以马内利。”（以马内利翻出来就是“神与我们同在”。）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A7D7BC-5F8D-EE76-0D18-39F6F132CC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经文：赛七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14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516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分类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004936" y="1133825"/>
            <a:ext cx="11095682" cy="31622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1.	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原始福音</a:t>
            </a: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2.	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家族出生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3.	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出来做工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4.	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被钉十字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B332DE-F3FB-23DE-0615-8D213F22297F}"/>
              </a:ext>
            </a:extLst>
          </p:cNvPr>
          <p:cNvSpPr txBox="1"/>
          <p:nvPr/>
        </p:nvSpPr>
        <p:spPr>
          <a:xfrm>
            <a:off x="0" y="6297107"/>
            <a:ext cx="11494093" cy="468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童女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怀孕生子，给他起名叫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5A28-91EB-2F98-0834-40647C84A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F93531E-53CF-4A9F-5BE9-1F0059F2C6B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第一部分：原始福音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552FA6-491B-050A-4A87-695E2F5177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06950"/>
            <a:ext cx="12128626" cy="4751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Ⅰ. </a:t>
            </a: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“原始福音”的地位：圣经中第一个福音应许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对蛇审判的结束时的应许。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第一次明确讲明福音应许。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“原始福音”：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圣经中第一次关于弥赛亚救赎的福音宣告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整个救赎历史的根基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整个救赎历史的起点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E6F8E6-59AE-E87A-E159-B76141DCCC02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我又要叫你和女人彼此为仇；你的后裔和女人的后裔也彼此为仇。女人的后裔要伤你的头，你要伤他的脚跟。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2635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8BC6F-F9CE-5BC4-2ED3-EAF92C681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F723F5D-5188-FC5B-FEA8-CF38163CC17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第一部分：原始福音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180A88-5FA1-C6D9-560E-F0EFAB4980E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06950"/>
            <a:ext cx="12128626" cy="4751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Ⅱ. </a:t>
            </a: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争战的设立：神主动介入历史，开启两条人类线</a:t>
            </a:r>
            <a:endParaRPr lang="en-US" altLang="zh-CN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1.“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我又要”，这是神主动的发起的事件，是神主动拯救的应许的开始。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此时人类已经堕落了，但神并没有完全抛弃人类任其灭亡，而是有了全新的福音的应许。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是起初的重生恩典，是“预定救赎计划”在堕落场景下的首次彰显。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 “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你和女人”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蛇与女人之间的敌意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“女人”在这里不仅指夏娃本人，更象征神子民的群体，后面圣约群体“余民”概念的雏形。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两类“后裔”的对立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蛇的后裔：指属撒但的势力，包括魔鬼及其在人类中的代表。</a:t>
            </a:r>
          </a:p>
          <a:p>
            <a:pPr marL="1028700" lvl="2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约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8:44】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你们是出于</a:t>
            </a:r>
            <a:r>
              <a:rPr lang="zh-CN" altLang="en-US" sz="16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你们的父魔鬼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，你们父的私欲，你们偏要行。他从起初是杀人的，不守真理，因他心里没有真理。他说谎是出于自己，因他本来是说谎的，也是说谎之人的父。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女人的后裔：最终指向基督，也包含基督的百姓。</a:t>
            </a: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	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加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3:29】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你们既</a:t>
            </a:r>
            <a:r>
              <a:rPr lang="zh-CN" altLang="en-US" sz="16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属乎基督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，就是亚伯拉罕的后裔，是照着应许承受产业的了。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B76541-25C0-0385-1E7A-413F77DD580A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我又要叫你和女人彼此为仇；你的后裔和女人的后裔也彼此为仇。女人的后裔要伤你的头，你要伤他的脚跟。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2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EC22-CDE2-11A6-51F0-CFA82DB9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8B84EE5-EE95-5F8F-AC37-0976F124DFD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第一部分：原始福音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1784B9-BBEC-76AA-4B6F-78610C26BE1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06950"/>
            <a:ext cx="12128626" cy="4751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Ⅲ. “</a:t>
            </a: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女人的后裔”：单数与复数的双重层次</a:t>
            </a:r>
            <a:endParaRPr lang="en-US" altLang="zh-CN" sz="24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普遍的后裔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神的选民与蛇的势力之间持续不断的冲突。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特指的后裔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新约清楚指出女人的“那一个后裔”就是基督。</a:t>
            </a:r>
          </a:p>
          <a:p>
            <a:pPr marL="1028700" lvl="2">
              <a:lnSpc>
                <a:spcPct val="150000"/>
              </a:lnSpc>
              <a:spcAft>
                <a:spcPts val="600"/>
              </a:spcAft>
            </a:pPr>
            <a:r>
              <a:rPr lang="en-US" altLang="zh-CN" sz="2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加</a:t>
            </a:r>
            <a:r>
              <a:rPr lang="en-US" altLang="zh-CN" sz="2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3:16】</a:t>
            </a:r>
            <a:r>
              <a:rPr lang="zh-CN" altLang="en-US" sz="2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所应许的原是向亚伯拉罕和他子孙说的。　神并不是说众子孙，指着许多人；乃是说你</a:t>
            </a:r>
            <a:r>
              <a:rPr lang="zh-CN" altLang="en-US" sz="26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那一个子孙</a:t>
            </a:r>
            <a:r>
              <a:rPr lang="zh-CN" altLang="en-US" sz="2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，指着</a:t>
            </a:r>
            <a:r>
              <a:rPr lang="zh-CN" altLang="en-US" sz="26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一个人</a:t>
            </a:r>
            <a:r>
              <a:rPr lang="zh-CN" altLang="en-US" sz="2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，就是基督。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《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 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3:15》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同时具备：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救赎（历史），圣约（盟约群体），预言（弥赛亚），这是整本圣经的“总脉络”。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F5FA06-6D8E-325E-1890-C086F2D82A5C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我又要叫你和女人彼此为仇；你的后裔和女人的后裔也彼此为仇。女人的后裔要伤你的头，你要伤他的脚跟。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2158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C61E-F3D4-0283-6F75-10DDE059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AF18F37-F5CF-2CA9-C1BB-98CF045C662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第一部分：原始福音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9C2A9C-0D7B-B85A-7AC0-75866257E13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06950"/>
            <a:ext cx="12128626" cy="4751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Ⅳ. “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伤你的头” 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“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伤他的脚跟”：十字架的应验</a:t>
            </a:r>
            <a:endParaRPr lang="en-US" altLang="zh-CN" sz="24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头 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脚跟：致命与非致命的对比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伤蛇的头：致命的打击 → 基督对撒但的最终胜利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蛇伤脚跟：痛苦非致命 → 基督在十字架上的受苦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基督在十字架上受击打（“脚跟受伤”），但透过死而复活，击碎了魔鬼的权势（“头被打碎”）。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这与新约经文完全互相呼应：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2:14】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儿女既同有血肉之体，他也照样亲自成了血肉之体，特要藉着死，败坏那掌死权的，就是魔鬼，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16:20】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赐平安的　神，快要将撒但践踏在你们脚下。愿我主耶稣基督的恩常和你们同在！</a:t>
            </a: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5C9C48-DB9B-67AE-E3E1-4E6E359AED79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我又要叫你和女人彼此为仇；你的后裔和女人的后裔也彼此为仇。女人的后裔要伤你的头，你要伤他的脚跟。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6089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9C61D-4AFC-D2E7-A174-55A708DF3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7188D16-1C8B-ACC2-4645-510A6AF847B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第一部分：原始福音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BA642F-4EB5-632D-F46B-09176B7EBC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06950"/>
            <a:ext cx="12128626" cy="4751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Ⅴ. 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原始福音的救赎框架：整个旧约就是“创 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3:15”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的展开</a:t>
            </a:r>
            <a:endParaRPr lang="en-US" altLang="zh-CN" sz="24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霍志恒（圣经神学家）指出，旧约整个救赎史就是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《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》3:15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的展开与推进：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亚伯拉罕之约：后裔的应许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大卫之约：王的应许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以赛亚书：童女生子（女人的后裔）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但以理书：永远的国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玛拉基：审判与复兴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应许在马太福音 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1:23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达到高潮。</a:t>
            </a:r>
          </a:p>
          <a:p>
            <a:pPr marL="1028700" lvl="2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1:23】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说：“必有</a:t>
            </a:r>
            <a:r>
              <a:rPr lang="zh-CN" altLang="en-US" sz="16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童女怀孕生子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，人要称他的名为</a:t>
            </a:r>
            <a:r>
              <a:rPr lang="zh-CN" altLang="en-US" sz="16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以马内利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。”（“以马内利”翻出来就是“　神与我们同在”。）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十字架就是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《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》 3:15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的最终战场。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759F71-EC00-4F9D-B7D3-2380AB74F06B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我又要叫你和女人彼此为仇；你的后裔和女人的后裔也彼此为仇。女人的后裔要伤你的头，你要伤他的脚跟。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9509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5D9AD-E06C-00DA-47A7-EF991526F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0988790-4D4E-CAC4-2B12-1DF1697C87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第一部分：原始福音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1A47DEE-8541-9F50-9623-30624A5BD90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06950"/>
            <a:ext cx="12128626" cy="4751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Ⅵ. 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原始福音对教会的意义</a:t>
            </a:r>
            <a:endParaRPr lang="en-US" altLang="zh-CN" sz="24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教会与世界的冲突不是偶然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敌意意味着：基督徒不是与世界自然和平共处的。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从创世记到启示录，教会不断面对：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遭遇逼迫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歪曲真理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偶像权势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属灵争战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是历史性的，也是神预定的救赎进程。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基督已经胜利，教会在祂的胜利中征战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教会与撒但的争战不是凭己力，而是凭着基督已经完成的头部打击之胜利。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ADE59A-AC34-FEA0-B5F7-F8909FF13D21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我又要叫你和女人彼此为仇；你的后裔和女人的后裔也彼此为仇。女人的后裔要伤你的头，你要伤他的脚跟。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0374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85962-3228-DF54-DCC7-F85489171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C3192F6-885C-53C8-F211-B55C1B316A0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第一部分：原始福音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0888D0E-7AB2-8A0C-4044-27A20BD31F3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06950"/>
            <a:ext cx="12128626" cy="4751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Ⅶ. </a:t>
            </a:r>
            <a:r>
              <a:rPr lang="zh-CN" altLang="en-US" sz="2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总结：原始福音是整个救赎历史的种子</a:t>
            </a:r>
            <a:endParaRPr lang="en-US" altLang="zh-CN" sz="20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《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》 3:15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包含了：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预言弥赛亚将来临。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救赎是通过受苦而得胜。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属灵争战是撒但与神的百姓之间的历史性对立。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圣约神学是一个新的人类将从女人而生。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最终在耶稣基督里成全：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被蛇咬（受苦）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踩碎蛇头（复活得胜）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将最终战胜撒但（启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20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章）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《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》3:15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不仅是圣经中第一句福音，更是全本圣经的“钥匙经文”，打开救赎史的全貌。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D7C7B8-F794-AEE0-091B-E3F74BD94356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我又要叫你和女人彼此为仇；你的后裔和女人的后裔也彼此为仇。女人的后裔要伤你的头，你要伤他的脚跟。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2388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41AA7-840F-FA4B-504E-BE118F5EE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DC94094-33D2-92FB-3645-1E729E7DF46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第一部分：原始福音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94CD48B-25B7-6C94-F450-8764A5772A4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06950"/>
            <a:ext cx="12128626" cy="4751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新约应验：</a:t>
            </a:r>
            <a:endParaRPr lang="en-US" altLang="zh-CN" sz="36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"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正思念这事的时候，有主的使者向他梦中显现，说：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'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大卫的子孙约瑟，不要怕，只管娶过你的妻子马利亚来，因她所怀的孕是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从圣灵来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的。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"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（太 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1:20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"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及至时候满足，　神就差遣他的儿子为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女子所生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，且生在律法以下，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"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（加 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4:4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10E393-4747-389B-F9F5-996B441F066C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3:15】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我又要叫你和女人彼此为仇；你的后裔和女人的后裔也彼此为仇。女人的后裔要伤你的头，你要伤他的脚跟。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1306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B869F-A131-E5CF-8B70-9383A4F8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5617183-6884-453F-5D06-85814218DA7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19C861-38CA-F10E-1700-FFBC5D5B59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83894"/>
            <a:ext cx="12128626" cy="4674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新约应验：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1:1】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亚伯拉罕的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后裔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、大卫的子孙、耶稣基督的家谱（“后裔”、“子孙”原文都作“儿子”。下同）：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9:5】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列祖就是他们的祖宗，按肉体说，基督也是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从他们出来的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，他是在万有之上，永远可称颂的　神。阿们！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6B0B3C-5C63-F71C-8771-BE5DC647D5B1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12:3】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为你祝福的，我必赐福与他；那咒诅你的，我必咒诅他。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地上的万族都要因你得福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。”</a:t>
            </a:r>
            <a:endParaRPr lang="en-US" altLang="zh-CN" sz="2000" dirty="0">
              <a:solidFill>
                <a:schemeClr val="tx2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22:18】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并且地上万国都必因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你的后裔得福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，因为你听从了我的话。’”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2159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91C7-E276-D1AA-2A7B-6C9143D5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03DD21D-FD65-FCAE-74BA-CC1EEA41053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CE5EEA-97B5-E81A-A093-B23590DFB3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83894"/>
            <a:ext cx="12128626" cy="46741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1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分为三个部分，血统、律法和位分：</a:t>
            </a:r>
            <a:endParaRPr lang="en-US" altLang="zh-CN" sz="31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“亚伯拉罕的后裔”有双层意义：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集体：以色列民族（如创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15:5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星辰的比喻）。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个人：应许所指的那位“君王性的子孙”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如创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22:17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的“仇敌的城门”，明显指王者。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基督确实是亚伯拉罕的后裔（按照肉身）：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1:1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：耶稣是“亚伯拉罕的儿子，大卫的儿子”。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9:5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：“按肉体说，基督也是从他们出来的。”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加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4:4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：“女人所生、且生在律法以下。”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6B03A5-E851-9FF3-3D97-979DB709BA3E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12:3】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为你祝福的，我必赐福与他；那咒诅你的，我必咒诅他。地上的万族都要因你得福。”</a:t>
            </a:r>
            <a:endParaRPr lang="en-US" altLang="zh-CN" sz="2000" dirty="0">
              <a:solidFill>
                <a:schemeClr val="tx2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22:18】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并且地上万国都必因你的后裔得福，因为你听从了我的话。’”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2027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1DEBA-9F6C-8FA4-7FE0-50B160C5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FA22454-0519-3078-EC7D-A6CDDB10067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90CE40-C1F3-CF29-8361-7C22131EC98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83894"/>
            <a:ext cx="12128626" cy="4674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分为三个部分，血统、律法和位分：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基督完全符合旧约对“后裔”的所有要求（血统、律法、位分）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基督的救赎工作应验了应许：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万国得福的核心是：基督成为万国的救主，使福音临到列邦。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加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3:14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直接解释了应许的内容：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“叫亚伯拉罕的福因基督耶稣临到外邦人。”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6B56CA-8FCC-AE6F-F080-44DAD4811DCC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12:3】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为你祝福的，我必赐福与他；那咒诅你的，我必咒诅他。地上的万族都要因你得福。”</a:t>
            </a:r>
            <a:endParaRPr lang="en-US" altLang="zh-CN" sz="2000" dirty="0">
              <a:solidFill>
                <a:schemeClr val="tx2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22:18】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并且地上万国都必因你的后裔得福，因为你听从了我的话。’”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4429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04DDA-F743-3521-4E57-B19081233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98108D7-6EBA-8C7E-C65D-2B921B57DAB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F40B6E-18C9-3FEA-08F5-19C4C18BC76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645559"/>
            <a:ext cx="12128626" cy="4212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新约应验：</a:t>
            </a:r>
            <a:endParaRPr lang="en-US" altLang="zh-CN" sz="36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7:14】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我们的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主分明是从犹大出来的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，但这支派，摩西并没有提到祭司。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7DED92-AC2B-0D6D-C85D-1205C612A5FB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49:10】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圭必不离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犹大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，杖必不离他两脚之间，直等细罗（就是“赐平安者”）来到，万民都必归顺。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路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3:33】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拿顺是亚米拿达的儿子，亚米拿达是亚兰的儿子，亚兰是希斯仑的儿子，希斯仑是法勒斯的儿子，法勒斯是犹大的儿子，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3918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71EA-F30F-0ECB-EAA6-B6D82D97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6D69333-A69B-16CC-0A0F-C58F385B633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6589C3-A669-2EBB-35B0-CECEEC80683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645559"/>
            <a:ext cx="12128626" cy="421244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来自犹大（“圭”“杖”）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“圭”“杖”都是王权的象征。意思：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权杖（王权）将一直在犹大支派中延续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犹大将产生王者（最终指大卫及其后裔）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直到“细罗”来到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“细罗”历来认为犹太教和基督教传统都认定“细罗”指</a:t>
            </a:r>
            <a:r>
              <a:rPr lang="zh-CN" altLang="en-US" sz="28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弥赛亚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3.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万民归顺他（普世统治）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强烈的弥赛亚国度色彩。不是单指地上的以色列国度，而是属灵的弥赛亚国度。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1EBDE7-ED95-1BC4-977C-1A62EE63A047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49:10】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圭必不离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犹大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，杖必不离他两脚之间，直等细罗（就是“赐平安者”）来到，万民都必归顺。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路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3:33】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拿顺是亚米拿达的儿子，亚米拿达是亚兰的儿子，亚兰是希斯仑的儿子，希斯仑是法勒斯的儿子，法勒斯是犹大的儿子，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701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5F93-8CAC-8328-58C4-9837C74D5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11DC5C0-CDAD-8EA0-2804-85D499FD389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92FD89-DD3D-A935-B785-24D0559531E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645559"/>
            <a:ext cx="12128626" cy="42124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新约中的完全成就：基督出现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耶稣是犹大支派的后裔：新约家谱确认应验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(1)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路加福音 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3:33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路加的家谱清楚指出：耶稣基督 → 犹大 → 法勒斯 → 希斯仑 → 亚兰 → 亚米拿达 → 拿顺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……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这条家谱说明：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基督按肉身确实出自犹大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完全符合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《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》49:10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的应许要求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(2)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希伯来书 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7:14</a:t>
            </a:r>
          </a:p>
          <a:p>
            <a:pPr marL="1485900" lvl="3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7:14】“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我们的主分明是从犹大出来的。”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最直接的神学确认：耶稣 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=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犹大支派的弥赛亚之王。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44DCFE-CE77-667F-FA31-6F51CA4ED60E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49:10】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圭必不离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犹大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，杖必不离他两脚之间，直等细罗（就是“赐平安者”）来到，万民都必归顺。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路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3:33】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拿顺是亚米拿达的儿子，亚米拿达是亚兰的儿子，亚兰是希斯仑的儿子，希斯仑是法勒斯的儿子，法勒斯是犹大的儿子，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3897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F7402-FC1F-7C9C-FB93-57D519C9C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9B74987-B734-B6ED-5914-9F7CA4C7BD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EFE24D-67C3-831F-FB02-960AB8D3D8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331893"/>
            <a:ext cx="12128626" cy="4526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新约应验：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路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1:32-33】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他要为大，称为至高者的儿子；主神要把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他祖大卫的位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给他。他要作雅各家的王，直到永远；他的国也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没有穷尽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1:3】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论到他儿子我主耶稣基督。按肉体说，是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从大卫后裔生的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98086E-73EB-96E8-AF6E-B015978E4322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撒下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7:12-13】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你寿数满足、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他必为我的名建造殿宇；我必坚定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他的国位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直到永远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000" dirty="0">
              <a:solidFill>
                <a:schemeClr val="tx2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9:7】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他的政权与平安必加增无穷。他必在大卫的宝座上治理他的国，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…… 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6355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D6EAF-7726-AA5A-8B85-820EFE626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B345EFF-6588-2C78-678F-A8AD9EA55B8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44EA01-0165-2FD1-014B-E57DFEE568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331893"/>
            <a:ext cx="12128626" cy="4526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4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一、旧约的预言：大卫之约的核心内容（撒下</a:t>
            </a:r>
            <a:r>
              <a:rPr lang="en-US" altLang="zh-CN" sz="4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4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撒下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7:12–13】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是旧约中四个最重要的弥赛亚文本之一（创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3:15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、撒下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、耶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31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3:15】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我又要叫你和女人彼此为仇；你的后裔和女人的后裔也彼此为仇。女人的后裔要伤你的头，你要伤他的脚跟。”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12:3】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为你祝福的，我必赐福与他；那咒诅你的，我必咒诅他。地上的万族都要因你得福。”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撒下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7:16】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你的家和你的国，必在我（原文作“你”）面前永远坚立。你的国位也必坚定，直到永远。’”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31:31】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耶和华说：“日子将到，我要与以色列家和犹大家另立新约。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6DDA8C-BAD5-97BF-2A30-422978F19606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撒下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7:12-13】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你寿数满足、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他必为我的名建造殿宇；我必坚定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他的国位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直到永远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000" dirty="0">
              <a:solidFill>
                <a:schemeClr val="tx2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9:7】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他的政权与平安必加增无穷。他必在大卫的宝座上治理他的国，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…… 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4572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0D2C5-4955-F521-6493-BF874AB49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3F5440D-657F-3BC0-BDE8-03A7280FDE4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47C6D8-2E4A-546C-621B-DC0014BEDA0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331893"/>
            <a:ext cx="12128626" cy="4526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一、旧约的预言：大卫之约的核心内容（撒下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神向大卫应许了四件事：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后裔要接续他的王位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这是一个历史性的“近期成就”，指所罗门。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那后裔“为神建殿”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所罗门部分成就：建造圣殿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但“为我的名建殿”的最终意义指向属灵的殿（基督的身体、教会）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3. “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我必坚定他的国位，直到永远”，这个部分不可能只指所罗门，因为：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所罗门的王国没有永远（分裂、灭亡）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后来的大卫家系在地上断绝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因此必须指向一个永远掌权的王，称其为：</a:t>
            </a:r>
            <a:r>
              <a:rPr lang="zh-CN" altLang="en-US" sz="1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“大卫王朝的永恒性在弥赛亚身上成就”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910D4B-0F17-1D37-B486-07277CE4C77E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撒下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7:12-13】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你寿数满足、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他必为我的名建造殿宇；我必坚定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他的国位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直到永远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000" dirty="0">
              <a:solidFill>
                <a:schemeClr val="tx2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9:7】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他的政权与平安必加增无穷。他必在大卫的宝座上治理他的国，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…… 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6838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83B8-CA22-D093-335F-934AC08B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2898ED8-606F-4562-27D8-80EEBD3EA2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A29F25-8342-841F-A73F-3075845F7A0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331893"/>
            <a:ext cx="12128626" cy="4526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二、以赛亚的深化：弥赛亚是永恒的王（赛</a:t>
            </a:r>
            <a:r>
              <a:rPr lang="en-US" altLang="zh-CN" sz="3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9:7</a:t>
            </a:r>
            <a:r>
              <a:rPr lang="zh-CN" altLang="en-US" sz="3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以赛亚在大卫之约的基础上强调：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他的政权不断增加（普世扩展）→不只以色列国，是普世性的国度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以公平与公义治理（君王的属性）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3.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从今直到永远（永恒性）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以赛亚明确指出：这位王不是普通后裔，而是神子（赛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9:6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）、永恒者。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4F9F1F-AE7F-D349-1F41-AF0C8B01304E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撒下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7:12-13】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你寿数满足、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他必为我的名建造殿宇；我必坚定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他的国位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直到永远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000" dirty="0">
              <a:solidFill>
                <a:schemeClr val="tx2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9:7】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他的政权与平安必加增无穷。他必在大卫的宝座上治理他的国，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…… 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0343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4E18D-97A0-833F-B146-70865A7C8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6AE2217-97FA-1681-46DF-9D97ACAE57E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FA5680-ED7A-538B-4DC4-2D1B1089892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331893"/>
            <a:ext cx="12128626" cy="4526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三、新约的应验：基督是大卫之约的终极成就者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天使的宣告：耶稣是坐在大卫宝座上的永恒之王（路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1:32-33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成就：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1.“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主神要把他祖大卫的位给他” → 直接对应 撒下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7:12–16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9:7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2.“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作雅各家的王，直到永远” → 对应 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9:7 “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永远”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3.“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他的国没有穷尽” → 对应 撒下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7:16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与赛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9:7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最明确的宣告：</a:t>
            </a:r>
            <a:r>
              <a:rPr lang="zh-CN" altLang="en-US" sz="28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耶稣就是大卫之约的弥赛亚王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20253D-E284-9CB2-5AD4-AE44E8277C2B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撒下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7:12-13】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你寿数满足、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他必为我的名建造殿宇；我必坚定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他的国位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直到永远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000" dirty="0">
              <a:solidFill>
                <a:schemeClr val="tx2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9:7】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他的政权与平安必加增无穷。他必在大卫的宝座上治理他的国，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…… 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6258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4341F-BF97-F20A-63E9-970215F6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5B76D65-83C9-59C8-4921-891828E108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88827C-DCC5-6FFE-EF3C-0AF36DCC352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新约应验：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1:23】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说：“必有童女怀孕生子；人要称他的名为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以马内利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。”（以马内利翻出来就是“神与我们同在”。）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79FAC2-B8E9-E1E5-66B5-AFA387315013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5804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3840-B190-B2D6-997A-7C79587F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34B644B-C467-5C2C-ED1A-4822E1D0E6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B3841B-EBB5-0215-116D-C305545A34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前言：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当人不信时，上帝仍然信实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整本圣经救赎史中最核心的启示之一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——“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以马内利：神与我们同在。”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在以赛亚的时代，犹大王亚哈斯面对强敌环伺，信心摇动；在他心中，政治算计比信靠耶和华更可靠。然而，即便人在不信里，上帝仍然主动给出一个前所未有的“兆头”：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485900" lvl="3">
              <a:lnSpc>
                <a:spcPct val="150000"/>
              </a:lnSpc>
              <a:spcAft>
                <a:spcPts val="600"/>
              </a:spcAft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“必有童女怀孕生子，给他起名叫以马内利。”（赛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7:14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七百多年后，这个应许在马太福音中得到最高、完全的应验：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485900" lvl="3">
              <a:lnSpc>
                <a:spcPct val="150000"/>
              </a:lnSpc>
              <a:spcAft>
                <a:spcPts val="600"/>
              </a:spcAft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“必有童女怀孕生子；人要称他的名为以马内利。”（太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1:23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不仅是预言的应验，更是神救赎计划的中心：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神以人的样式来到世界，成为我们中间的一位。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9128D1-2CF6-D20E-EF83-18DC28511E13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6616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38CAC-A2A8-7235-43BD-881362015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81CF1B0-1287-7ADF-FA30-5814A359E31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15A275-CEA9-8955-EB0B-B3DE5A41160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4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第一大段：神所赐的兆头（赛</a:t>
            </a:r>
            <a:r>
              <a:rPr lang="en-US" altLang="zh-CN" sz="4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7:14</a:t>
            </a:r>
            <a:r>
              <a:rPr lang="zh-CN" altLang="en-US" sz="4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r>
              <a:rPr lang="en-US" altLang="zh-CN" sz="4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4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救恩从神开始，不从人开始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一、危机中的不信：亚哈斯的时代背景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二、童女怀孕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一个超越历史的神迹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这兆头是为整个人类、为救赎历史所预备。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救主不从罪的血统而来（女人的后裔）。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救恩不是人努力的结果（全然出于神），暗示救恩“不是出于人意”。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威敏信条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章指出：基督“由圣灵感孕，由童女马利亚所生”。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3.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救赎的时代由神自己开启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人无法产生救主；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神必须亲自介入永恒与时间，母腹，进入人类的历史。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C0353C-3839-3C29-8A14-D33C7E2062AF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603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BF3EE-A997-DB08-F9E9-332DF0E9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3DCC0F0-31F9-3B8B-1FBB-DF777C350CE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047AA8-9E6A-E578-D352-8B3C2A7E3AE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第一大段：神所赐的兆头（赛</a:t>
            </a:r>
            <a:r>
              <a:rPr lang="en-US" altLang="zh-CN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7:14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r>
              <a:rPr lang="en-US" altLang="zh-CN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救恩从神开始，不从人开始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三、以马内利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神同在的立约应许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名字表达身份和使命。“以马内利”的意思是：“神与我们同在。”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整本旧约都在铺陈这个主题：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亚当犯罪后，神主动来寻找：“你在哪里？”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摩西看见后神说：“我必与你同在。”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以色列出埃及，神以云柱、火柱同在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会幕和圣殿象征“神住在百姓中”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赛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7:14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不仅指一个孩子，而是指“神同在”的最高启示。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整条救恩历史的核心：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神不是放弃罪人，而是进入罪人的世界；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不是在天上吩咐，而亲自来到地上同行。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45901A-D4B0-87D6-349F-F5CA1E9DD686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6172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959C-0CDC-74CE-4F3C-1C1C31138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0CD66B0-EDAF-0BB0-C0F5-2442D55F4C6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F303F2-3A4C-8913-A88F-5B6354D547D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第二大段：兆头的成就（太</a:t>
            </a:r>
            <a:r>
              <a:rPr lang="en-US" altLang="zh-CN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1:23</a:t>
            </a: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r>
              <a:rPr lang="en-US" altLang="zh-CN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神的应许在基督里完全实现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赛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7:14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在马太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章中被直接引用，并清楚指出应验在耶稣基督身上。这不仅是“呼应”，而是“终极实现”。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一、马太的解释权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从预表到终点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旧约中，兆头有近距离的“初步应验”（如赛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章的孩子），但马太指出：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基督是赛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7:14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的最终、最高、末世性成全。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涉及圣经神学中的“预表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应验结构” 。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以赛亚时代的孩子是“预表”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耶稣基督是“真体”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这就是“已然”与“未然”结构：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已然：基督已道成肉身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未然：完全的神同在仍等待基督再来时实现（启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21:3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ADC283-302E-7CFC-2DE7-7A4B29BCBC53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0150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73E4A-F71B-4867-0F3E-42D705E13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5144BDE-4D9B-602B-ACD6-DDFC9F7A053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D710CF-A344-405A-77A2-B6DD82B06EF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第二大段：兆头的成就（太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1:23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神的应许在基督里完全实现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二、圣灵感孕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救恩的源头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天使告诉约瑟：“因她所怀的孕是从圣灵来的。”（太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1:20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关键：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道成肉身不是人的计划，而是神的作为。</a:t>
            </a:r>
          </a:p>
          <a:p>
            <a:pPr marL="2686050" lvl="5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神主动进入人类。救主不是“被造”，而是“成为肉身”。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基督的人性是真实而无罪，</a:t>
            </a:r>
          </a:p>
          <a:p>
            <a:pPr marL="2686050" lvl="5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祂的身体真实，祂的受苦真实，祂的试探真实；但祂没有原罪，也没有犯过罪（来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4:15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）。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3.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救赎不是人类的方案，而是神亲自成就，</a:t>
            </a:r>
          </a:p>
          <a:p>
            <a:pPr marL="2686050" lvl="5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童贞女生子是救恩的开始，也是整个福音的基础。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C55733-669F-3DBF-47DB-7E86D09CC172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1728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5A2E5-D145-3DF3-EE67-A9DBD141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C99026D-F5AC-122A-0992-40424E7397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3F892F-392D-C91F-3889-8B514754110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3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第二大段：兆头的成就（太</a:t>
            </a:r>
            <a:r>
              <a:rPr lang="en-US" altLang="zh-CN" sz="23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1:23</a:t>
            </a:r>
            <a:r>
              <a:rPr lang="zh-CN" altLang="en-US" sz="23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r>
              <a:rPr lang="en-US" altLang="zh-CN" sz="23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23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神的应许在基督里完全实现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三、以马内利的成就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神亲自道成肉身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马太解释：“以马内利翻出来就是‘神与我们同在’。”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以马内利不是“神给我们一个代言人”；不是“神给我们一个使者”；不是“神给我们一个圣人”；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而是：神自己成为人。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约翰更清楚说：“道成了肉身，住在我们中间。”（约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1:14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希腊文“住”是“搭帐棚”的意思。与旧约会幕呼应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神再一次住在祂百姓中，但这次不是象征，而是现实。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耶稣的每一个行动都稳固地表达一件事：神在我们中间。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祂看见病人，就显明神的怜悯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祂接触污秽的人，就显明神愿意洁净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祂赦免罪人，就显明神的赦免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祂面对风浪，就显明神的权能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祂在十字架上流血，就显明神的爱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祂空坟墓里复活，就显明神的得胜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在基督里，神不再隐藏，神也不再远离，神亲自进入人类历史，直到为我们死在十字架上，这是以马内利的成就。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0F445E-DE8D-48AA-06FB-25A83C05972A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5560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384C5-BEFA-747D-802D-7E0E819C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4C0398F-02E0-8BFA-2CBE-178235C4E74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247CAC-D356-2AE9-10FD-868235DCC0B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7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第三大段：以马内利的现实与盼望</a:t>
            </a:r>
            <a:r>
              <a:rPr lang="en-US" altLang="zh-CN" sz="17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17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神的同在成为教会的力量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基督已来，但未还完全实现；救恩已成就，但尚待完成。以马内利不仅是过去发生的，也在现在经历，也指向未来要完全的。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一、基督人性中的以马内利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祂理解我们的软弱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基督成为人，意味着祂真正进入人的经历：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祂饥饿（太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4:2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祂疲倦（约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祂哭泣（约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11:35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祂被试探（来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4:15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祂独自到山上祷告（可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1:35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耶稣基督：祂理解我们，祂懂我们，祂知道我们。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耶稣基督：祂与我们同行、理解我们的苦难、与我们一起经历。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耶稣基督：祂理解我们的软弱；在孤独中，祂理解我们的孤单；在眼泪中，祂理解我们的悲伤。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以马内利翻出来就是“</a:t>
            </a:r>
            <a:r>
              <a:rPr lang="zh-CN" altLang="en-US" sz="19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神与我们同在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”。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F2BC33-152A-E5BF-38D0-C83A0EFC3C9A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2377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0F1DF-D966-BF26-1835-0EE5B4D2A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57BE66D-3A62-FBD0-5A26-01F966B1537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6656C1-8491-B4D6-208B-0DC13DABC44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9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第三大段：以马内利的现实与盼望</a:t>
            </a:r>
            <a:r>
              <a:rPr lang="en-US" altLang="zh-CN" sz="19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19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神的同在成为教会的力量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二、圣灵中的以马内利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今日教会真实经验的神同在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耶稣升天前说：“我就常与你们同在，直到世界末了。”（太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28:20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如何同在？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借着圣灵，圣灵是保惠师，是基督的灵；当圣灵住在我们心里，就是基督住在我们里面。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借着圣道，每一次读经、讲道、祷告，神就在向我们说话、光照、责备、安慰，这是最真实的神同在。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借着圣礼（洗礼与圣餐），圣礼不是宗教仪式，而是神用可见标记触摸我们：</a:t>
            </a:r>
          </a:p>
          <a:p>
            <a:pPr marL="2686050" lvl="5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洗礼保证我们属于神</a:t>
            </a:r>
          </a:p>
          <a:p>
            <a:pPr marL="2686050" lvl="5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圣餐保证基督与我们联合</a:t>
            </a:r>
          </a:p>
          <a:p>
            <a:pPr marL="2686050" lvl="5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圣礼是以马内利的恩典方式。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借着教会共同体</a:t>
            </a:r>
          </a:p>
          <a:p>
            <a:pPr marL="2686050" lvl="5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弟兄姊妹彼此相爱时，神的爱就具体地看得见。</a:t>
            </a:r>
          </a:p>
          <a:p>
            <a:pPr marL="2686050" lvl="5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耶稣说：“你们若彼此相爱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…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人就认出你们是我的门徒。”（约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13:35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93DBC6-D11B-5047-B9DD-9C3BC441DEA5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6620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19FDF-D932-E461-F012-34CAFE57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FFC4FC5-5F95-BEB2-0BE7-9228E8E1A36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E60558-38F3-94EF-598B-B60F34EAECA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第三大段：以马内利的现实与盼望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神的同在成为教会的力量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三、末世中的以马内利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新天新地的完全同在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今日我们经历以马内利，但仍有限制：我们看不见祂的面；我们仍在罪、痛苦、死亡中挣扎。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启示录告诉我们一个未来：“神要亲自与他们同在。”（启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21:3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将是以马内利的终极形态：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不再有死亡、不再有痛哭、不再有疾病、不再有试探、不再有罪、不再有离别、不再有黑暗</a:t>
            </a: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神的同在将完全笼罩新天新地，那时我们将永远不再失落、不再软弱、不再惧怕。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以马内利：</a:t>
            </a:r>
            <a:endParaRPr lang="en-US" altLang="zh-CN" sz="16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是以马内利的开始；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圣灵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是以马内利的现在；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新天地是以马内利终点。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08DEA8-B303-C179-FEC8-B5DB4B1AA575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90536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F69A-9B36-03F8-A78C-AB8B2960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2828E8A-5521-9A24-16A3-97CB31F67B5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F95AC7-C4E4-5CF7-DB62-349747C87BC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结论：以马内利对我们生命的呼召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以马内利意味着神不会因我们的软弱而离开我们。</a:t>
            </a:r>
          </a:p>
          <a:p>
            <a:pPr marL="1485900" lvl="3">
              <a:lnSpc>
                <a:spcPct val="150000"/>
              </a:lnSpc>
              <a:spcAft>
                <a:spcPts val="600"/>
              </a:spcAft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即便像亚哈斯一样软弱，神仍赐下恩典。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以马内利意味着神不让我们靠自己面对人生。</a:t>
            </a:r>
          </a:p>
          <a:p>
            <a:pPr marL="1485900" lvl="3">
              <a:lnSpc>
                <a:spcPct val="150000"/>
              </a:lnSpc>
              <a:spcAft>
                <a:spcPts val="600"/>
              </a:spcAft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祂是我们的力量、避难所、盾牌、牧者。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3.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以马内利意味着神亲自进入我们的破碎与痛苦。</a:t>
            </a:r>
          </a:p>
          <a:p>
            <a:pPr marL="1485900" lvl="3">
              <a:lnSpc>
                <a:spcPct val="150000"/>
              </a:lnSpc>
              <a:spcAft>
                <a:spcPts val="600"/>
              </a:spcAft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祂不是在天上指挥人生，祂是进入人生与我们一起走过。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4.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以马内利意味着教会是神的同在之地。</a:t>
            </a:r>
          </a:p>
          <a:p>
            <a:pPr marL="1485900" lvl="3">
              <a:lnSpc>
                <a:spcPct val="150000"/>
              </a:lnSpc>
              <a:spcAft>
                <a:spcPts val="600"/>
              </a:spcAft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敬拜不是节目，而是神与祂百姓的相遇。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5.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以马内利意味着我们将来会与神永远同住。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A200F0-7304-BD38-F6AA-5C0B77BB7D6F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37695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D9A98-2AB4-D4EB-95B5-BE4D0414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4FEAF5E-4EAB-49B9-65C2-EEC49435270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第二部分：家族出生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1AF6C5-09BA-AB16-AC7D-4B2E52F0D09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28626" cy="5064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神同在意味着什么？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面对恐惧时，不必倚靠亚哈斯式的从世界来的力量、方法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因为神与我们同在。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面对罪与软弱时，不必绝望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因为神亲自成为我们的救主。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3.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面对未来的不确定性，不必焦虑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因为神不离不弃。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28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信靠祂，我们会因“以马内利”而得安慰、得力量、得盼望！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D18EAD-DD76-8159-799E-2E45D1756AAB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赛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7:14】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因此，主自己要给你们一个兆头，必有童女怀孕生子，给他起名叫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以马内利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69163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967183"/>
              </p:ext>
            </p:extLst>
          </p:nvPr>
        </p:nvGraphicFramePr>
        <p:xfrm>
          <a:off x="4323406" y="593816"/>
          <a:ext cx="7868594" cy="5583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8484</TotalTime>
  <Words>5942</Words>
  <Application>Microsoft Office PowerPoint</Application>
  <PresentationFormat>宽屏</PresentationFormat>
  <Paragraphs>393</Paragraphs>
  <Slides>36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2025-12-13T01:44:22Z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