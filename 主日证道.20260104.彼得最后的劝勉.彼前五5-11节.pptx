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6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7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2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4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560" r:id="rId2"/>
    <p:sldId id="554" r:id="rId3"/>
    <p:sldId id="425" r:id="rId4"/>
    <p:sldId id="598" r:id="rId5"/>
    <p:sldId id="602" r:id="rId6"/>
    <p:sldId id="623" r:id="rId7"/>
    <p:sldId id="625" r:id="rId8"/>
    <p:sldId id="626" r:id="rId9"/>
    <p:sldId id="624" r:id="rId10"/>
    <p:sldId id="628" r:id="rId11"/>
    <p:sldId id="629" r:id="rId12"/>
    <p:sldId id="627" r:id="rId13"/>
    <p:sldId id="632" r:id="rId14"/>
    <p:sldId id="633" r:id="rId15"/>
    <p:sldId id="630" r:id="rId16"/>
    <p:sldId id="631" r:id="rId17"/>
    <p:sldId id="635" r:id="rId18"/>
    <p:sldId id="634" r:id="rId19"/>
    <p:sldId id="636" r:id="rId20"/>
    <p:sldId id="637" r:id="rId21"/>
    <p:sldId id="638" r:id="rId22"/>
    <p:sldId id="639" r:id="rId23"/>
    <p:sldId id="640" r:id="rId24"/>
    <p:sldId id="641" r:id="rId25"/>
    <p:sldId id="642" r:id="rId26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3D06"/>
    <a:srgbClr val="F1F1F1"/>
    <a:srgbClr val="1A3A7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EF934A-30C0-4B50-BEFF-A3D531FAD730}" v="1084" dt="2026-01-03T15:15:02.556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8" autoAdjust="0"/>
  </p:normalViewPr>
  <p:slideViewPr>
    <p:cSldViewPr snapToGrid="0">
      <p:cViewPr varScale="1">
        <p:scale>
          <a:sx n="112" d="100"/>
          <a:sy n="112" d="100"/>
        </p:scale>
        <p:origin x="516" y="450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BE5497D1-93E4-4DCA-866F-B65318029599}"/>
    <pc:docChg chg="undo custSel addSld delSld modSld">
      <pc:chgData name="强 李" userId="cd6c7ec7188785ae" providerId="LiveId" clId="{BE5497D1-93E4-4DCA-866F-B65318029599}" dt="2025-10-11T14:38:24.484" v="3785"/>
      <pc:docMkLst>
        <pc:docMk/>
      </pc:docMkLst>
      <pc:sldChg chg="modSp mod">
        <pc:chgData name="强 李" userId="cd6c7ec7188785ae" providerId="LiveId" clId="{BE5497D1-93E4-4DCA-866F-B65318029599}" dt="2025-10-11T10:13:09.663" v="187" actId="1076"/>
        <pc:sldMkLst>
          <pc:docMk/>
          <pc:sldMk cId="3965997736" sldId="598"/>
        </pc:sldMkLst>
      </pc:sldChg>
      <pc:sldChg chg="modSp mod">
        <pc:chgData name="强 李" userId="cd6c7ec7188785ae" providerId="LiveId" clId="{BE5497D1-93E4-4DCA-866F-B65318029599}" dt="2025-10-11T12:38:05.243" v="348"/>
        <pc:sldMkLst>
          <pc:docMk/>
          <pc:sldMk cId="474383694" sldId="602"/>
        </pc:sldMkLst>
      </pc:sldChg>
      <pc:sldChg chg="modSp mod">
        <pc:chgData name="强 李" userId="cd6c7ec7188785ae" providerId="LiveId" clId="{BE5497D1-93E4-4DCA-866F-B65318029599}" dt="2025-10-11T13:34:26.066" v="940" actId="27636"/>
        <pc:sldMkLst>
          <pc:docMk/>
          <pc:sldMk cId="3312005581" sldId="603"/>
        </pc:sldMkLst>
      </pc:sldChg>
      <pc:sldChg chg="modSp add mod">
        <pc:chgData name="强 李" userId="cd6c7ec7188785ae" providerId="LiveId" clId="{BE5497D1-93E4-4DCA-866F-B65318029599}" dt="2025-10-11T13:37:11.370" v="1097" actId="20577"/>
        <pc:sldMkLst>
          <pc:docMk/>
          <pc:sldMk cId="3947397742" sldId="604"/>
        </pc:sldMkLst>
      </pc:sldChg>
      <pc:sldChg chg="modSp add mod">
        <pc:chgData name="强 李" userId="cd6c7ec7188785ae" providerId="LiveId" clId="{BE5497D1-93E4-4DCA-866F-B65318029599}" dt="2025-10-11T13:43:07.094" v="1351" actId="207"/>
        <pc:sldMkLst>
          <pc:docMk/>
          <pc:sldMk cId="1990415969" sldId="605"/>
        </pc:sldMkLst>
      </pc:sldChg>
      <pc:sldChg chg="modSp add mod">
        <pc:chgData name="强 李" userId="cd6c7ec7188785ae" providerId="LiveId" clId="{BE5497D1-93E4-4DCA-866F-B65318029599}" dt="2025-10-11T13:45:57.128" v="1434" actId="20577"/>
        <pc:sldMkLst>
          <pc:docMk/>
          <pc:sldMk cId="3708620594" sldId="606"/>
        </pc:sldMkLst>
      </pc:sldChg>
      <pc:sldChg chg="modSp add mod">
        <pc:chgData name="强 李" userId="cd6c7ec7188785ae" providerId="LiveId" clId="{BE5497D1-93E4-4DCA-866F-B65318029599}" dt="2025-10-11T13:52:07.395" v="1615"/>
        <pc:sldMkLst>
          <pc:docMk/>
          <pc:sldMk cId="3752360027" sldId="607"/>
        </pc:sldMkLst>
      </pc:sldChg>
      <pc:sldChg chg="modSp add mod">
        <pc:chgData name="强 李" userId="cd6c7ec7188785ae" providerId="LiveId" clId="{BE5497D1-93E4-4DCA-866F-B65318029599}" dt="2025-10-11T13:58:58.704" v="1943" actId="20577"/>
        <pc:sldMkLst>
          <pc:docMk/>
          <pc:sldMk cId="2786634272" sldId="608"/>
        </pc:sldMkLst>
      </pc:sldChg>
      <pc:sldChg chg="modSp add mod">
        <pc:chgData name="强 李" userId="cd6c7ec7188785ae" providerId="LiveId" clId="{BE5497D1-93E4-4DCA-866F-B65318029599}" dt="2025-10-11T14:02:30.513" v="1981" actId="403"/>
        <pc:sldMkLst>
          <pc:docMk/>
          <pc:sldMk cId="2147924010" sldId="609"/>
        </pc:sldMkLst>
      </pc:sldChg>
      <pc:sldChg chg="modSp add mod">
        <pc:chgData name="强 李" userId="cd6c7ec7188785ae" providerId="LiveId" clId="{BE5497D1-93E4-4DCA-866F-B65318029599}" dt="2025-10-11T14:04:29.109" v="2019" actId="20577"/>
        <pc:sldMkLst>
          <pc:docMk/>
          <pc:sldMk cId="3634359352" sldId="610"/>
        </pc:sldMkLst>
      </pc:sldChg>
      <pc:sldChg chg="modSp add mod">
        <pc:chgData name="强 李" userId="cd6c7ec7188785ae" providerId="LiveId" clId="{BE5497D1-93E4-4DCA-866F-B65318029599}" dt="2025-10-11T14:07:38.485" v="2206" actId="20577"/>
        <pc:sldMkLst>
          <pc:docMk/>
          <pc:sldMk cId="3844168252" sldId="611"/>
        </pc:sldMkLst>
      </pc:sldChg>
      <pc:sldChg chg="addSp modSp add mod">
        <pc:chgData name="强 李" userId="cd6c7ec7188785ae" providerId="LiveId" clId="{BE5497D1-93E4-4DCA-866F-B65318029599}" dt="2025-10-11T14:14:03.252" v="2836"/>
        <pc:sldMkLst>
          <pc:docMk/>
          <pc:sldMk cId="1376585543" sldId="612"/>
        </pc:sldMkLst>
      </pc:sldChg>
      <pc:sldChg chg="addSp modSp add mod">
        <pc:chgData name="强 李" userId="cd6c7ec7188785ae" providerId="LiveId" clId="{BE5497D1-93E4-4DCA-866F-B65318029599}" dt="2025-10-11T14:15:01.993" v="2844" actId="208"/>
        <pc:sldMkLst>
          <pc:docMk/>
          <pc:sldMk cId="3557024024" sldId="613"/>
        </pc:sldMkLst>
      </pc:sldChg>
      <pc:sldChg chg="modSp add mod">
        <pc:chgData name="强 李" userId="cd6c7ec7188785ae" providerId="LiveId" clId="{BE5497D1-93E4-4DCA-866F-B65318029599}" dt="2025-10-11T14:18:05.792" v="2892" actId="404"/>
        <pc:sldMkLst>
          <pc:docMk/>
          <pc:sldMk cId="2663860680" sldId="614"/>
        </pc:sldMkLst>
      </pc:sldChg>
      <pc:sldChg chg="modSp add mod">
        <pc:chgData name="强 李" userId="cd6c7ec7188785ae" providerId="LiveId" clId="{BE5497D1-93E4-4DCA-866F-B65318029599}" dt="2025-10-11T14:19:28.451" v="2914" actId="27636"/>
        <pc:sldMkLst>
          <pc:docMk/>
          <pc:sldMk cId="3562621814" sldId="615"/>
        </pc:sldMkLst>
      </pc:sldChg>
      <pc:sldChg chg="modSp add mod">
        <pc:chgData name="强 李" userId="cd6c7ec7188785ae" providerId="LiveId" clId="{BE5497D1-93E4-4DCA-866F-B65318029599}" dt="2025-10-11T14:23:04.134" v="2991" actId="27636"/>
        <pc:sldMkLst>
          <pc:docMk/>
          <pc:sldMk cId="1264471641" sldId="616"/>
        </pc:sldMkLst>
      </pc:sldChg>
      <pc:sldChg chg="modSp add mod">
        <pc:chgData name="强 李" userId="cd6c7ec7188785ae" providerId="LiveId" clId="{BE5497D1-93E4-4DCA-866F-B65318029599}" dt="2025-10-11T14:26:24.648" v="3163"/>
        <pc:sldMkLst>
          <pc:docMk/>
          <pc:sldMk cId="3803959891" sldId="617"/>
        </pc:sldMkLst>
      </pc:sldChg>
      <pc:sldChg chg="modSp add mod">
        <pc:chgData name="强 李" userId="cd6c7ec7188785ae" providerId="LiveId" clId="{BE5497D1-93E4-4DCA-866F-B65318029599}" dt="2025-10-11T14:29:28.786" v="3199"/>
        <pc:sldMkLst>
          <pc:docMk/>
          <pc:sldMk cId="2048242825" sldId="618"/>
        </pc:sldMkLst>
      </pc:sldChg>
      <pc:sldChg chg="modSp add mod">
        <pc:chgData name="强 李" userId="cd6c7ec7188785ae" providerId="LiveId" clId="{BE5497D1-93E4-4DCA-866F-B65318029599}" dt="2025-10-11T14:31:38.252" v="3228"/>
        <pc:sldMkLst>
          <pc:docMk/>
          <pc:sldMk cId="2989059354" sldId="619"/>
        </pc:sldMkLst>
      </pc:sldChg>
      <pc:sldChg chg="modSp add mod">
        <pc:chgData name="强 李" userId="cd6c7ec7188785ae" providerId="LiveId" clId="{BE5497D1-93E4-4DCA-866F-B65318029599}" dt="2025-10-11T14:33:54.580" v="3278" actId="27636"/>
        <pc:sldMkLst>
          <pc:docMk/>
          <pc:sldMk cId="3870421118" sldId="620"/>
        </pc:sldMkLst>
      </pc:sldChg>
      <pc:sldChg chg="modSp add mod">
        <pc:chgData name="强 李" userId="cd6c7ec7188785ae" providerId="LiveId" clId="{BE5497D1-93E4-4DCA-866F-B65318029599}" dt="2025-10-11T14:37:20.970" v="3761"/>
        <pc:sldMkLst>
          <pc:docMk/>
          <pc:sldMk cId="4014174071" sldId="621"/>
        </pc:sldMkLst>
      </pc:sldChg>
    </pc:docChg>
  </pc:docChgLst>
  <pc:docChgLst>
    <pc:chgData name="强 李" userId="cd6c7ec7188785ae" providerId="LiveId" clId="{AEEF934A-30C0-4B50-BEFF-A3D531FAD730}"/>
    <pc:docChg chg="undo custSel addSld delSld modSld sldOrd">
      <pc:chgData name="强 李" userId="cd6c7ec7188785ae" providerId="LiveId" clId="{AEEF934A-30C0-4B50-BEFF-A3D531FAD730}" dt="2026-01-04T09:26:39.787" v="6376" actId="1076"/>
      <pc:docMkLst>
        <pc:docMk/>
      </pc:docMkLst>
      <pc:sldChg chg="modSp mod">
        <pc:chgData name="强 李" userId="cd6c7ec7188785ae" providerId="LiveId" clId="{AEEF934A-30C0-4B50-BEFF-A3D531FAD730}" dt="2026-01-03T08:32:37.136" v="318" actId="115"/>
        <pc:sldMkLst>
          <pc:docMk/>
          <pc:sldMk cId="0" sldId="425"/>
        </pc:sldMkLst>
        <pc:spChg chg="mod">
          <ac:chgData name="强 李" userId="cd6c7ec7188785ae" providerId="LiveId" clId="{AEEF934A-30C0-4B50-BEFF-A3D531FAD730}" dt="2026-01-03T08:32:37.136" v="318" actId="115"/>
          <ac:spMkLst>
            <pc:docMk/>
            <pc:sldMk cId="0" sldId="425"/>
            <ac:spMk id="3" creationId="{FF9BF7C3-9929-69BC-A1CA-30EBD45BF72F}"/>
          </ac:spMkLst>
        </pc:spChg>
      </pc:sldChg>
      <pc:sldChg chg="del">
        <pc:chgData name="强 李" userId="cd6c7ec7188785ae" providerId="LiveId" clId="{AEEF934A-30C0-4B50-BEFF-A3D531FAD730}" dt="2026-01-03T14:37:04.706" v="4736" actId="47"/>
        <pc:sldMkLst>
          <pc:docMk/>
          <pc:sldMk cId="419382719" sldId="552"/>
        </pc:sldMkLst>
      </pc:sldChg>
      <pc:sldChg chg="modSp mod">
        <pc:chgData name="强 李" userId="cd6c7ec7188785ae" providerId="LiveId" clId="{AEEF934A-30C0-4B50-BEFF-A3D531FAD730}" dt="2026-01-03T08:43:11.262" v="363"/>
        <pc:sldMkLst>
          <pc:docMk/>
          <pc:sldMk cId="3418790839" sldId="554"/>
        </pc:sldMkLst>
        <pc:graphicFrameChg chg="mod modGraphic">
          <ac:chgData name="强 李" userId="cd6c7ec7188785ae" providerId="LiveId" clId="{AEEF934A-30C0-4B50-BEFF-A3D531FAD730}" dt="2026-01-03T08:43:11.262" v="36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 setBg">
        <pc:chgData name="强 李" userId="cd6c7ec7188785ae" providerId="LiveId" clId="{AEEF934A-30C0-4B50-BEFF-A3D531FAD730}" dt="2026-01-04T09:26:39.787" v="6376" actId="1076"/>
        <pc:sldMkLst>
          <pc:docMk/>
          <pc:sldMk cId="1911491714" sldId="560"/>
        </pc:sldMkLst>
        <pc:spChg chg="ord">
          <ac:chgData name="强 李" userId="cd6c7ec7188785ae" providerId="LiveId" clId="{AEEF934A-30C0-4B50-BEFF-A3D531FAD730}" dt="2026-01-04T09:25:10.412" v="6364" actId="26606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AEEF934A-30C0-4B50-BEFF-A3D531FAD730}" dt="2026-01-04T09:25:22.713" v="6369" actId="122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AEEF934A-30C0-4B50-BEFF-A3D531FAD730}" dt="2026-01-03T08:02:12.676" v="32" actId="26606"/>
          <ac:spMkLst>
            <pc:docMk/>
            <pc:sldMk cId="1911491714" sldId="560"/>
            <ac:spMk id="1229" creationId="{86F3FC04-5B5F-4D12-8332-A5B8917F6C46}"/>
          </ac:spMkLst>
        </pc:spChg>
        <pc:spChg chg="add del">
          <ac:chgData name="强 李" userId="cd6c7ec7188785ae" providerId="LiveId" clId="{AEEF934A-30C0-4B50-BEFF-A3D531FAD730}" dt="2026-01-03T08:01:42.413" v="7" actId="26606"/>
          <ac:spMkLst>
            <pc:docMk/>
            <pc:sldMk cId="1911491714" sldId="560"/>
            <ac:spMk id="1252" creationId="{37C89E4B-3C9F-44B9-8B86-D9E3D112D8EC}"/>
          </ac:spMkLst>
        </pc:spChg>
        <pc:spChg chg="add del">
          <ac:chgData name="强 李" userId="cd6c7ec7188785ae" providerId="LiveId" clId="{AEEF934A-30C0-4B50-BEFF-A3D531FAD730}" dt="2026-01-03T08:01:45.051" v="9" actId="26606"/>
          <ac:spMkLst>
            <pc:docMk/>
            <pc:sldMk cId="1911491714" sldId="560"/>
            <ac:spMk id="1258" creationId="{08C9B587-E65E-4B52-B37C-ABEBB6E87928}"/>
          </ac:spMkLst>
        </pc:spChg>
        <pc:spChg chg="add del">
          <ac:chgData name="强 李" userId="cd6c7ec7188785ae" providerId="LiveId" clId="{AEEF934A-30C0-4B50-BEFF-A3D531FAD730}" dt="2026-01-03T08:01:45.051" v="9" actId="26606"/>
          <ac:spMkLst>
            <pc:docMk/>
            <pc:sldMk cId="1911491714" sldId="560"/>
            <ac:spMk id="1259" creationId="{E91DC736-0EF8-4F87-9146-EBF1D2EE4D3D}"/>
          </ac:spMkLst>
        </pc:spChg>
        <pc:spChg chg="add del">
          <ac:chgData name="强 李" userId="cd6c7ec7188785ae" providerId="LiveId" clId="{AEEF934A-30C0-4B50-BEFF-A3D531FAD730}" dt="2026-01-03T08:01:45.051" v="9" actId="26606"/>
          <ac:spMkLst>
            <pc:docMk/>
            <pc:sldMk cId="1911491714" sldId="560"/>
            <ac:spMk id="1260" creationId="{097CD68E-23E3-4007-8847-CD0944C4F7BE}"/>
          </ac:spMkLst>
        </pc:spChg>
        <pc:spChg chg="add del">
          <ac:chgData name="强 李" userId="cd6c7ec7188785ae" providerId="LiveId" clId="{AEEF934A-30C0-4B50-BEFF-A3D531FAD730}" dt="2026-01-03T08:01:45.051" v="9" actId="26606"/>
          <ac:spMkLst>
            <pc:docMk/>
            <pc:sldMk cId="1911491714" sldId="560"/>
            <ac:spMk id="1261" creationId="{AF2F604E-43BE-4DC3-B983-E071523364F8}"/>
          </ac:spMkLst>
        </pc:spChg>
        <pc:spChg chg="add del">
          <ac:chgData name="强 李" userId="cd6c7ec7188785ae" providerId="LiveId" clId="{AEEF934A-30C0-4B50-BEFF-A3D531FAD730}" dt="2026-01-03T08:01:46.464" v="11" actId="26606"/>
          <ac:spMkLst>
            <pc:docMk/>
            <pc:sldMk cId="1911491714" sldId="560"/>
            <ac:spMk id="1263" creationId="{7B1AB9FE-36F5-4FD1-9850-DB5C5AD4828F}"/>
          </ac:spMkLst>
        </pc:spChg>
        <pc:spChg chg="add del">
          <ac:chgData name="强 李" userId="cd6c7ec7188785ae" providerId="LiveId" clId="{AEEF934A-30C0-4B50-BEFF-A3D531FAD730}" dt="2026-01-03T08:01:46.464" v="11" actId="26606"/>
          <ac:spMkLst>
            <pc:docMk/>
            <pc:sldMk cId="1911491714" sldId="560"/>
            <ac:spMk id="1264" creationId="{F489C2E0-4895-4B72-85EA-7EE9FAFFDC7E}"/>
          </ac:spMkLst>
        </pc:spChg>
        <pc:spChg chg="add del">
          <ac:chgData name="强 李" userId="cd6c7ec7188785ae" providerId="LiveId" clId="{AEEF934A-30C0-4B50-BEFF-A3D531FAD730}" dt="2026-01-03T08:01:52.116" v="13" actId="26606"/>
          <ac:spMkLst>
            <pc:docMk/>
            <pc:sldMk cId="1911491714" sldId="560"/>
            <ac:spMk id="1266" creationId="{E91DC736-0EF8-4F87-9146-EBF1D2EE4D3D}"/>
          </ac:spMkLst>
        </pc:spChg>
        <pc:spChg chg="add del">
          <ac:chgData name="强 李" userId="cd6c7ec7188785ae" providerId="LiveId" clId="{AEEF934A-30C0-4B50-BEFF-A3D531FAD730}" dt="2026-01-03T08:01:52.116" v="13" actId="26606"/>
          <ac:spMkLst>
            <pc:docMk/>
            <pc:sldMk cId="1911491714" sldId="560"/>
            <ac:spMk id="1267" creationId="{097CD68E-23E3-4007-8847-CD0944C4F7BE}"/>
          </ac:spMkLst>
        </pc:spChg>
        <pc:spChg chg="add del">
          <ac:chgData name="强 李" userId="cd6c7ec7188785ae" providerId="LiveId" clId="{AEEF934A-30C0-4B50-BEFF-A3D531FAD730}" dt="2026-01-03T08:01:52.116" v="13" actId="26606"/>
          <ac:spMkLst>
            <pc:docMk/>
            <pc:sldMk cId="1911491714" sldId="560"/>
            <ac:spMk id="1268" creationId="{AF2F604E-43BE-4DC3-B983-E071523364F8}"/>
          </ac:spMkLst>
        </pc:spChg>
        <pc:spChg chg="add del">
          <ac:chgData name="强 李" userId="cd6c7ec7188785ae" providerId="LiveId" clId="{AEEF934A-30C0-4B50-BEFF-A3D531FAD730}" dt="2026-01-03T08:01:52.116" v="13" actId="26606"/>
          <ac:spMkLst>
            <pc:docMk/>
            <pc:sldMk cId="1911491714" sldId="560"/>
            <ac:spMk id="1269" creationId="{08C9B587-E65E-4B52-B37C-ABEBB6E87928}"/>
          </ac:spMkLst>
        </pc:spChg>
        <pc:spChg chg="add del">
          <ac:chgData name="强 李" userId="cd6c7ec7188785ae" providerId="LiveId" clId="{AEEF934A-30C0-4B50-BEFF-A3D531FAD730}" dt="2026-01-03T08:01:53.958" v="15" actId="26606"/>
          <ac:spMkLst>
            <pc:docMk/>
            <pc:sldMk cId="1911491714" sldId="560"/>
            <ac:spMk id="1271" creationId="{16C5FA50-8D52-4617-AF91-5C7B1C8352F1}"/>
          </ac:spMkLst>
        </pc:spChg>
        <pc:spChg chg="add del">
          <ac:chgData name="强 李" userId="cd6c7ec7188785ae" providerId="LiveId" clId="{AEEF934A-30C0-4B50-BEFF-A3D531FAD730}" dt="2026-01-03T08:01:53.958" v="15" actId="26606"/>
          <ac:spMkLst>
            <pc:docMk/>
            <pc:sldMk cId="1911491714" sldId="560"/>
            <ac:spMk id="1272" creationId="{E223798C-12AD-4B0C-A50C-D676347D67CF}"/>
          </ac:spMkLst>
        </pc:spChg>
        <pc:spChg chg="add del">
          <ac:chgData name="强 李" userId="cd6c7ec7188785ae" providerId="LiveId" clId="{AEEF934A-30C0-4B50-BEFF-A3D531FAD730}" dt="2026-01-03T08:01:55.693" v="17" actId="26606"/>
          <ac:spMkLst>
            <pc:docMk/>
            <pc:sldMk cId="1911491714" sldId="560"/>
            <ac:spMk id="1274" creationId="{870A1295-61BC-4214-AA3E-D396673024D0}"/>
          </ac:spMkLst>
        </pc:spChg>
        <pc:spChg chg="add del">
          <ac:chgData name="强 李" userId="cd6c7ec7188785ae" providerId="LiveId" clId="{AEEF934A-30C0-4B50-BEFF-A3D531FAD730}" dt="2026-01-03T08:02:00.586" v="19" actId="26606"/>
          <ac:spMkLst>
            <pc:docMk/>
            <pc:sldMk cId="1911491714" sldId="560"/>
            <ac:spMk id="1279" creationId="{A254D376-7060-4491-9779-FC35E62F3F6F}"/>
          </ac:spMkLst>
        </pc:spChg>
        <pc:spChg chg="add del">
          <ac:chgData name="强 李" userId="cd6c7ec7188785ae" providerId="LiveId" clId="{AEEF934A-30C0-4B50-BEFF-A3D531FAD730}" dt="2026-01-03T08:02:03.439" v="21" actId="26606"/>
          <ac:spMkLst>
            <pc:docMk/>
            <pc:sldMk cId="1911491714" sldId="560"/>
            <ac:spMk id="1281" creationId="{7B1AB9FE-36F5-4FD1-9850-DB5C5AD4828F}"/>
          </ac:spMkLst>
        </pc:spChg>
        <pc:spChg chg="add del">
          <ac:chgData name="强 李" userId="cd6c7ec7188785ae" providerId="LiveId" clId="{AEEF934A-30C0-4B50-BEFF-A3D531FAD730}" dt="2026-01-03T08:02:03.439" v="21" actId="26606"/>
          <ac:spMkLst>
            <pc:docMk/>
            <pc:sldMk cId="1911491714" sldId="560"/>
            <ac:spMk id="1282" creationId="{F489C2E0-4895-4B72-85EA-7EE9FAFFDC7E}"/>
          </ac:spMkLst>
        </pc:spChg>
        <pc:spChg chg="add del">
          <ac:chgData name="强 李" userId="cd6c7ec7188785ae" providerId="LiveId" clId="{AEEF934A-30C0-4B50-BEFF-A3D531FAD730}" dt="2026-01-03T08:02:04.426" v="23" actId="26606"/>
          <ac:spMkLst>
            <pc:docMk/>
            <pc:sldMk cId="1911491714" sldId="560"/>
            <ac:spMk id="1284" creationId="{E91DC736-0EF8-4F87-9146-EBF1D2EE4D3D}"/>
          </ac:spMkLst>
        </pc:spChg>
        <pc:spChg chg="add del">
          <ac:chgData name="强 李" userId="cd6c7ec7188785ae" providerId="LiveId" clId="{AEEF934A-30C0-4B50-BEFF-A3D531FAD730}" dt="2026-01-03T08:02:04.426" v="23" actId="26606"/>
          <ac:spMkLst>
            <pc:docMk/>
            <pc:sldMk cId="1911491714" sldId="560"/>
            <ac:spMk id="1285" creationId="{097CD68E-23E3-4007-8847-CD0944C4F7BE}"/>
          </ac:spMkLst>
        </pc:spChg>
        <pc:spChg chg="add del">
          <ac:chgData name="强 李" userId="cd6c7ec7188785ae" providerId="LiveId" clId="{AEEF934A-30C0-4B50-BEFF-A3D531FAD730}" dt="2026-01-03T08:02:04.426" v="23" actId="26606"/>
          <ac:spMkLst>
            <pc:docMk/>
            <pc:sldMk cId="1911491714" sldId="560"/>
            <ac:spMk id="1286" creationId="{AF2F604E-43BE-4DC3-B983-E071523364F8}"/>
          </ac:spMkLst>
        </pc:spChg>
        <pc:spChg chg="add del">
          <ac:chgData name="强 李" userId="cd6c7ec7188785ae" providerId="LiveId" clId="{AEEF934A-30C0-4B50-BEFF-A3D531FAD730}" dt="2026-01-03T08:02:04.426" v="23" actId="26606"/>
          <ac:spMkLst>
            <pc:docMk/>
            <pc:sldMk cId="1911491714" sldId="560"/>
            <ac:spMk id="1287" creationId="{08C9B587-E65E-4B52-B37C-ABEBB6E87928}"/>
          </ac:spMkLst>
        </pc:spChg>
        <pc:spChg chg="add del">
          <ac:chgData name="强 李" userId="cd6c7ec7188785ae" providerId="LiveId" clId="{AEEF934A-30C0-4B50-BEFF-A3D531FAD730}" dt="2026-01-03T08:02:05.607" v="25" actId="26606"/>
          <ac:spMkLst>
            <pc:docMk/>
            <pc:sldMk cId="1911491714" sldId="560"/>
            <ac:spMk id="1289" creationId="{37C89E4B-3C9F-44B9-8B86-D9E3D112D8EC}"/>
          </ac:spMkLst>
        </pc:spChg>
        <pc:spChg chg="add del">
          <ac:chgData name="强 李" userId="cd6c7ec7188785ae" providerId="LiveId" clId="{AEEF934A-30C0-4B50-BEFF-A3D531FAD730}" dt="2026-01-03T08:02:06.862" v="27" actId="26606"/>
          <ac:spMkLst>
            <pc:docMk/>
            <pc:sldMk cId="1911491714" sldId="560"/>
            <ac:spMk id="1293" creationId="{E91DC736-0EF8-4F87-9146-EBF1D2EE4D3D}"/>
          </ac:spMkLst>
        </pc:spChg>
        <pc:spChg chg="add del">
          <ac:chgData name="强 李" userId="cd6c7ec7188785ae" providerId="LiveId" clId="{AEEF934A-30C0-4B50-BEFF-A3D531FAD730}" dt="2026-01-03T08:02:06.862" v="27" actId="26606"/>
          <ac:spMkLst>
            <pc:docMk/>
            <pc:sldMk cId="1911491714" sldId="560"/>
            <ac:spMk id="1294" creationId="{097CD68E-23E3-4007-8847-CD0944C4F7BE}"/>
          </ac:spMkLst>
        </pc:spChg>
        <pc:spChg chg="add del">
          <ac:chgData name="强 李" userId="cd6c7ec7188785ae" providerId="LiveId" clId="{AEEF934A-30C0-4B50-BEFF-A3D531FAD730}" dt="2026-01-03T08:02:06.862" v="27" actId="26606"/>
          <ac:spMkLst>
            <pc:docMk/>
            <pc:sldMk cId="1911491714" sldId="560"/>
            <ac:spMk id="1295" creationId="{AF2F604E-43BE-4DC3-B983-E071523364F8}"/>
          </ac:spMkLst>
        </pc:spChg>
        <pc:spChg chg="add del">
          <ac:chgData name="强 李" userId="cd6c7ec7188785ae" providerId="LiveId" clId="{AEEF934A-30C0-4B50-BEFF-A3D531FAD730}" dt="2026-01-03T08:02:06.862" v="27" actId="26606"/>
          <ac:spMkLst>
            <pc:docMk/>
            <pc:sldMk cId="1911491714" sldId="560"/>
            <ac:spMk id="1296" creationId="{08C9B587-E65E-4B52-B37C-ABEBB6E87928}"/>
          </ac:spMkLst>
        </pc:spChg>
        <pc:spChg chg="add del">
          <ac:chgData name="强 李" userId="cd6c7ec7188785ae" providerId="LiveId" clId="{AEEF934A-30C0-4B50-BEFF-A3D531FAD730}" dt="2026-01-03T08:02:10.902" v="29" actId="26606"/>
          <ac:spMkLst>
            <pc:docMk/>
            <pc:sldMk cId="1911491714" sldId="560"/>
            <ac:spMk id="1298" creationId="{7B1AB9FE-36F5-4FD1-9850-DB5C5AD4828F}"/>
          </ac:spMkLst>
        </pc:spChg>
        <pc:spChg chg="add del">
          <ac:chgData name="强 李" userId="cd6c7ec7188785ae" providerId="LiveId" clId="{AEEF934A-30C0-4B50-BEFF-A3D531FAD730}" dt="2026-01-03T08:02:10.902" v="29" actId="26606"/>
          <ac:spMkLst>
            <pc:docMk/>
            <pc:sldMk cId="1911491714" sldId="560"/>
            <ac:spMk id="1299" creationId="{F489C2E0-4895-4B72-85EA-7EE9FAFFDC7E}"/>
          </ac:spMkLst>
        </pc:spChg>
        <pc:spChg chg="add del">
          <ac:chgData name="强 李" userId="cd6c7ec7188785ae" providerId="LiveId" clId="{AEEF934A-30C0-4B50-BEFF-A3D531FAD730}" dt="2026-01-03T08:02:12.667" v="31" actId="26606"/>
          <ac:spMkLst>
            <pc:docMk/>
            <pc:sldMk cId="1911491714" sldId="560"/>
            <ac:spMk id="1301" creationId="{E91DC736-0EF8-4F87-9146-EBF1D2EE4D3D}"/>
          </ac:spMkLst>
        </pc:spChg>
        <pc:spChg chg="add del">
          <ac:chgData name="强 李" userId="cd6c7ec7188785ae" providerId="LiveId" clId="{AEEF934A-30C0-4B50-BEFF-A3D531FAD730}" dt="2026-01-03T08:02:12.667" v="31" actId="26606"/>
          <ac:spMkLst>
            <pc:docMk/>
            <pc:sldMk cId="1911491714" sldId="560"/>
            <ac:spMk id="1302" creationId="{097CD68E-23E3-4007-8847-CD0944C4F7BE}"/>
          </ac:spMkLst>
        </pc:spChg>
        <pc:spChg chg="add del">
          <ac:chgData name="强 李" userId="cd6c7ec7188785ae" providerId="LiveId" clId="{AEEF934A-30C0-4B50-BEFF-A3D531FAD730}" dt="2026-01-03T08:02:12.667" v="31" actId="26606"/>
          <ac:spMkLst>
            <pc:docMk/>
            <pc:sldMk cId="1911491714" sldId="560"/>
            <ac:spMk id="1303" creationId="{AF2F604E-43BE-4DC3-B983-E071523364F8}"/>
          </ac:spMkLst>
        </pc:spChg>
        <pc:spChg chg="add del">
          <ac:chgData name="强 李" userId="cd6c7ec7188785ae" providerId="LiveId" clId="{AEEF934A-30C0-4B50-BEFF-A3D531FAD730}" dt="2026-01-03T08:02:12.667" v="31" actId="26606"/>
          <ac:spMkLst>
            <pc:docMk/>
            <pc:sldMk cId="1911491714" sldId="560"/>
            <ac:spMk id="1304" creationId="{08C9B587-E65E-4B52-B37C-ABEBB6E87928}"/>
          </ac:spMkLst>
        </pc:spChg>
        <pc:spChg chg="add del">
          <ac:chgData name="强 李" userId="cd6c7ec7188785ae" providerId="LiveId" clId="{AEEF934A-30C0-4B50-BEFF-A3D531FAD730}" dt="2026-01-03T08:02:23.646" v="34" actId="26606"/>
          <ac:spMkLst>
            <pc:docMk/>
            <pc:sldMk cId="1911491714" sldId="560"/>
            <ac:spMk id="1306" creationId="{37C89E4B-3C9F-44B9-8B86-D9E3D112D8EC}"/>
          </ac:spMkLst>
        </pc:spChg>
        <pc:spChg chg="add del">
          <ac:chgData name="强 李" userId="cd6c7ec7188785ae" providerId="LiveId" clId="{AEEF934A-30C0-4B50-BEFF-A3D531FAD730}" dt="2026-01-04T09:25:11.372" v="6367" actId="26606"/>
          <ac:spMkLst>
            <pc:docMk/>
            <pc:sldMk cId="1911491714" sldId="560"/>
            <ac:spMk id="1313" creationId="{E91DC736-0EF8-4F87-9146-EBF1D2EE4D3D}"/>
          </ac:spMkLst>
        </pc:spChg>
        <pc:spChg chg="add del">
          <ac:chgData name="强 李" userId="cd6c7ec7188785ae" providerId="LiveId" clId="{AEEF934A-30C0-4B50-BEFF-A3D531FAD730}" dt="2026-01-04T09:25:11.372" v="6367" actId="26606"/>
          <ac:spMkLst>
            <pc:docMk/>
            <pc:sldMk cId="1911491714" sldId="560"/>
            <ac:spMk id="1315" creationId="{097CD68E-23E3-4007-8847-CD0944C4F7BE}"/>
          </ac:spMkLst>
        </pc:spChg>
        <pc:spChg chg="add del">
          <ac:chgData name="强 李" userId="cd6c7ec7188785ae" providerId="LiveId" clId="{AEEF934A-30C0-4B50-BEFF-A3D531FAD730}" dt="2026-01-04T09:25:11.372" v="6367" actId="26606"/>
          <ac:spMkLst>
            <pc:docMk/>
            <pc:sldMk cId="1911491714" sldId="560"/>
            <ac:spMk id="1317" creationId="{AF2F604E-43BE-4DC3-B983-E071523364F8}"/>
          </ac:spMkLst>
        </pc:spChg>
        <pc:spChg chg="add del">
          <ac:chgData name="强 李" userId="cd6c7ec7188785ae" providerId="LiveId" clId="{AEEF934A-30C0-4B50-BEFF-A3D531FAD730}" dt="2026-01-04T09:25:11.372" v="6367" actId="26606"/>
          <ac:spMkLst>
            <pc:docMk/>
            <pc:sldMk cId="1911491714" sldId="560"/>
            <ac:spMk id="1319" creationId="{08C9B587-E65E-4B52-B37C-ABEBB6E87928}"/>
          </ac:spMkLst>
        </pc:spChg>
        <pc:spChg chg="add del">
          <ac:chgData name="强 李" userId="cd6c7ec7188785ae" providerId="LiveId" clId="{AEEF934A-30C0-4B50-BEFF-A3D531FAD730}" dt="2026-01-04T09:25:01.717" v="6360" actId="26606"/>
          <ac:spMkLst>
            <pc:docMk/>
            <pc:sldMk cId="1911491714" sldId="560"/>
            <ac:spMk id="1324" creationId="{4D60F200-5EB0-B223-2439-C96C67F0FEE1}"/>
          </ac:spMkLst>
        </pc:spChg>
        <pc:spChg chg="add del">
          <ac:chgData name="强 李" userId="cd6c7ec7188785ae" providerId="LiveId" clId="{AEEF934A-30C0-4B50-BEFF-A3D531FAD730}" dt="2026-01-04T09:25:01.717" v="6360" actId="26606"/>
          <ac:spMkLst>
            <pc:docMk/>
            <pc:sldMk cId="1911491714" sldId="560"/>
            <ac:spMk id="1326" creationId="{1740453C-744F-DB3A-47EC-15EACE1DC117}"/>
          </ac:spMkLst>
        </pc:spChg>
        <pc:spChg chg="add del">
          <ac:chgData name="强 李" userId="cd6c7ec7188785ae" providerId="LiveId" clId="{AEEF934A-30C0-4B50-BEFF-A3D531FAD730}" dt="2026-01-04T09:25:01.717" v="6360" actId="26606"/>
          <ac:spMkLst>
            <pc:docMk/>
            <pc:sldMk cId="1911491714" sldId="560"/>
            <ac:spMk id="1328" creationId="{336537A4-07E4-0E22-D14E-018FE569F2CC}"/>
          </ac:spMkLst>
        </pc:spChg>
        <pc:spChg chg="add del">
          <ac:chgData name="强 李" userId="cd6c7ec7188785ae" providerId="LiveId" clId="{AEEF934A-30C0-4B50-BEFF-A3D531FAD730}" dt="2026-01-04T09:25:01.717" v="6360" actId="26606"/>
          <ac:spMkLst>
            <pc:docMk/>
            <pc:sldMk cId="1911491714" sldId="560"/>
            <ac:spMk id="1330" creationId="{62DF39DD-D69A-31B8-53C1-94595DDDBC5F}"/>
          </ac:spMkLst>
        </pc:spChg>
        <pc:spChg chg="add del">
          <ac:chgData name="强 李" userId="cd6c7ec7188785ae" providerId="LiveId" clId="{AEEF934A-30C0-4B50-BEFF-A3D531FAD730}" dt="2026-01-04T09:25:01.717" v="6360" actId="26606"/>
          <ac:spMkLst>
            <pc:docMk/>
            <pc:sldMk cId="1911491714" sldId="560"/>
            <ac:spMk id="1332" creationId="{01EB5855-8EB7-1AE5-9030-5D0AA3C1AF4B}"/>
          </ac:spMkLst>
        </pc:spChg>
        <pc:spChg chg="add del">
          <ac:chgData name="强 李" userId="cd6c7ec7188785ae" providerId="LiveId" clId="{AEEF934A-30C0-4B50-BEFF-A3D531FAD730}" dt="2026-01-04T09:25:01.717" v="6360" actId="26606"/>
          <ac:spMkLst>
            <pc:docMk/>
            <pc:sldMk cId="1911491714" sldId="560"/>
            <ac:spMk id="1334" creationId="{1031A9CD-7DCC-4A2F-A3A5-54F91317F7BA}"/>
          </ac:spMkLst>
        </pc:spChg>
        <pc:spChg chg="add del">
          <ac:chgData name="强 李" userId="cd6c7ec7188785ae" providerId="LiveId" clId="{AEEF934A-30C0-4B50-BEFF-A3D531FAD730}" dt="2026-01-04T09:25:07.540" v="6362" actId="26606"/>
          <ac:spMkLst>
            <pc:docMk/>
            <pc:sldMk cId="1911491714" sldId="560"/>
            <ac:spMk id="1336" creationId="{AE47195D-EC06-4298-8805-0F0D65997676}"/>
          </ac:spMkLst>
        </pc:spChg>
        <pc:spChg chg="add del">
          <ac:chgData name="强 李" userId="cd6c7ec7188785ae" providerId="LiveId" clId="{AEEF934A-30C0-4B50-BEFF-A3D531FAD730}" dt="2026-01-04T09:25:07.540" v="6362" actId="26606"/>
          <ac:spMkLst>
            <pc:docMk/>
            <pc:sldMk cId="1911491714" sldId="560"/>
            <ac:spMk id="1337" creationId="{99413ED5-9ED4-4772-BCE4-2BCAE6B12E35}"/>
          </ac:spMkLst>
        </pc:spChg>
        <pc:spChg chg="add del">
          <ac:chgData name="强 李" userId="cd6c7ec7188785ae" providerId="LiveId" clId="{AEEF934A-30C0-4B50-BEFF-A3D531FAD730}" dt="2026-01-04T09:25:07.540" v="6362" actId="26606"/>
          <ac:spMkLst>
            <pc:docMk/>
            <pc:sldMk cId="1911491714" sldId="560"/>
            <ac:spMk id="1338" creationId="{04357C93-F0CB-4A1C-8F77-4E9063789819}"/>
          </ac:spMkLst>
        </pc:spChg>
        <pc:spChg chg="add del">
          <ac:chgData name="强 李" userId="cd6c7ec7188785ae" providerId="LiveId" clId="{AEEF934A-30C0-4B50-BEFF-A3D531FAD730}" dt="2026-01-04T09:25:07.540" v="6362" actId="26606"/>
          <ac:spMkLst>
            <pc:docMk/>
            <pc:sldMk cId="1911491714" sldId="560"/>
            <ac:spMk id="1339" creationId="{90F533E9-6690-41A8-A372-4C6C622D028D}"/>
          </ac:spMkLst>
        </pc:spChg>
        <pc:spChg chg="add del">
          <ac:chgData name="强 李" userId="cd6c7ec7188785ae" providerId="LiveId" clId="{AEEF934A-30C0-4B50-BEFF-A3D531FAD730}" dt="2026-01-04T09:25:11.363" v="6366" actId="26606"/>
          <ac:spMkLst>
            <pc:docMk/>
            <pc:sldMk cId="1911491714" sldId="560"/>
            <ac:spMk id="1344" creationId="{8870DEF6-46A2-D4F8-8BE6-91165D93ECC4}"/>
          </ac:spMkLst>
        </pc:spChg>
        <pc:spChg chg="add">
          <ac:chgData name="强 李" userId="cd6c7ec7188785ae" providerId="LiveId" clId="{AEEF934A-30C0-4B50-BEFF-A3D531FAD730}" dt="2026-01-04T09:25:11.372" v="6367" actId="26606"/>
          <ac:spMkLst>
            <pc:docMk/>
            <pc:sldMk cId="1911491714" sldId="560"/>
            <ac:spMk id="1347" creationId="{4D4677D2-D5AC-4CF9-9EED-2B89D0A1C212}"/>
          </ac:spMkLst>
        </pc:spChg>
        <pc:spChg chg="add">
          <ac:chgData name="强 李" userId="cd6c7ec7188785ae" providerId="LiveId" clId="{AEEF934A-30C0-4B50-BEFF-A3D531FAD730}" dt="2026-01-04T09:25:11.372" v="6367" actId="26606"/>
          <ac:spMkLst>
            <pc:docMk/>
            <pc:sldMk cId="1911491714" sldId="560"/>
            <ac:spMk id="1348" creationId="{AF695F69-7001-421E-98A8-E74156934A51}"/>
          </ac:spMkLst>
        </pc:spChg>
        <pc:grpChg chg="add del">
          <ac:chgData name="强 李" userId="cd6c7ec7188785ae" providerId="LiveId" clId="{AEEF934A-30C0-4B50-BEFF-A3D531FAD730}" dt="2026-01-03T08:02:12.676" v="32" actId="26606"/>
          <ac:grpSpMkLst>
            <pc:docMk/>
            <pc:sldMk cId="1911491714" sldId="560"/>
            <ac:grpSpMk id="1231" creationId="{F2BFB731-DC1A-49F1-A139-9EF00AF92F93}"/>
          </ac:grpSpMkLst>
        </pc:grpChg>
        <pc:grpChg chg="add del">
          <ac:chgData name="强 李" userId="cd6c7ec7188785ae" providerId="LiveId" clId="{AEEF934A-30C0-4B50-BEFF-A3D531FAD730}" dt="2026-01-03T08:02:12.676" v="32" actId="26606"/>
          <ac:grpSpMkLst>
            <pc:docMk/>
            <pc:sldMk cId="1911491714" sldId="560"/>
            <ac:grpSpMk id="1237" creationId="{274E02BE-DAE5-4FE6-8058-4FF1453D2BF1}"/>
          </ac:grpSpMkLst>
        </pc:grpChg>
        <pc:grpChg chg="add del">
          <ac:chgData name="强 李" userId="cd6c7ec7188785ae" providerId="LiveId" clId="{AEEF934A-30C0-4B50-BEFF-A3D531FAD730}" dt="2026-01-03T08:02:12.676" v="32" actId="26606"/>
          <ac:grpSpMkLst>
            <pc:docMk/>
            <pc:sldMk cId="1911491714" sldId="560"/>
            <ac:grpSpMk id="1243" creationId="{950C8EFF-5510-493B-938E-160923383AE4}"/>
          </ac:grpSpMkLst>
        </pc:grpChg>
        <pc:grpChg chg="add del">
          <ac:chgData name="强 李" userId="cd6c7ec7188785ae" providerId="LiveId" clId="{AEEF934A-30C0-4B50-BEFF-A3D531FAD730}" dt="2026-01-03T08:01:55.693" v="17" actId="26606"/>
          <ac:grpSpMkLst>
            <pc:docMk/>
            <pc:sldMk cId="1911491714" sldId="560"/>
            <ac:grpSpMk id="1275" creationId="{0B139475-2B26-4CA9-9413-DE741E49F7BB}"/>
          </ac:grpSpMkLst>
        </pc:grpChg>
        <pc:grpChg chg="add del">
          <ac:chgData name="强 李" userId="cd6c7ec7188785ae" providerId="LiveId" clId="{AEEF934A-30C0-4B50-BEFF-A3D531FAD730}" dt="2026-01-04T09:25:10.412" v="6364" actId="26606"/>
          <ac:grpSpMkLst>
            <pc:docMk/>
            <pc:sldMk cId="1911491714" sldId="560"/>
            <ac:grpSpMk id="1341" creationId="{4FAA5DCB-E796-5631-BEDF-C3538DF184E0}"/>
          </ac:grpSpMkLst>
        </pc:grpChg>
        <pc:picChg chg="add mod ord">
          <ac:chgData name="强 李" userId="cd6c7ec7188785ae" providerId="LiveId" clId="{AEEF934A-30C0-4B50-BEFF-A3D531FAD730}" dt="2026-01-04T09:25:11.372" v="6367" actId="26606"/>
          <ac:picMkLst>
            <pc:docMk/>
            <pc:sldMk cId="1911491714" sldId="560"/>
            <ac:picMk id="5" creationId="{9C1BA069-02C1-A31B-C498-A1450F1CD71D}"/>
          </ac:picMkLst>
        </pc:picChg>
        <pc:picChg chg="add mod ord">
          <ac:chgData name="强 李" userId="cd6c7ec7188785ae" providerId="LiveId" clId="{AEEF934A-30C0-4B50-BEFF-A3D531FAD730}" dt="2026-01-04T09:26:39.787" v="6376" actId="1076"/>
          <ac:picMkLst>
            <pc:docMk/>
            <pc:sldMk cId="1911491714" sldId="560"/>
            <ac:picMk id="6" creationId="{2ACBBED2-23F8-3F58-9EE1-BD4FD88831DD}"/>
          </ac:picMkLst>
        </pc:picChg>
        <pc:picChg chg="del">
          <ac:chgData name="强 李" userId="cd6c7ec7188785ae" providerId="LiveId" clId="{AEEF934A-30C0-4B50-BEFF-A3D531FAD730}" dt="2026-01-03T08:00:56.121" v="0" actId="478"/>
          <ac:picMkLst>
            <pc:docMk/>
            <pc:sldMk cId="1911491714" sldId="560"/>
            <ac:picMk id="7" creationId="{B4B3094C-B41A-6D4F-9870-4FFBE4C8A3C1}"/>
          </ac:picMkLst>
        </pc:picChg>
        <pc:cxnChg chg="add del">
          <ac:chgData name="强 李" userId="cd6c7ec7188785ae" providerId="LiveId" clId="{AEEF934A-30C0-4B50-BEFF-A3D531FAD730}" dt="2026-01-03T08:01:42.413" v="7" actId="26606"/>
          <ac:cxnSpMkLst>
            <pc:docMk/>
            <pc:sldMk cId="1911491714" sldId="560"/>
            <ac:cxnSpMk id="1254" creationId="{AA2EAA10-076F-46BD-8F0F-B9A2FB77A85C}"/>
          </ac:cxnSpMkLst>
        </pc:cxnChg>
        <pc:cxnChg chg="add del">
          <ac:chgData name="强 李" userId="cd6c7ec7188785ae" providerId="LiveId" clId="{AEEF934A-30C0-4B50-BEFF-A3D531FAD730}" dt="2026-01-03T08:01:42.413" v="7" actId="26606"/>
          <ac:cxnSpMkLst>
            <pc:docMk/>
            <pc:sldMk cId="1911491714" sldId="560"/>
            <ac:cxnSpMk id="1256" creationId="{D891E407-403B-4764-86C9-33A56D3BCAA3}"/>
          </ac:cxnSpMkLst>
        </pc:cxnChg>
        <pc:cxnChg chg="add del">
          <ac:chgData name="强 李" userId="cd6c7ec7188785ae" providerId="LiveId" clId="{AEEF934A-30C0-4B50-BEFF-A3D531FAD730}" dt="2026-01-03T08:02:05.607" v="25" actId="26606"/>
          <ac:cxnSpMkLst>
            <pc:docMk/>
            <pc:sldMk cId="1911491714" sldId="560"/>
            <ac:cxnSpMk id="1290" creationId="{AA2EAA10-076F-46BD-8F0F-B9A2FB77A85C}"/>
          </ac:cxnSpMkLst>
        </pc:cxnChg>
        <pc:cxnChg chg="add del">
          <ac:chgData name="强 李" userId="cd6c7ec7188785ae" providerId="LiveId" clId="{AEEF934A-30C0-4B50-BEFF-A3D531FAD730}" dt="2026-01-03T08:02:05.607" v="25" actId="26606"/>
          <ac:cxnSpMkLst>
            <pc:docMk/>
            <pc:sldMk cId="1911491714" sldId="560"/>
            <ac:cxnSpMk id="1291" creationId="{D891E407-403B-4764-86C9-33A56D3BCAA3}"/>
          </ac:cxnSpMkLst>
        </pc:cxnChg>
        <pc:cxnChg chg="add del">
          <ac:chgData name="强 李" userId="cd6c7ec7188785ae" providerId="LiveId" clId="{AEEF934A-30C0-4B50-BEFF-A3D531FAD730}" dt="2026-01-03T08:02:23.646" v="34" actId="26606"/>
          <ac:cxnSpMkLst>
            <pc:docMk/>
            <pc:sldMk cId="1911491714" sldId="560"/>
            <ac:cxnSpMk id="1307" creationId="{AA2EAA10-076F-46BD-8F0F-B9A2FB77A85C}"/>
          </ac:cxnSpMkLst>
        </pc:cxnChg>
        <pc:cxnChg chg="add del">
          <ac:chgData name="强 李" userId="cd6c7ec7188785ae" providerId="LiveId" clId="{AEEF934A-30C0-4B50-BEFF-A3D531FAD730}" dt="2026-01-03T08:02:23.646" v="34" actId="26606"/>
          <ac:cxnSpMkLst>
            <pc:docMk/>
            <pc:sldMk cId="1911491714" sldId="560"/>
            <ac:cxnSpMk id="1308" creationId="{D891E407-403B-4764-86C9-33A56D3BCAA3}"/>
          </ac:cxnSpMkLst>
        </pc:cxnChg>
        <pc:cxnChg chg="add del">
          <ac:chgData name="强 李" userId="cd6c7ec7188785ae" providerId="LiveId" clId="{AEEF934A-30C0-4B50-BEFF-A3D531FAD730}" dt="2026-01-04T09:25:11.363" v="6366" actId="26606"/>
          <ac:cxnSpMkLst>
            <pc:docMk/>
            <pc:sldMk cId="1911491714" sldId="560"/>
            <ac:cxnSpMk id="1345" creationId="{522632D6-DED9-FDEC-FD9F-09FF0A4544CC}"/>
          </ac:cxnSpMkLst>
        </pc:cxnChg>
      </pc:sldChg>
      <pc:sldChg chg="modSp mod">
        <pc:chgData name="强 李" userId="cd6c7ec7188785ae" providerId="LiveId" clId="{AEEF934A-30C0-4B50-BEFF-A3D531FAD730}" dt="2026-01-03T08:45:10.871" v="569" actId="20577"/>
        <pc:sldMkLst>
          <pc:docMk/>
          <pc:sldMk cId="3965997736" sldId="598"/>
        </pc:sldMkLst>
        <pc:spChg chg="mod">
          <ac:chgData name="强 李" userId="cd6c7ec7188785ae" providerId="LiveId" clId="{AEEF934A-30C0-4B50-BEFF-A3D531FAD730}" dt="2026-01-03T08:45:10.871" v="569" actId="20577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AEEF934A-30C0-4B50-BEFF-A3D531FAD730}" dt="2026-01-03T08:17:39.253" v="311" actId="20577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AEEF934A-30C0-4B50-BEFF-A3D531FAD730}" dt="2026-01-03T09:05:45.581" v="807"/>
        <pc:sldMkLst>
          <pc:docMk/>
          <pc:sldMk cId="474383694" sldId="602"/>
        </pc:sldMkLst>
        <pc:spChg chg="mod">
          <ac:chgData name="强 李" userId="cd6c7ec7188785ae" providerId="LiveId" clId="{AEEF934A-30C0-4B50-BEFF-A3D531FAD730}" dt="2026-01-03T09:05:45.581" v="807"/>
          <ac:spMkLst>
            <pc:docMk/>
            <pc:sldMk cId="474383694" sldId="602"/>
            <ac:spMk id="5" creationId="{6D756E38-44BB-893E-10F4-24648C1F9451}"/>
          </ac:spMkLst>
        </pc:spChg>
      </pc:sldChg>
      <pc:sldChg chg="modSp mod">
        <pc:chgData name="强 李" userId="cd6c7ec7188785ae" providerId="LiveId" clId="{AEEF934A-30C0-4B50-BEFF-A3D531FAD730}" dt="2026-01-03T14:24:21.431" v="3924"/>
        <pc:sldMkLst>
          <pc:docMk/>
          <pc:sldMk cId="2152635545" sldId="623"/>
        </pc:sldMkLst>
        <pc:spChg chg="mod">
          <ac:chgData name="强 李" userId="cd6c7ec7188785ae" providerId="LiveId" clId="{AEEF934A-30C0-4B50-BEFF-A3D531FAD730}" dt="2026-01-03T14:24:21.431" v="3924"/>
          <ac:spMkLst>
            <pc:docMk/>
            <pc:sldMk cId="2152635545" sldId="623"/>
            <ac:spMk id="2" creationId="{FA552FA6-491B-050A-4A87-695E2F51774D}"/>
          </ac:spMkLst>
        </pc:spChg>
        <pc:spChg chg="mod">
          <ac:chgData name="强 李" userId="cd6c7ec7188785ae" providerId="LiveId" clId="{AEEF934A-30C0-4B50-BEFF-A3D531FAD730}" dt="2026-01-03T13:41:09.183" v="902" actId="207"/>
          <ac:spMkLst>
            <pc:docMk/>
            <pc:sldMk cId="2152635545" sldId="623"/>
            <ac:spMk id="6" creationId="{84E6F8E6-59AE-E87A-E159-B76141DCCC02}"/>
          </ac:spMkLst>
        </pc:spChg>
        <pc:spChg chg="mod">
          <ac:chgData name="强 李" userId="cd6c7ec7188785ae" providerId="LiveId" clId="{AEEF934A-30C0-4B50-BEFF-A3D531FAD730}" dt="2026-01-03T13:38:36.932" v="813" actId="27636"/>
          <ac:spMkLst>
            <pc:docMk/>
            <pc:sldMk cId="2152635545" sldId="623"/>
            <ac:spMk id="18" creationId="{0F93531E-53CF-4A9F-5BE9-1F0059F2C6BB}"/>
          </ac:spMkLst>
        </pc:spChg>
      </pc:sldChg>
      <pc:sldChg chg="modSp add mod">
        <pc:chgData name="强 李" userId="cd6c7ec7188785ae" providerId="LiveId" clId="{AEEF934A-30C0-4B50-BEFF-A3D531FAD730}" dt="2026-01-03T14:03:08.770" v="2396" actId="27636"/>
        <pc:sldMkLst>
          <pc:docMk/>
          <pc:sldMk cId="2641981039" sldId="624"/>
        </pc:sldMkLst>
        <pc:spChg chg="mod">
          <ac:chgData name="强 李" userId="cd6c7ec7188785ae" providerId="LiveId" clId="{AEEF934A-30C0-4B50-BEFF-A3D531FAD730}" dt="2026-01-03T14:03:08.770" v="2396" actId="27636"/>
          <ac:spMkLst>
            <pc:docMk/>
            <pc:sldMk cId="2641981039" sldId="624"/>
            <ac:spMk id="2" creationId="{F29369C1-B481-D862-4FB3-95B622E28241}"/>
          </ac:spMkLst>
        </pc:spChg>
      </pc:sldChg>
      <pc:sldChg chg="modSp add mod">
        <pc:chgData name="强 李" userId="cd6c7ec7188785ae" providerId="LiveId" clId="{AEEF934A-30C0-4B50-BEFF-A3D531FAD730}" dt="2026-01-03T13:51:34.440" v="1651"/>
        <pc:sldMkLst>
          <pc:docMk/>
          <pc:sldMk cId="3816332350" sldId="625"/>
        </pc:sldMkLst>
        <pc:spChg chg="mod">
          <ac:chgData name="强 李" userId="cd6c7ec7188785ae" providerId="LiveId" clId="{AEEF934A-30C0-4B50-BEFF-A3D531FAD730}" dt="2026-01-03T13:51:34.440" v="1651"/>
          <ac:spMkLst>
            <pc:docMk/>
            <pc:sldMk cId="3816332350" sldId="625"/>
            <ac:spMk id="2" creationId="{F989BDB9-70FC-D6B8-8B0B-DAA87FB67CD6}"/>
          </ac:spMkLst>
        </pc:spChg>
      </pc:sldChg>
      <pc:sldChg chg="modSp add mod">
        <pc:chgData name="强 李" userId="cd6c7ec7188785ae" providerId="LiveId" clId="{AEEF934A-30C0-4B50-BEFF-A3D531FAD730}" dt="2026-01-03T13:55:30.223" v="1908" actId="108"/>
        <pc:sldMkLst>
          <pc:docMk/>
          <pc:sldMk cId="2119922756" sldId="626"/>
        </pc:sldMkLst>
        <pc:spChg chg="mod">
          <ac:chgData name="强 李" userId="cd6c7ec7188785ae" providerId="LiveId" clId="{AEEF934A-30C0-4B50-BEFF-A3D531FAD730}" dt="2026-01-03T13:55:30.223" v="1908" actId="108"/>
          <ac:spMkLst>
            <pc:docMk/>
            <pc:sldMk cId="2119922756" sldId="626"/>
            <ac:spMk id="2" creationId="{71A9AC77-71B9-48F6-37E4-FF65465AF249}"/>
          </ac:spMkLst>
        </pc:spChg>
      </pc:sldChg>
      <pc:sldChg chg="modSp add mod">
        <pc:chgData name="强 李" userId="cd6c7ec7188785ae" providerId="LiveId" clId="{AEEF934A-30C0-4B50-BEFF-A3D531FAD730}" dt="2026-01-03T14:24:30.050" v="3925"/>
        <pc:sldMkLst>
          <pc:docMk/>
          <pc:sldMk cId="170887982" sldId="627"/>
        </pc:sldMkLst>
        <pc:spChg chg="mod">
          <ac:chgData name="强 李" userId="cd6c7ec7188785ae" providerId="LiveId" clId="{AEEF934A-30C0-4B50-BEFF-A3D531FAD730}" dt="2026-01-03T14:24:30.050" v="3925"/>
          <ac:spMkLst>
            <pc:docMk/>
            <pc:sldMk cId="170887982" sldId="627"/>
            <ac:spMk id="2" creationId="{29C50392-8EFC-6D61-4F67-F8033CCA8C69}"/>
          </ac:spMkLst>
        </pc:spChg>
      </pc:sldChg>
      <pc:sldChg chg="modSp add mod">
        <pc:chgData name="强 李" userId="cd6c7ec7188785ae" providerId="LiveId" clId="{AEEF934A-30C0-4B50-BEFF-A3D531FAD730}" dt="2026-01-03T14:07:28" v="2697" actId="15"/>
        <pc:sldMkLst>
          <pc:docMk/>
          <pc:sldMk cId="4029973698" sldId="628"/>
        </pc:sldMkLst>
        <pc:spChg chg="mod">
          <ac:chgData name="强 李" userId="cd6c7ec7188785ae" providerId="LiveId" clId="{AEEF934A-30C0-4B50-BEFF-A3D531FAD730}" dt="2026-01-03T14:07:28" v="2697" actId="15"/>
          <ac:spMkLst>
            <pc:docMk/>
            <pc:sldMk cId="4029973698" sldId="628"/>
            <ac:spMk id="2" creationId="{6D8B7189-6819-496F-447A-3AC31857A6EA}"/>
          </ac:spMkLst>
        </pc:spChg>
      </pc:sldChg>
      <pc:sldChg chg="add">
        <pc:chgData name="强 李" userId="cd6c7ec7188785ae" providerId="LiveId" clId="{AEEF934A-30C0-4B50-BEFF-A3D531FAD730}" dt="2026-01-03T14:07:31.870" v="2698"/>
        <pc:sldMkLst>
          <pc:docMk/>
          <pc:sldMk cId="3693461135" sldId="629"/>
        </pc:sldMkLst>
      </pc:sldChg>
      <pc:sldChg chg="modSp add mod">
        <pc:chgData name="强 李" userId="cd6c7ec7188785ae" providerId="LiveId" clId="{AEEF934A-30C0-4B50-BEFF-A3D531FAD730}" dt="2026-01-03T14:31:48.419" v="4498"/>
        <pc:sldMkLst>
          <pc:docMk/>
          <pc:sldMk cId="2883755234" sldId="630"/>
        </pc:sldMkLst>
        <pc:spChg chg="mod">
          <ac:chgData name="强 李" userId="cd6c7ec7188785ae" providerId="LiveId" clId="{AEEF934A-30C0-4B50-BEFF-A3D531FAD730}" dt="2026-01-03T14:31:48.419" v="4498"/>
          <ac:spMkLst>
            <pc:docMk/>
            <pc:sldMk cId="2883755234" sldId="630"/>
            <ac:spMk id="2" creationId="{6194AB02-6CE1-4A75-900E-6D991140E0F0}"/>
          </ac:spMkLst>
        </pc:spChg>
      </pc:sldChg>
      <pc:sldChg chg="modSp add mod">
        <pc:chgData name="强 李" userId="cd6c7ec7188785ae" providerId="LiveId" clId="{AEEF934A-30C0-4B50-BEFF-A3D531FAD730}" dt="2026-01-03T14:36:51.537" v="4734" actId="207"/>
        <pc:sldMkLst>
          <pc:docMk/>
          <pc:sldMk cId="3443963029" sldId="631"/>
        </pc:sldMkLst>
        <pc:spChg chg="mod">
          <ac:chgData name="强 李" userId="cd6c7ec7188785ae" providerId="LiveId" clId="{AEEF934A-30C0-4B50-BEFF-A3D531FAD730}" dt="2026-01-03T14:36:36.494" v="4731"/>
          <ac:spMkLst>
            <pc:docMk/>
            <pc:sldMk cId="3443963029" sldId="631"/>
            <ac:spMk id="2" creationId="{DCE4BC99-3480-B7EE-9347-22B019674DDB}"/>
          </ac:spMkLst>
        </pc:spChg>
        <pc:spChg chg="mod">
          <ac:chgData name="强 李" userId="cd6c7ec7188785ae" providerId="LiveId" clId="{AEEF934A-30C0-4B50-BEFF-A3D531FAD730}" dt="2026-01-03T14:36:51.537" v="4734" actId="207"/>
          <ac:spMkLst>
            <pc:docMk/>
            <pc:sldMk cId="3443963029" sldId="631"/>
            <ac:spMk id="6" creationId="{2993E000-09CC-B312-8D5E-6A5D421586BC}"/>
          </ac:spMkLst>
        </pc:spChg>
        <pc:spChg chg="mod">
          <ac:chgData name="强 李" userId="cd6c7ec7188785ae" providerId="LiveId" clId="{AEEF934A-30C0-4B50-BEFF-A3D531FAD730}" dt="2026-01-03T14:32:54.204" v="4523" actId="20577"/>
          <ac:spMkLst>
            <pc:docMk/>
            <pc:sldMk cId="3443963029" sldId="631"/>
            <ac:spMk id="18" creationId="{38368A36-50FE-3FD0-5F34-6E23C099AAAA}"/>
          </ac:spMkLst>
        </pc:spChg>
      </pc:sldChg>
      <pc:sldChg chg="modSp add mod">
        <pc:chgData name="强 李" userId="cd6c7ec7188785ae" providerId="LiveId" clId="{AEEF934A-30C0-4B50-BEFF-A3D531FAD730}" dt="2026-01-03T14:24:36.040" v="3926"/>
        <pc:sldMkLst>
          <pc:docMk/>
          <pc:sldMk cId="3694178927" sldId="632"/>
        </pc:sldMkLst>
        <pc:spChg chg="mod">
          <ac:chgData name="强 李" userId="cd6c7ec7188785ae" providerId="LiveId" clId="{AEEF934A-30C0-4B50-BEFF-A3D531FAD730}" dt="2026-01-03T14:24:36.040" v="3926"/>
          <ac:spMkLst>
            <pc:docMk/>
            <pc:sldMk cId="3694178927" sldId="632"/>
            <ac:spMk id="2" creationId="{F8F78D68-6D30-55A8-911A-02DA3A7C7582}"/>
          </ac:spMkLst>
        </pc:spChg>
      </pc:sldChg>
      <pc:sldChg chg="modSp add mod">
        <pc:chgData name="强 李" userId="cd6c7ec7188785ae" providerId="LiveId" clId="{AEEF934A-30C0-4B50-BEFF-A3D531FAD730}" dt="2026-01-03T14:30:56.129" v="4420" actId="15"/>
        <pc:sldMkLst>
          <pc:docMk/>
          <pc:sldMk cId="2996816963" sldId="633"/>
        </pc:sldMkLst>
        <pc:spChg chg="mod">
          <ac:chgData name="强 李" userId="cd6c7ec7188785ae" providerId="LiveId" clId="{AEEF934A-30C0-4B50-BEFF-A3D531FAD730}" dt="2026-01-03T14:30:56.129" v="4420" actId="15"/>
          <ac:spMkLst>
            <pc:docMk/>
            <pc:sldMk cId="2996816963" sldId="633"/>
            <ac:spMk id="2" creationId="{DC7B0A07-023A-47BA-2F9A-FBDB44CB1E41}"/>
          </ac:spMkLst>
        </pc:spChg>
      </pc:sldChg>
      <pc:sldChg chg="modSp add mod">
        <pc:chgData name="强 李" userId="cd6c7ec7188785ae" providerId="LiveId" clId="{AEEF934A-30C0-4B50-BEFF-A3D531FAD730}" dt="2026-01-03T14:52:12.839" v="5383" actId="6549"/>
        <pc:sldMkLst>
          <pc:docMk/>
          <pc:sldMk cId="2918251678" sldId="634"/>
        </pc:sldMkLst>
        <pc:spChg chg="mod">
          <ac:chgData name="强 李" userId="cd6c7ec7188785ae" providerId="LiveId" clId="{AEEF934A-30C0-4B50-BEFF-A3D531FAD730}" dt="2026-01-03T14:52:12.839" v="5383" actId="6549"/>
          <ac:spMkLst>
            <pc:docMk/>
            <pc:sldMk cId="2918251678" sldId="634"/>
            <ac:spMk id="2" creationId="{DF56578A-B3E3-9ABC-F2CC-DBA1BF7CE88C}"/>
          </ac:spMkLst>
        </pc:spChg>
      </pc:sldChg>
      <pc:sldChg chg="modSp add mod ord">
        <pc:chgData name="强 李" userId="cd6c7ec7188785ae" providerId="LiveId" clId="{AEEF934A-30C0-4B50-BEFF-A3D531FAD730}" dt="2026-01-03T14:46:39.773" v="5204"/>
        <pc:sldMkLst>
          <pc:docMk/>
          <pc:sldMk cId="3349504418" sldId="635"/>
        </pc:sldMkLst>
        <pc:spChg chg="mod">
          <ac:chgData name="强 李" userId="cd6c7ec7188785ae" providerId="LiveId" clId="{AEEF934A-30C0-4B50-BEFF-A3D531FAD730}" dt="2026-01-03T14:46:35.153" v="5202"/>
          <ac:spMkLst>
            <pc:docMk/>
            <pc:sldMk cId="3349504418" sldId="635"/>
            <ac:spMk id="2" creationId="{AA817CBD-EA6E-B7E7-2383-9AD058BF72CE}"/>
          </ac:spMkLst>
        </pc:spChg>
      </pc:sldChg>
      <pc:sldChg chg="addSp modSp add mod">
        <pc:chgData name="强 李" userId="cd6c7ec7188785ae" providerId="LiveId" clId="{AEEF934A-30C0-4B50-BEFF-A3D531FAD730}" dt="2026-01-03T14:56:21.448" v="5559"/>
        <pc:sldMkLst>
          <pc:docMk/>
          <pc:sldMk cId="4040816889" sldId="636"/>
        </pc:sldMkLst>
        <pc:spChg chg="mod">
          <ac:chgData name="强 李" userId="cd6c7ec7188785ae" providerId="LiveId" clId="{AEEF934A-30C0-4B50-BEFF-A3D531FAD730}" dt="2026-01-03T14:56:21.448" v="5559"/>
          <ac:spMkLst>
            <pc:docMk/>
            <pc:sldMk cId="4040816889" sldId="636"/>
            <ac:spMk id="2" creationId="{DC20F45E-8D5E-BDA6-947B-69DADB6FB77A}"/>
          </ac:spMkLst>
        </pc:spChg>
        <pc:spChg chg="add">
          <ac:chgData name="强 李" userId="cd6c7ec7188785ae" providerId="LiveId" clId="{AEEF934A-30C0-4B50-BEFF-A3D531FAD730}" dt="2026-01-03T14:53:28.381" v="5436"/>
          <ac:spMkLst>
            <pc:docMk/>
            <pc:sldMk cId="4040816889" sldId="636"/>
            <ac:spMk id="3" creationId="{B096FE67-E46C-9254-8E92-A7CEFDDE0BDE}"/>
          </ac:spMkLst>
        </pc:spChg>
      </pc:sldChg>
      <pc:sldChg chg="addSp modSp add mod">
        <pc:chgData name="强 李" userId="cd6c7ec7188785ae" providerId="LiveId" clId="{AEEF934A-30C0-4B50-BEFF-A3D531FAD730}" dt="2026-01-03T15:04:03.494" v="5980"/>
        <pc:sldMkLst>
          <pc:docMk/>
          <pc:sldMk cId="970650900" sldId="637"/>
        </pc:sldMkLst>
        <pc:spChg chg="mod">
          <ac:chgData name="强 李" userId="cd6c7ec7188785ae" providerId="LiveId" clId="{AEEF934A-30C0-4B50-BEFF-A3D531FAD730}" dt="2026-01-03T15:01:25.969" v="5894" actId="20577"/>
          <ac:spMkLst>
            <pc:docMk/>
            <pc:sldMk cId="970650900" sldId="637"/>
            <ac:spMk id="2" creationId="{D1125EDF-1F14-E749-5715-2DC80A354BF5}"/>
          </ac:spMkLst>
        </pc:spChg>
        <pc:spChg chg="add mod">
          <ac:chgData name="强 李" userId="cd6c7ec7188785ae" providerId="LiveId" clId="{AEEF934A-30C0-4B50-BEFF-A3D531FAD730}" dt="2026-01-03T15:02:02.787" v="5897" actId="1582"/>
          <ac:spMkLst>
            <pc:docMk/>
            <pc:sldMk cId="970650900" sldId="637"/>
            <ac:spMk id="3" creationId="{B3F33EDF-6CBB-ED5C-6C1A-B397F55D353D}"/>
          </ac:spMkLst>
        </pc:spChg>
        <pc:spChg chg="add mod">
          <ac:chgData name="强 李" userId="cd6c7ec7188785ae" providerId="LiveId" clId="{AEEF934A-30C0-4B50-BEFF-A3D531FAD730}" dt="2026-01-03T15:03:17.170" v="5971" actId="207"/>
          <ac:spMkLst>
            <pc:docMk/>
            <pc:sldMk cId="970650900" sldId="637"/>
            <ac:spMk id="4" creationId="{D4507D25-9BAA-48A8-0586-1B4517274A57}"/>
          </ac:spMkLst>
        </pc:spChg>
        <pc:spChg chg="mod">
          <ac:chgData name="强 李" userId="cd6c7ec7188785ae" providerId="LiveId" clId="{AEEF934A-30C0-4B50-BEFF-A3D531FAD730}" dt="2026-01-03T15:04:03.494" v="5980"/>
          <ac:spMkLst>
            <pc:docMk/>
            <pc:sldMk cId="970650900" sldId="637"/>
            <ac:spMk id="6" creationId="{0147DFBE-F41B-98B9-907D-F2366D5AEEBC}"/>
          </ac:spMkLst>
        </pc:spChg>
        <pc:spChg chg="mod">
          <ac:chgData name="强 李" userId="cd6c7ec7188785ae" providerId="LiveId" clId="{AEEF934A-30C0-4B50-BEFF-A3D531FAD730}" dt="2026-01-03T14:57:06.087" v="5586" actId="20577"/>
          <ac:spMkLst>
            <pc:docMk/>
            <pc:sldMk cId="970650900" sldId="637"/>
            <ac:spMk id="18" creationId="{49F7FEBF-0564-3D45-9C7E-12F11419F432}"/>
          </ac:spMkLst>
        </pc:spChg>
      </pc:sldChg>
      <pc:sldChg chg="addSp modSp add mod">
        <pc:chgData name="强 李" userId="cd6c7ec7188785ae" providerId="LiveId" clId="{AEEF934A-30C0-4B50-BEFF-A3D531FAD730}" dt="2026-01-03T15:07:50.757" v="6110" actId="1076"/>
        <pc:sldMkLst>
          <pc:docMk/>
          <pc:sldMk cId="4291969244" sldId="638"/>
        </pc:sldMkLst>
        <pc:spChg chg="mod">
          <ac:chgData name="强 李" userId="cd6c7ec7188785ae" providerId="LiveId" clId="{AEEF934A-30C0-4B50-BEFF-A3D531FAD730}" dt="2026-01-03T15:07:47.184" v="6109" actId="27636"/>
          <ac:spMkLst>
            <pc:docMk/>
            <pc:sldMk cId="4291969244" sldId="638"/>
            <ac:spMk id="2" creationId="{0ADE2604-76DF-08BB-51A9-FC41347B46AF}"/>
          </ac:spMkLst>
        </pc:spChg>
        <pc:spChg chg="add mod">
          <ac:chgData name="强 李" userId="cd6c7ec7188785ae" providerId="LiveId" clId="{AEEF934A-30C0-4B50-BEFF-A3D531FAD730}" dt="2026-01-03T15:07:50.757" v="6110" actId="1076"/>
          <ac:spMkLst>
            <pc:docMk/>
            <pc:sldMk cId="4291969244" sldId="638"/>
            <ac:spMk id="3" creationId="{A4749057-2110-BD84-CBA0-F96D79457A0F}"/>
          </ac:spMkLst>
        </pc:spChg>
        <pc:spChg chg="mod">
          <ac:chgData name="强 李" userId="cd6c7ec7188785ae" providerId="LiveId" clId="{AEEF934A-30C0-4B50-BEFF-A3D531FAD730}" dt="2026-01-03T15:04:09.957" v="5981"/>
          <ac:spMkLst>
            <pc:docMk/>
            <pc:sldMk cId="4291969244" sldId="638"/>
            <ac:spMk id="6" creationId="{0839B3C6-314C-CE2E-1D75-72B510790AC9}"/>
          </ac:spMkLst>
        </pc:spChg>
      </pc:sldChg>
      <pc:sldChg chg="modSp add mod">
        <pc:chgData name="强 李" userId="cd6c7ec7188785ae" providerId="LiveId" clId="{AEEF934A-30C0-4B50-BEFF-A3D531FAD730}" dt="2026-01-03T15:10:04.548" v="6151" actId="27636"/>
        <pc:sldMkLst>
          <pc:docMk/>
          <pc:sldMk cId="916637925" sldId="639"/>
        </pc:sldMkLst>
        <pc:spChg chg="mod">
          <ac:chgData name="强 李" userId="cd6c7ec7188785ae" providerId="LiveId" clId="{AEEF934A-30C0-4B50-BEFF-A3D531FAD730}" dt="2026-01-03T15:10:04.548" v="6151" actId="27636"/>
          <ac:spMkLst>
            <pc:docMk/>
            <pc:sldMk cId="916637925" sldId="639"/>
            <ac:spMk id="2" creationId="{6E90C9E2-E27C-F111-C9A2-262F5B4A6A28}"/>
          </ac:spMkLst>
        </pc:spChg>
        <pc:spChg chg="mod">
          <ac:chgData name="强 李" userId="cd6c7ec7188785ae" providerId="LiveId" clId="{AEEF934A-30C0-4B50-BEFF-A3D531FAD730}" dt="2026-01-03T15:09:55.753" v="6147"/>
          <ac:spMkLst>
            <pc:docMk/>
            <pc:sldMk cId="916637925" sldId="639"/>
            <ac:spMk id="6" creationId="{6167B57A-1C07-D02B-8934-5541FEF3FD85}"/>
          </ac:spMkLst>
        </pc:spChg>
      </pc:sldChg>
      <pc:sldChg chg="modSp add mod">
        <pc:chgData name="强 李" userId="cd6c7ec7188785ae" providerId="LiveId" clId="{AEEF934A-30C0-4B50-BEFF-A3D531FAD730}" dt="2026-01-03T15:11:49.414" v="6273" actId="20577"/>
        <pc:sldMkLst>
          <pc:docMk/>
          <pc:sldMk cId="1167657335" sldId="640"/>
        </pc:sldMkLst>
        <pc:spChg chg="mod">
          <ac:chgData name="强 李" userId="cd6c7ec7188785ae" providerId="LiveId" clId="{AEEF934A-30C0-4B50-BEFF-A3D531FAD730}" dt="2026-01-03T15:11:49.414" v="6273" actId="20577"/>
          <ac:spMkLst>
            <pc:docMk/>
            <pc:sldMk cId="1167657335" sldId="640"/>
            <ac:spMk id="2" creationId="{B19B50F5-B414-DD41-E658-1FDA092D7BAC}"/>
          </ac:spMkLst>
        </pc:spChg>
        <pc:spChg chg="mod">
          <ac:chgData name="强 李" userId="cd6c7ec7188785ae" providerId="LiveId" clId="{AEEF934A-30C0-4B50-BEFF-A3D531FAD730}" dt="2026-01-03T15:10:08.611" v="6152"/>
          <ac:spMkLst>
            <pc:docMk/>
            <pc:sldMk cId="1167657335" sldId="640"/>
            <ac:spMk id="6" creationId="{FDB3BA03-23B0-1B00-A1F0-EEE5EFB43B6B}"/>
          </ac:spMkLst>
        </pc:spChg>
      </pc:sldChg>
      <pc:sldChg chg="delSp modSp add mod">
        <pc:chgData name="强 李" userId="cd6c7ec7188785ae" providerId="LiveId" clId="{AEEF934A-30C0-4B50-BEFF-A3D531FAD730}" dt="2026-01-03T15:13:23.631" v="6310" actId="20577"/>
        <pc:sldMkLst>
          <pc:docMk/>
          <pc:sldMk cId="1793799898" sldId="641"/>
        </pc:sldMkLst>
        <pc:spChg chg="mod">
          <ac:chgData name="强 李" userId="cd6c7ec7188785ae" providerId="LiveId" clId="{AEEF934A-30C0-4B50-BEFF-A3D531FAD730}" dt="2026-01-03T15:13:23.631" v="6310" actId="20577"/>
          <ac:spMkLst>
            <pc:docMk/>
            <pc:sldMk cId="1793799898" sldId="641"/>
            <ac:spMk id="2" creationId="{0704FE2C-8CDD-D235-91D4-34D2F3144A86}"/>
          </ac:spMkLst>
        </pc:spChg>
        <pc:spChg chg="del">
          <ac:chgData name="强 李" userId="cd6c7ec7188785ae" providerId="LiveId" clId="{AEEF934A-30C0-4B50-BEFF-A3D531FAD730}" dt="2026-01-03T15:12:28.811" v="6297" actId="478"/>
          <ac:spMkLst>
            <pc:docMk/>
            <pc:sldMk cId="1793799898" sldId="641"/>
            <ac:spMk id="6" creationId="{BF4F2682-467A-1DFF-9494-06273BE95F72}"/>
          </ac:spMkLst>
        </pc:spChg>
        <pc:spChg chg="mod">
          <ac:chgData name="强 李" userId="cd6c7ec7188785ae" providerId="LiveId" clId="{AEEF934A-30C0-4B50-BEFF-A3D531FAD730}" dt="2026-01-03T15:12:22.217" v="6296"/>
          <ac:spMkLst>
            <pc:docMk/>
            <pc:sldMk cId="1793799898" sldId="641"/>
            <ac:spMk id="18" creationId="{6BB1F90E-E80D-D435-79D2-7DD7281FBBDA}"/>
          </ac:spMkLst>
        </pc:spChg>
      </pc:sldChg>
      <pc:sldChg chg="modSp add mod modClrScheme chgLayout">
        <pc:chgData name="强 李" userId="cd6c7ec7188785ae" providerId="LiveId" clId="{AEEF934A-30C0-4B50-BEFF-A3D531FAD730}" dt="2026-01-03T15:15:11.102" v="6355" actId="20577"/>
        <pc:sldMkLst>
          <pc:docMk/>
          <pc:sldMk cId="1359465037" sldId="642"/>
        </pc:sldMkLst>
        <pc:spChg chg="mod">
          <ac:chgData name="强 李" userId="cd6c7ec7188785ae" providerId="LiveId" clId="{AEEF934A-30C0-4B50-BEFF-A3D531FAD730}" dt="2026-01-03T15:15:11.102" v="6355" actId="20577"/>
          <ac:spMkLst>
            <pc:docMk/>
            <pc:sldMk cId="1359465037" sldId="642"/>
            <ac:spMk id="2" creationId="{99250D6B-76AF-17CD-8192-854C868BF03C}"/>
          </ac:spMkLst>
        </pc:spChg>
        <pc:spChg chg="mod">
          <ac:chgData name="强 李" userId="cd6c7ec7188785ae" providerId="LiveId" clId="{AEEF934A-30C0-4B50-BEFF-A3D531FAD730}" dt="2026-01-03T15:14:33.169" v="6337" actId="26606"/>
          <ac:spMkLst>
            <pc:docMk/>
            <pc:sldMk cId="1359465037" sldId="642"/>
            <ac:spMk id="18" creationId="{B44438D1-0D07-AC87-D70F-1697E4B03152}"/>
          </ac:spMkLst>
        </pc:spChg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267674501" sldId="646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2280762011" sldId="647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3619995596" sldId="648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2347060528" sldId="649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1272642124" sldId="650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3139535577" sldId="651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4176817463" sldId="652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1395716691" sldId="653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988933132" sldId="654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3943131300" sldId="655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3153329516" sldId="656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399401568" sldId="657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3055237795" sldId="658"/>
        </pc:sldMkLst>
      </pc:sldChg>
      <pc:sldChg chg="del">
        <pc:chgData name="强 李" userId="cd6c7ec7188785ae" providerId="LiveId" clId="{AEEF934A-30C0-4B50-BEFF-A3D531FAD730}" dt="2026-01-03T08:18:11.776" v="312" actId="47"/>
        <pc:sldMkLst>
          <pc:docMk/>
          <pc:sldMk cId="2414208091" sldId="659"/>
        </pc:sldMkLst>
      </pc:sldChg>
    </pc:docChg>
  </pc:docChgLst>
  <pc:docChgLst>
    <pc:chgData name="强 李" userId="cd6c7ec7188785ae" providerId="LiveId" clId="{EBCFE0FE-99A7-4425-B0EC-5A3002F98C50}"/>
    <pc:docChg chg="undo custSel addSld modSld">
      <pc:chgData name="强 李" userId="cd6c7ec7188785ae" providerId="LiveId" clId="{EBCFE0FE-99A7-4425-B0EC-5A3002F98C50}" dt="2025-10-25T12:10:04.021" v="1519" actId="6549"/>
      <pc:docMkLst>
        <pc:docMk/>
      </pc:docMkLst>
      <pc:sldChg chg="modSp mod">
        <pc:chgData name="强 李" userId="cd6c7ec7188785ae" providerId="LiveId" clId="{EBCFE0FE-99A7-4425-B0EC-5A3002F98C50}" dt="2025-10-25T11:51:34.289" v="2" actId="113"/>
        <pc:sldMkLst>
          <pc:docMk/>
          <pc:sldMk cId="0" sldId="425"/>
        </pc:sldMkLst>
      </pc:sldChg>
      <pc:sldChg chg="modSp mod">
        <pc:chgData name="强 李" userId="cd6c7ec7188785ae" providerId="LiveId" clId="{EBCFE0FE-99A7-4425-B0EC-5A3002F98C50}" dt="2025-10-25T11:51:17.422" v="0" actId="20577"/>
        <pc:sldMkLst>
          <pc:docMk/>
          <pc:sldMk cId="3418790839" sldId="554"/>
        </pc:sldMkLst>
      </pc:sldChg>
      <pc:sldChg chg="modSp mod">
        <pc:chgData name="强 李" userId="cd6c7ec7188785ae" providerId="LiveId" clId="{EBCFE0FE-99A7-4425-B0EC-5A3002F98C50}" dt="2025-10-25T11:52:49.963" v="17"/>
        <pc:sldMkLst>
          <pc:docMk/>
          <pc:sldMk cId="474383694" sldId="602"/>
        </pc:sldMkLst>
      </pc:sldChg>
      <pc:sldChg chg="modSp mod">
        <pc:chgData name="强 李" userId="cd6c7ec7188785ae" providerId="LiveId" clId="{EBCFE0FE-99A7-4425-B0EC-5A3002F98C50}" dt="2025-10-25T11:53:29.247" v="21" actId="207"/>
        <pc:sldMkLst>
          <pc:docMk/>
          <pc:sldMk cId="3312005581" sldId="603"/>
        </pc:sldMkLst>
      </pc:sldChg>
      <pc:sldChg chg="modSp mod">
        <pc:chgData name="强 李" userId="cd6c7ec7188785ae" providerId="LiveId" clId="{EBCFE0FE-99A7-4425-B0EC-5A3002F98C50}" dt="2025-10-25T11:53:59.921" v="25" actId="207"/>
        <pc:sldMkLst>
          <pc:docMk/>
          <pc:sldMk cId="3947397742" sldId="604"/>
        </pc:sldMkLst>
      </pc:sldChg>
      <pc:sldChg chg="modSp mod">
        <pc:chgData name="强 李" userId="cd6c7ec7188785ae" providerId="LiveId" clId="{EBCFE0FE-99A7-4425-B0EC-5A3002F98C50}" dt="2025-10-25T11:55:28.291" v="203"/>
        <pc:sldMkLst>
          <pc:docMk/>
          <pc:sldMk cId="1990415969" sldId="605"/>
        </pc:sldMkLst>
      </pc:sldChg>
      <pc:sldChg chg="modSp mod">
        <pc:chgData name="强 李" userId="cd6c7ec7188785ae" providerId="LiveId" clId="{EBCFE0FE-99A7-4425-B0EC-5A3002F98C50}" dt="2025-10-25T11:56:18.038" v="346" actId="207"/>
        <pc:sldMkLst>
          <pc:docMk/>
          <pc:sldMk cId="3708620594" sldId="606"/>
        </pc:sldMkLst>
      </pc:sldChg>
      <pc:sldChg chg="modSp mod">
        <pc:chgData name="强 李" userId="cd6c7ec7188785ae" providerId="LiveId" clId="{EBCFE0FE-99A7-4425-B0EC-5A3002F98C50}" dt="2025-10-25T11:59:20.372" v="875" actId="207"/>
        <pc:sldMkLst>
          <pc:docMk/>
          <pc:sldMk cId="3752360027" sldId="607"/>
        </pc:sldMkLst>
      </pc:sldChg>
      <pc:sldChg chg="modSp mod">
        <pc:chgData name="强 李" userId="cd6c7ec7188785ae" providerId="LiveId" clId="{EBCFE0FE-99A7-4425-B0EC-5A3002F98C50}" dt="2025-10-25T11:59:58.308" v="901"/>
        <pc:sldMkLst>
          <pc:docMk/>
          <pc:sldMk cId="2786634272" sldId="608"/>
        </pc:sldMkLst>
      </pc:sldChg>
      <pc:sldChg chg="modSp mod">
        <pc:chgData name="强 李" userId="cd6c7ec7188785ae" providerId="LiveId" clId="{EBCFE0FE-99A7-4425-B0EC-5A3002F98C50}" dt="2025-10-25T12:01:16.342" v="907"/>
        <pc:sldMkLst>
          <pc:docMk/>
          <pc:sldMk cId="3634359352" sldId="610"/>
        </pc:sldMkLst>
      </pc:sldChg>
      <pc:sldChg chg="addSp modSp mod">
        <pc:chgData name="强 李" userId="cd6c7ec7188785ae" providerId="LiveId" clId="{EBCFE0FE-99A7-4425-B0EC-5A3002F98C50}" dt="2025-10-25T12:09:29.714" v="1508" actId="1076"/>
        <pc:sldMkLst>
          <pc:docMk/>
          <pc:sldMk cId="3844168252" sldId="611"/>
        </pc:sldMkLst>
      </pc:sldChg>
      <pc:sldChg chg="modSp mod">
        <pc:chgData name="强 李" userId="cd6c7ec7188785ae" providerId="LiveId" clId="{EBCFE0FE-99A7-4425-B0EC-5A3002F98C50}" dt="2025-10-25T12:09:38.894" v="1509" actId="207"/>
        <pc:sldMkLst>
          <pc:docMk/>
          <pc:sldMk cId="1376585543" sldId="612"/>
        </pc:sldMkLst>
      </pc:sldChg>
      <pc:sldChg chg="modSp mod">
        <pc:chgData name="强 李" userId="cd6c7ec7188785ae" providerId="LiveId" clId="{EBCFE0FE-99A7-4425-B0EC-5A3002F98C50}" dt="2025-10-25T12:10:04.021" v="1519" actId="6549"/>
        <pc:sldMkLst>
          <pc:docMk/>
          <pc:sldMk cId="3557024024" sldId="613"/>
        </pc:sldMkLst>
      </pc:sldChg>
      <pc:sldChg chg="modSp add mod">
        <pc:chgData name="强 李" userId="cd6c7ec7188785ae" providerId="LiveId" clId="{EBCFE0FE-99A7-4425-B0EC-5A3002F98C50}" dt="2025-10-25T11:59:03.106" v="871"/>
        <pc:sldMkLst>
          <pc:docMk/>
          <pc:sldMk cId="1438733071" sldId="622"/>
        </pc:sldMkLst>
      </pc:sldChg>
    </pc:docChg>
  </pc:docChgLst>
  <pc:docChgLst>
    <pc:chgData name="强 李" userId="cd6c7ec7188785ae" providerId="LiveId" clId="{679AE789-3C55-40EF-A498-9E0F503B8F2B}"/>
    <pc:docChg chg="undo custSel modSld modNotesMaster">
      <pc:chgData name="强 李" userId="cd6c7ec7188785ae" providerId="LiveId" clId="{679AE789-3C55-40EF-A498-9E0F503B8F2B}" dt="2025-10-18T12:49:40.121" v="978"/>
      <pc:docMkLst>
        <pc:docMk/>
      </pc:docMkLst>
      <pc:sldChg chg="addSp delSp modSp mod">
        <pc:chgData name="强 李" userId="cd6c7ec7188785ae" providerId="LiveId" clId="{679AE789-3C55-40EF-A498-9E0F503B8F2B}" dt="2025-10-18T11:32:23.378" v="92" actId="14100"/>
        <pc:sldMkLst>
          <pc:docMk/>
          <pc:sldMk cId="0" sldId="425"/>
        </pc:sldMkLst>
      </pc:sldChg>
      <pc:sldChg chg="modSp mod">
        <pc:chgData name="强 李" userId="cd6c7ec7188785ae" providerId="LiveId" clId="{679AE789-3C55-40EF-A498-9E0F503B8F2B}" dt="2025-10-18T11:30:18.238" v="75"/>
        <pc:sldMkLst>
          <pc:docMk/>
          <pc:sldMk cId="3418790839" sldId="554"/>
        </pc:sldMkLst>
      </pc:sldChg>
      <pc:sldChg chg="modSp mod">
        <pc:chgData name="强 李" userId="cd6c7ec7188785ae" providerId="LiveId" clId="{679AE789-3C55-40EF-A498-9E0F503B8F2B}" dt="2025-10-18T11:33:41.111" v="206"/>
        <pc:sldMkLst>
          <pc:docMk/>
          <pc:sldMk cId="3965997736" sldId="598"/>
        </pc:sldMkLst>
      </pc:sldChg>
      <pc:sldChg chg="modSp mod">
        <pc:chgData name="强 李" userId="cd6c7ec7188785ae" providerId="LiveId" clId="{679AE789-3C55-40EF-A498-9E0F503B8F2B}" dt="2025-10-18T12:29:57.587" v="239" actId="20577"/>
        <pc:sldMkLst>
          <pc:docMk/>
          <pc:sldMk cId="474383694" sldId="602"/>
        </pc:sldMkLst>
      </pc:sldChg>
      <pc:sldChg chg="modSp mod">
        <pc:chgData name="强 李" userId="cd6c7ec7188785ae" providerId="LiveId" clId="{679AE789-3C55-40EF-A498-9E0F503B8F2B}" dt="2025-10-18T11:36:22.884" v="229"/>
        <pc:sldMkLst>
          <pc:docMk/>
          <pc:sldMk cId="3312005581" sldId="603"/>
        </pc:sldMkLst>
      </pc:sldChg>
      <pc:sldChg chg="modSp mod">
        <pc:chgData name="强 李" userId="cd6c7ec7188785ae" providerId="LiveId" clId="{679AE789-3C55-40EF-A498-9E0F503B8F2B}" dt="2025-10-18T12:32:07.607" v="267"/>
        <pc:sldMkLst>
          <pc:docMk/>
          <pc:sldMk cId="1990415969" sldId="605"/>
        </pc:sldMkLst>
      </pc:sldChg>
      <pc:sldChg chg="modSp mod">
        <pc:chgData name="强 李" userId="cd6c7ec7188785ae" providerId="LiveId" clId="{679AE789-3C55-40EF-A498-9E0F503B8F2B}" dt="2025-10-18T12:34:15.907" v="388" actId="20577"/>
        <pc:sldMkLst>
          <pc:docMk/>
          <pc:sldMk cId="2786634272" sldId="608"/>
        </pc:sldMkLst>
      </pc:sldChg>
      <pc:sldChg chg="modSp mod">
        <pc:chgData name="强 李" userId="cd6c7ec7188785ae" providerId="LiveId" clId="{679AE789-3C55-40EF-A498-9E0F503B8F2B}" dt="2025-10-18T12:36:17.964" v="450"/>
        <pc:sldMkLst>
          <pc:docMk/>
          <pc:sldMk cId="3634359352" sldId="610"/>
        </pc:sldMkLst>
      </pc:sldChg>
      <pc:sldChg chg="modSp mod">
        <pc:chgData name="强 李" userId="cd6c7ec7188785ae" providerId="LiveId" clId="{679AE789-3C55-40EF-A498-9E0F503B8F2B}" dt="2025-10-18T12:38:10.516" v="715"/>
        <pc:sldMkLst>
          <pc:docMk/>
          <pc:sldMk cId="3844168252" sldId="611"/>
        </pc:sldMkLst>
      </pc:sldChg>
      <pc:sldChg chg="modSp mod">
        <pc:chgData name="强 李" userId="cd6c7ec7188785ae" providerId="LiveId" clId="{679AE789-3C55-40EF-A498-9E0F503B8F2B}" dt="2025-10-18T12:38:28.402" v="732"/>
        <pc:sldMkLst>
          <pc:docMk/>
          <pc:sldMk cId="1376585543" sldId="612"/>
        </pc:sldMkLst>
      </pc:sldChg>
      <pc:sldChg chg="modSp mod">
        <pc:chgData name="强 李" userId="cd6c7ec7188785ae" providerId="LiveId" clId="{679AE789-3C55-40EF-A498-9E0F503B8F2B}" dt="2025-10-18T12:38:49.436" v="744"/>
        <pc:sldMkLst>
          <pc:docMk/>
          <pc:sldMk cId="3557024024" sldId="613"/>
        </pc:sldMkLst>
      </pc:sldChg>
      <pc:sldChg chg="modSp mod">
        <pc:chgData name="强 李" userId="cd6c7ec7188785ae" providerId="LiveId" clId="{679AE789-3C55-40EF-A498-9E0F503B8F2B}" dt="2025-10-18T12:39:10.137" v="754"/>
        <pc:sldMkLst>
          <pc:docMk/>
          <pc:sldMk cId="2663860680" sldId="614"/>
        </pc:sldMkLst>
      </pc:sldChg>
      <pc:sldChg chg="modSp mod">
        <pc:chgData name="强 李" userId="cd6c7ec7188785ae" providerId="LiveId" clId="{679AE789-3C55-40EF-A498-9E0F503B8F2B}" dt="2025-10-18T12:45:39.410" v="761"/>
        <pc:sldMkLst>
          <pc:docMk/>
          <pc:sldMk cId="1264471641" sldId="616"/>
        </pc:sldMkLst>
      </pc:sldChg>
      <pc:sldChg chg="modSp mod">
        <pc:chgData name="强 李" userId="cd6c7ec7188785ae" providerId="LiveId" clId="{679AE789-3C55-40EF-A498-9E0F503B8F2B}" dt="2025-10-18T12:47:04.544" v="806"/>
        <pc:sldMkLst>
          <pc:docMk/>
          <pc:sldMk cId="3870421118" sldId="620"/>
        </pc:sldMkLst>
      </pc:sldChg>
      <pc:sldChg chg="modSp mod">
        <pc:chgData name="强 李" userId="cd6c7ec7188785ae" providerId="LiveId" clId="{679AE789-3C55-40EF-A498-9E0F503B8F2B}" dt="2025-10-18T12:48:55.997" v="977"/>
        <pc:sldMkLst>
          <pc:docMk/>
          <pc:sldMk cId="4014174071" sldId="621"/>
        </pc:sldMkLst>
      </pc:sldChg>
    </pc:docChg>
  </pc:docChgLst>
  <pc:docChgLst>
    <pc:chgData name="强 李" userId="cd6c7ec7188785ae" providerId="LiveId" clId="{452C545B-3584-4001-9970-CE01E2FE1A64}"/>
    <pc:docChg chg="undo custSel addSld delSld modSld sldOrd">
      <pc:chgData name="强 李" userId="cd6c7ec7188785ae" providerId="LiveId" clId="{452C545B-3584-4001-9970-CE01E2FE1A64}" dt="2025-11-09T00:03:29.028" v="5143" actId="13782"/>
      <pc:docMkLst>
        <pc:docMk/>
      </pc:docMkLst>
      <pc:sldChg chg="modSp mod">
        <pc:chgData name="强 李" userId="cd6c7ec7188785ae" providerId="LiveId" clId="{452C545B-3584-4001-9970-CE01E2FE1A64}" dt="2025-11-08T22:19:22.791" v="167" actId="207"/>
        <pc:sldMkLst>
          <pc:docMk/>
          <pc:sldMk cId="0" sldId="425"/>
        </pc:sldMkLst>
      </pc:sldChg>
      <pc:sldChg chg="modSp">
        <pc:chgData name="强 李" userId="cd6c7ec7188785ae" providerId="LiveId" clId="{452C545B-3584-4001-9970-CE01E2FE1A64}" dt="2025-11-09T00:03:29.028" v="5143" actId="13782"/>
        <pc:sldMkLst>
          <pc:docMk/>
          <pc:sldMk cId="419382719" sldId="552"/>
        </pc:sldMkLst>
      </pc:sldChg>
      <pc:sldChg chg="modSp mod">
        <pc:chgData name="强 李" userId="cd6c7ec7188785ae" providerId="LiveId" clId="{452C545B-3584-4001-9970-CE01E2FE1A64}" dt="2025-11-08T22:16:46.597" v="132"/>
        <pc:sldMkLst>
          <pc:docMk/>
          <pc:sldMk cId="3418790839" sldId="554"/>
        </pc:sldMkLst>
      </pc:sldChg>
      <pc:sldChg chg="modSp mod">
        <pc:chgData name="强 李" userId="cd6c7ec7188785ae" providerId="LiveId" clId="{452C545B-3584-4001-9970-CE01E2FE1A64}" dt="2025-11-08T21:51:34.994" v="30" actId="14100"/>
        <pc:sldMkLst>
          <pc:docMk/>
          <pc:sldMk cId="1911491714" sldId="560"/>
        </pc:sldMkLst>
      </pc:sldChg>
      <pc:sldChg chg="modSp mod">
        <pc:chgData name="强 李" userId="cd6c7ec7188785ae" providerId="LiveId" clId="{452C545B-3584-4001-9970-CE01E2FE1A64}" dt="2025-11-08T22:20:39.885" v="177" actId="207"/>
        <pc:sldMkLst>
          <pc:docMk/>
          <pc:sldMk cId="3965997736" sldId="598"/>
        </pc:sldMkLst>
      </pc:sldChg>
      <pc:sldChg chg="addSp modSp mod">
        <pc:chgData name="强 李" userId="cd6c7ec7188785ae" providerId="LiveId" clId="{452C545B-3584-4001-9970-CE01E2FE1A64}" dt="2025-11-08T23:05:13.635" v="828" actId="1076"/>
        <pc:sldMkLst>
          <pc:docMk/>
          <pc:sldMk cId="3312005581" sldId="603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947397742" sldId="604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990415969" sldId="605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708620594" sldId="606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752360027" sldId="607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786634272" sldId="608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147924010" sldId="609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634359352" sldId="610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44168252" sldId="611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376585543" sldId="612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557024024" sldId="613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663860680" sldId="614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562621814" sldId="615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264471641" sldId="616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03959891" sldId="617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048242825" sldId="618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989059354" sldId="619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70421118" sldId="620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4014174071" sldId="621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438733071" sldId="622"/>
        </pc:sldMkLst>
      </pc:sldChg>
      <pc:sldChg chg="modSp add mod ord">
        <pc:chgData name="强 李" userId="cd6c7ec7188785ae" providerId="LiveId" clId="{452C545B-3584-4001-9970-CE01E2FE1A64}" dt="2025-11-08T23:06:30.737" v="830" actId="113"/>
        <pc:sldMkLst>
          <pc:docMk/>
          <pc:sldMk cId="2152635545" sldId="623"/>
        </pc:sldMkLst>
      </pc:sldChg>
      <pc:sldChg chg="modSp add mod">
        <pc:chgData name="强 李" userId="cd6c7ec7188785ae" providerId="LiveId" clId="{452C545B-3584-4001-9970-CE01E2FE1A64}" dt="2025-11-08T23:16:32.332" v="1716" actId="27636"/>
        <pc:sldMkLst>
          <pc:docMk/>
          <pc:sldMk cId="492937376" sldId="624"/>
        </pc:sldMkLst>
      </pc:sldChg>
      <pc:sldChg chg="modSp add mod">
        <pc:chgData name="强 李" userId="cd6c7ec7188785ae" providerId="LiveId" clId="{452C545B-3584-4001-9970-CE01E2FE1A64}" dt="2025-11-08T23:31:20.512" v="2940" actId="27636"/>
        <pc:sldMkLst>
          <pc:docMk/>
          <pc:sldMk cId="2275128330" sldId="625"/>
        </pc:sldMkLst>
      </pc:sldChg>
      <pc:sldChg chg="modSp add mod">
        <pc:chgData name="强 李" userId="cd6c7ec7188785ae" providerId="LiveId" clId="{452C545B-3584-4001-9970-CE01E2FE1A64}" dt="2025-11-08T23:32:50.535" v="3092" actId="27636"/>
        <pc:sldMkLst>
          <pc:docMk/>
          <pc:sldMk cId="1237329950" sldId="626"/>
        </pc:sldMkLst>
      </pc:sldChg>
      <pc:sldChg chg="addSp modSp add mod">
        <pc:chgData name="强 李" userId="cd6c7ec7188785ae" providerId="LiveId" clId="{452C545B-3584-4001-9970-CE01E2FE1A64}" dt="2025-11-08T23:42:37.767" v="3514" actId="27636"/>
        <pc:sldMkLst>
          <pc:docMk/>
          <pc:sldMk cId="4218527108" sldId="627"/>
        </pc:sldMkLst>
      </pc:sldChg>
      <pc:sldChg chg="modSp add mod">
        <pc:chgData name="强 李" userId="cd6c7ec7188785ae" providerId="LiveId" clId="{452C545B-3584-4001-9970-CE01E2FE1A64}" dt="2025-11-08T23:49:29.404" v="3809" actId="27636"/>
        <pc:sldMkLst>
          <pc:docMk/>
          <pc:sldMk cId="1504008797" sldId="628"/>
        </pc:sldMkLst>
      </pc:sldChg>
      <pc:sldChg chg="modSp add del mod">
        <pc:chgData name="强 李" userId="cd6c7ec7188785ae" providerId="LiveId" clId="{452C545B-3584-4001-9970-CE01E2FE1A64}" dt="2025-11-08T23:38:21.851" v="3314"/>
        <pc:sldMkLst>
          <pc:docMk/>
          <pc:sldMk cId="2555238439" sldId="628"/>
        </pc:sldMkLst>
      </pc:sldChg>
      <pc:sldChg chg="modSp add mod">
        <pc:chgData name="强 李" userId="cd6c7ec7188785ae" providerId="LiveId" clId="{452C545B-3584-4001-9970-CE01E2FE1A64}" dt="2025-11-08T23:53:23.004" v="4292" actId="27636"/>
        <pc:sldMkLst>
          <pc:docMk/>
          <pc:sldMk cId="3509406236" sldId="629"/>
        </pc:sldMkLst>
      </pc:sldChg>
      <pc:sldChg chg="delSp modSp add mod">
        <pc:chgData name="强 李" userId="cd6c7ec7188785ae" providerId="LiveId" clId="{452C545B-3584-4001-9970-CE01E2FE1A64}" dt="2025-11-09T00:01:46.524" v="5094" actId="27636"/>
        <pc:sldMkLst>
          <pc:docMk/>
          <pc:sldMk cId="3940055481" sldId="630"/>
        </pc:sldMkLst>
      </pc:sldChg>
      <pc:sldChg chg="delSp modSp add mod">
        <pc:chgData name="强 李" userId="cd6c7ec7188785ae" providerId="LiveId" clId="{452C545B-3584-4001-9970-CE01E2FE1A64}" dt="2025-11-09T00:02:21.905" v="5140" actId="6549"/>
        <pc:sldMkLst>
          <pc:docMk/>
          <pc:sldMk cId="2628974246" sldId="631"/>
        </pc:sldMkLst>
      </pc:sldChg>
    </pc:docChg>
  </pc:docChgLst>
  <pc:docChgLst>
    <pc:chgData name="强 李" userId="cd6c7ec7188785ae" providerId="LiveId" clId="{B717E5E0-1A0B-4D0A-BCD9-31981CECA125}"/>
    <pc:docChg chg="undo redo custSel addSld delSld modSld sldOrd">
      <pc:chgData name="强 李" userId="cd6c7ec7188785ae" providerId="LiveId" clId="{B717E5E0-1A0B-4D0A-BCD9-31981CECA125}" dt="2025-11-22T10:35:43.397" v="10974"/>
      <pc:docMkLst>
        <pc:docMk/>
      </pc:docMkLst>
      <pc:sldChg chg="delSp modSp mod">
        <pc:chgData name="强 李" userId="cd6c7ec7188785ae" providerId="LiveId" clId="{B717E5E0-1A0B-4D0A-BCD9-31981CECA125}" dt="2025-11-22T01:11:16.762" v="238" actId="403"/>
        <pc:sldMkLst>
          <pc:docMk/>
          <pc:sldMk cId="0" sldId="425"/>
        </pc:sldMkLst>
      </pc:sldChg>
      <pc:sldChg chg="modSp mod">
        <pc:chgData name="强 李" userId="cd6c7ec7188785ae" providerId="LiveId" clId="{B717E5E0-1A0B-4D0A-BCD9-31981CECA125}" dt="2025-11-22T03:39:15.807" v="10502" actId="14100"/>
        <pc:sldMkLst>
          <pc:docMk/>
          <pc:sldMk cId="419382719" sldId="552"/>
        </pc:sldMkLst>
      </pc:sldChg>
      <pc:sldChg chg="modSp mod">
        <pc:chgData name="强 李" userId="cd6c7ec7188785ae" providerId="LiveId" clId="{B717E5E0-1A0B-4D0A-BCD9-31981CECA125}" dt="2025-11-22T09:59:02.214" v="10511" actId="20577"/>
        <pc:sldMkLst>
          <pc:docMk/>
          <pc:sldMk cId="3418790839" sldId="554"/>
        </pc:sldMkLst>
      </pc:sldChg>
      <pc:sldChg chg="addSp delSp modSp mod">
        <pc:chgData name="强 李" userId="cd6c7ec7188785ae" providerId="LiveId" clId="{B717E5E0-1A0B-4D0A-BCD9-31981CECA125}" dt="2025-11-22T01:21:48.832" v="610" actId="1076"/>
        <pc:sldMkLst>
          <pc:docMk/>
          <pc:sldMk cId="1911491714" sldId="560"/>
        </pc:sldMkLst>
      </pc:sldChg>
      <pc:sldChg chg="modSp mod">
        <pc:chgData name="强 李" userId="cd6c7ec7188785ae" providerId="LiveId" clId="{B717E5E0-1A0B-4D0A-BCD9-31981CECA125}" dt="2025-11-22T10:13:35.906" v="10532" actId="207"/>
        <pc:sldMkLst>
          <pc:docMk/>
          <pc:sldMk cId="3965997736" sldId="598"/>
        </pc:sldMkLst>
      </pc:sldChg>
      <pc:sldChg chg="modSp mod">
        <pc:chgData name="强 李" userId="cd6c7ec7188785ae" providerId="LiveId" clId="{B717E5E0-1A0B-4D0A-BCD9-31981CECA125}" dt="2025-11-22T01:20:08.927" v="605"/>
        <pc:sldMkLst>
          <pc:docMk/>
          <pc:sldMk cId="474383694" sldId="602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312005581" sldId="603"/>
        </pc:sldMkLst>
      </pc:sldChg>
      <pc:sldChg chg="modSp mod">
        <pc:chgData name="强 李" userId="cd6c7ec7188785ae" providerId="LiveId" clId="{B717E5E0-1A0B-4D0A-BCD9-31981CECA125}" dt="2025-11-22T10:16:53.135" v="10621" actId="15"/>
        <pc:sldMkLst>
          <pc:docMk/>
          <pc:sldMk cId="2152635545" sldId="623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492937376" sldId="624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2275128330" sldId="625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1237329950" sldId="626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4218527108" sldId="627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1504008797" sldId="628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509406236" sldId="629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940055481" sldId="630"/>
        </pc:sldMkLst>
      </pc:sldChg>
      <pc:sldChg chg="del">
        <pc:chgData name="强 李" userId="cd6c7ec7188785ae" providerId="LiveId" clId="{B717E5E0-1A0B-4D0A-BCD9-31981CECA125}" dt="2025-11-22T01:52:48.239" v="2796" actId="47"/>
        <pc:sldMkLst>
          <pc:docMk/>
          <pc:sldMk cId="2628974246" sldId="631"/>
        </pc:sldMkLst>
      </pc:sldChg>
      <pc:sldChg chg="addSp modSp add mod">
        <pc:chgData name="强 李" userId="cd6c7ec7188785ae" providerId="LiveId" clId="{B717E5E0-1A0B-4D0A-BCD9-31981CECA125}" dt="2025-11-22T10:17:57.144" v="10628" actId="108"/>
        <pc:sldMkLst>
          <pc:docMk/>
          <pc:sldMk cId="672022198" sldId="632"/>
        </pc:sldMkLst>
      </pc:sldChg>
      <pc:sldChg chg="modSp add mod">
        <pc:chgData name="强 李" userId="cd6c7ec7188785ae" providerId="LiveId" clId="{B717E5E0-1A0B-4D0A-BCD9-31981CECA125}" dt="2025-11-22T10:18:28.871" v="10652"/>
        <pc:sldMkLst>
          <pc:docMk/>
          <pc:sldMk cId="209530468" sldId="633"/>
        </pc:sldMkLst>
      </pc:sldChg>
      <pc:sldChg chg="modSp add mod">
        <pc:chgData name="强 李" userId="cd6c7ec7188785ae" providerId="LiveId" clId="{B717E5E0-1A0B-4D0A-BCD9-31981CECA125}" dt="2025-11-22T01:55:00.867" v="2815" actId="20577"/>
        <pc:sldMkLst>
          <pc:docMk/>
          <pc:sldMk cId="3577491494" sldId="634"/>
        </pc:sldMkLst>
      </pc:sldChg>
      <pc:sldChg chg="modSp add mod">
        <pc:chgData name="强 李" userId="cd6c7ec7188785ae" providerId="LiveId" clId="{B717E5E0-1A0B-4D0A-BCD9-31981CECA125}" dt="2025-11-22T10:20:20.768" v="10667" actId="20577"/>
        <pc:sldMkLst>
          <pc:docMk/>
          <pc:sldMk cId="2381199596" sldId="635"/>
        </pc:sldMkLst>
      </pc:sldChg>
      <pc:sldChg chg="addSp modSp add mod">
        <pc:chgData name="强 李" userId="cd6c7ec7188785ae" providerId="LiveId" clId="{B717E5E0-1A0B-4D0A-BCD9-31981CECA125}" dt="2025-11-22T02:28:13.870" v="4769"/>
        <pc:sldMkLst>
          <pc:docMk/>
          <pc:sldMk cId="3085691872" sldId="636"/>
        </pc:sldMkLst>
      </pc:sldChg>
      <pc:sldChg chg="addSp modSp add mod">
        <pc:chgData name="强 李" userId="cd6c7ec7188785ae" providerId="LiveId" clId="{B717E5E0-1A0B-4D0A-BCD9-31981CECA125}" dt="2025-11-22T10:25:28.914" v="10789" actId="403"/>
        <pc:sldMkLst>
          <pc:docMk/>
          <pc:sldMk cId="1124311103" sldId="637"/>
        </pc:sldMkLst>
      </pc:sldChg>
      <pc:sldChg chg="add del">
        <pc:chgData name="强 李" userId="cd6c7ec7188785ae" providerId="LiveId" clId="{B717E5E0-1A0B-4D0A-BCD9-31981CECA125}" dt="2025-11-22T02:43:20.742" v="6212" actId="47"/>
        <pc:sldMkLst>
          <pc:docMk/>
          <pc:sldMk cId="2306759123" sldId="638"/>
        </pc:sldMkLst>
      </pc:sldChg>
      <pc:sldChg chg="modSp add mod ord">
        <pc:chgData name="强 李" userId="cd6c7ec7188785ae" providerId="LiveId" clId="{B717E5E0-1A0B-4D0A-BCD9-31981CECA125}" dt="2025-11-22T10:28:08.911" v="10822" actId="1076"/>
        <pc:sldMkLst>
          <pc:docMk/>
          <pc:sldMk cId="2768622157" sldId="638"/>
        </pc:sldMkLst>
      </pc:sldChg>
      <pc:sldChg chg="new del">
        <pc:chgData name="强 李" userId="cd6c7ec7188785ae" providerId="LiveId" clId="{B717E5E0-1A0B-4D0A-BCD9-31981CECA125}" dt="2025-11-22T03:03:59.605" v="7803" actId="47"/>
        <pc:sldMkLst>
          <pc:docMk/>
          <pc:sldMk cId="2534396336" sldId="639"/>
        </pc:sldMkLst>
      </pc:sldChg>
      <pc:sldChg chg="addSp delSp modSp add mod">
        <pc:chgData name="强 李" userId="cd6c7ec7188785ae" providerId="LiveId" clId="{B717E5E0-1A0B-4D0A-BCD9-31981CECA125}" dt="2025-11-22T10:29:21.317" v="10831" actId="478"/>
        <pc:sldMkLst>
          <pc:docMk/>
          <pc:sldMk cId="2018495255" sldId="640"/>
        </pc:sldMkLst>
      </pc:sldChg>
      <pc:sldChg chg="delSp modSp add mod">
        <pc:chgData name="强 李" userId="cd6c7ec7188785ae" providerId="LiveId" clId="{B717E5E0-1A0B-4D0A-BCD9-31981CECA125}" dt="2025-11-22T10:30:28.958" v="10835"/>
        <pc:sldMkLst>
          <pc:docMk/>
          <pc:sldMk cId="2342766877" sldId="641"/>
        </pc:sldMkLst>
      </pc:sldChg>
      <pc:sldChg chg="modSp add mod">
        <pc:chgData name="强 李" userId="cd6c7ec7188785ae" providerId="LiveId" clId="{B717E5E0-1A0B-4D0A-BCD9-31981CECA125}" dt="2025-11-22T03:22:56.657" v="9094" actId="20577"/>
        <pc:sldMkLst>
          <pc:docMk/>
          <pc:sldMk cId="722877514" sldId="642"/>
        </pc:sldMkLst>
      </pc:sldChg>
      <pc:sldChg chg="modSp add mod">
        <pc:chgData name="强 李" userId="cd6c7ec7188785ae" providerId="LiveId" clId="{B717E5E0-1A0B-4D0A-BCD9-31981CECA125}" dt="2025-11-22T03:31:53.009" v="10037"/>
        <pc:sldMkLst>
          <pc:docMk/>
          <pc:sldMk cId="465372480" sldId="643"/>
        </pc:sldMkLst>
      </pc:sldChg>
      <pc:sldChg chg="addSp delSp modSp add mod">
        <pc:chgData name="强 李" userId="cd6c7ec7188785ae" providerId="LiveId" clId="{B717E5E0-1A0B-4D0A-BCD9-31981CECA125}" dt="2025-11-22T03:37:10.692" v="10495"/>
        <pc:sldMkLst>
          <pc:docMk/>
          <pc:sldMk cId="89561772" sldId="644"/>
        </pc:sldMkLst>
      </pc:sldChg>
      <pc:sldChg chg="modSp add mod">
        <pc:chgData name="强 李" userId="cd6c7ec7188785ae" providerId="LiveId" clId="{B717E5E0-1A0B-4D0A-BCD9-31981CECA125}" dt="2025-11-22T10:22:26.536" v="10737" actId="404"/>
        <pc:sldMkLst>
          <pc:docMk/>
          <pc:sldMk cId="2738496329" sldId="645"/>
        </pc:sldMkLst>
      </pc:sldChg>
      <pc:sldChg chg="modSp add mod">
        <pc:chgData name="强 李" userId="cd6c7ec7188785ae" providerId="LiveId" clId="{B717E5E0-1A0B-4D0A-BCD9-31981CECA125}" dt="2025-11-22T10:35:43.397" v="10974"/>
        <pc:sldMkLst>
          <pc:docMk/>
          <pc:sldMk cId="267674501" sldId="646"/>
        </pc:sldMkLst>
      </pc:sldChg>
    </pc:docChg>
  </pc:docChgLst>
  <pc:docChgLst>
    <pc:chgData name="强 李" userId="cd6c7ec7188785ae" providerId="LiveId" clId="{DDAD8005-F160-49ED-A7D4-B57818796032}"/>
    <pc:docChg chg="undo custSel addSld delSld modSld">
      <pc:chgData name="强 李" userId="cd6c7ec7188785ae" providerId="LiveId" clId="{DDAD8005-F160-49ED-A7D4-B57818796032}" dt="2025-12-06T15:12:19.440" v="3096" actId="403"/>
      <pc:docMkLst>
        <pc:docMk/>
      </pc:docMkLst>
      <pc:sldChg chg="modSp mod">
        <pc:chgData name="强 李" userId="cd6c7ec7188785ae" providerId="LiveId" clId="{DDAD8005-F160-49ED-A7D4-B57818796032}" dt="2025-12-06T13:51:42.188" v="185" actId="20577"/>
        <pc:sldMkLst>
          <pc:docMk/>
          <pc:sldMk cId="0" sldId="425"/>
        </pc:sldMkLst>
        <pc:spChg chg="mod">
          <ac:chgData name="强 李" userId="cd6c7ec7188785ae" providerId="LiveId" clId="{DDAD8005-F160-49ED-A7D4-B57818796032}" dt="2025-12-06T13:51:42.188" v="185" actId="20577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DDAD8005-F160-49ED-A7D4-B57818796032}" dt="2025-12-06T13:51:16.374" v="182" actId="207"/>
          <ac:spMkLst>
            <pc:docMk/>
            <pc:sldMk cId="0" sldId="425"/>
            <ac:spMk id="3" creationId="{FF9BF7C3-9929-69BC-A1CA-30EBD45BF72F}"/>
          </ac:spMkLst>
        </pc:spChg>
      </pc:sldChg>
      <pc:sldChg chg="modSp">
        <pc:chgData name="强 李" userId="cd6c7ec7188785ae" providerId="LiveId" clId="{DDAD8005-F160-49ED-A7D4-B57818796032}" dt="2025-12-06T13:55:49.339" v="201" actId="13782"/>
        <pc:sldMkLst>
          <pc:docMk/>
          <pc:sldMk cId="419382719" sldId="552"/>
        </pc:sldMkLst>
      </pc:sldChg>
      <pc:sldChg chg="modSp mod">
        <pc:chgData name="强 李" userId="cd6c7ec7188785ae" providerId="LiveId" clId="{DDAD8005-F160-49ED-A7D4-B57818796032}" dt="2025-12-06T11:24:06.376" v="168"/>
        <pc:sldMkLst>
          <pc:docMk/>
          <pc:sldMk cId="3418790839" sldId="554"/>
        </pc:sldMkLst>
        <pc:graphicFrameChg chg="mod modGraphic">
          <ac:chgData name="强 李" userId="cd6c7ec7188785ae" providerId="LiveId" clId="{DDAD8005-F160-49ED-A7D4-B57818796032}" dt="2025-12-06T11:24:06.376" v="168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DDAD8005-F160-49ED-A7D4-B57818796032}" dt="2025-12-06T11:07:53.900" v="66" actId="27636"/>
        <pc:sldMkLst>
          <pc:docMk/>
          <pc:sldMk cId="1911491714" sldId="560"/>
        </pc:sldMkLst>
        <pc:spChg chg="ord">
          <ac:chgData name="强 李" userId="cd6c7ec7188785ae" providerId="LiveId" clId="{DDAD8005-F160-49ED-A7D4-B57818796032}" dt="2025-12-06T11:00:26.584" v="27" actId="26606"/>
          <ac:spMkLst>
            <pc:docMk/>
            <pc:sldMk cId="1911491714" sldId="560"/>
            <ac:spMk id="2" creationId="{24DE42EC-EC44-2699-E5D1-55EC7E299B2B}"/>
          </ac:spMkLst>
        </pc:spChg>
        <pc:spChg chg="mod ord">
          <ac:chgData name="强 李" userId="cd6c7ec7188785ae" providerId="LiveId" clId="{DDAD8005-F160-49ED-A7D4-B57818796032}" dt="2025-12-06T11:07:53.900" v="66" actId="27636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DDAD8005-F160-49ED-A7D4-B57818796032}" dt="2025-12-06T14:14:14.264" v="445" actId="404"/>
        <pc:sldMkLst>
          <pc:docMk/>
          <pc:sldMk cId="3965997736" sldId="598"/>
        </pc:sldMkLst>
        <pc:spChg chg="mod">
          <ac:chgData name="强 李" userId="cd6c7ec7188785ae" providerId="LiveId" clId="{DDAD8005-F160-49ED-A7D4-B57818796032}" dt="2025-12-06T14:14:14.264" v="445" actId="404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DDAD8005-F160-49ED-A7D4-B57818796032}" dt="2025-12-06T13:53:18.059" v="194" actId="207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DDAD8005-F160-49ED-A7D4-B57818796032}" dt="2025-12-06T14:16:38.432" v="491"/>
        <pc:sldMkLst>
          <pc:docMk/>
          <pc:sldMk cId="2152635545" sldId="623"/>
        </pc:sldMkLst>
        <pc:spChg chg="mod">
          <ac:chgData name="强 李" userId="cd6c7ec7188785ae" providerId="LiveId" clId="{DDAD8005-F160-49ED-A7D4-B57818796032}" dt="2025-12-06T14:16:38.432" v="491"/>
          <ac:spMkLst>
            <pc:docMk/>
            <pc:sldMk cId="2152635545" sldId="623"/>
            <ac:spMk id="2" creationId="{FA552FA6-491B-050A-4A87-695E2F51774D}"/>
          </ac:spMkLst>
        </pc:spChg>
        <pc:spChg chg="mod">
          <ac:chgData name="强 李" userId="cd6c7ec7188785ae" providerId="LiveId" clId="{DDAD8005-F160-49ED-A7D4-B57818796032}" dt="2025-12-06T14:14:33.449" v="446" actId="207"/>
          <ac:spMkLst>
            <pc:docMk/>
            <pc:sldMk cId="2152635545" sldId="623"/>
            <ac:spMk id="6" creationId="{84E6F8E6-59AE-E87A-E159-B76141DCCC02}"/>
          </ac:spMkLst>
        </pc:spChg>
        <pc:spChg chg="mod">
          <ac:chgData name="强 李" userId="cd6c7ec7188785ae" providerId="LiveId" clId="{DDAD8005-F160-49ED-A7D4-B57818796032}" dt="2025-12-06T13:54:37.157" v="198"/>
          <ac:spMkLst>
            <pc:docMk/>
            <pc:sldMk cId="2152635545" sldId="623"/>
            <ac:spMk id="18" creationId="{0F93531E-53CF-4A9F-5BE9-1F0059F2C6BB}"/>
          </ac:spMkLst>
        </pc:spChg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672022198" sldId="632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09530468" sldId="633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3577491494" sldId="634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381199596" sldId="635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3085691872" sldId="636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1124311103" sldId="637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768622157" sldId="638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018495255" sldId="640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342766877" sldId="641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722877514" sldId="642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465372480" sldId="643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89561772" sldId="644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738496329" sldId="645"/>
        </pc:sldMkLst>
      </pc:sldChg>
      <pc:sldChg chg="delSp modSp mod">
        <pc:chgData name="强 李" userId="cd6c7ec7188785ae" providerId="LiveId" clId="{DDAD8005-F160-49ED-A7D4-B57818796032}" dt="2025-12-06T15:12:19.440" v="3096" actId="403"/>
        <pc:sldMkLst>
          <pc:docMk/>
          <pc:sldMk cId="267674501" sldId="646"/>
        </pc:sldMkLst>
      </pc:sldChg>
      <pc:sldChg chg="modSp add mod">
        <pc:chgData name="强 李" userId="cd6c7ec7188785ae" providerId="LiveId" clId="{DDAD8005-F160-49ED-A7D4-B57818796032}" dt="2025-12-06T14:14:43.804" v="447" actId="207"/>
        <pc:sldMkLst>
          <pc:docMk/>
          <pc:sldMk cId="2280762011" sldId="647"/>
        </pc:sldMkLst>
      </pc:sldChg>
      <pc:sldChg chg="modSp add mod">
        <pc:chgData name="强 李" userId="cd6c7ec7188785ae" providerId="LiveId" clId="{DDAD8005-F160-49ED-A7D4-B57818796032}" dt="2025-12-06T14:21:10.936" v="634" actId="27636"/>
        <pc:sldMkLst>
          <pc:docMk/>
          <pc:sldMk cId="3619995596" sldId="648"/>
        </pc:sldMkLst>
      </pc:sldChg>
      <pc:sldChg chg="modSp add mod">
        <pc:chgData name="强 李" userId="cd6c7ec7188785ae" providerId="LiveId" clId="{DDAD8005-F160-49ED-A7D4-B57818796032}" dt="2025-12-06T14:26:34.905" v="837" actId="27636"/>
        <pc:sldMkLst>
          <pc:docMk/>
          <pc:sldMk cId="2347060528" sldId="649"/>
        </pc:sldMkLst>
      </pc:sldChg>
      <pc:sldChg chg="modSp add mod">
        <pc:chgData name="强 李" userId="cd6c7ec7188785ae" providerId="LiveId" clId="{DDAD8005-F160-49ED-A7D4-B57818796032}" dt="2025-12-06T14:32:39.334" v="1134" actId="6549"/>
        <pc:sldMkLst>
          <pc:docMk/>
          <pc:sldMk cId="1272642124" sldId="650"/>
        </pc:sldMkLst>
      </pc:sldChg>
      <pc:sldChg chg="modSp add mod">
        <pc:chgData name="强 李" userId="cd6c7ec7188785ae" providerId="LiveId" clId="{DDAD8005-F160-49ED-A7D4-B57818796032}" dt="2025-12-06T14:36:18.583" v="1215" actId="27636"/>
        <pc:sldMkLst>
          <pc:docMk/>
          <pc:sldMk cId="3139535577" sldId="651"/>
        </pc:sldMkLst>
      </pc:sldChg>
      <pc:sldChg chg="modSp add mod">
        <pc:chgData name="强 李" userId="cd6c7ec7188785ae" providerId="LiveId" clId="{DDAD8005-F160-49ED-A7D4-B57818796032}" dt="2025-12-06T14:41:26.476" v="1277"/>
        <pc:sldMkLst>
          <pc:docMk/>
          <pc:sldMk cId="4176817463" sldId="652"/>
        </pc:sldMkLst>
      </pc:sldChg>
      <pc:sldChg chg="modSp add mod">
        <pc:chgData name="强 李" userId="cd6c7ec7188785ae" providerId="LiveId" clId="{DDAD8005-F160-49ED-A7D4-B57818796032}" dt="2025-12-06T14:43:46.076" v="1426"/>
        <pc:sldMkLst>
          <pc:docMk/>
          <pc:sldMk cId="1395716691" sldId="653"/>
        </pc:sldMkLst>
      </pc:sldChg>
      <pc:sldChg chg="modSp add mod">
        <pc:chgData name="强 李" userId="cd6c7ec7188785ae" providerId="LiveId" clId="{DDAD8005-F160-49ED-A7D4-B57818796032}" dt="2025-12-06T14:55:24.288" v="1983" actId="27636"/>
        <pc:sldMkLst>
          <pc:docMk/>
          <pc:sldMk cId="988933132" sldId="654"/>
        </pc:sldMkLst>
      </pc:sldChg>
      <pc:sldChg chg="modSp add mod">
        <pc:chgData name="强 李" userId="cd6c7ec7188785ae" providerId="LiveId" clId="{DDAD8005-F160-49ED-A7D4-B57818796032}" dt="2025-12-06T14:48:07.018" v="1604"/>
        <pc:sldMkLst>
          <pc:docMk/>
          <pc:sldMk cId="3943131300" sldId="655"/>
        </pc:sldMkLst>
      </pc:sldChg>
      <pc:sldChg chg="modSp add mod">
        <pc:chgData name="强 李" userId="cd6c7ec7188785ae" providerId="LiveId" clId="{DDAD8005-F160-49ED-A7D4-B57818796032}" dt="2025-12-06T14:59:33.566" v="2070" actId="27636"/>
        <pc:sldMkLst>
          <pc:docMk/>
          <pc:sldMk cId="3153329516" sldId="656"/>
        </pc:sldMkLst>
      </pc:sldChg>
      <pc:sldChg chg="modSp add mod">
        <pc:chgData name="强 李" userId="cd6c7ec7188785ae" providerId="LiveId" clId="{DDAD8005-F160-49ED-A7D4-B57818796032}" dt="2025-12-06T15:04:45.280" v="2255" actId="27636"/>
        <pc:sldMkLst>
          <pc:docMk/>
          <pc:sldMk cId="399401568" sldId="657"/>
        </pc:sldMkLst>
      </pc:sldChg>
      <pc:sldChg chg="modSp add mod">
        <pc:chgData name="强 李" userId="cd6c7ec7188785ae" providerId="LiveId" clId="{DDAD8005-F160-49ED-A7D4-B57818796032}" dt="2025-12-06T15:09:29.311" v="2954" actId="20577"/>
        <pc:sldMkLst>
          <pc:docMk/>
          <pc:sldMk cId="3055237795" sldId="658"/>
        </pc:sldMkLst>
      </pc:sldChg>
      <pc:sldChg chg="modSp add mod">
        <pc:chgData name="强 李" userId="cd6c7ec7188785ae" providerId="LiveId" clId="{DDAD8005-F160-49ED-A7D4-B57818796032}" dt="2025-12-06T15:12:08.068" v="3095" actId="27636"/>
        <pc:sldMkLst>
          <pc:docMk/>
          <pc:sldMk cId="2414208091" sldId="65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若有人在基督里，他就是新造的人，旧事已过，都变成新的了。</a:t>
          </a:r>
          <a:endParaRPr lang="en-US" sz="24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新造的人，神的子民，我们如何过我们新的生活来荣耀神的名？</a:t>
          </a:r>
          <a:endParaRPr lang="en-US" sz="24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火 纯色填充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搏动的心 纯色填充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若有人在基督里，他就是新造的人，旧事已过，都变成新的了。</a:t>
          </a:r>
          <a:endParaRPr lang="en-US" sz="24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新造的人，神的子民，我们如何过我们新的生活来荣耀神的名？</a:t>
          </a:r>
          <a:endParaRPr lang="en-US" sz="24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2026/1/4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129D-5E9C-BFB2-84B6-50D3F22D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0B6BC-6446-2A39-6497-A91BFC30F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FCB135-F774-F1C9-1EF9-CA85C2D7A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52D5A-01F7-CB33-05AB-147A6A1C4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33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A5E3-2BBC-9814-DE02-C50BF06E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DB7F24-EE62-3FAF-24A7-9D7CFBC98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6208BB-836E-A516-C6A2-A9DEBBDD1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AB88A-1BFA-7CC1-20D7-CD547EE39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725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7A7B-2640-F574-D4AC-09DAF240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2B044B-97C6-56C9-AFA9-B0CA645D1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8E965A-F884-8819-0E3F-10D5CBA0C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070FF3-FBD7-8C8D-9EAB-C9DBD6EF4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176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BDDDA-1C2E-DA19-DE0C-FB02A8A42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9BDCBD-F825-E6FF-B614-086666EDA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9F9A4C-D169-69F6-369B-2019AF9FF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7B9CDA-FFF5-11C2-B239-575577F7A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504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950B-83C3-07FF-8CB3-E49ED040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18ED71-3E6A-BB80-5CC9-2A048BE16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914DBC-D02E-AA2B-A15C-4A0345D0B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F8A03-5C78-3EDA-3870-B4158D6DF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672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645D-06CA-302F-5D06-413FA4812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AB9930-7899-19C7-632D-8973FEC78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C7DD71-C26B-9CA5-A87F-E5545B462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E4640B-1CB8-7E91-F449-459C5B4EA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92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397D-1AAC-F791-C4C5-581F84AF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F71ED2-952A-B49C-E970-537923819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FFBDE1-4393-F3F4-C5E1-40B18F2FD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D2E9D0-60A5-5206-47CE-077D661E2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849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C8F44-D939-F413-D1E2-12F7DBBF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D929FE-2901-E16C-6115-B7BE6E131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945637-D5E9-4DD1-60B9-6B72A7DDB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4D49C5-F047-FBB1-D8E5-A53DC29DC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60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4897-BDF5-8233-7714-562609FF0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EE3D1D-9378-53E4-8500-7071A77C2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A09A3C-F5EF-2069-E86B-F9375EE0B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AA1FE1-1BCF-154F-5E55-67C94ED3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706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8E1B-C4BE-5307-EECB-5B37CC76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908B63-4FA0-6D16-EB53-36E182940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1E88E5-27B5-F451-C5FD-04FF899D1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82BE3A-CD5A-42B9-DFC5-37C25D77A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512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EED81-8821-959C-D61B-7D68BA36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18CEC9-1572-3D62-34BF-25C243C2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137E7D-BE08-1DAE-2322-DED51A053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9FA49C-DF09-AD1E-9B6D-ADF36A4CA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474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222A-694A-5436-4487-2084A95C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951C1F-3A87-6B1F-7101-D5F28C39C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533D11-1FB9-9E5A-C0F8-185CED00E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12B061-2AFF-4D61-4805-1A08FE599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007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B4C3-32FF-F1A3-CC4E-1B2B5748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33BDED-85EE-3747-27F7-96E95CD29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F0C196-4D64-C8BB-8EF5-26CA7820C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D2B8A9-F1CE-AB18-507F-D06BDE2A4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828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DFEE-3B72-B682-71BF-33C5E2B1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CAD63C-252A-1EFA-B0B9-841D46A1E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21E713-77C3-C318-8A9C-E77EFE41C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710319-C473-574F-1882-8B30C013C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1701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6FA4A-54F0-7464-F8C5-AAFC7E69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FB34DE-9ABA-93D4-B512-E6B9FDDDE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612065-3005-7EF6-E29A-57F284B40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B6F40C-5210-7EB2-7862-0EAFF3B31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531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A26A6-06CE-30F8-E7B8-2C7A01AB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6B0167-A217-6549-CA2B-E65252FD6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9376B5-94D6-D095-AA79-E17562FEB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933276-6184-8A36-F458-0739D579A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52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280F-4031-BE4A-59D8-408B874C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18F745-A958-0E8F-AF5B-1A5B93A76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BA6C26-8C61-0B63-17D8-5D150B836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8E915A-0D00-1291-9713-B8A985581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2064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98A7-78AD-D3D0-57D6-FD02BBDF3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BCEAEC-05ED-FCB3-E2CB-FFB1E4A0D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4B7266-CF48-FCC3-0B51-6A80511C9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6E00FA-F668-8F28-C6A1-CDE58A335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5159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FE78-6B97-D51A-18BE-05DB661B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24D1D4-C999-DE52-2DAF-682C49215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751919-C9CC-7B94-4C67-E81CC1D29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870515-3E7B-3A70-3D28-3B5F7D3CF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8600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F3766-3163-7534-938E-E9EC71C2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32AA11-F29A-B245-1C34-6E53C566F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ACEC1B-1FE2-26DA-F928-C1BE297C6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1DE886-80EE-DF92-E5ED-47B0E5343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962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2026/1/4 Sunday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2026/1/4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2026/1/4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2026/1/4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2026/1/4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2026/1/4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47" name="Rectangle 1323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8" name="Rectangle 1325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CBBED2-23F8-3F58-9EE1-BD4FD88831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" r="-2" b="24877"/>
          <a:stretch>
            <a:fillRect/>
          </a:stretch>
        </p:blipFill>
        <p:spPr>
          <a:xfrm>
            <a:off x="6248400" y="-254945"/>
            <a:ext cx="6095999" cy="68579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99819" y="5234320"/>
            <a:ext cx="4751828" cy="7522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2000" b="1" kern="1200">
                <a:ln/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彼得最后的劝勉</a:t>
            </a:r>
            <a:endParaRPr lang="en-US" altLang="zh-CN" sz="2000" b="1" kern="1200">
              <a:ln/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2000" kern="120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彼得前书五章</a:t>
            </a:r>
            <a:r>
              <a:rPr lang="en-US" altLang="zh-CN" sz="2000" kern="120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5~11</a:t>
            </a:r>
            <a:r>
              <a:rPr lang="zh-CN" altLang="en-US" sz="2000" kern="120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节</a:t>
            </a:r>
            <a:endParaRPr lang="en-US" altLang="zh-CN" sz="2000" kern="120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pic>
        <p:nvPicPr>
          <p:cNvPr id="5" name="图片 4" descr="图片包含 游戏机, 食物, 电脑&#10;&#10;AI 生成的内容可能不正确。">
            <a:extLst>
              <a:ext uri="{FF2B5EF4-FFF2-40B4-BE49-F238E27FC236}">
                <a16:creationId xmlns:a16="http://schemas.microsoft.com/office/drawing/2014/main" id="{9C1BA069-02C1-A31B-C498-A1450F1CD7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6" r="23186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020523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11660"/>
            <a:ext cx="12192000" cy="51229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的。就是你们众人也都</a:t>
            </a:r>
            <a:r>
              <a:rPr lang="zh-CN" altLang="en-US" sz="2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要以</a:t>
            </a:r>
            <a:r>
              <a:rPr lang="zh-CN" altLang="en-US" sz="2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谦卑束腰，彼此顺服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　</a:t>
            </a:r>
            <a:r>
              <a:rPr lang="zh-CN" altLang="en-US" sz="2200" u="sng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，服在　</a:t>
            </a:r>
            <a:r>
              <a:rPr lang="zh-CN" altLang="en-US" sz="2200" u="sng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将一切的忧虑卸给　</a:t>
            </a:r>
            <a:r>
              <a:rPr lang="zh-CN" altLang="en-US" sz="2200" u="sng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5:8】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务</a:t>
            </a:r>
            <a:r>
              <a:rPr lang="zh-CN" altLang="en-US" sz="2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谨守、警醒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，因为你们的仇敌魔鬼，如同吼叫的狮子，遍地游行，寻找可吞吃的人。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5:9】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用坚固的信心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抵挡它，因为知道你们在世上的众弟兄也是经历这样的苦难。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5:10】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那赐诸般恩典的　</a:t>
            </a:r>
            <a:r>
              <a:rPr lang="zh-CN" altLang="en-US" sz="2200" u="sng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曾在基督里召你们，得享他永远的荣耀，等你们暂受苦难之后，必要亲自成全你们，坚固你们，赐力量给你们。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5:11】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愿权能归给他，直到永永远远。阿们！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彼前五章</a:t>
            </a:r>
            <a:r>
              <a:rPr lang="en-US" altLang="zh-CN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5~11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004936" y="1133825"/>
            <a:ext cx="11095682" cy="22389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第一段：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5~7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节，在神面前 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 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谦卑顺服的蒙福之路。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第二段：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节，在魔鬼面前 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–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警醒坚固抵挡仇敌。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第三段：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节，在盼望中 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 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应许与祝福。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297107"/>
            <a:ext cx="11494093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你们要将 </a:t>
            </a:r>
            <a:r>
              <a:rPr lang="zh-CN" altLang="en-US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一切的忧虑 </a:t>
            </a:r>
            <a:r>
              <a:rPr lang="zh-CN" altLang="en-US" b="1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049393" cy="4656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身份：第一章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2:9】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惟有你们是被拣选的族类，是有君尊的祭司，是圣洁的国度，是</a:t>
            </a:r>
            <a:r>
              <a:rPr lang="zh-CN" altLang="en-US" sz="16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属　神的子民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，要叫你们宣扬那召你们出黑暗、入奇妙光明者的美德。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生活：第二、三章、四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1~6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末世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&amp;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警诫：四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7~19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劝勉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&amp;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问安：五章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写给末世的教会。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最后劝勉和要求。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如何在苦难中站立的稳？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5A28-91EB-2F98-0834-40647C84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F93531E-53CF-4A9F-5BE9-1F0059F2C6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552FA6-491B-050A-4A87-695E2F5177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“要”：命令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本段的中心是：神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：神是命令者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：神是能动者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：神是解决者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“你们”：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：顺服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：自卑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：卸给神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E6F8E6-59AE-E87A-E159-B76141DCCC02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63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89735-3388-7A3C-1D39-7CD036C2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DC64A64-39D3-35B5-5914-A7EE85F1A6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89BDB9-70FC-D6B8-8B0B-DAA87FB67C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“要”：命令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因为“神”阻挡骄傲的人，赐恩给谦卑的人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谦卑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-&gt;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顺服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谦卑不是自卑，而是：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承认自己不是主宰者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我们是需要恩典的人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神是主宰者，而人在神面前的正确位置，永远是“领受者”、“被帮助者”。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故此：人要承认神的主权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D74AEE-2416-2796-C361-70A7EA50A544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633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2AF8-090E-199E-15E6-DF5CA0CF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8E7979C-A125-597E-4FAE-0D3AEF8755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A9AC77-71B9-48F6-37E4-FF65465AF24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“要”：命令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“骄傲”的根源：不需要神，人都能做。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骄傲不只是品格问题，而是：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实际上拒绝神的主权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“谦卑”的根源：人需要神，需要帮助。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9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是否愿意在神面前放下掌控感？</a:t>
            </a:r>
            <a:endParaRPr lang="en-US" altLang="zh-CN" sz="2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9E6E1-35C2-C396-7B9B-C32087C9668C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92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9DB6-B3A3-5C99-C0C4-42985265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5E72805-2BE1-8881-DC19-E68BCC6D530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9369C1-B481-D862-4FB3-95B622E2824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“要”：命令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节：自卑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承认自己不配、不能、不是该得的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由于“自卑”而带来的信靠，“服”在神大能的手下。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自卑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大能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帮助之大，得的更多，升的更高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到了时候：神的主权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4EFFA9-00A6-95DE-0CFB-84D1BBAA1897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981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C87E-1C83-974C-5963-0D25FF01E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35DB191-0F46-7CDE-CD79-BF0A5677AD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8B7189-6819-496F-447A-3AC31857A6E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“要”：命令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节：“卸给”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“卸给”是一次性的转交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忧虑本质上是：试图自己掌控结果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人的有限，不能掌控，导致忧虑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如何解决：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找到能能解决的大能者，即：神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真正的谦卑，一定会表现为祷告。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01D9C6-11AE-2117-8174-ABA7867F47C8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997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2585B-69B3-E08F-30C2-6C849BA4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4A4317D-6871-D621-DED6-00D4A0D4916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0CDE80-AB5A-91CD-28CB-5E06116B507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“要”：命令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节：“卸给”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“卸给”是一次性的转交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忧虑本质上是：试图自己掌控结果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人的有限，不能掌控，导致忧虑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如何解决：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找到能能解决的大能者，即：神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真正的谦卑，一定会表现为祷告。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653CF3-D705-3593-9D00-C700E3731530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3461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522C-2628-CFB1-724E-CE0370D6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D23FD98-050C-7978-B9D0-0D265005C8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C50392-8EFC-6D61-4F67-F8033CCA8C6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本段的中心是：神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：神是命令者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：神是能动者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：神是解决者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FDCC30-288A-4F42-BEA5-F810AF322CEE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887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74BF-5658-5B5A-CE58-DC31926C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208ACC7-F56E-5E57-8E8C-061294253E1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F78D68-6D30-55A8-911A-02DA3A7C758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本段的中心是：神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：神是命令者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神的法则：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箴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15:33】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敬畏耶和华，是智慧的训诲，尊荣以前，必有谦卑。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神是一切的源头，神是创造者、掌管者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是否谦卑体现为是否真实的信靠？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真谦卑带来真顺服，真顺服带来真祝福。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08D144-21C4-ECAD-21A8-D0D037E36FB1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178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928A-A9BF-1BF8-7865-76707FDA8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B24E885-CA9E-8CBC-F5BF-A56AE071F8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7B0A07-023A-47BA-2F9A-FBDB44CB1E4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本段的中心是：神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：神是解决者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“一切”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神是万事的解决者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神能担我们的重担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藉着耶稣基督，神顾念我们，而愿意帮助我们，也真实能帮助我们。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忧虑常常暴露我们内心的骄傲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我们是否认为“我本不该遭遇这些”？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我们是否正在自己承担哪些本该交托的忧虑？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承认我们不能，而相信神的能。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C9CAC5-0A66-C1E1-E901-5163CD601EA1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6816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C2969-DB77-93FE-8B35-89B83F53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D7ED53-278F-EB3A-EFB2-C50AA0DE88F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5~7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节，在神面前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谦卑顺服的蒙福之路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94AB02-6CE1-4A75-900E-6D991140E0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3332166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应用：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真正的谦卑、自卑、卸给神，一定会表现为祷告。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57F844-F737-4CCF-DB29-AB085CA139CC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你们年幼的，也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顺服年长的。就是你们众人也都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以谦卑束腰，彼此顺服，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阻挡骄傲的人，赐恩给谦卑的人。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自卑，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服在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大能的手下，到了时候，他必叫你们升高。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将一切的忧虑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卸给　神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，因为他顾念你们。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3755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786E-565D-7710-134E-90F62964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8368A36-50FE-3FD0-5F34-6E23C099AA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节，在仇敌面前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警醒并坚固地抵挡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E4BC99-3480-B7EE-9347-22B019674DD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331893"/>
            <a:ext cx="12192000" cy="4526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务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要”：强调、必须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节：谨守、警醒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节：坚固的信心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属灵争战：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真实的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经历苦难：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与众圣徒一起经历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93E000-09CC-B312-8D5E-6A5D421586BC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5:8】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务要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谨守、警醒，因为你们的仇敌魔鬼，如同吼叫的狮子，遍地游行，寻找可吞吃的人。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用坚固的信心抵挡它，因为知道你们在世上的众弟兄也是经历这样的苦难。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3963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10CE-52BB-7BF7-478C-7521282A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3A1D592-7942-FA16-4E5D-E5D0A472E4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节，在仇敌面前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警醒并坚固地抵挡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817CBD-EA6E-B7E7-2383-9AD058BF72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331893"/>
            <a:ext cx="12192000" cy="4526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属灵争战是真实性：“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遍地游行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洪水猛兽、时时刻刻、伺机攻击、后果严重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属灵争战是真实存在，且对神的儿女随时随在的。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“务要”：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“谨守”原文是与饮酒有关的自制，强调不要贪图世俗的享受，而要谨慎自守，凡事小心，处处有节制，不要放纵自己思想及自己的私欲。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“警醒”是指我们需要时刻提醒自己是在争战之中，不是处于太平盛世，是时刻处于与魔鬼和自己血气的肉体的私欲争战之中。不能放松警惕，需要时刻有争战的意识，因知道仇敌魔鬼的诡计和随时随在。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6:12】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因我们并不是与属血气的争战，乃是与那些执政的、掌权的、管辖这幽暗世界的，以及天空属灵气的恶魔争战（两“争战”原文都作“摔跤”）。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苦难：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苦难背后，有属灵争战的现实。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5DB36B-C952-5FBA-1D8C-87C9034882A9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5:8】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务要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谨守、警醒，因为你们的仇敌魔鬼，如同吼叫的狮子，遍地游行，寻找可吞吃的人。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用坚固的信心抵挡它，因为知道你们在世上的众弟兄也是经历这样的苦难。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9504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FEB7-F585-BB56-9AA0-4424D945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B105CD5-A5A0-9F1D-6EE1-6DAB0B2068B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节，在仇敌面前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警醒并坚固地抵挡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56578A-B3E3-9ABC-F2CC-DBA1BF7CE88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331893"/>
            <a:ext cx="12192000" cy="4526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抵挡的方法：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在真道上站立得稳。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用坚固的信心抵挡。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信心不是制造我们所认为的现实，而是紧抓神已启示的真理。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抵挡不是靠意志力，而是：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坚守所信的福音，靠耶稣基督恩典，不被试探所影响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全副军装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6:14】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所以要站稳了，用真理当作带子束腰，用公义当作护心镜遮胸，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6:15】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又用平安的福音当作预备走路的鞋穿在脚上。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6:16】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此外又拿着信德当作藤牌，可以灭尽那恶者一切的火箭。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6:17】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并戴上救恩的头盔，拿着圣灵的宝剑，就是　神的道。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6:18】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靠着圣灵，随时多方祷告祈求，并要在此警醒不倦，为众圣徒祈求，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CF48D6-4F05-E0BB-FEAF-F62F5CC14CF2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5:8】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务要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谨守、警醒，因为你们的仇敌魔鬼，如同吼叫的狮子，遍地游行，寻找可吞吃的人。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用坚固的信心抵挡它，因为知道你们在世上的众弟兄也是经历这样的苦难。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8251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B533-6790-25BC-D82A-65D341B89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FD4829F-A7B9-8A01-361B-953DDD5BE7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节，在仇敌面前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警醒并坚固地抵挡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20F45E-8D5E-BDA6-947B-69DADB6FB77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331893"/>
            <a:ext cx="12192000" cy="4526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苦难不是例外，而是众弟兄的经历：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因为知道你们在世上的众弟兄也是经历这样的苦难。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苦难不是你信心失败的证明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而是你与众圣徒同走的道路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考虑本卷书的背景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是否低估属灵争战的真实？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生活是否缺乏警醒与节制？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是否在苦难中与众圣徒站在一起？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D1F8B0-213C-C77D-4809-30ABB781D171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5:8】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务要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谨守、警醒，因为你们的仇敌魔鬼，如同吼叫的狮子，遍地游行，寻找可吞吃的人。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用坚固的信心抵挡它，因为知道你们在世上的众弟兄也是经历这样的苦难。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0816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CACF-A5A0-27E1-2BCD-761696842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9F7FEBF-0564-3D45-9C7E-12F11419F4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节，在盼望中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 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施恩之神必亲自成全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125EDF-1F14-E749-5715-2DC80A354BF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793557"/>
            <a:ext cx="12192000" cy="4064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苦难的时间性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神的永恒性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苦难是暂时的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荣耀是永远的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现在苦难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将来荣耀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受苦难是真实的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蒙恩典是真实的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永远荣耀真实的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在基督里真实的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47DFBE-F41B-98B9-907D-F2366D5AEEBC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那赐诸般恩典的　神曾在基督里召你们，得享他永远的荣耀，等你们暂受苦难之后，必要亲自成全你们，坚固你们，赐力量给你们。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愿权能归给他，直到永永远远。阿们！</a:t>
            </a: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B3F33EDF-6CBB-ED5C-6C1A-B397F55D353D}"/>
              </a:ext>
            </a:extLst>
          </p:cNvPr>
          <p:cNvSpPr/>
          <p:nvPr/>
        </p:nvSpPr>
        <p:spPr>
          <a:xfrm>
            <a:off x="2982482" y="4905286"/>
            <a:ext cx="162370" cy="151092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507D25-9BAA-48A8-0586-1B4517274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440" y="5476083"/>
            <a:ext cx="27238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关键点：因信而有的盼望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650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0DD48-82DF-427A-B977-F137457A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C232C81-3A71-0CE7-3840-EDD8848A28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节，在仇敌面前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警醒并坚固地抵挡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DE2604-76DF-08BB-51A9-FC41347B46A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793557"/>
            <a:ext cx="12192000" cy="4064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神亲自完成的四重工作：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“必要亲自成全你们，坚固你们，赐力量给你们，建立你们。” 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这不是人的努力，而是神的作为：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成全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坚固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加力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建立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这是救恩的确据，不是心理安慰，</a:t>
            </a:r>
            <a:r>
              <a:rPr lang="zh-CN" altLang="en-US" sz="28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因信而有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的确据。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39B3C6-314C-CE2E-1D75-72B510790AC9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那赐诸般恩典的　神曾在基督里召你们，得享他永远的荣耀，等你们暂受苦难之后，必要亲自成全你们，坚固你们，赐力量给你们。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愿权能归给他，直到永永远远。阿们！</a:t>
            </a:r>
          </a:p>
        </p:txBody>
      </p: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A4749057-2110-BD84-CBA0-F96D79457A0F}"/>
              </a:ext>
            </a:extLst>
          </p:cNvPr>
          <p:cNvSpPr/>
          <p:nvPr/>
        </p:nvSpPr>
        <p:spPr>
          <a:xfrm>
            <a:off x="512748" y="6127334"/>
            <a:ext cx="350377" cy="384561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969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A93E-76B0-0F44-906B-F9E2DE37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B2BCED2-7F6F-4EB1-839B-8E1C934E4C6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节，在仇敌面前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警醒并坚固地抵挡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90C9E2-E27C-F111-C9A2-262F5B4A6A2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793557"/>
            <a:ext cx="12192000" cy="4064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神的作为：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成全：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原文有整顿、调节、建立和确立的意思。此词一般与人的品格有关系，故主要意思是神必然会整理神儿女的品格，以预备其进入荣耀中。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坚固：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意为固定某物件，使之能固定的站立起来，不再摇动。故指信徒的信心将被坚固，不为任何事物所动摇。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加力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：强壮。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建立：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建立基础，指神使信徒的信心有稳固的基础，永不动摇。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67B57A-1C07-D02B-8934-5541FEF3FD85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那赐诸般恩典的　神曾在基督里召你们，得享他永远的荣耀，等你们暂受苦难之后，必要亲自成全你们，坚固你们，赐力量给你们。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愿权能归给他，直到永永远远。阿们！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6637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E2F8-9AFE-32D0-F746-146AB8C7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AAB079A-242F-88EC-8299-BA0FBB90BD9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节，在仇敌面前 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- 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警醒并坚固地抵挡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9B50F5-B414-DD41-E658-1FDA092D7BA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2793557"/>
            <a:ext cx="12192000" cy="4064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以荣耀颂结束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神掌权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苦难不是结局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荣耀的神是我们最终的盼望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用永恒的眼光看待当前苦难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相信神正在塑造而非遗弃我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我们的盼望是否建立在神荣耀的应许之上？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B3BA03-23B0-1B00-A1F0-EEE5EFB43B6B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那赐诸般恩典的　神曾在基督里召你们，得享他永远的荣耀，等你们暂受苦难之后，必要亲自成全你们，坚固你们，赐力量给你们。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5:11】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愿权能归给他，直到永永远远。阿们！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7657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BC0F-36E0-5DEC-61CC-A8D92F66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BB1F90E-E80D-D435-79D2-7DD7281FBBD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总结：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4FE2C-8CDD-D235-91D4-34D2F3144A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858521" y="1776608"/>
            <a:ext cx="4474957" cy="4064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经文呼召：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在神面前谦卑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在仇敌面前警醒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在苦难中持守盼望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3799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FA21-F155-1153-652E-DB19E6313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44438D1-0D07-AC87-D70F-1697E4B0315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6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问题：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250D6B-76AF-17CD-8192-854C868BF0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59702" y="1396778"/>
            <a:ext cx="9942937" cy="4064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反思问题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我最大忧虑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是什么？我是否真的交托给神？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在苦难中，我更容易忧虑还是更容易祷告？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我是否相信：施恩的神最终必亲自建立我？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9465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8597</TotalTime>
  <Words>3441</Words>
  <Application>Microsoft Office PowerPoint</Application>
  <PresentationFormat>宽屏</PresentationFormat>
  <Paragraphs>269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28</cp:revision>
  <dcterms:created xsi:type="dcterms:W3CDTF">2019-06-19T02:08:00Z</dcterms:created>
  <dcterms:modified xsi:type="dcterms:W3CDTF">2026-01-04T09:26:48Z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