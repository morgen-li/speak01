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6.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8.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9.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0.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1.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560" r:id="rId2"/>
    <p:sldId id="554" r:id="rId3"/>
    <p:sldId id="425" r:id="rId4"/>
    <p:sldId id="598" r:id="rId5"/>
    <p:sldId id="602" r:id="rId6"/>
    <p:sldId id="623" r:id="rId7"/>
    <p:sldId id="660" r:id="rId8"/>
    <p:sldId id="647" r:id="rId9"/>
    <p:sldId id="648" r:id="rId10"/>
    <p:sldId id="649" r:id="rId11"/>
    <p:sldId id="650" r:id="rId12"/>
    <p:sldId id="655" r:id="rId13"/>
    <p:sldId id="651" r:id="rId14"/>
    <p:sldId id="652" r:id="rId15"/>
    <p:sldId id="653" r:id="rId16"/>
    <p:sldId id="654" r:id="rId17"/>
    <p:sldId id="656" r:id="rId18"/>
    <p:sldId id="657" r:id="rId19"/>
    <p:sldId id="658" r:id="rId20"/>
    <p:sldId id="659" r:id="rId21"/>
    <p:sldId id="646" r:id="rId22"/>
    <p:sldId id="552"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9" userDrawn="1">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671AAC-EE65-C2E9-8FB4-81033EEFC221}" name="强 李" initials="强李" userId="cd6c7ec7188785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3D06"/>
    <a:srgbClr val="F1F1F1"/>
    <a:srgbClr val="1A3A76"/>
    <a:srgbClr val="FCFEFE"/>
    <a:srgbClr val="FFFFFF"/>
    <a:srgbClr val="00205D"/>
    <a:srgbClr val="C90909"/>
    <a:srgbClr val="272520"/>
    <a:srgbClr val="203E80"/>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214EDB-FB43-47D6-A7AC-A7F2EEE36ED9}" v="34" dt="2026-01-24T12:54:30.022"/>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38" autoAdjust="0"/>
  </p:normalViewPr>
  <p:slideViewPr>
    <p:cSldViewPr snapToGrid="0">
      <p:cViewPr varScale="1">
        <p:scale>
          <a:sx n="112" d="100"/>
          <a:sy n="112" d="100"/>
        </p:scale>
        <p:origin x="516" y="108"/>
      </p:cViewPr>
      <p:guideLst>
        <p:guide orient="horz" pos="3249"/>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A3465A9D-4C4E-4974-9B3D-D2729E380D84}"/>
    <pc:docChg chg="modSld">
      <pc:chgData name="强 李" userId="cd6c7ec7188785ae" providerId="LiveId" clId="{A3465A9D-4C4E-4974-9B3D-D2729E380D84}" dt="2026-01-20T11:07:45.643" v="111"/>
      <pc:docMkLst>
        <pc:docMk/>
      </pc:docMkLst>
      <pc:sldChg chg="modSp mod">
        <pc:chgData name="强 李" userId="cd6c7ec7188785ae" providerId="LiveId" clId="{A3465A9D-4C4E-4974-9B3D-D2729E380D84}" dt="2026-01-20T11:03:24.030" v="45" actId="207"/>
        <pc:sldMkLst>
          <pc:docMk/>
          <pc:sldMk cId="0" sldId="425"/>
        </pc:sldMkLst>
        <pc:spChg chg="mod">
          <ac:chgData name="强 李" userId="cd6c7ec7188785ae" providerId="LiveId" clId="{A3465A9D-4C4E-4974-9B3D-D2729E380D84}" dt="2026-01-20T11:03:24.030" v="45" actId="207"/>
          <ac:spMkLst>
            <pc:docMk/>
            <pc:sldMk cId="0" sldId="425"/>
            <ac:spMk id="3" creationId="{FF9BF7C3-9929-69BC-A1CA-30EBD45BF72F}"/>
          </ac:spMkLst>
        </pc:spChg>
      </pc:sldChg>
      <pc:sldChg chg="modSp mod">
        <pc:chgData name="强 李" userId="cd6c7ec7188785ae" providerId="LiveId" clId="{A3465A9D-4C4E-4974-9B3D-D2729E380D84}" dt="2026-01-20T11:07:45.643" v="111"/>
        <pc:sldMkLst>
          <pc:docMk/>
          <pc:sldMk cId="3965997736" sldId="598"/>
        </pc:sldMkLst>
        <pc:spChg chg="mod">
          <ac:chgData name="强 李" userId="cd6c7ec7188785ae" providerId="LiveId" clId="{A3465A9D-4C4E-4974-9B3D-D2729E380D84}" dt="2026-01-20T11:07:45.643" v="111"/>
          <ac:spMkLst>
            <pc:docMk/>
            <pc:sldMk cId="3965997736" sldId="598"/>
            <ac:spMk id="2" creationId="{00000000-0000-0000-0000-000000000000}"/>
          </ac:spMkLst>
        </pc:spChg>
        <pc:spChg chg="mod">
          <ac:chgData name="强 李" userId="cd6c7ec7188785ae" providerId="LiveId" clId="{A3465A9D-4C4E-4974-9B3D-D2729E380D84}" dt="2026-01-20T11:02:00.339" v="43" actId="113"/>
          <ac:spMkLst>
            <pc:docMk/>
            <pc:sldMk cId="3965997736" sldId="598"/>
            <ac:spMk id="4" creationId="{B4B332DE-F3FB-23DE-0615-8D213F22297F}"/>
          </ac:spMkLst>
        </pc:spChg>
      </pc:sldChg>
      <pc:sldChg chg="modSp mod">
        <pc:chgData name="强 李" userId="cd6c7ec7188785ae" providerId="LiveId" clId="{A3465A9D-4C4E-4974-9B3D-D2729E380D84}" dt="2026-01-20T11:05:25.810" v="73" actId="20577"/>
        <pc:sldMkLst>
          <pc:docMk/>
          <pc:sldMk cId="474383694" sldId="602"/>
        </pc:sldMkLst>
        <pc:spChg chg="mod">
          <ac:chgData name="强 李" userId="cd6c7ec7188785ae" providerId="LiveId" clId="{A3465A9D-4C4E-4974-9B3D-D2729E380D84}" dt="2026-01-20T11:05:25.810" v="73" actId="20577"/>
          <ac:spMkLst>
            <pc:docMk/>
            <pc:sldMk cId="474383694" sldId="602"/>
            <ac:spMk id="5" creationId="{6D756E38-44BB-893E-10F4-24648C1F9451}"/>
          </ac:spMkLst>
        </pc:spChg>
      </pc:sldChg>
    </pc:docChg>
  </pc:docChgLst>
  <pc:docChgLst>
    <pc:chgData name="强 李" userId="cd6c7ec7188785ae" providerId="LiveId" clId="{59CB959F-A851-4548-80C1-7FE993D19D0E}"/>
    <pc:docChg chg="undo custSel addSld modSld modNotesMaster">
      <pc:chgData name="强 李" userId="cd6c7ec7188785ae" providerId="LiveId" clId="{59CB959F-A851-4548-80C1-7FE993D19D0E}" dt="2026-01-24T12:54:30.022" v="186"/>
      <pc:docMkLst>
        <pc:docMk/>
      </pc:docMkLst>
      <pc:sldChg chg="addSp delSp modSp mod">
        <pc:chgData name="强 李" userId="cd6c7ec7188785ae" providerId="LiveId" clId="{59CB959F-A851-4548-80C1-7FE993D19D0E}" dt="2026-01-24T12:29:54.900" v="49"/>
        <pc:sldMkLst>
          <pc:docMk/>
          <pc:sldMk cId="2152635545" sldId="623"/>
        </pc:sldMkLst>
        <pc:spChg chg="mod">
          <ac:chgData name="强 李" userId="cd6c7ec7188785ae" providerId="LiveId" clId="{59CB959F-A851-4548-80C1-7FE993D19D0E}" dt="2026-01-24T12:29:52.253" v="47" actId="5793"/>
          <ac:spMkLst>
            <pc:docMk/>
            <pc:sldMk cId="2152635545" sldId="623"/>
            <ac:spMk id="2" creationId="{FA552FA6-491B-050A-4A87-695E2F51774D}"/>
          </ac:spMkLst>
        </pc:spChg>
        <pc:spChg chg="add mod">
          <ac:chgData name="强 李" userId="cd6c7ec7188785ae" providerId="LiveId" clId="{59CB959F-A851-4548-80C1-7FE993D19D0E}" dt="2026-01-24T12:28:15.350" v="15" actId="207"/>
          <ac:spMkLst>
            <pc:docMk/>
            <pc:sldMk cId="2152635545" sldId="623"/>
            <ac:spMk id="3" creationId="{13E48447-2BC9-4356-BAF6-45DEEC5A72AC}"/>
          </ac:spMkLst>
        </pc:spChg>
        <pc:spChg chg="add mod">
          <ac:chgData name="强 李" userId="cd6c7ec7188785ae" providerId="LiveId" clId="{59CB959F-A851-4548-80C1-7FE993D19D0E}" dt="2026-01-24T12:28:22.777" v="17" actId="1076"/>
          <ac:spMkLst>
            <pc:docMk/>
            <pc:sldMk cId="2152635545" sldId="623"/>
            <ac:spMk id="4" creationId="{303CB4FD-BAD4-77FD-B78B-E2FFFF78048E}"/>
          </ac:spMkLst>
        </pc:spChg>
        <pc:spChg chg="add mod">
          <ac:chgData name="强 李" userId="cd6c7ec7188785ae" providerId="LiveId" clId="{59CB959F-A851-4548-80C1-7FE993D19D0E}" dt="2026-01-24T12:28:27.192" v="19" actId="1076"/>
          <ac:spMkLst>
            <pc:docMk/>
            <pc:sldMk cId="2152635545" sldId="623"/>
            <ac:spMk id="5" creationId="{124605E2-5442-C0A6-AB43-EB396A900D2B}"/>
          </ac:spMkLst>
        </pc:spChg>
        <pc:spChg chg="del mod">
          <ac:chgData name="强 李" userId="cd6c7ec7188785ae" providerId="LiveId" clId="{59CB959F-A851-4548-80C1-7FE993D19D0E}" dt="2026-01-24T12:29:54.900" v="49"/>
          <ac:spMkLst>
            <pc:docMk/>
            <pc:sldMk cId="2152635545" sldId="623"/>
            <ac:spMk id="6" creationId="{84E6F8E6-59AE-E87A-E159-B76141DCCC02}"/>
          </ac:spMkLst>
        </pc:spChg>
        <pc:spChg chg="add mod">
          <ac:chgData name="强 李" userId="cd6c7ec7188785ae" providerId="LiveId" clId="{59CB959F-A851-4548-80C1-7FE993D19D0E}" dt="2026-01-24T12:28:32.296" v="21" actId="1076"/>
          <ac:spMkLst>
            <pc:docMk/>
            <pc:sldMk cId="2152635545" sldId="623"/>
            <ac:spMk id="7" creationId="{8D964918-E7DA-0B0C-C5AA-8777F151B3FF}"/>
          </ac:spMkLst>
        </pc:spChg>
        <pc:spChg chg="add mod">
          <ac:chgData name="强 李" userId="cd6c7ec7188785ae" providerId="LiveId" clId="{59CB959F-A851-4548-80C1-7FE993D19D0E}" dt="2026-01-24T12:28:36.841" v="23" actId="1076"/>
          <ac:spMkLst>
            <pc:docMk/>
            <pc:sldMk cId="2152635545" sldId="623"/>
            <ac:spMk id="8" creationId="{D44E5B34-BC29-9CCB-70C7-742643C8324A}"/>
          </ac:spMkLst>
        </pc:spChg>
        <pc:spChg chg="add mod">
          <ac:chgData name="强 李" userId="cd6c7ec7188785ae" providerId="LiveId" clId="{59CB959F-A851-4548-80C1-7FE993D19D0E}" dt="2026-01-24T12:28:41.377" v="25" actId="1076"/>
          <ac:spMkLst>
            <pc:docMk/>
            <pc:sldMk cId="2152635545" sldId="623"/>
            <ac:spMk id="9" creationId="{469BEA45-60B7-8FA1-C51E-A1487EA3779B}"/>
          </ac:spMkLst>
        </pc:spChg>
        <pc:spChg chg="add mod">
          <ac:chgData name="强 李" userId="cd6c7ec7188785ae" providerId="LiveId" clId="{59CB959F-A851-4548-80C1-7FE993D19D0E}" dt="2026-01-24T12:28:46.504" v="27" actId="1076"/>
          <ac:spMkLst>
            <pc:docMk/>
            <pc:sldMk cId="2152635545" sldId="623"/>
            <ac:spMk id="10" creationId="{690C1E17-B01D-1100-74CE-E98CA69E0A6C}"/>
          </ac:spMkLst>
        </pc:spChg>
        <pc:spChg chg="add mod">
          <ac:chgData name="强 李" userId="cd6c7ec7188785ae" providerId="LiveId" clId="{59CB959F-A851-4548-80C1-7FE993D19D0E}" dt="2026-01-24T12:28:52.824" v="29" actId="1076"/>
          <ac:spMkLst>
            <pc:docMk/>
            <pc:sldMk cId="2152635545" sldId="623"/>
            <ac:spMk id="11" creationId="{8B81DF58-E2F2-B160-A36A-5EDE4FE8ACAC}"/>
          </ac:spMkLst>
        </pc:spChg>
      </pc:sldChg>
      <pc:sldChg chg="modSp mod">
        <pc:chgData name="强 李" userId="cd6c7ec7188785ae" providerId="LiveId" clId="{59CB959F-A851-4548-80C1-7FE993D19D0E}" dt="2026-01-24T12:31:29.734" v="60"/>
        <pc:sldMkLst>
          <pc:docMk/>
          <pc:sldMk cId="2280762011" sldId="647"/>
        </pc:sldMkLst>
        <pc:spChg chg="mod">
          <ac:chgData name="强 李" userId="cd6c7ec7188785ae" providerId="LiveId" clId="{59CB959F-A851-4548-80C1-7FE993D19D0E}" dt="2026-01-24T12:31:29.734" v="60"/>
          <ac:spMkLst>
            <pc:docMk/>
            <pc:sldMk cId="2280762011" sldId="647"/>
            <ac:spMk id="2" creationId="{FED8AE8A-C469-7C02-595B-0FCF7930126D}"/>
          </ac:spMkLst>
        </pc:spChg>
      </pc:sldChg>
      <pc:sldChg chg="modSp mod">
        <pc:chgData name="强 李" userId="cd6c7ec7188785ae" providerId="LiveId" clId="{59CB959F-A851-4548-80C1-7FE993D19D0E}" dt="2026-01-24T12:32:36.034" v="64" actId="207"/>
        <pc:sldMkLst>
          <pc:docMk/>
          <pc:sldMk cId="3619995596" sldId="648"/>
        </pc:sldMkLst>
        <pc:spChg chg="mod">
          <ac:chgData name="强 李" userId="cd6c7ec7188785ae" providerId="LiveId" clId="{59CB959F-A851-4548-80C1-7FE993D19D0E}" dt="2026-01-24T12:32:36.034" v="64" actId="207"/>
          <ac:spMkLst>
            <pc:docMk/>
            <pc:sldMk cId="3619995596" sldId="648"/>
            <ac:spMk id="2" creationId="{C5EF8EC8-F267-D810-F94B-20BC7BEA1BBA}"/>
          </ac:spMkLst>
        </pc:spChg>
      </pc:sldChg>
      <pc:sldChg chg="modSp mod">
        <pc:chgData name="强 李" userId="cd6c7ec7188785ae" providerId="LiveId" clId="{59CB959F-A851-4548-80C1-7FE993D19D0E}" dt="2026-01-24T12:33:26.707" v="66" actId="207"/>
        <pc:sldMkLst>
          <pc:docMk/>
          <pc:sldMk cId="2347060528" sldId="649"/>
        </pc:sldMkLst>
        <pc:spChg chg="mod">
          <ac:chgData name="强 李" userId="cd6c7ec7188785ae" providerId="LiveId" clId="{59CB959F-A851-4548-80C1-7FE993D19D0E}" dt="2026-01-24T12:33:26.707" v="66" actId="207"/>
          <ac:spMkLst>
            <pc:docMk/>
            <pc:sldMk cId="2347060528" sldId="649"/>
            <ac:spMk id="2" creationId="{6968C0BB-F96E-DD97-9876-80B46C64C6F9}"/>
          </ac:spMkLst>
        </pc:spChg>
      </pc:sldChg>
      <pc:sldChg chg="modSp mod">
        <pc:chgData name="强 李" userId="cd6c7ec7188785ae" providerId="LiveId" clId="{59CB959F-A851-4548-80C1-7FE993D19D0E}" dt="2026-01-24T12:34:31.646" v="143" actId="20577"/>
        <pc:sldMkLst>
          <pc:docMk/>
          <pc:sldMk cId="1272642124" sldId="650"/>
        </pc:sldMkLst>
        <pc:spChg chg="mod">
          <ac:chgData name="强 李" userId="cd6c7ec7188785ae" providerId="LiveId" clId="{59CB959F-A851-4548-80C1-7FE993D19D0E}" dt="2026-01-24T12:34:31.646" v="143" actId="20577"/>
          <ac:spMkLst>
            <pc:docMk/>
            <pc:sldMk cId="1272642124" sldId="650"/>
            <ac:spMk id="2" creationId="{19DD35F2-1A7F-C977-BEAF-FF62D624AEB7}"/>
          </ac:spMkLst>
        </pc:spChg>
      </pc:sldChg>
      <pc:sldChg chg="modSp mod">
        <pc:chgData name="强 李" userId="cd6c7ec7188785ae" providerId="LiveId" clId="{59CB959F-A851-4548-80C1-7FE993D19D0E}" dt="2026-01-24T12:35:22.891" v="178"/>
        <pc:sldMkLst>
          <pc:docMk/>
          <pc:sldMk cId="3139535577" sldId="651"/>
        </pc:sldMkLst>
        <pc:spChg chg="mod">
          <ac:chgData name="强 李" userId="cd6c7ec7188785ae" providerId="LiveId" clId="{59CB959F-A851-4548-80C1-7FE993D19D0E}" dt="2026-01-24T12:35:22.891" v="178"/>
          <ac:spMkLst>
            <pc:docMk/>
            <pc:sldMk cId="3139535577" sldId="651"/>
            <ac:spMk id="2" creationId="{8167CE0B-10A9-9643-B28A-7204F348B2EA}"/>
          </ac:spMkLst>
        </pc:spChg>
      </pc:sldChg>
      <pc:sldChg chg="modSp mod">
        <pc:chgData name="强 李" userId="cd6c7ec7188785ae" providerId="LiveId" clId="{59CB959F-A851-4548-80C1-7FE993D19D0E}" dt="2026-01-24T12:36:05.235" v="180" actId="207"/>
        <pc:sldMkLst>
          <pc:docMk/>
          <pc:sldMk cId="4176817463" sldId="652"/>
        </pc:sldMkLst>
        <pc:spChg chg="mod">
          <ac:chgData name="强 李" userId="cd6c7ec7188785ae" providerId="LiveId" clId="{59CB959F-A851-4548-80C1-7FE993D19D0E}" dt="2026-01-24T12:36:05.235" v="180" actId="207"/>
          <ac:spMkLst>
            <pc:docMk/>
            <pc:sldMk cId="4176817463" sldId="652"/>
            <ac:spMk id="2" creationId="{9AB98EF9-934F-2F67-296D-9C85FD155BBA}"/>
          </ac:spMkLst>
        </pc:spChg>
      </pc:sldChg>
      <pc:sldChg chg="modSp mod">
        <pc:chgData name="强 李" userId="cd6c7ec7188785ae" providerId="LiveId" clId="{59CB959F-A851-4548-80C1-7FE993D19D0E}" dt="2026-01-24T12:24:01.217" v="3"/>
        <pc:sldMkLst>
          <pc:docMk/>
          <pc:sldMk cId="3943131300" sldId="655"/>
        </pc:sldMkLst>
        <pc:spChg chg="mod">
          <ac:chgData name="强 李" userId="cd6c7ec7188785ae" providerId="LiveId" clId="{59CB959F-A851-4548-80C1-7FE993D19D0E}" dt="2026-01-24T12:24:01.217" v="3"/>
          <ac:spMkLst>
            <pc:docMk/>
            <pc:sldMk cId="3943131300" sldId="655"/>
            <ac:spMk id="2" creationId="{8E2E7744-2C90-6080-B8C4-1C65625037E2}"/>
          </ac:spMkLst>
        </pc:spChg>
      </pc:sldChg>
      <pc:sldChg chg="modSp mod">
        <pc:chgData name="强 李" userId="cd6c7ec7188785ae" providerId="LiveId" clId="{59CB959F-A851-4548-80C1-7FE993D19D0E}" dt="2026-01-24T12:38:19.291" v="184" actId="207"/>
        <pc:sldMkLst>
          <pc:docMk/>
          <pc:sldMk cId="3153329516" sldId="656"/>
        </pc:sldMkLst>
        <pc:spChg chg="mod">
          <ac:chgData name="强 李" userId="cd6c7ec7188785ae" providerId="LiveId" clId="{59CB959F-A851-4548-80C1-7FE993D19D0E}" dt="2026-01-24T12:38:19.291" v="184" actId="207"/>
          <ac:spMkLst>
            <pc:docMk/>
            <pc:sldMk cId="3153329516" sldId="656"/>
            <ac:spMk id="2" creationId="{687FD57E-681C-2D04-05F1-54C743A1E6BE}"/>
          </ac:spMkLst>
        </pc:spChg>
      </pc:sldChg>
      <pc:sldChg chg="modSp mod">
        <pc:chgData name="强 李" userId="cd6c7ec7188785ae" providerId="LiveId" clId="{59CB959F-A851-4548-80C1-7FE993D19D0E}" dt="2026-01-24T12:53:35.875" v="185" actId="207"/>
        <pc:sldMkLst>
          <pc:docMk/>
          <pc:sldMk cId="3055237795" sldId="658"/>
        </pc:sldMkLst>
        <pc:spChg chg="mod">
          <ac:chgData name="强 李" userId="cd6c7ec7188785ae" providerId="LiveId" clId="{59CB959F-A851-4548-80C1-7FE993D19D0E}" dt="2026-01-24T12:53:35.875" v="185" actId="207"/>
          <ac:spMkLst>
            <pc:docMk/>
            <pc:sldMk cId="3055237795" sldId="658"/>
            <ac:spMk id="2" creationId="{3FCFAE63-941F-3EA9-95C3-62869E14938D}"/>
          </ac:spMkLst>
        </pc:spChg>
      </pc:sldChg>
      <pc:sldChg chg="add">
        <pc:chgData name="强 李" userId="cd6c7ec7188785ae" providerId="LiveId" clId="{59CB959F-A851-4548-80C1-7FE993D19D0E}" dt="2026-01-24T12:27:21.774" v="5"/>
        <pc:sldMkLst>
          <pc:docMk/>
          <pc:sldMk cId="4160905405" sldId="660"/>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FDC3B-6E93-441B-AE75-0AB5019C44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4562A41-EFF0-4AC1-89E7-BE8FF560234B}">
      <dgm:prSet custT="1"/>
      <dgm:spPr/>
      <dgm:t>
        <a:bodyPr/>
        <a:lstStyle/>
        <a:p>
          <a:r>
            <a:rPr lang="zh-CN" altLang="en-US" sz="2800" dirty="0">
              <a:latin typeface="方正屏显雅宋_GBK" panose="02010600010101010101" pitchFamily="2" charset="-122"/>
              <a:ea typeface="方正屏显雅宋_GBK" panose="02010600010101010101" pitchFamily="2" charset="-122"/>
            </a:rPr>
            <a:t>我们的得救，现今比初信的时候更近了。</a:t>
          </a:r>
          <a:endParaRPr lang="en-US" sz="2800" dirty="0">
            <a:latin typeface="方正屏显雅宋_GBK" panose="02010600010101010101" pitchFamily="2" charset="-122"/>
            <a:ea typeface="方正屏显雅宋_GBK" panose="02010600010101010101" pitchFamily="2" charset="-122"/>
          </a:endParaRPr>
        </a:p>
      </dgm:t>
    </dgm:pt>
    <dgm:pt modelId="{66810DFE-177A-4756-AE20-58AE984CEFE7}" type="par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67CE562A-D820-4453-AAFE-210D66D2CD39}" type="sib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9560837B-6C5D-4140-8FB8-A3D015EE0CE3}">
      <dgm:prSet custT="1"/>
      <dgm:spPr/>
      <dgm:t>
        <a:bodyPr/>
        <a:lstStyle/>
        <a:p>
          <a:r>
            <a:rPr lang="zh-CN" altLang="en-US" sz="2800" dirty="0">
              <a:latin typeface="方正屏显雅宋_GBK" panose="02010600010101010101" pitchFamily="2" charset="-122"/>
              <a:ea typeface="方正屏显雅宋_GBK" panose="02010600010101010101" pitchFamily="2" charset="-122"/>
            </a:rPr>
            <a:t>如何看待神儿女在这世界上的受苦这事？</a:t>
          </a:r>
          <a:endParaRPr lang="en-US" sz="2800" dirty="0">
            <a:latin typeface="方正屏显雅宋_GBK" panose="02010600010101010101" pitchFamily="2" charset="-122"/>
            <a:ea typeface="方正屏显雅宋_GBK" panose="02010600010101010101" pitchFamily="2" charset="-122"/>
          </a:endParaRPr>
        </a:p>
      </dgm:t>
    </dgm:pt>
    <dgm:pt modelId="{23396744-A72A-4748-8321-A140457BB116}" type="par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0F9BA7B3-9CBC-4650-BA6D-125C111485DF}" type="sib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51FB5E3B-C39E-4BBD-A265-2C104DFE0B10}" type="pres">
      <dgm:prSet presAssocID="{6C8FDC3B-6E93-441B-AE75-0AB5019C4468}" presName="root" presStyleCnt="0">
        <dgm:presLayoutVars>
          <dgm:dir/>
          <dgm:resizeHandles val="exact"/>
        </dgm:presLayoutVars>
      </dgm:prSet>
      <dgm:spPr/>
    </dgm:pt>
    <dgm:pt modelId="{1880E83A-9BD8-420E-B078-45BC06C3AEA2}" type="pres">
      <dgm:prSet presAssocID="{B4562A41-EFF0-4AC1-89E7-BE8FF560234B}" presName="compNode" presStyleCnt="0"/>
      <dgm:spPr/>
    </dgm:pt>
    <dgm:pt modelId="{34E1AEC9-CBF3-44C5-B2CE-901E44470EE1}" type="pres">
      <dgm:prSet presAssocID="{B4562A41-EFF0-4AC1-89E7-BE8FF560234B}" presName="bgRect" presStyleLbl="bgShp" presStyleIdx="0" presStyleCnt="2" custScaleX="100000"/>
      <dgm:spPr/>
    </dgm:pt>
    <dgm:pt modelId="{1C53FEA1-DA41-431B-B646-5BCD6C1FEA1B}" type="pres">
      <dgm:prSet presAssocID="{B4562A41-EFF0-4AC1-89E7-BE8FF560234B}"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火 纯色填充"/>
        </a:ext>
      </dgm:extLst>
    </dgm:pt>
    <dgm:pt modelId="{1A6690A5-513A-4F9F-8A62-45D9624591FB}" type="pres">
      <dgm:prSet presAssocID="{B4562A41-EFF0-4AC1-89E7-BE8FF560234B}" presName="spaceRect" presStyleCnt="0"/>
      <dgm:spPr/>
    </dgm:pt>
    <dgm:pt modelId="{18A96B3A-EB32-454E-B01A-02C2A2A6D1F8}" type="pres">
      <dgm:prSet presAssocID="{B4562A41-EFF0-4AC1-89E7-BE8FF560234B}" presName="parTx" presStyleLbl="revTx" presStyleIdx="0" presStyleCnt="2">
        <dgm:presLayoutVars>
          <dgm:chMax val="0"/>
          <dgm:chPref val="0"/>
        </dgm:presLayoutVars>
      </dgm:prSet>
      <dgm:spPr/>
    </dgm:pt>
    <dgm:pt modelId="{95D23694-0CA9-4984-96AB-F0BBE7EA174D}" type="pres">
      <dgm:prSet presAssocID="{67CE562A-D820-4453-AAFE-210D66D2CD39}" presName="sibTrans" presStyleCnt="0"/>
      <dgm:spPr/>
    </dgm:pt>
    <dgm:pt modelId="{FE28A877-1997-43E9-BE50-32CA8445AE8B}" type="pres">
      <dgm:prSet presAssocID="{9560837B-6C5D-4140-8FB8-A3D015EE0CE3}" presName="compNode" presStyleCnt="0"/>
      <dgm:spPr/>
    </dgm:pt>
    <dgm:pt modelId="{E64D890F-767D-4E95-A66B-4DC9AE9169B2}" type="pres">
      <dgm:prSet presAssocID="{9560837B-6C5D-4140-8FB8-A3D015EE0CE3}" presName="bgRect" presStyleLbl="bgShp" presStyleIdx="1" presStyleCnt="2"/>
      <dgm:spPr/>
    </dgm:pt>
    <dgm:pt modelId="{0069E9D1-00C8-4A7D-A7E5-FF47AC853351}" type="pres">
      <dgm:prSet presAssocID="{9560837B-6C5D-4140-8FB8-A3D015EE0CE3}"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搏动的心 纯色填充"/>
        </a:ext>
      </dgm:extLst>
    </dgm:pt>
    <dgm:pt modelId="{89A76834-4A4E-4278-915E-2FFF6CB92353}" type="pres">
      <dgm:prSet presAssocID="{9560837B-6C5D-4140-8FB8-A3D015EE0CE3}" presName="spaceRect" presStyleCnt="0"/>
      <dgm:spPr/>
    </dgm:pt>
    <dgm:pt modelId="{DF44F7BB-85CD-467D-8D84-6D4163CCECA7}" type="pres">
      <dgm:prSet presAssocID="{9560837B-6C5D-4140-8FB8-A3D015EE0CE3}" presName="parTx" presStyleLbl="revTx" presStyleIdx="1" presStyleCnt="2">
        <dgm:presLayoutVars>
          <dgm:chMax val="0"/>
          <dgm:chPref val="0"/>
        </dgm:presLayoutVars>
      </dgm:prSet>
      <dgm:spPr/>
    </dgm:pt>
  </dgm:ptLst>
  <dgm:cxnLst>
    <dgm:cxn modelId="{320F3C1E-77E7-404F-B6B9-845D8A9A6BAC}" type="presOf" srcId="{9560837B-6C5D-4140-8FB8-A3D015EE0CE3}" destId="{DF44F7BB-85CD-467D-8D84-6D4163CCECA7}" srcOrd="0" destOrd="0" presId="urn:microsoft.com/office/officeart/2018/2/layout/IconVerticalSolidList"/>
    <dgm:cxn modelId="{77B06D2C-076A-4AED-8973-C19FC8E68400}" type="presOf" srcId="{B4562A41-EFF0-4AC1-89E7-BE8FF560234B}" destId="{18A96B3A-EB32-454E-B01A-02C2A2A6D1F8}" srcOrd="0" destOrd="0" presId="urn:microsoft.com/office/officeart/2018/2/layout/IconVerticalSolidList"/>
    <dgm:cxn modelId="{CFBD0E7D-43C2-4C2D-8998-F5E96A64DECC}" srcId="{6C8FDC3B-6E93-441B-AE75-0AB5019C4468}" destId="{B4562A41-EFF0-4AC1-89E7-BE8FF560234B}" srcOrd="0" destOrd="0" parTransId="{66810DFE-177A-4756-AE20-58AE984CEFE7}" sibTransId="{67CE562A-D820-4453-AAFE-210D66D2CD39}"/>
    <dgm:cxn modelId="{FF456F94-0F41-4EC6-B358-F5E9FFF2BF7C}" type="presOf" srcId="{6C8FDC3B-6E93-441B-AE75-0AB5019C4468}" destId="{51FB5E3B-C39E-4BBD-A265-2C104DFE0B10}" srcOrd="0" destOrd="0" presId="urn:microsoft.com/office/officeart/2018/2/layout/IconVerticalSolidList"/>
    <dgm:cxn modelId="{C8532AE3-B1F0-41AF-B6A7-4F510230B6AB}" srcId="{6C8FDC3B-6E93-441B-AE75-0AB5019C4468}" destId="{9560837B-6C5D-4140-8FB8-A3D015EE0CE3}" srcOrd="1" destOrd="0" parTransId="{23396744-A72A-4748-8321-A140457BB116}" sibTransId="{0F9BA7B3-9CBC-4650-BA6D-125C111485DF}"/>
    <dgm:cxn modelId="{11CCD309-22BA-4045-B6C1-BCFC0734FBC9}" type="presParOf" srcId="{51FB5E3B-C39E-4BBD-A265-2C104DFE0B10}" destId="{1880E83A-9BD8-420E-B078-45BC06C3AEA2}" srcOrd="0" destOrd="0" presId="urn:microsoft.com/office/officeart/2018/2/layout/IconVerticalSolidList"/>
    <dgm:cxn modelId="{CB183EBA-F5D0-4920-8ED7-ACC35564AABB}" type="presParOf" srcId="{1880E83A-9BD8-420E-B078-45BC06C3AEA2}" destId="{34E1AEC9-CBF3-44C5-B2CE-901E44470EE1}" srcOrd="0" destOrd="0" presId="urn:microsoft.com/office/officeart/2018/2/layout/IconVerticalSolidList"/>
    <dgm:cxn modelId="{B6DCFEC8-E6F9-4978-B75F-D3901E07EB18}" type="presParOf" srcId="{1880E83A-9BD8-420E-B078-45BC06C3AEA2}" destId="{1C53FEA1-DA41-431B-B646-5BCD6C1FEA1B}" srcOrd="1" destOrd="0" presId="urn:microsoft.com/office/officeart/2018/2/layout/IconVerticalSolidList"/>
    <dgm:cxn modelId="{64497695-77A5-4F8D-B9A7-11063B62B34E}" type="presParOf" srcId="{1880E83A-9BD8-420E-B078-45BC06C3AEA2}" destId="{1A6690A5-513A-4F9F-8A62-45D9624591FB}" srcOrd="2" destOrd="0" presId="urn:microsoft.com/office/officeart/2018/2/layout/IconVerticalSolidList"/>
    <dgm:cxn modelId="{151FFF8F-6393-45C2-A71F-4971B3E952AC}" type="presParOf" srcId="{1880E83A-9BD8-420E-B078-45BC06C3AEA2}" destId="{18A96B3A-EB32-454E-B01A-02C2A2A6D1F8}" srcOrd="3" destOrd="0" presId="urn:microsoft.com/office/officeart/2018/2/layout/IconVerticalSolidList"/>
    <dgm:cxn modelId="{4E5D8AFF-9C72-48EE-AC36-98DCBA99BB2B}" type="presParOf" srcId="{51FB5E3B-C39E-4BBD-A265-2C104DFE0B10}" destId="{95D23694-0CA9-4984-96AB-F0BBE7EA174D}" srcOrd="1" destOrd="0" presId="urn:microsoft.com/office/officeart/2018/2/layout/IconVerticalSolidList"/>
    <dgm:cxn modelId="{672DDEB9-7736-4A57-AA64-06D5EFE7A5A4}" type="presParOf" srcId="{51FB5E3B-C39E-4BBD-A265-2C104DFE0B10}" destId="{FE28A877-1997-43E9-BE50-32CA8445AE8B}" srcOrd="2" destOrd="0" presId="urn:microsoft.com/office/officeart/2018/2/layout/IconVerticalSolidList"/>
    <dgm:cxn modelId="{FB09B094-DE6D-4D5C-8C89-6A65315F4CB2}" type="presParOf" srcId="{FE28A877-1997-43E9-BE50-32CA8445AE8B}" destId="{E64D890F-767D-4E95-A66B-4DC9AE9169B2}" srcOrd="0" destOrd="0" presId="urn:microsoft.com/office/officeart/2018/2/layout/IconVerticalSolidList"/>
    <dgm:cxn modelId="{374DA5C0-7CB9-41D5-8FA5-C87D27D00FFF}" type="presParOf" srcId="{FE28A877-1997-43E9-BE50-32CA8445AE8B}" destId="{0069E9D1-00C8-4A7D-A7E5-FF47AC853351}" srcOrd="1" destOrd="0" presId="urn:microsoft.com/office/officeart/2018/2/layout/IconVerticalSolidList"/>
    <dgm:cxn modelId="{96AB172E-136B-485A-9671-1338419ADC18}" type="presParOf" srcId="{FE28A877-1997-43E9-BE50-32CA8445AE8B}" destId="{89A76834-4A4E-4278-915E-2FFF6CB92353}" srcOrd="2" destOrd="0" presId="urn:microsoft.com/office/officeart/2018/2/layout/IconVerticalSolidList"/>
    <dgm:cxn modelId="{5D395CB3-354C-42E8-A8B7-D2F11A264262}" type="presParOf" srcId="{FE28A877-1997-43E9-BE50-32CA8445AE8B}" destId="{DF44F7BB-85CD-467D-8D84-6D4163CCECA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BC65-5800-49C2-ACE8-714124562FFC}" type="doc">
      <dgm:prSet loTypeId="urn:microsoft.com/office/officeart/2008/layout/VerticalAccentList" loCatId="list" qsTypeId="urn:microsoft.com/office/officeart/2005/8/quickstyle/simple2" qsCatId="simple" csTypeId="urn:microsoft.com/office/officeart/2005/8/colors/colorful2" csCatId="colorful" phldr="1"/>
      <dgm:spPr/>
      <dgm:t>
        <a:bodyPr/>
        <a:lstStyle/>
        <a:p>
          <a:endParaRPr lang="en-US"/>
        </a:p>
      </dgm:t>
    </dgm:pt>
    <dgm:pt modelId="{C176FC01-0F21-475B-85EA-274FB5949CEE}">
      <dgm:prSet custT="1"/>
      <dgm:spPr/>
      <dgm:t>
        <a:bodyPr/>
        <a:lstStyle/>
        <a:p>
          <a:r>
            <a:rPr lang="en-US" sz="2400" dirty="0"/>
            <a:t>1</a:t>
          </a:r>
          <a:r>
            <a:rPr lang="zh-CN" sz="2400" dirty="0"/>
            <a:t>，神的儿女受苦是奇怪的事吗？</a:t>
          </a:r>
          <a:endParaRPr lang="en-US" sz="2400" dirty="0"/>
        </a:p>
      </dgm:t>
    </dgm:pt>
    <dgm:pt modelId="{D1D38E7F-16EA-4301-BBA5-CA2CF10E48D8}" type="parTrans" cxnId="{14BA01FB-BBCD-4D00-A6A0-9A70A9AB68B7}">
      <dgm:prSet/>
      <dgm:spPr/>
      <dgm:t>
        <a:bodyPr/>
        <a:lstStyle/>
        <a:p>
          <a:endParaRPr lang="en-US" sz="3200"/>
        </a:p>
      </dgm:t>
    </dgm:pt>
    <dgm:pt modelId="{CFDA8DFF-2E53-463E-9C51-FEB63EFB3957}" type="sibTrans" cxnId="{14BA01FB-BBCD-4D00-A6A0-9A70A9AB68B7}">
      <dgm:prSet/>
      <dgm:spPr/>
      <dgm:t>
        <a:bodyPr/>
        <a:lstStyle/>
        <a:p>
          <a:endParaRPr lang="en-US" sz="3200"/>
        </a:p>
      </dgm:t>
    </dgm:pt>
    <dgm:pt modelId="{C41C4D84-F9E2-4730-A41F-EAABD86D700E}">
      <dgm:prSet/>
      <dgm:spPr/>
      <dgm:t>
        <a:bodyPr/>
        <a:lstStyle/>
        <a:p>
          <a:pPr>
            <a:buNone/>
          </a:pPr>
          <a:r>
            <a:rPr lang="en-US" dirty="0"/>
            <a:t>2</a:t>
          </a:r>
          <a:r>
            <a:rPr lang="zh-CN" dirty="0"/>
            <a:t>，第</a:t>
          </a:r>
          <a:r>
            <a:rPr lang="en-US" dirty="0"/>
            <a:t>14</a:t>
          </a:r>
          <a:r>
            <a:rPr lang="zh-CN" dirty="0"/>
            <a:t>节，如果我们“为基督的名受辱骂”，我们如何看待呢？</a:t>
          </a:r>
        </a:p>
      </dgm:t>
    </dgm:pt>
    <dgm:pt modelId="{69FBF3F1-4B12-4ADF-9A32-DC2885B86F55}" type="parTrans" cxnId="{A39FE0C9-4164-43DE-BAD0-3841788BC859}">
      <dgm:prSet/>
      <dgm:spPr/>
      <dgm:t>
        <a:bodyPr/>
        <a:lstStyle/>
        <a:p>
          <a:endParaRPr lang="zh-CN" altLang="en-US"/>
        </a:p>
      </dgm:t>
    </dgm:pt>
    <dgm:pt modelId="{3C073446-1115-4416-8EF5-1ECA590AD7A1}" type="sibTrans" cxnId="{A39FE0C9-4164-43DE-BAD0-3841788BC859}">
      <dgm:prSet/>
      <dgm:spPr/>
      <dgm:t>
        <a:bodyPr/>
        <a:lstStyle/>
        <a:p>
          <a:endParaRPr lang="zh-CN" altLang="en-US"/>
        </a:p>
      </dgm:t>
    </dgm:pt>
    <dgm:pt modelId="{EA4135BD-376A-48CA-97E6-05701FA82FB8}">
      <dgm:prSet/>
      <dgm:spPr/>
      <dgm:t>
        <a:bodyPr/>
        <a:lstStyle/>
        <a:p>
          <a:pPr>
            <a:buNone/>
          </a:pPr>
          <a:r>
            <a:rPr lang="en-US"/>
            <a:t>3</a:t>
          </a:r>
          <a:r>
            <a:rPr lang="zh-CN"/>
            <a:t>，请分享你自己是如何看待为信仰受苦或受不公平待遇现象？</a:t>
          </a:r>
        </a:p>
      </dgm:t>
    </dgm:pt>
    <dgm:pt modelId="{CAD81827-33C1-4472-9FD7-076C0AA5AF25}" type="parTrans" cxnId="{5740813A-8268-4028-BADD-42AA7E87FB4F}">
      <dgm:prSet/>
      <dgm:spPr/>
      <dgm:t>
        <a:bodyPr/>
        <a:lstStyle/>
        <a:p>
          <a:endParaRPr lang="zh-CN" altLang="en-US"/>
        </a:p>
      </dgm:t>
    </dgm:pt>
    <dgm:pt modelId="{76DA900F-3F9C-42FB-A341-C5F8FF2ADD4C}" type="sibTrans" cxnId="{5740813A-8268-4028-BADD-42AA7E87FB4F}">
      <dgm:prSet/>
      <dgm:spPr/>
      <dgm:t>
        <a:bodyPr/>
        <a:lstStyle/>
        <a:p>
          <a:endParaRPr lang="zh-CN" altLang="en-US"/>
        </a:p>
      </dgm:t>
    </dgm:pt>
    <dgm:pt modelId="{A8944645-EC68-48FC-AFB5-8B4733B15493}" type="pres">
      <dgm:prSet presAssocID="{0FFEBC65-5800-49C2-ACE8-714124562FFC}" presName="Name0" presStyleCnt="0">
        <dgm:presLayoutVars>
          <dgm:chMax/>
          <dgm:chPref/>
          <dgm:dir/>
        </dgm:presLayoutVars>
      </dgm:prSet>
      <dgm:spPr/>
    </dgm:pt>
    <dgm:pt modelId="{0AC13A24-5D19-49BE-8642-67179EF0FD0C}" type="pres">
      <dgm:prSet presAssocID="{C176FC01-0F21-475B-85EA-274FB5949CEE}" presName="parenttextcomposite" presStyleCnt="0"/>
      <dgm:spPr/>
    </dgm:pt>
    <dgm:pt modelId="{9A4D6F6E-0B2E-402E-8980-93EE02C6DDE2}" type="pres">
      <dgm:prSet presAssocID="{C176FC01-0F21-475B-85EA-274FB5949CEE}" presName="parenttext" presStyleLbl="revTx" presStyleIdx="0" presStyleCnt="3">
        <dgm:presLayoutVars>
          <dgm:chMax/>
          <dgm:chPref val="2"/>
          <dgm:bulletEnabled val="1"/>
        </dgm:presLayoutVars>
      </dgm:prSet>
      <dgm:spPr/>
    </dgm:pt>
    <dgm:pt modelId="{74B37F9A-C86A-4426-A7D9-07071A4CF370}" type="pres">
      <dgm:prSet presAssocID="{C176FC01-0F21-475B-85EA-274FB5949CEE}" presName="parallelogramComposite" presStyleCnt="0"/>
      <dgm:spPr/>
    </dgm:pt>
    <dgm:pt modelId="{C843A69C-D150-400A-B297-D477AC232A56}" type="pres">
      <dgm:prSet presAssocID="{C176FC01-0F21-475B-85EA-274FB5949CEE}" presName="parallelogram1" presStyleLbl="alignNode1" presStyleIdx="0" presStyleCnt="21"/>
      <dgm:spPr/>
    </dgm:pt>
    <dgm:pt modelId="{F53A5853-BDD7-4BAE-9FA0-7F6C4EFBF67B}" type="pres">
      <dgm:prSet presAssocID="{C176FC01-0F21-475B-85EA-274FB5949CEE}" presName="parallelogram2" presStyleLbl="alignNode1" presStyleIdx="1" presStyleCnt="21"/>
      <dgm:spPr/>
    </dgm:pt>
    <dgm:pt modelId="{F04874C8-5E82-409C-9182-8B82EBD3F3F1}" type="pres">
      <dgm:prSet presAssocID="{C176FC01-0F21-475B-85EA-274FB5949CEE}" presName="parallelogram3" presStyleLbl="alignNode1" presStyleIdx="2" presStyleCnt="21"/>
      <dgm:spPr/>
    </dgm:pt>
    <dgm:pt modelId="{97FE1173-592B-4597-9234-D138FE61535A}" type="pres">
      <dgm:prSet presAssocID="{C176FC01-0F21-475B-85EA-274FB5949CEE}" presName="parallelogram4" presStyleLbl="alignNode1" presStyleIdx="3" presStyleCnt="21"/>
      <dgm:spPr/>
    </dgm:pt>
    <dgm:pt modelId="{4445088D-E661-42E9-8A2D-649F18D2606D}" type="pres">
      <dgm:prSet presAssocID="{C176FC01-0F21-475B-85EA-274FB5949CEE}" presName="parallelogram5" presStyleLbl="alignNode1" presStyleIdx="4" presStyleCnt="21"/>
      <dgm:spPr/>
    </dgm:pt>
    <dgm:pt modelId="{57E97C9E-19E0-407B-A939-67BFC9B105F9}" type="pres">
      <dgm:prSet presAssocID="{C176FC01-0F21-475B-85EA-274FB5949CEE}" presName="parallelogram6" presStyleLbl="alignNode1" presStyleIdx="5" presStyleCnt="21"/>
      <dgm:spPr/>
    </dgm:pt>
    <dgm:pt modelId="{C999CD4A-5C13-4A99-BD7E-CCF80A66A16E}" type="pres">
      <dgm:prSet presAssocID="{C176FC01-0F21-475B-85EA-274FB5949CEE}" presName="parallelogram7" presStyleLbl="alignNode1" presStyleIdx="6" presStyleCnt="21"/>
      <dgm:spPr/>
    </dgm:pt>
    <dgm:pt modelId="{0F64320F-7DD8-4DD8-AB12-CB36AE31C73E}" type="pres">
      <dgm:prSet presAssocID="{CFDA8DFF-2E53-463E-9C51-FEB63EFB3957}" presName="sibTrans" presStyleCnt="0"/>
      <dgm:spPr/>
    </dgm:pt>
    <dgm:pt modelId="{E3C3B499-36DA-4B83-9C93-D368BB3F0DB2}" type="pres">
      <dgm:prSet presAssocID="{C41C4D84-F9E2-4730-A41F-EAABD86D700E}" presName="parenttextcomposite" presStyleCnt="0"/>
      <dgm:spPr/>
    </dgm:pt>
    <dgm:pt modelId="{87FFCE05-E93C-4381-A15C-0E9E61817E21}" type="pres">
      <dgm:prSet presAssocID="{C41C4D84-F9E2-4730-A41F-EAABD86D700E}" presName="parenttext" presStyleLbl="revTx" presStyleIdx="1" presStyleCnt="3">
        <dgm:presLayoutVars>
          <dgm:chMax/>
          <dgm:chPref val="2"/>
          <dgm:bulletEnabled val="1"/>
        </dgm:presLayoutVars>
      </dgm:prSet>
      <dgm:spPr/>
    </dgm:pt>
    <dgm:pt modelId="{9ED7D878-357D-49E4-80E3-BE646497E405}" type="pres">
      <dgm:prSet presAssocID="{C41C4D84-F9E2-4730-A41F-EAABD86D700E}" presName="parallelogramComposite" presStyleCnt="0"/>
      <dgm:spPr/>
    </dgm:pt>
    <dgm:pt modelId="{E7963745-BB5C-4807-9825-3415CB152881}" type="pres">
      <dgm:prSet presAssocID="{C41C4D84-F9E2-4730-A41F-EAABD86D700E}" presName="parallelogram1" presStyleLbl="alignNode1" presStyleIdx="7" presStyleCnt="21"/>
      <dgm:spPr/>
    </dgm:pt>
    <dgm:pt modelId="{3FDE6A01-245A-4C0D-B5F2-501D9506034E}" type="pres">
      <dgm:prSet presAssocID="{C41C4D84-F9E2-4730-A41F-EAABD86D700E}" presName="parallelogram2" presStyleLbl="alignNode1" presStyleIdx="8" presStyleCnt="21"/>
      <dgm:spPr/>
    </dgm:pt>
    <dgm:pt modelId="{3FEEFD53-AA10-4E68-A7D4-C9F098A69142}" type="pres">
      <dgm:prSet presAssocID="{C41C4D84-F9E2-4730-A41F-EAABD86D700E}" presName="parallelogram3" presStyleLbl="alignNode1" presStyleIdx="9" presStyleCnt="21"/>
      <dgm:spPr/>
    </dgm:pt>
    <dgm:pt modelId="{A3D799AF-5868-4AF7-AE25-8FB092D9C434}" type="pres">
      <dgm:prSet presAssocID="{C41C4D84-F9E2-4730-A41F-EAABD86D700E}" presName="parallelogram4" presStyleLbl="alignNode1" presStyleIdx="10" presStyleCnt="21"/>
      <dgm:spPr/>
    </dgm:pt>
    <dgm:pt modelId="{E2F74EC4-0FDA-4634-A5ED-434149267B21}" type="pres">
      <dgm:prSet presAssocID="{C41C4D84-F9E2-4730-A41F-EAABD86D700E}" presName="parallelogram5" presStyleLbl="alignNode1" presStyleIdx="11" presStyleCnt="21"/>
      <dgm:spPr/>
    </dgm:pt>
    <dgm:pt modelId="{99CB509F-78EA-494E-97CC-3B586FB46479}" type="pres">
      <dgm:prSet presAssocID="{C41C4D84-F9E2-4730-A41F-EAABD86D700E}" presName="parallelogram6" presStyleLbl="alignNode1" presStyleIdx="12" presStyleCnt="21"/>
      <dgm:spPr/>
    </dgm:pt>
    <dgm:pt modelId="{653751F1-60AE-4C91-9DE2-D529183ACD6F}" type="pres">
      <dgm:prSet presAssocID="{C41C4D84-F9E2-4730-A41F-EAABD86D700E}" presName="parallelogram7" presStyleLbl="alignNode1" presStyleIdx="13" presStyleCnt="21"/>
      <dgm:spPr/>
    </dgm:pt>
    <dgm:pt modelId="{5B245C1E-9790-470C-855C-0C7322D9F801}" type="pres">
      <dgm:prSet presAssocID="{3C073446-1115-4416-8EF5-1ECA590AD7A1}" presName="sibTrans" presStyleCnt="0"/>
      <dgm:spPr/>
    </dgm:pt>
    <dgm:pt modelId="{6902A2D1-8F70-4081-BCE0-B53DA501DD87}" type="pres">
      <dgm:prSet presAssocID="{EA4135BD-376A-48CA-97E6-05701FA82FB8}" presName="parenttextcomposite" presStyleCnt="0"/>
      <dgm:spPr/>
    </dgm:pt>
    <dgm:pt modelId="{C6087602-82EC-42E0-85D0-C9D49863B54E}" type="pres">
      <dgm:prSet presAssocID="{EA4135BD-376A-48CA-97E6-05701FA82FB8}" presName="parenttext" presStyleLbl="revTx" presStyleIdx="2" presStyleCnt="3">
        <dgm:presLayoutVars>
          <dgm:chMax/>
          <dgm:chPref val="2"/>
          <dgm:bulletEnabled val="1"/>
        </dgm:presLayoutVars>
      </dgm:prSet>
      <dgm:spPr/>
    </dgm:pt>
    <dgm:pt modelId="{20BB233B-52F0-4899-B0F9-CA983B8C8941}" type="pres">
      <dgm:prSet presAssocID="{EA4135BD-376A-48CA-97E6-05701FA82FB8}" presName="parallelogramComposite" presStyleCnt="0"/>
      <dgm:spPr/>
    </dgm:pt>
    <dgm:pt modelId="{6814A461-EE4F-4428-B6B1-AC521A64A596}" type="pres">
      <dgm:prSet presAssocID="{EA4135BD-376A-48CA-97E6-05701FA82FB8}" presName="parallelogram1" presStyleLbl="alignNode1" presStyleIdx="14" presStyleCnt="21"/>
      <dgm:spPr/>
    </dgm:pt>
    <dgm:pt modelId="{029075E8-BD54-42F8-93D3-39BF0B1F6755}" type="pres">
      <dgm:prSet presAssocID="{EA4135BD-376A-48CA-97E6-05701FA82FB8}" presName="parallelogram2" presStyleLbl="alignNode1" presStyleIdx="15" presStyleCnt="21"/>
      <dgm:spPr/>
    </dgm:pt>
    <dgm:pt modelId="{8C82BDB2-129C-4958-B74E-3D263E2B35FC}" type="pres">
      <dgm:prSet presAssocID="{EA4135BD-376A-48CA-97E6-05701FA82FB8}" presName="parallelogram3" presStyleLbl="alignNode1" presStyleIdx="16" presStyleCnt="21"/>
      <dgm:spPr/>
    </dgm:pt>
    <dgm:pt modelId="{DE43BDCB-C846-4B29-9F98-87A6DFD394CC}" type="pres">
      <dgm:prSet presAssocID="{EA4135BD-376A-48CA-97E6-05701FA82FB8}" presName="parallelogram4" presStyleLbl="alignNode1" presStyleIdx="17" presStyleCnt="21"/>
      <dgm:spPr/>
    </dgm:pt>
    <dgm:pt modelId="{603D1CA3-8199-4566-9213-F16CD28DC388}" type="pres">
      <dgm:prSet presAssocID="{EA4135BD-376A-48CA-97E6-05701FA82FB8}" presName="parallelogram5" presStyleLbl="alignNode1" presStyleIdx="18" presStyleCnt="21"/>
      <dgm:spPr/>
    </dgm:pt>
    <dgm:pt modelId="{B1CA5899-9134-42A9-B8F9-4118716FC251}" type="pres">
      <dgm:prSet presAssocID="{EA4135BD-376A-48CA-97E6-05701FA82FB8}" presName="parallelogram6" presStyleLbl="alignNode1" presStyleIdx="19" presStyleCnt="21"/>
      <dgm:spPr/>
    </dgm:pt>
    <dgm:pt modelId="{B99105C6-58B7-4C35-AEC6-A9875E86CE1B}" type="pres">
      <dgm:prSet presAssocID="{EA4135BD-376A-48CA-97E6-05701FA82FB8}" presName="parallelogram7" presStyleLbl="alignNode1" presStyleIdx="20" presStyleCnt="21"/>
      <dgm:spPr/>
    </dgm:pt>
  </dgm:ptLst>
  <dgm:cxnLst>
    <dgm:cxn modelId="{5740813A-8268-4028-BADD-42AA7E87FB4F}" srcId="{0FFEBC65-5800-49C2-ACE8-714124562FFC}" destId="{EA4135BD-376A-48CA-97E6-05701FA82FB8}" srcOrd="2" destOrd="0" parTransId="{CAD81827-33C1-4472-9FD7-076C0AA5AF25}" sibTransId="{76DA900F-3F9C-42FB-A341-C5F8FF2ADD4C}"/>
    <dgm:cxn modelId="{10E3BC75-30DB-4EFC-BA22-7DCCA93F7E32}" type="presOf" srcId="{C41C4D84-F9E2-4730-A41F-EAABD86D700E}" destId="{87FFCE05-E93C-4381-A15C-0E9E61817E21}" srcOrd="0" destOrd="0" presId="urn:microsoft.com/office/officeart/2008/layout/VerticalAccentList"/>
    <dgm:cxn modelId="{A39FE0C9-4164-43DE-BAD0-3841788BC859}" srcId="{0FFEBC65-5800-49C2-ACE8-714124562FFC}" destId="{C41C4D84-F9E2-4730-A41F-EAABD86D700E}" srcOrd="1" destOrd="0" parTransId="{69FBF3F1-4B12-4ADF-9A32-DC2885B86F55}" sibTransId="{3C073446-1115-4416-8EF5-1ECA590AD7A1}"/>
    <dgm:cxn modelId="{580C17DE-642A-440A-8775-BBBB49EAF1C9}" type="presOf" srcId="{EA4135BD-376A-48CA-97E6-05701FA82FB8}" destId="{C6087602-82EC-42E0-85D0-C9D49863B54E}" srcOrd="0" destOrd="0" presId="urn:microsoft.com/office/officeart/2008/layout/VerticalAccentList"/>
    <dgm:cxn modelId="{14BA01FB-BBCD-4D00-A6A0-9A70A9AB68B7}" srcId="{0FFEBC65-5800-49C2-ACE8-714124562FFC}" destId="{C176FC01-0F21-475B-85EA-274FB5949CEE}" srcOrd="0" destOrd="0" parTransId="{D1D38E7F-16EA-4301-BBA5-CA2CF10E48D8}" sibTransId="{CFDA8DFF-2E53-463E-9C51-FEB63EFB3957}"/>
    <dgm:cxn modelId="{6FBE3DFB-8880-4B6A-B123-4095B9EBA4B0}" type="presOf" srcId="{0FFEBC65-5800-49C2-ACE8-714124562FFC}" destId="{A8944645-EC68-48FC-AFB5-8B4733B15493}" srcOrd="0" destOrd="0" presId="urn:microsoft.com/office/officeart/2008/layout/VerticalAccentList"/>
    <dgm:cxn modelId="{57D920FE-FA33-4CF9-A8D6-94FA3F0F872A}" type="presOf" srcId="{C176FC01-0F21-475B-85EA-274FB5949CEE}" destId="{9A4D6F6E-0B2E-402E-8980-93EE02C6DDE2}" srcOrd="0" destOrd="0" presId="urn:microsoft.com/office/officeart/2008/layout/VerticalAccentList"/>
    <dgm:cxn modelId="{6DC97DD3-6439-4A7E-9E71-F96BBBC20116}" type="presParOf" srcId="{A8944645-EC68-48FC-AFB5-8B4733B15493}" destId="{0AC13A24-5D19-49BE-8642-67179EF0FD0C}" srcOrd="0" destOrd="0" presId="urn:microsoft.com/office/officeart/2008/layout/VerticalAccentList"/>
    <dgm:cxn modelId="{1BD097C0-287A-4382-848F-F99720D442E7}" type="presParOf" srcId="{0AC13A24-5D19-49BE-8642-67179EF0FD0C}" destId="{9A4D6F6E-0B2E-402E-8980-93EE02C6DDE2}" srcOrd="0" destOrd="0" presId="urn:microsoft.com/office/officeart/2008/layout/VerticalAccentList"/>
    <dgm:cxn modelId="{015EC90D-1A29-49FB-BDF7-1B1CDF05BE62}" type="presParOf" srcId="{A8944645-EC68-48FC-AFB5-8B4733B15493}" destId="{74B37F9A-C86A-4426-A7D9-07071A4CF370}" srcOrd="1" destOrd="0" presId="urn:microsoft.com/office/officeart/2008/layout/VerticalAccentList"/>
    <dgm:cxn modelId="{CBF3BD38-115C-4942-A524-A671838AE059}" type="presParOf" srcId="{74B37F9A-C86A-4426-A7D9-07071A4CF370}" destId="{C843A69C-D150-400A-B297-D477AC232A56}" srcOrd="0" destOrd="0" presId="urn:microsoft.com/office/officeart/2008/layout/VerticalAccentList"/>
    <dgm:cxn modelId="{154D9335-168A-4717-AC97-37B3E1B4BDEC}" type="presParOf" srcId="{74B37F9A-C86A-4426-A7D9-07071A4CF370}" destId="{F53A5853-BDD7-4BAE-9FA0-7F6C4EFBF67B}" srcOrd="1" destOrd="0" presId="urn:microsoft.com/office/officeart/2008/layout/VerticalAccentList"/>
    <dgm:cxn modelId="{CC3B2D2C-5F0E-48D1-940C-0E63B07C1EBB}" type="presParOf" srcId="{74B37F9A-C86A-4426-A7D9-07071A4CF370}" destId="{F04874C8-5E82-409C-9182-8B82EBD3F3F1}" srcOrd="2" destOrd="0" presId="urn:microsoft.com/office/officeart/2008/layout/VerticalAccentList"/>
    <dgm:cxn modelId="{8DEB214C-9BEE-4B65-A433-0A65A8626BE3}" type="presParOf" srcId="{74B37F9A-C86A-4426-A7D9-07071A4CF370}" destId="{97FE1173-592B-4597-9234-D138FE61535A}" srcOrd="3" destOrd="0" presId="urn:microsoft.com/office/officeart/2008/layout/VerticalAccentList"/>
    <dgm:cxn modelId="{6BC7B0BF-0709-4C05-A691-A3095C6F1F3C}" type="presParOf" srcId="{74B37F9A-C86A-4426-A7D9-07071A4CF370}" destId="{4445088D-E661-42E9-8A2D-649F18D2606D}" srcOrd="4" destOrd="0" presId="urn:microsoft.com/office/officeart/2008/layout/VerticalAccentList"/>
    <dgm:cxn modelId="{372214D0-E30A-45E7-8B32-F07472F25357}" type="presParOf" srcId="{74B37F9A-C86A-4426-A7D9-07071A4CF370}" destId="{57E97C9E-19E0-407B-A939-67BFC9B105F9}" srcOrd="5" destOrd="0" presId="urn:microsoft.com/office/officeart/2008/layout/VerticalAccentList"/>
    <dgm:cxn modelId="{ED943BDB-A0B6-4ED0-BC5F-DC6505E23CBE}" type="presParOf" srcId="{74B37F9A-C86A-4426-A7D9-07071A4CF370}" destId="{C999CD4A-5C13-4A99-BD7E-CCF80A66A16E}" srcOrd="6" destOrd="0" presId="urn:microsoft.com/office/officeart/2008/layout/VerticalAccentList"/>
    <dgm:cxn modelId="{6197C02A-B366-4464-915F-6FCE2F3027AB}" type="presParOf" srcId="{A8944645-EC68-48FC-AFB5-8B4733B15493}" destId="{0F64320F-7DD8-4DD8-AB12-CB36AE31C73E}" srcOrd="2" destOrd="0" presId="urn:microsoft.com/office/officeart/2008/layout/VerticalAccentList"/>
    <dgm:cxn modelId="{6C16E2FA-4C97-49E4-8AC8-CFBFFFEE56CC}" type="presParOf" srcId="{A8944645-EC68-48FC-AFB5-8B4733B15493}" destId="{E3C3B499-36DA-4B83-9C93-D368BB3F0DB2}" srcOrd="3" destOrd="0" presId="urn:microsoft.com/office/officeart/2008/layout/VerticalAccentList"/>
    <dgm:cxn modelId="{A11E7908-69ED-49F0-B81D-8A2AB5789750}" type="presParOf" srcId="{E3C3B499-36DA-4B83-9C93-D368BB3F0DB2}" destId="{87FFCE05-E93C-4381-A15C-0E9E61817E21}" srcOrd="0" destOrd="0" presId="urn:microsoft.com/office/officeart/2008/layout/VerticalAccentList"/>
    <dgm:cxn modelId="{F336B1D3-0575-4B28-A720-AEF06C570B95}" type="presParOf" srcId="{A8944645-EC68-48FC-AFB5-8B4733B15493}" destId="{9ED7D878-357D-49E4-80E3-BE646497E405}" srcOrd="4" destOrd="0" presId="urn:microsoft.com/office/officeart/2008/layout/VerticalAccentList"/>
    <dgm:cxn modelId="{AA7EF3B9-08E9-4832-91BA-803EDBA8938B}" type="presParOf" srcId="{9ED7D878-357D-49E4-80E3-BE646497E405}" destId="{E7963745-BB5C-4807-9825-3415CB152881}" srcOrd="0" destOrd="0" presId="urn:microsoft.com/office/officeart/2008/layout/VerticalAccentList"/>
    <dgm:cxn modelId="{FA9AA1DD-9D1E-42F4-97C8-54F29628A623}" type="presParOf" srcId="{9ED7D878-357D-49E4-80E3-BE646497E405}" destId="{3FDE6A01-245A-4C0D-B5F2-501D9506034E}" srcOrd="1" destOrd="0" presId="urn:microsoft.com/office/officeart/2008/layout/VerticalAccentList"/>
    <dgm:cxn modelId="{5C2C5BBB-1776-432D-91DE-19C96CD5D21B}" type="presParOf" srcId="{9ED7D878-357D-49E4-80E3-BE646497E405}" destId="{3FEEFD53-AA10-4E68-A7D4-C9F098A69142}" srcOrd="2" destOrd="0" presId="urn:microsoft.com/office/officeart/2008/layout/VerticalAccentList"/>
    <dgm:cxn modelId="{A36A23FB-9620-4ADA-9AA7-C100580E573B}" type="presParOf" srcId="{9ED7D878-357D-49E4-80E3-BE646497E405}" destId="{A3D799AF-5868-4AF7-AE25-8FB092D9C434}" srcOrd="3" destOrd="0" presId="urn:microsoft.com/office/officeart/2008/layout/VerticalAccentList"/>
    <dgm:cxn modelId="{8BB3F776-8BE1-4E2B-825B-1720291D945B}" type="presParOf" srcId="{9ED7D878-357D-49E4-80E3-BE646497E405}" destId="{E2F74EC4-0FDA-4634-A5ED-434149267B21}" srcOrd="4" destOrd="0" presId="urn:microsoft.com/office/officeart/2008/layout/VerticalAccentList"/>
    <dgm:cxn modelId="{58AF91E1-CB8D-442D-9A04-97E7087DB543}" type="presParOf" srcId="{9ED7D878-357D-49E4-80E3-BE646497E405}" destId="{99CB509F-78EA-494E-97CC-3B586FB46479}" srcOrd="5" destOrd="0" presId="urn:microsoft.com/office/officeart/2008/layout/VerticalAccentList"/>
    <dgm:cxn modelId="{C0C73FEB-7227-4E14-8AE4-F575DA70B229}" type="presParOf" srcId="{9ED7D878-357D-49E4-80E3-BE646497E405}" destId="{653751F1-60AE-4C91-9DE2-D529183ACD6F}" srcOrd="6" destOrd="0" presId="urn:microsoft.com/office/officeart/2008/layout/VerticalAccentList"/>
    <dgm:cxn modelId="{B537729D-9B8A-4276-8716-3BE5EA72D3C6}" type="presParOf" srcId="{A8944645-EC68-48FC-AFB5-8B4733B15493}" destId="{5B245C1E-9790-470C-855C-0C7322D9F801}" srcOrd="5" destOrd="0" presId="urn:microsoft.com/office/officeart/2008/layout/VerticalAccentList"/>
    <dgm:cxn modelId="{7081609E-B688-49B3-A6D1-FE72AA4D37B9}" type="presParOf" srcId="{A8944645-EC68-48FC-AFB5-8B4733B15493}" destId="{6902A2D1-8F70-4081-BCE0-B53DA501DD87}" srcOrd="6" destOrd="0" presId="urn:microsoft.com/office/officeart/2008/layout/VerticalAccentList"/>
    <dgm:cxn modelId="{61979EA8-F9E8-4E65-81BD-7953652B2661}" type="presParOf" srcId="{6902A2D1-8F70-4081-BCE0-B53DA501DD87}" destId="{C6087602-82EC-42E0-85D0-C9D49863B54E}" srcOrd="0" destOrd="0" presId="urn:microsoft.com/office/officeart/2008/layout/VerticalAccentList"/>
    <dgm:cxn modelId="{4028DE9B-BC15-4A00-B674-37DC60193D45}" type="presParOf" srcId="{A8944645-EC68-48FC-AFB5-8B4733B15493}" destId="{20BB233B-52F0-4899-B0F9-CA983B8C8941}" srcOrd="7" destOrd="0" presId="urn:microsoft.com/office/officeart/2008/layout/VerticalAccentList"/>
    <dgm:cxn modelId="{2379DEF5-9FD4-4469-8D2D-57EF94240150}" type="presParOf" srcId="{20BB233B-52F0-4899-B0F9-CA983B8C8941}" destId="{6814A461-EE4F-4428-B6B1-AC521A64A596}" srcOrd="0" destOrd="0" presId="urn:microsoft.com/office/officeart/2008/layout/VerticalAccentList"/>
    <dgm:cxn modelId="{40A98214-09C3-4732-8565-F53F40693D70}" type="presParOf" srcId="{20BB233B-52F0-4899-B0F9-CA983B8C8941}" destId="{029075E8-BD54-42F8-93D3-39BF0B1F6755}" srcOrd="1" destOrd="0" presId="urn:microsoft.com/office/officeart/2008/layout/VerticalAccentList"/>
    <dgm:cxn modelId="{393E6617-CAAF-4B9B-84D9-E1BBF9DE6674}" type="presParOf" srcId="{20BB233B-52F0-4899-B0F9-CA983B8C8941}" destId="{8C82BDB2-129C-4958-B74E-3D263E2B35FC}" srcOrd="2" destOrd="0" presId="urn:microsoft.com/office/officeart/2008/layout/VerticalAccentList"/>
    <dgm:cxn modelId="{87B76ED1-508B-418E-8D6D-C5912F38403D}" type="presParOf" srcId="{20BB233B-52F0-4899-B0F9-CA983B8C8941}" destId="{DE43BDCB-C846-4B29-9F98-87A6DFD394CC}" srcOrd="3" destOrd="0" presId="urn:microsoft.com/office/officeart/2008/layout/VerticalAccentList"/>
    <dgm:cxn modelId="{726489E9-6FFE-4B69-86B9-EDF8D08F4F7E}" type="presParOf" srcId="{20BB233B-52F0-4899-B0F9-CA983B8C8941}" destId="{603D1CA3-8199-4566-9213-F16CD28DC388}" srcOrd="4" destOrd="0" presId="urn:microsoft.com/office/officeart/2008/layout/VerticalAccentList"/>
    <dgm:cxn modelId="{12020C00-CF9D-4F16-8017-D64E2B14B48C}" type="presParOf" srcId="{20BB233B-52F0-4899-B0F9-CA983B8C8941}" destId="{B1CA5899-9134-42A9-B8F9-4118716FC251}" srcOrd="5" destOrd="0" presId="urn:microsoft.com/office/officeart/2008/layout/VerticalAccentList"/>
    <dgm:cxn modelId="{4A11A20B-4E57-4200-BA2F-623C0556AEB9}" type="presParOf" srcId="{20BB233B-52F0-4899-B0F9-CA983B8C8941}" destId="{B99105C6-58B7-4C35-AEC6-A9875E86CE1B}" srcOrd="6"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AEC9-CBF3-44C5-B2CE-901E44470EE1}">
      <dsp:nvSpPr>
        <dsp:cNvPr id="0" name=""/>
        <dsp:cNvSpPr/>
      </dsp:nvSpPr>
      <dsp:spPr>
        <a:xfrm>
          <a:off x="0" y="707288"/>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3FEA1-DA41-431B-B646-5BCD6C1FEA1B}">
      <dsp:nvSpPr>
        <dsp:cNvPr id="0" name=""/>
        <dsp:cNvSpPr/>
      </dsp:nvSpPr>
      <dsp:spPr>
        <a:xfrm>
          <a:off x="394993" y="1001085"/>
          <a:ext cx="718169" cy="71816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A96B3A-EB32-454E-B01A-02C2A2A6D1F8}">
      <dsp:nvSpPr>
        <dsp:cNvPr id="0" name=""/>
        <dsp:cNvSpPr/>
      </dsp:nvSpPr>
      <dsp:spPr>
        <a:xfrm>
          <a:off x="1508156" y="707288"/>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我们的得救，现今比初信的时候更近了。</a:t>
          </a:r>
          <a:endParaRPr lang="en-US" sz="2800" kern="1200" dirty="0">
            <a:latin typeface="方正屏显雅宋_GBK" panose="02010600010101010101" pitchFamily="2" charset="-122"/>
            <a:ea typeface="方正屏显雅宋_GBK" panose="02010600010101010101" pitchFamily="2" charset="-122"/>
          </a:endParaRPr>
        </a:p>
      </dsp:txBody>
      <dsp:txXfrm>
        <a:off x="1508156" y="707288"/>
        <a:ext cx="9436068" cy="1305763"/>
      </dsp:txXfrm>
    </dsp:sp>
    <dsp:sp modelId="{E64D890F-767D-4E95-A66B-4DC9AE9169B2}">
      <dsp:nvSpPr>
        <dsp:cNvPr id="0" name=""/>
        <dsp:cNvSpPr/>
      </dsp:nvSpPr>
      <dsp:spPr>
        <a:xfrm>
          <a:off x="0" y="2339492"/>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9E9D1-00C8-4A7D-A7E5-FF47AC853351}">
      <dsp:nvSpPr>
        <dsp:cNvPr id="0" name=""/>
        <dsp:cNvSpPr/>
      </dsp:nvSpPr>
      <dsp:spPr>
        <a:xfrm>
          <a:off x="394993" y="2633289"/>
          <a:ext cx="718169" cy="71816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44F7BB-85CD-467D-8D84-6D4163CCECA7}">
      <dsp:nvSpPr>
        <dsp:cNvPr id="0" name=""/>
        <dsp:cNvSpPr/>
      </dsp:nvSpPr>
      <dsp:spPr>
        <a:xfrm>
          <a:off x="1508156" y="2339492"/>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如何看待神儿女在这世界上的受苦这事？</a:t>
          </a:r>
          <a:endParaRPr lang="en-US" sz="2800" kern="1200" dirty="0">
            <a:latin typeface="方正屏显雅宋_GBK" panose="02010600010101010101" pitchFamily="2" charset="-122"/>
            <a:ea typeface="方正屏显雅宋_GBK" panose="02010600010101010101" pitchFamily="2" charset="-122"/>
          </a:endParaRPr>
        </a:p>
      </dsp:txBody>
      <dsp:txXfrm>
        <a:off x="1508156" y="2339492"/>
        <a:ext cx="9436068" cy="1305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D6F6E-0B2E-402E-8980-93EE02C6DDE2}">
      <dsp:nvSpPr>
        <dsp:cNvPr id="0" name=""/>
        <dsp:cNvSpPr/>
      </dsp:nvSpPr>
      <dsp:spPr>
        <a:xfrm>
          <a:off x="396887" y="1479444"/>
          <a:ext cx="7074818" cy="643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1066800">
            <a:lnSpc>
              <a:spcPct val="90000"/>
            </a:lnSpc>
            <a:spcBef>
              <a:spcPct val="0"/>
            </a:spcBef>
            <a:spcAft>
              <a:spcPct val="35000"/>
            </a:spcAft>
            <a:buNone/>
          </a:pPr>
          <a:r>
            <a:rPr lang="en-US" sz="2400" kern="1200" dirty="0"/>
            <a:t>1</a:t>
          </a:r>
          <a:r>
            <a:rPr lang="zh-CN" sz="2400" kern="1200" dirty="0"/>
            <a:t>，神的儿女受苦是奇怪的事吗？</a:t>
          </a:r>
          <a:endParaRPr lang="en-US" sz="2400" kern="1200" dirty="0"/>
        </a:p>
      </dsp:txBody>
      <dsp:txXfrm>
        <a:off x="396887" y="1479444"/>
        <a:ext cx="7074818" cy="643165"/>
      </dsp:txXfrm>
    </dsp:sp>
    <dsp:sp modelId="{C843A69C-D150-400A-B297-D477AC232A56}">
      <dsp:nvSpPr>
        <dsp:cNvPr id="0" name=""/>
        <dsp:cNvSpPr/>
      </dsp:nvSpPr>
      <dsp:spPr>
        <a:xfrm>
          <a:off x="396887" y="2122610"/>
          <a:ext cx="943309" cy="157218"/>
        </a:xfrm>
        <a:prstGeom prst="parallelogram">
          <a:avLst>
            <a:gd name="adj" fmla="val 14084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53A5853-BDD7-4BAE-9FA0-7F6C4EFBF67B}">
      <dsp:nvSpPr>
        <dsp:cNvPr id="0" name=""/>
        <dsp:cNvSpPr/>
      </dsp:nvSpPr>
      <dsp:spPr>
        <a:xfrm>
          <a:off x="1395223" y="2122610"/>
          <a:ext cx="943309" cy="157218"/>
        </a:xfrm>
        <a:prstGeom prst="parallelogram">
          <a:avLst>
            <a:gd name="adj" fmla="val 140840"/>
          </a:avLst>
        </a:prstGeom>
        <a:solidFill>
          <a:schemeClr val="accent2">
            <a:hueOff val="-384483"/>
            <a:satOff val="-2000"/>
            <a:lumOff val="706"/>
            <a:alphaOff val="0"/>
          </a:schemeClr>
        </a:solidFill>
        <a:ln w="12700" cap="flat" cmpd="sng" algn="ctr">
          <a:solidFill>
            <a:schemeClr val="accent2">
              <a:hueOff val="-384483"/>
              <a:satOff val="-2000"/>
              <a:lumOff val="706"/>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04874C8-5E82-409C-9182-8B82EBD3F3F1}">
      <dsp:nvSpPr>
        <dsp:cNvPr id="0" name=""/>
        <dsp:cNvSpPr/>
      </dsp:nvSpPr>
      <dsp:spPr>
        <a:xfrm>
          <a:off x="2393558" y="2122610"/>
          <a:ext cx="943309" cy="157218"/>
        </a:xfrm>
        <a:prstGeom prst="parallelogram">
          <a:avLst>
            <a:gd name="adj" fmla="val 140840"/>
          </a:avLst>
        </a:prstGeom>
        <a:solidFill>
          <a:schemeClr val="accent2">
            <a:hueOff val="-768965"/>
            <a:satOff val="-4000"/>
            <a:lumOff val="1412"/>
            <a:alphaOff val="0"/>
          </a:schemeClr>
        </a:solidFill>
        <a:ln w="12700" cap="flat" cmpd="sng" algn="ctr">
          <a:solidFill>
            <a:schemeClr val="accent2">
              <a:hueOff val="-768965"/>
              <a:satOff val="-4000"/>
              <a:lumOff val="141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7FE1173-592B-4597-9234-D138FE61535A}">
      <dsp:nvSpPr>
        <dsp:cNvPr id="0" name=""/>
        <dsp:cNvSpPr/>
      </dsp:nvSpPr>
      <dsp:spPr>
        <a:xfrm>
          <a:off x="3391894" y="2122610"/>
          <a:ext cx="943309" cy="157218"/>
        </a:xfrm>
        <a:prstGeom prst="parallelogram">
          <a:avLst>
            <a:gd name="adj" fmla="val 140840"/>
          </a:avLst>
        </a:prstGeom>
        <a:solidFill>
          <a:schemeClr val="accent2">
            <a:hueOff val="-1153448"/>
            <a:satOff val="-6000"/>
            <a:lumOff val="2118"/>
            <a:alphaOff val="0"/>
          </a:schemeClr>
        </a:solidFill>
        <a:ln w="12700" cap="flat" cmpd="sng" algn="ctr">
          <a:solidFill>
            <a:schemeClr val="accent2">
              <a:hueOff val="-1153448"/>
              <a:satOff val="-6000"/>
              <a:lumOff val="211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445088D-E661-42E9-8A2D-649F18D2606D}">
      <dsp:nvSpPr>
        <dsp:cNvPr id="0" name=""/>
        <dsp:cNvSpPr/>
      </dsp:nvSpPr>
      <dsp:spPr>
        <a:xfrm>
          <a:off x="4390229" y="2122610"/>
          <a:ext cx="943309" cy="157218"/>
        </a:xfrm>
        <a:prstGeom prst="parallelogram">
          <a:avLst>
            <a:gd name="adj" fmla="val 140840"/>
          </a:avLst>
        </a:prstGeom>
        <a:solidFill>
          <a:schemeClr val="accent2">
            <a:hueOff val="-1537930"/>
            <a:satOff val="-8000"/>
            <a:lumOff val="2824"/>
            <a:alphaOff val="0"/>
          </a:schemeClr>
        </a:solidFill>
        <a:ln w="12700" cap="flat" cmpd="sng" algn="ctr">
          <a:solidFill>
            <a:schemeClr val="accent2">
              <a:hueOff val="-1537930"/>
              <a:satOff val="-8000"/>
              <a:lumOff val="282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57E97C9E-19E0-407B-A939-67BFC9B105F9}">
      <dsp:nvSpPr>
        <dsp:cNvPr id="0" name=""/>
        <dsp:cNvSpPr/>
      </dsp:nvSpPr>
      <dsp:spPr>
        <a:xfrm>
          <a:off x="5388565" y="2122610"/>
          <a:ext cx="943309" cy="157218"/>
        </a:xfrm>
        <a:prstGeom prst="parallelogram">
          <a:avLst>
            <a:gd name="adj" fmla="val 140840"/>
          </a:avLst>
        </a:prstGeom>
        <a:solidFill>
          <a:schemeClr val="accent2">
            <a:hueOff val="-1922413"/>
            <a:satOff val="-10000"/>
            <a:lumOff val="3529"/>
            <a:alphaOff val="0"/>
          </a:schemeClr>
        </a:solidFill>
        <a:ln w="12700" cap="flat" cmpd="sng" algn="ctr">
          <a:solidFill>
            <a:schemeClr val="accent2">
              <a:hueOff val="-1922413"/>
              <a:satOff val="-10000"/>
              <a:lumOff val="352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999CD4A-5C13-4A99-BD7E-CCF80A66A16E}">
      <dsp:nvSpPr>
        <dsp:cNvPr id="0" name=""/>
        <dsp:cNvSpPr/>
      </dsp:nvSpPr>
      <dsp:spPr>
        <a:xfrm>
          <a:off x="6386900" y="2122610"/>
          <a:ext cx="943309" cy="157218"/>
        </a:xfrm>
        <a:prstGeom prst="parallelogram">
          <a:avLst>
            <a:gd name="adj" fmla="val 140840"/>
          </a:avLst>
        </a:prstGeom>
        <a:solidFill>
          <a:schemeClr val="accent2">
            <a:hueOff val="-2306895"/>
            <a:satOff val="-12000"/>
            <a:lumOff val="4235"/>
            <a:alphaOff val="0"/>
          </a:schemeClr>
        </a:solidFill>
        <a:ln w="12700" cap="flat" cmpd="sng" algn="ctr">
          <a:solidFill>
            <a:schemeClr val="accent2">
              <a:hueOff val="-2306895"/>
              <a:satOff val="-12000"/>
              <a:lumOff val="423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7FFCE05-E93C-4381-A15C-0E9E61817E21}">
      <dsp:nvSpPr>
        <dsp:cNvPr id="0" name=""/>
        <dsp:cNvSpPr/>
      </dsp:nvSpPr>
      <dsp:spPr>
        <a:xfrm>
          <a:off x="396887" y="2391382"/>
          <a:ext cx="7074818" cy="643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b" anchorCtr="0">
          <a:noAutofit/>
        </a:bodyPr>
        <a:lstStyle/>
        <a:p>
          <a:pPr marL="0" lvl="0" indent="0" algn="l" defTabSz="889000">
            <a:lnSpc>
              <a:spcPct val="90000"/>
            </a:lnSpc>
            <a:spcBef>
              <a:spcPct val="0"/>
            </a:spcBef>
            <a:spcAft>
              <a:spcPct val="35000"/>
            </a:spcAft>
            <a:buNone/>
          </a:pPr>
          <a:r>
            <a:rPr lang="en-US" sz="2000" kern="1200" dirty="0"/>
            <a:t>2</a:t>
          </a:r>
          <a:r>
            <a:rPr lang="zh-CN" sz="2000" kern="1200" dirty="0"/>
            <a:t>，第</a:t>
          </a:r>
          <a:r>
            <a:rPr lang="en-US" sz="2000" kern="1200" dirty="0"/>
            <a:t>14</a:t>
          </a:r>
          <a:r>
            <a:rPr lang="zh-CN" sz="2000" kern="1200" dirty="0"/>
            <a:t>节，如果我们“为基督的名受辱骂”，我们如何看待呢？</a:t>
          </a:r>
        </a:p>
      </dsp:txBody>
      <dsp:txXfrm>
        <a:off x="396887" y="2391382"/>
        <a:ext cx="7074818" cy="643165"/>
      </dsp:txXfrm>
    </dsp:sp>
    <dsp:sp modelId="{E7963745-BB5C-4807-9825-3415CB152881}">
      <dsp:nvSpPr>
        <dsp:cNvPr id="0" name=""/>
        <dsp:cNvSpPr/>
      </dsp:nvSpPr>
      <dsp:spPr>
        <a:xfrm>
          <a:off x="396887" y="3034547"/>
          <a:ext cx="943309" cy="157218"/>
        </a:xfrm>
        <a:prstGeom prst="parallelogram">
          <a:avLst>
            <a:gd name="adj" fmla="val 140840"/>
          </a:avLst>
        </a:prstGeom>
        <a:solidFill>
          <a:schemeClr val="accent2">
            <a:hueOff val="-2691378"/>
            <a:satOff val="-14000"/>
            <a:lumOff val="4941"/>
            <a:alphaOff val="0"/>
          </a:schemeClr>
        </a:solidFill>
        <a:ln w="12700" cap="flat" cmpd="sng" algn="ctr">
          <a:solidFill>
            <a:schemeClr val="accent2">
              <a:hueOff val="-2691378"/>
              <a:satOff val="-14000"/>
              <a:lumOff val="494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DE6A01-245A-4C0D-B5F2-501D9506034E}">
      <dsp:nvSpPr>
        <dsp:cNvPr id="0" name=""/>
        <dsp:cNvSpPr/>
      </dsp:nvSpPr>
      <dsp:spPr>
        <a:xfrm>
          <a:off x="1395223" y="3034547"/>
          <a:ext cx="943309" cy="157218"/>
        </a:xfrm>
        <a:prstGeom prst="parallelogram">
          <a:avLst>
            <a:gd name="adj" fmla="val 140840"/>
          </a:avLst>
        </a:prstGeom>
        <a:solidFill>
          <a:schemeClr val="accent2">
            <a:hueOff val="-3075860"/>
            <a:satOff val="-16000"/>
            <a:lumOff val="5647"/>
            <a:alphaOff val="0"/>
          </a:schemeClr>
        </a:solidFill>
        <a:ln w="12700" cap="flat" cmpd="sng" algn="ctr">
          <a:solidFill>
            <a:schemeClr val="accent2">
              <a:hueOff val="-3075860"/>
              <a:satOff val="-16000"/>
              <a:lumOff val="564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EEFD53-AA10-4E68-A7D4-C9F098A69142}">
      <dsp:nvSpPr>
        <dsp:cNvPr id="0" name=""/>
        <dsp:cNvSpPr/>
      </dsp:nvSpPr>
      <dsp:spPr>
        <a:xfrm>
          <a:off x="2393558" y="3034547"/>
          <a:ext cx="943309" cy="157218"/>
        </a:xfrm>
        <a:prstGeom prst="parallelogram">
          <a:avLst>
            <a:gd name="adj" fmla="val 140840"/>
          </a:avLst>
        </a:prstGeom>
        <a:solidFill>
          <a:schemeClr val="accent2">
            <a:hueOff val="-3460343"/>
            <a:satOff val="-18000"/>
            <a:lumOff val="6353"/>
            <a:alphaOff val="0"/>
          </a:schemeClr>
        </a:solidFill>
        <a:ln w="12700" cap="flat" cmpd="sng" algn="ctr">
          <a:solidFill>
            <a:schemeClr val="accent2">
              <a:hueOff val="-3460343"/>
              <a:satOff val="-18000"/>
              <a:lumOff val="635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3D799AF-5868-4AF7-AE25-8FB092D9C434}">
      <dsp:nvSpPr>
        <dsp:cNvPr id="0" name=""/>
        <dsp:cNvSpPr/>
      </dsp:nvSpPr>
      <dsp:spPr>
        <a:xfrm>
          <a:off x="3391894" y="3034547"/>
          <a:ext cx="943309" cy="157218"/>
        </a:xfrm>
        <a:prstGeom prst="parallelogram">
          <a:avLst>
            <a:gd name="adj" fmla="val 140840"/>
          </a:avLst>
        </a:prstGeom>
        <a:solidFill>
          <a:schemeClr val="accent2">
            <a:hueOff val="-3844825"/>
            <a:satOff val="-20000"/>
            <a:lumOff val="7059"/>
            <a:alphaOff val="0"/>
          </a:schemeClr>
        </a:solidFill>
        <a:ln w="12700" cap="flat" cmpd="sng" algn="ctr">
          <a:solidFill>
            <a:schemeClr val="accent2">
              <a:hueOff val="-3844825"/>
              <a:satOff val="-20000"/>
              <a:lumOff val="705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2F74EC4-0FDA-4634-A5ED-434149267B21}">
      <dsp:nvSpPr>
        <dsp:cNvPr id="0" name=""/>
        <dsp:cNvSpPr/>
      </dsp:nvSpPr>
      <dsp:spPr>
        <a:xfrm>
          <a:off x="4390229" y="3034547"/>
          <a:ext cx="943309" cy="157218"/>
        </a:xfrm>
        <a:prstGeom prst="parallelogram">
          <a:avLst>
            <a:gd name="adj" fmla="val 140840"/>
          </a:avLst>
        </a:prstGeom>
        <a:solidFill>
          <a:schemeClr val="accent2">
            <a:hueOff val="-4229308"/>
            <a:satOff val="-22001"/>
            <a:lumOff val="7765"/>
            <a:alphaOff val="0"/>
          </a:schemeClr>
        </a:solidFill>
        <a:ln w="12700" cap="flat" cmpd="sng" algn="ctr">
          <a:solidFill>
            <a:schemeClr val="accent2">
              <a:hueOff val="-4229308"/>
              <a:satOff val="-22001"/>
              <a:lumOff val="776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9CB509F-78EA-494E-97CC-3B586FB46479}">
      <dsp:nvSpPr>
        <dsp:cNvPr id="0" name=""/>
        <dsp:cNvSpPr/>
      </dsp:nvSpPr>
      <dsp:spPr>
        <a:xfrm>
          <a:off x="5388565" y="3034547"/>
          <a:ext cx="943309" cy="157218"/>
        </a:xfrm>
        <a:prstGeom prst="parallelogram">
          <a:avLst>
            <a:gd name="adj" fmla="val 140840"/>
          </a:avLst>
        </a:prstGeom>
        <a:solidFill>
          <a:schemeClr val="accent2">
            <a:hueOff val="-4613790"/>
            <a:satOff val="-24001"/>
            <a:lumOff val="8471"/>
            <a:alphaOff val="0"/>
          </a:schemeClr>
        </a:solidFill>
        <a:ln w="12700" cap="flat" cmpd="sng" algn="ctr">
          <a:solidFill>
            <a:schemeClr val="accent2">
              <a:hueOff val="-4613790"/>
              <a:satOff val="-24001"/>
              <a:lumOff val="847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653751F1-60AE-4C91-9DE2-D529183ACD6F}">
      <dsp:nvSpPr>
        <dsp:cNvPr id="0" name=""/>
        <dsp:cNvSpPr/>
      </dsp:nvSpPr>
      <dsp:spPr>
        <a:xfrm>
          <a:off x="6386900" y="3034547"/>
          <a:ext cx="943309" cy="157218"/>
        </a:xfrm>
        <a:prstGeom prst="parallelogram">
          <a:avLst>
            <a:gd name="adj" fmla="val 140840"/>
          </a:avLst>
        </a:prstGeom>
        <a:solidFill>
          <a:schemeClr val="accent2">
            <a:hueOff val="-4998273"/>
            <a:satOff val="-26001"/>
            <a:lumOff val="9177"/>
            <a:alphaOff val="0"/>
          </a:schemeClr>
        </a:solidFill>
        <a:ln w="12700" cap="flat" cmpd="sng" algn="ctr">
          <a:solidFill>
            <a:schemeClr val="accent2">
              <a:hueOff val="-4998273"/>
              <a:satOff val="-26001"/>
              <a:lumOff val="917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6087602-82EC-42E0-85D0-C9D49863B54E}">
      <dsp:nvSpPr>
        <dsp:cNvPr id="0" name=""/>
        <dsp:cNvSpPr/>
      </dsp:nvSpPr>
      <dsp:spPr>
        <a:xfrm>
          <a:off x="396887" y="3303319"/>
          <a:ext cx="7074818" cy="643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b" anchorCtr="0">
          <a:noAutofit/>
        </a:bodyPr>
        <a:lstStyle/>
        <a:p>
          <a:pPr marL="0" lvl="0" indent="0" algn="l" defTabSz="889000">
            <a:lnSpc>
              <a:spcPct val="90000"/>
            </a:lnSpc>
            <a:spcBef>
              <a:spcPct val="0"/>
            </a:spcBef>
            <a:spcAft>
              <a:spcPct val="35000"/>
            </a:spcAft>
            <a:buNone/>
          </a:pPr>
          <a:r>
            <a:rPr lang="en-US" sz="2000" kern="1200"/>
            <a:t>3</a:t>
          </a:r>
          <a:r>
            <a:rPr lang="zh-CN" sz="2000" kern="1200"/>
            <a:t>，请分享你自己是如何看待为信仰受苦或受不公平待遇现象？</a:t>
          </a:r>
        </a:p>
      </dsp:txBody>
      <dsp:txXfrm>
        <a:off x="396887" y="3303319"/>
        <a:ext cx="7074818" cy="643165"/>
      </dsp:txXfrm>
    </dsp:sp>
    <dsp:sp modelId="{6814A461-EE4F-4428-B6B1-AC521A64A596}">
      <dsp:nvSpPr>
        <dsp:cNvPr id="0" name=""/>
        <dsp:cNvSpPr/>
      </dsp:nvSpPr>
      <dsp:spPr>
        <a:xfrm>
          <a:off x="396887" y="3946485"/>
          <a:ext cx="943309" cy="157218"/>
        </a:xfrm>
        <a:prstGeom prst="parallelogram">
          <a:avLst>
            <a:gd name="adj" fmla="val 140840"/>
          </a:avLst>
        </a:prstGeom>
        <a:solidFill>
          <a:schemeClr val="accent2">
            <a:hueOff val="-5382755"/>
            <a:satOff val="-28001"/>
            <a:lumOff val="9883"/>
            <a:alphaOff val="0"/>
          </a:schemeClr>
        </a:solidFill>
        <a:ln w="12700" cap="flat" cmpd="sng" algn="ctr">
          <a:solidFill>
            <a:schemeClr val="accent2">
              <a:hueOff val="-5382755"/>
              <a:satOff val="-28001"/>
              <a:lumOff val="988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29075E8-BD54-42F8-93D3-39BF0B1F6755}">
      <dsp:nvSpPr>
        <dsp:cNvPr id="0" name=""/>
        <dsp:cNvSpPr/>
      </dsp:nvSpPr>
      <dsp:spPr>
        <a:xfrm>
          <a:off x="1395223" y="3946485"/>
          <a:ext cx="943309" cy="157218"/>
        </a:xfrm>
        <a:prstGeom prst="parallelogram">
          <a:avLst>
            <a:gd name="adj" fmla="val 140840"/>
          </a:avLst>
        </a:prstGeom>
        <a:solidFill>
          <a:schemeClr val="accent2">
            <a:hueOff val="-5767238"/>
            <a:satOff val="-30001"/>
            <a:lumOff val="10588"/>
            <a:alphaOff val="0"/>
          </a:schemeClr>
        </a:solidFill>
        <a:ln w="12700" cap="flat" cmpd="sng" algn="ctr">
          <a:solidFill>
            <a:schemeClr val="accent2">
              <a:hueOff val="-5767238"/>
              <a:satOff val="-30001"/>
              <a:lumOff val="1058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C82BDB2-129C-4958-B74E-3D263E2B35FC}">
      <dsp:nvSpPr>
        <dsp:cNvPr id="0" name=""/>
        <dsp:cNvSpPr/>
      </dsp:nvSpPr>
      <dsp:spPr>
        <a:xfrm>
          <a:off x="2393558" y="3946485"/>
          <a:ext cx="943309" cy="157218"/>
        </a:xfrm>
        <a:prstGeom prst="parallelogram">
          <a:avLst>
            <a:gd name="adj" fmla="val 140840"/>
          </a:avLst>
        </a:prstGeom>
        <a:solidFill>
          <a:schemeClr val="accent2">
            <a:hueOff val="-6151721"/>
            <a:satOff val="-32001"/>
            <a:lumOff val="11294"/>
            <a:alphaOff val="0"/>
          </a:schemeClr>
        </a:solidFill>
        <a:ln w="12700" cap="flat" cmpd="sng" algn="ctr">
          <a:solidFill>
            <a:schemeClr val="accent2">
              <a:hueOff val="-6151721"/>
              <a:satOff val="-32001"/>
              <a:lumOff val="1129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E43BDCB-C846-4B29-9F98-87A6DFD394CC}">
      <dsp:nvSpPr>
        <dsp:cNvPr id="0" name=""/>
        <dsp:cNvSpPr/>
      </dsp:nvSpPr>
      <dsp:spPr>
        <a:xfrm>
          <a:off x="3391894" y="3946485"/>
          <a:ext cx="943309" cy="157218"/>
        </a:xfrm>
        <a:prstGeom prst="parallelogram">
          <a:avLst>
            <a:gd name="adj" fmla="val 140840"/>
          </a:avLst>
        </a:prstGeom>
        <a:solidFill>
          <a:schemeClr val="accent2">
            <a:hueOff val="-6536203"/>
            <a:satOff val="-34001"/>
            <a:lumOff val="12000"/>
            <a:alphaOff val="0"/>
          </a:schemeClr>
        </a:solidFill>
        <a:ln w="12700" cap="flat" cmpd="sng" algn="ctr">
          <a:solidFill>
            <a:schemeClr val="accent2">
              <a:hueOff val="-6536203"/>
              <a:satOff val="-34001"/>
              <a:lumOff val="1200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603D1CA3-8199-4566-9213-F16CD28DC388}">
      <dsp:nvSpPr>
        <dsp:cNvPr id="0" name=""/>
        <dsp:cNvSpPr/>
      </dsp:nvSpPr>
      <dsp:spPr>
        <a:xfrm>
          <a:off x="4390229" y="3946485"/>
          <a:ext cx="943309" cy="157218"/>
        </a:xfrm>
        <a:prstGeom prst="parallelogram">
          <a:avLst>
            <a:gd name="adj" fmla="val 140840"/>
          </a:avLst>
        </a:prstGeom>
        <a:solidFill>
          <a:schemeClr val="accent2">
            <a:hueOff val="-6920685"/>
            <a:satOff val="-36001"/>
            <a:lumOff val="12706"/>
            <a:alphaOff val="0"/>
          </a:schemeClr>
        </a:solidFill>
        <a:ln w="12700" cap="flat" cmpd="sng" algn="ctr">
          <a:solidFill>
            <a:schemeClr val="accent2">
              <a:hueOff val="-6920685"/>
              <a:satOff val="-36001"/>
              <a:lumOff val="12706"/>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1CA5899-9134-42A9-B8F9-4118716FC251}">
      <dsp:nvSpPr>
        <dsp:cNvPr id="0" name=""/>
        <dsp:cNvSpPr/>
      </dsp:nvSpPr>
      <dsp:spPr>
        <a:xfrm>
          <a:off x="5388565" y="3946485"/>
          <a:ext cx="943309" cy="157218"/>
        </a:xfrm>
        <a:prstGeom prst="parallelogram">
          <a:avLst>
            <a:gd name="adj" fmla="val 140840"/>
          </a:avLst>
        </a:prstGeom>
        <a:solidFill>
          <a:schemeClr val="accent2">
            <a:hueOff val="-7305168"/>
            <a:satOff val="-38001"/>
            <a:lumOff val="13412"/>
            <a:alphaOff val="0"/>
          </a:schemeClr>
        </a:solidFill>
        <a:ln w="12700" cap="flat" cmpd="sng" algn="ctr">
          <a:solidFill>
            <a:schemeClr val="accent2">
              <a:hueOff val="-7305168"/>
              <a:satOff val="-38001"/>
              <a:lumOff val="1341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99105C6-58B7-4C35-AEC6-A9875E86CE1B}">
      <dsp:nvSpPr>
        <dsp:cNvPr id="0" name=""/>
        <dsp:cNvSpPr/>
      </dsp:nvSpPr>
      <dsp:spPr>
        <a:xfrm>
          <a:off x="6386900" y="3946485"/>
          <a:ext cx="943309" cy="157218"/>
        </a:xfrm>
        <a:prstGeom prst="parallelogram">
          <a:avLst>
            <a:gd name="adj" fmla="val 140840"/>
          </a:avLst>
        </a:prstGeom>
        <a:solidFill>
          <a:schemeClr val="accent2">
            <a:hueOff val="-7689651"/>
            <a:satOff val="-40001"/>
            <a:lumOff val="14118"/>
            <a:alphaOff val="0"/>
          </a:schemeClr>
        </a:solidFill>
        <a:ln w="12700" cap="flat" cmpd="sng" algn="ctr">
          <a:solidFill>
            <a:schemeClr val="accent2">
              <a:hueOff val="-7689651"/>
              <a:satOff val="-40001"/>
              <a:lumOff val="1411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2026/1/24 Saturday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85625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，最看重的是什么？</a:t>
            </a:r>
            <a:endParaRPr lang="en-US" altLang="zh-CN" dirty="0"/>
          </a:p>
          <a:p>
            <a:r>
              <a:rPr lang="en-US" altLang="zh-CN" dirty="0"/>
              <a:t>2</a:t>
            </a:r>
            <a:r>
              <a:rPr lang="zh-CN" altLang="en-US" dirty="0"/>
              <a:t>，我们信仰对我们自己有什么改变？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2224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952418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3927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920069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129D-5E9C-BFB2-84B6-50D3F22D59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20B6BC-6446-2A39-6497-A91BFC30FC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FCB135-F774-F1C9-1EF9-CA85C2D7A9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F52D5A-01F7-CB33-05AB-147A6A1C4E48}"/>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010833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5304-8DF7-D106-B188-9CFF7FC5FC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578AB5-61E8-672E-248E-A03D1D015E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CC0BEE-2B4C-ABAD-C410-779C812835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5F616A-1A47-A422-2BB2-D96F7DA3545F}"/>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996144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ED6FD-58A8-1211-1E1C-E0853B35E8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75A4F5-2AB8-5319-2E6E-CD1F942762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3A619C-4B45-6129-9364-D1CCF4B53DE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8C8954-91A1-A620-767F-E726E5AB6AF7}"/>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436170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44252-6DAF-6119-B3BF-DB543B1B25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4DE412-A046-008D-1BB9-0D1AD479F9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36597E-27FB-DF3E-6FC6-FB82ECBE8A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F6F7C66-7E39-88A6-809C-9168E8D99457}"/>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123976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0A71-720F-C17E-B55C-DA8522A689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8C8564-760C-B196-CCFF-CAB649FB6E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F3DC21-85B4-C297-0A55-2384854DF50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80F1CE-F1A1-86AD-0C1E-827F64FD603B}"/>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027410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39B45-449A-3CDE-C46B-90C50ACB4F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43658F-6045-E2D1-624F-1273A792FC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AFFBEF-BDB7-1071-FCF7-A1B33FF4805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B24DB8-A1AF-FC76-312E-B88F0424CB2D}"/>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1145010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25944-CF19-2E9D-7DFE-F56FE8BA78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720927-D6F8-BFD5-92C9-79A290EDFD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B115E7-032C-86A2-BF82-32CCA1AD06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F3BEC34-335F-7F43-EE78-FC50B5820C96}"/>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621705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572EC-22C6-F073-F38F-728A59AAC1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3D696C-7A6A-AB6E-4C8F-076FDDD856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CB5B6A-FBC5-228E-58BF-DE203955D4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B4D780-A641-A23A-2758-3978129E9BD3}"/>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275802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03C1-CFED-D922-93F7-18F4784D40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CD6A36-83E4-71CA-EC50-0E8CEF97AB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FBF206-4519-5A5D-93E6-778D91AB3EB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A5366E0-B02A-596F-CE08-52A2625A0E17}"/>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3420691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9207-2BB1-33FA-8052-655087B9CE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DD5CF4-225D-C27B-03D4-8CE07EC8CB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BDAA41-87BA-6330-CB17-411B27F3D6C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D053DAF-98FB-3ED0-167B-164D17515335}"/>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148002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1B03A-2448-FB09-58F3-DEA4AB6E28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1484F3-656D-B332-4649-398EFBB7B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0DBF1D-7AC9-9980-44E4-CE24FDCA0A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92183D-8101-DAA7-CFA8-0D03586A3F55}"/>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31454027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CD7C4-2612-2D9F-EEBF-CE7D1B38D8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82FEAA-EA77-A36B-8095-22816B3FD6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0B896B-C7B7-CDF3-41A9-973E66B44F5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6C1F62-98BC-A577-B760-6DACB27DDBA6}"/>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546579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7AA4C-D216-2A41-481B-F28E1FF510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F84DBF-98B2-AA32-06C8-0343FA46C2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EE17AE-7C84-2F92-16BE-946C687DBE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E058EE-5B41-A14C-F8A9-A3E7C4E42B98}"/>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702506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350EB-1C52-A9D4-EDF2-94CC4BD3DB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885587-D805-A01C-07AD-42547EA0AA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617744-030D-D446-B8D1-E20A7ADB74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C35FE2-6FA4-DD6C-26B4-04A6BC71415E}"/>
              </a:ext>
            </a:extLst>
          </p:cNvPr>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698442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7A77-9CA7-08E0-2DAA-8ECC3D1BC0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1A4DB9-6FC0-7B93-311C-0A14D71D1D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7BC35E-71EA-8249-0892-FA127EA796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0D8A3CD-F3B2-DD31-A3DE-9A9C3A52F747}"/>
              </a:ext>
            </a:extLst>
          </p:cNvPr>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3878602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83289-15B9-8537-8B1D-33AC7DDC4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3E4BC6-1F4D-AD44-DA75-45649144D1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23224B-FFB5-1735-D010-5286F508777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4895491-440B-DF25-1469-36DB5C4CF331}"/>
              </a:ext>
            </a:extLst>
          </p:cNvPr>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3940980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2026/1/24 Saturday</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2026/1/24 Saturday</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2026/1/24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2026/1/24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2026/1/24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2026/1/24 Saturday</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ags" Target="../tags/tag91.xml"/></Relationships>
</file>

<file path=ppt/slides/_rels/slide2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Layout" Target="../slideLayouts/slideLayout2.xml"/><Relationship Id="rId7" Type="http://schemas.openxmlformats.org/officeDocument/2006/relationships/diagramColors" Target="../diagrams/colors2.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 name="Rectangle 1228">
            <a:extLst>
              <a:ext uri="{FF2B5EF4-FFF2-40B4-BE49-F238E27FC236}">
                <a16:creationId xmlns:a16="http://schemas.microsoft.com/office/drawing/2014/main" id="{86F3FC04-5B5F-4D12-8332-A5B8917F6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3"/>
          <p:cNvSpPr/>
          <p:nvPr>
            <p:custDataLst>
              <p:tags r:id="rId2"/>
            </p:custDataLst>
          </p:nvPr>
        </p:nvSpPr>
        <p:spPr>
          <a:xfrm>
            <a:off x="6980164" y="5465901"/>
            <a:ext cx="4919973" cy="115932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t">
            <a:normAutofit fontScale="92500" lnSpcReduction="20000"/>
            <a:scene3d>
              <a:camera prst="orthographicFront"/>
              <a:lightRig rig="harsh" dir="t"/>
            </a:scene3d>
            <a:sp3d extrusionH="57150" prstMaterial="matte">
              <a:bevelT w="63500" h="12700" prst="angle"/>
              <a:contourClr>
                <a:schemeClr val="bg1">
                  <a:lumMod val="65000"/>
                </a:schemeClr>
              </a:contourClr>
            </a:sp3d>
          </a:bodyPr>
          <a:lstStyle/>
          <a:p>
            <a:pPr lvl="0" algn="ctr">
              <a:lnSpc>
                <a:spcPct val="150000"/>
              </a:lnSpc>
              <a:spcBef>
                <a:spcPct val="0"/>
              </a:spcBef>
              <a:spcAft>
                <a:spcPts val="600"/>
              </a:spcAft>
              <a:defRPr/>
            </a:pPr>
            <a:r>
              <a:rPr lang="zh-CN" altLang="en-US" sz="3100" b="1" kern="1200" dirty="0">
                <a:ln/>
                <a:solidFill>
                  <a:schemeClr val="tx2"/>
                </a:solidFill>
                <a:effectLst>
                  <a:glow rad="228600">
                    <a:schemeClr val="accent3">
                      <a:satMod val="175000"/>
                      <a:alpha val="40000"/>
                    </a:schemeClr>
                  </a:glow>
                </a:effectLst>
                <a:latin typeface="+mj-lt"/>
                <a:ea typeface="+mj-ea"/>
                <a:cs typeface="+mj-cs"/>
                <a:sym typeface="+mn-lt"/>
              </a:rPr>
              <a:t>为基督受苦是有福的</a:t>
            </a:r>
            <a:endParaRPr lang="en-US" altLang="zh-CN" sz="3100" b="1" kern="1200" dirty="0">
              <a:ln/>
              <a:solidFill>
                <a:schemeClr val="tx2"/>
              </a:solidFill>
              <a:effectLst>
                <a:glow rad="228600">
                  <a:schemeClr val="accent3">
                    <a:satMod val="175000"/>
                    <a:alpha val="40000"/>
                  </a:schemeClr>
                </a:glow>
              </a:effectLst>
              <a:latin typeface="+mj-lt"/>
              <a:ea typeface="+mj-ea"/>
              <a:cs typeface="+mj-cs"/>
              <a:sym typeface="+mn-lt"/>
            </a:endParaRPr>
          </a:p>
          <a:p>
            <a:pPr lvl="0" algn="ctr">
              <a:lnSpc>
                <a:spcPct val="150000"/>
              </a:lnSpc>
              <a:spcBef>
                <a:spcPct val="0"/>
              </a:spcBef>
              <a:spcAft>
                <a:spcPts val="600"/>
              </a:spcAft>
              <a:defRPr/>
            </a:pPr>
            <a:r>
              <a:rPr lang="zh-CN" altLang="en-US" sz="2400" kern="1200" dirty="0">
                <a:ln w="0"/>
                <a:solidFill>
                  <a:schemeClr val="tx1"/>
                </a:solidFill>
                <a:effectLst>
                  <a:outerShdw blurRad="38100" dist="19050" dir="2700000" algn="tl" rotWithShape="0">
                    <a:schemeClr val="dk1">
                      <a:alpha val="40000"/>
                    </a:schemeClr>
                  </a:outerShdw>
                </a:effectLst>
                <a:latin typeface="+mj-lt"/>
                <a:ea typeface="+mj-ea"/>
                <a:cs typeface="+mj-cs"/>
              </a:rPr>
              <a:t>彼得前书四章</a:t>
            </a:r>
            <a:r>
              <a:rPr lang="en-US" altLang="zh-CN" sz="2400" kern="1200" dirty="0">
                <a:ln w="0"/>
                <a:solidFill>
                  <a:schemeClr val="tx1"/>
                </a:solidFill>
                <a:effectLst>
                  <a:outerShdw blurRad="38100" dist="19050" dir="2700000" algn="tl" rotWithShape="0">
                    <a:schemeClr val="dk1">
                      <a:alpha val="40000"/>
                    </a:schemeClr>
                  </a:outerShdw>
                </a:effectLst>
                <a:latin typeface="+mj-lt"/>
                <a:ea typeface="+mj-ea"/>
                <a:cs typeface="+mj-cs"/>
              </a:rPr>
              <a:t>12~19</a:t>
            </a:r>
            <a:r>
              <a:rPr lang="zh-CN" altLang="en-US" sz="2400" kern="1200" dirty="0">
                <a:ln w="0"/>
                <a:solidFill>
                  <a:schemeClr val="tx1"/>
                </a:solidFill>
                <a:effectLst>
                  <a:outerShdw blurRad="38100" dist="19050" dir="2700000" algn="tl" rotWithShape="0">
                    <a:schemeClr val="dk1">
                      <a:alpha val="40000"/>
                    </a:schemeClr>
                  </a:outerShdw>
                </a:effectLst>
                <a:latin typeface="+mj-lt"/>
                <a:ea typeface="+mj-ea"/>
                <a:cs typeface="+mj-cs"/>
              </a:rPr>
              <a:t>节</a:t>
            </a:r>
            <a:endParaRPr lang="en-US" altLang="zh-CN" sz="2400" kern="1200" dirty="0">
              <a:ln w="0"/>
              <a:solidFill>
                <a:schemeClr val="tx1"/>
              </a:solidFill>
              <a:effectLst>
                <a:outerShdw blurRad="38100" dist="19050" dir="2700000" algn="tl" rotWithShape="0">
                  <a:schemeClr val="dk1">
                    <a:alpha val="40000"/>
                  </a:schemeClr>
                </a:outerShdw>
              </a:effectLst>
              <a:latin typeface="+mj-lt"/>
              <a:ea typeface="+mj-ea"/>
              <a:cs typeface="+mj-cs"/>
              <a:sym typeface="+mn-lt"/>
            </a:endParaRPr>
          </a:p>
        </p:txBody>
      </p:sp>
      <p:grpSp>
        <p:nvGrpSpPr>
          <p:cNvPr id="1231" name="Graphic 4">
            <a:extLst>
              <a:ext uri="{FF2B5EF4-FFF2-40B4-BE49-F238E27FC236}">
                <a16:creationId xmlns:a16="http://schemas.microsoft.com/office/drawing/2014/main" id="{F2BFB731-DC1A-49F1-A139-9EF00AF92F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08778" y="2957051"/>
            <a:ext cx="2595086" cy="2582513"/>
            <a:chOff x="3414665" y="738154"/>
            <a:chExt cx="5366579" cy="5378461"/>
          </a:xfrm>
        </p:grpSpPr>
        <p:sp>
          <p:nvSpPr>
            <p:cNvPr id="1232" name="Freeform: Shape 1231">
              <a:extLst>
                <a:ext uri="{FF2B5EF4-FFF2-40B4-BE49-F238E27FC236}">
                  <a16:creationId xmlns:a16="http://schemas.microsoft.com/office/drawing/2014/main" id="{E3ECE39D-BA0B-4B13-A83D-9CDA87CA4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67033" y="752474"/>
              <a:ext cx="5098881" cy="5278088"/>
            </a:xfrm>
            <a:custGeom>
              <a:avLst/>
              <a:gdLst>
                <a:gd name="connsiteX0" fmla="*/ 2413047 w 5098881"/>
                <a:gd name="connsiteY0" fmla="*/ 476250 h 5278088"/>
                <a:gd name="connsiteX1" fmla="*/ 2492009 w 5098881"/>
                <a:gd name="connsiteY1" fmla="*/ 477584 h 5278088"/>
                <a:gd name="connsiteX2" fmla="*/ 2500201 w 5098881"/>
                <a:gd name="connsiteY2" fmla="*/ 477869 h 5278088"/>
                <a:gd name="connsiteX3" fmla="*/ 2508392 w 5098881"/>
                <a:gd name="connsiteY3" fmla="*/ 477869 h 5278088"/>
                <a:gd name="connsiteX4" fmla="*/ 2513250 w 5098881"/>
                <a:gd name="connsiteY4" fmla="*/ 477869 h 5278088"/>
                <a:gd name="connsiteX5" fmla="*/ 3440985 w 5098881"/>
                <a:gd name="connsiteY5" fmla="*/ 665226 h 5278088"/>
                <a:gd name="connsiteX6" fmla="*/ 4086113 w 5098881"/>
                <a:gd name="connsiteY6" fmla="*/ 1148334 h 5278088"/>
                <a:gd name="connsiteX7" fmla="*/ 4485211 w 5098881"/>
                <a:gd name="connsiteY7" fmla="*/ 1848136 h 5278088"/>
                <a:gd name="connsiteX8" fmla="*/ 4622466 w 5098881"/>
                <a:gd name="connsiteY8" fmla="*/ 2668334 h 5278088"/>
                <a:gd name="connsiteX9" fmla="*/ 4488831 w 5098881"/>
                <a:gd name="connsiteY9" fmla="*/ 3470529 h 5278088"/>
                <a:gd name="connsiteX10" fmla="*/ 4097067 w 5098881"/>
                <a:gd name="connsiteY10" fmla="*/ 4147852 h 5278088"/>
                <a:gd name="connsiteX11" fmla="*/ 3450891 w 5098881"/>
                <a:gd name="connsiteY11" fmla="*/ 4616577 h 5278088"/>
                <a:gd name="connsiteX12" fmla="*/ 2496486 w 5098881"/>
                <a:gd name="connsiteY12" fmla="*/ 4800315 h 5278088"/>
                <a:gd name="connsiteX13" fmla="*/ 2489152 w 5098881"/>
                <a:gd name="connsiteY13" fmla="*/ 4800315 h 5278088"/>
                <a:gd name="connsiteX14" fmla="*/ 2480770 w 5098881"/>
                <a:gd name="connsiteY14" fmla="*/ 4800315 h 5278088"/>
                <a:gd name="connsiteX15" fmla="*/ 2472388 w 5098881"/>
                <a:gd name="connsiteY15" fmla="*/ 4800600 h 5278088"/>
                <a:gd name="connsiteX16" fmla="*/ 2389234 w 5098881"/>
                <a:gd name="connsiteY16" fmla="*/ 4801934 h 5278088"/>
                <a:gd name="connsiteX17" fmla="*/ 1543891 w 5098881"/>
                <a:gd name="connsiteY17" fmla="*/ 4624959 h 5278088"/>
                <a:gd name="connsiteX18" fmla="*/ 962771 w 5098881"/>
                <a:gd name="connsiteY18" fmla="*/ 4165854 h 5278088"/>
                <a:gd name="connsiteX19" fmla="*/ 600916 w 5098881"/>
                <a:gd name="connsiteY19" fmla="*/ 3486150 h 5278088"/>
                <a:gd name="connsiteX20" fmla="*/ 476043 w 5098881"/>
                <a:gd name="connsiteY20" fmla="*/ 2674049 h 5278088"/>
                <a:gd name="connsiteX21" fmla="*/ 605202 w 5098881"/>
                <a:gd name="connsiteY21" fmla="*/ 1841468 h 5278088"/>
                <a:gd name="connsiteX22" fmla="*/ 978201 w 5098881"/>
                <a:gd name="connsiteY22" fmla="*/ 1136333 h 5278088"/>
                <a:gd name="connsiteX23" fmla="*/ 1570085 w 5098881"/>
                <a:gd name="connsiteY23" fmla="*/ 658940 h 5278088"/>
                <a:gd name="connsiteX24" fmla="*/ 2413047 w 5098881"/>
                <a:gd name="connsiteY24" fmla="*/ 476250 h 5278088"/>
                <a:gd name="connsiteX25" fmla="*/ 2413047 w 5098881"/>
                <a:gd name="connsiteY25" fmla="*/ 0 h 5278088"/>
                <a:gd name="connsiteX26" fmla="*/ 2389425 w 5098881"/>
                <a:gd name="connsiteY26" fmla="*/ 5278089 h 5278088"/>
                <a:gd name="connsiteX27" fmla="*/ 2488104 w 5098881"/>
                <a:gd name="connsiteY27" fmla="*/ 5276469 h 5278088"/>
                <a:gd name="connsiteX28" fmla="*/ 2496676 w 5098881"/>
                <a:gd name="connsiteY28" fmla="*/ 5276469 h 5278088"/>
                <a:gd name="connsiteX29" fmla="*/ 2513441 w 5098881"/>
                <a:gd name="connsiteY29" fmla="*/ 1524 h 5278088"/>
                <a:gd name="connsiteX30" fmla="*/ 2507535 w 5098881"/>
                <a:gd name="connsiteY30" fmla="*/ 1524 h 5278088"/>
                <a:gd name="connsiteX31" fmla="*/ 2413047 w 5098881"/>
                <a:gd name="connsiteY31" fmla="*/ 0 h 5278088"/>
                <a:gd name="connsiteX32" fmla="*/ 2413047 w 5098881"/>
                <a:gd name="connsiteY32" fmla="*/ 0 h 527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8881" h="5278088">
                  <a:moveTo>
                    <a:pt x="2413047" y="476250"/>
                  </a:moveTo>
                  <a:cubicBezTo>
                    <a:pt x="2439431" y="476250"/>
                    <a:pt x="2465244" y="476631"/>
                    <a:pt x="2492009" y="477584"/>
                  </a:cubicBezTo>
                  <a:lnTo>
                    <a:pt x="2500201" y="477869"/>
                  </a:lnTo>
                  <a:lnTo>
                    <a:pt x="2508392" y="477869"/>
                  </a:lnTo>
                  <a:lnTo>
                    <a:pt x="2513250" y="477869"/>
                  </a:lnTo>
                  <a:cubicBezTo>
                    <a:pt x="2854721" y="477869"/>
                    <a:pt x="3166856" y="540925"/>
                    <a:pt x="3440985" y="665226"/>
                  </a:cubicBezTo>
                  <a:cubicBezTo>
                    <a:pt x="3689207" y="777812"/>
                    <a:pt x="3906281" y="940308"/>
                    <a:pt x="4086113" y="1148334"/>
                  </a:cubicBezTo>
                  <a:cubicBezTo>
                    <a:pt x="4258421" y="1347597"/>
                    <a:pt x="4392723" y="1583055"/>
                    <a:pt x="4485211" y="1848136"/>
                  </a:cubicBezTo>
                  <a:cubicBezTo>
                    <a:pt x="4576270" y="2109121"/>
                    <a:pt x="4622466" y="2385060"/>
                    <a:pt x="4622466" y="2668334"/>
                  </a:cubicBezTo>
                  <a:cubicBezTo>
                    <a:pt x="4622466" y="2947607"/>
                    <a:pt x="4577508" y="3217450"/>
                    <a:pt x="4488831" y="3470529"/>
                  </a:cubicBezTo>
                  <a:cubicBezTo>
                    <a:pt x="4398533" y="3728085"/>
                    <a:pt x="4266708" y="3956018"/>
                    <a:pt x="4097067" y="4147852"/>
                  </a:cubicBezTo>
                  <a:cubicBezTo>
                    <a:pt x="3918664" y="4349591"/>
                    <a:pt x="3701303" y="4507325"/>
                    <a:pt x="3450891" y="4616577"/>
                  </a:cubicBezTo>
                  <a:cubicBezTo>
                    <a:pt x="3171523" y="4738497"/>
                    <a:pt x="2850435" y="4800315"/>
                    <a:pt x="2496486" y="4800315"/>
                  </a:cubicBezTo>
                  <a:lnTo>
                    <a:pt x="2489152" y="4800315"/>
                  </a:lnTo>
                  <a:lnTo>
                    <a:pt x="2480770" y="4800315"/>
                  </a:lnTo>
                  <a:lnTo>
                    <a:pt x="2472388" y="4800600"/>
                  </a:lnTo>
                  <a:cubicBezTo>
                    <a:pt x="2444575" y="4801457"/>
                    <a:pt x="2416571" y="4801934"/>
                    <a:pt x="2389234" y="4801934"/>
                  </a:cubicBezTo>
                  <a:cubicBezTo>
                    <a:pt x="2075767" y="4801934"/>
                    <a:pt x="1791350" y="4742403"/>
                    <a:pt x="1543891" y="4624959"/>
                  </a:cubicBezTo>
                  <a:cubicBezTo>
                    <a:pt x="1319768" y="4518565"/>
                    <a:pt x="1124219" y="4364070"/>
                    <a:pt x="962771" y="4165854"/>
                  </a:cubicBezTo>
                  <a:cubicBezTo>
                    <a:pt x="806465" y="3973830"/>
                    <a:pt x="684641" y="3745135"/>
                    <a:pt x="600916" y="3486150"/>
                  </a:cubicBezTo>
                  <a:cubicBezTo>
                    <a:pt x="518048" y="3230023"/>
                    <a:pt x="476043" y="2956751"/>
                    <a:pt x="476043" y="2674049"/>
                  </a:cubicBezTo>
                  <a:cubicBezTo>
                    <a:pt x="476043" y="2386203"/>
                    <a:pt x="519477" y="2106073"/>
                    <a:pt x="605202" y="1841468"/>
                  </a:cubicBezTo>
                  <a:cubicBezTo>
                    <a:pt x="691880" y="1573721"/>
                    <a:pt x="817419" y="1336548"/>
                    <a:pt x="978201" y="1136333"/>
                  </a:cubicBezTo>
                  <a:cubicBezTo>
                    <a:pt x="1143841" y="930212"/>
                    <a:pt x="1343009" y="769620"/>
                    <a:pt x="1570085" y="658940"/>
                  </a:cubicBezTo>
                  <a:cubicBezTo>
                    <a:pt x="1818973" y="537686"/>
                    <a:pt x="2102532" y="476250"/>
                    <a:pt x="2413047" y="476250"/>
                  </a:cubicBezTo>
                  <a:moveTo>
                    <a:pt x="2413047" y="0"/>
                  </a:moveTo>
                  <a:cubicBezTo>
                    <a:pt x="-755635" y="0"/>
                    <a:pt x="-844694" y="5278089"/>
                    <a:pt x="2389425" y="5278089"/>
                  </a:cubicBezTo>
                  <a:cubicBezTo>
                    <a:pt x="2421810" y="5278089"/>
                    <a:pt x="2455052" y="5277517"/>
                    <a:pt x="2488104" y="5276469"/>
                  </a:cubicBezTo>
                  <a:cubicBezTo>
                    <a:pt x="2491152" y="5276469"/>
                    <a:pt x="2493629" y="5276469"/>
                    <a:pt x="2496676" y="5276469"/>
                  </a:cubicBezTo>
                  <a:cubicBezTo>
                    <a:pt x="6022832" y="5276469"/>
                    <a:pt x="5903769" y="1524"/>
                    <a:pt x="2513441" y="1524"/>
                  </a:cubicBezTo>
                  <a:cubicBezTo>
                    <a:pt x="2511536" y="1524"/>
                    <a:pt x="2509440" y="1524"/>
                    <a:pt x="2507535" y="1524"/>
                  </a:cubicBezTo>
                  <a:cubicBezTo>
                    <a:pt x="2475531" y="476"/>
                    <a:pt x="2444480" y="0"/>
                    <a:pt x="2413047" y="0"/>
                  </a:cubicBezTo>
                  <a:lnTo>
                    <a:pt x="2413047" y="0"/>
                  </a:lnTo>
                  <a:close/>
                </a:path>
              </a:pathLst>
            </a:custGeom>
            <a:solidFill>
              <a:schemeClr val="bg1">
                <a:alpha val="20000"/>
              </a:schemeClr>
            </a:solidFill>
            <a:ln w="9525" cap="flat">
              <a:noFill/>
              <a:prstDash val="solid"/>
              <a:miter/>
            </a:ln>
          </p:spPr>
          <p:txBody>
            <a:bodyPr rtlCol="0" anchor="ctr"/>
            <a:lstStyle/>
            <a:p>
              <a:endParaRPr lang="en-US"/>
            </a:p>
          </p:txBody>
        </p:sp>
        <p:sp>
          <p:nvSpPr>
            <p:cNvPr id="1233" name="Freeform: Shape 1232">
              <a:extLst>
                <a:ext uri="{FF2B5EF4-FFF2-40B4-BE49-F238E27FC236}">
                  <a16:creationId xmlns:a16="http://schemas.microsoft.com/office/drawing/2014/main" id="{706DC7D2-17C7-4B8B-B854-A9CE4295C5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67033" y="752474"/>
              <a:ext cx="5098846" cy="5278088"/>
            </a:xfrm>
            <a:custGeom>
              <a:avLst/>
              <a:gdLst>
                <a:gd name="connsiteX0" fmla="*/ 2413047 w 5098846"/>
                <a:gd name="connsiteY0" fmla="*/ 571500 h 5278088"/>
                <a:gd name="connsiteX1" fmla="*/ 2488866 w 5098846"/>
                <a:gd name="connsiteY1" fmla="*/ 572738 h 5278088"/>
                <a:gd name="connsiteX2" fmla="*/ 2498486 w 5098846"/>
                <a:gd name="connsiteY2" fmla="*/ 573024 h 5278088"/>
                <a:gd name="connsiteX3" fmla="*/ 2508107 w 5098846"/>
                <a:gd name="connsiteY3" fmla="*/ 573024 h 5278088"/>
                <a:gd name="connsiteX4" fmla="*/ 2513345 w 5098846"/>
                <a:gd name="connsiteY4" fmla="*/ 573024 h 5278088"/>
                <a:gd name="connsiteX5" fmla="*/ 3401742 w 5098846"/>
                <a:gd name="connsiteY5" fmla="*/ 751904 h 5278088"/>
                <a:gd name="connsiteX6" fmla="*/ 4014200 w 5098846"/>
                <a:gd name="connsiteY6" fmla="*/ 1210532 h 5278088"/>
                <a:gd name="connsiteX7" fmla="*/ 4395390 w 5098846"/>
                <a:gd name="connsiteY7" fmla="*/ 1879473 h 5278088"/>
                <a:gd name="connsiteX8" fmla="*/ 4527311 w 5098846"/>
                <a:gd name="connsiteY8" fmla="*/ 2668334 h 5278088"/>
                <a:gd name="connsiteX9" fmla="*/ 4399010 w 5098846"/>
                <a:gd name="connsiteY9" fmla="*/ 3439001 h 5278088"/>
                <a:gd name="connsiteX10" fmla="*/ 4025820 w 5098846"/>
                <a:gd name="connsiteY10" fmla="*/ 4084796 h 5278088"/>
                <a:gd name="connsiteX11" fmla="*/ 3412982 w 5098846"/>
                <a:gd name="connsiteY11" fmla="*/ 4529328 h 5278088"/>
                <a:gd name="connsiteX12" fmla="*/ 2496676 w 5098846"/>
                <a:gd name="connsiteY12" fmla="*/ 4705065 h 5278088"/>
                <a:gd name="connsiteX13" fmla="*/ 2489438 w 5098846"/>
                <a:gd name="connsiteY13" fmla="*/ 4705065 h 5278088"/>
                <a:gd name="connsiteX14" fmla="*/ 2479532 w 5098846"/>
                <a:gd name="connsiteY14" fmla="*/ 4705065 h 5278088"/>
                <a:gd name="connsiteX15" fmla="*/ 2469626 w 5098846"/>
                <a:gd name="connsiteY15" fmla="*/ 4705350 h 5278088"/>
                <a:gd name="connsiteX16" fmla="*/ 2389520 w 5098846"/>
                <a:gd name="connsiteY16" fmla="*/ 4706684 h 5278088"/>
                <a:gd name="connsiteX17" fmla="*/ 1585039 w 5098846"/>
                <a:gd name="connsiteY17" fmla="*/ 4538853 h 5278088"/>
                <a:gd name="connsiteX18" fmla="*/ 1036970 w 5098846"/>
                <a:gd name="connsiteY18" fmla="*/ 4105656 h 5278088"/>
                <a:gd name="connsiteX19" fmla="*/ 691880 w 5098846"/>
                <a:gd name="connsiteY19" fmla="*/ 3456718 h 5278088"/>
                <a:gd name="connsiteX20" fmla="*/ 571674 w 5098846"/>
                <a:gd name="connsiteY20" fmla="*/ 2673953 h 5278088"/>
                <a:gd name="connsiteX21" fmla="*/ 696166 w 5098846"/>
                <a:gd name="connsiteY21" fmla="*/ 1870710 h 5278088"/>
                <a:gd name="connsiteX22" fmla="*/ 1052782 w 5098846"/>
                <a:gd name="connsiteY22" fmla="*/ 1195959 h 5278088"/>
                <a:gd name="connsiteX23" fmla="*/ 1612090 w 5098846"/>
                <a:gd name="connsiteY23" fmla="*/ 744569 h 5278088"/>
                <a:gd name="connsiteX24" fmla="*/ 2413047 w 5098846"/>
                <a:gd name="connsiteY24" fmla="*/ 571500 h 5278088"/>
                <a:gd name="connsiteX25" fmla="*/ 2413047 w 5098846"/>
                <a:gd name="connsiteY25" fmla="*/ 0 h 5278088"/>
                <a:gd name="connsiteX26" fmla="*/ 2389425 w 5098846"/>
                <a:gd name="connsiteY26" fmla="*/ 5278089 h 5278088"/>
                <a:gd name="connsiteX27" fmla="*/ 2488104 w 5098846"/>
                <a:gd name="connsiteY27" fmla="*/ 5276469 h 5278088"/>
                <a:gd name="connsiteX28" fmla="*/ 2496676 w 5098846"/>
                <a:gd name="connsiteY28" fmla="*/ 5276469 h 5278088"/>
                <a:gd name="connsiteX29" fmla="*/ 2513441 w 5098846"/>
                <a:gd name="connsiteY29" fmla="*/ 1524 h 5278088"/>
                <a:gd name="connsiteX30" fmla="*/ 2507535 w 5098846"/>
                <a:gd name="connsiteY30" fmla="*/ 1524 h 5278088"/>
                <a:gd name="connsiteX31" fmla="*/ 2413047 w 5098846"/>
                <a:gd name="connsiteY31" fmla="*/ 0 h 5278088"/>
                <a:gd name="connsiteX32" fmla="*/ 2413047 w 5098846"/>
                <a:gd name="connsiteY32" fmla="*/ 0 h 527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8846" h="5278088">
                  <a:moveTo>
                    <a:pt x="2413047" y="571500"/>
                  </a:moveTo>
                  <a:cubicBezTo>
                    <a:pt x="2438384" y="571500"/>
                    <a:pt x="2463244" y="571881"/>
                    <a:pt x="2488866" y="572738"/>
                  </a:cubicBezTo>
                  <a:lnTo>
                    <a:pt x="2498486" y="573024"/>
                  </a:lnTo>
                  <a:lnTo>
                    <a:pt x="2508107" y="573024"/>
                  </a:lnTo>
                  <a:lnTo>
                    <a:pt x="2513345" y="573024"/>
                  </a:lnTo>
                  <a:cubicBezTo>
                    <a:pt x="2841101" y="573024"/>
                    <a:pt x="3139995" y="633222"/>
                    <a:pt x="3401742" y="751904"/>
                  </a:cubicBezTo>
                  <a:cubicBezTo>
                    <a:pt x="3637295" y="858774"/>
                    <a:pt x="3843416" y="1013079"/>
                    <a:pt x="4014200" y="1210532"/>
                  </a:cubicBezTo>
                  <a:cubicBezTo>
                    <a:pt x="4178601" y="1400651"/>
                    <a:pt x="4306903" y="1625727"/>
                    <a:pt x="4395390" y="1879473"/>
                  </a:cubicBezTo>
                  <a:cubicBezTo>
                    <a:pt x="4482925" y="2130362"/>
                    <a:pt x="4527311" y="2395728"/>
                    <a:pt x="4527311" y="2668334"/>
                  </a:cubicBezTo>
                  <a:cubicBezTo>
                    <a:pt x="4527311" y="2936843"/>
                    <a:pt x="4484163" y="3196114"/>
                    <a:pt x="4399010" y="3439001"/>
                  </a:cubicBezTo>
                  <a:cubicBezTo>
                    <a:pt x="4312808" y="3684937"/>
                    <a:pt x="4187269" y="3902202"/>
                    <a:pt x="4025820" y="4084796"/>
                  </a:cubicBezTo>
                  <a:cubicBezTo>
                    <a:pt x="3856751" y="4276058"/>
                    <a:pt x="3650535" y="4425601"/>
                    <a:pt x="3412982" y="4529328"/>
                  </a:cubicBezTo>
                  <a:cubicBezTo>
                    <a:pt x="3145710" y="4645914"/>
                    <a:pt x="2837481" y="4705065"/>
                    <a:pt x="2496676" y="4705065"/>
                  </a:cubicBezTo>
                  <a:lnTo>
                    <a:pt x="2489438" y="4705065"/>
                  </a:lnTo>
                  <a:lnTo>
                    <a:pt x="2479532" y="4705065"/>
                  </a:lnTo>
                  <a:lnTo>
                    <a:pt x="2469626" y="4705350"/>
                  </a:lnTo>
                  <a:cubicBezTo>
                    <a:pt x="2442765" y="4706207"/>
                    <a:pt x="2415809" y="4706684"/>
                    <a:pt x="2389520" y="4706684"/>
                  </a:cubicBezTo>
                  <a:cubicBezTo>
                    <a:pt x="2090245" y="4706684"/>
                    <a:pt x="1819640" y="4650200"/>
                    <a:pt x="1585039" y="4538853"/>
                  </a:cubicBezTo>
                  <a:cubicBezTo>
                    <a:pt x="1373774" y="4438555"/>
                    <a:pt x="1189370" y="4292823"/>
                    <a:pt x="1036970" y="4105656"/>
                  </a:cubicBezTo>
                  <a:cubicBezTo>
                    <a:pt x="888095" y="3922871"/>
                    <a:pt x="771985" y="3704463"/>
                    <a:pt x="691880" y="3456718"/>
                  </a:cubicBezTo>
                  <a:cubicBezTo>
                    <a:pt x="612060" y="3210020"/>
                    <a:pt x="571674" y="2946749"/>
                    <a:pt x="571674" y="2673953"/>
                  </a:cubicBezTo>
                  <a:cubicBezTo>
                    <a:pt x="571674" y="2396109"/>
                    <a:pt x="613584" y="2125790"/>
                    <a:pt x="696166" y="1870710"/>
                  </a:cubicBezTo>
                  <a:cubicBezTo>
                    <a:pt x="779224" y="1614011"/>
                    <a:pt x="899239" y="1387031"/>
                    <a:pt x="1052782" y="1195959"/>
                  </a:cubicBezTo>
                  <a:cubicBezTo>
                    <a:pt x="1209563" y="1000887"/>
                    <a:pt x="1397777" y="848963"/>
                    <a:pt x="1612090" y="744569"/>
                  </a:cubicBezTo>
                  <a:cubicBezTo>
                    <a:pt x="1847548" y="629698"/>
                    <a:pt x="2117105" y="571500"/>
                    <a:pt x="2413047" y="571500"/>
                  </a:cubicBezTo>
                  <a:moveTo>
                    <a:pt x="2413047" y="0"/>
                  </a:moveTo>
                  <a:cubicBezTo>
                    <a:pt x="-755635" y="0"/>
                    <a:pt x="-844694" y="5278089"/>
                    <a:pt x="2389425" y="5278089"/>
                  </a:cubicBezTo>
                  <a:cubicBezTo>
                    <a:pt x="2421810" y="5278089"/>
                    <a:pt x="2455052" y="5277517"/>
                    <a:pt x="2488104" y="5276469"/>
                  </a:cubicBezTo>
                  <a:cubicBezTo>
                    <a:pt x="2491152" y="5276469"/>
                    <a:pt x="2493629" y="5276469"/>
                    <a:pt x="2496676" y="5276469"/>
                  </a:cubicBezTo>
                  <a:cubicBezTo>
                    <a:pt x="6022832" y="5276469"/>
                    <a:pt x="5903674" y="1524"/>
                    <a:pt x="2513441" y="1524"/>
                  </a:cubicBezTo>
                  <a:cubicBezTo>
                    <a:pt x="2511536" y="1524"/>
                    <a:pt x="2509440" y="1524"/>
                    <a:pt x="2507535" y="1524"/>
                  </a:cubicBezTo>
                  <a:cubicBezTo>
                    <a:pt x="2475531" y="476"/>
                    <a:pt x="2444480" y="0"/>
                    <a:pt x="2413047" y="0"/>
                  </a:cubicBezTo>
                  <a:lnTo>
                    <a:pt x="2413047" y="0"/>
                  </a:lnTo>
                  <a:close/>
                </a:path>
              </a:pathLst>
            </a:custGeom>
            <a:solidFill>
              <a:schemeClr val="bg1">
                <a:alpha val="20000"/>
              </a:schemeClr>
            </a:solidFill>
            <a:ln w="9525" cap="flat">
              <a:noFill/>
              <a:prstDash val="solid"/>
              <a:miter/>
            </a:ln>
          </p:spPr>
          <p:txBody>
            <a:bodyPr rtlCol="0" anchor="ctr"/>
            <a:lstStyle/>
            <a:p>
              <a:endParaRPr lang="en-US"/>
            </a:p>
          </p:txBody>
        </p:sp>
        <p:sp>
          <p:nvSpPr>
            <p:cNvPr id="1234" name="Freeform: Shape 1233">
              <a:extLst>
                <a:ext uri="{FF2B5EF4-FFF2-40B4-BE49-F238E27FC236}">
                  <a16:creationId xmlns:a16="http://schemas.microsoft.com/office/drawing/2014/main" id="{0B1D362E-82C4-430B-827B-0A232EA6C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78615" y="772453"/>
              <a:ext cx="5079154" cy="5190747"/>
            </a:xfrm>
            <a:custGeom>
              <a:avLst/>
              <a:gdLst>
                <a:gd name="connsiteX0" fmla="*/ 2498620 w 5079154"/>
                <a:gd name="connsiteY0" fmla="*/ 24 h 5190747"/>
                <a:gd name="connsiteX1" fmla="*/ 3484267 w 5079154"/>
                <a:gd name="connsiteY1" fmla="*/ 172045 h 5190747"/>
                <a:gd name="connsiteX2" fmla="*/ 3543417 w 5079154"/>
                <a:gd name="connsiteY2" fmla="*/ 195382 h 5190747"/>
                <a:gd name="connsiteX3" fmla="*/ 3573040 w 5079154"/>
                <a:gd name="connsiteY3" fmla="*/ 207002 h 5190747"/>
                <a:gd name="connsiteX4" fmla="*/ 3602091 w 5079154"/>
                <a:gd name="connsiteY4" fmla="*/ 220051 h 5190747"/>
                <a:gd name="connsiteX5" fmla="*/ 3660099 w 5079154"/>
                <a:gd name="connsiteY5" fmla="*/ 246531 h 5190747"/>
                <a:gd name="connsiteX6" fmla="*/ 3689150 w 5079154"/>
                <a:gd name="connsiteY6" fmla="*/ 259771 h 5190747"/>
                <a:gd name="connsiteX7" fmla="*/ 3717534 w 5079154"/>
                <a:gd name="connsiteY7" fmla="*/ 274439 h 5190747"/>
                <a:gd name="connsiteX8" fmla="*/ 3774303 w 5079154"/>
                <a:gd name="connsiteY8" fmla="*/ 303871 h 5190747"/>
                <a:gd name="connsiteX9" fmla="*/ 3802688 w 5079154"/>
                <a:gd name="connsiteY9" fmla="*/ 318635 h 5190747"/>
                <a:gd name="connsiteX10" fmla="*/ 3830310 w 5079154"/>
                <a:gd name="connsiteY10" fmla="*/ 334732 h 5190747"/>
                <a:gd name="connsiteX11" fmla="*/ 3885555 w 5079154"/>
                <a:gd name="connsiteY11" fmla="*/ 367308 h 5190747"/>
                <a:gd name="connsiteX12" fmla="*/ 3913178 w 5079154"/>
                <a:gd name="connsiteY12" fmla="*/ 383691 h 5190747"/>
                <a:gd name="connsiteX13" fmla="*/ 3939943 w 5079154"/>
                <a:gd name="connsiteY13" fmla="*/ 401312 h 5190747"/>
                <a:gd name="connsiteX14" fmla="*/ 4339612 w 5079154"/>
                <a:gd name="connsiteY14" fmla="*/ 724972 h 5190747"/>
                <a:gd name="connsiteX15" fmla="*/ 4664034 w 5079154"/>
                <a:gd name="connsiteY15" fmla="*/ 1126832 h 5190747"/>
                <a:gd name="connsiteX16" fmla="*/ 4902539 w 5079154"/>
                <a:gd name="connsiteY16" fmla="*/ 1585460 h 5190747"/>
                <a:gd name="connsiteX17" fmla="*/ 5047891 w 5079154"/>
                <a:gd name="connsiteY17" fmla="*/ 2081046 h 5190747"/>
                <a:gd name="connsiteX18" fmla="*/ 5075228 w 5079154"/>
                <a:gd name="connsiteY18" fmla="*/ 2337554 h 5190747"/>
                <a:gd name="connsiteX19" fmla="*/ 5077609 w 5079154"/>
                <a:gd name="connsiteY19" fmla="*/ 2401943 h 5190747"/>
                <a:gd name="connsiteX20" fmla="*/ 5078847 w 5079154"/>
                <a:gd name="connsiteY20" fmla="*/ 2466237 h 5190747"/>
                <a:gd name="connsiteX21" fmla="*/ 5078466 w 5079154"/>
                <a:gd name="connsiteY21" fmla="*/ 2530531 h 5190747"/>
                <a:gd name="connsiteX22" fmla="*/ 5076942 w 5079154"/>
                <a:gd name="connsiteY22" fmla="*/ 2594729 h 5190747"/>
                <a:gd name="connsiteX23" fmla="*/ 4999028 w 5079154"/>
                <a:gd name="connsiteY23" fmla="*/ 3099269 h 5190747"/>
                <a:gd name="connsiteX24" fmla="*/ 4968738 w 5079154"/>
                <a:gd name="connsiteY24" fmla="*/ 3222141 h 5190747"/>
                <a:gd name="connsiteX25" fmla="*/ 4952451 w 5079154"/>
                <a:gd name="connsiteY25" fmla="*/ 3283101 h 5190747"/>
                <a:gd name="connsiteX26" fmla="*/ 4936925 w 5079154"/>
                <a:gd name="connsiteY26" fmla="*/ 3344156 h 5190747"/>
                <a:gd name="connsiteX27" fmla="*/ 4919875 w 5079154"/>
                <a:gd name="connsiteY27" fmla="*/ 3404831 h 5190747"/>
                <a:gd name="connsiteX28" fmla="*/ 4903016 w 5079154"/>
                <a:gd name="connsiteY28" fmla="*/ 3465410 h 5190747"/>
                <a:gd name="connsiteX29" fmla="*/ 4865297 w 5079154"/>
                <a:gd name="connsiteY29" fmla="*/ 3585520 h 5190747"/>
                <a:gd name="connsiteX30" fmla="*/ 4671177 w 5079154"/>
                <a:gd name="connsiteY30" fmla="*/ 4052340 h 5190747"/>
                <a:gd name="connsiteX31" fmla="*/ 4386094 w 5079154"/>
                <a:gd name="connsiteY31" fmla="*/ 4476393 h 5190747"/>
                <a:gd name="connsiteX32" fmla="*/ 4343708 w 5079154"/>
                <a:gd name="connsiteY32" fmla="*/ 4524875 h 5190747"/>
                <a:gd name="connsiteX33" fmla="*/ 4298655 w 5079154"/>
                <a:gd name="connsiteY33" fmla="*/ 4570976 h 5190747"/>
                <a:gd name="connsiteX34" fmla="*/ 4252935 w 5079154"/>
                <a:gd name="connsiteY34" fmla="*/ 4616411 h 5190747"/>
                <a:gd name="connsiteX35" fmla="*/ 4204738 w 5079154"/>
                <a:gd name="connsiteY35" fmla="*/ 4659273 h 5190747"/>
                <a:gd name="connsiteX36" fmla="*/ 4180354 w 5079154"/>
                <a:gd name="connsiteY36" fmla="*/ 4680419 h 5190747"/>
                <a:gd name="connsiteX37" fmla="*/ 4155494 w 5079154"/>
                <a:gd name="connsiteY37" fmla="*/ 4700898 h 5190747"/>
                <a:gd name="connsiteX38" fmla="*/ 4103964 w 5079154"/>
                <a:gd name="connsiteY38" fmla="*/ 4739664 h 5190747"/>
                <a:gd name="connsiteX39" fmla="*/ 4078151 w 5079154"/>
                <a:gd name="connsiteY39" fmla="*/ 4759000 h 5190747"/>
                <a:gd name="connsiteX40" fmla="*/ 4051766 w 5079154"/>
                <a:gd name="connsiteY40" fmla="*/ 4777479 h 5190747"/>
                <a:gd name="connsiteX41" fmla="*/ 3997950 w 5079154"/>
                <a:gd name="connsiteY41" fmla="*/ 4812816 h 5190747"/>
                <a:gd name="connsiteX42" fmla="*/ 3970994 w 5079154"/>
                <a:gd name="connsiteY42" fmla="*/ 4830342 h 5190747"/>
                <a:gd name="connsiteX43" fmla="*/ 3957469 w 5079154"/>
                <a:gd name="connsiteY43" fmla="*/ 4839010 h 5190747"/>
                <a:gd name="connsiteX44" fmla="*/ 3943563 w 5079154"/>
                <a:gd name="connsiteY44" fmla="*/ 4847011 h 5190747"/>
                <a:gd name="connsiteX45" fmla="*/ 3887746 w 5079154"/>
                <a:gd name="connsiteY45" fmla="*/ 4878824 h 5190747"/>
                <a:gd name="connsiteX46" fmla="*/ 3859742 w 5079154"/>
                <a:gd name="connsiteY46" fmla="*/ 4894541 h 5190747"/>
                <a:gd name="connsiteX47" fmla="*/ 3845741 w 5079154"/>
                <a:gd name="connsiteY47" fmla="*/ 4902351 h 5190747"/>
                <a:gd name="connsiteX48" fmla="*/ 3831358 w 5079154"/>
                <a:gd name="connsiteY48" fmla="*/ 4909400 h 5190747"/>
                <a:gd name="connsiteX49" fmla="*/ 3773827 w 5079154"/>
                <a:gd name="connsiteY49" fmla="*/ 4937498 h 5190747"/>
                <a:gd name="connsiteX50" fmla="*/ 3745157 w 5079154"/>
                <a:gd name="connsiteY50" fmla="*/ 4951500 h 5190747"/>
                <a:gd name="connsiteX51" fmla="*/ 3716106 w 5079154"/>
                <a:gd name="connsiteY51" fmla="*/ 4964835 h 5190747"/>
                <a:gd name="connsiteX52" fmla="*/ 3657146 w 5079154"/>
                <a:gd name="connsiteY52" fmla="*/ 4989314 h 5190747"/>
                <a:gd name="connsiteX53" fmla="*/ 3598091 w 5079154"/>
                <a:gd name="connsiteY53" fmla="*/ 5013032 h 5190747"/>
                <a:gd name="connsiteX54" fmla="*/ 3538083 w 5079154"/>
                <a:gd name="connsiteY54" fmla="*/ 5033986 h 5190747"/>
                <a:gd name="connsiteX55" fmla="*/ 3478171 w 5079154"/>
                <a:gd name="connsiteY55" fmla="*/ 5054656 h 5190747"/>
                <a:gd name="connsiteX56" fmla="*/ 3417306 w 5079154"/>
                <a:gd name="connsiteY56" fmla="*/ 5072086 h 5190747"/>
                <a:gd name="connsiteX57" fmla="*/ 3356632 w 5079154"/>
                <a:gd name="connsiteY57" fmla="*/ 5089422 h 5190747"/>
                <a:gd name="connsiteX58" fmla="*/ 3295386 w 5079154"/>
                <a:gd name="connsiteY58" fmla="*/ 5103996 h 5190747"/>
                <a:gd name="connsiteX59" fmla="*/ 3172514 w 5079154"/>
                <a:gd name="connsiteY59" fmla="*/ 5129999 h 5190747"/>
                <a:gd name="connsiteX60" fmla="*/ 3110887 w 5079154"/>
                <a:gd name="connsiteY60" fmla="*/ 5141143 h 5190747"/>
                <a:gd name="connsiteX61" fmla="*/ 3080121 w 5079154"/>
                <a:gd name="connsiteY61" fmla="*/ 5146667 h 5190747"/>
                <a:gd name="connsiteX62" fmla="*/ 3049165 w 5079154"/>
                <a:gd name="connsiteY62" fmla="*/ 5150954 h 5190747"/>
                <a:gd name="connsiteX63" fmla="*/ 2555008 w 5079154"/>
                <a:gd name="connsiteY63" fmla="*/ 5189435 h 5190747"/>
                <a:gd name="connsiteX64" fmla="*/ 2431945 w 5079154"/>
                <a:gd name="connsiteY64" fmla="*/ 5190483 h 5190747"/>
                <a:gd name="connsiteX65" fmla="*/ 2370318 w 5079154"/>
                <a:gd name="connsiteY65" fmla="*/ 5190387 h 5190747"/>
                <a:gd name="connsiteX66" fmla="*/ 2308501 w 5079154"/>
                <a:gd name="connsiteY66" fmla="*/ 5189244 h 5190747"/>
                <a:gd name="connsiteX67" fmla="*/ 2184200 w 5079154"/>
                <a:gd name="connsiteY67" fmla="*/ 5183434 h 5190747"/>
                <a:gd name="connsiteX68" fmla="*/ 2059994 w 5079154"/>
                <a:gd name="connsiteY68" fmla="*/ 5172099 h 5190747"/>
                <a:gd name="connsiteX69" fmla="*/ 1568027 w 5079154"/>
                <a:gd name="connsiteY69" fmla="*/ 5069134 h 5190747"/>
                <a:gd name="connsiteX70" fmla="*/ 1537738 w 5079154"/>
                <a:gd name="connsiteY70" fmla="*/ 5059704 h 5190747"/>
                <a:gd name="connsiteX71" fmla="*/ 1507829 w 5079154"/>
                <a:gd name="connsiteY71" fmla="*/ 5048941 h 5190747"/>
                <a:gd name="connsiteX72" fmla="*/ 1448298 w 5079154"/>
                <a:gd name="connsiteY72" fmla="*/ 5026557 h 5190747"/>
                <a:gd name="connsiteX73" fmla="*/ 1418485 w 5079154"/>
                <a:gd name="connsiteY73" fmla="*/ 5015318 h 5190747"/>
                <a:gd name="connsiteX74" fmla="*/ 1389243 w 5079154"/>
                <a:gd name="connsiteY74" fmla="*/ 5002649 h 5190747"/>
                <a:gd name="connsiteX75" fmla="*/ 1331045 w 5079154"/>
                <a:gd name="connsiteY75" fmla="*/ 4976360 h 5190747"/>
                <a:gd name="connsiteX76" fmla="*/ 1106446 w 5079154"/>
                <a:gd name="connsiteY76" fmla="*/ 4853583 h 5190747"/>
                <a:gd name="connsiteX77" fmla="*/ 710777 w 5079154"/>
                <a:gd name="connsiteY77" fmla="*/ 4526495 h 5190747"/>
                <a:gd name="connsiteX78" fmla="*/ 400834 w 5079154"/>
                <a:gd name="connsiteY78" fmla="*/ 4116824 h 5190747"/>
                <a:gd name="connsiteX79" fmla="*/ 181092 w 5079154"/>
                <a:gd name="connsiteY79" fmla="*/ 3653719 h 5190747"/>
                <a:gd name="connsiteX80" fmla="*/ 47361 w 5079154"/>
                <a:gd name="connsiteY80" fmla="*/ 3159943 h 5190747"/>
                <a:gd name="connsiteX81" fmla="*/ 36026 w 5079154"/>
                <a:gd name="connsiteY81" fmla="*/ 3096887 h 5190747"/>
                <a:gd name="connsiteX82" fmla="*/ 26882 w 5079154"/>
                <a:gd name="connsiteY82" fmla="*/ 3033546 h 5190747"/>
                <a:gd name="connsiteX83" fmla="*/ 18596 w 5079154"/>
                <a:gd name="connsiteY83" fmla="*/ 2970110 h 5190747"/>
                <a:gd name="connsiteX84" fmla="*/ 12214 w 5079154"/>
                <a:gd name="connsiteY84" fmla="*/ 2906482 h 5190747"/>
                <a:gd name="connsiteX85" fmla="*/ 3451 w 5079154"/>
                <a:gd name="connsiteY85" fmla="*/ 2778848 h 5190747"/>
                <a:gd name="connsiteX86" fmla="*/ 22 w 5079154"/>
                <a:gd name="connsiteY86" fmla="*/ 2650927 h 5190747"/>
                <a:gd name="connsiteX87" fmla="*/ 42313 w 5079154"/>
                <a:gd name="connsiteY87" fmla="*/ 2141625 h 5190747"/>
                <a:gd name="connsiteX88" fmla="*/ 165662 w 5079154"/>
                <a:gd name="connsiteY88" fmla="*/ 1644896 h 5190747"/>
                <a:gd name="connsiteX89" fmla="*/ 370259 w 5079154"/>
                <a:gd name="connsiteY89" fmla="*/ 1173504 h 5190747"/>
                <a:gd name="connsiteX90" fmla="*/ 661247 w 5079154"/>
                <a:gd name="connsiteY90" fmla="*/ 746022 h 5190747"/>
                <a:gd name="connsiteX91" fmla="*/ 704015 w 5079154"/>
                <a:gd name="connsiteY91" fmla="*/ 696968 h 5190747"/>
                <a:gd name="connsiteX92" fmla="*/ 747353 w 5079154"/>
                <a:gd name="connsiteY92" fmla="*/ 648486 h 5190747"/>
                <a:gd name="connsiteX93" fmla="*/ 792121 w 5079154"/>
                <a:gd name="connsiteY93" fmla="*/ 601147 h 5190747"/>
                <a:gd name="connsiteX94" fmla="*/ 814505 w 5079154"/>
                <a:gd name="connsiteY94" fmla="*/ 577429 h 5190747"/>
                <a:gd name="connsiteX95" fmla="*/ 838031 w 5079154"/>
                <a:gd name="connsiteY95" fmla="*/ 554855 h 5190747"/>
                <a:gd name="connsiteX96" fmla="*/ 885942 w 5079154"/>
                <a:gd name="connsiteY96" fmla="*/ 510469 h 5190747"/>
                <a:gd name="connsiteX97" fmla="*/ 910326 w 5079154"/>
                <a:gd name="connsiteY97" fmla="*/ 488752 h 5190747"/>
                <a:gd name="connsiteX98" fmla="*/ 935948 w 5079154"/>
                <a:gd name="connsiteY98" fmla="*/ 468368 h 5190747"/>
                <a:gd name="connsiteX99" fmla="*/ 1040533 w 5079154"/>
                <a:gd name="connsiteY99" fmla="*/ 390073 h 5190747"/>
                <a:gd name="connsiteX100" fmla="*/ 1501638 w 5079154"/>
                <a:gd name="connsiteY100" fmla="*/ 152614 h 5190747"/>
                <a:gd name="connsiteX101" fmla="*/ 1997700 w 5079154"/>
                <a:gd name="connsiteY101" fmla="*/ 32599 h 5190747"/>
                <a:gd name="connsiteX102" fmla="*/ 2498620 w 5079154"/>
                <a:gd name="connsiteY102" fmla="*/ 24 h 5190747"/>
                <a:gd name="connsiteX103" fmla="*/ 2496620 w 5079154"/>
                <a:gd name="connsiteY103" fmla="*/ 193572 h 5190747"/>
                <a:gd name="connsiteX104" fmla="*/ 2037229 w 5079154"/>
                <a:gd name="connsiteY104" fmla="*/ 241483 h 5190747"/>
                <a:gd name="connsiteX105" fmla="*/ 1613081 w 5079154"/>
                <a:gd name="connsiteY105" fmla="*/ 404646 h 5190747"/>
                <a:gd name="connsiteX106" fmla="*/ 1245892 w 5079154"/>
                <a:gd name="connsiteY106" fmla="*/ 657725 h 5190747"/>
                <a:gd name="connsiteX107" fmla="*/ 1163310 w 5079154"/>
                <a:gd name="connsiteY107" fmla="*/ 731639 h 5190747"/>
                <a:gd name="connsiteX108" fmla="*/ 1142831 w 5079154"/>
                <a:gd name="connsiteY108" fmla="*/ 750118 h 5190747"/>
                <a:gd name="connsiteX109" fmla="*/ 1123019 w 5079154"/>
                <a:gd name="connsiteY109" fmla="*/ 769453 h 5190747"/>
                <a:gd name="connsiteX110" fmla="*/ 1083014 w 5079154"/>
                <a:gd name="connsiteY110" fmla="*/ 807744 h 5190747"/>
                <a:gd name="connsiteX111" fmla="*/ 1062917 w 5079154"/>
                <a:gd name="connsiteY111" fmla="*/ 826794 h 5190747"/>
                <a:gd name="connsiteX112" fmla="*/ 1043676 w 5079154"/>
                <a:gd name="connsiteY112" fmla="*/ 846701 h 5190747"/>
                <a:gd name="connsiteX113" fmla="*/ 1005100 w 5079154"/>
                <a:gd name="connsiteY113" fmla="*/ 886516 h 5190747"/>
                <a:gd name="connsiteX114" fmla="*/ 968143 w 5079154"/>
                <a:gd name="connsiteY114" fmla="*/ 927949 h 5190747"/>
                <a:gd name="connsiteX115" fmla="*/ 932138 w 5079154"/>
                <a:gd name="connsiteY115" fmla="*/ 970336 h 5190747"/>
                <a:gd name="connsiteX116" fmla="*/ 514467 w 5079154"/>
                <a:gd name="connsiteY116" fmla="*/ 1759006 h 5190747"/>
                <a:gd name="connsiteX117" fmla="*/ 413693 w 5079154"/>
                <a:gd name="connsiteY117" fmla="*/ 2199918 h 5190747"/>
                <a:gd name="connsiteX118" fmla="*/ 380546 w 5079154"/>
                <a:gd name="connsiteY118" fmla="*/ 2651689 h 5190747"/>
                <a:gd name="connsiteX119" fmla="*/ 380260 w 5079154"/>
                <a:gd name="connsiteY119" fmla="*/ 2708363 h 5190747"/>
                <a:gd name="connsiteX120" fmla="*/ 381403 w 5079154"/>
                <a:gd name="connsiteY120" fmla="*/ 2765036 h 5190747"/>
                <a:gd name="connsiteX121" fmla="*/ 383117 w 5079154"/>
                <a:gd name="connsiteY121" fmla="*/ 2821710 h 5190747"/>
                <a:gd name="connsiteX122" fmla="*/ 384546 w 5079154"/>
                <a:gd name="connsiteY122" fmla="*/ 2849999 h 5190747"/>
                <a:gd name="connsiteX123" fmla="*/ 386261 w 5079154"/>
                <a:gd name="connsiteY123" fmla="*/ 2878289 h 5190747"/>
                <a:gd name="connsiteX124" fmla="*/ 389499 w 5079154"/>
                <a:gd name="connsiteY124" fmla="*/ 2934867 h 5190747"/>
                <a:gd name="connsiteX125" fmla="*/ 394547 w 5079154"/>
                <a:gd name="connsiteY125" fmla="*/ 2991255 h 5190747"/>
                <a:gd name="connsiteX126" fmla="*/ 399691 w 5079154"/>
                <a:gd name="connsiteY126" fmla="*/ 3047738 h 5190747"/>
                <a:gd name="connsiteX127" fmla="*/ 406644 w 5079154"/>
                <a:gd name="connsiteY127" fmla="*/ 3103936 h 5190747"/>
                <a:gd name="connsiteX128" fmla="*/ 500370 w 5079154"/>
                <a:gd name="connsiteY128" fmla="*/ 3546753 h 5190747"/>
                <a:gd name="connsiteX129" fmla="*/ 670677 w 5079154"/>
                <a:gd name="connsiteY129" fmla="*/ 3964710 h 5190747"/>
                <a:gd name="connsiteX130" fmla="*/ 920042 w 5079154"/>
                <a:gd name="connsiteY130" fmla="*/ 4339233 h 5190747"/>
                <a:gd name="connsiteX131" fmla="*/ 1248464 w 5079154"/>
                <a:gd name="connsiteY131" fmla="*/ 4646700 h 5190747"/>
                <a:gd name="connsiteX132" fmla="*/ 1294374 w 5079154"/>
                <a:gd name="connsiteY132" fmla="*/ 4679657 h 5190747"/>
                <a:gd name="connsiteX133" fmla="*/ 1317329 w 5079154"/>
                <a:gd name="connsiteY133" fmla="*/ 4696230 h 5190747"/>
                <a:gd name="connsiteX134" fmla="*/ 1341237 w 5079154"/>
                <a:gd name="connsiteY134" fmla="*/ 4711375 h 5190747"/>
                <a:gd name="connsiteX135" fmla="*/ 1388957 w 5079154"/>
                <a:gd name="connsiteY135" fmla="*/ 4742046 h 5190747"/>
                <a:gd name="connsiteX136" fmla="*/ 1412960 w 5079154"/>
                <a:gd name="connsiteY136" fmla="*/ 4757190 h 5190747"/>
                <a:gd name="connsiteX137" fmla="*/ 1437725 w 5079154"/>
                <a:gd name="connsiteY137" fmla="*/ 4771097 h 5190747"/>
                <a:gd name="connsiteX138" fmla="*/ 1487351 w 5079154"/>
                <a:gd name="connsiteY138" fmla="*/ 4798910 h 5190747"/>
                <a:gd name="connsiteX139" fmla="*/ 1512402 w 5079154"/>
                <a:gd name="connsiteY139" fmla="*/ 4812626 h 5190747"/>
                <a:gd name="connsiteX140" fmla="*/ 1538024 w 5079154"/>
                <a:gd name="connsiteY140" fmla="*/ 4825199 h 5190747"/>
                <a:gd name="connsiteX141" fmla="*/ 1589364 w 5079154"/>
                <a:gd name="connsiteY141" fmla="*/ 4850345 h 5190747"/>
                <a:gd name="connsiteX142" fmla="*/ 1615176 w 5079154"/>
                <a:gd name="connsiteY142" fmla="*/ 4862632 h 5190747"/>
                <a:gd name="connsiteX143" fmla="*/ 1641560 w 5079154"/>
                <a:gd name="connsiteY143" fmla="*/ 4873681 h 5190747"/>
                <a:gd name="connsiteX144" fmla="*/ 2083616 w 5079154"/>
                <a:gd name="connsiteY144" fmla="*/ 5005602 h 5190747"/>
                <a:gd name="connsiteX145" fmla="*/ 2199059 w 5079154"/>
                <a:gd name="connsiteY145" fmla="*/ 5021985 h 5190747"/>
                <a:gd name="connsiteX146" fmla="*/ 2315645 w 5079154"/>
                <a:gd name="connsiteY146" fmla="*/ 5031224 h 5190747"/>
                <a:gd name="connsiteX147" fmla="*/ 2374414 w 5079154"/>
                <a:gd name="connsiteY147" fmla="*/ 5033415 h 5190747"/>
                <a:gd name="connsiteX148" fmla="*/ 2433374 w 5079154"/>
                <a:gd name="connsiteY148" fmla="*/ 5034273 h 5190747"/>
                <a:gd name="connsiteX149" fmla="*/ 2551579 w 5079154"/>
                <a:gd name="connsiteY149" fmla="*/ 5033130 h 5190747"/>
                <a:gd name="connsiteX150" fmla="*/ 2669499 w 5079154"/>
                <a:gd name="connsiteY150" fmla="*/ 5027700 h 5190747"/>
                <a:gd name="connsiteX151" fmla="*/ 2727982 w 5079154"/>
                <a:gd name="connsiteY151" fmla="*/ 5022747 h 5190747"/>
                <a:gd name="connsiteX152" fmla="*/ 2757224 w 5079154"/>
                <a:gd name="connsiteY152" fmla="*/ 5020270 h 5190747"/>
                <a:gd name="connsiteX153" fmla="*/ 2771797 w 5079154"/>
                <a:gd name="connsiteY153" fmla="*/ 5018937 h 5190747"/>
                <a:gd name="connsiteX154" fmla="*/ 2786275 w 5079154"/>
                <a:gd name="connsiteY154" fmla="*/ 5016842 h 5190747"/>
                <a:gd name="connsiteX155" fmla="*/ 2902099 w 5079154"/>
                <a:gd name="connsiteY155" fmla="*/ 4999792 h 5190747"/>
                <a:gd name="connsiteX156" fmla="*/ 3016494 w 5079154"/>
                <a:gd name="connsiteY156" fmla="*/ 4976170 h 5190747"/>
                <a:gd name="connsiteX157" fmla="*/ 3452263 w 5079154"/>
                <a:gd name="connsiteY157" fmla="*/ 4822627 h 5190747"/>
                <a:gd name="connsiteX158" fmla="*/ 3503889 w 5079154"/>
                <a:gd name="connsiteY158" fmla="*/ 4797767 h 5190747"/>
                <a:gd name="connsiteX159" fmla="*/ 3554085 w 5079154"/>
                <a:gd name="connsiteY159" fmla="*/ 4770430 h 5190747"/>
                <a:gd name="connsiteX160" fmla="*/ 3603996 w 5079154"/>
                <a:gd name="connsiteY160" fmla="*/ 4742903 h 5190747"/>
                <a:gd name="connsiteX161" fmla="*/ 3628475 w 5079154"/>
                <a:gd name="connsiteY161" fmla="*/ 4728425 h 5190747"/>
                <a:gd name="connsiteX162" fmla="*/ 3652669 w 5079154"/>
                <a:gd name="connsiteY162" fmla="*/ 4713375 h 5190747"/>
                <a:gd name="connsiteX163" fmla="*/ 3700866 w 5079154"/>
                <a:gd name="connsiteY163" fmla="*/ 4683467 h 5190747"/>
                <a:gd name="connsiteX164" fmla="*/ 3712867 w 5079154"/>
                <a:gd name="connsiteY164" fmla="*/ 4675942 h 5190747"/>
                <a:gd name="connsiteX165" fmla="*/ 3724488 w 5079154"/>
                <a:gd name="connsiteY165" fmla="*/ 4667750 h 5190747"/>
                <a:gd name="connsiteX166" fmla="*/ 3747633 w 5079154"/>
                <a:gd name="connsiteY166" fmla="*/ 4651463 h 5190747"/>
                <a:gd name="connsiteX167" fmla="*/ 3794115 w 5079154"/>
                <a:gd name="connsiteY167" fmla="*/ 4619268 h 5190747"/>
                <a:gd name="connsiteX168" fmla="*/ 3805736 w 5079154"/>
                <a:gd name="connsiteY168" fmla="*/ 4611267 h 5190747"/>
                <a:gd name="connsiteX169" fmla="*/ 3816880 w 5079154"/>
                <a:gd name="connsiteY169" fmla="*/ 4602599 h 5190747"/>
                <a:gd name="connsiteX170" fmla="*/ 3839168 w 5079154"/>
                <a:gd name="connsiteY170" fmla="*/ 4585264 h 5190747"/>
                <a:gd name="connsiteX171" fmla="*/ 3883841 w 5079154"/>
                <a:gd name="connsiteY171" fmla="*/ 4550879 h 5190747"/>
                <a:gd name="connsiteX172" fmla="*/ 3905558 w 5079154"/>
                <a:gd name="connsiteY172" fmla="*/ 4532972 h 5190747"/>
                <a:gd name="connsiteX173" fmla="*/ 3926989 w 5079154"/>
                <a:gd name="connsiteY173" fmla="*/ 4514684 h 5190747"/>
                <a:gd name="connsiteX174" fmla="*/ 3969851 w 5079154"/>
                <a:gd name="connsiteY174" fmla="*/ 4478393 h 5190747"/>
                <a:gd name="connsiteX175" fmla="*/ 4011381 w 5079154"/>
                <a:gd name="connsiteY175" fmla="*/ 4440579 h 5190747"/>
                <a:gd name="connsiteX176" fmla="*/ 4053291 w 5079154"/>
                <a:gd name="connsiteY176" fmla="*/ 4403146 h 5190747"/>
                <a:gd name="connsiteX177" fmla="*/ 4093581 w 5079154"/>
                <a:gd name="connsiteY177" fmla="*/ 4363998 h 5190747"/>
                <a:gd name="connsiteX178" fmla="*/ 4134063 w 5079154"/>
                <a:gd name="connsiteY178" fmla="*/ 4324946 h 5190747"/>
                <a:gd name="connsiteX179" fmla="*/ 4172639 w 5079154"/>
                <a:gd name="connsiteY179" fmla="*/ 4283988 h 5190747"/>
                <a:gd name="connsiteX180" fmla="*/ 4450483 w 5079154"/>
                <a:gd name="connsiteY180" fmla="*/ 3926610 h 5190747"/>
                <a:gd name="connsiteX181" fmla="*/ 4647746 w 5079154"/>
                <a:gd name="connsiteY181" fmla="*/ 3513035 h 5190747"/>
                <a:gd name="connsiteX182" fmla="*/ 4664796 w 5079154"/>
                <a:gd name="connsiteY182" fmla="*/ 3457980 h 5190747"/>
                <a:gd name="connsiteX183" fmla="*/ 4681083 w 5079154"/>
                <a:gd name="connsiteY183" fmla="*/ 3402640 h 5190747"/>
                <a:gd name="connsiteX184" fmla="*/ 4707753 w 5079154"/>
                <a:gd name="connsiteY184" fmla="*/ 3290340 h 5190747"/>
                <a:gd name="connsiteX185" fmla="*/ 4726041 w 5079154"/>
                <a:gd name="connsiteY185" fmla="*/ 3176326 h 5190747"/>
                <a:gd name="connsiteX186" fmla="*/ 4735090 w 5079154"/>
                <a:gd name="connsiteY186" fmla="*/ 3061169 h 5190747"/>
                <a:gd name="connsiteX187" fmla="*/ 4713659 w 5079154"/>
                <a:gd name="connsiteY187" fmla="*/ 2603302 h 5190747"/>
                <a:gd name="connsiteX188" fmla="*/ 4707658 w 5079154"/>
                <a:gd name="connsiteY188" fmla="*/ 2546914 h 5190747"/>
                <a:gd name="connsiteX189" fmla="*/ 4700991 w 5079154"/>
                <a:gd name="connsiteY189" fmla="*/ 2490716 h 5190747"/>
                <a:gd name="connsiteX190" fmla="*/ 4692894 w 5079154"/>
                <a:gd name="connsiteY190" fmla="*/ 2434805 h 5190747"/>
                <a:gd name="connsiteX191" fmla="*/ 4684036 w 5079154"/>
                <a:gd name="connsiteY191" fmla="*/ 2379083 h 5190747"/>
                <a:gd name="connsiteX192" fmla="*/ 4673940 w 5079154"/>
                <a:gd name="connsiteY192" fmla="*/ 2323648 h 5190747"/>
                <a:gd name="connsiteX193" fmla="*/ 4669177 w 5079154"/>
                <a:gd name="connsiteY193" fmla="*/ 2295930 h 5190747"/>
                <a:gd name="connsiteX194" fmla="*/ 4663367 w 5079154"/>
                <a:gd name="connsiteY194" fmla="*/ 2268403 h 5190747"/>
                <a:gd name="connsiteX195" fmla="*/ 4652127 w 5079154"/>
                <a:gd name="connsiteY195" fmla="*/ 2213348 h 5190747"/>
                <a:gd name="connsiteX196" fmla="*/ 4646793 w 5079154"/>
                <a:gd name="connsiteY196" fmla="*/ 2185821 h 5190747"/>
                <a:gd name="connsiteX197" fmla="*/ 4640602 w 5079154"/>
                <a:gd name="connsiteY197" fmla="*/ 2158484 h 5190747"/>
                <a:gd name="connsiteX198" fmla="*/ 4526969 w 5079154"/>
                <a:gd name="connsiteY198" fmla="*/ 1725668 h 5190747"/>
                <a:gd name="connsiteX199" fmla="*/ 4348947 w 5079154"/>
                <a:gd name="connsiteY199" fmla="*/ 1315426 h 5190747"/>
                <a:gd name="connsiteX200" fmla="*/ 4322277 w 5079154"/>
                <a:gd name="connsiteY200" fmla="*/ 1266087 h 5190747"/>
                <a:gd name="connsiteX201" fmla="*/ 4293416 w 5079154"/>
                <a:gd name="connsiteY201" fmla="*/ 1218176 h 5190747"/>
                <a:gd name="connsiteX202" fmla="*/ 4264555 w 5079154"/>
                <a:gd name="connsiteY202" fmla="*/ 1170075 h 5190747"/>
                <a:gd name="connsiteX203" fmla="*/ 4233599 w 5079154"/>
                <a:gd name="connsiteY203" fmla="*/ 1123403 h 5190747"/>
                <a:gd name="connsiteX204" fmla="*/ 4202262 w 5079154"/>
                <a:gd name="connsiteY204" fmla="*/ 1076825 h 5190747"/>
                <a:gd name="connsiteX205" fmla="*/ 4169115 w 5079154"/>
                <a:gd name="connsiteY205" fmla="*/ 1031582 h 5190747"/>
                <a:gd name="connsiteX206" fmla="*/ 4152541 w 5079154"/>
                <a:gd name="connsiteY206" fmla="*/ 1008912 h 5190747"/>
                <a:gd name="connsiteX207" fmla="*/ 4144254 w 5079154"/>
                <a:gd name="connsiteY207" fmla="*/ 997577 h 5190747"/>
                <a:gd name="connsiteX208" fmla="*/ 4135396 w 5079154"/>
                <a:gd name="connsiteY208" fmla="*/ 986719 h 5190747"/>
                <a:gd name="connsiteX209" fmla="*/ 4099963 w 5079154"/>
                <a:gd name="connsiteY209" fmla="*/ 943190 h 5190747"/>
                <a:gd name="connsiteX210" fmla="*/ 3779256 w 5079154"/>
                <a:gd name="connsiteY210" fmla="*/ 627721 h 5190747"/>
                <a:gd name="connsiteX211" fmla="*/ 3593519 w 5079154"/>
                <a:gd name="connsiteY211" fmla="*/ 497705 h 5190747"/>
                <a:gd name="connsiteX212" fmla="*/ 3392827 w 5079154"/>
                <a:gd name="connsiteY212" fmla="*/ 389882 h 5190747"/>
                <a:gd name="connsiteX213" fmla="*/ 2957534 w 5079154"/>
                <a:gd name="connsiteY213" fmla="*/ 245102 h 5190747"/>
                <a:gd name="connsiteX214" fmla="*/ 2901051 w 5079154"/>
                <a:gd name="connsiteY214" fmla="*/ 232910 h 5190747"/>
                <a:gd name="connsiteX215" fmla="*/ 2843901 w 5079154"/>
                <a:gd name="connsiteY215" fmla="*/ 223861 h 5190747"/>
                <a:gd name="connsiteX216" fmla="*/ 2729030 w 5079154"/>
                <a:gd name="connsiteY216" fmla="*/ 208240 h 5190747"/>
                <a:gd name="connsiteX217" fmla="*/ 2671213 w 5079154"/>
                <a:gd name="connsiteY217" fmla="*/ 202716 h 5190747"/>
                <a:gd name="connsiteX218" fmla="*/ 2613206 w 5079154"/>
                <a:gd name="connsiteY218" fmla="*/ 198430 h 5190747"/>
                <a:gd name="connsiteX219" fmla="*/ 2496620 w 5079154"/>
                <a:gd name="connsiteY219" fmla="*/ 193572 h 5190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5079154" h="5190747">
                  <a:moveTo>
                    <a:pt x="2498620" y="24"/>
                  </a:moveTo>
                  <a:cubicBezTo>
                    <a:pt x="2829900" y="881"/>
                    <a:pt x="3167084" y="51649"/>
                    <a:pt x="3484267" y="172045"/>
                  </a:cubicBezTo>
                  <a:lnTo>
                    <a:pt x="3543417" y="195382"/>
                  </a:lnTo>
                  <a:lnTo>
                    <a:pt x="3573040" y="207002"/>
                  </a:lnTo>
                  <a:cubicBezTo>
                    <a:pt x="3582756" y="211193"/>
                    <a:pt x="3592376" y="215670"/>
                    <a:pt x="3602091" y="220051"/>
                  </a:cubicBezTo>
                  <a:lnTo>
                    <a:pt x="3660099" y="246531"/>
                  </a:lnTo>
                  <a:lnTo>
                    <a:pt x="3689150" y="259771"/>
                  </a:lnTo>
                  <a:cubicBezTo>
                    <a:pt x="3698770" y="264343"/>
                    <a:pt x="3708009" y="269486"/>
                    <a:pt x="3717534" y="274439"/>
                  </a:cubicBezTo>
                  <a:lnTo>
                    <a:pt x="3774303" y="303871"/>
                  </a:lnTo>
                  <a:lnTo>
                    <a:pt x="3802688" y="318635"/>
                  </a:lnTo>
                  <a:cubicBezTo>
                    <a:pt x="3812022" y="323779"/>
                    <a:pt x="3821071" y="329398"/>
                    <a:pt x="3830310" y="334732"/>
                  </a:cubicBezTo>
                  <a:lnTo>
                    <a:pt x="3885555" y="367308"/>
                  </a:lnTo>
                  <a:lnTo>
                    <a:pt x="3913178" y="383691"/>
                  </a:lnTo>
                  <a:lnTo>
                    <a:pt x="3939943" y="401312"/>
                  </a:lnTo>
                  <a:cubicBezTo>
                    <a:pt x="4083580" y="494371"/>
                    <a:pt x="4218168" y="602957"/>
                    <a:pt x="4339612" y="724972"/>
                  </a:cubicBezTo>
                  <a:cubicBezTo>
                    <a:pt x="4460675" y="847368"/>
                    <a:pt x="4570117" y="982051"/>
                    <a:pt x="4664034" y="1126832"/>
                  </a:cubicBezTo>
                  <a:cubicBezTo>
                    <a:pt x="4758331" y="1271421"/>
                    <a:pt x="4837674" y="1425631"/>
                    <a:pt x="4902539" y="1585460"/>
                  </a:cubicBezTo>
                  <a:cubicBezTo>
                    <a:pt x="4966357" y="1745576"/>
                    <a:pt x="5019316" y="1910930"/>
                    <a:pt x="5047891" y="2081046"/>
                  </a:cubicBezTo>
                  <a:cubicBezTo>
                    <a:pt x="5062369" y="2166009"/>
                    <a:pt x="5070847" y="2251829"/>
                    <a:pt x="5075228" y="2337554"/>
                  </a:cubicBezTo>
                  <a:cubicBezTo>
                    <a:pt x="5076942" y="2358986"/>
                    <a:pt x="5077228" y="2380417"/>
                    <a:pt x="5077609" y="2401943"/>
                  </a:cubicBezTo>
                  <a:lnTo>
                    <a:pt x="5078847" y="2466237"/>
                  </a:lnTo>
                  <a:cubicBezTo>
                    <a:pt x="5079609" y="2487668"/>
                    <a:pt x="5078752" y="2509099"/>
                    <a:pt x="5078466" y="2530531"/>
                  </a:cubicBezTo>
                  <a:lnTo>
                    <a:pt x="5076942" y="2594729"/>
                  </a:lnTo>
                  <a:cubicBezTo>
                    <a:pt x="5071037" y="2765894"/>
                    <a:pt x="5038557" y="2934962"/>
                    <a:pt x="4999028" y="3099269"/>
                  </a:cubicBezTo>
                  <a:cubicBezTo>
                    <a:pt x="4988550" y="3140321"/>
                    <a:pt x="4978359" y="3181279"/>
                    <a:pt x="4968738" y="3222141"/>
                  </a:cubicBezTo>
                  <a:lnTo>
                    <a:pt x="4952451" y="3283101"/>
                  </a:lnTo>
                  <a:lnTo>
                    <a:pt x="4936925" y="3344156"/>
                  </a:lnTo>
                  <a:lnTo>
                    <a:pt x="4919875" y="3404831"/>
                  </a:lnTo>
                  <a:cubicBezTo>
                    <a:pt x="4914256" y="3425024"/>
                    <a:pt x="4909207" y="3445407"/>
                    <a:pt x="4903016" y="3465410"/>
                  </a:cubicBezTo>
                  <a:cubicBezTo>
                    <a:pt x="4890252" y="3505415"/>
                    <a:pt x="4878537" y="3545705"/>
                    <a:pt x="4865297" y="3585520"/>
                  </a:cubicBezTo>
                  <a:cubicBezTo>
                    <a:pt x="4811957" y="3744682"/>
                    <a:pt x="4749378" y="3901655"/>
                    <a:pt x="4671177" y="4052340"/>
                  </a:cubicBezTo>
                  <a:cubicBezTo>
                    <a:pt x="4593073" y="4202835"/>
                    <a:pt x="4498870" y="4346948"/>
                    <a:pt x="4386094" y="4476393"/>
                  </a:cubicBezTo>
                  <a:cubicBezTo>
                    <a:pt x="4371997" y="4492490"/>
                    <a:pt x="4358091" y="4508969"/>
                    <a:pt x="4343708" y="4524875"/>
                  </a:cubicBezTo>
                  <a:lnTo>
                    <a:pt x="4298655" y="4570976"/>
                  </a:lnTo>
                  <a:cubicBezTo>
                    <a:pt x="4283605" y="4586312"/>
                    <a:pt x="4268651" y="4601742"/>
                    <a:pt x="4252935" y="4616411"/>
                  </a:cubicBezTo>
                  <a:cubicBezTo>
                    <a:pt x="4237028" y="4630793"/>
                    <a:pt x="4221026" y="4645176"/>
                    <a:pt x="4204738" y="4659273"/>
                  </a:cubicBezTo>
                  <a:lnTo>
                    <a:pt x="4180354" y="4680419"/>
                  </a:lnTo>
                  <a:cubicBezTo>
                    <a:pt x="4172163" y="4687372"/>
                    <a:pt x="4164257" y="4694706"/>
                    <a:pt x="4155494" y="4700898"/>
                  </a:cubicBezTo>
                  <a:lnTo>
                    <a:pt x="4103964" y="4739664"/>
                  </a:lnTo>
                  <a:lnTo>
                    <a:pt x="4078151" y="4759000"/>
                  </a:lnTo>
                  <a:cubicBezTo>
                    <a:pt x="4069578" y="4765477"/>
                    <a:pt x="4060910" y="4771764"/>
                    <a:pt x="4051766" y="4777479"/>
                  </a:cubicBezTo>
                  <a:lnTo>
                    <a:pt x="3997950" y="4812816"/>
                  </a:lnTo>
                  <a:lnTo>
                    <a:pt x="3970994" y="4830342"/>
                  </a:lnTo>
                  <a:lnTo>
                    <a:pt x="3957469" y="4839010"/>
                  </a:lnTo>
                  <a:lnTo>
                    <a:pt x="3943563" y="4847011"/>
                  </a:lnTo>
                  <a:lnTo>
                    <a:pt x="3887746" y="4878824"/>
                  </a:lnTo>
                  <a:lnTo>
                    <a:pt x="3859742" y="4894541"/>
                  </a:lnTo>
                  <a:lnTo>
                    <a:pt x="3845741" y="4902351"/>
                  </a:lnTo>
                  <a:lnTo>
                    <a:pt x="3831358" y="4909400"/>
                  </a:lnTo>
                  <a:lnTo>
                    <a:pt x="3773827" y="4937498"/>
                  </a:lnTo>
                  <a:lnTo>
                    <a:pt x="3745157" y="4951500"/>
                  </a:lnTo>
                  <a:cubicBezTo>
                    <a:pt x="3735632" y="4956263"/>
                    <a:pt x="3726012" y="4960835"/>
                    <a:pt x="3716106" y="4964835"/>
                  </a:cubicBezTo>
                  <a:lnTo>
                    <a:pt x="3657146" y="4989314"/>
                  </a:lnTo>
                  <a:cubicBezTo>
                    <a:pt x="3637429" y="4997220"/>
                    <a:pt x="3618093" y="5005983"/>
                    <a:pt x="3598091" y="5013032"/>
                  </a:cubicBezTo>
                  <a:lnTo>
                    <a:pt x="3538083" y="5033986"/>
                  </a:lnTo>
                  <a:cubicBezTo>
                    <a:pt x="3518081" y="5040845"/>
                    <a:pt x="3498174" y="5047989"/>
                    <a:pt x="3478171" y="5054656"/>
                  </a:cubicBezTo>
                  <a:lnTo>
                    <a:pt x="3417306" y="5072086"/>
                  </a:lnTo>
                  <a:lnTo>
                    <a:pt x="3356632" y="5089422"/>
                  </a:lnTo>
                  <a:cubicBezTo>
                    <a:pt x="3336344" y="5094756"/>
                    <a:pt x="3315770" y="5099138"/>
                    <a:pt x="3295386" y="5103996"/>
                  </a:cubicBezTo>
                  <a:cubicBezTo>
                    <a:pt x="3254524" y="5113330"/>
                    <a:pt x="3213948" y="5123712"/>
                    <a:pt x="3172514" y="5129999"/>
                  </a:cubicBezTo>
                  <a:lnTo>
                    <a:pt x="3110887" y="5141143"/>
                  </a:lnTo>
                  <a:lnTo>
                    <a:pt x="3080121" y="5146667"/>
                  </a:lnTo>
                  <a:cubicBezTo>
                    <a:pt x="3069834" y="5148286"/>
                    <a:pt x="3059547" y="5149525"/>
                    <a:pt x="3049165" y="5150954"/>
                  </a:cubicBezTo>
                  <a:cubicBezTo>
                    <a:pt x="2884859" y="5176481"/>
                    <a:pt x="2718838" y="5186958"/>
                    <a:pt x="2555008" y="5189435"/>
                  </a:cubicBezTo>
                  <a:cubicBezTo>
                    <a:pt x="2514050" y="5190197"/>
                    <a:pt x="2473093" y="5191244"/>
                    <a:pt x="2431945" y="5190483"/>
                  </a:cubicBezTo>
                  <a:lnTo>
                    <a:pt x="2370318" y="5190387"/>
                  </a:lnTo>
                  <a:cubicBezTo>
                    <a:pt x="2349744" y="5190292"/>
                    <a:pt x="2329266" y="5190577"/>
                    <a:pt x="2308501" y="5189244"/>
                  </a:cubicBezTo>
                  <a:lnTo>
                    <a:pt x="2184200" y="5183434"/>
                  </a:lnTo>
                  <a:lnTo>
                    <a:pt x="2059994" y="5172099"/>
                  </a:lnTo>
                  <a:cubicBezTo>
                    <a:pt x="1894544" y="5153335"/>
                    <a:pt x="1729095" y="5121236"/>
                    <a:pt x="1568027" y="5069134"/>
                  </a:cubicBezTo>
                  <a:lnTo>
                    <a:pt x="1537738" y="5059704"/>
                  </a:lnTo>
                  <a:cubicBezTo>
                    <a:pt x="1527546" y="5056751"/>
                    <a:pt x="1517831" y="5052465"/>
                    <a:pt x="1507829" y="5048941"/>
                  </a:cubicBezTo>
                  <a:lnTo>
                    <a:pt x="1448298" y="5026557"/>
                  </a:lnTo>
                  <a:lnTo>
                    <a:pt x="1418485" y="5015318"/>
                  </a:lnTo>
                  <a:cubicBezTo>
                    <a:pt x="1408484" y="5011698"/>
                    <a:pt x="1398959" y="5006840"/>
                    <a:pt x="1389243" y="5002649"/>
                  </a:cubicBezTo>
                  <a:lnTo>
                    <a:pt x="1331045" y="4976360"/>
                  </a:lnTo>
                  <a:cubicBezTo>
                    <a:pt x="1253702" y="4940737"/>
                    <a:pt x="1178645" y="4899494"/>
                    <a:pt x="1106446" y="4853583"/>
                  </a:cubicBezTo>
                  <a:cubicBezTo>
                    <a:pt x="962047" y="4761667"/>
                    <a:pt x="829268" y="4650796"/>
                    <a:pt x="710777" y="4526495"/>
                  </a:cubicBezTo>
                  <a:cubicBezTo>
                    <a:pt x="592667" y="4401813"/>
                    <a:pt x="488940" y="4263795"/>
                    <a:pt x="400834" y="4116824"/>
                  </a:cubicBezTo>
                  <a:cubicBezTo>
                    <a:pt x="312728" y="3969758"/>
                    <a:pt x="239671" y="3814215"/>
                    <a:pt x="181092" y="3653719"/>
                  </a:cubicBezTo>
                  <a:cubicBezTo>
                    <a:pt x="122418" y="3493223"/>
                    <a:pt x="78127" y="3327773"/>
                    <a:pt x="47361" y="3159943"/>
                  </a:cubicBezTo>
                  <a:cubicBezTo>
                    <a:pt x="43646" y="3138988"/>
                    <a:pt x="39265" y="3118033"/>
                    <a:pt x="36026" y="3096887"/>
                  </a:cubicBezTo>
                  <a:lnTo>
                    <a:pt x="26882" y="3033546"/>
                  </a:lnTo>
                  <a:cubicBezTo>
                    <a:pt x="24120" y="3012400"/>
                    <a:pt x="20596" y="2991350"/>
                    <a:pt x="18596" y="2970110"/>
                  </a:cubicBezTo>
                  <a:lnTo>
                    <a:pt x="12214" y="2906482"/>
                  </a:lnTo>
                  <a:cubicBezTo>
                    <a:pt x="7261" y="2864096"/>
                    <a:pt x="5737" y="2821424"/>
                    <a:pt x="3451" y="2778848"/>
                  </a:cubicBezTo>
                  <a:cubicBezTo>
                    <a:pt x="689" y="2736271"/>
                    <a:pt x="308" y="2693599"/>
                    <a:pt x="22" y="2650927"/>
                  </a:cubicBezTo>
                  <a:cubicBezTo>
                    <a:pt x="-645" y="2480334"/>
                    <a:pt x="13928" y="2309837"/>
                    <a:pt x="42313" y="2141625"/>
                  </a:cubicBezTo>
                  <a:cubicBezTo>
                    <a:pt x="70507" y="1973414"/>
                    <a:pt x="111369" y="1807202"/>
                    <a:pt x="165662" y="1644896"/>
                  </a:cubicBezTo>
                  <a:cubicBezTo>
                    <a:pt x="219954" y="1482685"/>
                    <a:pt x="287963" y="1324666"/>
                    <a:pt x="370259" y="1173504"/>
                  </a:cubicBezTo>
                  <a:cubicBezTo>
                    <a:pt x="452459" y="1022438"/>
                    <a:pt x="549519" y="878515"/>
                    <a:pt x="661247" y="746022"/>
                  </a:cubicBezTo>
                  <a:lnTo>
                    <a:pt x="704015" y="696968"/>
                  </a:lnTo>
                  <a:cubicBezTo>
                    <a:pt x="718302" y="680680"/>
                    <a:pt x="732113" y="664012"/>
                    <a:pt x="747353" y="648486"/>
                  </a:cubicBezTo>
                  <a:lnTo>
                    <a:pt x="792121" y="601147"/>
                  </a:lnTo>
                  <a:lnTo>
                    <a:pt x="814505" y="577429"/>
                  </a:lnTo>
                  <a:cubicBezTo>
                    <a:pt x="822125" y="569619"/>
                    <a:pt x="830221" y="562380"/>
                    <a:pt x="838031" y="554855"/>
                  </a:cubicBezTo>
                  <a:cubicBezTo>
                    <a:pt x="853843" y="539901"/>
                    <a:pt x="869845" y="525137"/>
                    <a:pt x="885942" y="510469"/>
                  </a:cubicBezTo>
                  <a:cubicBezTo>
                    <a:pt x="894038" y="503230"/>
                    <a:pt x="902039" y="495800"/>
                    <a:pt x="910326" y="488752"/>
                  </a:cubicBezTo>
                  <a:lnTo>
                    <a:pt x="935948" y="468368"/>
                  </a:lnTo>
                  <a:cubicBezTo>
                    <a:pt x="970334" y="441508"/>
                    <a:pt x="1004147" y="414171"/>
                    <a:pt x="1040533" y="390073"/>
                  </a:cubicBezTo>
                  <a:cubicBezTo>
                    <a:pt x="1183313" y="290155"/>
                    <a:pt x="1339713" y="210907"/>
                    <a:pt x="1501638" y="152614"/>
                  </a:cubicBezTo>
                  <a:cubicBezTo>
                    <a:pt x="1663658" y="93940"/>
                    <a:pt x="1830822" y="56602"/>
                    <a:pt x="1997700" y="32599"/>
                  </a:cubicBezTo>
                  <a:cubicBezTo>
                    <a:pt x="2164864" y="9073"/>
                    <a:pt x="2332599" y="-548"/>
                    <a:pt x="2498620" y="24"/>
                  </a:cubicBezTo>
                  <a:close/>
                  <a:moveTo>
                    <a:pt x="2496620" y="193572"/>
                  </a:moveTo>
                  <a:cubicBezTo>
                    <a:pt x="2340886" y="190714"/>
                    <a:pt x="2186486" y="205859"/>
                    <a:pt x="2037229" y="241483"/>
                  </a:cubicBezTo>
                  <a:cubicBezTo>
                    <a:pt x="1887972" y="276820"/>
                    <a:pt x="1745383" y="333494"/>
                    <a:pt x="1613081" y="404646"/>
                  </a:cubicBezTo>
                  <a:cubicBezTo>
                    <a:pt x="1480683" y="475893"/>
                    <a:pt x="1358477" y="561904"/>
                    <a:pt x="1245892" y="657725"/>
                  </a:cubicBezTo>
                  <a:cubicBezTo>
                    <a:pt x="1216841" y="680490"/>
                    <a:pt x="1190837" y="707160"/>
                    <a:pt x="1163310" y="731639"/>
                  </a:cubicBezTo>
                  <a:lnTo>
                    <a:pt x="1142831" y="750118"/>
                  </a:lnTo>
                  <a:cubicBezTo>
                    <a:pt x="1136069" y="756404"/>
                    <a:pt x="1129687" y="763072"/>
                    <a:pt x="1123019" y="769453"/>
                  </a:cubicBezTo>
                  <a:cubicBezTo>
                    <a:pt x="1109780" y="782312"/>
                    <a:pt x="1096540" y="795171"/>
                    <a:pt x="1083014" y="807744"/>
                  </a:cubicBezTo>
                  <a:cubicBezTo>
                    <a:pt x="1076347" y="814126"/>
                    <a:pt x="1069394" y="820222"/>
                    <a:pt x="1062917" y="826794"/>
                  </a:cubicBezTo>
                  <a:lnTo>
                    <a:pt x="1043676" y="846701"/>
                  </a:lnTo>
                  <a:lnTo>
                    <a:pt x="1005100" y="886516"/>
                  </a:lnTo>
                  <a:cubicBezTo>
                    <a:pt x="991860" y="899470"/>
                    <a:pt x="980240" y="913948"/>
                    <a:pt x="968143" y="927949"/>
                  </a:cubicBezTo>
                  <a:lnTo>
                    <a:pt x="932138" y="970336"/>
                  </a:lnTo>
                  <a:cubicBezTo>
                    <a:pt x="744020" y="1200269"/>
                    <a:pt x="605526" y="1472113"/>
                    <a:pt x="514467" y="1759006"/>
                  </a:cubicBezTo>
                  <a:cubicBezTo>
                    <a:pt x="468842" y="1902547"/>
                    <a:pt x="435219" y="2050376"/>
                    <a:pt x="413693" y="2199918"/>
                  </a:cubicBezTo>
                  <a:cubicBezTo>
                    <a:pt x="392261" y="2349556"/>
                    <a:pt x="381689" y="2500622"/>
                    <a:pt x="380546" y="2651689"/>
                  </a:cubicBezTo>
                  <a:lnTo>
                    <a:pt x="380260" y="2708363"/>
                  </a:lnTo>
                  <a:cubicBezTo>
                    <a:pt x="379688" y="2727317"/>
                    <a:pt x="381117" y="2746082"/>
                    <a:pt x="381403" y="2765036"/>
                  </a:cubicBezTo>
                  <a:lnTo>
                    <a:pt x="383117" y="2821710"/>
                  </a:lnTo>
                  <a:cubicBezTo>
                    <a:pt x="383213" y="2831140"/>
                    <a:pt x="383879" y="2840570"/>
                    <a:pt x="384546" y="2849999"/>
                  </a:cubicBezTo>
                  <a:lnTo>
                    <a:pt x="386261" y="2878289"/>
                  </a:lnTo>
                  <a:lnTo>
                    <a:pt x="389499" y="2934867"/>
                  </a:lnTo>
                  <a:cubicBezTo>
                    <a:pt x="390452" y="2953727"/>
                    <a:pt x="392928" y="2972491"/>
                    <a:pt x="394547" y="2991255"/>
                  </a:cubicBezTo>
                  <a:lnTo>
                    <a:pt x="399691" y="3047738"/>
                  </a:lnTo>
                  <a:cubicBezTo>
                    <a:pt x="401501" y="3066598"/>
                    <a:pt x="404358" y="3085172"/>
                    <a:pt x="406644" y="3103936"/>
                  </a:cubicBezTo>
                  <a:cubicBezTo>
                    <a:pt x="425599" y="3253859"/>
                    <a:pt x="456650" y="3402354"/>
                    <a:pt x="500370" y="3546753"/>
                  </a:cubicBezTo>
                  <a:cubicBezTo>
                    <a:pt x="544090" y="3691152"/>
                    <a:pt x="600668" y="3831550"/>
                    <a:pt x="670677" y="3964710"/>
                  </a:cubicBezTo>
                  <a:cubicBezTo>
                    <a:pt x="740591" y="4097870"/>
                    <a:pt x="823458" y="4224171"/>
                    <a:pt x="920042" y="4339233"/>
                  </a:cubicBezTo>
                  <a:cubicBezTo>
                    <a:pt x="1016720" y="4454105"/>
                    <a:pt x="1127115" y="4557356"/>
                    <a:pt x="1248464" y="4646700"/>
                  </a:cubicBezTo>
                  <a:lnTo>
                    <a:pt x="1294374" y="4679657"/>
                  </a:lnTo>
                  <a:lnTo>
                    <a:pt x="1317329" y="4696230"/>
                  </a:lnTo>
                  <a:lnTo>
                    <a:pt x="1341237" y="4711375"/>
                  </a:lnTo>
                  <a:lnTo>
                    <a:pt x="1388957" y="4742046"/>
                  </a:lnTo>
                  <a:cubicBezTo>
                    <a:pt x="1396958" y="4747094"/>
                    <a:pt x="1404769" y="4752523"/>
                    <a:pt x="1412960" y="4757190"/>
                  </a:cubicBezTo>
                  <a:lnTo>
                    <a:pt x="1437725" y="4771097"/>
                  </a:lnTo>
                  <a:lnTo>
                    <a:pt x="1487351" y="4798910"/>
                  </a:lnTo>
                  <a:cubicBezTo>
                    <a:pt x="1495733" y="4803387"/>
                    <a:pt x="1503734" y="4808625"/>
                    <a:pt x="1512402" y="4812626"/>
                  </a:cubicBezTo>
                  <a:lnTo>
                    <a:pt x="1538024" y="4825199"/>
                  </a:lnTo>
                  <a:lnTo>
                    <a:pt x="1589364" y="4850345"/>
                  </a:lnTo>
                  <a:cubicBezTo>
                    <a:pt x="1598031" y="4854345"/>
                    <a:pt x="1606318" y="4859108"/>
                    <a:pt x="1615176" y="4862632"/>
                  </a:cubicBezTo>
                  <a:lnTo>
                    <a:pt x="1641560" y="4873681"/>
                  </a:lnTo>
                  <a:cubicBezTo>
                    <a:pt x="1781864" y="4934355"/>
                    <a:pt x="1930549" y="4979218"/>
                    <a:pt x="2083616" y="5005602"/>
                  </a:cubicBezTo>
                  <a:lnTo>
                    <a:pt x="2199059" y="5021985"/>
                  </a:lnTo>
                  <a:cubicBezTo>
                    <a:pt x="2237825" y="5025604"/>
                    <a:pt x="2276688" y="5028176"/>
                    <a:pt x="2315645" y="5031224"/>
                  </a:cubicBezTo>
                  <a:cubicBezTo>
                    <a:pt x="2334981" y="5033225"/>
                    <a:pt x="2354697" y="5033034"/>
                    <a:pt x="2374414" y="5033415"/>
                  </a:cubicBezTo>
                  <a:lnTo>
                    <a:pt x="2433374" y="5034273"/>
                  </a:lnTo>
                  <a:cubicBezTo>
                    <a:pt x="2472617" y="5035129"/>
                    <a:pt x="2512146" y="5033892"/>
                    <a:pt x="2551579" y="5033130"/>
                  </a:cubicBezTo>
                  <a:cubicBezTo>
                    <a:pt x="2591013" y="5031891"/>
                    <a:pt x="2630637" y="5031701"/>
                    <a:pt x="2669499" y="5027700"/>
                  </a:cubicBezTo>
                  <a:lnTo>
                    <a:pt x="2727982" y="5022747"/>
                  </a:lnTo>
                  <a:lnTo>
                    <a:pt x="2757224" y="5020270"/>
                  </a:lnTo>
                  <a:lnTo>
                    <a:pt x="2771797" y="5018937"/>
                  </a:lnTo>
                  <a:lnTo>
                    <a:pt x="2786275" y="5016842"/>
                  </a:lnTo>
                  <a:lnTo>
                    <a:pt x="2902099" y="4999792"/>
                  </a:lnTo>
                  <a:cubicBezTo>
                    <a:pt x="2940485" y="4992839"/>
                    <a:pt x="2978394" y="4984076"/>
                    <a:pt x="3016494" y="4976170"/>
                  </a:cubicBezTo>
                  <a:cubicBezTo>
                    <a:pt x="3167942" y="4940737"/>
                    <a:pt x="3314246" y="4888540"/>
                    <a:pt x="3452263" y="4822627"/>
                  </a:cubicBezTo>
                  <a:lnTo>
                    <a:pt x="3503889" y="4797767"/>
                  </a:lnTo>
                  <a:cubicBezTo>
                    <a:pt x="3521033" y="4789385"/>
                    <a:pt x="3537416" y="4779479"/>
                    <a:pt x="3554085" y="4770430"/>
                  </a:cubicBezTo>
                  <a:lnTo>
                    <a:pt x="3603996" y="4742903"/>
                  </a:lnTo>
                  <a:cubicBezTo>
                    <a:pt x="3612474" y="4738616"/>
                    <a:pt x="3620475" y="4733568"/>
                    <a:pt x="3628475" y="4728425"/>
                  </a:cubicBezTo>
                  <a:lnTo>
                    <a:pt x="3652669" y="4713375"/>
                  </a:lnTo>
                  <a:lnTo>
                    <a:pt x="3700866" y="4683467"/>
                  </a:lnTo>
                  <a:lnTo>
                    <a:pt x="3712867" y="4675942"/>
                  </a:lnTo>
                  <a:lnTo>
                    <a:pt x="3724488" y="4667750"/>
                  </a:lnTo>
                  <a:lnTo>
                    <a:pt x="3747633" y="4651463"/>
                  </a:lnTo>
                  <a:lnTo>
                    <a:pt x="3794115" y="4619268"/>
                  </a:lnTo>
                  <a:lnTo>
                    <a:pt x="3805736" y="4611267"/>
                  </a:lnTo>
                  <a:lnTo>
                    <a:pt x="3816880" y="4602599"/>
                  </a:lnTo>
                  <a:lnTo>
                    <a:pt x="3839168" y="4585264"/>
                  </a:lnTo>
                  <a:lnTo>
                    <a:pt x="3883841" y="4550879"/>
                  </a:lnTo>
                  <a:cubicBezTo>
                    <a:pt x="3891366" y="4545354"/>
                    <a:pt x="3898509" y="4539163"/>
                    <a:pt x="3905558" y="4532972"/>
                  </a:cubicBezTo>
                  <a:lnTo>
                    <a:pt x="3926989" y="4514684"/>
                  </a:lnTo>
                  <a:lnTo>
                    <a:pt x="3969851" y="4478393"/>
                  </a:lnTo>
                  <a:cubicBezTo>
                    <a:pt x="3984234" y="4466392"/>
                    <a:pt x="3997379" y="4452962"/>
                    <a:pt x="4011381" y="4440579"/>
                  </a:cubicBezTo>
                  <a:cubicBezTo>
                    <a:pt x="4025192" y="4427911"/>
                    <a:pt x="4039193" y="4415529"/>
                    <a:pt x="4053291" y="4403146"/>
                  </a:cubicBezTo>
                  <a:cubicBezTo>
                    <a:pt x="4067102" y="4390573"/>
                    <a:pt x="4079960" y="4376857"/>
                    <a:pt x="4093581" y="4363998"/>
                  </a:cubicBezTo>
                  <a:lnTo>
                    <a:pt x="4134063" y="4324946"/>
                  </a:lnTo>
                  <a:lnTo>
                    <a:pt x="4172639" y="4283988"/>
                  </a:lnTo>
                  <a:cubicBezTo>
                    <a:pt x="4275223" y="4174546"/>
                    <a:pt x="4369425" y="4055579"/>
                    <a:pt x="4450483" y="3926610"/>
                  </a:cubicBezTo>
                  <a:cubicBezTo>
                    <a:pt x="4531541" y="3797832"/>
                    <a:pt x="4599359" y="3658957"/>
                    <a:pt x="4647746" y="3513035"/>
                  </a:cubicBezTo>
                  <a:cubicBezTo>
                    <a:pt x="4654604" y="3495032"/>
                    <a:pt x="4659176" y="3476268"/>
                    <a:pt x="4664796" y="3457980"/>
                  </a:cubicBezTo>
                  <a:lnTo>
                    <a:pt x="4681083" y="3402640"/>
                  </a:lnTo>
                  <a:cubicBezTo>
                    <a:pt x="4690704" y="3365397"/>
                    <a:pt x="4699181" y="3327869"/>
                    <a:pt x="4707753" y="3290340"/>
                  </a:cubicBezTo>
                  <a:cubicBezTo>
                    <a:pt x="4714802" y="3252431"/>
                    <a:pt x="4720517" y="3214331"/>
                    <a:pt x="4726041" y="3176326"/>
                  </a:cubicBezTo>
                  <a:cubicBezTo>
                    <a:pt x="4729566" y="3137845"/>
                    <a:pt x="4733090" y="3099554"/>
                    <a:pt x="4735090" y="3061169"/>
                  </a:cubicBezTo>
                  <a:cubicBezTo>
                    <a:pt x="4741281" y="2906959"/>
                    <a:pt x="4727280" y="2753702"/>
                    <a:pt x="4713659" y="2603302"/>
                  </a:cubicBezTo>
                  <a:lnTo>
                    <a:pt x="4707658" y="2546914"/>
                  </a:lnTo>
                  <a:cubicBezTo>
                    <a:pt x="4705658" y="2528149"/>
                    <a:pt x="4704134" y="2509385"/>
                    <a:pt x="4700991" y="2490716"/>
                  </a:cubicBezTo>
                  <a:lnTo>
                    <a:pt x="4692894" y="2434805"/>
                  </a:lnTo>
                  <a:cubicBezTo>
                    <a:pt x="4690227" y="2416136"/>
                    <a:pt x="4687656" y="2397562"/>
                    <a:pt x="4684036" y="2379083"/>
                  </a:cubicBezTo>
                  <a:lnTo>
                    <a:pt x="4673940" y="2323648"/>
                  </a:lnTo>
                  <a:lnTo>
                    <a:pt x="4669177" y="2295930"/>
                  </a:lnTo>
                  <a:cubicBezTo>
                    <a:pt x="4667463" y="2286691"/>
                    <a:pt x="4665272" y="2277547"/>
                    <a:pt x="4663367" y="2268403"/>
                  </a:cubicBezTo>
                  <a:cubicBezTo>
                    <a:pt x="4659366" y="2250115"/>
                    <a:pt x="4655747" y="2231732"/>
                    <a:pt x="4652127" y="2213348"/>
                  </a:cubicBezTo>
                  <a:lnTo>
                    <a:pt x="4646793" y="2185821"/>
                  </a:lnTo>
                  <a:lnTo>
                    <a:pt x="4640602" y="2158484"/>
                  </a:lnTo>
                  <a:cubicBezTo>
                    <a:pt x="4608979" y="2012561"/>
                    <a:pt x="4575737" y="1866829"/>
                    <a:pt x="4526969" y="1725668"/>
                  </a:cubicBezTo>
                  <a:cubicBezTo>
                    <a:pt x="4479344" y="1584222"/>
                    <a:pt x="4419813" y="1446776"/>
                    <a:pt x="4348947" y="1315426"/>
                  </a:cubicBezTo>
                  <a:lnTo>
                    <a:pt x="4322277" y="1266087"/>
                  </a:lnTo>
                  <a:lnTo>
                    <a:pt x="4293416" y="1218176"/>
                  </a:lnTo>
                  <a:cubicBezTo>
                    <a:pt x="4283796" y="1202174"/>
                    <a:pt x="4274557" y="1185887"/>
                    <a:pt x="4264555" y="1170075"/>
                  </a:cubicBezTo>
                  <a:lnTo>
                    <a:pt x="4233599" y="1123403"/>
                  </a:lnTo>
                  <a:cubicBezTo>
                    <a:pt x="4223121" y="1107972"/>
                    <a:pt x="4213406" y="1091875"/>
                    <a:pt x="4202262" y="1076825"/>
                  </a:cubicBezTo>
                  <a:lnTo>
                    <a:pt x="4169115" y="1031582"/>
                  </a:lnTo>
                  <a:lnTo>
                    <a:pt x="4152541" y="1008912"/>
                  </a:lnTo>
                  <a:lnTo>
                    <a:pt x="4144254" y="997577"/>
                  </a:lnTo>
                  <a:lnTo>
                    <a:pt x="4135396" y="986719"/>
                  </a:lnTo>
                  <a:lnTo>
                    <a:pt x="4099963" y="943190"/>
                  </a:lnTo>
                  <a:cubicBezTo>
                    <a:pt x="4004999" y="827461"/>
                    <a:pt x="3897938" y="720781"/>
                    <a:pt x="3779256" y="627721"/>
                  </a:cubicBezTo>
                  <a:cubicBezTo>
                    <a:pt x="3719916" y="581144"/>
                    <a:pt x="3657908" y="537710"/>
                    <a:pt x="3593519" y="497705"/>
                  </a:cubicBezTo>
                  <a:cubicBezTo>
                    <a:pt x="3528844" y="458367"/>
                    <a:pt x="3462074" y="421791"/>
                    <a:pt x="3392827" y="389882"/>
                  </a:cubicBezTo>
                  <a:cubicBezTo>
                    <a:pt x="3254715" y="325398"/>
                    <a:pt x="3108125" y="277487"/>
                    <a:pt x="2957534" y="245102"/>
                  </a:cubicBezTo>
                  <a:lnTo>
                    <a:pt x="2901051" y="232910"/>
                  </a:lnTo>
                  <a:cubicBezTo>
                    <a:pt x="2882097" y="229576"/>
                    <a:pt x="2862951" y="226909"/>
                    <a:pt x="2843901" y="223861"/>
                  </a:cubicBezTo>
                  <a:cubicBezTo>
                    <a:pt x="2805706" y="218146"/>
                    <a:pt x="2767701" y="211193"/>
                    <a:pt x="2729030" y="208240"/>
                  </a:cubicBezTo>
                  <a:lnTo>
                    <a:pt x="2671213" y="202716"/>
                  </a:lnTo>
                  <a:cubicBezTo>
                    <a:pt x="2651973" y="200906"/>
                    <a:pt x="2632732" y="198811"/>
                    <a:pt x="2613206" y="198430"/>
                  </a:cubicBezTo>
                  <a:lnTo>
                    <a:pt x="2496620" y="193572"/>
                  </a:lnTo>
                  <a:close/>
                </a:path>
              </a:pathLst>
            </a:custGeom>
            <a:solidFill>
              <a:schemeClr val="bg1">
                <a:alpha val="30000"/>
              </a:schemeClr>
            </a:solidFill>
            <a:ln w="9525" cap="flat">
              <a:noFill/>
              <a:prstDash val="solid"/>
              <a:miter/>
            </a:ln>
          </p:spPr>
          <p:txBody>
            <a:bodyPr rtlCol="0" anchor="ctr"/>
            <a:lstStyle/>
            <a:p>
              <a:endParaRPr lang="en-US"/>
            </a:p>
          </p:txBody>
        </p:sp>
        <p:sp useBgFill="1">
          <p:nvSpPr>
            <p:cNvPr id="1235" name="Freeform: Shape 1234">
              <a:extLst>
                <a:ext uri="{FF2B5EF4-FFF2-40B4-BE49-F238E27FC236}">
                  <a16:creationId xmlns:a16="http://schemas.microsoft.com/office/drawing/2014/main" id="{AE2437D9-110B-4B61-9428-4E1C80A27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14665" y="738154"/>
              <a:ext cx="5366579" cy="5378461"/>
            </a:xfrm>
            <a:custGeom>
              <a:avLst/>
              <a:gdLst>
                <a:gd name="connsiteX0" fmla="*/ 2659998 w 5366579"/>
                <a:gd name="connsiteY0" fmla="*/ 1557 h 5378461"/>
                <a:gd name="connsiteX1" fmla="*/ 3683078 w 5366579"/>
                <a:gd name="connsiteY1" fmla="*/ 158815 h 5378461"/>
                <a:gd name="connsiteX2" fmla="*/ 3744609 w 5366579"/>
                <a:gd name="connsiteY2" fmla="*/ 181294 h 5378461"/>
                <a:gd name="connsiteX3" fmla="*/ 3775470 w 5366579"/>
                <a:gd name="connsiteY3" fmla="*/ 192438 h 5378461"/>
                <a:gd name="connsiteX4" fmla="*/ 3806141 w 5366579"/>
                <a:gd name="connsiteY4" fmla="*/ 204154 h 5378461"/>
                <a:gd name="connsiteX5" fmla="*/ 3927109 w 5366579"/>
                <a:gd name="connsiteY5" fmla="*/ 255874 h 5378461"/>
                <a:gd name="connsiteX6" fmla="*/ 4045695 w 5366579"/>
                <a:gd name="connsiteY6" fmla="*/ 313786 h 5378461"/>
                <a:gd name="connsiteX7" fmla="*/ 4161233 w 5366579"/>
                <a:gd name="connsiteY7" fmla="*/ 378461 h 5378461"/>
                <a:gd name="connsiteX8" fmla="*/ 4585095 w 5366579"/>
                <a:gd name="connsiteY8" fmla="*/ 700597 h 5378461"/>
                <a:gd name="connsiteX9" fmla="*/ 5176217 w 5366579"/>
                <a:gd name="connsiteY9" fmla="*/ 1590232 h 5378461"/>
                <a:gd name="connsiteX10" fmla="*/ 5366432 w 5366579"/>
                <a:gd name="connsiteY10" fmla="*/ 2641982 h 5378461"/>
                <a:gd name="connsiteX11" fmla="*/ 4594239 w 5366579"/>
                <a:gd name="connsiteY11" fmla="*/ 4567938 h 5378461"/>
                <a:gd name="connsiteX12" fmla="*/ 4193332 w 5366579"/>
                <a:gd name="connsiteY12" fmla="*/ 4906456 h 5378461"/>
                <a:gd name="connsiteX13" fmla="*/ 4166376 w 5366579"/>
                <a:gd name="connsiteY13" fmla="*/ 4925220 h 5378461"/>
                <a:gd name="connsiteX14" fmla="*/ 4138563 w 5366579"/>
                <a:gd name="connsiteY14" fmla="*/ 4942651 h 5378461"/>
                <a:gd name="connsiteX15" fmla="*/ 4082652 w 5366579"/>
                <a:gd name="connsiteY15" fmla="*/ 4977132 h 5378461"/>
                <a:gd name="connsiteX16" fmla="*/ 4054743 w 5366579"/>
                <a:gd name="connsiteY16" fmla="*/ 4994467 h 5378461"/>
                <a:gd name="connsiteX17" fmla="*/ 4026073 w 5366579"/>
                <a:gd name="connsiteY17" fmla="*/ 5010469 h 5378461"/>
                <a:gd name="connsiteX18" fmla="*/ 3968447 w 5366579"/>
                <a:gd name="connsiteY18" fmla="*/ 5042092 h 5378461"/>
                <a:gd name="connsiteX19" fmla="*/ 3939586 w 5366579"/>
                <a:gd name="connsiteY19" fmla="*/ 5057904 h 5378461"/>
                <a:gd name="connsiteX20" fmla="*/ 3910059 w 5366579"/>
                <a:gd name="connsiteY20" fmla="*/ 5072286 h 5378461"/>
                <a:gd name="connsiteX21" fmla="*/ 3850813 w 5366579"/>
                <a:gd name="connsiteY21" fmla="*/ 5100671 h 5378461"/>
                <a:gd name="connsiteX22" fmla="*/ 3730417 w 5366579"/>
                <a:gd name="connsiteY22" fmla="*/ 5153439 h 5378461"/>
                <a:gd name="connsiteX23" fmla="*/ 3227116 w 5366579"/>
                <a:gd name="connsiteY23" fmla="*/ 5305172 h 5378461"/>
                <a:gd name="connsiteX24" fmla="*/ 3162346 w 5366579"/>
                <a:gd name="connsiteY24" fmla="*/ 5317841 h 5378461"/>
                <a:gd name="connsiteX25" fmla="*/ 3097386 w 5366579"/>
                <a:gd name="connsiteY25" fmla="*/ 5329175 h 5378461"/>
                <a:gd name="connsiteX26" fmla="*/ 2966893 w 5366579"/>
                <a:gd name="connsiteY26" fmla="*/ 5348225 h 5378461"/>
                <a:gd name="connsiteX27" fmla="*/ 2835543 w 5366579"/>
                <a:gd name="connsiteY27" fmla="*/ 5360798 h 5378461"/>
                <a:gd name="connsiteX28" fmla="*/ 2802682 w 5366579"/>
                <a:gd name="connsiteY28" fmla="*/ 5363751 h 5378461"/>
                <a:gd name="connsiteX29" fmla="*/ 2770107 w 5366579"/>
                <a:gd name="connsiteY29" fmla="*/ 5365276 h 5378461"/>
                <a:gd name="connsiteX30" fmla="*/ 2704956 w 5366579"/>
                <a:gd name="connsiteY30" fmla="*/ 5368323 h 5378461"/>
                <a:gd name="connsiteX31" fmla="*/ 2574273 w 5366579"/>
                <a:gd name="connsiteY31" fmla="*/ 5374419 h 5378461"/>
                <a:gd name="connsiteX32" fmla="*/ 2442637 w 5366579"/>
                <a:gd name="connsiteY32" fmla="*/ 5378134 h 5378461"/>
                <a:gd name="connsiteX33" fmla="*/ 2376057 w 5366579"/>
                <a:gd name="connsiteY33" fmla="*/ 5377563 h 5378461"/>
                <a:gd name="connsiteX34" fmla="*/ 2309382 w 5366579"/>
                <a:gd name="connsiteY34" fmla="*/ 5375943 h 5378461"/>
                <a:gd name="connsiteX35" fmla="*/ 2175937 w 5366579"/>
                <a:gd name="connsiteY35" fmla="*/ 5367180 h 5378461"/>
                <a:gd name="connsiteX36" fmla="*/ 2042778 w 5366579"/>
                <a:gd name="connsiteY36" fmla="*/ 5350988 h 5378461"/>
                <a:gd name="connsiteX37" fmla="*/ 2009631 w 5366579"/>
                <a:gd name="connsiteY37" fmla="*/ 5345749 h 5378461"/>
                <a:gd name="connsiteX38" fmla="*/ 1976484 w 5366579"/>
                <a:gd name="connsiteY38" fmla="*/ 5339843 h 5378461"/>
                <a:gd name="connsiteX39" fmla="*/ 1910190 w 5366579"/>
                <a:gd name="connsiteY39" fmla="*/ 5327842 h 5378461"/>
                <a:gd name="connsiteX40" fmla="*/ 1844372 w 5366579"/>
                <a:gd name="connsiteY40" fmla="*/ 5312983 h 5378461"/>
                <a:gd name="connsiteX41" fmla="*/ 1778745 w 5366579"/>
                <a:gd name="connsiteY41" fmla="*/ 5296885 h 5378461"/>
                <a:gd name="connsiteX42" fmla="*/ 1745979 w 5366579"/>
                <a:gd name="connsiteY42" fmla="*/ 5288503 h 5378461"/>
                <a:gd name="connsiteX43" fmla="*/ 1713594 w 5366579"/>
                <a:gd name="connsiteY43" fmla="*/ 5278502 h 5378461"/>
                <a:gd name="connsiteX44" fmla="*/ 1648919 w 5366579"/>
                <a:gd name="connsiteY44" fmla="*/ 5258214 h 5378461"/>
                <a:gd name="connsiteX45" fmla="*/ 1616629 w 5366579"/>
                <a:gd name="connsiteY45" fmla="*/ 5247927 h 5378461"/>
                <a:gd name="connsiteX46" fmla="*/ 1584911 w 5366579"/>
                <a:gd name="connsiteY46" fmla="*/ 5235926 h 5378461"/>
                <a:gd name="connsiteX47" fmla="*/ 1521379 w 5366579"/>
                <a:gd name="connsiteY47" fmla="*/ 5211827 h 5378461"/>
                <a:gd name="connsiteX48" fmla="*/ 1489661 w 5366579"/>
                <a:gd name="connsiteY48" fmla="*/ 5199540 h 5378461"/>
                <a:gd name="connsiteX49" fmla="*/ 1458705 w 5366579"/>
                <a:gd name="connsiteY49" fmla="*/ 5185443 h 5378461"/>
                <a:gd name="connsiteX50" fmla="*/ 1396697 w 5366579"/>
                <a:gd name="connsiteY50" fmla="*/ 5157249 h 5378461"/>
                <a:gd name="connsiteX51" fmla="*/ 1365741 w 5366579"/>
                <a:gd name="connsiteY51" fmla="*/ 5142962 h 5378461"/>
                <a:gd name="connsiteX52" fmla="*/ 1335546 w 5366579"/>
                <a:gd name="connsiteY52" fmla="*/ 5127055 h 5378461"/>
                <a:gd name="connsiteX53" fmla="*/ 1275253 w 5366579"/>
                <a:gd name="connsiteY53" fmla="*/ 5095051 h 5378461"/>
                <a:gd name="connsiteX54" fmla="*/ 1245345 w 5366579"/>
                <a:gd name="connsiteY54" fmla="*/ 5078573 h 5378461"/>
                <a:gd name="connsiteX55" fmla="*/ 1216198 w 5366579"/>
                <a:gd name="connsiteY55" fmla="*/ 5060761 h 5378461"/>
                <a:gd name="connsiteX56" fmla="*/ 1158000 w 5366579"/>
                <a:gd name="connsiteY56" fmla="*/ 5024947 h 5378461"/>
                <a:gd name="connsiteX57" fmla="*/ 737567 w 5366579"/>
                <a:gd name="connsiteY57" fmla="*/ 4676713 h 5378461"/>
                <a:gd name="connsiteX58" fmla="*/ 409050 w 5366579"/>
                <a:gd name="connsiteY58" fmla="*/ 4241706 h 5378461"/>
                <a:gd name="connsiteX59" fmla="*/ 177973 w 5366579"/>
                <a:gd name="connsiteY59" fmla="*/ 3750121 h 5378461"/>
                <a:gd name="connsiteX60" fmla="*/ 42813 w 5366579"/>
                <a:gd name="connsiteY60" fmla="*/ 3226055 h 5378461"/>
                <a:gd name="connsiteX61" fmla="*/ 46 w 5366579"/>
                <a:gd name="connsiteY61" fmla="*/ 2687988 h 5378461"/>
                <a:gd name="connsiteX62" fmla="*/ 47862 w 5366579"/>
                <a:gd name="connsiteY62" fmla="*/ 2151064 h 5378461"/>
                <a:gd name="connsiteX63" fmla="*/ 184926 w 5366579"/>
                <a:gd name="connsiteY63" fmla="*/ 1629761 h 5378461"/>
                <a:gd name="connsiteX64" fmla="*/ 747949 w 5366579"/>
                <a:gd name="connsiteY64" fmla="*/ 718789 h 5378461"/>
                <a:gd name="connsiteX65" fmla="*/ 1161334 w 5366579"/>
                <a:gd name="connsiteY65" fmla="*/ 381128 h 5378461"/>
                <a:gd name="connsiteX66" fmla="*/ 1635393 w 5366579"/>
                <a:gd name="connsiteY66" fmla="*/ 149766 h 5378461"/>
                <a:gd name="connsiteX67" fmla="*/ 2659998 w 5366579"/>
                <a:gd name="connsiteY67" fmla="*/ 1557 h 5378461"/>
                <a:gd name="connsiteX68" fmla="*/ 2659712 w 5366579"/>
                <a:gd name="connsiteY68" fmla="*/ 30132 h 5378461"/>
                <a:gd name="connsiteX69" fmla="*/ 2149267 w 5366579"/>
                <a:gd name="connsiteY69" fmla="*/ 68708 h 5378461"/>
                <a:gd name="connsiteX70" fmla="*/ 2086402 w 5366579"/>
                <a:gd name="connsiteY70" fmla="*/ 80329 h 5378461"/>
                <a:gd name="connsiteX71" fmla="*/ 2024394 w 5366579"/>
                <a:gd name="connsiteY71" fmla="*/ 95664 h 5378461"/>
                <a:gd name="connsiteX72" fmla="*/ 1962577 w 5366579"/>
                <a:gd name="connsiteY72" fmla="*/ 111285 h 5378461"/>
                <a:gd name="connsiteX73" fmla="*/ 1901712 w 5366579"/>
                <a:gd name="connsiteY73" fmla="*/ 130144 h 5378461"/>
                <a:gd name="connsiteX74" fmla="*/ 1841038 w 5366579"/>
                <a:gd name="connsiteY74" fmla="*/ 149575 h 5378461"/>
                <a:gd name="connsiteX75" fmla="*/ 1825893 w 5366579"/>
                <a:gd name="connsiteY75" fmla="*/ 154528 h 5378461"/>
                <a:gd name="connsiteX76" fmla="*/ 1811034 w 5366579"/>
                <a:gd name="connsiteY76" fmla="*/ 160243 h 5378461"/>
                <a:gd name="connsiteX77" fmla="*/ 1781412 w 5366579"/>
                <a:gd name="connsiteY77" fmla="*/ 171864 h 5378461"/>
                <a:gd name="connsiteX78" fmla="*/ 1722357 w 5366579"/>
                <a:gd name="connsiteY78" fmla="*/ 195200 h 5378461"/>
                <a:gd name="connsiteX79" fmla="*/ 1707593 w 5366579"/>
                <a:gd name="connsiteY79" fmla="*/ 201010 h 5378461"/>
                <a:gd name="connsiteX80" fmla="*/ 1693210 w 5366579"/>
                <a:gd name="connsiteY80" fmla="*/ 207678 h 5378461"/>
                <a:gd name="connsiteX81" fmla="*/ 1664445 w 5366579"/>
                <a:gd name="connsiteY81" fmla="*/ 221108 h 5378461"/>
                <a:gd name="connsiteX82" fmla="*/ 1237629 w 5366579"/>
                <a:gd name="connsiteY82" fmla="*/ 486856 h 5378461"/>
                <a:gd name="connsiteX83" fmla="*/ 891396 w 5366579"/>
                <a:gd name="connsiteY83" fmla="*/ 843567 h 5378461"/>
                <a:gd name="connsiteX84" fmla="*/ 629839 w 5366579"/>
                <a:gd name="connsiteY84" fmla="*/ 1261715 h 5378461"/>
                <a:gd name="connsiteX85" fmla="*/ 576975 w 5366579"/>
                <a:gd name="connsiteY85" fmla="*/ 1372871 h 5378461"/>
                <a:gd name="connsiteX86" fmla="*/ 529160 w 5366579"/>
                <a:gd name="connsiteY86" fmla="*/ 1486219 h 5378461"/>
                <a:gd name="connsiteX87" fmla="*/ 485821 w 5366579"/>
                <a:gd name="connsiteY87" fmla="*/ 1601376 h 5378461"/>
                <a:gd name="connsiteX88" fmla="*/ 447531 w 5366579"/>
                <a:gd name="connsiteY88" fmla="*/ 1718248 h 5378461"/>
                <a:gd name="connsiteX89" fmla="*/ 339041 w 5366579"/>
                <a:gd name="connsiteY89" fmla="*/ 2197641 h 5378461"/>
                <a:gd name="connsiteX90" fmla="*/ 305608 w 5366579"/>
                <a:gd name="connsiteY90" fmla="*/ 2687988 h 5378461"/>
                <a:gd name="connsiteX91" fmla="*/ 460770 w 5366579"/>
                <a:gd name="connsiteY91" fmla="*/ 3652299 h 5378461"/>
                <a:gd name="connsiteX92" fmla="*/ 936163 w 5366579"/>
                <a:gd name="connsiteY92" fmla="*/ 4493738 h 5378461"/>
                <a:gd name="connsiteX93" fmla="*/ 1727024 w 5366579"/>
                <a:gd name="connsiteY93" fmla="*/ 5041997 h 5378461"/>
                <a:gd name="connsiteX94" fmla="*/ 1784364 w 5366579"/>
                <a:gd name="connsiteY94" fmla="*/ 5063523 h 5378461"/>
                <a:gd name="connsiteX95" fmla="*/ 1813035 w 5366579"/>
                <a:gd name="connsiteY95" fmla="*/ 5074477 h 5378461"/>
                <a:gd name="connsiteX96" fmla="*/ 1842181 w 5366579"/>
                <a:gd name="connsiteY96" fmla="*/ 5083907 h 5378461"/>
                <a:gd name="connsiteX97" fmla="*/ 1900760 w 5366579"/>
                <a:gd name="connsiteY97" fmla="*/ 5102290 h 5378461"/>
                <a:gd name="connsiteX98" fmla="*/ 1959815 w 5366579"/>
                <a:gd name="connsiteY98" fmla="*/ 5119625 h 5378461"/>
                <a:gd name="connsiteX99" fmla="*/ 2019537 w 5366579"/>
                <a:gd name="connsiteY99" fmla="*/ 5134866 h 5378461"/>
                <a:gd name="connsiteX100" fmla="*/ 2049445 w 5366579"/>
                <a:gd name="connsiteY100" fmla="*/ 5142581 h 5378461"/>
                <a:gd name="connsiteX101" fmla="*/ 2079544 w 5366579"/>
                <a:gd name="connsiteY101" fmla="*/ 5149629 h 5378461"/>
                <a:gd name="connsiteX102" fmla="*/ 2201178 w 5366579"/>
                <a:gd name="connsiteY102" fmla="*/ 5173442 h 5378461"/>
                <a:gd name="connsiteX103" fmla="*/ 2324337 w 5366579"/>
                <a:gd name="connsiteY103" fmla="*/ 5190587 h 5378461"/>
                <a:gd name="connsiteX104" fmla="*/ 2386344 w 5366579"/>
                <a:gd name="connsiteY104" fmla="*/ 5196873 h 5378461"/>
                <a:gd name="connsiteX105" fmla="*/ 2448638 w 5366579"/>
                <a:gd name="connsiteY105" fmla="*/ 5202207 h 5378461"/>
                <a:gd name="connsiteX106" fmla="*/ 2574844 w 5366579"/>
                <a:gd name="connsiteY106" fmla="*/ 5208303 h 5378461"/>
                <a:gd name="connsiteX107" fmla="*/ 2702003 w 5366579"/>
                <a:gd name="connsiteY107" fmla="*/ 5212209 h 5378461"/>
                <a:gd name="connsiteX108" fmla="*/ 2765725 w 5366579"/>
                <a:gd name="connsiteY108" fmla="*/ 5213828 h 5378461"/>
                <a:gd name="connsiteX109" fmla="*/ 2797634 w 5366579"/>
                <a:gd name="connsiteY109" fmla="*/ 5214685 h 5378461"/>
                <a:gd name="connsiteX110" fmla="*/ 2829162 w 5366579"/>
                <a:gd name="connsiteY110" fmla="*/ 5214113 h 5378461"/>
                <a:gd name="connsiteX111" fmla="*/ 2955273 w 5366579"/>
                <a:gd name="connsiteY111" fmla="*/ 5211256 h 5378461"/>
                <a:gd name="connsiteX112" fmla="*/ 3081098 w 5366579"/>
                <a:gd name="connsiteY112" fmla="*/ 5201922 h 5378461"/>
                <a:gd name="connsiteX113" fmla="*/ 3143772 w 5366579"/>
                <a:gd name="connsiteY113" fmla="*/ 5194968 h 5378461"/>
                <a:gd name="connsiteX114" fmla="*/ 3206352 w 5366579"/>
                <a:gd name="connsiteY114" fmla="*/ 5186777 h 5378461"/>
                <a:gd name="connsiteX115" fmla="*/ 3330843 w 5366579"/>
                <a:gd name="connsiteY115" fmla="*/ 5165727 h 5378461"/>
                <a:gd name="connsiteX116" fmla="*/ 3392851 w 5366579"/>
                <a:gd name="connsiteY116" fmla="*/ 5153725 h 5378461"/>
                <a:gd name="connsiteX117" fmla="*/ 3454097 w 5366579"/>
                <a:gd name="connsiteY117" fmla="*/ 5138580 h 5378461"/>
                <a:gd name="connsiteX118" fmla="*/ 3515343 w 5366579"/>
                <a:gd name="connsiteY118" fmla="*/ 5123150 h 5378461"/>
                <a:gd name="connsiteX119" fmla="*/ 3575731 w 5366579"/>
                <a:gd name="connsiteY119" fmla="*/ 5104766 h 5378461"/>
                <a:gd name="connsiteX120" fmla="*/ 3636120 w 5366579"/>
                <a:gd name="connsiteY120" fmla="*/ 5086002 h 5378461"/>
                <a:gd name="connsiteX121" fmla="*/ 3651169 w 5366579"/>
                <a:gd name="connsiteY121" fmla="*/ 5081240 h 5378461"/>
                <a:gd name="connsiteX122" fmla="*/ 3665933 w 5366579"/>
                <a:gd name="connsiteY122" fmla="*/ 5075620 h 5378461"/>
                <a:gd name="connsiteX123" fmla="*/ 3695460 w 5366579"/>
                <a:gd name="connsiteY123" fmla="*/ 5064380 h 5378461"/>
                <a:gd name="connsiteX124" fmla="*/ 4526898 w 5366579"/>
                <a:gd name="connsiteY124" fmla="*/ 4505644 h 5378461"/>
                <a:gd name="connsiteX125" fmla="*/ 4569094 w 5366579"/>
                <a:gd name="connsiteY125" fmla="*/ 4458590 h 5378461"/>
                <a:gd name="connsiteX126" fmla="*/ 4608813 w 5366579"/>
                <a:gd name="connsiteY126" fmla="*/ 4409441 h 5378461"/>
                <a:gd name="connsiteX127" fmla="*/ 4648056 w 5366579"/>
                <a:gd name="connsiteY127" fmla="*/ 4360007 h 5378461"/>
                <a:gd name="connsiteX128" fmla="*/ 4684822 w 5366579"/>
                <a:gd name="connsiteY128" fmla="*/ 4308667 h 5378461"/>
                <a:gd name="connsiteX129" fmla="*/ 4721017 w 5366579"/>
                <a:gd name="connsiteY129" fmla="*/ 4257041 h 5378461"/>
                <a:gd name="connsiteX130" fmla="*/ 4754545 w 5366579"/>
                <a:gd name="connsiteY130" fmla="*/ 4203606 h 5378461"/>
                <a:gd name="connsiteX131" fmla="*/ 4787692 w 5366579"/>
                <a:gd name="connsiteY131" fmla="*/ 4149980 h 5378461"/>
                <a:gd name="connsiteX132" fmla="*/ 4818268 w 5366579"/>
                <a:gd name="connsiteY132" fmla="*/ 4094831 h 5378461"/>
                <a:gd name="connsiteX133" fmla="*/ 5011244 w 5366579"/>
                <a:gd name="connsiteY133" fmla="*/ 3631630 h 5378461"/>
                <a:gd name="connsiteX134" fmla="*/ 5111352 w 5366579"/>
                <a:gd name="connsiteY134" fmla="*/ 3142426 h 5378461"/>
                <a:gd name="connsiteX135" fmla="*/ 5122877 w 5366579"/>
                <a:gd name="connsiteY135" fmla="*/ 3018410 h 5378461"/>
                <a:gd name="connsiteX136" fmla="*/ 5129259 w 5366579"/>
                <a:gd name="connsiteY136" fmla="*/ 2894204 h 5378461"/>
                <a:gd name="connsiteX137" fmla="*/ 5131069 w 5366579"/>
                <a:gd name="connsiteY137" fmla="*/ 2769998 h 5378461"/>
                <a:gd name="connsiteX138" fmla="*/ 5129735 w 5366579"/>
                <a:gd name="connsiteY138" fmla="*/ 2707990 h 5378461"/>
                <a:gd name="connsiteX139" fmla="*/ 5128116 w 5366579"/>
                <a:gd name="connsiteY139" fmla="*/ 2646078 h 5378461"/>
                <a:gd name="connsiteX140" fmla="*/ 5124687 w 5366579"/>
                <a:gd name="connsiteY140" fmla="*/ 2584165 h 5378461"/>
                <a:gd name="connsiteX141" fmla="*/ 5120401 w 5366579"/>
                <a:gd name="connsiteY141" fmla="*/ 2522444 h 5378461"/>
                <a:gd name="connsiteX142" fmla="*/ 5114876 w 5366579"/>
                <a:gd name="connsiteY142" fmla="*/ 2460817 h 5378461"/>
                <a:gd name="connsiteX143" fmla="*/ 5112209 w 5366579"/>
                <a:gd name="connsiteY143" fmla="*/ 2430051 h 5378461"/>
                <a:gd name="connsiteX144" fmla="*/ 5108399 w 5366579"/>
                <a:gd name="connsiteY144" fmla="*/ 2399381 h 5378461"/>
                <a:gd name="connsiteX145" fmla="*/ 5070108 w 5366579"/>
                <a:gd name="connsiteY145" fmla="*/ 2155255 h 5378461"/>
                <a:gd name="connsiteX146" fmla="*/ 4939140 w 5366579"/>
                <a:gd name="connsiteY146" fmla="*/ 1680338 h 5378461"/>
                <a:gd name="connsiteX147" fmla="*/ 4452888 w 5366579"/>
                <a:gd name="connsiteY147" fmla="*/ 826517 h 5378461"/>
                <a:gd name="connsiteX148" fmla="*/ 4091605 w 5366579"/>
                <a:gd name="connsiteY148" fmla="*/ 482855 h 5378461"/>
                <a:gd name="connsiteX149" fmla="*/ 3989211 w 5366579"/>
                <a:gd name="connsiteY149" fmla="*/ 409703 h 5378461"/>
                <a:gd name="connsiteX150" fmla="*/ 3882531 w 5366579"/>
                <a:gd name="connsiteY150" fmla="*/ 342171 h 5378461"/>
                <a:gd name="connsiteX151" fmla="*/ 3771565 w 5366579"/>
                <a:gd name="connsiteY151" fmla="*/ 281211 h 5378461"/>
                <a:gd name="connsiteX152" fmla="*/ 3656884 w 5366579"/>
                <a:gd name="connsiteY152" fmla="*/ 226633 h 5378461"/>
                <a:gd name="connsiteX153" fmla="*/ 3642406 w 5366579"/>
                <a:gd name="connsiteY153" fmla="*/ 219965 h 5378461"/>
                <a:gd name="connsiteX154" fmla="*/ 3627642 w 5366579"/>
                <a:gd name="connsiteY154" fmla="*/ 214060 h 5378461"/>
                <a:gd name="connsiteX155" fmla="*/ 3598115 w 5366579"/>
                <a:gd name="connsiteY155" fmla="*/ 202249 h 5378461"/>
                <a:gd name="connsiteX156" fmla="*/ 3538965 w 5366579"/>
                <a:gd name="connsiteY156" fmla="*/ 178627 h 5378461"/>
                <a:gd name="connsiteX157" fmla="*/ 3478767 w 5366579"/>
                <a:gd name="connsiteY157" fmla="*/ 157576 h 5378461"/>
                <a:gd name="connsiteX158" fmla="*/ 3418092 w 5366579"/>
                <a:gd name="connsiteY158" fmla="*/ 137764 h 5378461"/>
                <a:gd name="connsiteX159" fmla="*/ 3387708 w 5366579"/>
                <a:gd name="connsiteY159" fmla="*/ 127954 h 5378461"/>
                <a:gd name="connsiteX160" fmla="*/ 3356847 w 5366579"/>
                <a:gd name="connsiteY160" fmla="*/ 119762 h 5378461"/>
                <a:gd name="connsiteX161" fmla="*/ 3295029 w 5366579"/>
                <a:gd name="connsiteY161" fmla="*/ 103570 h 5378461"/>
                <a:gd name="connsiteX162" fmla="*/ 3170061 w 5366579"/>
                <a:gd name="connsiteY162" fmla="*/ 76233 h 5378461"/>
                <a:gd name="connsiteX163" fmla="*/ 2659712 w 5366579"/>
                <a:gd name="connsiteY163" fmla="*/ 30132 h 53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5366579" h="5378461">
                  <a:moveTo>
                    <a:pt x="2659998" y="1557"/>
                  </a:moveTo>
                  <a:cubicBezTo>
                    <a:pt x="3004422" y="1843"/>
                    <a:pt x="3351989" y="45943"/>
                    <a:pt x="3683078" y="158815"/>
                  </a:cubicBezTo>
                  <a:lnTo>
                    <a:pt x="3744609" y="181294"/>
                  </a:lnTo>
                  <a:lnTo>
                    <a:pt x="3775470" y="192438"/>
                  </a:lnTo>
                  <a:cubicBezTo>
                    <a:pt x="3785758" y="196248"/>
                    <a:pt x="3796140" y="199582"/>
                    <a:pt x="3806141" y="204154"/>
                  </a:cubicBezTo>
                  <a:cubicBezTo>
                    <a:pt x="3846336" y="221394"/>
                    <a:pt x="3887008" y="237967"/>
                    <a:pt x="3927109" y="255874"/>
                  </a:cubicBezTo>
                  <a:cubicBezTo>
                    <a:pt x="3966542" y="275115"/>
                    <a:pt x="4006452" y="293784"/>
                    <a:pt x="4045695" y="313786"/>
                  </a:cubicBezTo>
                  <a:cubicBezTo>
                    <a:pt x="4084080" y="335313"/>
                    <a:pt x="4123133" y="356078"/>
                    <a:pt x="4161233" y="378461"/>
                  </a:cubicBezTo>
                  <a:cubicBezTo>
                    <a:pt x="4312966" y="469234"/>
                    <a:pt x="4455746" y="577248"/>
                    <a:pt x="4585095" y="700597"/>
                  </a:cubicBezTo>
                  <a:cubicBezTo>
                    <a:pt x="4843890" y="947485"/>
                    <a:pt x="5045915" y="1255619"/>
                    <a:pt x="5176217" y="1590232"/>
                  </a:cubicBezTo>
                  <a:cubicBezTo>
                    <a:pt x="5307281" y="1924940"/>
                    <a:pt x="5370051" y="2284700"/>
                    <a:pt x="5366432" y="2641982"/>
                  </a:cubicBezTo>
                  <a:cubicBezTo>
                    <a:pt x="5359859" y="3357215"/>
                    <a:pt x="5080015" y="4061588"/>
                    <a:pt x="4594239" y="4567938"/>
                  </a:cubicBezTo>
                  <a:cubicBezTo>
                    <a:pt x="4472796" y="4694430"/>
                    <a:pt x="4338112" y="4807967"/>
                    <a:pt x="4193332" y="4906456"/>
                  </a:cubicBezTo>
                  <a:lnTo>
                    <a:pt x="4166376" y="4925220"/>
                  </a:lnTo>
                  <a:cubicBezTo>
                    <a:pt x="4157328" y="4931316"/>
                    <a:pt x="4147803" y="4936841"/>
                    <a:pt x="4138563" y="4942651"/>
                  </a:cubicBezTo>
                  <a:lnTo>
                    <a:pt x="4082652" y="4977132"/>
                  </a:lnTo>
                  <a:lnTo>
                    <a:pt x="4054743" y="4994467"/>
                  </a:lnTo>
                  <a:cubicBezTo>
                    <a:pt x="4045314" y="5000087"/>
                    <a:pt x="4035598" y="5005135"/>
                    <a:pt x="4026073" y="5010469"/>
                  </a:cubicBezTo>
                  <a:lnTo>
                    <a:pt x="3968447" y="5042092"/>
                  </a:lnTo>
                  <a:lnTo>
                    <a:pt x="3939586" y="5057904"/>
                  </a:lnTo>
                  <a:cubicBezTo>
                    <a:pt x="3929966" y="5063142"/>
                    <a:pt x="3919869" y="5067524"/>
                    <a:pt x="3910059" y="5072286"/>
                  </a:cubicBezTo>
                  <a:lnTo>
                    <a:pt x="3850813" y="5100671"/>
                  </a:lnTo>
                  <a:cubicBezTo>
                    <a:pt x="3811761" y="5120768"/>
                    <a:pt x="3770708" y="5136199"/>
                    <a:pt x="3730417" y="5153439"/>
                  </a:cubicBezTo>
                  <a:cubicBezTo>
                    <a:pt x="3568016" y="5219543"/>
                    <a:pt x="3399138" y="5269644"/>
                    <a:pt x="3227116" y="5305172"/>
                  </a:cubicBezTo>
                  <a:lnTo>
                    <a:pt x="3162346" y="5317841"/>
                  </a:lnTo>
                  <a:cubicBezTo>
                    <a:pt x="3140725" y="5322032"/>
                    <a:pt x="3119198" y="5326603"/>
                    <a:pt x="3097386" y="5329175"/>
                  </a:cubicBezTo>
                  <a:lnTo>
                    <a:pt x="2966893" y="5348225"/>
                  </a:lnTo>
                  <a:lnTo>
                    <a:pt x="2835543" y="5360798"/>
                  </a:lnTo>
                  <a:cubicBezTo>
                    <a:pt x="2824590" y="5361751"/>
                    <a:pt x="2813636" y="5362989"/>
                    <a:pt x="2802682" y="5363751"/>
                  </a:cubicBezTo>
                  <a:lnTo>
                    <a:pt x="2770107" y="5365276"/>
                  </a:lnTo>
                  <a:lnTo>
                    <a:pt x="2704956" y="5368323"/>
                  </a:lnTo>
                  <a:lnTo>
                    <a:pt x="2574273" y="5374419"/>
                  </a:lnTo>
                  <a:cubicBezTo>
                    <a:pt x="2530553" y="5375943"/>
                    <a:pt x="2487214" y="5379563"/>
                    <a:pt x="2442637" y="5378134"/>
                  </a:cubicBezTo>
                  <a:lnTo>
                    <a:pt x="2376057" y="5377563"/>
                  </a:lnTo>
                  <a:cubicBezTo>
                    <a:pt x="2353864" y="5377086"/>
                    <a:pt x="2331576" y="5377943"/>
                    <a:pt x="2309382" y="5375943"/>
                  </a:cubicBezTo>
                  <a:lnTo>
                    <a:pt x="2175937" y="5367180"/>
                  </a:lnTo>
                  <a:lnTo>
                    <a:pt x="2042778" y="5350988"/>
                  </a:lnTo>
                  <a:cubicBezTo>
                    <a:pt x="2031633" y="5349844"/>
                    <a:pt x="2020584" y="5347654"/>
                    <a:pt x="2009631" y="5345749"/>
                  </a:cubicBezTo>
                  <a:lnTo>
                    <a:pt x="1976484" y="5339843"/>
                  </a:lnTo>
                  <a:lnTo>
                    <a:pt x="1910190" y="5327842"/>
                  </a:lnTo>
                  <a:cubicBezTo>
                    <a:pt x="1887996" y="5324318"/>
                    <a:pt x="1866279" y="5318222"/>
                    <a:pt x="1844372" y="5312983"/>
                  </a:cubicBezTo>
                  <a:lnTo>
                    <a:pt x="1778745" y="5296885"/>
                  </a:lnTo>
                  <a:cubicBezTo>
                    <a:pt x="1767791" y="5294028"/>
                    <a:pt x="1756742" y="5291838"/>
                    <a:pt x="1745979" y="5288503"/>
                  </a:cubicBezTo>
                  <a:lnTo>
                    <a:pt x="1713594" y="5278502"/>
                  </a:lnTo>
                  <a:lnTo>
                    <a:pt x="1648919" y="5258214"/>
                  </a:lnTo>
                  <a:cubicBezTo>
                    <a:pt x="1638156" y="5254785"/>
                    <a:pt x="1627297" y="5251547"/>
                    <a:pt x="1616629" y="5247927"/>
                  </a:cubicBezTo>
                  <a:lnTo>
                    <a:pt x="1584911" y="5235926"/>
                  </a:lnTo>
                  <a:lnTo>
                    <a:pt x="1521379" y="5211827"/>
                  </a:lnTo>
                  <a:cubicBezTo>
                    <a:pt x="1510806" y="5207732"/>
                    <a:pt x="1500138" y="5203827"/>
                    <a:pt x="1489661" y="5199540"/>
                  </a:cubicBezTo>
                  <a:lnTo>
                    <a:pt x="1458705" y="5185443"/>
                  </a:lnTo>
                  <a:lnTo>
                    <a:pt x="1396697" y="5157249"/>
                  </a:lnTo>
                  <a:cubicBezTo>
                    <a:pt x="1386410" y="5152487"/>
                    <a:pt x="1375932" y="5148010"/>
                    <a:pt x="1365741" y="5142962"/>
                  </a:cubicBezTo>
                  <a:lnTo>
                    <a:pt x="1335546" y="5127055"/>
                  </a:lnTo>
                  <a:lnTo>
                    <a:pt x="1275253" y="5095051"/>
                  </a:lnTo>
                  <a:cubicBezTo>
                    <a:pt x="1265347" y="5089527"/>
                    <a:pt x="1254965" y="5084573"/>
                    <a:pt x="1245345" y="5078573"/>
                  </a:cubicBezTo>
                  <a:lnTo>
                    <a:pt x="1216198" y="5060761"/>
                  </a:lnTo>
                  <a:lnTo>
                    <a:pt x="1158000" y="5024947"/>
                  </a:lnTo>
                  <a:cubicBezTo>
                    <a:pt x="1004457" y="4926744"/>
                    <a:pt x="862916" y="4809111"/>
                    <a:pt x="737567" y="4676713"/>
                  </a:cubicBezTo>
                  <a:cubicBezTo>
                    <a:pt x="612218" y="4544220"/>
                    <a:pt x="502299" y="4397630"/>
                    <a:pt x="409050" y="4241706"/>
                  </a:cubicBezTo>
                  <a:cubicBezTo>
                    <a:pt x="315895" y="4085687"/>
                    <a:pt x="238552" y="3920714"/>
                    <a:pt x="177973" y="3750121"/>
                  </a:cubicBezTo>
                  <a:cubicBezTo>
                    <a:pt x="116727" y="3579814"/>
                    <a:pt x="72436" y="3403982"/>
                    <a:pt x="42813" y="3226055"/>
                  </a:cubicBezTo>
                  <a:cubicBezTo>
                    <a:pt x="12905" y="3048223"/>
                    <a:pt x="-906" y="2868011"/>
                    <a:pt x="46" y="2687988"/>
                  </a:cubicBezTo>
                  <a:cubicBezTo>
                    <a:pt x="999" y="2508061"/>
                    <a:pt x="16810" y="2328229"/>
                    <a:pt x="47862" y="2151064"/>
                  </a:cubicBezTo>
                  <a:cubicBezTo>
                    <a:pt x="78818" y="1973899"/>
                    <a:pt x="123300" y="1798925"/>
                    <a:pt x="184926" y="1629761"/>
                  </a:cubicBezTo>
                  <a:cubicBezTo>
                    <a:pt x="307037" y="1291433"/>
                    <a:pt x="498013" y="975964"/>
                    <a:pt x="747949" y="718789"/>
                  </a:cubicBezTo>
                  <a:cubicBezTo>
                    <a:pt x="872822" y="590297"/>
                    <a:pt x="1011887" y="476664"/>
                    <a:pt x="1161334" y="381128"/>
                  </a:cubicBezTo>
                  <a:cubicBezTo>
                    <a:pt x="1310781" y="285688"/>
                    <a:pt x="1470420" y="208345"/>
                    <a:pt x="1635393" y="149766"/>
                  </a:cubicBezTo>
                  <a:cubicBezTo>
                    <a:pt x="1965816" y="31846"/>
                    <a:pt x="2315669" y="-8825"/>
                    <a:pt x="2659998" y="1557"/>
                  </a:cubicBezTo>
                  <a:close/>
                  <a:moveTo>
                    <a:pt x="2659712" y="30132"/>
                  </a:moveTo>
                  <a:cubicBezTo>
                    <a:pt x="2488167" y="25750"/>
                    <a:pt x="2317002" y="37466"/>
                    <a:pt x="2149267" y="68708"/>
                  </a:cubicBezTo>
                  <a:lnTo>
                    <a:pt x="2086402" y="80329"/>
                  </a:lnTo>
                  <a:lnTo>
                    <a:pt x="2024394" y="95664"/>
                  </a:lnTo>
                  <a:lnTo>
                    <a:pt x="1962577" y="111285"/>
                  </a:lnTo>
                  <a:cubicBezTo>
                    <a:pt x="1942003" y="116619"/>
                    <a:pt x="1922001" y="123953"/>
                    <a:pt x="1901712" y="130144"/>
                  </a:cubicBezTo>
                  <a:lnTo>
                    <a:pt x="1841038" y="149575"/>
                  </a:lnTo>
                  <a:cubicBezTo>
                    <a:pt x="1835990" y="151195"/>
                    <a:pt x="1830942" y="152719"/>
                    <a:pt x="1825893" y="154528"/>
                  </a:cubicBezTo>
                  <a:lnTo>
                    <a:pt x="1811034" y="160243"/>
                  </a:lnTo>
                  <a:lnTo>
                    <a:pt x="1781412" y="171864"/>
                  </a:lnTo>
                  <a:lnTo>
                    <a:pt x="1722357" y="195200"/>
                  </a:lnTo>
                  <a:lnTo>
                    <a:pt x="1707593" y="201010"/>
                  </a:lnTo>
                  <a:lnTo>
                    <a:pt x="1693210" y="207678"/>
                  </a:lnTo>
                  <a:lnTo>
                    <a:pt x="1664445" y="221108"/>
                  </a:lnTo>
                  <a:cubicBezTo>
                    <a:pt x="1510711" y="291403"/>
                    <a:pt x="1367074" y="381319"/>
                    <a:pt x="1237629" y="486856"/>
                  </a:cubicBezTo>
                  <a:cubicBezTo>
                    <a:pt x="1107994" y="592202"/>
                    <a:pt x="992361" y="712789"/>
                    <a:pt x="891396" y="843567"/>
                  </a:cubicBezTo>
                  <a:cubicBezTo>
                    <a:pt x="790335" y="974345"/>
                    <a:pt x="703467" y="1114934"/>
                    <a:pt x="629839" y="1261715"/>
                  </a:cubicBezTo>
                  <a:cubicBezTo>
                    <a:pt x="611646" y="1298576"/>
                    <a:pt x="594692" y="1336009"/>
                    <a:pt x="576975" y="1372871"/>
                  </a:cubicBezTo>
                  <a:cubicBezTo>
                    <a:pt x="560592" y="1410495"/>
                    <a:pt x="545162" y="1448595"/>
                    <a:pt x="529160" y="1486219"/>
                  </a:cubicBezTo>
                  <a:lnTo>
                    <a:pt x="485821" y="1601376"/>
                  </a:lnTo>
                  <a:lnTo>
                    <a:pt x="447531" y="1718248"/>
                  </a:lnTo>
                  <a:cubicBezTo>
                    <a:pt x="399429" y="1875029"/>
                    <a:pt x="362377" y="2035240"/>
                    <a:pt x="339041" y="2197641"/>
                  </a:cubicBezTo>
                  <a:cubicBezTo>
                    <a:pt x="315800" y="2360042"/>
                    <a:pt x="304560" y="2524063"/>
                    <a:pt x="305608" y="2687988"/>
                  </a:cubicBezTo>
                  <a:cubicBezTo>
                    <a:pt x="307989" y="3015648"/>
                    <a:pt x="357900" y="3343022"/>
                    <a:pt x="460770" y="3652299"/>
                  </a:cubicBezTo>
                  <a:cubicBezTo>
                    <a:pt x="563736" y="3961004"/>
                    <a:pt x="721089" y="4251993"/>
                    <a:pt x="936163" y="4493738"/>
                  </a:cubicBezTo>
                  <a:cubicBezTo>
                    <a:pt x="1150857" y="4735673"/>
                    <a:pt x="1423653" y="4922553"/>
                    <a:pt x="1727024" y="5041997"/>
                  </a:cubicBezTo>
                  <a:lnTo>
                    <a:pt x="1784364" y="5063523"/>
                  </a:lnTo>
                  <a:lnTo>
                    <a:pt x="1813035" y="5074477"/>
                  </a:lnTo>
                  <a:cubicBezTo>
                    <a:pt x="1822560" y="5078097"/>
                    <a:pt x="1832466" y="5080763"/>
                    <a:pt x="1842181" y="5083907"/>
                  </a:cubicBezTo>
                  <a:lnTo>
                    <a:pt x="1900760" y="5102290"/>
                  </a:lnTo>
                  <a:cubicBezTo>
                    <a:pt x="1920381" y="5108291"/>
                    <a:pt x="1939717" y="5115149"/>
                    <a:pt x="1959815" y="5119625"/>
                  </a:cubicBezTo>
                  <a:lnTo>
                    <a:pt x="2019537" y="5134866"/>
                  </a:lnTo>
                  <a:lnTo>
                    <a:pt x="2049445" y="5142581"/>
                  </a:lnTo>
                  <a:cubicBezTo>
                    <a:pt x="2059446" y="5145152"/>
                    <a:pt x="2069352" y="5147915"/>
                    <a:pt x="2079544" y="5149629"/>
                  </a:cubicBezTo>
                  <a:lnTo>
                    <a:pt x="2201178" y="5173442"/>
                  </a:lnTo>
                  <a:lnTo>
                    <a:pt x="2324337" y="5190587"/>
                  </a:lnTo>
                  <a:cubicBezTo>
                    <a:pt x="2344815" y="5194016"/>
                    <a:pt x="2365675" y="5194778"/>
                    <a:pt x="2386344" y="5196873"/>
                  </a:cubicBezTo>
                  <a:lnTo>
                    <a:pt x="2448638" y="5202207"/>
                  </a:lnTo>
                  <a:cubicBezTo>
                    <a:pt x="2489881" y="5206779"/>
                    <a:pt x="2532649" y="5206589"/>
                    <a:pt x="2574844" y="5208303"/>
                  </a:cubicBezTo>
                  <a:lnTo>
                    <a:pt x="2702003" y="5212209"/>
                  </a:lnTo>
                  <a:lnTo>
                    <a:pt x="2765725" y="5213828"/>
                  </a:lnTo>
                  <a:lnTo>
                    <a:pt x="2797634" y="5214685"/>
                  </a:lnTo>
                  <a:cubicBezTo>
                    <a:pt x="2808207" y="5214780"/>
                    <a:pt x="2818684" y="5214304"/>
                    <a:pt x="2829162" y="5214113"/>
                  </a:cubicBezTo>
                  <a:lnTo>
                    <a:pt x="2955273" y="5211256"/>
                  </a:lnTo>
                  <a:lnTo>
                    <a:pt x="3081098" y="5201922"/>
                  </a:lnTo>
                  <a:cubicBezTo>
                    <a:pt x="3102148" y="5200779"/>
                    <a:pt x="3122913" y="5197635"/>
                    <a:pt x="3143772" y="5194968"/>
                  </a:cubicBezTo>
                  <a:lnTo>
                    <a:pt x="3206352" y="5186777"/>
                  </a:lnTo>
                  <a:cubicBezTo>
                    <a:pt x="3248357" y="5182395"/>
                    <a:pt x="3289410" y="5173347"/>
                    <a:pt x="3330843" y="5165727"/>
                  </a:cubicBezTo>
                  <a:cubicBezTo>
                    <a:pt x="3351513" y="5161726"/>
                    <a:pt x="3372277" y="5158107"/>
                    <a:pt x="3392851" y="5153725"/>
                  </a:cubicBezTo>
                  <a:lnTo>
                    <a:pt x="3454097" y="5138580"/>
                  </a:lnTo>
                  <a:lnTo>
                    <a:pt x="3515343" y="5123150"/>
                  </a:lnTo>
                  <a:cubicBezTo>
                    <a:pt x="3535726" y="5117626"/>
                    <a:pt x="3555634" y="5110863"/>
                    <a:pt x="3575731" y="5104766"/>
                  </a:cubicBezTo>
                  <a:lnTo>
                    <a:pt x="3636120" y="5086002"/>
                  </a:lnTo>
                  <a:lnTo>
                    <a:pt x="3651169" y="5081240"/>
                  </a:lnTo>
                  <a:lnTo>
                    <a:pt x="3665933" y="5075620"/>
                  </a:lnTo>
                  <a:lnTo>
                    <a:pt x="3695460" y="5064380"/>
                  </a:lnTo>
                  <a:cubicBezTo>
                    <a:pt x="4011691" y="4948080"/>
                    <a:pt x="4301346" y="4756437"/>
                    <a:pt x="4526898" y="4505644"/>
                  </a:cubicBezTo>
                  <a:lnTo>
                    <a:pt x="4569094" y="4458590"/>
                  </a:lnTo>
                  <a:cubicBezTo>
                    <a:pt x="4582905" y="4442684"/>
                    <a:pt x="4595478" y="4425729"/>
                    <a:pt x="4608813" y="4409441"/>
                  </a:cubicBezTo>
                  <a:lnTo>
                    <a:pt x="4648056" y="4360007"/>
                  </a:lnTo>
                  <a:cubicBezTo>
                    <a:pt x="4660534" y="4343052"/>
                    <a:pt x="4672535" y="4325812"/>
                    <a:pt x="4684822" y="4308667"/>
                  </a:cubicBezTo>
                  <a:cubicBezTo>
                    <a:pt x="4697014" y="4291522"/>
                    <a:pt x="4709206" y="4274377"/>
                    <a:pt x="4721017" y="4257041"/>
                  </a:cubicBezTo>
                  <a:lnTo>
                    <a:pt x="4754545" y="4203606"/>
                  </a:lnTo>
                  <a:cubicBezTo>
                    <a:pt x="4765594" y="4185699"/>
                    <a:pt x="4777310" y="4168268"/>
                    <a:pt x="4787692" y="4149980"/>
                  </a:cubicBezTo>
                  <a:lnTo>
                    <a:pt x="4818268" y="4094831"/>
                  </a:lnTo>
                  <a:cubicBezTo>
                    <a:pt x="4899040" y="3947574"/>
                    <a:pt x="4963143" y="3791650"/>
                    <a:pt x="5011244" y="3631630"/>
                  </a:cubicBezTo>
                  <a:cubicBezTo>
                    <a:pt x="5059440" y="3471610"/>
                    <a:pt x="5092683" y="3307589"/>
                    <a:pt x="5111352" y="3142426"/>
                  </a:cubicBezTo>
                  <a:lnTo>
                    <a:pt x="5122877" y="3018410"/>
                  </a:lnTo>
                  <a:cubicBezTo>
                    <a:pt x="5124972" y="2976977"/>
                    <a:pt x="5127735" y="2935543"/>
                    <a:pt x="5129259" y="2894204"/>
                  </a:cubicBezTo>
                  <a:cubicBezTo>
                    <a:pt x="5129735" y="2852771"/>
                    <a:pt x="5131354" y="2811432"/>
                    <a:pt x="5131069" y="2769998"/>
                  </a:cubicBezTo>
                  <a:lnTo>
                    <a:pt x="5129735" y="2707990"/>
                  </a:lnTo>
                  <a:cubicBezTo>
                    <a:pt x="5129163" y="2687321"/>
                    <a:pt x="5129735" y="2666652"/>
                    <a:pt x="5128116" y="2646078"/>
                  </a:cubicBezTo>
                  <a:lnTo>
                    <a:pt x="5124687" y="2584165"/>
                  </a:lnTo>
                  <a:cubicBezTo>
                    <a:pt x="5123449" y="2563592"/>
                    <a:pt x="5122782" y="2542922"/>
                    <a:pt x="5120401" y="2522444"/>
                  </a:cubicBezTo>
                  <a:lnTo>
                    <a:pt x="5114876" y="2460817"/>
                  </a:lnTo>
                  <a:lnTo>
                    <a:pt x="5112209" y="2430051"/>
                  </a:lnTo>
                  <a:cubicBezTo>
                    <a:pt x="5111352" y="2419764"/>
                    <a:pt x="5109637" y="2409572"/>
                    <a:pt x="5108399" y="2399381"/>
                  </a:cubicBezTo>
                  <a:cubicBezTo>
                    <a:pt x="5098398" y="2317561"/>
                    <a:pt x="5085920" y="2236027"/>
                    <a:pt x="5070108" y="2155255"/>
                  </a:cubicBezTo>
                  <a:cubicBezTo>
                    <a:pt x="5038676" y="1993711"/>
                    <a:pt x="4995051" y="1834738"/>
                    <a:pt x="4939140" y="1680338"/>
                  </a:cubicBezTo>
                  <a:cubicBezTo>
                    <a:pt x="4827126" y="1371824"/>
                    <a:pt x="4667392" y="1079406"/>
                    <a:pt x="4452888" y="826517"/>
                  </a:cubicBezTo>
                  <a:cubicBezTo>
                    <a:pt x="4345923" y="700025"/>
                    <a:pt x="4225241" y="583915"/>
                    <a:pt x="4091605" y="482855"/>
                  </a:cubicBezTo>
                  <a:cubicBezTo>
                    <a:pt x="4058077" y="457805"/>
                    <a:pt x="4023406" y="434183"/>
                    <a:pt x="3989211" y="409703"/>
                  </a:cubicBezTo>
                  <a:cubicBezTo>
                    <a:pt x="3954159" y="386653"/>
                    <a:pt x="3918155" y="364840"/>
                    <a:pt x="3882531" y="342171"/>
                  </a:cubicBezTo>
                  <a:cubicBezTo>
                    <a:pt x="3846051" y="321025"/>
                    <a:pt x="3808617" y="301594"/>
                    <a:pt x="3771565" y="281211"/>
                  </a:cubicBezTo>
                  <a:cubicBezTo>
                    <a:pt x="3733942" y="262066"/>
                    <a:pt x="3695270" y="244730"/>
                    <a:pt x="3656884" y="226633"/>
                  </a:cubicBezTo>
                  <a:lnTo>
                    <a:pt x="3642406" y="219965"/>
                  </a:lnTo>
                  <a:lnTo>
                    <a:pt x="3627642" y="214060"/>
                  </a:lnTo>
                  <a:lnTo>
                    <a:pt x="3598115" y="202249"/>
                  </a:lnTo>
                  <a:lnTo>
                    <a:pt x="3538965" y="178627"/>
                  </a:lnTo>
                  <a:cubicBezTo>
                    <a:pt x="3519438" y="170149"/>
                    <a:pt x="3498960" y="164434"/>
                    <a:pt x="3478767" y="157576"/>
                  </a:cubicBezTo>
                  <a:lnTo>
                    <a:pt x="3418092" y="137764"/>
                  </a:lnTo>
                  <a:lnTo>
                    <a:pt x="3387708" y="127954"/>
                  </a:lnTo>
                  <a:lnTo>
                    <a:pt x="3356847" y="119762"/>
                  </a:lnTo>
                  <a:lnTo>
                    <a:pt x="3295029" y="103570"/>
                  </a:lnTo>
                  <a:cubicBezTo>
                    <a:pt x="3253977" y="91759"/>
                    <a:pt x="3211876" y="84710"/>
                    <a:pt x="3170061" y="76233"/>
                  </a:cubicBezTo>
                  <a:cubicBezTo>
                    <a:pt x="3002326" y="43848"/>
                    <a:pt x="2831257" y="29560"/>
                    <a:pt x="2659712" y="30132"/>
                  </a:cubicBezTo>
                  <a:close/>
                </a:path>
              </a:pathLst>
            </a:custGeom>
            <a:ln w="9525" cap="flat">
              <a:noFill/>
              <a:prstDash val="solid"/>
              <a:miter/>
            </a:ln>
          </p:spPr>
          <p:txBody>
            <a:bodyPr rtlCol="0" anchor="ctr"/>
            <a:lstStyle/>
            <a:p>
              <a:endParaRPr lang="en-US"/>
            </a:p>
          </p:txBody>
        </p:sp>
      </p:grpSp>
      <p:grpSp>
        <p:nvGrpSpPr>
          <p:cNvPr id="1237" name="Group 1236">
            <a:extLst>
              <a:ext uri="{FF2B5EF4-FFF2-40B4-BE49-F238E27FC236}">
                <a16:creationId xmlns:a16="http://schemas.microsoft.com/office/drawing/2014/main" id="{274E02BE-DAE5-4FE6-8058-4FF1453D2B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001756" cy="3499702"/>
            <a:chOff x="0" y="0"/>
            <a:chExt cx="4001756" cy="3499702"/>
          </a:xfrm>
        </p:grpSpPr>
        <p:sp>
          <p:nvSpPr>
            <p:cNvPr id="1238" name="Freeform: Shape 1237">
              <a:extLst>
                <a:ext uri="{FF2B5EF4-FFF2-40B4-BE49-F238E27FC236}">
                  <a16:creationId xmlns:a16="http://schemas.microsoft.com/office/drawing/2014/main" id="{A3B352A5-8C6A-46AE-A65D-6810481BA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840282" cy="3377205"/>
            </a:xfrm>
            <a:custGeom>
              <a:avLst/>
              <a:gdLst>
                <a:gd name="connsiteX0" fmla="*/ 3428595 w 3840282"/>
                <a:gd name="connsiteY0" fmla="*/ 0 h 3377205"/>
                <a:gd name="connsiteX1" fmla="*/ 3569548 w 3840282"/>
                <a:gd name="connsiteY1" fmla="*/ 0 h 3377205"/>
                <a:gd name="connsiteX2" fmla="*/ 3648829 w 3840282"/>
                <a:gd name="connsiteY2" fmla="*/ 154640 h 3377205"/>
                <a:gd name="connsiteX3" fmla="*/ 3728736 w 3840282"/>
                <a:gd name="connsiteY3" fmla="*/ 355071 h 3377205"/>
                <a:gd name="connsiteX4" fmla="*/ 3825543 w 3840282"/>
                <a:gd name="connsiteY4" fmla="*/ 773793 h 3377205"/>
                <a:gd name="connsiteX5" fmla="*/ 3766971 w 3840282"/>
                <a:gd name="connsiteY5" fmla="*/ 1613614 h 3377205"/>
                <a:gd name="connsiteX6" fmla="*/ 3633431 w 3840282"/>
                <a:gd name="connsiteY6" fmla="*/ 2006469 h 3377205"/>
                <a:gd name="connsiteX7" fmla="*/ 3439920 w 3840282"/>
                <a:gd name="connsiteY7" fmla="*/ 2368900 h 3377205"/>
                <a:gd name="connsiteX8" fmla="*/ 2889092 w 3840282"/>
                <a:gd name="connsiteY8" fmla="*/ 2963406 h 3377205"/>
                <a:gd name="connsiteX9" fmla="*/ 2544470 w 3840282"/>
                <a:gd name="connsiteY9" fmla="*/ 3176984 h 3377205"/>
                <a:gd name="connsiteX10" fmla="*/ 2163113 w 3840282"/>
                <a:gd name="connsiteY10" fmla="*/ 3320013 h 3377205"/>
                <a:gd name="connsiteX11" fmla="*/ 1754511 w 3840282"/>
                <a:gd name="connsiteY11" fmla="*/ 3376870 h 3377205"/>
                <a:gd name="connsiteX12" fmla="*/ 1337906 w 3840282"/>
                <a:gd name="connsiteY12" fmla="*/ 3332722 h 3377205"/>
                <a:gd name="connsiteX13" fmla="*/ 940031 w 3840282"/>
                <a:gd name="connsiteY13" fmla="*/ 3185258 h 3377205"/>
                <a:gd name="connsiteX14" fmla="*/ 892420 w 3840282"/>
                <a:gd name="connsiteY14" fmla="*/ 3161190 h 3377205"/>
                <a:gd name="connsiteX15" fmla="*/ 845449 w 3840282"/>
                <a:gd name="connsiteY15" fmla="*/ 3135822 h 3377205"/>
                <a:gd name="connsiteX16" fmla="*/ 798953 w 3840282"/>
                <a:gd name="connsiteY16" fmla="*/ 3109622 h 3377205"/>
                <a:gd name="connsiteX17" fmla="*/ 752982 w 3840282"/>
                <a:gd name="connsiteY17" fmla="*/ 3082374 h 3377205"/>
                <a:gd name="connsiteX18" fmla="*/ 574323 w 3840282"/>
                <a:gd name="connsiteY18" fmla="*/ 2964222 h 3377205"/>
                <a:gd name="connsiteX19" fmla="*/ 256217 w 3840282"/>
                <a:gd name="connsiteY19" fmla="*/ 2675130 h 3377205"/>
                <a:gd name="connsiteX20" fmla="*/ 123123 w 3840282"/>
                <a:gd name="connsiteY20" fmla="*/ 2506011 h 3377205"/>
                <a:gd name="connsiteX21" fmla="*/ 0 w 3840282"/>
                <a:gd name="connsiteY21" fmla="*/ 2332404 h 3377205"/>
                <a:gd name="connsiteX22" fmla="*/ 0 w 3840282"/>
                <a:gd name="connsiteY22" fmla="*/ 2028341 h 3377205"/>
                <a:gd name="connsiteX23" fmla="*/ 20917 w 3840282"/>
                <a:gd name="connsiteY23" fmla="*/ 2068909 h 3377205"/>
                <a:gd name="connsiteX24" fmla="*/ 125687 w 3840282"/>
                <a:gd name="connsiteY24" fmla="*/ 2242097 h 3377205"/>
                <a:gd name="connsiteX25" fmla="*/ 248629 w 3840282"/>
                <a:gd name="connsiteY25" fmla="*/ 2401909 h 3377205"/>
                <a:gd name="connsiteX26" fmla="*/ 385185 w 3840282"/>
                <a:gd name="connsiteY26" fmla="*/ 2548277 h 3377205"/>
                <a:gd name="connsiteX27" fmla="*/ 675198 w 3840282"/>
                <a:gd name="connsiteY27" fmla="*/ 2817760 h 3377205"/>
                <a:gd name="connsiteX28" fmla="*/ 833710 w 3840282"/>
                <a:gd name="connsiteY28" fmla="*/ 2933677 h 3377205"/>
                <a:gd name="connsiteX29" fmla="*/ 875236 w 3840282"/>
                <a:gd name="connsiteY29" fmla="*/ 2959397 h 3377205"/>
                <a:gd name="connsiteX30" fmla="*/ 917402 w 3840282"/>
                <a:gd name="connsiteY30" fmla="*/ 2983816 h 3377205"/>
                <a:gd name="connsiteX31" fmla="*/ 960323 w 3840282"/>
                <a:gd name="connsiteY31" fmla="*/ 3006683 h 3377205"/>
                <a:gd name="connsiteX32" fmla="*/ 1003777 w 3840282"/>
                <a:gd name="connsiteY32" fmla="*/ 3028218 h 3377205"/>
                <a:gd name="connsiteX33" fmla="*/ 1366183 w 3840282"/>
                <a:gd name="connsiteY33" fmla="*/ 3147210 h 3377205"/>
                <a:gd name="connsiteX34" fmla="*/ 1738475 w 3840282"/>
                <a:gd name="connsiteY34" fmla="*/ 3179625 h 3377205"/>
                <a:gd name="connsiteX35" fmla="*/ 2104151 w 3840282"/>
                <a:gd name="connsiteY35" fmla="*/ 3123821 h 3377205"/>
                <a:gd name="connsiteX36" fmla="*/ 2448705 w 3840282"/>
                <a:gd name="connsiteY36" fmla="*/ 2989291 h 3377205"/>
                <a:gd name="connsiteX37" fmla="*/ 2762518 w 3840282"/>
                <a:gd name="connsiteY37" fmla="*/ 2791732 h 3377205"/>
                <a:gd name="connsiteX38" fmla="*/ 3036550 w 3840282"/>
                <a:gd name="connsiteY38" fmla="*/ 2538969 h 3377205"/>
                <a:gd name="connsiteX39" fmla="*/ 3266594 w 3840282"/>
                <a:gd name="connsiteY39" fmla="*/ 2241621 h 3377205"/>
                <a:gd name="connsiteX40" fmla="*/ 3586084 w 3840282"/>
                <a:gd name="connsiteY40" fmla="*/ 1551655 h 3377205"/>
                <a:gd name="connsiteX41" fmla="*/ 3660092 w 3840282"/>
                <a:gd name="connsiteY41" fmla="*/ 1171578 h 3377205"/>
                <a:gd name="connsiteX42" fmla="*/ 3666345 w 3840282"/>
                <a:gd name="connsiteY42" fmla="*/ 780555 h 3377205"/>
                <a:gd name="connsiteX43" fmla="*/ 3598991 w 3840282"/>
                <a:gd name="connsiteY43" fmla="*/ 391174 h 3377205"/>
                <a:gd name="connsiteX44" fmla="*/ 3444242 w 3840282"/>
                <a:gd name="connsiteY44" fmla="*/ 23958 h 3377205"/>
                <a:gd name="connsiteX45" fmla="*/ 20269 w 3840282"/>
                <a:gd name="connsiteY45" fmla="*/ 0 h 3377205"/>
                <a:gd name="connsiteX46" fmla="*/ 367699 w 3840282"/>
                <a:gd name="connsiteY46" fmla="*/ 0 h 3377205"/>
                <a:gd name="connsiteX47" fmla="*/ 337192 w 3840282"/>
                <a:gd name="connsiteY47" fmla="*/ 69380 h 3377205"/>
                <a:gd name="connsiteX48" fmla="*/ 302864 w 3840282"/>
                <a:gd name="connsiteY48" fmla="*/ 158622 h 3377205"/>
                <a:gd name="connsiteX49" fmla="*/ 269543 w 3840282"/>
                <a:gd name="connsiteY49" fmla="*/ 249610 h 3377205"/>
                <a:gd name="connsiteX50" fmla="*/ 203610 w 3840282"/>
                <a:gd name="connsiteY50" fmla="*/ 436574 h 3377205"/>
                <a:gd name="connsiteX51" fmla="*/ 60359 w 3840282"/>
                <a:gd name="connsiteY51" fmla="*/ 807492 h 3377205"/>
                <a:gd name="connsiteX52" fmla="*/ 0 w 3840282"/>
                <a:gd name="connsiteY52" fmla="*/ 966019 h 3377205"/>
                <a:gd name="connsiteX53" fmla="*/ 0 w 3840282"/>
                <a:gd name="connsiteY53" fmla="*/ 47139 h 3377205"/>
                <a:gd name="connsiteX54" fmla="*/ 11898 w 3840282"/>
                <a:gd name="connsiteY54" fmla="*/ 18579 h 337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840282" h="3377205">
                  <a:moveTo>
                    <a:pt x="3428595" y="0"/>
                  </a:moveTo>
                  <a:lnTo>
                    <a:pt x="3569548" y="0"/>
                  </a:lnTo>
                  <a:lnTo>
                    <a:pt x="3648829" y="154640"/>
                  </a:lnTo>
                  <a:cubicBezTo>
                    <a:pt x="3678596" y="220139"/>
                    <a:pt x="3705277" y="287047"/>
                    <a:pt x="3728736" y="355071"/>
                  </a:cubicBezTo>
                  <a:cubicBezTo>
                    <a:pt x="3775679" y="491013"/>
                    <a:pt x="3808673" y="631842"/>
                    <a:pt x="3825543" y="773793"/>
                  </a:cubicBezTo>
                  <a:cubicBezTo>
                    <a:pt x="3858828" y="1057955"/>
                    <a:pt x="3834234" y="1343615"/>
                    <a:pt x="3766971" y="1613614"/>
                  </a:cubicBezTo>
                  <a:cubicBezTo>
                    <a:pt x="3733144" y="1748726"/>
                    <a:pt x="3688146" y="1880143"/>
                    <a:pt x="3633431" y="2006469"/>
                  </a:cubicBezTo>
                  <a:cubicBezTo>
                    <a:pt x="3578545" y="2132801"/>
                    <a:pt x="3514169" y="2254283"/>
                    <a:pt x="3439920" y="2368900"/>
                  </a:cubicBezTo>
                  <a:cubicBezTo>
                    <a:pt x="3290719" y="2597518"/>
                    <a:pt x="3104442" y="2799243"/>
                    <a:pt x="2889092" y="2963406"/>
                  </a:cubicBezTo>
                  <a:cubicBezTo>
                    <a:pt x="2781328" y="3045259"/>
                    <a:pt x="2665423" y="3116924"/>
                    <a:pt x="2544470" y="3176984"/>
                  </a:cubicBezTo>
                  <a:cubicBezTo>
                    <a:pt x="2423160" y="3236879"/>
                    <a:pt x="2295548" y="3285708"/>
                    <a:pt x="2163113" y="3320013"/>
                  </a:cubicBezTo>
                  <a:cubicBezTo>
                    <a:pt x="2030719" y="3354387"/>
                    <a:pt x="1893420" y="3374097"/>
                    <a:pt x="1754511" y="3376870"/>
                  </a:cubicBezTo>
                  <a:cubicBezTo>
                    <a:pt x="1615732" y="3379567"/>
                    <a:pt x="1475102" y="3366115"/>
                    <a:pt x="1337906" y="3332722"/>
                  </a:cubicBezTo>
                  <a:cubicBezTo>
                    <a:pt x="1200685" y="3299436"/>
                    <a:pt x="1067381" y="3248254"/>
                    <a:pt x="940031" y="3185258"/>
                  </a:cubicBezTo>
                  <a:lnTo>
                    <a:pt x="892420" y="3161190"/>
                  </a:lnTo>
                  <a:lnTo>
                    <a:pt x="845449" y="3135822"/>
                  </a:lnTo>
                  <a:cubicBezTo>
                    <a:pt x="829972" y="3127077"/>
                    <a:pt x="814340" y="3118513"/>
                    <a:pt x="798953" y="3109622"/>
                  </a:cubicBezTo>
                  <a:lnTo>
                    <a:pt x="752982" y="3082374"/>
                  </a:lnTo>
                  <a:cubicBezTo>
                    <a:pt x="692059" y="3045332"/>
                    <a:pt x="632225" y="3006265"/>
                    <a:pt x="574323" y="2964222"/>
                  </a:cubicBezTo>
                  <a:cubicBezTo>
                    <a:pt x="458389" y="2880212"/>
                    <a:pt x="350629" y="2783571"/>
                    <a:pt x="256217" y="2675130"/>
                  </a:cubicBezTo>
                  <a:cubicBezTo>
                    <a:pt x="209056" y="2620836"/>
                    <a:pt x="165197" y="2563985"/>
                    <a:pt x="123123" y="2506011"/>
                  </a:cubicBezTo>
                  <a:lnTo>
                    <a:pt x="0" y="2332404"/>
                  </a:lnTo>
                  <a:lnTo>
                    <a:pt x="0" y="2028341"/>
                  </a:lnTo>
                  <a:lnTo>
                    <a:pt x="20917" y="2068909"/>
                  </a:lnTo>
                  <a:cubicBezTo>
                    <a:pt x="52796" y="2128489"/>
                    <a:pt x="87778" y="2186371"/>
                    <a:pt x="125687" y="2242097"/>
                  </a:cubicBezTo>
                  <a:cubicBezTo>
                    <a:pt x="163506" y="2297969"/>
                    <a:pt x="204888" y="2351132"/>
                    <a:pt x="248629" y="2401909"/>
                  </a:cubicBezTo>
                  <a:cubicBezTo>
                    <a:pt x="292500" y="2452611"/>
                    <a:pt x="338664" y="2500965"/>
                    <a:pt x="385185" y="2548277"/>
                  </a:cubicBezTo>
                  <a:cubicBezTo>
                    <a:pt x="478199" y="2643008"/>
                    <a:pt x="573364" y="2734543"/>
                    <a:pt x="675198" y="2817760"/>
                  </a:cubicBezTo>
                  <a:cubicBezTo>
                    <a:pt x="726108" y="2859281"/>
                    <a:pt x="778798" y="2898469"/>
                    <a:pt x="833710" y="2933677"/>
                  </a:cubicBezTo>
                  <a:cubicBezTo>
                    <a:pt x="847326" y="2942661"/>
                    <a:pt x="861391" y="2950918"/>
                    <a:pt x="875236" y="2959397"/>
                  </a:cubicBezTo>
                  <a:cubicBezTo>
                    <a:pt x="889236" y="2967692"/>
                    <a:pt x="903377" y="2975628"/>
                    <a:pt x="917402" y="2983816"/>
                  </a:cubicBezTo>
                  <a:lnTo>
                    <a:pt x="960323" y="3006683"/>
                  </a:lnTo>
                  <a:lnTo>
                    <a:pt x="1003777" y="3028218"/>
                  </a:lnTo>
                  <a:cubicBezTo>
                    <a:pt x="1120521" y="3083379"/>
                    <a:pt x="1242742" y="3122440"/>
                    <a:pt x="1366183" y="3147210"/>
                  </a:cubicBezTo>
                  <a:cubicBezTo>
                    <a:pt x="1489551" y="3172303"/>
                    <a:pt x="1614516" y="3183909"/>
                    <a:pt x="1738475" y="3179625"/>
                  </a:cubicBezTo>
                  <a:cubicBezTo>
                    <a:pt x="1862450" y="3175517"/>
                    <a:pt x="1985154" y="3156416"/>
                    <a:pt x="2104151" y="3123821"/>
                  </a:cubicBezTo>
                  <a:cubicBezTo>
                    <a:pt x="2223189" y="3091295"/>
                    <a:pt x="2338445" y="3045598"/>
                    <a:pt x="2448705" y="2989291"/>
                  </a:cubicBezTo>
                  <a:cubicBezTo>
                    <a:pt x="2559322" y="2933150"/>
                    <a:pt x="2664247" y="2867453"/>
                    <a:pt x="2762518" y="2791732"/>
                  </a:cubicBezTo>
                  <a:cubicBezTo>
                    <a:pt x="2860682" y="2715980"/>
                    <a:pt x="2952307" y="2631160"/>
                    <a:pt x="3036550" y="2538969"/>
                  </a:cubicBezTo>
                  <a:cubicBezTo>
                    <a:pt x="3120939" y="2446881"/>
                    <a:pt x="3197264" y="2346699"/>
                    <a:pt x="3266594" y="2241621"/>
                  </a:cubicBezTo>
                  <a:cubicBezTo>
                    <a:pt x="3406443" y="2032175"/>
                    <a:pt x="3515149" y="1798740"/>
                    <a:pt x="3586084" y="1551655"/>
                  </a:cubicBezTo>
                  <a:cubicBezTo>
                    <a:pt x="3621149" y="1428019"/>
                    <a:pt x="3646279" y="1300720"/>
                    <a:pt x="3660092" y="1171578"/>
                  </a:cubicBezTo>
                  <a:cubicBezTo>
                    <a:pt x="3674117" y="1042502"/>
                    <a:pt x="3676532" y="911380"/>
                    <a:pt x="3666345" y="780555"/>
                  </a:cubicBezTo>
                  <a:cubicBezTo>
                    <a:pt x="3656199" y="649799"/>
                    <a:pt x="3635060" y="518967"/>
                    <a:pt x="3598991" y="391174"/>
                  </a:cubicBezTo>
                  <a:cubicBezTo>
                    <a:pt x="3563082" y="263658"/>
                    <a:pt x="3511079" y="139572"/>
                    <a:pt x="3444242" y="23958"/>
                  </a:cubicBezTo>
                  <a:close/>
                  <a:moveTo>
                    <a:pt x="20269" y="0"/>
                  </a:moveTo>
                  <a:lnTo>
                    <a:pt x="367699" y="0"/>
                  </a:lnTo>
                  <a:lnTo>
                    <a:pt x="337192" y="69380"/>
                  </a:lnTo>
                  <a:cubicBezTo>
                    <a:pt x="325332" y="98655"/>
                    <a:pt x="314005" y="128552"/>
                    <a:pt x="302864" y="158622"/>
                  </a:cubicBezTo>
                  <a:cubicBezTo>
                    <a:pt x="291552" y="188697"/>
                    <a:pt x="280468" y="219014"/>
                    <a:pt x="269543" y="249610"/>
                  </a:cubicBezTo>
                  <a:lnTo>
                    <a:pt x="203610" y="436574"/>
                  </a:lnTo>
                  <a:cubicBezTo>
                    <a:pt x="158013" y="564244"/>
                    <a:pt x="108546" y="687168"/>
                    <a:pt x="60359" y="807492"/>
                  </a:cubicBezTo>
                  <a:lnTo>
                    <a:pt x="0" y="966019"/>
                  </a:lnTo>
                  <a:lnTo>
                    <a:pt x="0" y="47139"/>
                  </a:lnTo>
                  <a:lnTo>
                    <a:pt x="11898" y="1857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39" name="Freeform: Shape 1238">
              <a:extLst>
                <a:ext uri="{FF2B5EF4-FFF2-40B4-BE49-F238E27FC236}">
                  <a16:creationId xmlns:a16="http://schemas.microsoft.com/office/drawing/2014/main" id="{8D9C3291-1E80-4DA3-9009-C99166AE0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820204" cy="3359743"/>
            </a:xfrm>
            <a:custGeom>
              <a:avLst/>
              <a:gdLst>
                <a:gd name="connsiteX0" fmla="*/ 93465 w 3820204"/>
                <a:gd name="connsiteY0" fmla="*/ 0 h 3359743"/>
                <a:gd name="connsiteX1" fmla="*/ 528857 w 3820204"/>
                <a:gd name="connsiteY1" fmla="*/ 0 h 3359743"/>
                <a:gd name="connsiteX2" fmla="*/ 510218 w 3820204"/>
                <a:gd name="connsiteY2" fmla="*/ 34559 h 3359743"/>
                <a:gd name="connsiteX3" fmla="*/ 332471 w 3820204"/>
                <a:gd name="connsiteY3" fmla="*/ 470128 h 3359743"/>
                <a:gd name="connsiteX4" fmla="*/ 278963 w 3820204"/>
                <a:gd name="connsiteY4" fmla="*/ 614648 h 3359743"/>
                <a:gd name="connsiteX5" fmla="*/ 69028 w 3820204"/>
                <a:gd name="connsiteY5" fmla="*/ 1329865 h 3359743"/>
                <a:gd name="connsiteX6" fmla="*/ 187482 w 3820204"/>
                <a:gd name="connsiteY6" fmla="*/ 1899411 h 3359743"/>
                <a:gd name="connsiteX7" fmla="*/ 1215248 w 3820204"/>
                <a:gd name="connsiteY7" fmla="*/ 2861549 h 3359743"/>
                <a:gd name="connsiteX8" fmla="*/ 1803868 w 3820204"/>
                <a:gd name="connsiteY8" fmla="*/ 2960866 h 3359743"/>
                <a:gd name="connsiteX9" fmla="*/ 2420680 w 3820204"/>
                <a:gd name="connsiteY9" fmla="*/ 2767514 h 3359743"/>
                <a:gd name="connsiteX10" fmla="*/ 2982479 w 3820204"/>
                <a:gd name="connsiteY10" fmla="*/ 2268017 h 3359743"/>
                <a:gd name="connsiteX11" fmla="*/ 3340616 w 3820204"/>
                <a:gd name="connsiteY11" fmla="*/ 1580120 h 3359743"/>
                <a:gd name="connsiteX12" fmla="*/ 3432015 w 3820204"/>
                <a:gd name="connsiteY12" fmla="*/ 833579 h 3359743"/>
                <a:gd name="connsiteX13" fmla="*/ 3224475 w 3820204"/>
                <a:gd name="connsiteY13" fmla="*/ 146002 h 3359743"/>
                <a:gd name="connsiteX14" fmla="*/ 3127691 w 3820204"/>
                <a:gd name="connsiteY14" fmla="*/ 11637 h 3359743"/>
                <a:gd name="connsiteX15" fmla="*/ 3115819 w 3820204"/>
                <a:gd name="connsiteY15" fmla="*/ 0 h 3359743"/>
                <a:gd name="connsiteX16" fmla="*/ 3571522 w 3820204"/>
                <a:gd name="connsiteY16" fmla="*/ 0 h 3359743"/>
                <a:gd name="connsiteX17" fmla="*/ 3654592 w 3820204"/>
                <a:gd name="connsiteY17" fmla="*/ 165834 h 3359743"/>
                <a:gd name="connsiteX18" fmla="*/ 2622163 w 3820204"/>
                <a:gd name="connsiteY18" fmla="*/ 3116493 h 3359743"/>
                <a:gd name="connsiteX19" fmla="*/ 118603 w 3820204"/>
                <a:gd name="connsiteY19" fmla="*/ 2467752 h 3359743"/>
                <a:gd name="connsiteX20" fmla="*/ 0 w 3820204"/>
                <a:gd name="connsiteY20" fmla="*/ 2305290 h 3359743"/>
                <a:gd name="connsiteX21" fmla="*/ 0 w 3820204"/>
                <a:gd name="connsiteY21" fmla="*/ 241463 h 335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0204" h="3359743">
                  <a:moveTo>
                    <a:pt x="93465" y="0"/>
                  </a:moveTo>
                  <a:lnTo>
                    <a:pt x="528857" y="0"/>
                  </a:lnTo>
                  <a:lnTo>
                    <a:pt x="510218" y="34559"/>
                  </a:lnTo>
                  <a:cubicBezTo>
                    <a:pt x="448025" y="160928"/>
                    <a:pt x="392508" y="305854"/>
                    <a:pt x="332471" y="470128"/>
                  </a:cubicBezTo>
                  <a:cubicBezTo>
                    <a:pt x="314588" y="519072"/>
                    <a:pt x="296504" y="567669"/>
                    <a:pt x="278963" y="614648"/>
                  </a:cubicBezTo>
                  <a:cubicBezTo>
                    <a:pt x="183993" y="869468"/>
                    <a:pt x="94329" y="1110150"/>
                    <a:pt x="69028" y="1329865"/>
                  </a:cubicBezTo>
                  <a:cubicBezTo>
                    <a:pt x="44835" y="1539913"/>
                    <a:pt x="81339" y="1715568"/>
                    <a:pt x="187482" y="1899411"/>
                  </a:cubicBezTo>
                  <a:cubicBezTo>
                    <a:pt x="453520" y="2360204"/>
                    <a:pt x="818502" y="2701893"/>
                    <a:pt x="1215248" y="2861549"/>
                  </a:cubicBezTo>
                  <a:cubicBezTo>
                    <a:pt x="1409344" y="2939613"/>
                    <a:pt x="1607393" y="2973050"/>
                    <a:pt x="1803868" y="2960866"/>
                  </a:cubicBezTo>
                  <a:cubicBezTo>
                    <a:pt x="2013475" y="2947800"/>
                    <a:pt x="2220994" y="2882802"/>
                    <a:pt x="2420680" y="2767514"/>
                  </a:cubicBezTo>
                  <a:cubicBezTo>
                    <a:pt x="2632422" y="2645264"/>
                    <a:pt x="2821524" y="2477178"/>
                    <a:pt x="2982479" y="2268017"/>
                  </a:cubicBezTo>
                  <a:cubicBezTo>
                    <a:pt x="3139306" y="2064496"/>
                    <a:pt x="3263095" y="1826633"/>
                    <a:pt x="3340616" y="1580120"/>
                  </a:cubicBezTo>
                  <a:cubicBezTo>
                    <a:pt x="3419513" y="1329368"/>
                    <a:pt x="3450251" y="1078131"/>
                    <a:pt x="3432015" y="833579"/>
                  </a:cubicBezTo>
                  <a:cubicBezTo>
                    <a:pt x="3413342" y="583602"/>
                    <a:pt x="3343551" y="352249"/>
                    <a:pt x="3224475" y="146002"/>
                  </a:cubicBezTo>
                  <a:cubicBezTo>
                    <a:pt x="3194494" y="94074"/>
                    <a:pt x="3162862" y="50300"/>
                    <a:pt x="3127691" y="11637"/>
                  </a:cubicBezTo>
                  <a:lnTo>
                    <a:pt x="3115819" y="0"/>
                  </a:lnTo>
                  <a:lnTo>
                    <a:pt x="3571522" y="0"/>
                  </a:lnTo>
                  <a:lnTo>
                    <a:pt x="3654592" y="165834"/>
                  </a:lnTo>
                  <a:cubicBezTo>
                    <a:pt x="4109334" y="1225822"/>
                    <a:pt x="3582751" y="2561898"/>
                    <a:pt x="2622163" y="3116493"/>
                  </a:cubicBezTo>
                  <a:cubicBezTo>
                    <a:pt x="1730861" y="3631087"/>
                    <a:pt x="766064" y="3289080"/>
                    <a:pt x="118603" y="2467752"/>
                  </a:cubicBezTo>
                  <a:lnTo>
                    <a:pt x="0" y="2305290"/>
                  </a:lnTo>
                  <a:lnTo>
                    <a:pt x="0" y="2414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40" name="Freeform: Shape 1239">
              <a:extLst>
                <a:ext uri="{FF2B5EF4-FFF2-40B4-BE49-F238E27FC236}">
                  <a16:creationId xmlns:a16="http://schemas.microsoft.com/office/drawing/2014/main" id="{16F49D9F-E759-41DC-A9B8-93BEAEF48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820204" cy="3359743"/>
            </a:xfrm>
            <a:custGeom>
              <a:avLst/>
              <a:gdLst>
                <a:gd name="connsiteX0" fmla="*/ 93465 w 3820204"/>
                <a:gd name="connsiteY0" fmla="*/ 0 h 3359743"/>
                <a:gd name="connsiteX1" fmla="*/ 618652 w 3820204"/>
                <a:gd name="connsiteY1" fmla="*/ 0 h 3359743"/>
                <a:gd name="connsiteX2" fmla="*/ 578588 w 3820204"/>
                <a:gd name="connsiteY2" fmla="*/ 73801 h 3359743"/>
                <a:gd name="connsiteX3" fmla="*/ 404395 w 3820204"/>
                <a:gd name="connsiteY3" fmla="*/ 501841 h 3359743"/>
                <a:gd name="connsiteX4" fmla="*/ 350723 w 3820204"/>
                <a:gd name="connsiteY4" fmla="*/ 646829 h 3359743"/>
                <a:gd name="connsiteX5" fmla="*/ 145187 w 3820204"/>
                <a:gd name="connsiteY5" fmla="*/ 1343779 h 3359743"/>
                <a:gd name="connsiteX6" fmla="*/ 252718 w 3820204"/>
                <a:gd name="connsiteY6" fmla="*/ 1861747 h 3359743"/>
                <a:gd name="connsiteX7" fmla="*/ 1239325 w 3820204"/>
                <a:gd name="connsiteY7" fmla="*/ 2787811 h 3359743"/>
                <a:gd name="connsiteX8" fmla="*/ 1794821 w 3820204"/>
                <a:gd name="connsiteY8" fmla="*/ 2881683 h 3359743"/>
                <a:gd name="connsiteX9" fmla="*/ 2380383 w 3820204"/>
                <a:gd name="connsiteY9" fmla="*/ 2697717 h 3359743"/>
                <a:gd name="connsiteX10" fmla="*/ 2921551 w 3820204"/>
                <a:gd name="connsiteY10" fmla="*/ 2216368 h 3359743"/>
                <a:gd name="connsiteX11" fmla="*/ 3267669 w 3820204"/>
                <a:gd name="connsiteY11" fmla="*/ 1551602 h 3359743"/>
                <a:gd name="connsiteX12" fmla="*/ 3355687 w 3820204"/>
                <a:gd name="connsiteY12" fmla="*/ 835024 h 3359743"/>
                <a:gd name="connsiteX13" fmla="*/ 3159368 w 3820204"/>
                <a:gd name="connsiteY13" fmla="*/ 183592 h 3359743"/>
                <a:gd name="connsiteX14" fmla="*/ 3021660 w 3820204"/>
                <a:gd name="connsiteY14" fmla="*/ 13736 h 3359743"/>
                <a:gd name="connsiteX15" fmla="*/ 3004039 w 3820204"/>
                <a:gd name="connsiteY15" fmla="*/ 0 h 3359743"/>
                <a:gd name="connsiteX16" fmla="*/ 3571522 w 3820204"/>
                <a:gd name="connsiteY16" fmla="*/ 0 h 3359743"/>
                <a:gd name="connsiteX17" fmla="*/ 3654592 w 3820204"/>
                <a:gd name="connsiteY17" fmla="*/ 165834 h 3359743"/>
                <a:gd name="connsiteX18" fmla="*/ 2622163 w 3820204"/>
                <a:gd name="connsiteY18" fmla="*/ 3116493 h 3359743"/>
                <a:gd name="connsiteX19" fmla="*/ 118603 w 3820204"/>
                <a:gd name="connsiteY19" fmla="*/ 2467752 h 3359743"/>
                <a:gd name="connsiteX20" fmla="*/ 0 w 3820204"/>
                <a:gd name="connsiteY20" fmla="*/ 2305290 h 3359743"/>
                <a:gd name="connsiteX21" fmla="*/ 0 w 3820204"/>
                <a:gd name="connsiteY21" fmla="*/ 241463 h 335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0204" h="3359743">
                  <a:moveTo>
                    <a:pt x="93465" y="0"/>
                  </a:moveTo>
                  <a:lnTo>
                    <a:pt x="618652" y="0"/>
                  </a:lnTo>
                  <a:lnTo>
                    <a:pt x="578588" y="73801"/>
                  </a:lnTo>
                  <a:cubicBezTo>
                    <a:pt x="516209" y="200416"/>
                    <a:pt x="461926" y="344459"/>
                    <a:pt x="404395" y="501841"/>
                  </a:cubicBezTo>
                  <a:cubicBezTo>
                    <a:pt x="386397" y="551040"/>
                    <a:pt x="368288" y="599742"/>
                    <a:pt x="350723" y="646829"/>
                  </a:cubicBezTo>
                  <a:cubicBezTo>
                    <a:pt x="257480" y="897116"/>
                    <a:pt x="169428" y="1133516"/>
                    <a:pt x="145187" y="1343779"/>
                  </a:cubicBezTo>
                  <a:cubicBezTo>
                    <a:pt x="122833" y="1537595"/>
                    <a:pt x="154998" y="1692491"/>
                    <a:pt x="252718" y="1861747"/>
                  </a:cubicBezTo>
                  <a:cubicBezTo>
                    <a:pt x="509287" y="2306137"/>
                    <a:pt x="859673" y="2635037"/>
                    <a:pt x="1239325" y="2787811"/>
                  </a:cubicBezTo>
                  <a:cubicBezTo>
                    <a:pt x="1422675" y="2861561"/>
                    <a:pt x="1609513" y="2893190"/>
                    <a:pt x="1794821" y="2881683"/>
                  </a:cubicBezTo>
                  <a:cubicBezTo>
                    <a:pt x="1993237" y="2869401"/>
                    <a:pt x="2190277" y="2807475"/>
                    <a:pt x="2380383" y="2697717"/>
                  </a:cubicBezTo>
                  <a:cubicBezTo>
                    <a:pt x="2581241" y="2581752"/>
                    <a:pt x="2768329" y="2415295"/>
                    <a:pt x="2921551" y="2216368"/>
                  </a:cubicBezTo>
                  <a:cubicBezTo>
                    <a:pt x="3073081" y="2019627"/>
                    <a:pt x="3192771" y="1789715"/>
                    <a:pt x="3267669" y="1551602"/>
                  </a:cubicBezTo>
                  <a:cubicBezTo>
                    <a:pt x="3342492" y="1313811"/>
                    <a:pt x="3372881" y="1066033"/>
                    <a:pt x="3355687" y="835024"/>
                  </a:cubicBezTo>
                  <a:cubicBezTo>
                    <a:pt x="3338019" y="597775"/>
                    <a:pt x="3271957" y="378601"/>
                    <a:pt x="3159368" y="183592"/>
                  </a:cubicBezTo>
                  <a:cubicBezTo>
                    <a:pt x="3119021" y="113708"/>
                    <a:pt x="3075431" y="60367"/>
                    <a:pt x="3021660" y="13736"/>
                  </a:cubicBezTo>
                  <a:lnTo>
                    <a:pt x="3004039" y="0"/>
                  </a:lnTo>
                  <a:lnTo>
                    <a:pt x="3571522" y="0"/>
                  </a:lnTo>
                  <a:lnTo>
                    <a:pt x="3654592" y="165834"/>
                  </a:lnTo>
                  <a:cubicBezTo>
                    <a:pt x="4109334" y="1225822"/>
                    <a:pt x="3582751" y="2561898"/>
                    <a:pt x="2622163" y="3116493"/>
                  </a:cubicBezTo>
                  <a:cubicBezTo>
                    <a:pt x="1730861" y="3631087"/>
                    <a:pt x="766064" y="3289080"/>
                    <a:pt x="118603" y="2467752"/>
                  </a:cubicBezTo>
                  <a:lnTo>
                    <a:pt x="0" y="2305290"/>
                  </a:lnTo>
                  <a:lnTo>
                    <a:pt x="0" y="2414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41" name="Freeform: Shape 1240">
              <a:extLst>
                <a:ext uri="{FF2B5EF4-FFF2-40B4-BE49-F238E27FC236}">
                  <a16:creationId xmlns:a16="http://schemas.microsoft.com/office/drawing/2014/main" id="{E7F4DDCE-EE69-4F68-8D83-9F7F23ACC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001756" cy="3499702"/>
            </a:xfrm>
            <a:custGeom>
              <a:avLst/>
              <a:gdLst>
                <a:gd name="connsiteX0" fmla="*/ 2838655 w 4001756"/>
                <a:gd name="connsiteY0" fmla="*/ 3214384 h 3499702"/>
                <a:gd name="connsiteX1" fmla="*/ 2822754 w 4001756"/>
                <a:gd name="connsiteY1" fmla="*/ 3223564 h 3499702"/>
                <a:gd name="connsiteX2" fmla="*/ 2833613 w 4001756"/>
                <a:gd name="connsiteY2" fmla="*/ 3217388 h 3499702"/>
                <a:gd name="connsiteX3" fmla="*/ 2838655 w 4001756"/>
                <a:gd name="connsiteY3" fmla="*/ 3214384 h 3499702"/>
                <a:gd name="connsiteX4" fmla="*/ 3520758 w 4001756"/>
                <a:gd name="connsiteY4" fmla="*/ 0 h 3499702"/>
                <a:gd name="connsiteX5" fmla="*/ 3664740 w 4001756"/>
                <a:gd name="connsiteY5" fmla="*/ 0 h 3499702"/>
                <a:gd name="connsiteX6" fmla="*/ 3769438 w 4001756"/>
                <a:gd name="connsiteY6" fmla="*/ 202266 h 3499702"/>
                <a:gd name="connsiteX7" fmla="*/ 3974582 w 4001756"/>
                <a:gd name="connsiteY7" fmla="*/ 890153 h 3499702"/>
                <a:gd name="connsiteX8" fmla="*/ 3939864 w 4001756"/>
                <a:gd name="connsiteY8" fmla="*/ 1797630 h 3499702"/>
                <a:gd name="connsiteX9" fmla="*/ 3577455 w 4001756"/>
                <a:gd name="connsiteY9" fmla="*/ 2605158 h 3499702"/>
                <a:gd name="connsiteX10" fmla="*/ 2911467 w 4001756"/>
                <a:gd name="connsiteY10" fmla="*/ 3209104 h 3499702"/>
                <a:gd name="connsiteX11" fmla="*/ 2901741 w 4001756"/>
                <a:gd name="connsiteY11" fmla="*/ 3214534 h 3499702"/>
                <a:gd name="connsiteX12" fmla="*/ 2895705 w 4001756"/>
                <a:gd name="connsiteY12" fmla="*/ 3217926 h 3499702"/>
                <a:gd name="connsiteX13" fmla="*/ 2849731 w 4001756"/>
                <a:gd name="connsiteY13" fmla="*/ 3245307 h 3499702"/>
                <a:gd name="connsiteX14" fmla="*/ 2632085 w 4001756"/>
                <a:gd name="connsiteY14" fmla="*/ 3352817 h 3499702"/>
                <a:gd name="connsiteX15" fmla="*/ 2212685 w 4001756"/>
                <a:gd name="connsiteY15" fmla="*/ 3474351 h 3499702"/>
                <a:gd name="connsiteX16" fmla="*/ 1774360 w 4001756"/>
                <a:gd name="connsiteY16" fmla="*/ 3495229 h 3499702"/>
                <a:gd name="connsiteX17" fmla="*/ 1731098 w 4001756"/>
                <a:gd name="connsiteY17" fmla="*/ 3491637 h 3499702"/>
                <a:gd name="connsiteX18" fmla="*/ 612237 w 4001756"/>
                <a:gd name="connsiteY18" fmla="*/ 3139157 h 3499702"/>
                <a:gd name="connsiteX19" fmla="*/ 126859 w 4001756"/>
                <a:gd name="connsiteY19" fmla="*/ 2747721 h 3499702"/>
                <a:gd name="connsiteX20" fmla="*/ 0 w 4001756"/>
                <a:gd name="connsiteY20" fmla="*/ 2599206 h 3499702"/>
                <a:gd name="connsiteX21" fmla="*/ 0 w 4001756"/>
                <a:gd name="connsiteY21" fmla="*/ 2169934 h 3499702"/>
                <a:gd name="connsiteX22" fmla="*/ 57152 w 4001756"/>
                <a:gd name="connsiteY22" fmla="*/ 2259146 h 3499702"/>
                <a:gd name="connsiteX23" fmla="*/ 322437 w 4001756"/>
                <a:gd name="connsiteY23" fmla="*/ 2597626 h 3499702"/>
                <a:gd name="connsiteX24" fmla="*/ 632825 w 4001756"/>
                <a:gd name="connsiteY24" fmla="*/ 2892012 h 3499702"/>
                <a:gd name="connsiteX25" fmla="*/ 717115 w 4001756"/>
                <a:gd name="connsiteY25" fmla="*/ 2956882 h 3499702"/>
                <a:gd name="connsiteX26" fmla="*/ 804331 w 4001756"/>
                <a:gd name="connsiteY26" fmla="*/ 3017642 h 3499702"/>
                <a:gd name="connsiteX27" fmla="*/ 985565 w 4001756"/>
                <a:gd name="connsiteY27" fmla="*/ 3125653 h 3499702"/>
                <a:gd name="connsiteX28" fmla="*/ 1371529 w 4001756"/>
                <a:gd name="connsiteY28" fmla="*/ 3278226 h 3499702"/>
                <a:gd name="connsiteX29" fmla="*/ 1571814 w 4001756"/>
                <a:gd name="connsiteY29" fmla="*/ 3318096 h 3499702"/>
                <a:gd name="connsiteX30" fmla="*/ 1773346 w 4001756"/>
                <a:gd name="connsiteY30" fmla="*/ 3331376 h 3499702"/>
                <a:gd name="connsiteX31" fmla="*/ 2166430 w 4001756"/>
                <a:gd name="connsiteY31" fmla="*/ 3279850 h 3499702"/>
                <a:gd name="connsiteX32" fmla="*/ 2352596 w 4001756"/>
                <a:gd name="connsiteY32" fmla="*/ 3218805 h 3499702"/>
                <a:gd name="connsiteX33" fmla="*/ 2529112 w 4001756"/>
                <a:gd name="connsiteY33" fmla="*/ 3137739 h 3499702"/>
                <a:gd name="connsiteX34" fmla="*/ 2603202 w 4001756"/>
                <a:gd name="connsiteY34" fmla="*/ 3097196 h 3499702"/>
                <a:gd name="connsiteX35" fmla="*/ 2854822 w 4001756"/>
                <a:gd name="connsiteY35" fmla="*/ 2923912 h 3499702"/>
                <a:gd name="connsiteX36" fmla="*/ 3000436 w 4001756"/>
                <a:gd name="connsiteY36" fmla="*/ 2793683 h 3499702"/>
                <a:gd name="connsiteX37" fmla="*/ 3134428 w 4001756"/>
                <a:gd name="connsiteY37" fmla="*/ 2650250 h 3499702"/>
                <a:gd name="connsiteX38" fmla="*/ 3256612 w 4001756"/>
                <a:gd name="connsiteY38" fmla="*/ 2495393 h 3499702"/>
                <a:gd name="connsiteX39" fmla="*/ 3366511 w 4001756"/>
                <a:gd name="connsiteY39" fmla="*/ 2329946 h 3499702"/>
                <a:gd name="connsiteX40" fmla="*/ 3550262 w 4001756"/>
                <a:gd name="connsiteY40" fmla="*/ 1973338 h 3499702"/>
                <a:gd name="connsiteX41" fmla="*/ 3588114 w 4001756"/>
                <a:gd name="connsiteY41" fmla="*/ 1879361 h 3499702"/>
                <a:gd name="connsiteX42" fmla="*/ 3588164 w 4001756"/>
                <a:gd name="connsiteY42" fmla="*/ 1879146 h 3499702"/>
                <a:gd name="connsiteX43" fmla="*/ 3588214 w 4001756"/>
                <a:gd name="connsiteY43" fmla="*/ 1878932 h 3499702"/>
                <a:gd name="connsiteX44" fmla="*/ 3603145 w 4001756"/>
                <a:gd name="connsiteY44" fmla="*/ 1839321 h 3499702"/>
                <a:gd name="connsiteX45" fmla="*/ 3606099 w 4001756"/>
                <a:gd name="connsiteY45" fmla="*/ 1831194 h 3499702"/>
                <a:gd name="connsiteX46" fmla="*/ 3622935 w 4001756"/>
                <a:gd name="connsiteY46" fmla="*/ 1783597 h 3499702"/>
                <a:gd name="connsiteX47" fmla="*/ 3682105 w 4001756"/>
                <a:gd name="connsiteY47" fmla="*/ 1587324 h 3499702"/>
                <a:gd name="connsiteX48" fmla="*/ 3753580 w 4001756"/>
                <a:gd name="connsiteY48" fmla="*/ 1178930 h 3499702"/>
                <a:gd name="connsiteX49" fmla="*/ 3763212 w 4001756"/>
                <a:gd name="connsiteY49" fmla="*/ 969100 h 3499702"/>
                <a:gd name="connsiteX50" fmla="*/ 3752282 w 4001756"/>
                <a:gd name="connsiteY50" fmla="*/ 757368 h 3499702"/>
                <a:gd name="connsiteX51" fmla="*/ 3752226 w 4001756"/>
                <a:gd name="connsiteY51" fmla="*/ 757122 h 3499702"/>
                <a:gd name="connsiteX52" fmla="*/ 3752170 w 4001756"/>
                <a:gd name="connsiteY52" fmla="*/ 756874 h 3499702"/>
                <a:gd name="connsiteX53" fmla="*/ 3746225 w 4001756"/>
                <a:gd name="connsiteY53" fmla="*/ 704284 h 3499702"/>
                <a:gd name="connsiteX54" fmla="*/ 3742928 w 4001756"/>
                <a:gd name="connsiteY54" fmla="*/ 677804 h 3499702"/>
                <a:gd name="connsiteX55" fmla="*/ 3739070 w 4001756"/>
                <a:gd name="connsiteY55" fmla="*/ 651554 h 3499702"/>
                <a:gd name="connsiteX56" fmla="*/ 3738439 w 4001756"/>
                <a:gd name="connsiteY56" fmla="*/ 647451 h 3499702"/>
                <a:gd name="connsiteX57" fmla="*/ 3730369 w 4001756"/>
                <a:gd name="connsiteY57" fmla="*/ 599159 h 3499702"/>
                <a:gd name="connsiteX58" fmla="*/ 3726796 w 4001756"/>
                <a:gd name="connsiteY58" fmla="*/ 579725 h 3499702"/>
                <a:gd name="connsiteX59" fmla="*/ 3720393 w 4001756"/>
                <a:gd name="connsiteY59" fmla="*/ 546662 h 3499702"/>
                <a:gd name="connsiteX60" fmla="*/ 3720297 w 4001756"/>
                <a:gd name="connsiteY60" fmla="*/ 546345 h 3499702"/>
                <a:gd name="connsiteX61" fmla="*/ 3720267 w 4001756"/>
                <a:gd name="connsiteY61" fmla="*/ 545991 h 3499702"/>
                <a:gd name="connsiteX62" fmla="*/ 3666380 w 4001756"/>
                <a:gd name="connsiteY62" fmla="*/ 338120 h 3499702"/>
                <a:gd name="connsiteX63" fmla="*/ 3589772 w 4001756"/>
                <a:gd name="connsiteY63" fmla="*/ 135935 h 3499702"/>
                <a:gd name="connsiteX64" fmla="*/ 0 w 4001756"/>
                <a:gd name="connsiteY64" fmla="*/ 0 h 3499702"/>
                <a:gd name="connsiteX65" fmla="*/ 138661 w 4001756"/>
                <a:gd name="connsiteY65" fmla="*/ 0 h 3499702"/>
                <a:gd name="connsiteX66" fmla="*/ 124991 w 4001756"/>
                <a:gd name="connsiteY66" fmla="*/ 32270 h 3499702"/>
                <a:gd name="connsiteX67" fmla="*/ 85180 w 4001756"/>
                <a:gd name="connsiteY67" fmla="*/ 133915 h 3499702"/>
                <a:gd name="connsiteX68" fmla="*/ 49613 w 4001756"/>
                <a:gd name="connsiteY68" fmla="*/ 230946 h 3499702"/>
                <a:gd name="connsiteX69" fmla="*/ 14208 w 4001756"/>
                <a:gd name="connsiteY69" fmla="*/ 331419 h 3499702"/>
                <a:gd name="connsiteX70" fmla="*/ 0 w 4001756"/>
                <a:gd name="connsiteY70" fmla="*/ 370427 h 349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001756" h="3499702">
                  <a:moveTo>
                    <a:pt x="2838655" y="3214384"/>
                  </a:moveTo>
                  <a:cubicBezTo>
                    <a:pt x="2833311" y="3217469"/>
                    <a:pt x="2828073" y="3220587"/>
                    <a:pt x="2822754" y="3223564"/>
                  </a:cubicBezTo>
                  <a:cubicBezTo>
                    <a:pt x="2826338" y="3221495"/>
                    <a:pt x="2830028" y="3219458"/>
                    <a:pt x="2833613" y="3217388"/>
                  </a:cubicBezTo>
                  <a:cubicBezTo>
                    <a:pt x="2835307" y="3216410"/>
                    <a:pt x="2836961" y="3215362"/>
                    <a:pt x="2838655" y="3214384"/>
                  </a:cubicBezTo>
                  <a:close/>
                  <a:moveTo>
                    <a:pt x="3520758" y="0"/>
                  </a:moveTo>
                  <a:lnTo>
                    <a:pt x="3664740" y="0"/>
                  </a:lnTo>
                  <a:lnTo>
                    <a:pt x="3769438" y="202266"/>
                  </a:lnTo>
                  <a:cubicBezTo>
                    <a:pt x="3870472" y="421871"/>
                    <a:pt x="3939284" y="652357"/>
                    <a:pt x="3974582" y="890153"/>
                  </a:cubicBezTo>
                  <a:cubicBezTo>
                    <a:pt x="4020088" y="1196388"/>
                    <a:pt x="4008394" y="1501681"/>
                    <a:pt x="3939864" y="1797630"/>
                  </a:cubicBezTo>
                  <a:cubicBezTo>
                    <a:pt x="3871334" y="2093580"/>
                    <a:pt x="3749360" y="2365293"/>
                    <a:pt x="3577455" y="2605158"/>
                  </a:cubicBezTo>
                  <a:cubicBezTo>
                    <a:pt x="3399515" y="2853533"/>
                    <a:pt x="3175412" y="3056716"/>
                    <a:pt x="2911467" y="3209104"/>
                  </a:cubicBezTo>
                  <a:cubicBezTo>
                    <a:pt x="2908274" y="3210948"/>
                    <a:pt x="2904975" y="3212760"/>
                    <a:pt x="2901741" y="3214534"/>
                  </a:cubicBezTo>
                  <a:cubicBezTo>
                    <a:pt x="2899786" y="3215662"/>
                    <a:pt x="2897726" y="3216760"/>
                    <a:pt x="2895705" y="3217926"/>
                  </a:cubicBezTo>
                  <a:cubicBezTo>
                    <a:pt x="2880566" y="3227224"/>
                    <a:pt x="2865112" y="3236427"/>
                    <a:pt x="2849731" y="3245307"/>
                  </a:cubicBezTo>
                  <a:cubicBezTo>
                    <a:pt x="2779606" y="3285793"/>
                    <a:pt x="2706406" y="3322006"/>
                    <a:pt x="2632085" y="3352817"/>
                  </a:cubicBezTo>
                  <a:cubicBezTo>
                    <a:pt x="2493881" y="3410089"/>
                    <a:pt x="2352812" y="3450961"/>
                    <a:pt x="2212685" y="3474351"/>
                  </a:cubicBezTo>
                  <a:cubicBezTo>
                    <a:pt x="2070045" y="3498355"/>
                    <a:pt x="1922602" y="3505310"/>
                    <a:pt x="1774360" y="3495229"/>
                  </a:cubicBezTo>
                  <a:cubicBezTo>
                    <a:pt x="1759286" y="3494255"/>
                    <a:pt x="1744140" y="3492855"/>
                    <a:pt x="1731098" y="3491637"/>
                  </a:cubicBezTo>
                  <a:cubicBezTo>
                    <a:pt x="1341879" y="3472346"/>
                    <a:pt x="954959" y="3350478"/>
                    <a:pt x="612237" y="3139157"/>
                  </a:cubicBezTo>
                  <a:cubicBezTo>
                    <a:pt x="435490" y="3030186"/>
                    <a:pt x="272346" y="2898308"/>
                    <a:pt x="126859" y="2747721"/>
                  </a:cubicBezTo>
                  <a:lnTo>
                    <a:pt x="0" y="2599206"/>
                  </a:lnTo>
                  <a:lnTo>
                    <a:pt x="0" y="2169934"/>
                  </a:lnTo>
                  <a:lnTo>
                    <a:pt x="57152" y="2259146"/>
                  </a:lnTo>
                  <a:cubicBezTo>
                    <a:pt x="142417" y="2383198"/>
                    <a:pt x="231619" y="2497066"/>
                    <a:pt x="322437" y="2597626"/>
                  </a:cubicBezTo>
                  <a:cubicBezTo>
                    <a:pt x="421767" y="2707509"/>
                    <a:pt x="526208" y="2806530"/>
                    <a:pt x="632825" y="2892012"/>
                  </a:cubicBezTo>
                  <a:cubicBezTo>
                    <a:pt x="660571" y="2914334"/>
                    <a:pt x="688995" y="2936171"/>
                    <a:pt x="717115" y="2956882"/>
                  </a:cubicBezTo>
                  <a:cubicBezTo>
                    <a:pt x="744450" y="2976836"/>
                    <a:pt x="773773" y="2997224"/>
                    <a:pt x="804331" y="3017642"/>
                  </a:cubicBezTo>
                  <a:cubicBezTo>
                    <a:pt x="861634" y="3055937"/>
                    <a:pt x="922600" y="3092302"/>
                    <a:pt x="985565" y="3125653"/>
                  </a:cubicBezTo>
                  <a:cubicBezTo>
                    <a:pt x="1109618" y="3191668"/>
                    <a:pt x="1239548" y="3243030"/>
                    <a:pt x="1371529" y="3278226"/>
                  </a:cubicBezTo>
                  <a:cubicBezTo>
                    <a:pt x="1438004" y="3295683"/>
                    <a:pt x="1505464" y="3309129"/>
                    <a:pt x="1571814" y="3318096"/>
                  </a:cubicBezTo>
                  <a:cubicBezTo>
                    <a:pt x="1642042" y="3327153"/>
                    <a:pt x="1709779" y="3331597"/>
                    <a:pt x="1773346" y="3331376"/>
                  </a:cubicBezTo>
                  <a:cubicBezTo>
                    <a:pt x="1903825" y="3331610"/>
                    <a:pt x="2036058" y="3314266"/>
                    <a:pt x="2166430" y="3279850"/>
                  </a:cubicBezTo>
                  <a:cubicBezTo>
                    <a:pt x="2228724" y="3263427"/>
                    <a:pt x="2291346" y="3242907"/>
                    <a:pt x="2352596" y="3218805"/>
                  </a:cubicBezTo>
                  <a:cubicBezTo>
                    <a:pt x="2412119" y="3195326"/>
                    <a:pt x="2471450" y="3168052"/>
                    <a:pt x="2529112" y="3137739"/>
                  </a:cubicBezTo>
                  <a:cubicBezTo>
                    <a:pt x="2554001" y="3124857"/>
                    <a:pt x="2578893" y="3111231"/>
                    <a:pt x="2603202" y="3097196"/>
                  </a:cubicBezTo>
                  <a:cubicBezTo>
                    <a:pt x="2690076" y="3047039"/>
                    <a:pt x="2774835" y="2988704"/>
                    <a:pt x="2854822" y="2923912"/>
                  </a:cubicBezTo>
                  <a:cubicBezTo>
                    <a:pt x="2906667" y="2881415"/>
                    <a:pt x="2955660" y="2837588"/>
                    <a:pt x="3000436" y="2793683"/>
                  </a:cubicBezTo>
                  <a:cubicBezTo>
                    <a:pt x="3048462" y="2746226"/>
                    <a:pt x="3093575" y="2697938"/>
                    <a:pt x="3134428" y="2650250"/>
                  </a:cubicBezTo>
                  <a:cubicBezTo>
                    <a:pt x="3177184" y="2600437"/>
                    <a:pt x="3218269" y="2548333"/>
                    <a:pt x="3256612" y="2495393"/>
                  </a:cubicBezTo>
                  <a:cubicBezTo>
                    <a:pt x="3295030" y="2442130"/>
                    <a:pt x="3331971" y="2386462"/>
                    <a:pt x="3366511" y="2329946"/>
                  </a:cubicBezTo>
                  <a:cubicBezTo>
                    <a:pt x="3435913" y="2216266"/>
                    <a:pt x="3497789" y="2096322"/>
                    <a:pt x="3550262" y="1973338"/>
                  </a:cubicBezTo>
                  <a:cubicBezTo>
                    <a:pt x="3561016" y="1947865"/>
                    <a:pt x="3575025" y="1914185"/>
                    <a:pt x="3588114" y="1879361"/>
                  </a:cubicBezTo>
                  <a:lnTo>
                    <a:pt x="3588164" y="1879146"/>
                  </a:lnTo>
                  <a:lnTo>
                    <a:pt x="3588214" y="1878932"/>
                  </a:lnTo>
                  <a:cubicBezTo>
                    <a:pt x="3593376" y="1865899"/>
                    <a:pt x="3598364" y="1852412"/>
                    <a:pt x="3603145" y="1839321"/>
                  </a:cubicBezTo>
                  <a:lnTo>
                    <a:pt x="3606099" y="1831194"/>
                  </a:lnTo>
                  <a:cubicBezTo>
                    <a:pt x="3612474" y="1814392"/>
                    <a:pt x="3618141" y="1797720"/>
                    <a:pt x="3622935" y="1783597"/>
                  </a:cubicBezTo>
                  <a:cubicBezTo>
                    <a:pt x="3646743" y="1713458"/>
                    <a:pt x="3666071" y="1649254"/>
                    <a:pt x="3682105" y="1587324"/>
                  </a:cubicBezTo>
                  <a:cubicBezTo>
                    <a:pt x="3717374" y="1453054"/>
                    <a:pt x="3741389" y="1315697"/>
                    <a:pt x="3753580" y="1178930"/>
                  </a:cubicBezTo>
                  <a:cubicBezTo>
                    <a:pt x="3759874" y="1108106"/>
                    <a:pt x="3763137" y="1037450"/>
                    <a:pt x="3763212" y="969100"/>
                  </a:cubicBezTo>
                  <a:cubicBezTo>
                    <a:pt x="3762560" y="891212"/>
                    <a:pt x="3759000" y="821982"/>
                    <a:pt x="3752282" y="757368"/>
                  </a:cubicBezTo>
                  <a:lnTo>
                    <a:pt x="3752226" y="757122"/>
                  </a:lnTo>
                  <a:lnTo>
                    <a:pt x="3752170" y="756874"/>
                  </a:lnTo>
                  <a:cubicBezTo>
                    <a:pt x="3750526" y="738374"/>
                    <a:pt x="3748240" y="719965"/>
                    <a:pt x="3746225" y="704284"/>
                  </a:cubicBezTo>
                  <a:lnTo>
                    <a:pt x="3742928" y="677804"/>
                  </a:lnTo>
                  <a:lnTo>
                    <a:pt x="3739070" y="651554"/>
                  </a:lnTo>
                  <a:lnTo>
                    <a:pt x="3738439" y="647451"/>
                  </a:lnTo>
                  <a:cubicBezTo>
                    <a:pt x="3735860" y="630794"/>
                    <a:pt x="3733423" y="614984"/>
                    <a:pt x="3730369" y="599159"/>
                  </a:cubicBezTo>
                  <a:cubicBezTo>
                    <a:pt x="3729156" y="592693"/>
                    <a:pt x="3727943" y="586228"/>
                    <a:pt x="3726796" y="579725"/>
                  </a:cubicBezTo>
                  <a:cubicBezTo>
                    <a:pt x="3724769" y="568239"/>
                    <a:pt x="3722764" y="557390"/>
                    <a:pt x="3720393" y="546662"/>
                  </a:cubicBezTo>
                  <a:lnTo>
                    <a:pt x="3720297" y="546345"/>
                  </a:lnTo>
                  <a:lnTo>
                    <a:pt x="3720267" y="545991"/>
                  </a:lnTo>
                  <a:cubicBezTo>
                    <a:pt x="3705951" y="474688"/>
                    <a:pt x="3687818" y="404752"/>
                    <a:pt x="3666380" y="338120"/>
                  </a:cubicBezTo>
                  <a:cubicBezTo>
                    <a:pt x="3644488" y="269424"/>
                    <a:pt x="3618888" y="201868"/>
                    <a:pt x="3589772" y="135935"/>
                  </a:cubicBezTo>
                  <a:close/>
                  <a:moveTo>
                    <a:pt x="0" y="0"/>
                  </a:moveTo>
                  <a:lnTo>
                    <a:pt x="138661" y="0"/>
                  </a:lnTo>
                  <a:lnTo>
                    <a:pt x="124991" y="32270"/>
                  </a:lnTo>
                  <a:cubicBezTo>
                    <a:pt x="112363" y="63338"/>
                    <a:pt x="99237" y="96857"/>
                    <a:pt x="85180" y="133915"/>
                  </a:cubicBezTo>
                  <a:cubicBezTo>
                    <a:pt x="72809" y="166370"/>
                    <a:pt x="60767" y="199845"/>
                    <a:pt x="49613" y="230946"/>
                  </a:cubicBezTo>
                  <a:lnTo>
                    <a:pt x="14208" y="331419"/>
                  </a:lnTo>
                  <a:lnTo>
                    <a:pt x="0" y="37042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43" name="Group 1242">
            <a:extLst>
              <a:ext uri="{FF2B5EF4-FFF2-40B4-BE49-F238E27FC236}">
                <a16:creationId xmlns:a16="http://schemas.microsoft.com/office/drawing/2014/main" id="{950C8EFF-5510-493B-938E-160923383A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275486"/>
            <a:ext cx="3209714" cy="2582514"/>
            <a:chOff x="0" y="4290193"/>
            <a:chExt cx="3209714" cy="2582514"/>
          </a:xfrm>
        </p:grpSpPr>
        <p:sp>
          <p:nvSpPr>
            <p:cNvPr id="1244" name="Freeform: Shape 1243">
              <a:extLst>
                <a:ext uri="{FF2B5EF4-FFF2-40B4-BE49-F238E27FC236}">
                  <a16:creationId xmlns:a16="http://schemas.microsoft.com/office/drawing/2014/main" id="{43B64811-ECDB-48B2-95B3-EF0AF018E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386240"/>
              <a:ext cx="3048710" cy="2486467"/>
            </a:xfrm>
            <a:custGeom>
              <a:avLst/>
              <a:gdLst>
                <a:gd name="connsiteX0" fmla="*/ 1453859 w 3048710"/>
                <a:gd name="connsiteY0" fmla="*/ 50 h 2486467"/>
                <a:gd name="connsiteX1" fmla="*/ 1607052 w 3048710"/>
                <a:gd name="connsiteY1" fmla="*/ 9526 h 2486467"/>
                <a:gd name="connsiteX2" fmla="*/ 1757255 w 3048710"/>
                <a:gd name="connsiteY2" fmla="*/ 37897 h 2486467"/>
                <a:gd name="connsiteX3" fmla="*/ 2043506 w 3048710"/>
                <a:gd name="connsiteY3" fmla="*/ 141004 h 2486467"/>
                <a:gd name="connsiteX4" fmla="*/ 2178142 w 3048710"/>
                <a:gd name="connsiteY4" fmla="*/ 211847 h 2486467"/>
                <a:gd name="connsiteX5" fmla="*/ 2306630 w 3048710"/>
                <a:gd name="connsiteY5" fmla="*/ 293520 h 2486467"/>
                <a:gd name="connsiteX6" fmla="*/ 2542512 w 3048710"/>
                <a:gd name="connsiteY6" fmla="*/ 486929 h 2486467"/>
                <a:gd name="connsiteX7" fmla="*/ 2745735 w 3048710"/>
                <a:gd name="connsiteY7" fmla="*/ 716945 h 2486467"/>
                <a:gd name="connsiteX8" fmla="*/ 2908461 w 3048710"/>
                <a:gd name="connsiteY8" fmla="*/ 980464 h 2486467"/>
                <a:gd name="connsiteX9" fmla="*/ 2971407 w 3048710"/>
                <a:gd name="connsiteY9" fmla="*/ 1123617 h 2486467"/>
                <a:gd name="connsiteX10" fmla="*/ 2985001 w 3048710"/>
                <a:gd name="connsiteY10" fmla="*/ 1160449 h 2486467"/>
                <a:gd name="connsiteX11" fmla="*/ 2997466 w 3048710"/>
                <a:gd name="connsiteY11" fmla="*/ 1197788 h 2486467"/>
                <a:gd name="connsiteX12" fmla="*/ 3008521 w 3048710"/>
                <a:gd name="connsiteY12" fmla="*/ 1235635 h 2486467"/>
                <a:gd name="connsiteX13" fmla="*/ 3018223 w 3048710"/>
                <a:gd name="connsiteY13" fmla="*/ 1273877 h 2486467"/>
                <a:gd name="connsiteX14" fmla="*/ 3048230 w 3048710"/>
                <a:gd name="connsiteY14" fmla="*/ 1588160 h 2486467"/>
                <a:gd name="connsiteX15" fmla="*/ 3031478 w 3048710"/>
                <a:gd name="connsiteY15" fmla="*/ 1745245 h 2486467"/>
                <a:gd name="connsiteX16" fmla="*/ 2992446 w 3048710"/>
                <a:gd name="connsiteY16" fmla="*/ 1897367 h 2486467"/>
                <a:gd name="connsiteX17" fmla="*/ 2940442 w 3048710"/>
                <a:gd name="connsiteY17" fmla="*/ 2044412 h 2486467"/>
                <a:gd name="connsiteX18" fmla="*/ 2907727 w 3048710"/>
                <a:gd name="connsiteY18" fmla="*/ 2117511 h 2486467"/>
                <a:gd name="connsiteX19" fmla="*/ 2865650 w 3048710"/>
                <a:gd name="connsiteY19" fmla="*/ 2188693 h 2486467"/>
                <a:gd name="connsiteX20" fmla="*/ 2811784 w 3048710"/>
                <a:gd name="connsiteY20" fmla="*/ 2254404 h 2486467"/>
                <a:gd name="connsiteX21" fmla="*/ 2780762 w 3048710"/>
                <a:gd name="connsiteY21" fmla="*/ 2283565 h 2486467"/>
                <a:gd name="connsiteX22" fmla="*/ 2748048 w 3048710"/>
                <a:gd name="connsiteY22" fmla="*/ 2309680 h 2486467"/>
                <a:gd name="connsiteX23" fmla="*/ 2617585 w 3048710"/>
                <a:gd name="connsiteY23" fmla="*/ 2391973 h 2486467"/>
                <a:gd name="connsiteX24" fmla="*/ 2502916 w 3048710"/>
                <a:gd name="connsiteY24" fmla="*/ 2466877 h 2486467"/>
                <a:gd name="connsiteX25" fmla="*/ 2478701 w 3048710"/>
                <a:gd name="connsiteY25" fmla="*/ 2486467 h 2486467"/>
                <a:gd name="connsiteX26" fmla="*/ 2229461 w 3048710"/>
                <a:gd name="connsiteY26" fmla="*/ 2486467 h 2486467"/>
                <a:gd name="connsiteX27" fmla="*/ 2231162 w 3048710"/>
                <a:gd name="connsiteY27" fmla="*/ 2484645 h 2486467"/>
                <a:gd name="connsiteX28" fmla="*/ 2257615 w 3048710"/>
                <a:gd name="connsiteY28" fmla="*/ 2457909 h 2486467"/>
                <a:gd name="connsiteX29" fmla="*/ 2285986 w 3048710"/>
                <a:gd name="connsiteY29" fmla="*/ 2430779 h 2486467"/>
                <a:gd name="connsiteX30" fmla="*/ 2411654 w 3048710"/>
                <a:gd name="connsiteY30" fmla="*/ 2333933 h 2486467"/>
                <a:gd name="connsiteX31" fmla="*/ 2546911 w 3048710"/>
                <a:gd name="connsiteY31" fmla="*/ 2260157 h 2486467"/>
                <a:gd name="connsiteX32" fmla="*/ 2610817 w 3048710"/>
                <a:gd name="connsiteY32" fmla="*/ 2228627 h 2486467"/>
                <a:gd name="connsiteX33" fmla="*/ 2667616 w 3048710"/>
                <a:gd name="connsiteY33" fmla="*/ 2195969 h 2486467"/>
                <a:gd name="connsiteX34" fmla="*/ 2754083 w 3048710"/>
                <a:gd name="connsiteY34" fmla="*/ 2111814 h 2486467"/>
                <a:gd name="connsiteX35" fmla="*/ 2808851 w 3048710"/>
                <a:gd name="connsiteY35" fmla="*/ 1996468 h 2486467"/>
                <a:gd name="connsiteX36" fmla="*/ 2835812 w 3048710"/>
                <a:gd name="connsiteY36" fmla="*/ 1863750 h 2486467"/>
                <a:gd name="connsiteX37" fmla="*/ 2840550 w 3048710"/>
                <a:gd name="connsiteY37" fmla="*/ 1728437 h 2486467"/>
                <a:gd name="connsiteX38" fmla="*/ 2831751 w 3048710"/>
                <a:gd name="connsiteY38" fmla="*/ 1594872 h 2486467"/>
                <a:gd name="connsiteX39" fmla="*/ 2811558 w 3048710"/>
                <a:gd name="connsiteY39" fmla="*/ 1463395 h 2486467"/>
                <a:gd name="connsiteX40" fmla="*/ 2779972 w 3048710"/>
                <a:gd name="connsiteY40" fmla="*/ 1334230 h 2486467"/>
                <a:gd name="connsiteX41" fmla="*/ 2694013 w 3048710"/>
                <a:gd name="connsiteY41" fmla="*/ 1080581 h 2486467"/>
                <a:gd name="connsiteX42" fmla="*/ 2567386 w 3048710"/>
                <a:gd name="connsiteY42" fmla="*/ 840074 h 2486467"/>
                <a:gd name="connsiteX43" fmla="*/ 2490169 w 3048710"/>
                <a:gd name="connsiteY43" fmla="*/ 726590 h 2486467"/>
                <a:gd name="connsiteX44" fmla="*/ 2404040 w 3048710"/>
                <a:gd name="connsiteY44" fmla="*/ 618914 h 2486467"/>
                <a:gd name="connsiteX45" fmla="*/ 2207416 w 3048710"/>
                <a:gd name="connsiteY45" fmla="*/ 424095 h 2486467"/>
                <a:gd name="connsiteX46" fmla="*/ 1979769 w 3048710"/>
                <a:gd name="connsiteY46" fmla="*/ 265374 h 2486467"/>
                <a:gd name="connsiteX47" fmla="*/ 1949311 w 3048710"/>
                <a:gd name="connsiteY47" fmla="*/ 248679 h 2486467"/>
                <a:gd name="connsiteX48" fmla="*/ 1918458 w 3048710"/>
                <a:gd name="connsiteY48" fmla="*/ 232773 h 2486467"/>
                <a:gd name="connsiteX49" fmla="*/ 1887097 w 3048710"/>
                <a:gd name="connsiteY49" fmla="*/ 217882 h 2486467"/>
                <a:gd name="connsiteX50" fmla="*/ 1855398 w 3048710"/>
                <a:gd name="connsiteY50" fmla="*/ 203781 h 2486467"/>
                <a:gd name="connsiteX51" fmla="*/ 1725218 w 3048710"/>
                <a:gd name="connsiteY51" fmla="*/ 156684 h 2486467"/>
                <a:gd name="connsiteX52" fmla="*/ 1590694 w 3048710"/>
                <a:gd name="connsiteY52" fmla="*/ 126226 h 2486467"/>
                <a:gd name="connsiteX53" fmla="*/ 1453859 w 3048710"/>
                <a:gd name="connsiteY53" fmla="*/ 114663 h 2486467"/>
                <a:gd name="connsiteX54" fmla="*/ 1178833 w 3048710"/>
                <a:gd name="connsiteY54" fmla="*/ 150423 h 2486467"/>
                <a:gd name="connsiteX55" fmla="*/ 924112 w 3048710"/>
                <a:gd name="connsiteY55" fmla="*/ 255899 h 2486467"/>
                <a:gd name="connsiteX56" fmla="*/ 698778 w 3048710"/>
                <a:gd name="connsiteY56" fmla="*/ 409938 h 2486467"/>
                <a:gd name="connsiteX57" fmla="*/ 596180 w 3048710"/>
                <a:gd name="connsiteY57" fmla="*/ 498887 h 2486467"/>
                <a:gd name="connsiteX58" fmla="*/ 499052 w 3048710"/>
                <a:gd name="connsiteY58" fmla="*/ 593702 h 2486467"/>
                <a:gd name="connsiteX59" fmla="*/ 211561 w 3048710"/>
                <a:gd name="connsiteY59" fmla="*/ 1051646 h 2486467"/>
                <a:gd name="connsiteX60" fmla="*/ 134287 w 3048710"/>
                <a:gd name="connsiteY60" fmla="*/ 1311047 h 2486467"/>
                <a:gd name="connsiteX61" fmla="*/ 113813 w 3048710"/>
                <a:gd name="connsiteY61" fmla="*/ 1444612 h 2486467"/>
                <a:gd name="connsiteX62" fmla="*/ 104675 w 3048710"/>
                <a:gd name="connsiteY62" fmla="*/ 1579192 h 2486467"/>
                <a:gd name="connsiteX63" fmla="*/ 106706 w 3048710"/>
                <a:gd name="connsiteY63" fmla="*/ 1714054 h 2486467"/>
                <a:gd name="connsiteX64" fmla="*/ 119622 w 3048710"/>
                <a:gd name="connsiteY64" fmla="*/ 1848352 h 2486467"/>
                <a:gd name="connsiteX65" fmla="*/ 182738 w 3048710"/>
                <a:gd name="connsiteY65" fmla="*/ 2111363 h 2486467"/>
                <a:gd name="connsiteX66" fmla="*/ 296167 w 3048710"/>
                <a:gd name="connsiteY66" fmla="*/ 2358525 h 2486467"/>
                <a:gd name="connsiteX67" fmla="*/ 370564 w 3048710"/>
                <a:gd name="connsiteY67" fmla="*/ 2473251 h 2486467"/>
                <a:gd name="connsiteX68" fmla="*/ 380537 w 3048710"/>
                <a:gd name="connsiteY68" fmla="*/ 2486467 h 2486467"/>
                <a:gd name="connsiteX69" fmla="*/ 163036 w 3048710"/>
                <a:gd name="connsiteY69" fmla="*/ 2486467 h 2486467"/>
                <a:gd name="connsiteX70" fmla="*/ 140379 w 3048710"/>
                <a:gd name="connsiteY70" fmla="*/ 2455653 h 2486467"/>
                <a:gd name="connsiteX71" fmla="*/ 61646 w 3048710"/>
                <a:gd name="connsiteY71" fmla="*/ 2322610 h 2486467"/>
                <a:gd name="connsiteX72" fmla="*/ 0 w 3048710"/>
                <a:gd name="connsiteY72" fmla="*/ 2190793 h 2486467"/>
                <a:gd name="connsiteX73" fmla="*/ 0 w 3048710"/>
                <a:gd name="connsiteY73" fmla="*/ 999046 h 2486467"/>
                <a:gd name="connsiteX74" fmla="*/ 10876 w 3048710"/>
                <a:gd name="connsiteY74" fmla="*/ 969409 h 2486467"/>
                <a:gd name="connsiteX75" fmla="*/ 346874 w 3048710"/>
                <a:gd name="connsiteY75" fmla="*/ 452128 h 2486467"/>
                <a:gd name="connsiteX76" fmla="*/ 457595 w 3048710"/>
                <a:gd name="connsiteY76" fmla="*/ 343494 h 2486467"/>
                <a:gd name="connsiteX77" fmla="*/ 581120 w 3048710"/>
                <a:gd name="connsiteY77" fmla="*/ 249525 h 2486467"/>
                <a:gd name="connsiteX78" fmla="*/ 856145 w 3048710"/>
                <a:gd name="connsiteY78" fmla="*/ 108459 h 2486467"/>
                <a:gd name="connsiteX79" fmla="*/ 1151590 w 3048710"/>
                <a:gd name="connsiteY79" fmla="*/ 27970 h 2486467"/>
                <a:gd name="connsiteX80" fmla="*/ 1453859 w 3048710"/>
                <a:gd name="connsiteY80" fmla="*/ 50 h 248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048710" h="2486467">
                  <a:moveTo>
                    <a:pt x="1453859" y="50"/>
                  </a:moveTo>
                  <a:cubicBezTo>
                    <a:pt x="1505186" y="-457"/>
                    <a:pt x="1556401" y="2983"/>
                    <a:pt x="1607052" y="9526"/>
                  </a:cubicBezTo>
                  <a:cubicBezTo>
                    <a:pt x="1657759" y="15787"/>
                    <a:pt x="1707846" y="25658"/>
                    <a:pt x="1757255" y="37897"/>
                  </a:cubicBezTo>
                  <a:cubicBezTo>
                    <a:pt x="1856075" y="62489"/>
                    <a:pt x="1951793" y="97685"/>
                    <a:pt x="2043506" y="141004"/>
                  </a:cubicBezTo>
                  <a:cubicBezTo>
                    <a:pt x="2089306" y="162832"/>
                    <a:pt x="2134316" y="186296"/>
                    <a:pt x="2178142" y="211847"/>
                  </a:cubicBezTo>
                  <a:cubicBezTo>
                    <a:pt x="2222081" y="237229"/>
                    <a:pt x="2265004" y="264359"/>
                    <a:pt x="2306630" y="293520"/>
                  </a:cubicBezTo>
                  <a:cubicBezTo>
                    <a:pt x="2389882" y="351729"/>
                    <a:pt x="2469074" y="416086"/>
                    <a:pt x="2542512" y="486929"/>
                  </a:cubicBezTo>
                  <a:cubicBezTo>
                    <a:pt x="2615949" y="557773"/>
                    <a:pt x="2684311" y="634426"/>
                    <a:pt x="2745735" y="716945"/>
                  </a:cubicBezTo>
                  <a:cubicBezTo>
                    <a:pt x="2807385" y="799294"/>
                    <a:pt x="2861815" y="887567"/>
                    <a:pt x="2908461" y="980464"/>
                  </a:cubicBezTo>
                  <a:cubicBezTo>
                    <a:pt x="2931586" y="1026997"/>
                    <a:pt x="2952512" y="1074828"/>
                    <a:pt x="2971407" y="1123617"/>
                  </a:cubicBezTo>
                  <a:cubicBezTo>
                    <a:pt x="2976033" y="1135857"/>
                    <a:pt x="2980827" y="1148040"/>
                    <a:pt x="2985001" y="1160449"/>
                  </a:cubicBezTo>
                  <a:lnTo>
                    <a:pt x="2997466" y="1197788"/>
                  </a:lnTo>
                  <a:lnTo>
                    <a:pt x="3008521" y="1235635"/>
                  </a:lnTo>
                  <a:cubicBezTo>
                    <a:pt x="3012131" y="1248270"/>
                    <a:pt x="3015064" y="1261130"/>
                    <a:pt x="3018223" y="1273877"/>
                  </a:cubicBezTo>
                  <a:cubicBezTo>
                    <a:pt x="3042364" y="1376420"/>
                    <a:pt x="3050937" y="1482741"/>
                    <a:pt x="3048230" y="1588160"/>
                  </a:cubicBezTo>
                  <a:cubicBezTo>
                    <a:pt x="3046820" y="1640898"/>
                    <a:pt x="3041236" y="1693523"/>
                    <a:pt x="3031478" y="1745245"/>
                  </a:cubicBezTo>
                  <a:cubicBezTo>
                    <a:pt x="3021663" y="1796967"/>
                    <a:pt x="3008070" y="1847731"/>
                    <a:pt x="2992446" y="1897367"/>
                  </a:cubicBezTo>
                  <a:cubicBezTo>
                    <a:pt x="2976878" y="1947115"/>
                    <a:pt x="2960183" y="1995509"/>
                    <a:pt x="2940442" y="2044412"/>
                  </a:cubicBezTo>
                  <a:cubicBezTo>
                    <a:pt x="2930571" y="2068835"/>
                    <a:pt x="2919854" y="2093257"/>
                    <a:pt x="2907727" y="2117511"/>
                  </a:cubicBezTo>
                  <a:cubicBezTo>
                    <a:pt x="2895375" y="2141652"/>
                    <a:pt x="2881725" y="2165680"/>
                    <a:pt x="2865650" y="2188693"/>
                  </a:cubicBezTo>
                  <a:cubicBezTo>
                    <a:pt x="2849800" y="2211819"/>
                    <a:pt x="2831695" y="2233985"/>
                    <a:pt x="2811784" y="2254404"/>
                  </a:cubicBezTo>
                  <a:cubicBezTo>
                    <a:pt x="2801801" y="2264556"/>
                    <a:pt x="2791423" y="2274314"/>
                    <a:pt x="2780762" y="2283565"/>
                  </a:cubicBezTo>
                  <a:cubicBezTo>
                    <a:pt x="2770102" y="2292758"/>
                    <a:pt x="2759103" y="2301388"/>
                    <a:pt x="2748048" y="2309680"/>
                  </a:cubicBezTo>
                  <a:cubicBezTo>
                    <a:pt x="2703601" y="2342732"/>
                    <a:pt x="2658591" y="2367494"/>
                    <a:pt x="2617585" y="2391973"/>
                  </a:cubicBezTo>
                  <a:cubicBezTo>
                    <a:pt x="2576354" y="2416227"/>
                    <a:pt x="2538338" y="2440311"/>
                    <a:pt x="2502916" y="2466877"/>
                  </a:cubicBezTo>
                  <a:lnTo>
                    <a:pt x="2478701" y="2486467"/>
                  </a:lnTo>
                  <a:lnTo>
                    <a:pt x="2229461" y="2486467"/>
                  </a:lnTo>
                  <a:lnTo>
                    <a:pt x="2231162" y="2484645"/>
                  </a:lnTo>
                  <a:lnTo>
                    <a:pt x="2257615" y="2457909"/>
                  </a:lnTo>
                  <a:cubicBezTo>
                    <a:pt x="2266527" y="2449054"/>
                    <a:pt x="2276341" y="2439634"/>
                    <a:pt x="2285986" y="2430779"/>
                  </a:cubicBezTo>
                  <a:cubicBezTo>
                    <a:pt x="2324679" y="2394849"/>
                    <a:pt x="2367208" y="2362361"/>
                    <a:pt x="2411654" y="2333933"/>
                  </a:cubicBezTo>
                  <a:cubicBezTo>
                    <a:pt x="2456044" y="2305393"/>
                    <a:pt x="2502634" y="2281647"/>
                    <a:pt x="2546911" y="2260157"/>
                  </a:cubicBezTo>
                  <a:cubicBezTo>
                    <a:pt x="2569022" y="2249440"/>
                    <a:pt x="2590568" y="2239175"/>
                    <a:pt x="2610817" y="2228627"/>
                  </a:cubicBezTo>
                  <a:cubicBezTo>
                    <a:pt x="2631122" y="2218192"/>
                    <a:pt x="2650243" y="2207645"/>
                    <a:pt x="2667616" y="2195969"/>
                  </a:cubicBezTo>
                  <a:cubicBezTo>
                    <a:pt x="2702586" y="2172956"/>
                    <a:pt x="2730901" y="2145600"/>
                    <a:pt x="2754083" y="2111814"/>
                  </a:cubicBezTo>
                  <a:cubicBezTo>
                    <a:pt x="2777096" y="2078085"/>
                    <a:pt x="2795258" y="2038715"/>
                    <a:pt x="2808851" y="1996468"/>
                  </a:cubicBezTo>
                  <a:cubicBezTo>
                    <a:pt x="2822332" y="1954278"/>
                    <a:pt x="2830961" y="1908760"/>
                    <a:pt x="2835812" y="1863750"/>
                  </a:cubicBezTo>
                  <a:cubicBezTo>
                    <a:pt x="2840494" y="1818570"/>
                    <a:pt x="2841509" y="1773278"/>
                    <a:pt x="2840550" y="1728437"/>
                  </a:cubicBezTo>
                  <a:cubicBezTo>
                    <a:pt x="2839140" y="1683539"/>
                    <a:pt x="2836094" y="1639036"/>
                    <a:pt x="2831751" y="1594872"/>
                  </a:cubicBezTo>
                  <a:cubicBezTo>
                    <a:pt x="2827408" y="1550708"/>
                    <a:pt x="2820809" y="1506769"/>
                    <a:pt x="2811558" y="1463395"/>
                  </a:cubicBezTo>
                  <a:cubicBezTo>
                    <a:pt x="2802421" y="1419963"/>
                    <a:pt x="2791535" y="1377040"/>
                    <a:pt x="2779972" y="1334230"/>
                  </a:cubicBezTo>
                  <a:cubicBezTo>
                    <a:pt x="2756847" y="1248665"/>
                    <a:pt x="2729660" y="1163325"/>
                    <a:pt x="2694013" y="1080581"/>
                  </a:cubicBezTo>
                  <a:cubicBezTo>
                    <a:pt x="2658365" y="997836"/>
                    <a:pt x="2615949" y="917348"/>
                    <a:pt x="2567386" y="840074"/>
                  </a:cubicBezTo>
                  <a:cubicBezTo>
                    <a:pt x="2542963" y="801494"/>
                    <a:pt x="2517299" y="763591"/>
                    <a:pt x="2490169" y="726590"/>
                  </a:cubicBezTo>
                  <a:cubicBezTo>
                    <a:pt x="2463038" y="689589"/>
                    <a:pt x="2434103" y="653829"/>
                    <a:pt x="2404040" y="618914"/>
                  </a:cubicBezTo>
                  <a:cubicBezTo>
                    <a:pt x="2344082" y="548974"/>
                    <a:pt x="2278315" y="483601"/>
                    <a:pt x="2207416" y="424095"/>
                  </a:cubicBezTo>
                  <a:cubicBezTo>
                    <a:pt x="2136685" y="364363"/>
                    <a:pt x="2060483" y="310892"/>
                    <a:pt x="1979769" y="265374"/>
                  </a:cubicBezTo>
                  <a:cubicBezTo>
                    <a:pt x="1969616" y="259847"/>
                    <a:pt x="1959520" y="254094"/>
                    <a:pt x="1949311" y="248679"/>
                  </a:cubicBezTo>
                  <a:lnTo>
                    <a:pt x="1918458" y="232773"/>
                  </a:lnTo>
                  <a:lnTo>
                    <a:pt x="1887097" y="217882"/>
                  </a:lnTo>
                  <a:cubicBezTo>
                    <a:pt x="1876606" y="212975"/>
                    <a:pt x="1865946" y="208519"/>
                    <a:pt x="1855398" y="203781"/>
                  </a:cubicBezTo>
                  <a:cubicBezTo>
                    <a:pt x="1812983" y="185394"/>
                    <a:pt x="1769382" y="169883"/>
                    <a:pt x="1725218" y="156684"/>
                  </a:cubicBezTo>
                  <a:cubicBezTo>
                    <a:pt x="1681054" y="143542"/>
                    <a:pt x="1636043" y="133502"/>
                    <a:pt x="1590694" y="126226"/>
                  </a:cubicBezTo>
                  <a:cubicBezTo>
                    <a:pt x="1545289" y="119063"/>
                    <a:pt x="1499546" y="115227"/>
                    <a:pt x="1453859" y="114663"/>
                  </a:cubicBezTo>
                  <a:cubicBezTo>
                    <a:pt x="1361017" y="113986"/>
                    <a:pt x="1268120" y="126057"/>
                    <a:pt x="1178833" y="150423"/>
                  </a:cubicBezTo>
                  <a:cubicBezTo>
                    <a:pt x="1089432" y="174564"/>
                    <a:pt x="1004150" y="211452"/>
                    <a:pt x="924112" y="255899"/>
                  </a:cubicBezTo>
                  <a:cubicBezTo>
                    <a:pt x="844019" y="300458"/>
                    <a:pt x="769058" y="352801"/>
                    <a:pt x="698778" y="409938"/>
                  </a:cubicBezTo>
                  <a:cubicBezTo>
                    <a:pt x="663526" y="438478"/>
                    <a:pt x="629966" y="468823"/>
                    <a:pt x="596180" y="498887"/>
                  </a:cubicBezTo>
                  <a:cubicBezTo>
                    <a:pt x="562394" y="528894"/>
                    <a:pt x="529454" y="560085"/>
                    <a:pt x="499052" y="593702"/>
                  </a:cubicBezTo>
                  <a:cubicBezTo>
                    <a:pt x="376599" y="727323"/>
                    <a:pt x="278851" y="883618"/>
                    <a:pt x="211561" y="1051646"/>
                  </a:cubicBezTo>
                  <a:cubicBezTo>
                    <a:pt x="177888" y="1135631"/>
                    <a:pt x="151885" y="1222606"/>
                    <a:pt x="134287" y="1311047"/>
                  </a:cubicBezTo>
                  <a:cubicBezTo>
                    <a:pt x="125545" y="1355268"/>
                    <a:pt x="118776" y="1399884"/>
                    <a:pt x="113813" y="1444612"/>
                  </a:cubicBezTo>
                  <a:cubicBezTo>
                    <a:pt x="109018" y="1489340"/>
                    <a:pt x="105973" y="1534294"/>
                    <a:pt x="104675" y="1579192"/>
                  </a:cubicBezTo>
                  <a:cubicBezTo>
                    <a:pt x="103547" y="1624146"/>
                    <a:pt x="103886" y="1669156"/>
                    <a:pt x="106706" y="1714054"/>
                  </a:cubicBezTo>
                  <a:cubicBezTo>
                    <a:pt x="108962" y="1758951"/>
                    <a:pt x="113531" y="1803736"/>
                    <a:pt x="119622" y="1848352"/>
                  </a:cubicBezTo>
                  <a:cubicBezTo>
                    <a:pt x="132144" y="1937526"/>
                    <a:pt x="153014" y="2025798"/>
                    <a:pt x="182738" y="2111363"/>
                  </a:cubicBezTo>
                  <a:cubicBezTo>
                    <a:pt x="212407" y="2196872"/>
                    <a:pt x="250310" y="2279898"/>
                    <a:pt x="296167" y="2358525"/>
                  </a:cubicBezTo>
                  <a:cubicBezTo>
                    <a:pt x="319180" y="2397783"/>
                    <a:pt x="343941" y="2436194"/>
                    <a:pt x="370564" y="2473251"/>
                  </a:cubicBezTo>
                  <a:lnTo>
                    <a:pt x="380537" y="2486467"/>
                  </a:lnTo>
                  <a:lnTo>
                    <a:pt x="163036" y="2486467"/>
                  </a:lnTo>
                  <a:lnTo>
                    <a:pt x="140379" y="2455653"/>
                  </a:lnTo>
                  <a:cubicBezTo>
                    <a:pt x="112008" y="2412673"/>
                    <a:pt x="85738" y="2368255"/>
                    <a:pt x="61646" y="2322610"/>
                  </a:cubicBezTo>
                  <a:lnTo>
                    <a:pt x="0" y="2190793"/>
                  </a:lnTo>
                  <a:lnTo>
                    <a:pt x="0" y="999046"/>
                  </a:lnTo>
                  <a:lnTo>
                    <a:pt x="10876" y="969409"/>
                  </a:lnTo>
                  <a:cubicBezTo>
                    <a:pt x="90800" y="778538"/>
                    <a:pt x="204905" y="602388"/>
                    <a:pt x="346874" y="452128"/>
                  </a:cubicBezTo>
                  <a:cubicBezTo>
                    <a:pt x="382521" y="414732"/>
                    <a:pt x="418958" y="378013"/>
                    <a:pt x="457595" y="343494"/>
                  </a:cubicBezTo>
                  <a:cubicBezTo>
                    <a:pt x="496232" y="309031"/>
                    <a:pt x="538140" y="278291"/>
                    <a:pt x="581120" y="249525"/>
                  </a:cubicBezTo>
                  <a:cubicBezTo>
                    <a:pt x="667249" y="192106"/>
                    <a:pt x="760033" y="145008"/>
                    <a:pt x="856145" y="108459"/>
                  </a:cubicBezTo>
                  <a:cubicBezTo>
                    <a:pt x="952258" y="71796"/>
                    <a:pt x="1051642" y="45907"/>
                    <a:pt x="1151590" y="27970"/>
                  </a:cubicBezTo>
                  <a:cubicBezTo>
                    <a:pt x="1251650" y="10090"/>
                    <a:pt x="1352726" y="783"/>
                    <a:pt x="1453859" y="5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45" name="Freeform: Shape 1244">
              <a:extLst>
                <a:ext uri="{FF2B5EF4-FFF2-40B4-BE49-F238E27FC236}">
                  <a16:creationId xmlns:a16="http://schemas.microsoft.com/office/drawing/2014/main" id="{F28BB098-73DC-41A4-B67F-BC45B3D40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361529"/>
              <a:ext cx="3059051" cy="2511178"/>
            </a:xfrm>
            <a:custGeom>
              <a:avLst/>
              <a:gdLst>
                <a:gd name="connsiteX0" fmla="*/ 1450644 w 3059051"/>
                <a:gd name="connsiteY0" fmla="*/ 0 h 2511178"/>
                <a:gd name="connsiteX1" fmla="*/ 3012076 w 3059051"/>
                <a:gd name="connsiteY1" fmla="*/ 1975831 h 2511178"/>
                <a:gd name="connsiteX2" fmla="*/ 2494697 w 3059051"/>
                <a:gd name="connsiteY2" fmla="*/ 2493630 h 2511178"/>
                <a:gd name="connsiteX3" fmla="*/ 2473410 w 3059051"/>
                <a:gd name="connsiteY3" fmla="*/ 2511178 h 2511178"/>
                <a:gd name="connsiteX4" fmla="*/ 2074683 w 3059051"/>
                <a:gd name="connsiteY4" fmla="*/ 2511178 h 2511178"/>
                <a:gd name="connsiteX5" fmla="*/ 2189593 w 3059051"/>
                <a:gd name="connsiteY5" fmla="*/ 2388313 h 2511178"/>
                <a:gd name="connsiteX6" fmla="*/ 2552947 w 3059051"/>
                <a:gd name="connsiteY6" fmla="*/ 2126655 h 2511178"/>
                <a:gd name="connsiteX7" fmla="*/ 2670155 w 3059051"/>
                <a:gd name="connsiteY7" fmla="*/ 2051863 h 2511178"/>
                <a:gd name="connsiteX8" fmla="*/ 2740490 w 3059051"/>
                <a:gd name="connsiteY8" fmla="*/ 1899911 h 2511178"/>
                <a:gd name="connsiteX9" fmla="*/ 2744552 w 3059051"/>
                <a:gd name="connsiteY9" fmla="*/ 1371970 h 2511178"/>
                <a:gd name="connsiteX10" fmla="*/ 2499025 w 3059051"/>
                <a:gd name="connsiteY10" fmla="*/ 871780 h 2511178"/>
                <a:gd name="connsiteX11" fmla="*/ 2006336 w 3059051"/>
                <a:gd name="connsiteY11" fmla="*/ 441079 h 2511178"/>
                <a:gd name="connsiteX12" fmla="*/ 1450644 w 3059051"/>
                <a:gd name="connsiteY12" fmla="*/ 282020 h 2511178"/>
                <a:gd name="connsiteX13" fmla="*/ 533459 w 3059051"/>
                <a:gd name="connsiteY13" fmla="*/ 669233 h 2511178"/>
                <a:gd name="connsiteX14" fmla="*/ 253752 w 3059051"/>
                <a:gd name="connsiteY14" fmla="*/ 1091473 h 2511178"/>
                <a:gd name="connsiteX15" fmla="*/ 151040 w 3059051"/>
                <a:gd name="connsiteY15" fmla="*/ 1609825 h 2511178"/>
                <a:gd name="connsiteX16" fmla="*/ 236323 w 3059051"/>
                <a:gd name="connsiteY16" fmla="*/ 2084070 h 2511178"/>
                <a:gd name="connsiteX17" fmla="*/ 470851 w 3059051"/>
                <a:gd name="connsiteY17" fmla="*/ 2482113 h 2511178"/>
                <a:gd name="connsiteX18" fmla="*/ 498452 w 3059051"/>
                <a:gd name="connsiteY18" fmla="*/ 2511178 h 2511178"/>
                <a:gd name="connsiteX19" fmla="*/ 141732 w 3059051"/>
                <a:gd name="connsiteY19" fmla="*/ 2511178 h 2511178"/>
                <a:gd name="connsiteX20" fmla="*/ 93997 w 3059051"/>
                <a:gd name="connsiteY20" fmla="*/ 2437802 h 2511178"/>
                <a:gd name="connsiteX21" fmla="*/ 27724 w 3059051"/>
                <a:gd name="connsiteY21" fmla="*/ 2313489 h 2511178"/>
                <a:gd name="connsiteX22" fmla="*/ 0 w 3059051"/>
                <a:gd name="connsiteY22" fmla="*/ 2248324 h 2511178"/>
                <a:gd name="connsiteX23" fmla="*/ 0 w 3059051"/>
                <a:gd name="connsiteY23" fmla="*/ 968943 h 2511178"/>
                <a:gd name="connsiteX24" fmla="*/ 59866 w 3059051"/>
                <a:gd name="connsiteY24" fmla="*/ 842463 h 2511178"/>
                <a:gd name="connsiteX25" fmla="*/ 1450644 w 3059051"/>
                <a:gd name="connsiteY25" fmla="*/ 0 h 251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59051" h="2511178">
                  <a:moveTo>
                    <a:pt x="1450644" y="0"/>
                  </a:moveTo>
                  <a:cubicBezTo>
                    <a:pt x="2324229" y="0"/>
                    <a:pt x="3283999" y="1002693"/>
                    <a:pt x="3012076" y="1975831"/>
                  </a:cubicBezTo>
                  <a:cubicBezTo>
                    <a:pt x="2907545" y="2349930"/>
                    <a:pt x="2729342" y="2313433"/>
                    <a:pt x="2494697" y="2493630"/>
                  </a:cubicBezTo>
                  <a:lnTo>
                    <a:pt x="2473410" y="2511178"/>
                  </a:lnTo>
                  <a:lnTo>
                    <a:pt x="2074683" y="2511178"/>
                  </a:lnTo>
                  <a:lnTo>
                    <a:pt x="2189593" y="2388313"/>
                  </a:lnTo>
                  <a:cubicBezTo>
                    <a:pt x="2328911" y="2246513"/>
                    <a:pt x="2458414" y="2177249"/>
                    <a:pt x="2552947" y="2126655"/>
                  </a:cubicBezTo>
                  <a:cubicBezTo>
                    <a:pt x="2612848" y="2094561"/>
                    <a:pt x="2647875" y="2075271"/>
                    <a:pt x="2670155" y="2051863"/>
                  </a:cubicBezTo>
                  <a:cubicBezTo>
                    <a:pt x="2696326" y="2024394"/>
                    <a:pt x="2720016" y="1973236"/>
                    <a:pt x="2740490" y="1899911"/>
                  </a:cubicBezTo>
                  <a:cubicBezTo>
                    <a:pt x="2787870" y="1730304"/>
                    <a:pt x="2789224" y="1552688"/>
                    <a:pt x="2744552" y="1371970"/>
                  </a:cubicBezTo>
                  <a:cubicBezTo>
                    <a:pt x="2702136" y="1200502"/>
                    <a:pt x="2617248" y="1027567"/>
                    <a:pt x="2499025" y="871780"/>
                  </a:cubicBezTo>
                  <a:cubicBezTo>
                    <a:pt x="2365348" y="695574"/>
                    <a:pt x="2195008" y="546667"/>
                    <a:pt x="2006336" y="441079"/>
                  </a:cubicBezTo>
                  <a:cubicBezTo>
                    <a:pt x="1820429" y="337014"/>
                    <a:pt x="1628260" y="282020"/>
                    <a:pt x="1450644" y="282020"/>
                  </a:cubicBezTo>
                  <a:cubicBezTo>
                    <a:pt x="1104437" y="282020"/>
                    <a:pt x="778704" y="419533"/>
                    <a:pt x="533459" y="669233"/>
                  </a:cubicBezTo>
                  <a:cubicBezTo>
                    <a:pt x="413601" y="791178"/>
                    <a:pt x="319519" y="933260"/>
                    <a:pt x="253752" y="1091473"/>
                  </a:cubicBezTo>
                  <a:cubicBezTo>
                    <a:pt x="185616" y="1255439"/>
                    <a:pt x="151040" y="1429840"/>
                    <a:pt x="151040" y="1609825"/>
                  </a:cubicBezTo>
                  <a:cubicBezTo>
                    <a:pt x="151040" y="1773397"/>
                    <a:pt x="179750" y="1932964"/>
                    <a:pt x="236323" y="2084070"/>
                  </a:cubicBezTo>
                  <a:cubicBezTo>
                    <a:pt x="290922" y="2229874"/>
                    <a:pt x="369831" y="2363834"/>
                    <a:pt x="470851" y="2482113"/>
                  </a:cubicBezTo>
                  <a:lnTo>
                    <a:pt x="498452" y="2511178"/>
                  </a:lnTo>
                  <a:lnTo>
                    <a:pt x="141732" y="2511178"/>
                  </a:lnTo>
                  <a:lnTo>
                    <a:pt x="93997" y="2437802"/>
                  </a:lnTo>
                  <a:cubicBezTo>
                    <a:pt x="70187" y="2397480"/>
                    <a:pt x="48063" y="2356008"/>
                    <a:pt x="27724" y="2313489"/>
                  </a:cubicBezTo>
                  <a:lnTo>
                    <a:pt x="0" y="2248324"/>
                  </a:lnTo>
                  <a:lnTo>
                    <a:pt x="0" y="968943"/>
                  </a:lnTo>
                  <a:lnTo>
                    <a:pt x="59866" y="842463"/>
                  </a:lnTo>
                  <a:cubicBezTo>
                    <a:pt x="327709" y="340658"/>
                    <a:pt x="850094" y="0"/>
                    <a:pt x="1450644"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46" name="Freeform: Shape 1245">
              <a:extLst>
                <a:ext uri="{FF2B5EF4-FFF2-40B4-BE49-F238E27FC236}">
                  <a16:creationId xmlns:a16="http://schemas.microsoft.com/office/drawing/2014/main" id="{35DB644F-3113-47DE-A1B3-5D2E18A26D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361529"/>
              <a:ext cx="3059051" cy="2511178"/>
            </a:xfrm>
            <a:custGeom>
              <a:avLst/>
              <a:gdLst>
                <a:gd name="connsiteX0" fmla="*/ 1450644 w 3059051"/>
                <a:gd name="connsiteY0" fmla="*/ 0 h 2511178"/>
                <a:gd name="connsiteX1" fmla="*/ 3012076 w 3059051"/>
                <a:gd name="connsiteY1" fmla="*/ 1975831 h 2511178"/>
                <a:gd name="connsiteX2" fmla="*/ 2494697 w 3059051"/>
                <a:gd name="connsiteY2" fmla="*/ 2493630 h 2511178"/>
                <a:gd name="connsiteX3" fmla="*/ 2473410 w 3059051"/>
                <a:gd name="connsiteY3" fmla="*/ 2511178 h 2511178"/>
                <a:gd name="connsiteX4" fmla="*/ 1997447 w 3059051"/>
                <a:gd name="connsiteY4" fmla="*/ 2511178 h 2511178"/>
                <a:gd name="connsiteX5" fmla="*/ 2149377 w 3059051"/>
                <a:gd name="connsiteY5" fmla="*/ 2348774 h 2511178"/>
                <a:gd name="connsiteX6" fmla="*/ 2526325 w 3059051"/>
                <a:gd name="connsiteY6" fmla="*/ 2076907 h 2511178"/>
                <a:gd name="connsiteX7" fmla="*/ 2629318 w 3059051"/>
                <a:gd name="connsiteY7" fmla="*/ 2012944 h 2511178"/>
                <a:gd name="connsiteX8" fmla="*/ 2686173 w 3059051"/>
                <a:gd name="connsiteY8" fmla="*/ 1884738 h 2511178"/>
                <a:gd name="connsiteX9" fmla="*/ 2689840 w 3059051"/>
                <a:gd name="connsiteY9" fmla="*/ 1385507 h 2511178"/>
                <a:gd name="connsiteX10" fmla="*/ 2454128 w 3059051"/>
                <a:gd name="connsiteY10" fmla="*/ 905848 h 2511178"/>
                <a:gd name="connsiteX11" fmla="*/ 1978811 w 3059051"/>
                <a:gd name="connsiteY11" fmla="*/ 490320 h 2511178"/>
                <a:gd name="connsiteX12" fmla="*/ 1450644 w 3059051"/>
                <a:gd name="connsiteY12" fmla="*/ 338424 h 2511178"/>
                <a:gd name="connsiteX13" fmla="*/ 573675 w 3059051"/>
                <a:gd name="connsiteY13" fmla="*/ 708716 h 2511178"/>
                <a:gd name="connsiteX14" fmla="*/ 305813 w 3059051"/>
                <a:gd name="connsiteY14" fmla="*/ 1113076 h 2511178"/>
                <a:gd name="connsiteX15" fmla="*/ 207444 w 3059051"/>
                <a:gd name="connsiteY15" fmla="*/ 1609769 h 2511178"/>
                <a:gd name="connsiteX16" fmla="*/ 289117 w 3059051"/>
                <a:gd name="connsiteY16" fmla="*/ 2064216 h 2511178"/>
                <a:gd name="connsiteX17" fmla="*/ 513718 w 3059051"/>
                <a:gd name="connsiteY17" fmla="*/ 2445394 h 2511178"/>
                <a:gd name="connsiteX18" fmla="*/ 576172 w 3059051"/>
                <a:gd name="connsiteY18" fmla="*/ 2511178 h 2511178"/>
                <a:gd name="connsiteX19" fmla="*/ 141732 w 3059051"/>
                <a:gd name="connsiteY19" fmla="*/ 2511178 h 2511178"/>
                <a:gd name="connsiteX20" fmla="*/ 93997 w 3059051"/>
                <a:gd name="connsiteY20" fmla="*/ 2437802 h 2511178"/>
                <a:gd name="connsiteX21" fmla="*/ 27724 w 3059051"/>
                <a:gd name="connsiteY21" fmla="*/ 2313489 h 2511178"/>
                <a:gd name="connsiteX22" fmla="*/ 0 w 3059051"/>
                <a:gd name="connsiteY22" fmla="*/ 2248324 h 2511178"/>
                <a:gd name="connsiteX23" fmla="*/ 0 w 3059051"/>
                <a:gd name="connsiteY23" fmla="*/ 968943 h 2511178"/>
                <a:gd name="connsiteX24" fmla="*/ 59866 w 3059051"/>
                <a:gd name="connsiteY24" fmla="*/ 842463 h 2511178"/>
                <a:gd name="connsiteX25" fmla="*/ 1450644 w 3059051"/>
                <a:gd name="connsiteY25" fmla="*/ 0 h 251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59051" h="2511178">
                  <a:moveTo>
                    <a:pt x="1450644" y="0"/>
                  </a:moveTo>
                  <a:cubicBezTo>
                    <a:pt x="2324229" y="0"/>
                    <a:pt x="3283999" y="1002693"/>
                    <a:pt x="3012076" y="1975831"/>
                  </a:cubicBezTo>
                  <a:cubicBezTo>
                    <a:pt x="2907545" y="2349930"/>
                    <a:pt x="2729342" y="2313433"/>
                    <a:pt x="2494697" y="2493630"/>
                  </a:cubicBezTo>
                  <a:lnTo>
                    <a:pt x="2473410" y="2511178"/>
                  </a:lnTo>
                  <a:lnTo>
                    <a:pt x="1997447" y="2511178"/>
                  </a:lnTo>
                  <a:lnTo>
                    <a:pt x="2149377" y="2348774"/>
                  </a:lnTo>
                  <a:cubicBezTo>
                    <a:pt x="2294673" y="2200883"/>
                    <a:pt x="2428577" y="2129193"/>
                    <a:pt x="2526325" y="2076907"/>
                  </a:cubicBezTo>
                  <a:cubicBezTo>
                    <a:pt x="2574268" y="2051186"/>
                    <a:pt x="2612171" y="2030937"/>
                    <a:pt x="2629318" y="2012944"/>
                  </a:cubicBezTo>
                  <a:cubicBezTo>
                    <a:pt x="2648496" y="1992808"/>
                    <a:pt x="2668688" y="1947290"/>
                    <a:pt x="2686173" y="1884738"/>
                  </a:cubicBezTo>
                  <a:cubicBezTo>
                    <a:pt x="2730958" y="1724607"/>
                    <a:pt x="2732143" y="1556636"/>
                    <a:pt x="2689840" y="1385507"/>
                  </a:cubicBezTo>
                  <a:cubicBezTo>
                    <a:pt x="2649229" y="1221428"/>
                    <a:pt x="2567725" y="1055544"/>
                    <a:pt x="2454128" y="905848"/>
                  </a:cubicBezTo>
                  <a:cubicBezTo>
                    <a:pt x="2325075" y="735846"/>
                    <a:pt x="2160714" y="592129"/>
                    <a:pt x="1978811" y="490320"/>
                  </a:cubicBezTo>
                  <a:cubicBezTo>
                    <a:pt x="1801251" y="390936"/>
                    <a:pt x="1618615" y="338424"/>
                    <a:pt x="1450644" y="338424"/>
                  </a:cubicBezTo>
                  <a:cubicBezTo>
                    <a:pt x="1119722" y="338424"/>
                    <a:pt x="808203" y="469901"/>
                    <a:pt x="573675" y="708716"/>
                  </a:cubicBezTo>
                  <a:cubicBezTo>
                    <a:pt x="458893" y="825528"/>
                    <a:pt x="368760" y="961575"/>
                    <a:pt x="305813" y="1113076"/>
                  </a:cubicBezTo>
                  <a:cubicBezTo>
                    <a:pt x="240553" y="1270161"/>
                    <a:pt x="207444" y="1437286"/>
                    <a:pt x="207444" y="1609769"/>
                  </a:cubicBezTo>
                  <a:cubicBezTo>
                    <a:pt x="207444" y="1766572"/>
                    <a:pt x="234913" y="1919427"/>
                    <a:pt x="289117" y="2064216"/>
                  </a:cubicBezTo>
                  <a:cubicBezTo>
                    <a:pt x="341404" y="2203872"/>
                    <a:pt x="416985" y="2332078"/>
                    <a:pt x="513718" y="2445394"/>
                  </a:cubicBezTo>
                  <a:lnTo>
                    <a:pt x="576172" y="2511178"/>
                  </a:lnTo>
                  <a:lnTo>
                    <a:pt x="141732" y="2511178"/>
                  </a:lnTo>
                  <a:lnTo>
                    <a:pt x="93997" y="2437802"/>
                  </a:lnTo>
                  <a:cubicBezTo>
                    <a:pt x="70187" y="2397480"/>
                    <a:pt x="48063" y="2356008"/>
                    <a:pt x="27724" y="2313489"/>
                  </a:cubicBezTo>
                  <a:lnTo>
                    <a:pt x="0" y="2248324"/>
                  </a:lnTo>
                  <a:lnTo>
                    <a:pt x="0" y="968943"/>
                  </a:lnTo>
                  <a:lnTo>
                    <a:pt x="59866" y="842463"/>
                  </a:lnTo>
                  <a:cubicBezTo>
                    <a:pt x="327709" y="340658"/>
                    <a:pt x="850094" y="0"/>
                    <a:pt x="1450644"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47" name="Freeform: Shape 1246">
              <a:extLst>
                <a:ext uri="{FF2B5EF4-FFF2-40B4-BE49-F238E27FC236}">
                  <a16:creationId xmlns:a16="http://schemas.microsoft.com/office/drawing/2014/main" id="{BBE38514-26C4-4DB7-8874-E064B0E97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290193"/>
              <a:ext cx="3209714" cy="2582514"/>
            </a:xfrm>
            <a:custGeom>
              <a:avLst/>
              <a:gdLst>
                <a:gd name="connsiteX0" fmla="*/ 0 w 3209714"/>
                <a:gd name="connsiteY0" fmla="*/ 1971449 h 2618796"/>
                <a:gd name="connsiteX1" fmla="*/ 27550 w 3209714"/>
                <a:gd name="connsiteY1" fmla="*/ 2093758 h 2618796"/>
                <a:gd name="connsiteX2" fmla="*/ 72525 w 3209714"/>
                <a:gd name="connsiteY2" fmla="*/ 2231172 h 2618796"/>
                <a:gd name="connsiteX3" fmla="*/ 282639 w 3209714"/>
                <a:gd name="connsiteY3" fmla="*/ 2611407 h 2618796"/>
                <a:gd name="connsiteX4" fmla="*/ 288820 w 3209714"/>
                <a:gd name="connsiteY4" fmla="*/ 2618796 h 2618796"/>
                <a:gd name="connsiteX5" fmla="*/ 0 w 3209714"/>
                <a:gd name="connsiteY5" fmla="*/ 2618796 h 2618796"/>
                <a:gd name="connsiteX6" fmla="*/ 1464011 w 3209714"/>
                <a:gd name="connsiteY6" fmla="*/ 0 h 2618796"/>
                <a:gd name="connsiteX7" fmla="*/ 3209714 w 3209714"/>
                <a:gd name="connsiteY7" fmla="*/ 1717388 h 2618796"/>
                <a:gd name="connsiteX8" fmla="*/ 2999015 w 3209714"/>
                <a:gd name="connsiteY8" fmla="*/ 2535998 h 2618796"/>
                <a:gd name="connsiteX9" fmla="*/ 2947884 w 3209714"/>
                <a:gd name="connsiteY9" fmla="*/ 2618796 h 2618796"/>
                <a:gd name="connsiteX10" fmla="*/ 2391472 w 3209714"/>
                <a:gd name="connsiteY10" fmla="*/ 2618796 h 2618796"/>
                <a:gd name="connsiteX11" fmla="*/ 2404491 w 3209714"/>
                <a:gd name="connsiteY11" fmla="*/ 2605468 h 2618796"/>
                <a:gd name="connsiteX12" fmla="*/ 2659888 w 3209714"/>
                <a:gd name="connsiteY12" fmla="*/ 2418997 h 2618796"/>
                <a:gd name="connsiteX13" fmla="*/ 2788320 w 3209714"/>
                <a:gd name="connsiteY13" fmla="*/ 2340200 h 2618796"/>
                <a:gd name="connsiteX14" fmla="*/ 2884827 w 3209714"/>
                <a:gd name="connsiteY14" fmla="*/ 2240591 h 2618796"/>
                <a:gd name="connsiteX15" fmla="*/ 2944785 w 3209714"/>
                <a:gd name="connsiteY15" fmla="*/ 2113908 h 2618796"/>
                <a:gd name="connsiteX16" fmla="*/ 2980488 w 3209714"/>
                <a:gd name="connsiteY16" fmla="*/ 1973180 h 2618796"/>
                <a:gd name="connsiteX17" fmla="*/ 2986636 w 3209714"/>
                <a:gd name="connsiteY17" fmla="*/ 1937250 h 2618796"/>
                <a:gd name="connsiteX18" fmla="*/ 2991826 w 3209714"/>
                <a:gd name="connsiteY18" fmla="*/ 1901265 h 2618796"/>
                <a:gd name="connsiteX19" fmla="*/ 2995717 w 3209714"/>
                <a:gd name="connsiteY19" fmla="*/ 1865166 h 2618796"/>
                <a:gd name="connsiteX20" fmla="*/ 2998538 w 3209714"/>
                <a:gd name="connsiteY20" fmla="*/ 1828955 h 2618796"/>
                <a:gd name="connsiteX21" fmla="*/ 3000117 w 3209714"/>
                <a:gd name="connsiteY21" fmla="*/ 1684222 h 2618796"/>
                <a:gd name="connsiteX22" fmla="*/ 2997917 w 3209714"/>
                <a:gd name="connsiteY22" fmla="*/ 1648124 h 2618796"/>
                <a:gd name="connsiteX23" fmla="*/ 2994589 w 3209714"/>
                <a:gd name="connsiteY23" fmla="*/ 1612138 h 2618796"/>
                <a:gd name="connsiteX24" fmla="*/ 2990472 w 3209714"/>
                <a:gd name="connsiteY24" fmla="*/ 1576209 h 2618796"/>
                <a:gd name="connsiteX25" fmla="*/ 2985395 w 3209714"/>
                <a:gd name="connsiteY25" fmla="*/ 1540392 h 2618796"/>
                <a:gd name="connsiteX26" fmla="*/ 2955840 w 3209714"/>
                <a:gd name="connsiteY26" fmla="*/ 1398649 h 2618796"/>
                <a:gd name="connsiteX27" fmla="*/ 2856118 w 3209714"/>
                <a:gd name="connsiteY27" fmla="*/ 1125315 h 2618796"/>
                <a:gd name="connsiteX28" fmla="*/ 2788546 w 3209714"/>
                <a:gd name="connsiteY28" fmla="*/ 995079 h 2618796"/>
                <a:gd name="connsiteX29" fmla="*/ 2710708 w 3209714"/>
                <a:gd name="connsiteY29" fmla="*/ 869636 h 2618796"/>
                <a:gd name="connsiteX30" fmla="*/ 2623282 w 3209714"/>
                <a:gd name="connsiteY30" fmla="*/ 749609 h 2618796"/>
                <a:gd name="connsiteX31" fmla="*/ 2526493 w 3209714"/>
                <a:gd name="connsiteY31" fmla="*/ 635785 h 2618796"/>
                <a:gd name="connsiteX32" fmla="*/ 2421017 w 3209714"/>
                <a:gd name="connsiteY32" fmla="*/ 528731 h 2618796"/>
                <a:gd name="connsiteX33" fmla="*/ 2306517 w 3209714"/>
                <a:gd name="connsiteY33" fmla="*/ 430137 h 2618796"/>
                <a:gd name="connsiteX34" fmla="*/ 2183557 w 3209714"/>
                <a:gd name="connsiteY34" fmla="*/ 340906 h 2618796"/>
                <a:gd name="connsiteX35" fmla="*/ 2052135 w 3209714"/>
                <a:gd name="connsiteY35" fmla="*/ 263350 h 2618796"/>
                <a:gd name="connsiteX36" fmla="*/ 1913043 w 3209714"/>
                <a:gd name="connsiteY36" fmla="*/ 199106 h 2618796"/>
                <a:gd name="connsiteX37" fmla="*/ 1767239 w 3209714"/>
                <a:gd name="connsiteY37" fmla="*/ 150486 h 2618796"/>
                <a:gd name="connsiteX38" fmla="*/ 1462545 w 3209714"/>
                <a:gd name="connsiteY38" fmla="*/ 109085 h 2618796"/>
                <a:gd name="connsiteX39" fmla="*/ 1156271 w 3209714"/>
                <a:gd name="connsiteY39" fmla="*/ 143040 h 2618796"/>
                <a:gd name="connsiteX40" fmla="*/ 1146852 w 3209714"/>
                <a:gd name="connsiteY40" fmla="*/ 144958 h 2618796"/>
                <a:gd name="connsiteX41" fmla="*/ 1137545 w 3209714"/>
                <a:gd name="connsiteY41" fmla="*/ 147327 h 2618796"/>
                <a:gd name="connsiteX42" fmla="*/ 1118875 w 3209714"/>
                <a:gd name="connsiteY42" fmla="*/ 152121 h 2618796"/>
                <a:gd name="connsiteX43" fmla="*/ 1081649 w 3209714"/>
                <a:gd name="connsiteY43" fmla="*/ 161823 h 2618796"/>
                <a:gd name="connsiteX44" fmla="*/ 1044873 w 3209714"/>
                <a:gd name="connsiteY44" fmla="*/ 172935 h 2618796"/>
                <a:gd name="connsiteX45" fmla="*/ 1008323 w 3209714"/>
                <a:gd name="connsiteY45" fmla="*/ 184667 h 2618796"/>
                <a:gd name="connsiteX46" fmla="*/ 972225 w 3209714"/>
                <a:gd name="connsiteY46" fmla="*/ 197696 h 2618796"/>
                <a:gd name="connsiteX47" fmla="*/ 936408 w 3209714"/>
                <a:gd name="connsiteY47" fmla="*/ 211289 h 2618796"/>
                <a:gd name="connsiteX48" fmla="*/ 901212 w 3209714"/>
                <a:gd name="connsiteY48" fmla="*/ 226293 h 2618796"/>
                <a:gd name="connsiteX49" fmla="*/ 866298 w 3209714"/>
                <a:gd name="connsiteY49" fmla="*/ 241804 h 2618796"/>
                <a:gd name="connsiteX50" fmla="*/ 386582 w 3209714"/>
                <a:gd name="connsiteY50" fmla="*/ 601266 h 2618796"/>
                <a:gd name="connsiteX51" fmla="*/ 80704 w 3209714"/>
                <a:gd name="connsiteY51" fmla="*/ 1099764 h 2618796"/>
                <a:gd name="connsiteX52" fmla="*/ 33705 w 3209714"/>
                <a:gd name="connsiteY52" fmla="*/ 1237115 h 2618796"/>
                <a:gd name="connsiteX53" fmla="*/ 0 w 3209714"/>
                <a:gd name="connsiteY53" fmla="*/ 1376449 h 2618796"/>
                <a:gd name="connsiteX54" fmla="*/ 0 w 3209714"/>
                <a:gd name="connsiteY54" fmla="*/ 783817 h 2618796"/>
                <a:gd name="connsiteX55" fmla="*/ 16450 w 3209714"/>
                <a:gd name="connsiteY55" fmla="*/ 757180 h 2618796"/>
                <a:gd name="connsiteX56" fmla="*/ 1464011 w 3209714"/>
                <a:gd name="connsiteY56" fmla="*/ 0 h 2618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209714" h="2618796">
                  <a:moveTo>
                    <a:pt x="0" y="1971449"/>
                  </a:moveTo>
                  <a:lnTo>
                    <a:pt x="27550" y="2093758"/>
                  </a:lnTo>
                  <a:cubicBezTo>
                    <a:pt x="40417" y="2140192"/>
                    <a:pt x="55491" y="2186049"/>
                    <a:pt x="72525" y="2231172"/>
                  </a:cubicBezTo>
                  <a:cubicBezTo>
                    <a:pt x="124050" y="2366373"/>
                    <a:pt x="194643" y="2495037"/>
                    <a:pt x="282639" y="2611407"/>
                  </a:cubicBezTo>
                  <a:lnTo>
                    <a:pt x="288820" y="2618796"/>
                  </a:lnTo>
                  <a:lnTo>
                    <a:pt x="0" y="2618796"/>
                  </a:lnTo>
                  <a:close/>
                  <a:moveTo>
                    <a:pt x="1464011" y="0"/>
                  </a:moveTo>
                  <a:cubicBezTo>
                    <a:pt x="2428124" y="0"/>
                    <a:pt x="3209714" y="768899"/>
                    <a:pt x="3209714" y="1717388"/>
                  </a:cubicBezTo>
                  <a:cubicBezTo>
                    <a:pt x="3209714" y="2013791"/>
                    <a:pt x="3133387" y="2292656"/>
                    <a:pt x="2999015" y="2535998"/>
                  </a:cubicBezTo>
                  <a:lnTo>
                    <a:pt x="2947884" y="2618796"/>
                  </a:lnTo>
                  <a:lnTo>
                    <a:pt x="2391472" y="2618796"/>
                  </a:lnTo>
                  <a:lnTo>
                    <a:pt x="2404491" y="2605468"/>
                  </a:lnTo>
                  <a:cubicBezTo>
                    <a:pt x="2479170" y="2531071"/>
                    <a:pt x="2568852" y="2469817"/>
                    <a:pt x="2659888" y="2418997"/>
                  </a:cubicBezTo>
                  <a:cubicBezTo>
                    <a:pt x="2704955" y="2393051"/>
                    <a:pt x="2749683" y="2368741"/>
                    <a:pt x="2788320" y="2340200"/>
                  </a:cubicBezTo>
                  <a:cubicBezTo>
                    <a:pt x="2827126" y="2311829"/>
                    <a:pt x="2859558" y="2279115"/>
                    <a:pt x="2884827" y="2240591"/>
                  </a:cubicBezTo>
                  <a:cubicBezTo>
                    <a:pt x="2910491" y="2202462"/>
                    <a:pt x="2929499" y="2159200"/>
                    <a:pt x="2944785" y="2113908"/>
                  </a:cubicBezTo>
                  <a:cubicBezTo>
                    <a:pt x="2960070" y="2068615"/>
                    <a:pt x="2971464" y="2020954"/>
                    <a:pt x="2980488" y="1973180"/>
                  </a:cubicBezTo>
                  <a:cubicBezTo>
                    <a:pt x="2982519" y="1961166"/>
                    <a:pt x="2984944" y="1949264"/>
                    <a:pt x="2986636" y="1937250"/>
                  </a:cubicBezTo>
                  <a:lnTo>
                    <a:pt x="2991826" y="1901265"/>
                  </a:lnTo>
                  <a:lnTo>
                    <a:pt x="2995717" y="1865166"/>
                  </a:lnTo>
                  <a:cubicBezTo>
                    <a:pt x="2997184" y="1853152"/>
                    <a:pt x="2997522" y="1841025"/>
                    <a:pt x="2998538" y="1828955"/>
                  </a:cubicBezTo>
                  <a:cubicBezTo>
                    <a:pt x="3001978" y="1780729"/>
                    <a:pt x="3002035" y="1732391"/>
                    <a:pt x="3000117" y="1684222"/>
                  </a:cubicBezTo>
                  <a:lnTo>
                    <a:pt x="2997917" y="1648124"/>
                  </a:lnTo>
                  <a:cubicBezTo>
                    <a:pt x="2996958" y="1636110"/>
                    <a:pt x="2995661" y="1624152"/>
                    <a:pt x="2994589" y="1612138"/>
                  </a:cubicBezTo>
                  <a:cubicBezTo>
                    <a:pt x="2993631" y="1600124"/>
                    <a:pt x="2991826" y="1588166"/>
                    <a:pt x="2990472" y="1576209"/>
                  </a:cubicBezTo>
                  <a:cubicBezTo>
                    <a:pt x="2989231" y="1564195"/>
                    <a:pt x="2987257" y="1552293"/>
                    <a:pt x="2985395" y="1540392"/>
                  </a:cubicBezTo>
                  <a:cubicBezTo>
                    <a:pt x="2977837" y="1492731"/>
                    <a:pt x="2967967" y="1445464"/>
                    <a:pt x="2955840" y="1398649"/>
                  </a:cubicBezTo>
                  <a:cubicBezTo>
                    <a:pt x="2931022" y="1305188"/>
                    <a:pt x="2897518" y="1213700"/>
                    <a:pt x="2856118" y="1125315"/>
                  </a:cubicBezTo>
                  <a:cubicBezTo>
                    <a:pt x="2835361" y="1081208"/>
                    <a:pt x="2812856" y="1037720"/>
                    <a:pt x="2788546" y="995079"/>
                  </a:cubicBezTo>
                  <a:cubicBezTo>
                    <a:pt x="2764461" y="952324"/>
                    <a:pt x="2738290" y="910586"/>
                    <a:pt x="2710708" y="869636"/>
                  </a:cubicBezTo>
                  <a:cubicBezTo>
                    <a:pt x="2683183" y="828687"/>
                    <a:pt x="2653797" y="788809"/>
                    <a:pt x="2623282" y="749609"/>
                  </a:cubicBezTo>
                  <a:cubicBezTo>
                    <a:pt x="2592542" y="710633"/>
                    <a:pt x="2560222" y="672674"/>
                    <a:pt x="2526493" y="635785"/>
                  </a:cubicBezTo>
                  <a:cubicBezTo>
                    <a:pt x="2492707" y="599010"/>
                    <a:pt x="2457793" y="562968"/>
                    <a:pt x="2421017" y="528731"/>
                  </a:cubicBezTo>
                  <a:cubicBezTo>
                    <a:pt x="2384298" y="494437"/>
                    <a:pt x="2346113" y="461497"/>
                    <a:pt x="2306517" y="430137"/>
                  </a:cubicBezTo>
                  <a:cubicBezTo>
                    <a:pt x="2266922" y="398776"/>
                    <a:pt x="2225972" y="368825"/>
                    <a:pt x="2183557" y="340906"/>
                  </a:cubicBezTo>
                  <a:cubicBezTo>
                    <a:pt x="2141028" y="313211"/>
                    <a:pt x="2097315" y="286983"/>
                    <a:pt x="2052135" y="263350"/>
                  </a:cubicBezTo>
                  <a:cubicBezTo>
                    <a:pt x="2007012" y="239604"/>
                    <a:pt x="1960705" y="217776"/>
                    <a:pt x="1913043" y="199106"/>
                  </a:cubicBezTo>
                  <a:cubicBezTo>
                    <a:pt x="1865495" y="180154"/>
                    <a:pt x="1816818" y="163741"/>
                    <a:pt x="1767239" y="150486"/>
                  </a:cubicBezTo>
                  <a:cubicBezTo>
                    <a:pt x="1668137" y="123807"/>
                    <a:pt x="1565425" y="108972"/>
                    <a:pt x="1462545" y="109085"/>
                  </a:cubicBezTo>
                  <a:cubicBezTo>
                    <a:pt x="1359495" y="109424"/>
                    <a:pt x="1256557" y="120761"/>
                    <a:pt x="1156271" y="143040"/>
                  </a:cubicBezTo>
                  <a:lnTo>
                    <a:pt x="1146852" y="144958"/>
                  </a:lnTo>
                  <a:lnTo>
                    <a:pt x="1137545" y="147327"/>
                  </a:lnTo>
                  <a:lnTo>
                    <a:pt x="1118875" y="152121"/>
                  </a:lnTo>
                  <a:lnTo>
                    <a:pt x="1081649" y="161823"/>
                  </a:lnTo>
                  <a:cubicBezTo>
                    <a:pt x="1069183" y="164756"/>
                    <a:pt x="1057113" y="169155"/>
                    <a:pt x="1044873" y="172935"/>
                  </a:cubicBezTo>
                  <a:lnTo>
                    <a:pt x="1008323" y="184667"/>
                  </a:lnTo>
                  <a:cubicBezTo>
                    <a:pt x="996027" y="188333"/>
                    <a:pt x="984239" y="193296"/>
                    <a:pt x="972225" y="197696"/>
                  </a:cubicBezTo>
                  <a:lnTo>
                    <a:pt x="936408" y="211289"/>
                  </a:lnTo>
                  <a:cubicBezTo>
                    <a:pt x="924394" y="215576"/>
                    <a:pt x="912888" y="221216"/>
                    <a:pt x="901212" y="226293"/>
                  </a:cubicBezTo>
                  <a:lnTo>
                    <a:pt x="866298" y="241804"/>
                  </a:lnTo>
                  <a:cubicBezTo>
                    <a:pt x="681406" y="327820"/>
                    <a:pt x="518624" y="453431"/>
                    <a:pt x="386582" y="601266"/>
                  </a:cubicBezTo>
                  <a:cubicBezTo>
                    <a:pt x="254146" y="749157"/>
                    <a:pt x="151491" y="919159"/>
                    <a:pt x="80704" y="1099764"/>
                  </a:cubicBezTo>
                  <a:cubicBezTo>
                    <a:pt x="63050" y="1144888"/>
                    <a:pt x="47299" y="1190716"/>
                    <a:pt x="33705" y="1237115"/>
                  </a:cubicBezTo>
                  <a:lnTo>
                    <a:pt x="0" y="1376449"/>
                  </a:lnTo>
                  <a:lnTo>
                    <a:pt x="0" y="783817"/>
                  </a:lnTo>
                  <a:lnTo>
                    <a:pt x="16450" y="757180"/>
                  </a:lnTo>
                  <a:cubicBezTo>
                    <a:pt x="330168" y="300351"/>
                    <a:pt x="861440" y="0"/>
                    <a:pt x="146401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AutoShape 2" descr="已生成图片">
            <a:extLst>
              <a:ext uri="{FF2B5EF4-FFF2-40B4-BE49-F238E27FC236}">
                <a16:creationId xmlns:a16="http://schemas.microsoft.com/office/drawing/2014/main" id="{24DE42EC-EC44-2699-E5D1-55EC7E299B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a:extLst>
              <a:ext uri="{FF2B5EF4-FFF2-40B4-BE49-F238E27FC236}">
                <a16:creationId xmlns:a16="http://schemas.microsoft.com/office/drawing/2014/main" id="{B4B3094C-B41A-6D4F-9870-4FFBE4C8A3C1}"/>
              </a:ext>
            </a:extLst>
          </p:cNvPr>
          <p:cNvPicPr>
            <a:picLocks noChangeAspect="1"/>
          </p:cNvPicPr>
          <p:nvPr/>
        </p:nvPicPr>
        <p:blipFill>
          <a:blip r:embed="rId5"/>
          <a:stretch>
            <a:fillRect/>
          </a:stretch>
        </p:blipFill>
        <p:spPr>
          <a:xfrm>
            <a:off x="-114820" y="389784"/>
            <a:ext cx="12192000" cy="475162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5257800" y="139761"/>
            <a:ext cx="6934200" cy="830997"/>
          </a:xfrm>
          <a:prstGeom prst="rect">
            <a:avLst/>
          </a:prstGeom>
          <a:noFill/>
        </p:spPr>
        <p:txBody>
          <a:bodyPr wrap="square" rtlCol="0">
            <a:spAutoFit/>
          </a:bodyPr>
          <a:lstStyle/>
          <a:p>
            <a:pPr algn="r">
              <a:spcAft>
                <a:spcPts val="600"/>
              </a:spcAft>
            </a:pPr>
            <a:r>
              <a:rPr lang="zh-CN" altLang="en-US" sz="4800" dirty="0">
                <a:latin typeface="方正屏显雅宋_GBK" panose="02010600010101010101" pitchFamily="2" charset="-122"/>
                <a:ea typeface="方正屏显雅宋_GBK" panose="02010600010101010101" pitchFamily="2" charset="-122"/>
              </a:rPr>
              <a:t>前言</a:t>
            </a:r>
            <a:endParaRPr lang="zh-CN" altLang="zh-CN" sz="4800" dirty="0">
              <a:latin typeface="方正屏显雅宋_GBK" panose="02010600010101010101" pitchFamily="2" charset="-122"/>
              <a:ea typeface="方正屏显雅宋_GBK" panose="02010600010101010101" pitchFamily="2" charset="-122"/>
            </a:endParaRPr>
          </a:p>
        </p:txBody>
      </p:sp>
      <p:graphicFrame>
        <p:nvGraphicFramePr>
          <p:cNvPr id="3" name="文本框 2">
            <a:extLst>
              <a:ext uri="{FF2B5EF4-FFF2-40B4-BE49-F238E27FC236}">
                <a16:creationId xmlns:a16="http://schemas.microsoft.com/office/drawing/2014/main" id="{7EB314CC-7FA2-2824-BC32-28291A20FBE2}"/>
              </a:ext>
            </a:extLst>
          </p:cNvPr>
          <p:cNvGraphicFramePr/>
          <p:nvPr>
            <p:extLst>
              <p:ext uri="{D42A27DB-BD31-4B8C-83A1-F6EECF244321}">
                <p14:modId xmlns:p14="http://schemas.microsoft.com/office/powerpoint/2010/main" val="1808320239"/>
              </p:ext>
            </p:extLst>
          </p:nvPr>
        </p:nvGraphicFramePr>
        <p:xfrm>
          <a:off x="623888" y="1461739"/>
          <a:ext cx="10944225" cy="43525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341879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F9BF7C3-9929-69BC-A1CA-30EBD45BF72F}"/>
              </a:ext>
            </a:extLst>
          </p:cNvPr>
          <p:cNvSpPr txBox="1"/>
          <p:nvPr/>
        </p:nvSpPr>
        <p:spPr>
          <a:xfrm>
            <a:off x="91440" y="1374551"/>
            <a:ext cx="12001500" cy="511769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4:12】</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亲爱的弟兄啊，有</a:t>
            </a:r>
            <a:r>
              <a:rPr lang="zh-CN" altLang="en-US" sz="2200" b="1" dirty="0">
                <a:solidFill>
                  <a:srgbClr val="FF0000"/>
                </a:solidFill>
                <a:effectLst/>
                <a:latin typeface="方正屏显雅宋_GBK" panose="02010600010101010101" pitchFamily="2" charset="-122"/>
                <a:ea typeface="方正屏显雅宋_GBK" panose="02010600010101010101" pitchFamily="2" charset="-122"/>
              </a:rPr>
              <a:t>火炼的试验</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临到你们，不要以为奇怪（似乎是遭遇非常的事），</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4:13】</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倒要欢喜，因为你们是</a:t>
            </a:r>
            <a:r>
              <a:rPr lang="zh-CN" altLang="en-US" sz="2200" b="1" dirty="0">
                <a:solidFill>
                  <a:srgbClr val="FF0000"/>
                </a:solidFill>
                <a:effectLst/>
                <a:latin typeface="方正屏显雅宋_GBK" panose="02010600010101010101" pitchFamily="2" charset="-122"/>
                <a:ea typeface="方正屏显雅宋_GBK" panose="02010600010101010101" pitchFamily="2" charset="-122"/>
              </a:rPr>
              <a:t>与基督一同受苦</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，使你们在他荣耀显现的时候，也可以欢喜快乐。</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4:14】</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4:15】</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你们中间却不可有人因为杀人、偷窃、作恶、好管闲事而受苦；</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4:16】</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若为作基督徒受苦，却不要羞耻，倒要因这名</a:t>
            </a:r>
            <a:r>
              <a:rPr lang="zh-CN" altLang="en-US" sz="2200" b="1" dirty="0">
                <a:solidFill>
                  <a:srgbClr val="FF0000"/>
                </a:solidFill>
                <a:effectLst/>
                <a:latin typeface="方正屏显雅宋_GBK" panose="02010600010101010101" pitchFamily="2" charset="-122"/>
                <a:ea typeface="方正屏显雅宋_GBK" panose="02010600010101010101" pitchFamily="2" charset="-122"/>
              </a:rPr>
              <a:t>归荣耀给　神</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200" dirty="0">
                <a:solidFill>
                  <a:srgbClr val="7030A0"/>
                </a:solidFill>
                <a:effectLst/>
                <a:latin typeface="方正屏显雅宋_GBK" panose="02010600010101010101" pitchFamily="2" charset="-122"/>
                <a:ea typeface="方正屏显雅宋_GBK" panose="02010600010101010101" pitchFamily="2" charset="-122"/>
              </a:rPr>
              <a:t>【</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彼前</a:t>
            </a:r>
            <a:r>
              <a:rPr lang="en-US" altLang="zh-CN" sz="2200" dirty="0">
                <a:solidFill>
                  <a:srgbClr val="7030A0"/>
                </a:solidFill>
                <a:effectLst/>
                <a:latin typeface="方正屏显雅宋_GBK" panose="02010600010101010101" pitchFamily="2" charset="-122"/>
                <a:ea typeface="方正屏显雅宋_GBK" panose="02010600010101010101" pitchFamily="2" charset="-122"/>
              </a:rPr>
              <a:t>4:17】</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因为时候到了，审判要从　神的家起首；若是先从我们起首，那不信从　神福音的人将有何等的结局呢？</a:t>
            </a:r>
          </a:p>
          <a:p>
            <a:pPr marL="0" marR="0">
              <a:lnSpc>
                <a:spcPct val="150000"/>
              </a:lnSpc>
              <a:spcBef>
                <a:spcPts val="0"/>
              </a:spcBef>
              <a:spcAft>
                <a:spcPts val="0"/>
              </a:spcAft>
            </a:pPr>
            <a:r>
              <a:rPr lang="en-US" altLang="zh-CN" sz="2200" dirty="0">
                <a:solidFill>
                  <a:srgbClr val="7030A0"/>
                </a:solidFill>
                <a:effectLst/>
                <a:latin typeface="方正屏显雅宋_GBK" panose="02010600010101010101" pitchFamily="2" charset="-122"/>
                <a:ea typeface="方正屏显雅宋_GBK" panose="02010600010101010101" pitchFamily="2" charset="-122"/>
              </a:rPr>
              <a:t>【</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彼前</a:t>
            </a:r>
            <a:r>
              <a:rPr lang="en-US" altLang="zh-CN" sz="2200" dirty="0">
                <a:solidFill>
                  <a:srgbClr val="7030A0"/>
                </a:solidFill>
                <a:effectLst/>
                <a:latin typeface="方正屏显雅宋_GBK" panose="02010600010101010101" pitchFamily="2" charset="-122"/>
                <a:ea typeface="方正屏显雅宋_GBK" panose="02010600010101010101" pitchFamily="2" charset="-122"/>
              </a:rPr>
              <a:t>4:18】</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若是</a:t>
            </a:r>
            <a:r>
              <a:rPr lang="zh-CN" altLang="en-US" sz="2200" b="1" dirty="0">
                <a:solidFill>
                  <a:srgbClr val="FF0000"/>
                </a:solidFill>
                <a:effectLst/>
                <a:latin typeface="方正屏显雅宋_GBK" panose="02010600010101010101" pitchFamily="2" charset="-122"/>
                <a:ea typeface="方正屏显雅宋_GBK" panose="02010600010101010101" pitchFamily="2" charset="-122"/>
              </a:rPr>
              <a:t>义人仅仅得救</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，那不虔敬和犯罪的人将有何地可站呢？</a:t>
            </a:r>
          </a:p>
          <a:p>
            <a:pPr marL="0" marR="0">
              <a:lnSpc>
                <a:spcPct val="150000"/>
              </a:lnSpc>
              <a:spcBef>
                <a:spcPts val="0"/>
              </a:spcBef>
              <a:spcAft>
                <a:spcPts val="0"/>
              </a:spcAft>
            </a:pPr>
            <a:r>
              <a:rPr lang="en-US" altLang="zh-CN" sz="2200" dirty="0">
                <a:solidFill>
                  <a:srgbClr val="00B050"/>
                </a:solidFill>
                <a:effectLst/>
                <a:latin typeface="方正屏显雅宋_GBK" panose="02010600010101010101" pitchFamily="2" charset="-122"/>
                <a:ea typeface="方正屏显雅宋_GBK" panose="02010600010101010101" pitchFamily="2" charset="-122"/>
              </a:rPr>
              <a:t>【</a:t>
            </a:r>
            <a:r>
              <a:rPr lang="zh-CN" altLang="en-US" sz="2200" dirty="0">
                <a:solidFill>
                  <a:srgbClr val="00B050"/>
                </a:solidFill>
                <a:effectLst/>
                <a:latin typeface="方正屏显雅宋_GBK" panose="02010600010101010101" pitchFamily="2" charset="-122"/>
                <a:ea typeface="方正屏显雅宋_GBK" panose="02010600010101010101" pitchFamily="2" charset="-122"/>
              </a:rPr>
              <a:t>彼前</a:t>
            </a:r>
            <a:r>
              <a:rPr lang="en-US" altLang="zh-CN" sz="2200" dirty="0">
                <a:solidFill>
                  <a:srgbClr val="00B050"/>
                </a:solidFill>
                <a:effectLst/>
                <a:latin typeface="方正屏显雅宋_GBK" panose="02010600010101010101" pitchFamily="2" charset="-122"/>
                <a:ea typeface="方正屏显雅宋_GBK" panose="02010600010101010101" pitchFamily="2" charset="-122"/>
              </a:rPr>
              <a:t>4:19】</a:t>
            </a:r>
            <a:r>
              <a:rPr lang="zh-CN" altLang="en-US" sz="2200" dirty="0">
                <a:solidFill>
                  <a:srgbClr val="00B050"/>
                </a:solidFill>
                <a:effectLst/>
                <a:latin typeface="方正屏显雅宋_GBK" panose="02010600010101010101" pitchFamily="2" charset="-122"/>
                <a:ea typeface="方正屏显雅宋_GBK" panose="02010600010101010101" pitchFamily="2" charset="-122"/>
              </a:rPr>
              <a:t>所以，那照　神旨意受苦的人要</a:t>
            </a:r>
            <a:r>
              <a:rPr lang="zh-CN" altLang="en-US" sz="2200" b="1" dirty="0">
                <a:solidFill>
                  <a:srgbClr val="FF0000"/>
                </a:solidFill>
                <a:effectLst/>
                <a:latin typeface="方正屏显雅宋_GBK" panose="02010600010101010101" pitchFamily="2" charset="-122"/>
                <a:ea typeface="方正屏显雅宋_GBK" panose="02010600010101010101" pitchFamily="2" charset="-122"/>
              </a:rPr>
              <a:t>一心为善</a:t>
            </a:r>
            <a:r>
              <a:rPr lang="zh-CN" altLang="en-US" sz="2200" dirty="0">
                <a:solidFill>
                  <a:srgbClr val="00B050"/>
                </a:solidFill>
                <a:effectLst/>
                <a:latin typeface="方正屏显雅宋_GBK" panose="02010600010101010101" pitchFamily="2" charset="-122"/>
                <a:ea typeface="方正屏显雅宋_GBK" panose="02010600010101010101" pitchFamily="2" charset="-122"/>
              </a:rPr>
              <a:t>，将自己灵魂交与那信实的造化之主。</a:t>
            </a:r>
          </a:p>
        </p:txBody>
      </p:sp>
      <p:sp>
        <p:nvSpPr>
          <p:cNvPr id="2" name="文本框 1">
            <a:extLst>
              <a:ext uri="{FF2B5EF4-FFF2-40B4-BE49-F238E27FC236}">
                <a16:creationId xmlns:a16="http://schemas.microsoft.com/office/drawing/2014/main" id="{95A7D7BC-5F8D-EE76-0D18-39F6F132CCC7}"/>
              </a:ext>
            </a:extLst>
          </p:cNvPr>
          <p:cNvSpPr txBox="1"/>
          <p:nvPr>
            <p:custDataLst>
              <p:tags r:id="rId2"/>
            </p:custDataLst>
          </p:nvPr>
        </p:nvSpPr>
        <p:spPr>
          <a:xfrm>
            <a:off x="5257800" y="139761"/>
            <a:ext cx="6934200" cy="830997"/>
          </a:xfrm>
          <a:prstGeom prst="rect">
            <a:avLst/>
          </a:prstGeom>
          <a:noFill/>
        </p:spPr>
        <p:txBody>
          <a:bodyPr wrap="square" rtlCol="0">
            <a:spAutoFit/>
          </a:bodyPr>
          <a:lstStyle/>
          <a:p>
            <a:pPr>
              <a:spcAft>
                <a:spcPts val="600"/>
              </a:spcAft>
            </a:pP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经文：</a:t>
            </a:r>
            <a:r>
              <a:rPr lang="zh-CN" altLang="en-US" sz="4800" b="1" dirty="0">
                <a:latin typeface="方正屏显雅宋_GBK" panose="02010600010101010101" pitchFamily="2" charset="-122"/>
                <a:ea typeface="方正屏显雅宋_GBK" panose="02010600010101010101" pitchFamily="2" charset="-122"/>
              </a:rPr>
              <a:t>彼前四章</a:t>
            </a:r>
            <a:r>
              <a:rPr lang="en-US" altLang="zh-CN" sz="4800" b="1" dirty="0">
                <a:latin typeface="方正屏显雅宋_GBK" panose="02010600010101010101" pitchFamily="2" charset="-122"/>
                <a:ea typeface="方正屏显雅宋_GBK" panose="02010600010101010101" pitchFamily="2" charset="-122"/>
              </a:rPr>
              <a:t>12~19</a:t>
            </a:r>
            <a:r>
              <a:rPr lang="zh-CN" altLang="en-US" sz="4800" b="1" dirty="0">
                <a:latin typeface="方正屏显雅宋_GBK" panose="02010600010101010101" pitchFamily="2" charset="-122"/>
                <a:ea typeface="方正屏显雅宋_GBK" panose="02010600010101010101" pitchFamily="2" charset="-122"/>
              </a:rPr>
              <a:t>节</a:t>
            </a:r>
            <a:endParaRPr lang="zh-CN" altLang="zh-CN" sz="4800" dirty="0">
              <a:latin typeface="方正屏显雅宋_GBK" panose="02010600010101010101" pitchFamily="2" charset="-122"/>
              <a:ea typeface="方正屏显雅宋_GBK" panose="02010600010101010101" pitchFamily="2"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5163132"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分段</a:t>
            </a:r>
          </a:p>
        </p:txBody>
      </p:sp>
      <p:sp>
        <p:nvSpPr>
          <p:cNvPr id="2" name="文本框 1"/>
          <p:cNvSpPr txBox="1"/>
          <p:nvPr>
            <p:custDataLst>
              <p:tags r:id="rId3"/>
            </p:custDataLst>
          </p:nvPr>
        </p:nvSpPr>
        <p:spPr>
          <a:xfrm>
            <a:off x="1004936" y="1133825"/>
            <a:ext cx="11095682" cy="4454938"/>
          </a:xfrm>
          <a:prstGeom prst="rect">
            <a:avLst/>
          </a:prstGeom>
          <a:noFill/>
        </p:spPr>
        <p:txBody>
          <a:bodyPr wrap="square" rtlCol="0" anchor="t">
            <a:spAutoFit/>
          </a:bodyPr>
          <a:lstStyle/>
          <a:p>
            <a:pPr>
              <a:lnSpc>
                <a:spcPct val="150000"/>
              </a:lnSpc>
            </a:pPr>
            <a:r>
              <a:rPr lang="zh-CN" altLang="en-US" sz="3200" dirty="0">
                <a:latin typeface="方正屏显雅宋_GBK" panose="02010600010101010101" pitchFamily="2" charset="-122"/>
                <a:ea typeface="方正屏显雅宋_GBK" panose="02010600010101010101" pitchFamily="2" charset="-122"/>
              </a:rPr>
              <a:t>第一段：</a:t>
            </a:r>
            <a:r>
              <a:rPr lang="en-US" altLang="zh-CN" sz="3200" dirty="0">
                <a:latin typeface="方正屏显雅宋_GBK" panose="02010600010101010101" pitchFamily="2" charset="-122"/>
                <a:ea typeface="方正屏显雅宋_GBK" panose="02010600010101010101" pitchFamily="2" charset="-122"/>
              </a:rPr>
              <a:t>12~16</a:t>
            </a:r>
            <a:r>
              <a:rPr lang="zh-CN" altLang="en-US" sz="3200" dirty="0">
                <a:latin typeface="方正屏显雅宋_GBK" panose="02010600010101010101" pitchFamily="2" charset="-122"/>
                <a:ea typeface="方正屏显雅宋_GBK" panose="02010600010101010101" pitchFamily="2" charset="-122"/>
              </a:rPr>
              <a:t>节，为基督受苦是有福的。</a:t>
            </a:r>
          </a:p>
          <a:p>
            <a:pPr>
              <a:lnSpc>
                <a:spcPct val="150000"/>
              </a:lnSpc>
            </a:pPr>
            <a:r>
              <a:rPr lang="zh-CN" altLang="en-US" sz="3200" dirty="0">
                <a:latin typeface="方正屏显雅宋_GBK" panose="02010600010101010101" pitchFamily="2" charset="-122"/>
                <a:ea typeface="方正屏显雅宋_GBK" panose="02010600010101010101" pitchFamily="2" charset="-122"/>
              </a:rPr>
              <a:t>	</a:t>
            </a:r>
            <a:r>
              <a:rPr lang="en-US" altLang="zh-CN" sz="3200" dirty="0">
                <a:latin typeface="方正屏显雅宋_GBK" panose="02010600010101010101" pitchFamily="2" charset="-122"/>
                <a:ea typeface="方正屏显雅宋_GBK" panose="02010600010101010101" pitchFamily="2" charset="-122"/>
              </a:rPr>
              <a:t>12</a:t>
            </a:r>
            <a:r>
              <a:rPr lang="zh-CN" altLang="en-US" sz="3200" dirty="0">
                <a:latin typeface="方正屏显雅宋_GBK" panose="02010600010101010101" pitchFamily="2" charset="-122"/>
                <a:ea typeface="方正屏显雅宋_GBK" panose="02010600010101010101" pitchFamily="2" charset="-122"/>
              </a:rPr>
              <a:t>节，		受苦不是意外（认识）。</a:t>
            </a:r>
          </a:p>
          <a:p>
            <a:pPr>
              <a:lnSpc>
                <a:spcPct val="150000"/>
              </a:lnSpc>
            </a:pPr>
            <a:r>
              <a:rPr lang="zh-CN" altLang="en-US" sz="3200" dirty="0">
                <a:latin typeface="方正屏显雅宋_GBK" panose="02010600010101010101" pitchFamily="2" charset="-122"/>
                <a:ea typeface="方正屏显雅宋_GBK" panose="02010600010101010101" pitchFamily="2" charset="-122"/>
              </a:rPr>
              <a:t>	</a:t>
            </a:r>
            <a:r>
              <a:rPr lang="en-US" altLang="zh-CN" sz="3200" dirty="0">
                <a:latin typeface="方正屏显雅宋_GBK" panose="02010600010101010101" pitchFamily="2" charset="-122"/>
                <a:ea typeface="方正屏显雅宋_GBK" panose="02010600010101010101" pitchFamily="2" charset="-122"/>
              </a:rPr>
              <a:t>13</a:t>
            </a:r>
            <a:r>
              <a:rPr lang="zh-CN" altLang="en-US" sz="3200" dirty="0">
                <a:latin typeface="方正屏显雅宋_GBK" panose="02010600010101010101" pitchFamily="2" charset="-122"/>
                <a:ea typeface="方正屏显雅宋_GBK" panose="02010600010101010101" pitchFamily="2" charset="-122"/>
              </a:rPr>
              <a:t>、</a:t>
            </a:r>
            <a:r>
              <a:rPr lang="en-US" altLang="zh-CN" sz="3200" dirty="0">
                <a:latin typeface="方正屏显雅宋_GBK" panose="02010600010101010101" pitchFamily="2" charset="-122"/>
                <a:ea typeface="方正屏显雅宋_GBK" panose="02010600010101010101" pitchFamily="2" charset="-122"/>
              </a:rPr>
              <a:t>14</a:t>
            </a:r>
            <a:r>
              <a:rPr lang="zh-CN" altLang="en-US" sz="3200" dirty="0">
                <a:latin typeface="方正屏显雅宋_GBK" panose="02010600010101010101" pitchFamily="2" charset="-122"/>
                <a:ea typeface="方正屏显雅宋_GBK" panose="02010600010101010101" pitchFamily="2" charset="-122"/>
              </a:rPr>
              <a:t>节，	受苦有神同在（状态）。</a:t>
            </a:r>
          </a:p>
          <a:p>
            <a:pPr>
              <a:lnSpc>
                <a:spcPct val="150000"/>
              </a:lnSpc>
            </a:pPr>
            <a:r>
              <a:rPr lang="zh-CN" altLang="en-US" sz="3200" dirty="0">
                <a:latin typeface="方正屏显雅宋_GBK" panose="02010600010101010101" pitchFamily="2" charset="-122"/>
                <a:ea typeface="方正屏显雅宋_GBK" panose="02010600010101010101" pitchFamily="2" charset="-122"/>
              </a:rPr>
              <a:t>	</a:t>
            </a:r>
            <a:r>
              <a:rPr lang="en-US" altLang="zh-CN" sz="3200" dirty="0">
                <a:latin typeface="方正屏显雅宋_GBK" panose="02010600010101010101" pitchFamily="2" charset="-122"/>
                <a:ea typeface="方正屏显雅宋_GBK" panose="02010600010101010101" pitchFamily="2" charset="-122"/>
              </a:rPr>
              <a:t>15</a:t>
            </a:r>
            <a:r>
              <a:rPr lang="zh-CN" altLang="en-US" sz="3200" dirty="0">
                <a:latin typeface="方正屏显雅宋_GBK" panose="02010600010101010101" pitchFamily="2" charset="-122"/>
                <a:ea typeface="方正屏显雅宋_GBK" panose="02010600010101010101" pitchFamily="2" charset="-122"/>
              </a:rPr>
              <a:t>、</a:t>
            </a:r>
            <a:r>
              <a:rPr lang="en-US" altLang="zh-CN" sz="3200" dirty="0">
                <a:latin typeface="方正屏显雅宋_GBK" panose="02010600010101010101" pitchFamily="2" charset="-122"/>
                <a:ea typeface="方正屏显雅宋_GBK" panose="02010600010101010101" pitchFamily="2" charset="-122"/>
              </a:rPr>
              <a:t>16</a:t>
            </a:r>
            <a:r>
              <a:rPr lang="zh-CN" altLang="en-US" sz="3200" dirty="0">
                <a:latin typeface="方正屏显雅宋_GBK" panose="02010600010101010101" pitchFamily="2" charset="-122"/>
                <a:ea typeface="方正屏显雅宋_GBK" panose="02010600010101010101" pitchFamily="2" charset="-122"/>
              </a:rPr>
              <a:t>节，	受苦可</a:t>
            </a:r>
            <a:r>
              <a:rPr lang="zh-CN" altLang="en-US" sz="3200">
                <a:latin typeface="方正屏显雅宋_GBK" panose="02010600010101010101" pitchFamily="2" charset="-122"/>
                <a:ea typeface="方正屏显雅宋_GBK" panose="02010600010101010101" pitchFamily="2" charset="-122"/>
              </a:rPr>
              <a:t>荣耀神（目的）。</a:t>
            </a:r>
            <a:endParaRPr lang="zh-CN" altLang="en-US" sz="3200" dirty="0">
              <a:latin typeface="方正屏显雅宋_GBK" panose="02010600010101010101" pitchFamily="2" charset="-122"/>
              <a:ea typeface="方正屏显雅宋_GBK" panose="02010600010101010101" pitchFamily="2" charset="-122"/>
            </a:endParaRPr>
          </a:p>
          <a:p>
            <a:pPr>
              <a:lnSpc>
                <a:spcPct val="150000"/>
              </a:lnSpc>
            </a:pPr>
            <a:r>
              <a:rPr lang="zh-CN" altLang="en-US" sz="3200" dirty="0">
                <a:latin typeface="方正屏显雅宋_GBK" panose="02010600010101010101" pitchFamily="2" charset="-122"/>
                <a:ea typeface="方正屏显雅宋_GBK" panose="02010600010101010101" pitchFamily="2" charset="-122"/>
              </a:rPr>
              <a:t>第二段：</a:t>
            </a:r>
            <a:r>
              <a:rPr lang="en-US" altLang="zh-CN" sz="3200" dirty="0">
                <a:latin typeface="方正屏显雅宋_GBK" panose="02010600010101010101" pitchFamily="2" charset="-122"/>
                <a:ea typeface="方正屏显雅宋_GBK" panose="02010600010101010101" pitchFamily="2" charset="-122"/>
              </a:rPr>
              <a:t>17~18</a:t>
            </a:r>
            <a:r>
              <a:rPr lang="zh-CN" altLang="en-US" sz="3200" dirty="0">
                <a:latin typeface="方正屏显雅宋_GBK" panose="02010600010101010101" pitchFamily="2" charset="-122"/>
                <a:ea typeface="方正屏显雅宋_GBK" panose="02010600010101010101" pitchFamily="2" charset="-122"/>
              </a:rPr>
              <a:t>节，为基督受苦对将来的审判意义。</a:t>
            </a:r>
          </a:p>
          <a:p>
            <a:pPr>
              <a:lnSpc>
                <a:spcPct val="150000"/>
              </a:lnSpc>
            </a:pPr>
            <a:r>
              <a:rPr lang="zh-CN" altLang="en-US" sz="3200" dirty="0">
                <a:latin typeface="方正屏显雅宋_GBK" panose="02010600010101010101" pitchFamily="2" charset="-122"/>
                <a:ea typeface="方正屏显雅宋_GBK" panose="02010600010101010101" pitchFamily="2" charset="-122"/>
              </a:rPr>
              <a:t>第三段：</a:t>
            </a:r>
            <a:r>
              <a:rPr lang="en-US" altLang="zh-CN" sz="3200" dirty="0">
                <a:latin typeface="方正屏显雅宋_GBK" panose="02010600010101010101" pitchFamily="2" charset="-122"/>
                <a:ea typeface="方正屏显雅宋_GBK" panose="02010600010101010101" pitchFamily="2" charset="-122"/>
              </a:rPr>
              <a:t>19</a:t>
            </a:r>
            <a:r>
              <a:rPr lang="zh-CN" altLang="en-US" sz="3200" dirty="0">
                <a:latin typeface="方正屏显雅宋_GBK" panose="02010600010101010101" pitchFamily="2" charset="-122"/>
                <a:ea typeface="方正屏显雅宋_GBK" panose="02010600010101010101" pitchFamily="2" charset="-122"/>
              </a:rPr>
              <a:t>节，为基督受苦所应有的行动。</a:t>
            </a:r>
          </a:p>
        </p:txBody>
      </p:sp>
      <p:sp>
        <p:nvSpPr>
          <p:cNvPr id="4" name="文本框 3">
            <a:extLst>
              <a:ext uri="{FF2B5EF4-FFF2-40B4-BE49-F238E27FC236}">
                <a16:creationId xmlns:a16="http://schemas.microsoft.com/office/drawing/2014/main" id="{B4B332DE-F3FB-23DE-0615-8D213F22297F}"/>
              </a:ext>
            </a:extLst>
          </p:cNvPr>
          <p:cNvSpPr txBox="1"/>
          <p:nvPr/>
        </p:nvSpPr>
        <p:spPr>
          <a:xfrm>
            <a:off x="0" y="6297107"/>
            <a:ext cx="11494093" cy="468783"/>
          </a:xfrm>
          <a:prstGeom prst="rect">
            <a:avLst/>
          </a:prstGeom>
          <a:noFill/>
        </p:spPr>
        <p:txBody>
          <a:bodyPr wrap="square">
            <a:spAutoFit/>
          </a:bodyPr>
          <a:lstStyle/>
          <a:p>
            <a:pPr>
              <a:lnSpc>
                <a:spcPct val="150000"/>
              </a:lnSpc>
            </a:pPr>
            <a:r>
              <a:rPr lang="en-US" altLang="zh-CN" dirty="0">
                <a:latin typeface="方正屏显雅宋_GBK" panose="02010600010101010101" pitchFamily="2" charset="-122"/>
                <a:ea typeface="方正屏显雅宋_GBK" panose="02010600010101010101" pitchFamily="2" charset="-122"/>
              </a:rPr>
              <a:t>【</a:t>
            </a:r>
            <a:r>
              <a:rPr lang="zh-CN" altLang="en-US" dirty="0">
                <a:latin typeface="方正屏显雅宋_GBK" panose="02010600010101010101" pitchFamily="2" charset="-122"/>
                <a:ea typeface="方正屏显雅宋_GBK" panose="02010600010101010101" pitchFamily="2" charset="-122"/>
              </a:rPr>
              <a:t>彼前</a:t>
            </a:r>
            <a:r>
              <a:rPr lang="en-US" altLang="zh-CN" dirty="0">
                <a:latin typeface="方正屏显雅宋_GBK" panose="02010600010101010101" pitchFamily="2" charset="-122"/>
                <a:ea typeface="方正屏显雅宋_GBK" panose="02010600010101010101" pitchFamily="2" charset="-122"/>
              </a:rPr>
              <a:t>4:19】</a:t>
            </a:r>
            <a:r>
              <a:rPr lang="zh-CN" altLang="en-US" dirty="0">
                <a:latin typeface="方正屏显雅宋_GBK" panose="02010600010101010101" pitchFamily="2" charset="-122"/>
                <a:ea typeface="方正屏显雅宋_GBK" panose="02010600010101010101" pitchFamily="2" charset="-122"/>
              </a:rPr>
              <a:t>所以，那照　神旨意受苦的人要</a:t>
            </a:r>
            <a:r>
              <a:rPr lang="zh-CN" altLang="en-US" b="1" dirty="0">
                <a:solidFill>
                  <a:srgbClr val="FF0000"/>
                </a:solidFill>
                <a:latin typeface="方正屏显雅宋_GBK" panose="02010600010101010101" pitchFamily="2" charset="-122"/>
                <a:ea typeface="方正屏显雅宋_GBK" panose="02010600010101010101" pitchFamily="2" charset="-122"/>
              </a:rPr>
              <a:t>一心为善</a:t>
            </a:r>
            <a:r>
              <a:rPr lang="zh-CN" altLang="en-US" dirty="0">
                <a:latin typeface="方正屏显雅宋_GBK" panose="02010600010101010101" pitchFamily="2" charset="-122"/>
                <a:ea typeface="方正屏显雅宋_GBK" panose="02010600010101010101" pitchFamily="2" charset="-122"/>
              </a:rPr>
              <a:t>，将自己灵魂</a:t>
            </a:r>
            <a:r>
              <a:rPr lang="zh-CN" altLang="en-US" b="1" dirty="0">
                <a:solidFill>
                  <a:srgbClr val="FF0000"/>
                </a:solidFill>
                <a:latin typeface="方正屏显雅宋_GBK" panose="02010600010101010101" pitchFamily="2" charset="-122"/>
                <a:ea typeface="方正屏显雅宋_GBK" panose="02010600010101010101" pitchFamily="2" charset="-122"/>
              </a:rPr>
              <a:t>交与</a:t>
            </a:r>
            <a:r>
              <a:rPr lang="zh-CN" altLang="en-US" dirty="0">
                <a:latin typeface="方正屏显雅宋_GBK" panose="02010600010101010101" pitchFamily="2" charset="-122"/>
                <a:ea typeface="方正屏显雅宋_GBK" panose="02010600010101010101" pitchFamily="2" charset="-122"/>
              </a:rPr>
              <a:t>那信实的造化之主。</a:t>
            </a:r>
            <a:endParaRPr lang="zh-CN" altLang="zh-CN" sz="1800" dirty="0">
              <a:effectLst/>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96599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背景</a:t>
            </a:r>
            <a:r>
              <a:rPr lang="en-US" altLang="zh-CN"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&amp;</a:t>
            </a: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整体</a:t>
            </a:r>
          </a:p>
        </p:txBody>
      </p:sp>
      <p:sp>
        <p:nvSpPr>
          <p:cNvPr id="5" name="文本框 4">
            <a:extLst>
              <a:ext uri="{FF2B5EF4-FFF2-40B4-BE49-F238E27FC236}">
                <a16:creationId xmlns:a16="http://schemas.microsoft.com/office/drawing/2014/main" id="{6D756E38-44BB-893E-10F4-24648C1F9451}"/>
              </a:ext>
            </a:extLst>
          </p:cNvPr>
          <p:cNvSpPr txBox="1"/>
          <p:nvPr/>
        </p:nvSpPr>
        <p:spPr>
          <a:xfrm>
            <a:off x="571303" y="1103546"/>
            <a:ext cx="11049393" cy="576497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身份：第一章</a:t>
            </a:r>
            <a:r>
              <a:rPr lang="en-US" altLang="zh-CN" sz="2400" dirty="0">
                <a:latin typeface="方正屏显雅宋_GBK" panose="02010600010101010101" pitchFamily="2" charset="-122"/>
                <a:ea typeface="方正屏显雅宋_GBK" panose="02010600010101010101" pitchFamily="2" charset="-122"/>
              </a:rPr>
              <a:t>~</a:t>
            </a:r>
            <a:r>
              <a:rPr lang="zh-CN" altLang="en-US" sz="2400" dirty="0">
                <a:latin typeface="方正屏显雅宋_GBK" panose="02010600010101010101" pitchFamily="2" charset="-122"/>
                <a:ea typeface="方正屏显雅宋_GBK" panose="02010600010101010101" pitchFamily="2" charset="-122"/>
              </a:rPr>
              <a:t>第二章</a:t>
            </a:r>
            <a:r>
              <a:rPr lang="en-US" altLang="zh-CN" sz="2400" dirty="0">
                <a:latin typeface="方正屏显雅宋_GBK" panose="02010600010101010101" pitchFamily="2" charset="-122"/>
                <a:ea typeface="方正屏显雅宋_GBK" panose="02010600010101010101" pitchFamily="2" charset="-122"/>
              </a:rPr>
              <a:t>10</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en-US" altLang="zh-CN" sz="1600" dirty="0">
                <a:latin typeface="方正屏显雅宋_GBK" panose="02010600010101010101" pitchFamily="2" charset="-122"/>
                <a:ea typeface="方正屏显雅宋_GBK" panose="02010600010101010101" pitchFamily="2" charset="-122"/>
              </a:rPr>
              <a:t>【</a:t>
            </a:r>
            <a:r>
              <a:rPr lang="zh-CN" altLang="en-US" sz="1600" dirty="0">
                <a:latin typeface="方正屏显雅宋_GBK" panose="02010600010101010101" pitchFamily="2" charset="-122"/>
                <a:ea typeface="方正屏显雅宋_GBK" panose="02010600010101010101" pitchFamily="2" charset="-122"/>
              </a:rPr>
              <a:t>彼前</a:t>
            </a:r>
            <a:r>
              <a:rPr lang="en-US" altLang="zh-CN" sz="1600" dirty="0">
                <a:latin typeface="方正屏显雅宋_GBK" panose="02010600010101010101" pitchFamily="2" charset="-122"/>
                <a:ea typeface="方正屏显雅宋_GBK" panose="02010600010101010101" pitchFamily="2" charset="-122"/>
              </a:rPr>
              <a:t>2:9】</a:t>
            </a:r>
            <a:r>
              <a:rPr lang="zh-CN" altLang="en-US" sz="1600" dirty="0">
                <a:latin typeface="方正屏显雅宋_GBK" panose="02010600010101010101" pitchFamily="2" charset="-122"/>
                <a:ea typeface="方正屏显雅宋_GBK" panose="02010600010101010101" pitchFamily="2" charset="-122"/>
              </a:rPr>
              <a:t>惟有你们是被拣选的族类，是有君尊的祭司，是圣洁的国度，是</a:t>
            </a:r>
            <a:r>
              <a:rPr lang="zh-CN" altLang="en-US" sz="1600" b="1" dirty="0">
                <a:solidFill>
                  <a:srgbClr val="FF0000"/>
                </a:solidFill>
                <a:latin typeface="方正屏显雅宋_GBK" panose="02010600010101010101" pitchFamily="2" charset="-122"/>
                <a:ea typeface="方正屏显雅宋_GBK" panose="02010600010101010101" pitchFamily="2" charset="-122"/>
              </a:rPr>
              <a:t>属　神的子民</a:t>
            </a:r>
            <a:r>
              <a:rPr lang="zh-CN" altLang="en-US" sz="1600" dirty="0">
                <a:latin typeface="方正屏显雅宋_GBK" panose="02010600010101010101" pitchFamily="2" charset="-122"/>
                <a:ea typeface="方正屏显雅宋_GBK" panose="02010600010101010101" pitchFamily="2" charset="-122"/>
              </a:rPr>
              <a:t>，要叫你们宣扬那召你们出黑暗、入奇妙光明者的美德。</a:t>
            </a:r>
            <a:endParaRPr lang="en-US" altLang="zh-CN" sz="16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生活：第二、三章、四</a:t>
            </a:r>
            <a:r>
              <a:rPr lang="en-US" altLang="zh-CN" sz="2400" dirty="0">
                <a:latin typeface="方正屏显雅宋_GBK" panose="02010600010101010101" pitchFamily="2" charset="-122"/>
                <a:ea typeface="方正屏显雅宋_GBK" panose="02010600010101010101" pitchFamily="2" charset="-122"/>
              </a:rPr>
              <a:t>1~6</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第二章</a:t>
            </a:r>
            <a:r>
              <a:rPr lang="en-US" altLang="zh-CN" sz="2000" dirty="0">
                <a:latin typeface="方正屏显雅宋_GBK" panose="02010600010101010101" pitchFamily="2" charset="-122"/>
                <a:ea typeface="方正屏显雅宋_GBK" panose="02010600010101010101" pitchFamily="2" charset="-122"/>
              </a:rPr>
              <a:t>11</a:t>
            </a:r>
            <a:r>
              <a:rPr lang="zh-CN" altLang="zh-CN" sz="2000" dirty="0">
                <a:latin typeface="方正屏显雅宋_GBK" panose="02010600010101010101" pitchFamily="2" charset="-122"/>
                <a:ea typeface="方正屏显雅宋_GBK" panose="02010600010101010101" pitchFamily="2" charset="-122"/>
              </a:rPr>
              <a:t>节开始阐述做为神的儿女我们在地上生活的一些要求或者命令。</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13~17</a:t>
            </a:r>
            <a:r>
              <a:rPr lang="zh-CN" altLang="zh-CN" sz="2000" dirty="0">
                <a:latin typeface="方正屏显雅宋_GBK" panose="02010600010101010101" pitchFamily="2" charset="-122"/>
                <a:ea typeface="方正屏显雅宋_GBK" panose="02010600010101010101" pitchFamily="2" charset="-122"/>
              </a:rPr>
              <a:t>节，是在讲述我们与社会的关系</a:t>
            </a:r>
            <a:endParaRPr lang="en-US" altLang="zh-CN" sz="2000" dirty="0">
              <a:latin typeface="方正屏显雅宋_GBK" panose="02010600010101010101" pitchFamily="2" charset="-122"/>
              <a:ea typeface="方正屏显雅宋_GBK" panose="02010600010101010101" pitchFamily="2" charset="-122"/>
            </a:endParaRPr>
          </a:p>
          <a:p>
            <a:pPr marL="1657350" lvl="3" indent="-285750">
              <a:lnSpc>
                <a:spcPct val="150000"/>
              </a:lnSpc>
              <a:buFont typeface="Wingdings" panose="05000000000000000000" pitchFamily="2" charset="2"/>
              <a:buChar char="l"/>
            </a:pPr>
            <a:r>
              <a:rPr lang="zh-CN" altLang="zh-CN" dirty="0">
                <a:latin typeface="方正屏显雅宋_GBK" panose="02010600010101010101" pitchFamily="2" charset="-122"/>
                <a:ea typeface="方正屏显雅宋_GBK" panose="02010600010101010101" pitchFamily="2" charset="-122"/>
              </a:rPr>
              <a:t>二章</a:t>
            </a:r>
            <a:r>
              <a:rPr lang="en-US" altLang="zh-CN" dirty="0">
                <a:latin typeface="方正屏显雅宋_GBK" panose="02010600010101010101" pitchFamily="2" charset="-122"/>
                <a:ea typeface="方正屏显雅宋_GBK" panose="02010600010101010101" pitchFamily="2" charset="-122"/>
              </a:rPr>
              <a:t>18~20</a:t>
            </a:r>
            <a:r>
              <a:rPr lang="zh-CN" altLang="zh-CN" dirty="0">
                <a:latin typeface="方正屏显雅宋_GBK" panose="02010600010101010101" pitchFamily="2" charset="-122"/>
                <a:ea typeface="方正屏显雅宋_GBK" panose="02010600010101010101" pitchFamily="2" charset="-122"/>
              </a:rPr>
              <a:t>节</a:t>
            </a:r>
            <a:r>
              <a:rPr lang="zh-CN" altLang="en-US" dirty="0">
                <a:latin typeface="方正屏显雅宋_GBK" panose="02010600010101010101" pitchFamily="2" charset="-122"/>
                <a:ea typeface="方正屏显雅宋_GBK" panose="02010600010101010101" pitchFamily="2" charset="-122"/>
              </a:rPr>
              <a:t>，</a:t>
            </a:r>
            <a:r>
              <a:rPr lang="zh-CN" altLang="zh-CN" dirty="0">
                <a:latin typeface="方正屏显雅宋_GBK" panose="02010600010101010101" pitchFamily="2" charset="-122"/>
                <a:ea typeface="方正屏显雅宋_GBK" panose="02010600010101010101" pitchFamily="2" charset="-122"/>
              </a:rPr>
              <a:t>是讲述我们在职场上的关系</a:t>
            </a:r>
            <a:endParaRPr lang="en-US" altLang="zh-CN"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1~7</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，是</a:t>
            </a:r>
            <a:r>
              <a:rPr lang="zh-CN" altLang="zh-CN" sz="2000" dirty="0">
                <a:latin typeface="方正屏显雅宋_GBK" panose="02010600010101010101" pitchFamily="2" charset="-122"/>
                <a:ea typeface="方正屏显雅宋_GBK" panose="02010600010101010101" pitchFamily="2" charset="-122"/>
              </a:rPr>
              <a:t>讲述</a:t>
            </a:r>
            <a:r>
              <a:rPr lang="zh-CN" altLang="en-US" sz="2000" dirty="0">
                <a:latin typeface="方正屏显雅宋_GBK" panose="02010600010101010101" pitchFamily="2" charset="-122"/>
                <a:ea typeface="方正屏显雅宋_GBK" panose="02010600010101010101" pitchFamily="2" charset="-122"/>
              </a:rPr>
              <a:t>我们家庭中</a:t>
            </a:r>
            <a:r>
              <a:rPr lang="zh-CN" altLang="zh-CN" sz="2000" dirty="0">
                <a:latin typeface="方正屏显雅宋_GBK" panose="02010600010101010101" pitchFamily="2" charset="-122"/>
                <a:ea typeface="方正屏显雅宋_GBK" panose="02010600010101010101" pitchFamily="2" charset="-122"/>
              </a:rPr>
              <a:t>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8~12</a:t>
            </a:r>
            <a:r>
              <a:rPr lang="zh-CN" altLang="en-US" sz="2000" dirty="0">
                <a:latin typeface="方正屏显雅宋_GBK" panose="02010600010101010101" pitchFamily="2" charset="-122"/>
                <a:ea typeface="方正屏显雅宋_GBK" panose="02010600010101010101" pitchFamily="2" charset="-122"/>
              </a:rPr>
              <a:t>节，群体生活原则（神儿女内部之间）</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13~</a:t>
            </a:r>
            <a:r>
              <a:rPr lang="zh-CN" altLang="en-US" sz="2000" dirty="0">
                <a:latin typeface="方正屏显雅宋_GBK" panose="02010600010101010101" pitchFamily="2" charset="-122"/>
                <a:ea typeface="方正屏显雅宋_GBK" panose="02010600010101010101" pitchFamily="2" charset="-122"/>
              </a:rPr>
              <a:t>四章</a:t>
            </a:r>
            <a:r>
              <a:rPr lang="en-US" altLang="zh-CN" sz="2000" dirty="0">
                <a:latin typeface="方正屏显雅宋_GBK" panose="02010600010101010101" pitchFamily="2" charset="-122"/>
                <a:ea typeface="方正屏显雅宋_GBK" panose="02010600010101010101" pitchFamily="2" charset="-122"/>
              </a:rPr>
              <a:t>6</a:t>
            </a:r>
            <a:r>
              <a:rPr lang="zh-CN" altLang="en-US" sz="2000" dirty="0">
                <a:latin typeface="方正屏显雅宋_GBK" panose="02010600010101010101" pitchFamily="2" charset="-122"/>
                <a:ea typeface="方正屏显雅宋_GBK" panose="02010600010101010101" pitchFamily="2" charset="-122"/>
              </a:rPr>
              <a:t>节，为义受苦（神儿女对外之间）</a:t>
            </a:r>
            <a:endParaRPr lang="en-US" altLang="zh-CN" sz="24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末世</a:t>
            </a:r>
            <a:r>
              <a:rPr lang="en-US" altLang="zh-CN" sz="2400" dirty="0">
                <a:latin typeface="方正屏显雅宋_GBK" panose="02010600010101010101" pitchFamily="2" charset="-122"/>
                <a:ea typeface="方正屏显雅宋_GBK" panose="02010600010101010101" pitchFamily="2" charset="-122"/>
              </a:rPr>
              <a:t>&amp;</a:t>
            </a:r>
            <a:r>
              <a:rPr lang="zh-CN" altLang="en-US" sz="2400" dirty="0">
                <a:latin typeface="方正屏显雅宋_GBK" panose="02010600010101010101" pitchFamily="2" charset="-122"/>
                <a:ea typeface="方正屏显雅宋_GBK" panose="02010600010101010101" pitchFamily="2" charset="-122"/>
              </a:rPr>
              <a:t>警诫：四</a:t>
            </a:r>
            <a:r>
              <a:rPr lang="en-US" altLang="zh-CN" sz="2400" dirty="0">
                <a:latin typeface="方正屏显雅宋_GBK" panose="02010600010101010101" pitchFamily="2" charset="-122"/>
                <a:ea typeface="方正屏显雅宋_GBK" panose="02010600010101010101" pitchFamily="2" charset="-122"/>
              </a:rPr>
              <a:t>7~19</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最后劝勉</a:t>
            </a:r>
            <a:r>
              <a:rPr lang="en-US" altLang="zh-CN" sz="2400" dirty="0">
                <a:latin typeface="方正屏显雅宋_GBK" panose="02010600010101010101" pitchFamily="2" charset="-122"/>
                <a:ea typeface="方正屏显雅宋_GBK" panose="02010600010101010101" pitchFamily="2" charset="-122"/>
              </a:rPr>
              <a:t>&amp;</a:t>
            </a:r>
            <a:r>
              <a:rPr lang="zh-CN" altLang="en-US" sz="2400" dirty="0">
                <a:latin typeface="方正屏显雅宋_GBK" panose="02010600010101010101" pitchFamily="2" charset="-122"/>
                <a:ea typeface="方正屏显雅宋_GBK" panose="02010600010101010101" pitchFamily="2" charset="-122"/>
              </a:rPr>
              <a:t>问安：五章</a:t>
            </a:r>
            <a:endParaRPr lang="en-US" altLang="zh-CN" sz="2400" dirty="0">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47438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25A28-91EB-2F98-0834-40647C84A503}"/>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F93531E-53CF-4A9F-5BE9-1F0059F2C6BB}"/>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FA552FA6-491B-050A-4A87-695E2F51774D}"/>
              </a:ext>
            </a:extLst>
          </p:cNvPr>
          <p:cNvSpPr txBox="1"/>
          <p:nvPr>
            <p:custDataLst>
              <p:tags r:id="rId3"/>
            </p:custDataLst>
          </p:nvPr>
        </p:nvSpPr>
        <p:spPr>
          <a:xfrm>
            <a:off x="51021" y="1645286"/>
            <a:ext cx="12192000" cy="521271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节：试炼  欢喜  基督一同受苦  </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荣耀</a:t>
            </a:r>
          </a:p>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节：为基督名受辱骂  有福  </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荣耀</a:t>
            </a:r>
          </a:p>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15</a:t>
            </a:r>
            <a:r>
              <a:rPr lang="zh-CN" altLang="en-US" sz="2800" dirty="0">
                <a:latin typeface="方正屏显雅宋_GBK" panose="02010600010101010101" pitchFamily="2" charset="-122"/>
                <a:ea typeface="方正屏显雅宋_GBK" panose="02010600010101010101" pitchFamily="2" charset="-122"/>
                <a:sym typeface="+mn-lt"/>
              </a:rPr>
              <a:t>节：（不：杀人、偷窃、作恶、好管闲事）目标：品行端正  </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荣耀</a:t>
            </a:r>
          </a:p>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16</a:t>
            </a:r>
            <a:r>
              <a:rPr lang="zh-CN" altLang="en-US" sz="2800" dirty="0">
                <a:latin typeface="方正屏显雅宋_GBK" panose="02010600010101010101" pitchFamily="2" charset="-122"/>
                <a:ea typeface="方正屏显雅宋_GBK" panose="02010600010101010101" pitchFamily="2" charset="-122"/>
                <a:sym typeface="+mn-lt"/>
              </a:rPr>
              <a:t>节：为作基督徒  受苦  </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荣耀</a:t>
            </a:r>
            <a:endParaRPr lang="en-US" altLang="zh-CN" sz="2800" dirty="0">
              <a:solidFill>
                <a:srgbClr val="FF0000"/>
              </a:solidFill>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endParaRPr lang="en-US" altLang="zh-CN" sz="2800" dirty="0">
              <a:solidFill>
                <a:srgbClr val="FF0000"/>
              </a:solidFill>
              <a:latin typeface="方正屏显雅宋_GBK" panose="02010600010101010101" pitchFamily="2" charset="-122"/>
              <a:ea typeface="方正屏显雅宋_GBK" panose="02010600010101010101" pitchFamily="2" charset="-122"/>
              <a:sym typeface="+mn-lt"/>
            </a:endParaRPr>
          </a:p>
          <a:p>
            <a:pPr marL="114300">
              <a:lnSpc>
                <a:spcPct val="150000"/>
              </a:lnSpc>
              <a:spcAft>
                <a:spcPts val="600"/>
              </a:spcAft>
            </a:pPr>
            <a:r>
              <a:rPr lang="en-US" altLang="zh-CN" sz="2000" dirty="0">
                <a:latin typeface="方正屏显雅宋_GBK" panose="02010600010101010101" pitchFamily="2" charset="-122"/>
                <a:ea typeface="方正屏显雅宋_GBK" panose="02010600010101010101" pitchFamily="2" charset="-122"/>
                <a:sym typeface="+mn-lt"/>
              </a:rPr>
              <a:t>【</a:t>
            </a:r>
            <a:r>
              <a:rPr lang="zh-CN" altLang="en-US" sz="2000" dirty="0">
                <a:latin typeface="方正屏显雅宋_GBK" panose="02010600010101010101" pitchFamily="2" charset="-122"/>
                <a:ea typeface="方正屏显雅宋_GBK" panose="02010600010101010101" pitchFamily="2" charset="-122"/>
                <a:sym typeface="+mn-lt"/>
              </a:rPr>
              <a:t>彼前</a:t>
            </a:r>
            <a:r>
              <a:rPr lang="en-US" altLang="zh-CN" sz="2000" dirty="0">
                <a:latin typeface="方正屏显雅宋_GBK" panose="02010600010101010101" pitchFamily="2" charset="-122"/>
                <a:ea typeface="方正屏显雅宋_GBK" panose="02010600010101010101" pitchFamily="2" charset="-122"/>
                <a:sym typeface="+mn-lt"/>
              </a:rPr>
              <a:t>2:12】</a:t>
            </a:r>
            <a:r>
              <a:rPr lang="zh-CN" altLang="en-US" sz="2000" dirty="0">
                <a:latin typeface="方正屏显雅宋_GBK" panose="02010600010101010101" pitchFamily="2" charset="-122"/>
                <a:ea typeface="方正屏显雅宋_GBK" panose="02010600010101010101" pitchFamily="2" charset="-122"/>
                <a:sym typeface="+mn-lt"/>
              </a:rPr>
              <a:t>你们在外邦人中，应当品行端正，叫那些毁谤你们是作恶的，因看见你们的好行为，便在鉴察的日子（“鉴察”或作“眷顾”）归</a:t>
            </a:r>
            <a:r>
              <a:rPr lang="zh-CN" altLang="en-US" sz="2400" b="1" dirty="0">
                <a:solidFill>
                  <a:srgbClr val="FF0000"/>
                </a:solidFill>
                <a:latin typeface="方正屏显雅宋_GBK" panose="02010600010101010101" pitchFamily="2" charset="-122"/>
                <a:ea typeface="方正屏显雅宋_GBK" panose="02010600010101010101" pitchFamily="2" charset="-122"/>
                <a:sym typeface="+mn-lt"/>
              </a:rPr>
              <a:t>荣耀</a:t>
            </a:r>
            <a:r>
              <a:rPr lang="zh-CN" altLang="en-US" sz="2000" dirty="0">
                <a:latin typeface="方正屏显雅宋_GBK" panose="02010600010101010101" pitchFamily="2" charset="-122"/>
                <a:ea typeface="方正屏显雅宋_GBK" panose="02010600010101010101" pitchFamily="2" charset="-122"/>
                <a:sym typeface="+mn-lt"/>
              </a:rPr>
              <a:t>给　神。</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3" name="箭头: 右 2">
            <a:extLst>
              <a:ext uri="{FF2B5EF4-FFF2-40B4-BE49-F238E27FC236}">
                <a16:creationId xmlns:a16="http://schemas.microsoft.com/office/drawing/2014/main" id="{13E48447-2BC9-4356-BAF6-45DEEC5A72AC}"/>
              </a:ext>
            </a:extLst>
          </p:cNvPr>
          <p:cNvSpPr/>
          <p:nvPr/>
        </p:nvSpPr>
        <p:spPr>
          <a:xfrm>
            <a:off x="2461189" y="1922804"/>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箭头: 右 3">
            <a:extLst>
              <a:ext uri="{FF2B5EF4-FFF2-40B4-BE49-F238E27FC236}">
                <a16:creationId xmlns:a16="http://schemas.microsoft.com/office/drawing/2014/main" id="{303CB4FD-BAD4-77FD-B78B-E2FFFF78048E}"/>
              </a:ext>
            </a:extLst>
          </p:cNvPr>
          <p:cNvSpPr/>
          <p:nvPr/>
        </p:nvSpPr>
        <p:spPr>
          <a:xfrm>
            <a:off x="3767271" y="1914258"/>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右 4">
            <a:extLst>
              <a:ext uri="{FF2B5EF4-FFF2-40B4-BE49-F238E27FC236}">
                <a16:creationId xmlns:a16="http://schemas.microsoft.com/office/drawing/2014/main" id="{124605E2-5442-C0A6-AB43-EB396A900D2B}"/>
              </a:ext>
            </a:extLst>
          </p:cNvPr>
          <p:cNvSpPr/>
          <p:nvPr/>
        </p:nvSpPr>
        <p:spPr>
          <a:xfrm>
            <a:off x="6493965" y="1914258"/>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8D964918-E7DA-0B0C-C5AA-8777F151B3FF}"/>
              </a:ext>
            </a:extLst>
          </p:cNvPr>
          <p:cNvSpPr/>
          <p:nvPr/>
        </p:nvSpPr>
        <p:spPr>
          <a:xfrm>
            <a:off x="4245835" y="2639227"/>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a:extLst>
              <a:ext uri="{FF2B5EF4-FFF2-40B4-BE49-F238E27FC236}">
                <a16:creationId xmlns:a16="http://schemas.microsoft.com/office/drawing/2014/main" id="{D44E5B34-BC29-9CCB-70C7-742643C8324A}"/>
              </a:ext>
            </a:extLst>
          </p:cNvPr>
          <p:cNvSpPr/>
          <p:nvPr/>
        </p:nvSpPr>
        <p:spPr>
          <a:xfrm>
            <a:off x="5578979" y="2639227"/>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469BEA45-60B7-8FA1-C51E-A1487EA3779B}"/>
              </a:ext>
            </a:extLst>
          </p:cNvPr>
          <p:cNvSpPr/>
          <p:nvPr/>
        </p:nvSpPr>
        <p:spPr>
          <a:xfrm>
            <a:off x="10313350" y="3362256"/>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690C1E17-B01D-1100-74CE-E98CA69E0A6C}"/>
              </a:ext>
            </a:extLst>
          </p:cNvPr>
          <p:cNvSpPr/>
          <p:nvPr/>
        </p:nvSpPr>
        <p:spPr>
          <a:xfrm>
            <a:off x="3562172" y="4093546"/>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8B81DF58-E2F2-B160-A36A-5EDE4FE8ACAC}"/>
              </a:ext>
            </a:extLst>
          </p:cNvPr>
          <p:cNvSpPr/>
          <p:nvPr/>
        </p:nvSpPr>
        <p:spPr>
          <a:xfrm>
            <a:off x="4869679" y="4093546"/>
            <a:ext cx="410198" cy="230736"/>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152635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ECC56-1848-1458-0475-23D74E0B4318}"/>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1E6758A5-7808-0F96-1E19-C31169DAC20D}"/>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D76E7FA0-525E-26B2-7037-5278450D73CF}"/>
              </a:ext>
            </a:extLst>
          </p:cNvPr>
          <p:cNvSpPr txBox="1"/>
          <p:nvPr>
            <p:custDataLst>
              <p:tags r:id="rId3"/>
            </p:custDataLst>
          </p:nvPr>
        </p:nvSpPr>
        <p:spPr>
          <a:xfrm>
            <a:off x="-63374" y="1645286"/>
            <a:ext cx="12192000" cy="5212714"/>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节，认识到受苦不是意外。</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“亲爱的弟兄”起首</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新的段落的开始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第一次：第二章的</a:t>
            </a:r>
            <a:r>
              <a:rPr lang="en-US" altLang="zh-CN" sz="2800" dirty="0">
                <a:latin typeface="方正屏显雅宋_GBK" panose="02010600010101010101" pitchFamily="2" charset="-122"/>
                <a:ea typeface="方正屏显雅宋_GBK" panose="02010600010101010101" pitchFamily="2" charset="-122"/>
                <a:sym typeface="+mn-lt"/>
              </a:rPr>
              <a:t>11</a:t>
            </a:r>
            <a:r>
              <a:rPr lang="zh-CN" altLang="en-US" sz="2800" dirty="0">
                <a:latin typeface="方正屏显雅宋_GBK" panose="02010600010101010101" pitchFamily="2" charset="-122"/>
                <a:ea typeface="方正屏显雅宋_GBK" panose="02010600010101010101" pitchFamily="2" charset="-122"/>
                <a:sym typeface="+mn-lt"/>
              </a:rPr>
              <a:t>节</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背景：</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在苦难临到之前，认为当其认识了神，成为神的儿女之后，伴随的应该是福气、保护、成功等。</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11</a:t>
            </a:r>
            <a:r>
              <a:rPr lang="zh-CN" altLang="en-US" sz="2800" dirty="0">
                <a:latin typeface="方正屏显雅宋_GBK" panose="02010600010101010101" pitchFamily="2" charset="-122"/>
                <a:ea typeface="方正屏显雅宋_GBK" panose="02010600010101010101" pitchFamily="2" charset="-122"/>
                <a:sym typeface="+mn-lt"/>
              </a:rPr>
              <a:t>节末后提到“原来荣耀、权能都是他的，直到永永远远”</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当苦难临的时候，他们可能有不解、迷惑，不知为何受苦？</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主耶稣早已告诉：</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世人若恨你们，你们知道（或作</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该知道</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）恨你们以先，已经恨我了。</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（约 </a:t>
            </a:r>
            <a:r>
              <a:rPr lang="en-US" altLang="zh-CN" sz="2800" dirty="0">
                <a:latin typeface="方正屏显雅宋_GBK" panose="02010600010101010101" pitchFamily="2" charset="-122"/>
                <a:ea typeface="方正屏显雅宋_GBK" panose="02010600010101010101" pitchFamily="2" charset="-122"/>
                <a:sym typeface="+mn-lt"/>
              </a:rPr>
              <a:t>15:18</a:t>
            </a:r>
            <a:r>
              <a:rPr lang="zh-CN" altLang="en-US" sz="2800" dirty="0">
                <a:latin typeface="方正屏显雅宋_GBK" panose="02010600010101010101" pitchFamily="2" charset="-122"/>
                <a:ea typeface="方正屏显雅宋_GBK" panose="02010600010101010101" pitchFamily="2" charset="-122"/>
                <a:sym typeface="+mn-lt"/>
              </a:rPr>
              <a:t>）</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不但如此，凡立志在基督耶稣里敬虔度日的，也都要受逼迫。</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（提后 </a:t>
            </a:r>
            <a:r>
              <a:rPr lang="en-US" altLang="zh-CN" sz="2800" dirty="0">
                <a:latin typeface="方正屏显雅宋_GBK" panose="02010600010101010101" pitchFamily="2" charset="-122"/>
                <a:ea typeface="方正屏显雅宋_GBK" panose="02010600010101010101" pitchFamily="2" charset="-122"/>
                <a:sym typeface="+mn-lt"/>
              </a:rPr>
              <a:t>3:12</a:t>
            </a:r>
            <a:r>
              <a:rPr lang="zh-CN" altLang="en-US" sz="2800" dirty="0">
                <a:latin typeface="方正屏显雅宋_GBK" panose="02010600010101010101" pitchFamily="2" charset="-122"/>
                <a:ea typeface="方正屏显雅宋_GBK" panose="02010600010101010101" pitchFamily="2" charset="-122"/>
                <a:sym typeface="+mn-lt"/>
              </a:rPr>
              <a:t>）</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弟兄们，世人若恨你们，不要以为希奇。</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（约壹 </a:t>
            </a:r>
            <a:r>
              <a:rPr lang="en-US" altLang="zh-CN" sz="2800" dirty="0">
                <a:latin typeface="方正屏显雅宋_GBK" panose="02010600010101010101" pitchFamily="2" charset="-122"/>
                <a:ea typeface="方正屏显雅宋_GBK" panose="02010600010101010101" pitchFamily="2" charset="-122"/>
                <a:sym typeface="+mn-lt"/>
              </a:rPr>
              <a:t>3:13</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“奇怪”这个词在原文中有震惊、惊奇的意思</a:t>
            </a:r>
          </a:p>
          <a:p>
            <a:pPr marL="571500" lvl="1">
              <a:lnSpc>
                <a:spcPct val="150000"/>
              </a:lnSpc>
              <a:spcAft>
                <a:spcPts val="600"/>
              </a:spcAft>
            </a:pP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1FD83570-ADC2-D440-C26D-C840A8ED5113}"/>
              </a:ext>
            </a:extLst>
          </p:cNvPr>
          <p:cNvSpPr txBox="1"/>
          <p:nvPr/>
        </p:nvSpPr>
        <p:spPr>
          <a:xfrm>
            <a:off x="102042" y="1134633"/>
            <a:ext cx="120899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4:12】</a:t>
            </a:r>
            <a:r>
              <a:rPr lang="zh-CN" altLang="en-US" sz="2000" dirty="0">
                <a:solidFill>
                  <a:srgbClr val="C00000"/>
                </a:solidFill>
                <a:latin typeface="方正屏显雅宋_GBK" panose="02010600010101010101" pitchFamily="2" charset="-122"/>
                <a:ea typeface="方正屏显雅宋_GBK" panose="02010600010101010101" pitchFamily="2" charset="-122"/>
              </a:rPr>
              <a:t>亲爱的弟兄啊，有火炼的试验临到你们，不要以为奇怪（似乎是遭遇非常的事），</a:t>
            </a:r>
            <a:endParaRPr kumimoji="0" lang="zh-CN" altLang="en-US" sz="2000" b="0" i="0" u="none" strike="noStrike" cap="none" spc="0" normalizeH="0" baseline="0" noProof="0" dirty="0">
              <a:ln>
                <a:noFill/>
              </a:ln>
              <a:solidFill>
                <a:srgbClr val="C00000"/>
              </a:solidFill>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416090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D0978-B566-D39C-4FF2-B95DE56C84F8}"/>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F19C55BE-B21F-3D2D-D9AE-557A2443F04B}"/>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FED8AE8A-C469-7C02-595B-0FCF7930126D}"/>
              </a:ext>
            </a:extLst>
          </p:cNvPr>
          <p:cNvSpPr txBox="1"/>
          <p:nvPr>
            <p:custDataLst>
              <p:tags r:id="rId3"/>
            </p:custDataLst>
          </p:nvPr>
        </p:nvSpPr>
        <p:spPr>
          <a:xfrm>
            <a:off x="-63374" y="1645286"/>
            <a:ext cx="12192000" cy="5212714"/>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“火炼的试验临到”：</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意思是炼净、洁净的意思</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600" dirty="0">
                <a:latin typeface="方正屏显雅宋_GBK" panose="02010600010101010101" pitchFamily="2" charset="-122"/>
                <a:ea typeface="方正屏显雅宋_GBK" panose="02010600010101010101" pitchFamily="2" charset="-122"/>
                <a:sym typeface="+mn-lt"/>
              </a:rPr>
              <a:t>【</a:t>
            </a:r>
            <a:r>
              <a:rPr lang="zh-CN" altLang="en-US" sz="2600" dirty="0">
                <a:latin typeface="方正屏显雅宋_GBK" panose="02010600010101010101" pitchFamily="2" charset="-122"/>
                <a:ea typeface="方正屏显雅宋_GBK" panose="02010600010101010101" pitchFamily="2" charset="-122"/>
                <a:sym typeface="+mn-lt"/>
              </a:rPr>
              <a:t>彼后</a:t>
            </a:r>
            <a:r>
              <a:rPr lang="en-US" altLang="zh-CN" sz="2600" dirty="0">
                <a:latin typeface="方正屏显雅宋_GBK" panose="02010600010101010101" pitchFamily="2" charset="-122"/>
                <a:ea typeface="方正屏显雅宋_GBK" panose="02010600010101010101" pitchFamily="2" charset="-122"/>
                <a:sym typeface="+mn-lt"/>
              </a:rPr>
              <a:t>3:10】</a:t>
            </a:r>
            <a:r>
              <a:rPr lang="zh-CN" altLang="en-US" sz="2600" dirty="0">
                <a:latin typeface="方正屏显雅宋_GBK" panose="02010600010101010101" pitchFamily="2" charset="-122"/>
                <a:ea typeface="方正屏显雅宋_GBK" panose="02010600010101010101" pitchFamily="2" charset="-122"/>
                <a:sym typeface="+mn-lt"/>
              </a:rPr>
              <a:t>但主的日子要像贼来到一样，那日，天必大有响声废去，有形质的都要被</a:t>
            </a:r>
            <a:r>
              <a:rPr lang="zh-CN" altLang="en-US" sz="2600" dirty="0">
                <a:solidFill>
                  <a:srgbClr val="FF0000"/>
                </a:solidFill>
                <a:latin typeface="方正屏显雅宋_GBK" panose="02010600010101010101" pitchFamily="2" charset="-122"/>
                <a:ea typeface="方正屏显雅宋_GBK" panose="02010600010101010101" pitchFamily="2" charset="-122"/>
                <a:sym typeface="+mn-lt"/>
              </a:rPr>
              <a:t>烈火销化</a:t>
            </a:r>
            <a:r>
              <a:rPr lang="zh-CN" altLang="en-US" sz="2600" dirty="0">
                <a:latin typeface="方正屏显雅宋_GBK" panose="02010600010101010101" pitchFamily="2" charset="-122"/>
                <a:ea typeface="方正屏显雅宋_GBK" panose="02010600010101010101" pitchFamily="2" charset="-122"/>
                <a:sym typeface="+mn-lt"/>
              </a:rPr>
              <a:t>，地和其上的物都要</a:t>
            </a:r>
            <a:r>
              <a:rPr lang="zh-CN" altLang="en-US" sz="2600" dirty="0">
                <a:solidFill>
                  <a:srgbClr val="FF0000"/>
                </a:solidFill>
                <a:latin typeface="方正屏显雅宋_GBK" panose="02010600010101010101" pitchFamily="2" charset="-122"/>
                <a:ea typeface="方正屏显雅宋_GBK" panose="02010600010101010101" pitchFamily="2" charset="-122"/>
                <a:sym typeface="+mn-lt"/>
              </a:rPr>
              <a:t>烧尽</a:t>
            </a:r>
            <a:r>
              <a:rPr lang="zh-CN" altLang="en-US" sz="2600" dirty="0">
                <a:latin typeface="方正屏显雅宋_GBK" panose="02010600010101010101" pitchFamily="2" charset="-122"/>
                <a:ea typeface="方正屏显雅宋_GBK" panose="02010600010101010101" pitchFamily="2" charset="-122"/>
                <a:sym typeface="+mn-lt"/>
              </a:rPr>
              <a:t>了。</a:t>
            </a:r>
          </a:p>
          <a:p>
            <a:pPr marL="857250" lvl="1" indent="-285750">
              <a:lnSpc>
                <a:spcPct val="150000"/>
              </a:lnSpc>
              <a:spcAft>
                <a:spcPts val="600"/>
              </a:spcAft>
              <a:buFont typeface="Wingdings" panose="05000000000000000000" pitchFamily="2" charset="2"/>
              <a:buChar char="l"/>
            </a:pPr>
            <a:r>
              <a:rPr lang="en-US" altLang="zh-CN" sz="2600" dirty="0">
                <a:latin typeface="方正屏显雅宋_GBK" panose="02010600010101010101" pitchFamily="2" charset="-122"/>
                <a:ea typeface="方正屏显雅宋_GBK" panose="02010600010101010101" pitchFamily="2" charset="-122"/>
                <a:sym typeface="+mn-lt"/>
              </a:rPr>
              <a:t>【</a:t>
            </a:r>
            <a:r>
              <a:rPr lang="zh-CN" altLang="en-US" sz="2600" dirty="0">
                <a:latin typeface="方正屏显雅宋_GBK" panose="02010600010101010101" pitchFamily="2" charset="-122"/>
                <a:ea typeface="方正屏显雅宋_GBK" panose="02010600010101010101" pitchFamily="2" charset="-122"/>
                <a:sym typeface="+mn-lt"/>
              </a:rPr>
              <a:t>箴</a:t>
            </a:r>
            <a:r>
              <a:rPr lang="en-US" altLang="zh-CN" sz="2600" dirty="0">
                <a:latin typeface="方正屏显雅宋_GBK" panose="02010600010101010101" pitchFamily="2" charset="-122"/>
                <a:ea typeface="方正屏显雅宋_GBK" panose="02010600010101010101" pitchFamily="2" charset="-122"/>
                <a:sym typeface="+mn-lt"/>
              </a:rPr>
              <a:t>27:21】</a:t>
            </a:r>
            <a:r>
              <a:rPr lang="zh-CN" altLang="en-US" sz="2600" dirty="0">
                <a:latin typeface="方正屏显雅宋_GBK" panose="02010600010101010101" pitchFamily="2" charset="-122"/>
                <a:ea typeface="方正屏显雅宋_GBK" panose="02010600010101010101" pitchFamily="2" charset="-122"/>
                <a:sym typeface="+mn-lt"/>
              </a:rPr>
              <a:t>鼎为炼银，炉为炼金，人的称赞也试炼人。</a:t>
            </a:r>
          </a:p>
          <a:p>
            <a:pPr marL="857250" lvl="1" indent="-285750">
              <a:lnSpc>
                <a:spcPct val="150000"/>
              </a:lnSpc>
              <a:spcAft>
                <a:spcPts val="600"/>
              </a:spcAft>
              <a:buFont typeface="Wingdings" panose="05000000000000000000" pitchFamily="2" charset="2"/>
              <a:buChar char="l"/>
            </a:pPr>
            <a:r>
              <a:rPr lang="en-US" altLang="zh-CN" sz="2600" dirty="0">
                <a:latin typeface="方正屏显雅宋_GBK" panose="02010600010101010101" pitchFamily="2" charset="-122"/>
                <a:ea typeface="方正屏显雅宋_GBK" panose="02010600010101010101" pitchFamily="2" charset="-122"/>
                <a:sym typeface="+mn-lt"/>
              </a:rPr>
              <a:t>【</a:t>
            </a:r>
            <a:r>
              <a:rPr lang="zh-CN" altLang="en-US" sz="2600" dirty="0">
                <a:latin typeface="方正屏显雅宋_GBK" panose="02010600010101010101" pitchFamily="2" charset="-122"/>
                <a:ea typeface="方正屏显雅宋_GBK" panose="02010600010101010101" pitchFamily="2" charset="-122"/>
                <a:sym typeface="+mn-lt"/>
              </a:rPr>
              <a:t>玛</a:t>
            </a:r>
            <a:r>
              <a:rPr lang="en-US" altLang="zh-CN" sz="2600" dirty="0">
                <a:latin typeface="方正屏显雅宋_GBK" panose="02010600010101010101" pitchFamily="2" charset="-122"/>
                <a:ea typeface="方正屏显雅宋_GBK" panose="02010600010101010101" pitchFamily="2" charset="-122"/>
                <a:sym typeface="+mn-lt"/>
              </a:rPr>
              <a:t>3:3】</a:t>
            </a:r>
            <a:r>
              <a:rPr lang="zh-CN" altLang="en-US" sz="2600" dirty="0">
                <a:latin typeface="方正屏显雅宋_GBK" panose="02010600010101010101" pitchFamily="2" charset="-122"/>
                <a:ea typeface="方正屏显雅宋_GBK" panose="02010600010101010101" pitchFamily="2" charset="-122"/>
                <a:sym typeface="+mn-lt"/>
              </a:rPr>
              <a:t>他必坐下如</a:t>
            </a:r>
            <a:r>
              <a:rPr lang="zh-CN" altLang="en-US" sz="2600" dirty="0">
                <a:solidFill>
                  <a:srgbClr val="FF0000"/>
                </a:solidFill>
                <a:latin typeface="方正屏显雅宋_GBK" panose="02010600010101010101" pitchFamily="2" charset="-122"/>
                <a:ea typeface="方正屏显雅宋_GBK" panose="02010600010101010101" pitchFamily="2" charset="-122"/>
                <a:sym typeface="+mn-lt"/>
              </a:rPr>
              <a:t>炼净银子</a:t>
            </a:r>
            <a:r>
              <a:rPr lang="zh-CN" altLang="en-US" sz="2600" dirty="0">
                <a:latin typeface="方正屏显雅宋_GBK" panose="02010600010101010101" pitchFamily="2" charset="-122"/>
                <a:ea typeface="方正屏显雅宋_GBK" panose="02010600010101010101" pitchFamily="2" charset="-122"/>
                <a:sym typeface="+mn-lt"/>
              </a:rPr>
              <a:t>的，必</a:t>
            </a:r>
            <a:r>
              <a:rPr lang="zh-CN" altLang="en-US" sz="2600" dirty="0">
                <a:solidFill>
                  <a:srgbClr val="FF0000"/>
                </a:solidFill>
                <a:latin typeface="方正屏显雅宋_GBK" panose="02010600010101010101" pitchFamily="2" charset="-122"/>
                <a:ea typeface="方正屏显雅宋_GBK" panose="02010600010101010101" pitchFamily="2" charset="-122"/>
                <a:sym typeface="+mn-lt"/>
              </a:rPr>
              <a:t>洁净利未人</a:t>
            </a:r>
            <a:r>
              <a:rPr lang="zh-CN" altLang="en-US" sz="2600" dirty="0">
                <a:latin typeface="方正屏显雅宋_GBK" panose="02010600010101010101" pitchFamily="2" charset="-122"/>
                <a:ea typeface="方正屏显雅宋_GBK" panose="02010600010101010101" pitchFamily="2" charset="-122"/>
                <a:sym typeface="+mn-lt"/>
              </a:rPr>
              <a:t>，熬炼他们像金银一样，他们就凭公义献供物给耶和华。</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苦难也是为试验，为了让神的儿女的信心显出来：</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600" dirty="0">
                <a:latin typeface="方正屏显雅宋_GBK" panose="02010600010101010101" pitchFamily="2" charset="-122"/>
                <a:ea typeface="方正屏显雅宋_GBK" panose="02010600010101010101" pitchFamily="2" charset="-122"/>
                <a:sym typeface="+mn-lt"/>
              </a:rPr>
              <a:t>【</a:t>
            </a:r>
            <a:r>
              <a:rPr lang="zh-CN" altLang="en-US" sz="2600" dirty="0">
                <a:latin typeface="方正屏显雅宋_GBK" panose="02010600010101010101" pitchFamily="2" charset="-122"/>
                <a:ea typeface="方正屏显雅宋_GBK" panose="02010600010101010101" pitchFamily="2" charset="-122"/>
                <a:sym typeface="+mn-lt"/>
              </a:rPr>
              <a:t>雅</a:t>
            </a:r>
            <a:r>
              <a:rPr lang="en-US" altLang="zh-CN" sz="2600" dirty="0">
                <a:latin typeface="方正屏显雅宋_GBK" panose="02010600010101010101" pitchFamily="2" charset="-122"/>
                <a:ea typeface="方正屏显雅宋_GBK" panose="02010600010101010101" pitchFamily="2" charset="-122"/>
                <a:sym typeface="+mn-lt"/>
              </a:rPr>
              <a:t>1:3】</a:t>
            </a:r>
            <a:r>
              <a:rPr lang="zh-CN" altLang="en-US" sz="2600" dirty="0">
                <a:latin typeface="方正屏显雅宋_GBK" panose="02010600010101010101" pitchFamily="2" charset="-122"/>
                <a:ea typeface="方正屏显雅宋_GBK" panose="02010600010101010101" pitchFamily="2" charset="-122"/>
                <a:sym typeface="+mn-lt"/>
              </a:rPr>
              <a:t>因为知道你们的信心</a:t>
            </a:r>
            <a:r>
              <a:rPr lang="zh-CN" altLang="en-US" sz="2600" dirty="0">
                <a:solidFill>
                  <a:srgbClr val="FF0000"/>
                </a:solidFill>
                <a:latin typeface="方正屏显雅宋_GBK" panose="02010600010101010101" pitchFamily="2" charset="-122"/>
                <a:ea typeface="方正屏显雅宋_GBK" panose="02010600010101010101" pitchFamily="2" charset="-122"/>
                <a:sym typeface="+mn-lt"/>
              </a:rPr>
              <a:t>经过试验</a:t>
            </a:r>
            <a:r>
              <a:rPr lang="zh-CN" altLang="en-US" sz="2600" dirty="0">
                <a:latin typeface="方正屏显雅宋_GBK" panose="02010600010101010101" pitchFamily="2" charset="-122"/>
                <a:ea typeface="方正屏显雅宋_GBK" panose="02010600010101010101" pitchFamily="2" charset="-122"/>
                <a:sym typeface="+mn-lt"/>
              </a:rPr>
              <a:t>，就生忍耐。</a:t>
            </a:r>
            <a:endParaRPr lang="en-US" altLang="zh-CN" sz="26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苦难可以显出人对神福音的认信，为信仰而受的苦难不是可有可无的，而是必须会有经历的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苦难此类事的发生是在神的许可之内的。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彼得在此也强调“苦难对神的儿女是常态，而非意外”。</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没有遭遇苦难的我们向神感恩，但如果在苦难中我们要坚信神的掌管。</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BB5CBCA-25D5-5E95-03CD-6804E7571FF9}"/>
              </a:ext>
            </a:extLst>
          </p:cNvPr>
          <p:cNvSpPr txBox="1"/>
          <p:nvPr/>
        </p:nvSpPr>
        <p:spPr>
          <a:xfrm>
            <a:off x="102042" y="1134633"/>
            <a:ext cx="120899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4:12】</a:t>
            </a:r>
            <a:r>
              <a:rPr lang="zh-CN" altLang="en-US" sz="2000" dirty="0">
                <a:solidFill>
                  <a:srgbClr val="C00000"/>
                </a:solidFill>
                <a:latin typeface="方正屏显雅宋_GBK" panose="02010600010101010101" pitchFamily="2" charset="-122"/>
                <a:ea typeface="方正屏显雅宋_GBK" panose="02010600010101010101" pitchFamily="2" charset="-122"/>
              </a:rPr>
              <a:t>亲爱的弟兄啊，有火炼的试验临到你们，不要以为奇怪（似乎是遭遇非常的事），</a:t>
            </a:r>
            <a:endParaRPr kumimoji="0" lang="zh-CN" altLang="en-US" sz="2000" b="0" i="0" u="none" strike="noStrike" cap="none" spc="0" normalizeH="0" baseline="0" noProof="0" dirty="0">
              <a:ln>
                <a:noFill/>
              </a:ln>
              <a:solidFill>
                <a:srgbClr val="C00000"/>
              </a:solidFill>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2280762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00BF-954F-0A50-28F2-56D83E62A0E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5E5327D9-1CDE-DC72-9F2C-F2A3CDB044B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C5EF8EC8-F267-D810-F94B-20BC7BEA1BBA}"/>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a:t>
            </a: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节，受苦有神同在（状态）</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倒要欢喜：</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对正在苦难中的神的儿女来说，是痛苦的，这是人之常情。</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节对</a:t>
            </a: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节是一个大的反转。</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在试炼中、受苦却要“欢喜”，不是说不难过了，而是因看与基督一同受苦而有喜乐。</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视角扩展到了</a:t>
            </a:r>
            <a:r>
              <a:rPr lang="zh-CN" altLang="en-US" sz="2800" b="1" dirty="0">
                <a:solidFill>
                  <a:srgbClr val="FF0000"/>
                </a:solidFill>
                <a:latin typeface="方正屏显雅宋_GBK" panose="02010600010101010101" pitchFamily="2" charset="-122"/>
                <a:ea typeface="方正屏显雅宋_GBK" panose="02010600010101010101" pitchFamily="2" charset="-122"/>
                <a:sym typeface="+mn-lt"/>
              </a:rPr>
              <a:t>未来</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基督荣耀的显现的时候，我们与基督一同受苦而得的奖赏或者喜乐是大的。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600" dirty="0">
                <a:latin typeface="方正屏显雅宋_GBK" panose="02010600010101010101" pitchFamily="2" charset="-122"/>
                <a:ea typeface="方正屏显雅宋_GBK" panose="02010600010101010101" pitchFamily="2" charset="-122"/>
                <a:sym typeface="+mn-lt"/>
              </a:rPr>
              <a:t>【</a:t>
            </a:r>
            <a:r>
              <a:rPr lang="zh-CN" altLang="en-US" sz="2600" dirty="0">
                <a:latin typeface="方正屏显雅宋_GBK" panose="02010600010101010101" pitchFamily="2" charset="-122"/>
                <a:ea typeface="方正屏显雅宋_GBK" panose="02010600010101010101" pitchFamily="2" charset="-122"/>
                <a:sym typeface="+mn-lt"/>
              </a:rPr>
              <a:t>太</a:t>
            </a:r>
            <a:r>
              <a:rPr lang="en-US" altLang="zh-CN" sz="2600" dirty="0">
                <a:latin typeface="方正屏显雅宋_GBK" panose="02010600010101010101" pitchFamily="2" charset="-122"/>
                <a:ea typeface="方正屏显雅宋_GBK" panose="02010600010101010101" pitchFamily="2" charset="-122"/>
                <a:sym typeface="+mn-lt"/>
              </a:rPr>
              <a:t>5:11】</a:t>
            </a:r>
            <a:r>
              <a:rPr lang="zh-CN" altLang="en-US" sz="2600" dirty="0">
                <a:latin typeface="方正屏显雅宋_GBK" panose="02010600010101010101" pitchFamily="2" charset="-122"/>
                <a:ea typeface="方正屏显雅宋_GBK" panose="02010600010101010101" pitchFamily="2" charset="-122"/>
                <a:sym typeface="+mn-lt"/>
              </a:rPr>
              <a:t>人若因我辱骂你们，逼迫你们，捏造各样坏话毁谤你们，你们就有福了。</a:t>
            </a:r>
          </a:p>
          <a:p>
            <a:pPr marL="1314450" lvl="2" indent="-285750">
              <a:lnSpc>
                <a:spcPct val="150000"/>
              </a:lnSpc>
              <a:spcAft>
                <a:spcPts val="600"/>
              </a:spcAft>
              <a:buFont typeface="Wingdings" panose="05000000000000000000" pitchFamily="2" charset="2"/>
              <a:buChar char="l"/>
            </a:pPr>
            <a:r>
              <a:rPr lang="en-US" altLang="zh-CN" sz="2600" dirty="0">
                <a:latin typeface="方正屏显雅宋_GBK" panose="02010600010101010101" pitchFamily="2" charset="-122"/>
                <a:ea typeface="方正屏显雅宋_GBK" panose="02010600010101010101" pitchFamily="2" charset="-122"/>
                <a:sym typeface="+mn-lt"/>
              </a:rPr>
              <a:t>【</a:t>
            </a:r>
            <a:r>
              <a:rPr lang="zh-CN" altLang="en-US" sz="2600" dirty="0">
                <a:latin typeface="方正屏显雅宋_GBK" panose="02010600010101010101" pitchFamily="2" charset="-122"/>
                <a:ea typeface="方正屏显雅宋_GBK" panose="02010600010101010101" pitchFamily="2" charset="-122"/>
                <a:sym typeface="+mn-lt"/>
              </a:rPr>
              <a:t>太</a:t>
            </a:r>
            <a:r>
              <a:rPr lang="en-US" altLang="zh-CN" sz="2600" dirty="0">
                <a:latin typeface="方正屏显雅宋_GBK" panose="02010600010101010101" pitchFamily="2" charset="-122"/>
                <a:ea typeface="方正屏显雅宋_GBK" panose="02010600010101010101" pitchFamily="2" charset="-122"/>
                <a:sym typeface="+mn-lt"/>
              </a:rPr>
              <a:t>5:12】</a:t>
            </a:r>
            <a:r>
              <a:rPr lang="zh-CN" altLang="en-US" sz="2600" dirty="0">
                <a:latin typeface="方正屏显雅宋_GBK" panose="02010600010101010101" pitchFamily="2" charset="-122"/>
                <a:ea typeface="方正屏显雅宋_GBK" panose="02010600010101010101" pitchFamily="2" charset="-122"/>
                <a:sym typeface="+mn-lt"/>
              </a:rPr>
              <a:t>应当欢喜快乐，因为你们在天上的赏赐是大的。在你们以前的先知，人也是这样逼迫他们。”</a:t>
            </a:r>
          </a:p>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节是在</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将来</a:t>
            </a:r>
            <a:r>
              <a:rPr lang="zh-CN" altLang="en-US" sz="2800" dirty="0">
                <a:latin typeface="方正屏显雅宋_GBK" panose="02010600010101010101" pitchFamily="2" charset="-122"/>
                <a:ea typeface="方正屏显雅宋_GBK" panose="02010600010101010101" pitchFamily="2" charset="-122"/>
                <a:sym typeface="+mn-lt"/>
              </a:rPr>
              <a:t>，主耶稣再来的时候，其荣耀显现的时候。而</a:t>
            </a: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节是现在、</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当下</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CA82A454-F67F-61E6-3EC0-BFF5C469F879}"/>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3619995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3B5CD-F66D-3F3D-A6DC-B3A927A4D95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8ECE32AD-8CB6-BF4E-F228-E0D3DF466F9E}"/>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6968C0BB-F96E-DD97-9876-80B46C64C6F9}"/>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当我们如此行的时候，神荣耀的灵常住在我们身上</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林前</a:t>
            </a:r>
            <a:r>
              <a:rPr lang="en-US" altLang="zh-CN" sz="2800" dirty="0">
                <a:latin typeface="方正屏显雅宋_GBK" panose="02010600010101010101" pitchFamily="2" charset="-122"/>
                <a:ea typeface="方正屏显雅宋_GBK" panose="02010600010101010101" pitchFamily="2" charset="-122"/>
                <a:sym typeface="+mn-lt"/>
              </a:rPr>
              <a:t>3:16】</a:t>
            </a:r>
            <a:r>
              <a:rPr lang="zh-CN" altLang="en-US" sz="2800" dirty="0">
                <a:latin typeface="方正屏显雅宋_GBK" panose="02010600010101010101" pitchFamily="2" charset="-122"/>
                <a:ea typeface="方正屏显雅宋_GBK" panose="02010600010101010101" pitchFamily="2" charset="-122"/>
                <a:sym typeface="+mn-lt"/>
              </a:rPr>
              <a:t>岂不知你们是　神的殿，　神的灵住在你们里头吗？</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林前</a:t>
            </a:r>
            <a:r>
              <a:rPr lang="en-US" altLang="zh-CN" sz="2800" dirty="0">
                <a:latin typeface="方正屏显雅宋_GBK" panose="02010600010101010101" pitchFamily="2" charset="-122"/>
                <a:ea typeface="方正屏显雅宋_GBK" panose="02010600010101010101" pitchFamily="2" charset="-122"/>
                <a:sym typeface="+mn-lt"/>
              </a:rPr>
              <a:t>3:17】</a:t>
            </a:r>
            <a:r>
              <a:rPr lang="zh-CN" altLang="en-US" sz="2800" dirty="0">
                <a:latin typeface="方正屏显雅宋_GBK" panose="02010600010101010101" pitchFamily="2" charset="-122"/>
                <a:ea typeface="方正屏显雅宋_GBK" panose="02010600010101010101" pitchFamily="2" charset="-122"/>
                <a:sym typeface="+mn-lt"/>
              </a:rPr>
              <a:t>若有人毁坏　神的殿，　神必要毁坏那人，因为　神的殿是圣的，这殿就是你们。</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当我们受苦的时候，我们确知深信神与我们同在</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林后</a:t>
            </a:r>
            <a:r>
              <a:rPr lang="en-US" altLang="zh-CN" sz="2800" dirty="0">
                <a:latin typeface="方正屏显雅宋_GBK" panose="02010600010101010101" pitchFamily="2" charset="-122"/>
                <a:ea typeface="方正屏显雅宋_GBK" panose="02010600010101010101" pitchFamily="2" charset="-122"/>
                <a:sym typeface="+mn-lt"/>
              </a:rPr>
              <a:t>4:17】</a:t>
            </a:r>
            <a:r>
              <a:rPr lang="zh-CN" altLang="en-US" sz="2800" dirty="0">
                <a:latin typeface="方正屏显雅宋_GBK" panose="02010600010101010101" pitchFamily="2" charset="-122"/>
                <a:ea typeface="方正屏显雅宋_GBK" panose="02010600010101010101" pitchFamily="2" charset="-122"/>
                <a:sym typeface="+mn-lt"/>
              </a:rPr>
              <a:t>我们这至暂至轻的</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苦楚</a:t>
            </a:r>
            <a:r>
              <a:rPr lang="zh-CN" altLang="en-US" sz="2800" dirty="0">
                <a:latin typeface="方正屏显雅宋_GBK" panose="02010600010101010101" pitchFamily="2" charset="-122"/>
                <a:ea typeface="方正屏显雅宋_GBK" panose="02010600010101010101" pitchFamily="2" charset="-122"/>
                <a:sym typeface="+mn-lt"/>
              </a:rPr>
              <a:t>，要为我们成就</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极重无比永远的荣耀</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“神荣耀的灵</a:t>
            </a:r>
            <a:r>
              <a:rPr lang="zh-CN" altLang="en-US" sz="2800" dirty="0">
                <a:solidFill>
                  <a:srgbClr val="C00000"/>
                </a:solidFill>
                <a:latin typeface="方正屏显雅宋_GBK" panose="02010600010101010101" pitchFamily="2" charset="-122"/>
                <a:ea typeface="方正屏显雅宋_GBK" panose="02010600010101010101" pitchFamily="2" charset="-122"/>
                <a:sym typeface="+mn-lt"/>
              </a:rPr>
              <a:t>常</a:t>
            </a:r>
            <a:r>
              <a:rPr lang="zh-CN" altLang="en-US" sz="2800" dirty="0">
                <a:latin typeface="方正屏显雅宋_GBK" panose="02010600010101010101" pitchFamily="2" charset="-122"/>
                <a:ea typeface="方正屏显雅宋_GBK" panose="02010600010101010101" pitchFamily="2" charset="-122"/>
                <a:sym typeface="+mn-lt"/>
              </a:rPr>
              <a:t>在我们身上”</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a:t>
            </a:r>
            <a:r>
              <a:rPr lang="zh-CN" altLang="en-US" sz="2800" dirty="0">
                <a:solidFill>
                  <a:srgbClr val="C00000"/>
                </a:solidFill>
                <a:latin typeface="方正屏显雅宋_GBK" panose="02010600010101010101" pitchFamily="2" charset="-122"/>
                <a:ea typeface="方正屏显雅宋_GBK" panose="02010600010101010101" pitchFamily="2" charset="-122"/>
                <a:sym typeface="+mn-lt"/>
              </a:rPr>
              <a:t>常</a:t>
            </a:r>
            <a:r>
              <a:rPr lang="zh-CN" altLang="en-US" sz="2800" dirty="0">
                <a:latin typeface="方正屏显雅宋_GBK" panose="02010600010101010101" pitchFamily="2" charset="-122"/>
                <a:ea typeface="方正屏显雅宋_GBK" panose="02010600010101010101" pitchFamily="2" charset="-122"/>
                <a:sym typeface="+mn-lt"/>
              </a:rPr>
              <a:t>”：重点是神与我们同在。</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带着神同在的印记、同在的福。</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亚伯拉罕：神与他同在</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以撒：</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创</a:t>
            </a:r>
            <a:r>
              <a:rPr lang="en-US" altLang="zh-CN" sz="2800" dirty="0">
                <a:latin typeface="方正屏显雅宋_GBK" panose="02010600010101010101" pitchFamily="2" charset="-122"/>
                <a:ea typeface="方正屏显雅宋_GBK" panose="02010600010101010101" pitchFamily="2" charset="-122"/>
                <a:sym typeface="+mn-lt"/>
              </a:rPr>
              <a:t>26:12】</a:t>
            </a:r>
            <a:r>
              <a:rPr lang="zh-CN" altLang="en-US" sz="2800" dirty="0">
                <a:latin typeface="方正屏显雅宋_GBK" panose="02010600010101010101" pitchFamily="2" charset="-122"/>
                <a:ea typeface="方正屏显雅宋_GBK" panose="02010600010101010101" pitchFamily="2" charset="-122"/>
                <a:sym typeface="+mn-lt"/>
              </a:rPr>
              <a:t>以撒在那地耕种，那一年有</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百倍</a:t>
            </a:r>
            <a:r>
              <a:rPr lang="zh-CN" altLang="en-US" sz="2800" dirty="0">
                <a:latin typeface="方正屏显雅宋_GBK" panose="02010600010101010101" pitchFamily="2" charset="-122"/>
                <a:ea typeface="方正屏显雅宋_GBK" panose="02010600010101010101" pitchFamily="2" charset="-122"/>
                <a:sym typeface="+mn-lt"/>
              </a:rPr>
              <a:t>的收成。耶和华赐福给他，</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司提反：</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徒</a:t>
            </a:r>
            <a:r>
              <a:rPr lang="en-US" altLang="zh-CN" sz="2800" dirty="0">
                <a:latin typeface="方正屏显雅宋_GBK" panose="02010600010101010101" pitchFamily="2" charset="-122"/>
                <a:ea typeface="方正屏显雅宋_GBK" panose="02010600010101010101" pitchFamily="2" charset="-122"/>
                <a:sym typeface="+mn-lt"/>
              </a:rPr>
              <a:t>7:56】</a:t>
            </a:r>
            <a:r>
              <a:rPr lang="zh-CN" altLang="en-US" sz="2800" dirty="0">
                <a:latin typeface="方正屏显雅宋_GBK" panose="02010600010101010101" pitchFamily="2" charset="-122"/>
                <a:ea typeface="方正屏显雅宋_GBK" panose="02010600010101010101" pitchFamily="2" charset="-122"/>
                <a:sym typeface="+mn-lt"/>
              </a:rPr>
              <a:t>就说：“我看见天开了，人子</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站在　神的右边</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保罗：</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腓</a:t>
            </a:r>
            <a:r>
              <a:rPr lang="en-US" altLang="zh-CN" sz="2800" dirty="0">
                <a:latin typeface="方正屏显雅宋_GBK" panose="02010600010101010101" pitchFamily="2" charset="-122"/>
                <a:ea typeface="方正屏显雅宋_GBK" panose="02010600010101010101" pitchFamily="2" charset="-122"/>
                <a:sym typeface="+mn-lt"/>
              </a:rPr>
              <a:t>1:23】</a:t>
            </a:r>
            <a:r>
              <a:rPr lang="zh-CN" altLang="en-US" sz="2800" dirty="0">
                <a:latin typeface="方正屏显雅宋_GBK" panose="02010600010101010101" pitchFamily="2" charset="-122"/>
                <a:ea typeface="方正屏显雅宋_GBK" panose="02010600010101010101" pitchFamily="2" charset="-122"/>
                <a:sym typeface="+mn-lt"/>
              </a:rPr>
              <a:t>我正在两难之间，情愿离世与基督同在，因为这是好得无比的。</a:t>
            </a:r>
            <a:endParaRPr lang="en-US" altLang="zh-CN" sz="2800" dirty="0">
              <a:latin typeface="方正屏显雅宋_GBK" panose="02010600010101010101" pitchFamily="2" charset="-122"/>
              <a:ea typeface="方正屏显雅宋_GBK" panose="02010600010101010101" pitchFamily="2" charset="-122"/>
              <a:sym typeface="+mn-lt"/>
            </a:endParaRPr>
          </a:p>
          <a:p>
            <a:pPr>
              <a:lnSpc>
                <a:spcPct val="90000"/>
              </a:lnSpc>
              <a:spcAft>
                <a:spcPts val="600"/>
              </a:spcAft>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AD927B00-9748-2655-F459-938AD3A59CAF}"/>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2347060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14920-BE49-0E9B-2DF7-64DE306FA0B1}"/>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7E407F8B-B5C5-009C-2268-5FEAB6CD698C}"/>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19DD35F2-1A7F-C977-BEAF-FF62D624AEB7}"/>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“与基督一同受苦”：</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“一同”意味着团契。当你因信仰受苦时，你是在经历主耶稣曾经经历过的。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这种苦难是你“属神儿女”身份的勋章。</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对比：</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节：火炼的试验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欢喜快乐</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世人则会呼天抢地，痛苦不堪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神的儿女则是欢喜快乐</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区别：</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节“与基督一同受苦”，</a:t>
            </a: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节“为基督的名受辱骂”</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现在所经历是主耶稣基督已经经历过的，而这“苦难”是神儿女的一记号，并以这记号而为荣</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“为基督的名受辱骂”，这更显明了我们是神儿女的记号，不是因行为不好，而是因基督的名。</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“有福”：</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不是世人所认为的福，事业发达、凡事昌顺等。</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而是真正从神来的可以存到永远的福</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BB273A6-F95B-EBD0-058A-4498B21A15DE}"/>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1272642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4F62F-DDFA-4E15-53B7-98301CAF755A}"/>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F26D283-C179-46D8-06D4-F61D9554A0B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8E2E7744-2C90-6080-B8C4-1C65625037E2}"/>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“倒要” ：</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不仅不应当因信仰而羞耻，反而要因信仰而看为荣耀的事情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强调是要神的儿女我们要公开的、有勇气的见证神的名</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首先是不刻意躲避、不隐瞒，</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其次当要承认主的名的时候，我们不惧怕而要勇敢的承认主的名，愿意为主做见证</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某环境下，勇敢的承认主的名也是为主做见证的方式之一。</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主教坡旅甲：</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八十六岁的老人</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否认基督：烧香献祭给凯撒就可回家。</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坚持信仰：烧死</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“我服侍祂八十年，祂从未亏负我，我怎能亵渎那拯救我的大君王呢？”</a:t>
            </a: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1AE3F2F-437B-8D60-B518-AFAFB4461504}"/>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3943131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B330-FB68-D7BC-1A19-E06F5735A653}"/>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6FA0E50-1C21-0F77-D881-E656D6773A2C}"/>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8167CE0B-10A9-9643-B28A-7204F348B2EA}"/>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15</a:t>
            </a:r>
            <a:r>
              <a:rPr lang="zh-CN" altLang="en-US" sz="2800" dirty="0">
                <a:latin typeface="方正屏显雅宋_GBK" panose="02010600010101010101" pitchFamily="2" charset="-122"/>
                <a:ea typeface="方正屏显雅宋_GBK" panose="02010600010101010101" pitchFamily="2" charset="-122"/>
                <a:sym typeface="+mn-lt"/>
              </a:rPr>
              <a:t>、</a:t>
            </a:r>
            <a:r>
              <a:rPr lang="en-US" altLang="zh-CN" sz="2800" dirty="0">
                <a:latin typeface="方正屏显雅宋_GBK" panose="02010600010101010101" pitchFamily="2" charset="-122"/>
                <a:ea typeface="方正屏显雅宋_GBK" panose="02010600010101010101" pitchFamily="2" charset="-122"/>
                <a:sym typeface="+mn-lt"/>
              </a:rPr>
              <a:t>16</a:t>
            </a:r>
            <a:r>
              <a:rPr lang="zh-CN" altLang="en-US" sz="2800" dirty="0">
                <a:latin typeface="方正屏显雅宋_GBK" panose="02010600010101010101" pitchFamily="2" charset="-122"/>
                <a:ea typeface="方正屏显雅宋_GBK" panose="02010600010101010101" pitchFamily="2" charset="-122"/>
                <a:sym typeface="+mn-lt"/>
              </a:rPr>
              <a:t>节：受苦目的</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“却不可”：</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不是所有的受苦都是荣耀的。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“杀人、偷窃、作恶、好管闲事”：</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这四个词可以分为两类：</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前三为一类，是明显的罪，</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“杀人”：明显是十诫中的六规条。</a:t>
            </a: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“偷窃”：明显是十诫中的八规条。</a:t>
            </a: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“作恶”：是为非作歹、一切犯罪的事情。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前两条主要是非法占有为基础的，杀人是谋害了人的性命，而偷窃是占有了别人不属自己的财物。而第三个词则是一切犯罪事情的统称。</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后面一词是一类，是不明确的被定义为罪的事情。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“好管闲事”：在新约中只出现一次</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指干涉与自己无关属于他人的事情，是鼓动者、闹事者。</a:t>
            </a: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9C35216C-161D-AC66-69DB-74653407C9F0}"/>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4:15】</a:t>
            </a:r>
            <a:r>
              <a:rPr lang="zh-CN" altLang="en-US" sz="2000" dirty="0">
                <a:solidFill>
                  <a:srgbClr val="C00000"/>
                </a:solidFill>
                <a:latin typeface="方正屏显雅宋_GBK" panose="02010600010101010101" pitchFamily="2" charset="-122"/>
                <a:ea typeface="方正屏显雅宋_GBK" panose="02010600010101010101" pitchFamily="2" charset="-122"/>
              </a:rPr>
              <a:t>你们中间却不可有人因为杀人、偷窃、作恶、好管闲事而受苦；</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4:16】</a:t>
            </a:r>
            <a:r>
              <a:rPr lang="zh-CN" altLang="en-US" sz="2000" dirty="0">
                <a:solidFill>
                  <a:srgbClr val="C00000"/>
                </a:solidFill>
                <a:latin typeface="方正屏显雅宋_GBK" panose="02010600010101010101" pitchFamily="2" charset="-122"/>
                <a:ea typeface="方正屏显雅宋_GBK" panose="02010600010101010101" pitchFamily="2" charset="-122"/>
              </a:rPr>
              <a:t>若为作基督徒受苦，却不要羞耻，倒要因这名归荣耀给　神。</a:t>
            </a:r>
          </a:p>
        </p:txBody>
      </p:sp>
    </p:spTree>
    <p:custDataLst>
      <p:tags r:id="rId1"/>
    </p:custDataLst>
    <p:extLst>
      <p:ext uri="{BB962C8B-B14F-4D97-AF65-F5344CB8AC3E}">
        <p14:creationId xmlns:p14="http://schemas.microsoft.com/office/powerpoint/2010/main" val="3139535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1FA5D-8E13-4995-7F94-5882A49AB7C2}"/>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5E9CC81C-AB94-FE73-6DE5-3C1F78D6AD4F}"/>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9AB98EF9-934F-2F67-296D-9C85FD155BBA}"/>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“好管闲事”：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没有界限感、在不该插手的事情上指手画脚、搬弄是非的行为。</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帖前</a:t>
            </a:r>
            <a:r>
              <a:rPr lang="en-US" altLang="zh-CN" sz="2800" dirty="0">
                <a:latin typeface="方正屏显雅宋_GBK" panose="02010600010101010101" pitchFamily="2" charset="-122"/>
                <a:ea typeface="方正屏显雅宋_GBK" panose="02010600010101010101" pitchFamily="2" charset="-122"/>
                <a:sym typeface="+mn-lt"/>
              </a:rPr>
              <a:t>4:11】</a:t>
            </a:r>
            <a:r>
              <a:rPr lang="zh-CN" altLang="en-US" sz="2800" dirty="0">
                <a:latin typeface="方正屏显雅宋_GBK" panose="02010600010101010101" pitchFamily="2" charset="-122"/>
                <a:ea typeface="方正屏显雅宋_GBK" panose="02010600010101010101" pitchFamily="2" charset="-122"/>
                <a:sym typeface="+mn-lt"/>
              </a:rPr>
              <a:t>又要立志作安静人，</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办自己的事</a:t>
            </a:r>
            <a:r>
              <a:rPr lang="zh-CN" altLang="en-US" sz="2800" dirty="0">
                <a:latin typeface="方正屏显雅宋_GBK" panose="02010600010101010101" pitchFamily="2" charset="-122"/>
                <a:ea typeface="方正屏显雅宋_GBK" panose="02010600010101010101" pitchFamily="2" charset="-122"/>
                <a:sym typeface="+mn-lt"/>
              </a:rPr>
              <a:t>，亲手作工，正如我们从前所吩咐你们的，</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帖后</a:t>
            </a:r>
            <a:r>
              <a:rPr lang="en-US" altLang="zh-CN" sz="2800" dirty="0">
                <a:latin typeface="方正屏显雅宋_GBK" panose="02010600010101010101" pitchFamily="2" charset="-122"/>
                <a:ea typeface="方正屏显雅宋_GBK" panose="02010600010101010101" pitchFamily="2" charset="-122"/>
                <a:sym typeface="+mn-lt"/>
              </a:rPr>
              <a:t>3:11】</a:t>
            </a:r>
            <a:r>
              <a:rPr lang="zh-CN" altLang="en-US" sz="2800" dirty="0">
                <a:latin typeface="方正屏显雅宋_GBK" panose="02010600010101010101" pitchFamily="2" charset="-122"/>
                <a:ea typeface="方正屏显雅宋_GBK" panose="02010600010101010101" pitchFamily="2" charset="-122"/>
                <a:sym typeface="+mn-lt"/>
              </a:rPr>
              <a:t>因我们听说，在你们中间有人</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不按规矩而行</a:t>
            </a:r>
            <a:r>
              <a:rPr lang="zh-CN" altLang="en-US" sz="2800" dirty="0">
                <a:latin typeface="方正屏显雅宋_GBK" panose="02010600010101010101" pitchFamily="2" charset="-122"/>
                <a:ea typeface="方正屏显雅宋_GBK" panose="02010600010101010101" pitchFamily="2" charset="-122"/>
                <a:sym typeface="+mn-lt"/>
              </a:rPr>
              <a:t>，什么工都不作，反倒专管闲事。</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不可越份，以自己所有的为知足，明显的罪不能犯，那不明显的罪，但不能让神的名得荣耀的罪也不能犯。</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有三层意思：</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第一层是我们不要犯罪明显的罪，如经文所说的“杀人”、“偷窃”等“作恶”的罪。</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第二层是我们不要越份，越过自己的界限而做不让人得益处的事情。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立足于自己的角色、职分等等，竭力完成自己本身的工作，辛苦作工，让人得益处。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尤其是不要做鼓动者或者闹事者之类的。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不要做与自己身份不相符的事情。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不是持有益的态度去批评，而是论断或者鼓动等等。</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历史背景，可能有些信徒因为热衷真理而憎恨异端而导致了某个时期的社会问题，但他们的出发点逾越了福音所要求的，这是不对的。</a:t>
            </a: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0289D9F9-BC98-60CC-A4AC-1A611FA1AB13}"/>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4:15】</a:t>
            </a:r>
            <a:r>
              <a:rPr lang="zh-CN" altLang="en-US" sz="2000" dirty="0">
                <a:solidFill>
                  <a:srgbClr val="C00000"/>
                </a:solidFill>
                <a:latin typeface="方正屏显雅宋_GBK" panose="02010600010101010101" pitchFamily="2" charset="-122"/>
                <a:ea typeface="方正屏显雅宋_GBK" panose="02010600010101010101" pitchFamily="2" charset="-122"/>
              </a:rPr>
              <a:t>你们中间却不可有人因为杀人、偷窃、作恶、好管闲事而受苦；</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4:16】</a:t>
            </a:r>
            <a:r>
              <a:rPr lang="zh-CN" altLang="en-US" sz="2000" dirty="0">
                <a:solidFill>
                  <a:srgbClr val="C00000"/>
                </a:solidFill>
                <a:latin typeface="方正屏显雅宋_GBK" panose="02010600010101010101" pitchFamily="2" charset="-122"/>
                <a:ea typeface="方正屏显雅宋_GBK" panose="02010600010101010101" pitchFamily="2" charset="-122"/>
              </a:rPr>
              <a:t>若为作基督徒受苦，却不要羞耻，倒要因这名归荣耀给　神。</a:t>
            </a:r>
          </a:p>
        </p:txBody>
      </p:sp>
    </p:spTree>
    <p:custDataLst>
      <p:tags r:id="rId1"/>
    </p:custDataLst>
    <p:extLst>
      <p:ext uri="{BB962C8B-B14F-4D97-AF65-F5344CB8AC3E}">
        <p14:creationId xmlns:p14="http://schemas.microsoft.com/office/powerpoint/2010/main" val="4176817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1741-672A-C7AA-2BC4-9DE1FBADCFE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BB85640-99B4-F1A9-9DA2-746C94261404}"/>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E6BC5053-38D1-C297-AC6E-A26121FA397B}"/>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有三层意思：</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第三个层次则是正面的。</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若因信仰而受苦，则不要感羞耻，且因这名归荣耀给神。</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因是神的儿女，我们不遇这个世界同流合污，我们与世界不妥协，我们坚持真理，我们宁可自己受亏损</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跟随基督的人，活出如基督样的生活的样式，让人从我们身上看到基督的样式</a:t>
            </a:r>
            <a:endParaRPr lang="en-US" altLang="zh-CN" sz="20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因我活着就是基督，我死了就有益处。</a:t>
            </a:r>
            <a:r>
              <a:rPr lang="en-US" altLang="zh-CN" dirty="0">
                <a:latin typeface="方正屏显雅宋_GBK" panose="02010600010101010101" pitchFamily="2" charset="-122"/>
                <a:ea typeface="方正屏显雅宋_GBK" panose="02010600010101010101" pitchFamily="2" charset="-122"/>
                <a:sym typeface="+mn-lt"/>
              </a:rPr>
              <a:t>" </a:t>
            </a:r>
            <a:r>
              <a:rPr lang="zh-CN" altLang="en-US" dirty="0">
                <a:latin typeface="方正屏显雅宋_GBK" panose="02010600010101010101" pitchFamily="2" charset="-122"/>
                <a:ea typeface="方正屏显雅宋_GBK" panose="02010600010101010101" pitchFamily="2" charset="-122"/>
                <a:sym typeface="+mn-lt"/>
              </a:rPr>
              <a:t>（腓 </a:t>
            </a:r>
            <a:r>
              <a:rPr lang="en-US" altLang="zh-CN" dirty="0">
                <a:latin typeface="方正屏显雅宋_GBK" panose="02010600010101010101" pitchFamily="2" charset="-122"/>
                <a:ea typeface="方正屏显雅宋_GBK" panose="02010600010101010101" pitchFamily="2" charset="-122"/>
                <a:sym typeface="+mn-lt"/>
              </a:rPr>
              <a:t>1:21</a:t>
            </a:r>
            <a:r>
              <a:rPr lang="zh-CN" altLang="en-US" dirty="0">
                <a:latin typeface="方正屏显雅宋_GBK" panose="02010600010101010101" pitchFamily="2" charset="-122"/>
                <a:ea typeface="方正屏显雅宋_GBK" panose="02010600010101010101" pitchFamily="2" charset="-122"/>
                <a:sym typeface="+mn-lt"/>
              </a:rPr>
              <a:t>）</a:t>
            </a:r>
            <a:endParaRPr lang="en-US" altLang="zh-CN"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应用：</a:t>
            </a:r>
            <a:endParaRPr lang="en-US" altLang="zh-CN"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传福音有没有让我们觉的不好意思？</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7E3A4907-6B99-69F9-3A5E-05196C5CED33}"/>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4:15】</a:t>
            </a:r>
            <a:r>
              <a:rPr lang="zh-CN" altLang="en-US" sz="2000" dirty="0">
                <a:solidFill>
                  <a:srgbClr val="C00000"/>
                </a:solidFill>
                <a:latin typeface="方正屏显雅宋_GBK" panose="02010600010101010101" pitchFamily="2" charset="-122"/>
                <a:ea typeface="方正屏显雅宋_GBK" panose="02010600010101010101" pitchFamily="2" charset="-122"/>
              </a:rPr>
              <a:t>你们中间却不可有人因为杀人、偷窃、作恶、好管闲事而受苦；</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4:16】</a:t>
            </a:r>
            <a:r>
              <a:rPr lang="zh-CN" altLang="en-US" sz="2000" dirty="0">
                <a:solidFill>
                  <a:srgbClr val="C00000"/>
                </a:solidFill>
                <a:latin typeface="方正屏显雅宋_GBK" panose="02010600010101010101" pitchFamily="2" charset="-122"/>
                <a:ea typeface="方正屏显雅宋_GBK" panose="02010600010101010101" pitchFamily="2" charset="-122"/>
              </a:rPr>
              <a:t>若为作基督徒受苦，却不要羞耻，倒要因这名归荣耀给　神。</a:t>
            </a:r>
          </a:p>
        </p:txBody>
      </p:sp>
    </p:spTree>
    <p:custDataLst>
      <p:tags r:id="rId1"/>
    </p:custDataLst>
    <p:extLst>
      <p:ext uri="{BB962C8B-B14F-4D97-AF65-F5344CB8AC3E}">
        <p14:creationId xmlns:p14="http://schemas.microsoft.com/office/powerpoint/2010/main" val="1395716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FAD91-AC2D-838C-4252-2BCC7849953D}"/>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D1034440-4CB2-EC7F-2F19-F4FD33A95005}"/>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17~18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节，为基督受苦对将来的审判意义</a:t>
            </a:r>
          </a:p>
        </p:txBody>
      </p:sp>
      <p:sp>
        <p:nvSpPr>
          <p:cNvPr id="2" name="文本框 1">
            <a:extLst>
              <a:ext uri="{FF2B5EF4-FFF2-40B4-BE49-F238E27FC236}">
                <a16:creationId xmlns:a16="http://schemas.microsoft.com/office/drawing/2014/main" id="{2030260A-9F8D-1B7B-199E-C6C716CC22D0}"/>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视角：未来即终极的审判</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每个人都要面对的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神的儿女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不认信基督的人</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“因为时候到了，审判要从神的家起首”：</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神的儿女也要面对审判：</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神的公义、正直、威严等。</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神对罪的容忍度是零，而这种炼净的工作，是先从教会、从信徒开始的。</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“审判”：</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信徒来说，不是定罪下地狱的审判，而是管教、炼净和修剪。</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为了除去我们生命中的杂质，让我们更圣洁。</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罗</a:t>
            </a:r>
            <a:r>
              <a:rPr lang="en-US" altLang="zh-CN" sz="2800" dirty="0">
                <a:latin typeface="方正屏显雅宋_GBK" panose="02010600010101010101" pitchFamily="2" charset="-122"/>
                <a:ea typeface="方正屏显雅宋_GBK" panose="02010600010101010101" pitchFamily="2" charset="-122"/>
                <a:sym typeface="+mn-lt"/>
              </a:rPr>
              <a:t>8:1】</a:t>
            </a:r>
            <a:r>
              <a:rPr lang="zh-CN" altLang="en-US" sz="2800" dirty="0">
                <a:latin typeface="方正屏显雅宋_GBK" panose="02010600010101010101" pitchFamily="2" charset="-122"/>
                <a:ea typeface="方正屏显雅宋_GBK" panose="02010600010101010101" pitchFamily="2" charset="-122"/>
                <a:sym typeface="+mn-lt"/>
              </a:rPr>
              <a:t>如今那些在基督耶稣里的，就不定罪了。</a:t>
            </a: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我们受审的时候，乃是被主惩治，免得我们和世人一同定罪。</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（林前 </a:t>
            </a:r>
            <a:r>
              <a:rPr lang="en-US" altLang="zh-CN" sz="2800" dirty="0">
                <a:latin typeface="方正屏显雅宋_GBK" panose="02010600010101010101" pitchFamily="2" charset="-122"/>
                <a:ea typeface="方正屏显雅宋_GBK" panose="02010600010101010101" pitchFamily="2" charset="-122"/>
                <a:sym typeface="+mn-lt"/>
              </a:rPr>
              <a:t>11:32</a:t>
            </a:r>
            <a:r>
              <a:rPr lang="zh-CN" altLang="en-US" sz="2800" dirty="0">
                <a:latin typeface="方正屏显雅宋_GBK" panose="02010600010101010101" pitchFamily="2" charset="-122"/>
                <a:ea typeface="方正屏显雅宋_GBK" panose="02010600010101010101" pitchFamily="2" charset="-122"/>
                <a:sym typeface="+mn-lt"/>
              </a:rPr>
              <a:t>）</a:t>
            </a: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3B4DECE9-7CBF-54FD-5A44-7344E16F7035}"/>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4:17】</a:t>
            </a:r>
            <a:r>
              <a:rPr lang="zh-CN" altLang="en-US" dirty="0">
                <a:solidFill>
                  <a:srgbClr val="C00000"/>
                </a:solidFill>
                <a:latin typeface="方正屏显雅宋_GBK" panose="02010600010101010101" pitchFamily="2" charset="-122"/>
                <a:ea typeface="方正屏显雅宋_GBK" panose="02010600010101010101" pitchFamily="2" charset="-122"/>
              </a:rPr>
              <a:t>因为时候到了，审判要从　神的家起首；若是先从我们起首，那不信从　神福音的人将有何等的结局呢？</a:t>
            </a:r>
          </a:p>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4:18】</a:t>
            </a:r>
            <a:r>
              <a:rPr lang="zh-CN" altLang="en-US" dirty="0">
                <a:solidFill>
                  <a:srgbClr val="C00000"/>
                </a:solidFill>
                <a:latin typeface="方正屏显雅宋_GBK" panose="02010600010101010101" pitchFamily="2" charset="-122"/>
                <a:ea typeface="方正屏显雅宋_GBK" panose="02010600010101010101" pitchFamily="2" charset="-122"/>
              </a:rPr>
              <a:t>若是义人仅仅得救，那不虔敬和犯罪的人将有何地可站呢？</a:t>
            </a:r>
          </a:p>
        </p:txBody>
      </p:sp>
    </p:spTree>
    <p:custDataLst>
      <p:tags r:id="rId1"/>
    </p:custDataLst>
    <p:extLst>
      <p:ext uri="{BB962C8B-B14F-4D97-AF65-F5344CB8AC3E}">
        <p14:creationId xmlns:p14="http://schemas.microsoft.com/office/powerpoint/2010/main" val="988933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44166-9BC8-DD1E-AF32-E9008C33B57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A6B0611-9CE6-911D-8C6D-B78F32901063}"/>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17~18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节，为基督受苦对将来的审判意义</a:t>
            </a:r>
          </a:p>
        </p:txBody>
      </p:sp>
      <p:sp>
        <p:nvSpPr>
          <p:cNvPr id="2" name="文本框 1">
            <a:extLst>
              <a:ext uri="{FF2B5EF4-FFF2-40B4-BE49-F238E27FC236}">
                <a16:creationId xmlns:a16="http://schemas.microsoft.com/office/drawing/2014/main" id="{687FD57E-681C-2D04-05F1-54C743A1E6BE}"/>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比对：</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如果神对自己儿女的要求尚且如此严格，如果义人得救都要经过如此艰难的“火炼”过程。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“不信从神福音的人将有何等的结局呢？”</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恶人似乎亨通，但最终的结局是可怕的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提醒我们：得救虽然是本乎恩，但这恩典的道路是窄路，是需要付代价的。</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玛</a:t>
            </a:r>
            <a:r>
              <a:rPr lang="en-US" altLang="zh-CN" sz="2800" dirty="0">
                <a:latin typeface="方正屏显雅宋_GBK" panose="02010600010101010101" pitchFamily="2" charset="-122"/>
                <a:ea typeface="方正屏显雅宋_GBK" panose="02010600010101010101" pitchFamily="2" charset="-122"/>
                <a:sym typeface="+mn-lt"/>
              </a:rPr>
              <a:t>3:2】</a:t>
            </a:r>
            <a:r>
              <a:rPr lang="zh-CN" altLang="en-US" sz="2800" dirty="0">
                <a:latin typeface="方正屏显雅宋_GBK" panose="02010600010101010101" pitchFamily="2" charset="-122"/>
                <a:ea typeface="方正屏显雅宋_GBK" panose="02010600010101010101" pitchFamily="2" charset="-122"/>
                <a:sym typeface="+mn-lt"/>
              </a:rPr>
              <a:t>他来的日子，谁能当得起呢？他显现的时候，谁能立得住呢？因为他如</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炼金之人的火</a:t>
            </a:r>
            <a:r>
              <a:rPr lang="zh-CN" altLang="en-US" sz="2800" dirty="0">
                <a:latin typeface="方正屏显雅宋_GBK" panose="02010600010101010101" pitchFamily="2" charset="-122"/>
                <a:ea typeface="方正屏显雅宋_GBK" panose="02010600010101010101" pitchFamily="2" charset="-122"/>
                <a:sym typeface="+mn-lt"/>
              </a:rPr>
              <a:t>，如漂布之人的碱。</a:t>
            </a:r>
          </a:p>
          <a:p>
            <a:pPr marL="1771650" lvl="3"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玛</a:t>
            </a:r>
            <a:r>
              <a:rPr lang="en-US" altLang="zh-CN" sz="2800" dirty="0">
                <a:latin typeface="方正屏显雅宋_GBK" panose="02010600010101010101" pitchFamily="2" charset="-122"/>
                <a:ea typeface="方正屏显雅宋_GBK" panose="02010600010101010101" pitchFamily="2" charset="-122"/>
                <a:sym typeface="+mn-lt"/>
              </a:rPr>
              <a:t>3:3】</a:t>
            </a:r>
            <a:r>
              <a:rPr lang="zh-CN" altLang="en-US" sz="2800" dirty="0">
                <a:latin typeface="方正屏显雅宋_GBK" panose="02010600010101010101" pitchFamily="2" charset="-122"/>
                <a:ea typeface="方正屏显雅宋_GBK" panose="02010600010101010101" pitchFamily="2" charset="-122"/>
                <a:sym typeface="+mn-lt"/>
              </a:rPr>
              <a:t>他必坐下如炼净银子的，必洁净利未人，熬炼他们像金银一样，他们就凭公义献供物给耶和华。</a:t>
            </a: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主要洁净其圣殿和百姓，而审判要从神的家起首。</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神的儿女</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现在</a:t>
            </a:r>
            <a:r>
              <a:rPr lang="zh-CN" altLang="en-US" sz="2800" dirty="0">
                <a:latin typeface="方正屏显雅宋_GBK" panose="02010600010101010101" pitchFamily="2" charset="-122"/>
                <a:ea typeface="方正屏显雅宋_GBK" panose="02010600010101010101" pitchFamily="2" charset="-122"/>
                <a:sym typeface="+mn-lt"/>
              </a:rPr>
              <a:t>遭遇火炼的试验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不依靠耶稣基督的人他们的审判</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将是</a:t>
            </a:r>
            <a:r>
              <a:rPr lang="zh-CN" altLang="en-US" sz="2800" dirty="0">
                <a:latin typeface="方正屏显雅宋_GBK" panose="02010600010101010101" pitchFamily="2" charset="-122"/>
                <a:ea typeface="方正屏显雅宋_GBK" panose="02010600010101010101" pitchFamily="2" charset="-122"/>
                <a:sym typeface="+mn-lt"/>
              </a:rPr>
              <a:t>毁灭性永远的沉沦</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信徒可以蒙神洁净而做有果效的见证，领受永远的荣耀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不信主的人将来要承受的永远的刑罚实在是轻省多了</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箴</a:t>
            </a:r>
            <a:r>
              <a:rPr lang="en-US" altLang="zh-CN" sz="2800" dirty="0">
                <a:latin typeface="方正屏显雅宋_GBK" panose="02010600010101010101" pitchFamily="2" charset="-122"/>
                <a:ea typeface="方正屏显雅宋_GBK" panose="02010600010101010101" pitchFamily="2" charset="-122"/>
                <a:sym typeface="+mn-lt"/>
              </a:rPr>
              <a:t>11:31】</a:t>
            </a:r>
            <a:r>
              <a:rPr lang="zh-CN" altLang="en-US" sz="2800" dirty="0">
                <a:latin typeface="方正屏显雅宋_GBK" panose="02010600010101010101" pitchFamily="2" charset="-122"/>
                <a:ea typeface="方正屏显雅宋_GBK" panose="02010600010101010101" pitchFamily="2" charset="-122"/>
                <a:sym typeface="+mn-lt"/>
              </a:rPr>
              <a:t>看哪，义人在世尚且受报，何况恶人和罪人呢？</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耶稣是我们的榜样：</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一个是荣耀的，一个是永远的沉沦。</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面对这一切</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火炼的试验、现在的受苦、将来的审判</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我们该怎么办？</a:t>
            </a:r>
          </a:p>
        </p:txBody>
      </p:sp>
      <p:sp>
        <p:nvSpPr>
          <p:cNvPr id="6" name="文本框 5">
            <a:extLst>
              <a:ext uri="{FF2B5EF4-FFF2-40B4-BE49-F238E27FC236}">
                <a16:creationId xmlns:a16="http://schemas.microsoft.com/office/drawing/2014/main" id="{9F27818F-6A00-58A0-1811-554FBB774216}"/>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4:17】</a:t>
            </a:r>
            <a:r>
              <a:rPr lang="zh-CN" altLang="en-US" dirty="0">
                <a:solidFill>
                  <a:srgbClr val="C00000"/>
                </a:solidFill>
                <a:latin typeface="方正屏显雅宋_GBK" panose="02010600010101010101" pitchFamily="2" charset="-122"/>
                <a:ea typeface="方正屏显雅宋_GBK" panose="02010600010101010101" pitchFamily="2" charset="-122"/>
              </a:rPr>
              <a:t>因为时候到了，审判要从　神的家起首；若是先从我们起首，那不信从　神福音的人将有何等的结局呢？</a:t>
            </a:r>
          </a:p>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4:18】</a:t>
            </a:r>
            <a:r>
              <a:rPr lang="zh-CN" altLang="en-US" dirty="0">
                <a:solidFill>
                  <a:srgbClr val="C00000"/>
                </a:solidFill>
                <a:latin typeface="方正屏显雅宋_GBK" panose="02010600010101010101" pitchFamily="2" charset="-122"/>
                <a:ea typeface="方正屏显雅宋_GBK" panose="02010600010101010101" pitchFamily="2" charset="-122"/>
              </a:rPr>
              <a:t>若是义人仅仅得救，那不虔敬和犯罪的人将有何地可站呢？</a:t>
            </a:r>
          </a:p>
        </p:txBody>
      </p:sp>
    </p:spTree>
    <p:custDataLst>
      <p:tags r:id="rId1"/>
    </p:custDataLst>
    <p:extLst>
      <p:ext uri="{BB962C8B-B14F-4D97-AF65-F5344CB8AC3E}">
        <p14:creationId xmlns:p14="http://schemas.microsoft.com/office/powerpoint/2010/main" val="3153329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D42D-3493-FDA4-EAE8-291B8E166356}"/>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4C91009-17E0-D0E4-8229-3CEC3B68BD27}"/>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19</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节，为基督受苦所应有的行动</a:t>
            </a:r>
          </a:p>
        </p:txBody>
      </p:sp>
      <p:sp>
        <p:nvSpPr>
          <p:cNvPr id="2" name="文本框 1">
            <a:extLst>
              <a:ext uri="{FF2B5EF4-FFF2-40B4-BE49-F238E27FC236}">
                <a16:creationId xmlns:a16="http://schemas.microsoft.com/office/drawing/2014/main" id="{BD61C0F6-8600-10A8-DC03-7C3346688AAC}"/>
              </a:ext>
            </a:extLst>
          </p:cNvPr>
          <p:cNvSpPr txBox="1"/>
          <p:nvPr>
            <p:custDataLst>
              <p:tags r:id="rId3"/>
            </p:custDataLst>
          </p:nvPr>
        </p:nvSpPr>
        <p:spPr>
          <a:xfrm>
            <a:off x="0" y="1751414"/>
            <a:ext cx="12128626" cy="5106585"/>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“所以”：</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总结性。</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“照神旨意”：</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万事万物都是从神来的。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我们都是“照神的旨意</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的人”：</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蒙祝福的源头是神，受苦也是在神的旨意当中的。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神对其子民都是有其旨意的，而这旨意就是前面我们所提到为荣耀神的名。</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每个神的儿女都是在神伟大救赎计划中的一份子。</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我们是与神的国有份的，我们的任务就是遵神的旨意行，那神的旨意是什么呢？</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“一心为善”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“将自己灵魂交与</a:t>
            </a:r>
            <a:r>
              <a:rPr lang="en-US" altLang="zh-CN" sz="2800" dirty="0">
                <a:latin typeface="方正屏显雅宋_GBK" panose="02010600010101010101" pitchFamily="2" charset="-122"/>
                <a:ea typeface="方正屏显雅宋_GBK" panose="02010600010101010101" pitchFamily="2" charset="-122"/>
                <a:sym typeface="+mn-lt"/>
              </a:rPr>
              <a:t>...”</a:t>
            </a:r>
          </a:p>
        </p:txBody>
      </p:sp>
      <p:sp>
        <p:nvSpPr>
          <p:cNvPr id="6" name="文本框 5">
            <a:extLst>
              <a:ext uri="{FF2B5EF4-FFF2-40B4-BE49-F238E27FC236}">
                <a16:creationId xmlns:a16="http://schemas.microsoft.com/office/drawing/2014/main" id="{338FA5ED-1F4E-ED8B-135A-BF1EF32BC1C4}"/>
              </a:ext>
            </a:extLst>
          </p:cNvPr>
          <p:cNvSpPr txBox="1"/>
          <p:nvPr/>
        </p:nvSpPr>
        <p:spPr>
          <a:xfrm>
            <a:off x="102042" y="1134633"/>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4:19】</a:t>
            </a:r>
            <a:r>
              <a:rPr lang="zh-CN" altLang="en-US" dirty="0">
                <a:solidFill>
                  <a:srgbClr val="C00000"/>
                </a:solidFill>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Tree>
    <p:custDataLst>
      <p:tags r:id="rId1"/>
    </p:custDataLst>
    <p:extLst>
      <p:ext uri="{BB962C8B-B14F-4D97-AF65-F5344CB8AC3E}">
        <p14:creationId xmlns:p14="http://schemas.microsoft.com/office/powerpoint/2010/main" val="399401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DCD82-11C8-F234-BE77-F82E8F530FD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774DE82-D42A-9D9F-9E3F-5F3CCCCC0788}"/>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19</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节，为基督受苦所应有的行动</a:t>
            </a:r>
          </a:p>
        </p:txBody>
      </p:sp>
      <p:sp>
        <p:nvSpPr>
          <p:cNvPr id="2" name="文本框 1">
            <a:extLst>
              <a:ext uri="{FF2B5EF4-FFF2-40B4-BE49-F238E27FC236}">
                <a16:creationId xmlns:a16="http://schemas.microsoft.com/office/drawing/2014/main" id="{3FCFAE63-941F-3EA9-95C3-62869E14938D}"/>
              </a:ext>
            </a:extLst>
          </p:cNvPr>
          <p:cNvSpPr txBox="1"/>
          <p:nvPr>
            <p:custDataLst>
              <p:tags r:id="rId3"/>
            </p:custDataLst>
          </p:nvPr>
        </p:nvSpPr>
        <p:spPr>
          <a:xfrm>
            <a:off x="0" y="1751414"/>
            <a:ext cx="12128626" cy="5106585"/>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我们是与神的国有份的，我们的任务就是遵神的旨意行，那神的旨意是什么呢？</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“一心为善”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“一心”：全心、专心，不掺杂、不被恶所影响，定睛在善上即基督身上。</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不要因为受苦就变得苦毒、抱怨、报复或者放弃。</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即使环境恶劣，我们依然要坚持做对的事，坚持活出基督的爱。</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满有基督样式，</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最大的善</a:t>
            </a:r>
            <a:r>
              <a:rPr lang="zh-CN" altLang="en-US" sz="2800" dirty="0">
                <a:latin typeface="方正屏显雅宋_GBK" panose="02010600010101010101" pitchFamily="2" charset="-122"/>
                <a:ea typeface="方正屏显雅宋_GBK" panose="02010600010101010101" pitchFamily="2" charset="-122"/>
                <a:sym typeface="+mn-lt"/>
              </a:rPr>
              <a:t>就是效法基督。</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“将自己灵魂交与</a:t>
            </a:r>
            <a:r>
              <a:rPr lang="en-US" altLang="zh-CN" sz="2800" dirty="0">
                <a:latin typeface="方正屏显雅宋_GBK" panose="02010600010101010101" pitchFamily="2" charset="-122"/>
                <a:ea typeface="方正屏显雅宋_GBK" panose="02010600010101010101" pitchFamily="2" charset="-122"/>
                <a:sym typeface="+mn-lt"/>
              </a:rPr>
              <a:t>...”</a:t>
            </a: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“交与”这个词在原文是银行术语，意思是“存款”。</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把你最宝贵的东西（灵魂）存托给一位最可靠的管理者。</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身体是暂时的，灵魂是永远的。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“交与”：</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完全信靠、交托，不论什么环境都单单相信和依靠。</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48B4DB3-33CA-19C4-DA19-83E0FC2611A5}"/>
              </a:ext>
            </a:extLst>
          </p:cNvPr>
          <p:cNvSpPr txBox="1"/>
          <p:nvPr/>
        </p:nvSpPr>
        <p:spPr>
          <a:xfrm>
            <a:off x="102042" y="1134633"/>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4:19】</a:t>
            </a:r>
            <a:r>
              <a:rPr lang="zh-CN" altLang="en-US" dirty="0">
                <a:solidFill>
                  <a:srgbClr val="C00000"/>
                </a:solidFill>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Tree>
    <p:custDataLst>
      <p:tags r:id="rId1"/>
    </p:custDataLst>
    <p:extLst>
      <p:ext uri="{BB962C8B-B14F-4D97-AF65-F5344CB8AC3E}">
        <p14:creationId xmlns:p14="http://schemas.microsoft.com/office/powerpoint/2010/main" val="3055237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AF38-B6D6-E4F0-6BA0-558AE10A4ACC}"/>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A29AE35A-353D-6A7F-B973-E12EA4314023}"/>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19</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节，为基督受苦所应有的行动</a:t>
            </a:r>
          </a:p>
        </p:txBody>
      </p:sp>
      <p:sp>
        <p:nvSpPr>
          <p:cNvPr id="2" name="文本框 1">
            <a:extLst>
              <a:ext uri="{FF2B5EF4-FFF2-40B4-BE49-F238E27FC236}">
                <a16:creationId xmlns:a16="http://schemas.microsoft.com/office/drawing/2014/main" id="{61C214B4-98B2-175F-910B-78D69A6C24E5}"/>
              </a:ext>
            </a:extLst>
          </p:cNvPr>
          <p:cNvSpPr txBox="1"/>
          <p:nvPr>
            <p:custDataLst>
              <p:tags r:id="rId3"/>
            </p:custDataLst>
          </p:nvPr>
        </p:nvSpPr>
        <p:spPr>
          <a:xfrm>
            <a:off x="0" y="1751414"/>
            <a:ext cx="12128626" cy="5106585"/>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“那信实的造化之主”：</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造化之主：</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创造了你，</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了解你的一切构造，</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他知道你能承受多少，</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他拥有绝对的权柄和主权。</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信实：</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绝不会违背他的诺言，</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绝不会在试炼中抛弃你，</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绝对我们所有必负责到底。</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如果我们确知深信我们是在这位信实的造化之主保守之下，我们还有什么不能胜过的呢？</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5074FE0-42C3-FF4B-9F6A-533CE8212C36}"/>
              </a:ext>
            </a:extLst>
          </p:cNvPr>
          <p:cNvSpPr txBox="1"/>
          <p:nvPr/>
        </p:nvSpPr>
        <p:spPr>
          <a:xfrm>
            <a:off x="102042" y="1134633"/>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4:19】</a:t>
            </a:r>
            <a:r>
              <a:rPr lang="zh-CN" altLang="en-US" dirty="0">
                <a:solidFill>
                  <a:srgbClr val="C00000"/>
                </a:solidFill>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Tree>
    <p:custDataLst>
      <p:tags r:id="rId1"/>
    </p:custDataLst>
    <p:extLst>
      <p:ext uri="{BB962C8B-B14F-4D97-AF65-F5344CB8AC3E}">
        <p14:creationId xmlns:p14="http://schemas.microsoft.com/office/powerpoint/2010/main" val="2414208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FD9D-83DC-482F-4785-8F9B5A1FF376}"/>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806BEFEB-ECB9-77A7-F25C-CA963A831459}"/>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dirty="0">
                <a:latin typeface="方正屏显雅宋_GBK" panose="02010600010101010101" pitchFamily="2" charset="-122"/>
                <a:ea typeface="方正屏显雅宋_GBK" panose="02010600010101010101" pitchFamily="2" charset="-122"/>
                <a:sym typeface="+mn-lt"/>
              </a:rPr>
              <a:t>总结：</a:t>
            </a:r>
          </a:p>
        </p:txBody>
      </p:sp>
      <p:sp>
        <p:nvSpPr>
          <p:cNvPr id="2" name="文本框 1">
            <a:extLst>
              <a:ext uri="{FF2B5EF4-FFF2-40B4-BE49-F238E27FC236}">
                <a16:creationId xmlns:a16="http://schemas.microsoft.com/office/drawing/2014/main" id="{1004E6F7-2AA6-7705-88EF-E3298CAC1C6E}"/>
              </a:ext>
            </a:extLst>
          </p:cNvPr>
          <p:cNvSpPr txBox="1"/>
          <p:nvPr>
            <p:custDataLst>
              <p:tags r:id="rId3"/>
            </p:custDataLst>
          </p:nvPr>
        </p:nvSpPr>
        <p:spPr>
          <a:xfrm>
            <a:off x="-1" y="1136592"/>
            <a:ext cx="12089958" cy="5721410"/>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不要觉得奇怪，因为这是通往荣耀的必经之路；</a:t>
            </a:r>
          </a:p>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不要因为犯罪受苦，要为了基督的名站立得稳；</a:t>
            </a:r>
          </a:p>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不要害怕，因为审判虽从神的家起首，但那位造我们的主是信实的。</a:t>
            </a:r>
          </a:p>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请记得：</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这火不是为了烧毁你，而是为了炼净你。</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请把你那受伤、疲惫、甚至充满困惑的灵魂，放心地交在那位爱你的、信实的主手中。</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且在受苦中，依然选择善，依然选择信，因为这是神给我们的命令。</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zh-CN" altLang="en-US" sz="2000" dirty="0">
              <a:latin typeface="方正屏显雅宋_GBK" panose="02010600010101010101" pitchFamily="2" charset="-122"/>
              <a:ea typeface="方正屏显雅宋_GBK" panose="02010600010101010101" pitchFamily="2" charset="-122"/>
              <a:sym typeface="+mn-lt"/>
            </a:endParaRPr>
          </a:p>
        </p:txBody>
      </p:sp>
      <p:sp>
        <p:nvSpPr>
          <p:cNvPr id="3" name="文本框 2">
            <a:extLst>
              <a:ext uri="{FF2B5EF4-FFF2-40B4-BE49-F238E27FC236}">
                <a16:creationId xmlns:a16="http://schemas.microsoft.com/office/drawing/2014/main" id="{95FEB7C1-1655-29B3-6D7A-A2FDFE6F0991}"/>
              </a:ext>
            </a:extLst>
          </p:cNvPr>
          <p:cNvSpPr txBox="1"/>
          <p:nvPr>
            <p:custDataLst>
              <p:tags r:id="rId4"/>
            </p:custDataLst>
          </p:nvPr>
        </p:nvSpPr>
        <p:spPr>
          <a:xfrm>
            <a:off x="5432531" y="3018072"/>
            <a:ext cx="7148767" cy="4674106"/>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endParaRPr lang="en-US" altLang="zh-CN" sz="2000" dirty="0">
              <a:latin typeface="方正屏显雅宋_GBK" panose="02010600010101010101" pitchFamily="2" charset="-122"/>
              <a:ea typeface="方正屏显雅宋_GBK" panose="02010600010101010101" pitchFamily="2" charset="-122"/>
              <a:sym typeface="+mn-lt"/>
            </a:endParaRPr>
          </a:p>
        </p:txBody>
      </p:sp>
    </p:spTree>
    <p:custDataLst>
      <p:tags r:id="rId1"/>
    </p:custDataLst>
    <p:extLst>
      <p:ext uri="{BB962C8B-B14F-4D97-AF65-F5344CB8AC3E}">
        <p14:creationId xmlns:p14="http://schemas.microsoft.com/office/powerpoint/2010/main" val="267674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custDataLst>
              <p:tags r:id="rId2"/>
            </p:custDataLst>
          </p:nvPr>
        </p:nvSpPr>
        <p:spPr>
          <a:xfrm>
            <a:off x="635000" y="640823"/>
            <a:ext cx="3418659"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zh-CN" altLang="en-US" sz="6000" b="1" kern="1200" dirty="0">
                <a:solidFill>
                  <a:schemeClr val="tx1"/>
                </a:solidFill>
                <a:latin typeface="+mj-lt"/>
                <a:ea typeface="+mj-ea"/>
                <a:cs typeface="+mj-cs"/>
                <a:sym typeface="+mn-lt"/>
              </a:rPr>
              <a:t>问题？</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文本框 1">
            <a:extLst>
              <a:ext uri="{FF2B5EF4-FFF2-40B4-BE49-F238E27FC236}">
                <a16:creationId xmlns:a16="http://schemas.microsoft.com/office/drawing/2014/main" id="{C4743AA0-529F-EA4A-5AAF-9A09C2CB0EAC}"/>
              </a:ext>
            </a:extLst>
          </p:cNvPr>
          <p:cNvGraphicFramePr/>
          <p:nvPr>
            <p:extLst>
              <p:ext uri="{D42A27DB-BD31-4B8C-83A1-F6EECF244321}">
                <p14:modId xmlns:p14="http://schemas.microsoft.com/office/powerpoint/2010/main" val="406177700"/>
              </p:ext>
            </p:extLst>
          </p:nvPr>
        </p:nvGraphicFramePr>
        <p:xfrm>
          <a:off x="4323406" y="593816"/>
          <a:ext cx="7868594" cy="55831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9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9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9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9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8976</TotalTime>
  <Words>4218</Words>
  <Application>Microsoft Office PowerPoint</Application>
  <PresentationFormat>宽屏</PresentationFormat>
  <Paragraphs>285</Paragraphs>
  <Slides>22</Slides>
  <Notes>21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方正屏显雅宋_GBK</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李强</cp:lastModifiedBy>
  <cp:revision>23</cp:revision>
  <dcterms:created xsi:type="dcterms:W3CDTF">2019-06-19T02:08:00Z</dcterms:created>
  <dcterms:modified xsi:type="dcterms:W3CDTF">2026-01-24T12:54:40Z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