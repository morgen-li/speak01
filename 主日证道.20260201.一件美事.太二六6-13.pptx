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9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2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3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4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5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6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7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18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9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20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60" r:id="rId2"/>
    <p:sldId id="554" r:id="rId3"/>
    <p:sldId id="425" r:id="rId4"/>
    <p:sldId id="598" r:id="rId5"/>
    <p:sldId id="602" r:id="rId6"/>
    <p:sldId id="661" r:id="rId7"/>
    <p:sldId id="662" r:id="rId8"/>
    <p:sldId id="623" r:id="rId9"/>
    <p:sldId id="663" r:id="rId10"/>
    <p:sldId id="664" r:id="rId11"/>
    <p:sldId id="665" r:id="rId12"/>
    <p:sldId id="666" r:id="rId13"/>
    <p:sldId id="667" r:id="rId14"/>
    <p:sldId id="660" r:id="rId15"/>
    <p:sldId id="668" r:id="rId16"/>
    <p:sldId id="669" r:id="rId17"/>
    <p:sldId id="670" r:id="rId18"/>
    <p:sldId id="671" r:id="rId19"/>
    <p:sldId id="672" r:id="rId20"/>
    <p:sldId id="646" r:id="rId21"/>
    <p:sldId id="55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2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F4FD2-6B25-4916-9327-9270B9379852}" v="1428" dt="2026-01-31T23:09:30.54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 varScale="1">
        <p:scale>
          <a:sx n="112" d="100"/>
          <a:sy n="112" d="100"/>
        </p:scale>
        <p:origin x="516" y="108"/>
      </p:cViewPr>
      <p:guideLst>
        <p:guide orient="horz" pos="2682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A3465A9D-4C4E-4974-9B3D-D2729E380D84}"/>
    <pc:docChg chg="modSld">
      <pc:chgData name="强 李" userId="cd6c7ec7188785ae" providerId="LiveId" clId="{A3465A9D-4C4E-4974-9B3D-D2729E380D84}" dt="2026-01-20T11:07:45.643" v="111"/>
      <pc:docMkLst>
        <pc:docMk/>
      </pc:docMkLst>
      <pc:sldChg chg="modSp mod">
        <pc:chgData name="强 李" userId="cd6c7ec7188785ae" providerId="LiveId" clId="{A3465A9D-4C4E-4974-9B3D-D2729E380D84}" dt="2026-01-20T11:03:24.030" v="45" actId="207"/>
        <pc:sldMkLst>
          <pc:docMk/>
          <pc:sldMk cId="0" sldId="425"/>
        </pc:sldMkLst>
        <pc:spChg chg="mod">
          <ac:chgData name="强 李" userId="cd6c7ec7188785ae" providerId="LiveId" clId="{A3465A9D-4C4E-4974-9B3D-D2729E380D84}" dt="2026-01-20T11:03:24.030" v="45" actId="207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A3465A9D-4C4E-4974-9B3D-D2729E380D84}" dt="2026-01-20T11:07:45.643" v="111"/>
        <pc:sldMkLst>
          <pc:docMk/>
          <pc:sldMk cId="3965997736" sldId="598"/>
        </pc:sldMkLst>
        <pc:spChg chg="mod">
          <ac:chgData name="强 李" userId="cd6c7ec7188785ae" providerId="LiveId" clId="{A3465A9D-4C4E-4974-9B3D-D2729E380D84}" dt="2026-01-20T11:07:45.643" v="111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A3465A9D-4C4E-4974-9B3D-D2729E380D84}" dt="2026-01-20T11:02:00.339" v="43" actId="113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A3465A9D-4C4E-4974-9B3D-D2729E380D84}" dt="2026-01-20T11:05:25.810" v="73" actId="20577"/>
        <pc:sldMkLst>
          <pc:docMk/>
          <pc:sldMk cId="474383694" sldId="602"/>
        </pc:sldMkLst>
        <pc:spChg chg="mod">
          <ac:chgData name="强 李" userId="cd6c7ec7188785ae" providerId="LiveId" clId="{A3465A9D-4C4E-4974-9B3D-D2729E380D84}" dt="2026-01-20T11:05:25.810" v="73" actId="20577"/>
          <ac:spMkLst>
            <pc:docMk/>
            <pc:sldMk cId="474383694" sldId="602"/>
            <ac:spMk id="5" creationId="{6D756E38-44BB-893E-10F4-24648C1F9451}"/>
          </ac:spMkLst>
        </pc:spChg>
      </pc:sldChg>
    </pc:docChg>
  </pc:docChgLst>
  <pc:docChgLst>
    <pc:chgData name="强 李" userId="cd6c7ec7188785ae" providerId="LiveId" clId="{59CB959F-A851-4548-80C1-7FE993D19D0E}"/>
    <pc:docChg chg="undo custSel addSld delSld modSld modNotesMaster">
      <pc:chgData name="强 李" userId="cd6c7ec7188785ae" providerId="LiveId" clId="{59CB959F-A851-4548-80C1-7FE993D19D0E}" dt="2026-01-31T23:09:30.547" v="7054"/>
      <pc:docMkLst>
        <pc:docMk/>
      </pc:docMkLst>
      <pc:sldChg chg="modSp mod">
        <pc:chgData name="强 李" userId="cd6c7ec7188785ae" providerId="LiveId" clId="{59CB959F-A851-4548-80C1-7FE993D19D0E}" dt="2026-01-31T21:15:14.679" v="283" actId="207"/>
        <pc:sldMkLst>
          <pc:docMk/>
          <pc:sldMk cId="0" sldId="425"/>
        </pc:sldMkLst>
        <pc:spChg chg="mod">
          <ac:chgData name="强 李" userId="cd6c7ec7188785ae" providerId="LiveId" clId="{59CB959F-A851-4548-80C1-7FE993D19D0E}" dt="2026-01-31T16:23:33.393" v="250" actId="1076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59CB959F-A851-4548-80C1-7FE993D19D0E}" dt="2026-01-31T21:15:14.679" v="283" actId="207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59CB959F-A851-4548-80C1-7FE993D19D0E}" dt="2026-01-31T23:09:30.547" v="7054"/>
        <pc:sldMkLst>
          <pc:docMk/>
          <pc:sldMk cId="419382719" sldId="552"/>
        </pc:sldMkLst>
        <pc:graphicFrameChg chg="mod modGraphic">
          <ac:chgData name="强 李" userId="cd6c7ec7188785ae" providerId="LiveId" clId="{59CB959F-A851-4548-80C1-7FE993D19D0E}" dt="2026-01-31T23:09:30.547" v="7054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59CB959F-A851-4548-80C1-7FE993D19D0E}" dt="2026-01-31T21:16:16.863" v="423"/>
        <pc:sldMkLst>
          <pc:docMk/>
          <pc:sldMk cId="3418790839" sldId="554"/>
        </pc:sldMkLst>
        <pc:graphicFrameChg chg="mod modGraphic">
          <ac:chgData name="强 李" userId="cd6c7ec7188785ae" providerId="LiveId" clId="{59CB959F-A851-4548-80C1-7FE993D19D0E}" dt="2026-01-31T21:16:16.863" v="423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59CB959F-A851-4548-80C1-7FE993D19D0E}" dt="2026-01-31T16:21:52.735" v="242" actId="26606"/>
        <pc:sldMkLst>
          <pc:docMk/>
          <pc:sldMk cId="1911491714" sldId="560"/>
        </pc:sldMkLst>
        <pc:spChg chg="ord">
          <ac:chgData name="强 李" userId="cd6c7ec7188785ae" providerId="LiveId" clId="{59CB959F-A851-4548-80C1-7FE993D19D0E}" dt="2026-01-31T16:20:54.214" v="228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59CB959F-A851-4548-80C1-7FE993D19D0E}" dt="2026-01-31T16:20:54.227" v="229" actId="26606"/>
          <ac:spMkLst>
            <pc:docMk/>
            <pc:sldMk cId="1911491714" sldId="560"/>
            <ac:spMk id="1229" creationId="{86F3FC04-5B5F-4D12-8332-A5B8917F6C46}"/>
          </ac:spMkLst>
        </pc:spChg>
        <pc:spChg chg="add del">
          <ac:chgData name="强 李" userId="cd6c7ec7188785ae" providerId="LiveId" clId="{59CB959F-A851-4548-80C1-7FE993D19D0E}" dt="2026-01-31T16:20:54.214" v="228" actId="26606"/>
          <ac:spMkLst>
            <pc:docMk/>
            <pc:sldMk cId="1911491714" sldId="560"/>
            <ac:spMk id="1252" creationId="{47942995-B07F-4636-9A06-C6A104B260A8}"/>
          </ac:spMkLst>
        </pc:spChg>
        <pc:spChg chg="add del">
          <ac:chgData name="强 李" userId="cd6c7ec7188785ae" providerId="LiveId" clId="{59CB959F-A851-4548-80C1-7FE993D19D0E}" dt="2026-01-31T16:20:54.214" v="228" actId="26606"/>
          <ac:spMkLst>
            <pc:docMk/>
            <pc:sldMk cId="1911491714" sldId="560"/>
            <ac:spMk id="1259" creationId="{B81933D1-5615-42C7-9C0B-4EB7105CCE2D}"/>
          </ac:spMkLst>
        </pc:spChg>
        <pc:spChg chg="add del">
          <ac:chgData name="强 李" userId="cd6c7ec7188785ae" providerId="LiveId" clId="{59CB959F-A851-4548-80C1-7FE993D19D0E}" dt="2026-01-31T16:20:54.214" v="228" actId="26606"/>
          <ac:spMkLst>
            <pc:docMk/>
            <pc:sldMk cId="1911491714" sldId="560"/>
            <ac:spMk id="1261" creationId="{19C9EAEA-39D0-4B0E-A0EB-51E7B26740B1}"/>
          </ac:spMkLst>
        </pc:spChg>
        <pc:spChg chg="add del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63" creationId="{ECC07320-C2CA-4E29-8481-9D9E143C7788}"/>
          </ac:spMkLst>
        </pc:spChg>
        <pc:spChg chg="add del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64" creationId="{178FB36B-5BFE-42CA-BC60-1115E0D95EEC}"/>
          </ac:spMkLst>
        </pc:spChg>
        <pc:spChg chg="add del">
          <ac:chgData name="强 李" userId="cd6c7ec7188785ae" providerId="LiveId" clId="{59CB959F-A851-4548-80C1-7FE993D19D0E}" dt="2026-01-31T16:21:49.800" v="237" actId="26606"/>
          <ac:spMkLst>
            <pc:docMk/>
            <pc:sldMk cId="1911491714" sldId="560"/>
            <ac:spMk id="1269" creationId="{53F29798-D584-4792-9B62-3F5F5C36D619}"/>
          </ac:spMkLst>
        </pc:spChg>
        <pc:spChg chg="add del">
          <ac:chgData name="强 李" userId="cd6c7ec7188785ae" providerId="LiveId" clId="{59CB959F-A851-4548-80C1-7FE993D19D0E}" dt="2026-01-31T16:21:50.678" v="239" actId="26606"/>
          <ac:spMkLst>
            <pc:docMk/>
            <pc:sldMk cId="1911491714" sldId="560"/>
            <ac:spMk id="1271" creationId="{026A84AF-6F58-471A-BF1F-10D8C03511C4}"/>
          </ac:spMkLst>
        </pc:spChg>
        <pc:spChg chg="add del">
          <ac:chgData name="强 李" userId="cd6c7ec7188785ae" providerId="LiveId" clId="{59CB959F-A851-4548-80C1-7FE993D19D0E}" dt="2026-01-31T16:21:52.722" v="241" actId="26606"/>
          <ac:spMkLst>
            <pc:docMk/>
            <pc:sldMk cId="1911491714" sldId="560"/>
            <ac:spMk id="1273" creationId="{D4771268-CB57-404A-9271-370EB28F6090}"/>
          </ac:spMkLst>
        </pc:spChg>
        <pc:spChg chg="add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75" creationId="{08C9B587-E65E-4B52-B37C-ABEBB6E87928}"/>
          </ac:spMkLst>
        </pc:spChg>
        <pc:spChg chg="add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76" creationId="{E91DC736-0EF8-4F87-9146-EBF1D2EE4D3D}"/>
          </ac:spMkLst>
        </pc:spChg>
        <pc:spChg chg="add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77" creationId="{097CD68E-23E3-4007-8847-CD0944C4F7BE}"/>
          </ac:spMkLst>
        </pc:spChg>
        <pc:spChg chg="add">
          <ac:chgData name="强 李" userId="cd6c7ec7188785ae" providerId="LiveId" clId="{59CB959F-A851-4548-80C1-7FE993D19D0E}" dt="2026-01-31T16:21:52.735" v="242" actId="26606"/>
          <ac:spMkLst>
            <pc:docMk/>
            <pc:sldMk cId="1911491714" sldId="560"/>
            <ac:spMk id="1278" creationId="{AF2F604E-43BE-4DC3-B983-E071523364F8}"/>
          </ac:spMkLst>
        </pc:spChg>
        <pc:grpChg chg="add del">
          <ac:chgData name="强 李" userId="cd6c7ec7188785ae" providerId="LiveId" clId="{59CB959F-A851-4548-80C1-7FE993D19D0E}" dt="2026-01-31T16:20:54.227" v="229" actId="26606"/>
          <ac:grpSpMkLst>
            <pc:docMk/>
            <pc:sldMk cId="1911491714" sldId="560"/>
            <ac:grpSpMk id="1231" creationId="{F2BFB731-DC1A-49F1-A139-9EF00AF92F93}"/>
          </ac:grpSpMkLst>
        </pc:grpChg>
        <pc:grpChg chg="add del">
          <ac:chgData name="强 李" userId="cd6c7ec7188785ae" providerId="LiveId" clId="{59CB959F-A851-4548-80C1-7FE993D19D0E}" dt="2026-01-31T16:20:54.227" v="229" actId="26606"/>
          <ac:grpSpMkLst>
            <pc:docMk/>
            <pc:sldMk cId="1911491714" sldId="560"/>
            <ac:grpSpMk id="1237" creationId="{274E02BE-DAE5-4FE6-8058-4FF1453D2BF1}"/>
          </ac:grpSpMkLst>
        </pc:grpChg>
        <pc:grpChg chg="del">
          <ac:chgData name="强 李" userId="cd6c7ec7188785ae" providerId="LiveId" clId="{59CB959F-A851-4548-80C1-7FE993D19D0E}" dt="2026-01-31T16:20:54.227" v="229" actId="26606"/>
          <ac:grpSpMkLst>
            <pc:docMk/>
            <pc:sldMk cId="1911491714" sldId="560"/>
            <ac:grpSpMk id="1243" creationId="{950C8EFF-5510-493B-938E-160923383AE4}"/>
          </ac:grpSpMkLst>
        </pc:grpChg>
        <pc:grpChg chg="add del">
          <ac:chgData name="强 李" userId="cd6c7ec7188785ae" providerId="LiveId" clId="{59CB959F-A851-4548-80C1-7FE993D19D0E}" dt="2026-01-31T16:20:54.214" v="228" actId="26606"/>
          <ac:grpSpMkLst>
            <pc:docMk/>
            <pc:sldMk cId="1911491714" sldId="560"/>
            <ac:grpSpMk id="1254" creationId="{032D8612-31EB-44CF-A1D0-14FD4C705424}"/>
          </ac:grpSpMkLst>
        </pc:grpChg>
        <pc:picChg chg="del">
          <ac:chgData name="强 李" userId="cd6c7ec7188785ae" providerId="LiveId" clId="{59CB959F-A851-4548-80C1-7FE993D19D0E}" dt="2026-01-31T16:18:28.448" v="225" actId="478"/>
          <ac:picMkLst>
            <pc:docMk/>
            <pc:sldMk cId="1911491714" sldId="560"/>
            <ac:picMk id="7" creationId="{B4B3094C-B41A-6D4F-9870-4FFBE4C8A3C1}"/>
          </ac:picMkLst>
        </pc:picChg>
        <pc:picChg chg="add mod ord">
          <ac:chgData name="强 李" userId="cd6c7ec7188785ae" providerId="LiveId" clId="{59CB959F-A851-4548-80C1-7FE993D19D0E}" dt="2026-01-31T16:21:52.735" v="242" actId="26606"/>
          <ac:picMkLst>
            <pc:docMk/>
            <pc:sldMk cId="1911491714" sldId="560"/>
            <ac:picMk id="1026" creationId="{23F1317E-CF0F-C1E0-838D-4A4ABCF446A0}"/>
          </ac:picMkLst>
        </pc:picChg>
      </pc:sldChg>
      <pc:sldChg chg="modSp mod">
        <pc:chgData name="强 李" userId="cd6c7ec7188785ae" providerId="LiveId" clId="{59CB959F-A851-4548-80C1-7FE993D19D0E}" dt="2026-01-31T21:16:53.239" v="425" actId="207"/>
        <pc:sldMkLst>
          <pc:docMk/>
          <pc:sldMk cId="3965997736" sldId="598"/>
        </pc:sldMkLst>
        <pc:spChg chg="mod">
          <ac:chgData name="强 李" userId="cd6c7ec7188785ae" providerId="LiveId" clId="{59CB959F-A851-4548-80C1-7FE993D19D0E}" dt="2026-01-31T16:24:49.713" v="273" actId="1076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59CB959F-A851-4548-80C1-7FE993D19D0E}" dt="2026-01-31T21:16:53.239" v="425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59CB959F-A851-4548-80C1-7FE993D19D0E}" dt="2026-01-31T21:23:58.308" v="536" actId="20577"/>
        <pc:sldMkLst>
          <pc:docMk/>
          <pc:sldMk cId="474383694" sldId="602"/>
        </pc:sldMkLst>
        <pc:spChg chg="mod">
          <ac:chgData name="强 李" userId="cd6c7ec7188785ae" providerId="LiveId" clId="{59CB959F-A851-4548-80C1-7FE993D19D0E}" dt="2026-01-31T21:23:58.308" v="536" actId="20577"/>
          <ac:spMkLst>
            <pc:docMk/>
            <pc:sldMk cId="474383694" sldId="602"/>
            <ac:spMk id="5" creationId="{6D756E38-44BB-893E-10F4-24648C1F9451}"/>
          </ac:spMkLst>
        </pc:spChg>
      </pc:sldChg>
      <pc:sldChg chg="addSp delSp modSp mod">
        <pc:chgData name="强 李" userId="cd6c7ec7188785ae" providerId="LiveId" clId="{59CB959F-A851-4548-80C1-7FE993D19D0E}" dt="2026-01-31T21:37:43.111" v="867"/>
        <pc:sldMkLst>
          <pc:docMk/>
          <pc:sldMk cId="2152635545" sldId="623"/>
        </pc:sldMkLst>
        <pc:spChg chg="mod">
          <ac:chgData name="强 李" userId="cd6c7ec7188785ae" providerId="LiveId" clId="{59CB959F-A851-4548-80C1-7FE993D19D0E}" dt="2026-01-31T21:37:43.111" v="867"/>
          <ac:spMkLst>
            <pc:docMk/>
            <pc:sldMk cId="2152635545" sldId="623"/>
            <ac:spMk id="2" creationId="{FA552FA6-491B-050A-4A87-695E2F51774D}"/>
          </ac:spMkLst>
        </pc:spChg>
        <pc:spChg chg="add del mod">
          <ac:chgData name="强 李" userId="cd6c7ec7188785ae" providerId="LiveId" clId="{59CB959F-A851-4548-80C1-7FE993D19D0E}" dt="2026-01-31T21:29:19.308" v="765" actId="478"/>
          <ac:spMkLst>
            <pc:docMk/>
            <pc:sldMk cId="2152635545" sldId="623"/>
            <ac:spMk id="3" creationId="{13E48447-2BC9-4356-BAF6-45DEEC5A72AC}"/>
          </ac:spMkLst>
        </pc:spChg>
        <pc:spChg chg="add del mod">
          <ac:chgData name="强 李" userId="cd6c7ec7188785ae" providerId="LiveId" clId="{59CB959F-A851-4548-80C1-7FE993D19D0E}" dt="2026-01-31T21:29:20.402" v="766" actId="478"/>
          <ac:spMkLst>
            <pc:docMk/>
            <pc:sldMk cId="2152635545" sldId="623"/>
            <ac:spMk id="4" creationId="{303CB4FD-BAD4-77FD-B78B-E2FFFF78048E}"/>
          </ac:spMkLst>
        </pc:spChg>
        <pc:spChg chg="add del mod">
          <ac:chgData name="强 李" userId="cd6c7ec7188785ae" providerId="LiveId" clId="{59CB959F-A851-4548-80C1-7FE993D19D0E}" dt="2026-01-31T21:29:22.526" v="769" actId="478"/>
          <ac:spMkLst>
            <pc:docMk/>
            <pc:sldMk cId="2152635545" sldId="623"/>
            <ac:spMk id="5" creationId="{124605E2-5442-C0A6-AB43-EB396A900D2B}"/>
          </ac:spMkLst>
        </pc:spChg>
        <pc:spChg chg="add del mod">
          <ac:chgData name="强 李" userId="cd6c7ec7188785ae" providerId="LiveId" clId="{59CB959F-A851-4548-80C1-7FE993D19D0E}" dt="2026-01-31T21:29:21.081" v="767" actId="478"/>
          <ac:spMkLst>
            <pc:docMk/>
            <pc:sldMk cId="2152635545" sldId="623"/>
            <ac:spMk id="7" creationId="{8D964918-E7DA-0B0C-C5AA-8777F151B3FF}"/>
          </ac:spMkLst>
        </pc:spChg>
        <pc:spChg chg="add del mod">
          <ac:chgData name="强 李" userId="cd6c7ec7188785ae" providerId="LiveId" clId="{59CB959F-A851-4548-80C1-7FE993D19D0E}" dt="2026-01-31T21:29:21.872" v="768" actId="478"/>
          <ac:spMkLst>
            <pc:docMk/>
            <pc:sldMk cId="2152635545" sldId="623"/>
            <ac:spMk id="8" creationId="{D44E5B34-BC29-9CCB-70C7-742643C8324A}"/>
          </ac:spMkLst>
        </pc:spChg>
        <pc:spChg chg="add del mod">
          <ac:chgData name="强 李" userId="cd6c7ec7188785ae" providerId="LiveId" clId="{59CB959F-A851-4548-80C1-7FE993D19D0E}" dt="2026-01-31T21:29:23.529" v="770" actId="478"/>
          <ac:spMkLst>
            <pc:docMk/>
            <pc:sldMk cId="2152635545" sldId="623"/>
            <ac:spMk id="9" creationId="{469BEA45-60B7-8FA1-C51E-A1487EA3779B}"/>
          </ac:spMkLst>
        </pc:spChg>
        <pc:spChg chg="add del mod">
          <ac:chgData name="强 李" userId="cd6c7ec7188785ae" providerId="LiveId" clId="{59CB959F-A851-4548-80C1-7FE993D19D0E}" dt="2026-01-31T21:29:33.495" v="774" actId="478"/>
          <ac:spMkLst>
            <pc:docMk/>
            <pc:sldMk cId="2152635545" sldId="623"/>
            <ac:spMk id="10" creationId="{690C1E17-B01D-1100-74CE-E98CA69E0A6C}"/>
          </ac:spMkLst>
        </pc:spChg>
        <pc:spChg chg="add del mod">
          <ac:chgData name="强 李" userId="cd6c7ec7188785ae" providerId="LiveId" clId="{59CB959F-A851-4548-80C1-7FE993D19D0E}" dt="2026-01-31T21:29:32.723" v="773" actId="478"/>
          <ac:spMkLst>
            <pc:docMk/>
            <pc:sldMk cId="2152635545" sldId="623"/>
            <ac:spMk id="11" creationId="{8B81DF58-E2F2-B160-A36A-5EDE4FE8ACAC}"/>
          </ac:spMkLst>
        </pc:spChg>
        <pc:spChg chg="mod">
          <ac:chgData name="强 李" userId="cd6c7ec7188785ae" providerId="LiveId" clId="{59CB959F-A851-4548-80C1-7FE993D19D0E}" dt="2026-01-31T21:28:42.022" v="758"/>
          <ac:spMkLst>
            <pc:docMk/>
            <pc:sldMk cId="2152635545" sldId="623"/>
            <ac:spMk id="18" creationId="{0F93531E-53CF-4A9F-5BE9-1F0059F2C6BB}"/>
          </ac:spMkLst>
        </pc:spChg>
      </pc:sldChg>
      <pc:sldChg chg="modSp mod">
        <pc:chgData name="强 李" userId="cd6c7ec7188785ae" providerId="LiveId" clId="{59CB959F-A851-4548-80C1-7FE993D19D0E}" dt="2026-01-31T23:05:33.008" v="6610"/>
        <pc:sldMkLst>
          <pc:docMk/>
          <pc:sldMk cId="267674501" sldId="646"/>
        </pc:sldMkLst>
        <pc:spChg chg="mod">
          <ac:chgData name="强 李" userId="cd6c7ec7188785ae" providerId="LiveId" clId="{59CB959F-A851-4548-80C1-7FE993D19D0E}" dt="2026-01-31T23:05:33.008" v="6610"/>
          <ac:spMkLst>
            <pc:docMk/>
            <pc:sldMk cId="267674501" sldId="646"/>
            <ac:spMk id="2" creationId="{1004E6F7-2AA6-7705-88EF-E3298CAC1C6E}"/>
          </ac:spMkLst>
        </pc:spChg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2280762011" sldId="647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3619995596" sldId="648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2347060528" sldId="649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1272642124" sldId="650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3139535577" sldId="651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4176817463" sldId="652"/>
        </pc:sldMkLst>
      </pc:sldChg>
      <pc:sldChg chg="del">
        <pc:chgData name="强 李" userId="cd6c7ec7188785ae" providerId="LiveId" clId="{59CB959F-A851-4548-80C1-7FE993D19D0E}" dt="2026-01-31T22:22:57.048" v="4134" actId="47"/>
        <pc:sldMkLst>
          <pc:docMk/>
          <pc:sldMk cId="1395716691" sldId="653"/>
        </pc:sldMkLst>
      </pc:sldChg>
      <pc:sldChg chg="del">
        <pc:chgData name="强 李" userId="cd6c7ec7188785ae" providerId="LiveId" clId="{59CB959F-A851-4548-80C1-7FE993D19D0E}" dt="2026-01-31T22:22:57.048" v="4134" actId="47"/>
        <pc:sldMkLst>
          <pc:docMk/>
          <pc:sldMk cId="988933132" sldId="654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3943131300" sldId="655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3153329516" sldId="656"/>
        </pc:sldMkLst>
      </pc:sldChg>
      <pc:sldChg chg="del">
        <pc:chgData name="强 李" userId="cd6c7ec7188785ae" providerId="LiveId" clId="{59CB959F-A851-4548-80C1-7FE993D19D0E}" dt="2026-01-31T22:22:57.048" v="4134" actId="47"/>
        <pc:sldMkLst>
          <pc:docMk/>
          <pc:sldMk cId="399401568" sldId="657"/>
        </pc:sldMkLst>
      </pc:sldChg>
      <pc:sldChg chg="modSp del mod">
        <pc:chgData name="强 李" userId="cd6c7ec7188785ae" providerId="LiveId" clId="{59CB959F-A851-4548-80C1-7FE993D19D0E}" dt="2026-01-31T22:22:57.048" v="4134" actId="47"/>
        <pc:sldMkLst>
          <pc:docMk/>
          <pc:sldMk cId="3055237795" sldId="658"/>
        </pc:sldMkLst>
      </pc:sldChg>
      <pc:sldChg chg="del">
        <pc:chgData name="强 李" userId="cd6c7ec7188785ae" providerId="LiveId" clId="{59CB959F-A851-4548-80C1-7FE993D19D0E}" dt="2026-01-31T22:22:57.048" v="4134" actId="47"/>
        <pc:sldMkLst>
          <pc:docMk/>
          <pc:sldMk cId="2414208091" sldId="659"/>
        </pc:sldMkLst>
      </pc:sldChg>
      <pc:sldChg chg="modSp add mod">
        <pc:chgData name="强 李" userId="cd6c7ec7188785ae" providerId="LiveId" clId="{59CB959F-A851-4548-80C1-7FE993D19D0E}" dt="2026-01-31T22:33:05.763" v="4493"/>
        <pc:sldMkLst>
          <pc:docMk/>
          <pc:sldMk cId="4160905405" sldId="660"/>
        </pc:sldMkLst>
        <pc:spChg chg="mod">
          <ac:chgData name="强 李" userId="cd6c7ec7188785ae" providerId="LiveId" clId="{59CB959F-A851-4548-80C1-7FE993D19D0E}" dt="2026-01-31T22:33:05.763" v="4493"/>
          <ac:spMkLst>
            <pc:docMk/>
            <pc:sldMk cId="4160905405" sldId="660"/>
            <ac:spMk id="2" creationId="{D76E7FA0-525E-26B2-7037-5278450D73CF}"/>
          </ac:spMkLst>
        </pc:spChg>
        <pc:spChg chg="mod">
          <ac:chgData name="强 李" userId="cd6c7ec7188785ae" providerId="LiveId" clId="{59CB959F-A851-4548-80C1-7FE993D19D0E}" dt="2026-01-31T22:23:18.121" v="4135"/>
          <ac:spMkLst>
            <pc:docMk/>
            <pc:sldMk cId="4160905405" sldId="660"/>
            <ac:spMk id="6" creationId="{1FD83570-ADC2-D440-C26D-C840A8ED5113}"/>
          </ac:spMkLst>
        </pc:spChg>
        <pc:spChg chg="mod">
          <ac:chgData name="强 李" userId="cd6c7ec7188785ae" providerId="LiveId" clId="{59CB959F-A851-4548-80C1-7FE993D19D0E}" dt="2026-01-31T22:28:03.905" v="4156" actId="6549"/>
          <ac:spMkLst>
            <pc:docMk/>
            <pc:sldMk cId="4160905405" sldId="660"/>
            <ac:spMk id="18" creationId="{1E6758A5-7808-0F96-1E19-C31169DAC20D}"/>
          </ac:spMkLst>
        </pc:spChg>
      </pc:sldChg>
      <pc:sldChg chg="modSp add mod">
        <pc:chgData name="强 李" userId="cd6c7ec7188785ae" providerId="LiveId" clId="{59CB959F-A851-4548-80C1-7FE993D19D0E}" dt="2026-01-31T21:26:43.093" v="661"/>
        <pc:sldMkLst>
          <pc:docMk/>
          <pc:sldMk cId="3070764675" sldId="661"/>
        </pc:sldMkLst>
        <pc:spChg chg="mod">
          <ac:chgData name="强 李" userId="cd6c7ec7188785ae" providerId="LiveId" clId="{59CB959F-A851-4548-80C1-7FE993D19D0E}" dt="2026-01-31T21:26:43.093" v="661"/>
          <ac:spMkLst>
            <pc:docMk/>
            <pc:sldMk cId="3070764675" sldId="661"/>
            <ac:spMk id="5" creationId="{9B48B277-6EED-E62B-A53B-AA06D51302A9}"/>
          </ac:spMkLst>
        </pc:spChg>
      </pc:sldChg>
      <pc:sldChg chg="modSp add mod">
        <pc:chgData name="强 李" userId="cd6c7ec7188785ae" providerId="LiveId" clId="{59CB959F-A851-4548-80C1-7FE993D19D0E}" dt="2026-01-31T21:28:11.914" v="757" actId="20577"/>
        <pc:sldMkLst>
          <pc:docMk/>
          <pc:sldMk cId="1456871818" sldId="662"/>
        </pc:sldMkLst>
        <pc:spChg chg="mod">
          <ac:chgData name="强 李" userId="cd6c7ec7188785ae" providerId="LiveId" clId="{59CB959F-A851-4548-80C1-7FE993D19D0E}" dt="2026-01-31T21:28:11.914" v="757" actId="20577"/>
          <ac:spMkLst>
            <pc:docMk/>
            <pc:sldMk cId="1456871818" sldId="662"/>
            <ac:spMk id="5" creationId="{5D6879EF-3B9F-853C-B13E-83CDEADC8403}"/>
          </ac:spMkLst>
        </pc:spChg>
      </pc:sldChg>
      <pc:sldChg chg="addSp modSp add mod">
        <pc:chgData name="强 李" userId="cd6c7ec7188785ae" providerId="LiveId" clId="{59CB959F-A851-4548-80C1-7FE993D19D0E}" dt="2026-01-31T21:49:41.298" v="1549"/>
        <pc:sldMkLst>
          <pc:docMk/>
          <pc:sldMk cId="3636110114" sldId="663"/>
        </pc:sldMkLst>
        <pc:spChg chg="mod">
          <ac:chgData name="强 李" userId="cd6c7ec7188785ae" providerId="LiveId" clId="{59CB959F-A851-4548-80C1-7FE993D19D0E}" dt="2026-01-31T21:47:01.840" v="1340"/>
          <ac:spMkLst>
            <pc:docMk/>
            <pc:sldMk cId="3636110114" sldId="663"/>
            <ac:spMk id="2" creationId="{18FB8EE8-0876-C1BC-F096-2EAD467DA89B}"/>
          </ac:spMkLst>
        </pc:spChg>
        <pc:spChg chg="add mod">
          <ac:chgData name="强 李" userId="cd6c7ec7188785ae" providerId="LiveId" clId="{59CB959F-A851-4548-80C1-7FE993D19D0E}" dt="2026-01-31T21:49:41.298" v="1549"/>
          <ac:spMkLst>
            <pc:docMk/>
            <pc:sldMk cId="3636110114" sldId="663"/>
            <ac:spMk id="4" creationId="{FA118759-B942-4F68-979B-0C114BCD2521}"/>
          </ac:spMkLst>
        </pc:spChg>
      </pc:sldChg>
      <pc:sldChg chg="delSp modSp add mod">
        <pc:chgData name="强 李" userId="cd6c7ec7188785ae" providerId="LiveId" clId="{59CB959F-A851-4548-80C1-7FE993D19D0E}" dt="2026-01-31T21:56:14.846" v="2056" actId="20577"/>
        <pc:sldMkLst>
          <pc:docMk/>
          <pc:sldMk cId="516498777" sldId="664"/>
        </pc:sldMkLst>
        <pc:spChg chg="mod">
          <ac:chgData name="强 李" userId="cd6c7ec7188785ae" providerId="LiveId" clId="{59CB959F-A851-4548-80C1-7FE993D19D0E}" dt="2026-01-31T21:56:14.846" v="2056" actId="20577"/>
          <ac:spMkLst>
            <pc:docMk/>
            <pc:sldMk cId="516498777" sldId="664"/>
            <ac:spMk id="2" creationId="{7CBC5386-A852-1923-D4C9-90B8D585ADD5}"/>
          </ac:spMkLst>
        </pc:spChg>
        <pc:spChg chg="del">
          <ac:chgData name="强 李" userId="cd6c7ec7188785ae" providerId="LiveId" clId="{59CB959F-A851-4548-80C1-7FE993D19D0E}" dt="2026-01-31T21:50:32.212" v="1619" actId="478"/>
          <ac:spMkLst>
            <pc:docMk/>
            <pc:sldMk cId="516498777" sldId="664"/>
            <ac:spMk id="4" creationId="{8F0EBE52-B72B-9407-9A22-504D66355533}"/>
          </ac:spMkLst>
        </pc:spChg>
      </pc:sldChg>
      <pc:sldChg chg="addSp delSp modSp add mod">
        <pc:chgData name="强 李" userId="cd6c7ec7188785ae" providerId="LiveId" clId="{59CB959F-A851-4548-80C1-7FE993D19D0E}" dt="2026-01-31T21:59:13.687" v="2183"/>
        <pc:sldMkLst>
          <pc:docMk/>
          <pc:sldMk cId="682928150" sldId="665"/>
        </pc:sldMkLst>
        <pc:spChg chg="mod">
          <ac:chgData name="强 李" userId="cd6c7ec7188785ae" providerId="LiveId" clId="{59CB959F-A851-4548-80C1-7FE993D19D0E}" dt="2026-01-31T21:59:13.687" v="2183"/>
          <ac:spMkLst>
            <pc:docMk/>
            <pc:sldMk cId="682928150" sldId="665"/>
            <ac:spMk id="2" creationId="{9FC320B3-7438-1BC0-DA0F-267C1274D1EF}"/>
          </ac:spMkLst>
        </pc:spChg>
        <pc:picChg chg="add del">
          <ac:chgData name="强 李" userId="cd6c7ec7188785ae" providerId="LiveId" clId="{59CB959F-A851-4548-80C1-7FE993D19D0E}" dt="2026-01-31T21:57:45.798" v="2107" actId="22"/>
          <ac:picMkLst>
            <pc:docMk/>
            <pc:sldMk cId="682928150" sldId="665"/>
            <ac:picMk id="4" creationId="{05EE8E8E-EE0A-4CCE-11C1-98DCA4121051}"/>
          </ac:picMkLst>
        </pc:picChg>
      </pc:sldChg>
      <pc:sldChg chg="addSp modSp add mod">
        <pc:chgData name="强 李" userId="cd6c7ec7188785ae" providerId="LiveId" clId="{59CB959F-A851-4548-80C1-7FE993D19D0E}" dt="2026-01-31T22:09:07.044" v="3037" actId="20577"/>
        <pc:sldMkLst>
          <pc:docMk/>
          <pc:sldMk cId="72338371" sldId="666"/>
        </pc:sldMkLst>
        <pc:spChg chg="mod">
          <ac:chgData name="强 李" userId="cd6c7ec7188785ae" providerId="LiveId" clId="{59CB959F-A851-4548-80C1-7FE993D19D0E}" dt="2026-01-31T22:06:21.927" v="2722" actId="27636"/>
          <ac:spMkLst>
            <pc:docMk/>
            <pc:sldMk cId="72338371" sldId="666"/>
            <ac:spMk id="2" creationId="{3A38C92F-2666-D03A-24CE-2E1B092F7742}"/>
          </ac:spMkLst>
        </pc:spChg>
        <pc:spChg chg="add mod">
          <ac:chgData name="强 李" userId="cd6c7ec7188785ae" providerId="LiveId" clId="{59CB959F-A851-4548-80C1-7FE993D19D0E}" dt="2026-01-31T22:09:07.044" v="3037" actId="20577"/>
          <ac:spMkLst>
            <pc:docMk/>
            <pc:sldMk cId="72338371" sldId="666"/>
            <ac:spMk id="3" creationId="{623524B3-4EEC-6B67-C30B-5A1AE7382E44}"/>
          </ac:spMkLst>
        </pc:spChg>
        <pc:spChg chg="mod">
          <ac:chgData name="强 李" userId="cd6c7ec7188785ae" providerId="LiveId" clId="{59CB959F-A851-4548-80C1-7FE993D19D0E}" dt="2026-01-31T21:59:50.731" v="2191"/>
          <ac:spMkLst>
            <pc:docMk/>
            <pc:sldMk cId="72338371" sldId="666"/>
            <ac:spMk id="18" creationId="{99FEA831-705F-D548-7E18-56795861C925}"/>
          </ac:spMkLst>
        </pc:spChg>
      </pc:sldChg>
      <pc:sldChg chg="delSp modSp add mod">
        <pc:chgData name="强 李" userId="cd6c7ec7188785ae" providerId="LiveId" clId="{59CB959F-A851-4548-80C1-7FE993D19D0E}" dt="2026-01-31T22:27:36.219" v="4151" actId="20577"/>
        <pc:sldMkLst>
          <pc:docMk/>
          <pc:sldMk cId="2723485891" sldId="667"/>
        </pc:sldMkLst>
        <pc:spChg chg="mod">
          <ac:chgData name="强 李" userId="cd6c7ec7188785ae" providerId="LiveId" clId="{59CB959F-A851-4548-80C1-7FE993D19D0E}" dt="2026-01-31T22:27:36.219" v="4151" actId="20577"/>
          <ac:spMkLst>
            <pc:docMk/>
            <pc:sldMk cId="2723485891" sldId="667"/>
            <ac:spMk id="2" creationId="{BCD014B1-6DC3-0B1B-BD56-ADCF84A6C9CC}"/>
          </ac:spMkLst>
        </pc:spChg>
        <pc:spChg chg="del">
          <ac:chgData name="强 李" userId="cd6c7ec7188785ae" providerId="LiveId" clId="{59CB959F-A851-4548-80C1-7FE993D19D0E}" dt="2026-01-31T22:09:20.358" v="3039" actId="478"/>
          <ac:spMkLst>
            <pc:docMk/>
            <pc:sldMk cId="2723485891" sldId="667"/>
            <ac:spMk id="3" creationId="{79F3CA75-9AA7-B89F-C2F5-0E66841ED67F}"/>
          </ac:spMkLst>
        </pc:spChg>
      </pc:sldChg>
      <pc:sldChg chg="addSp modSp add mod">
        <pc:chgData name="强 李" userId="cd6c7ec7188785ae" providerId="LiveId" clId="{59CB959F-A851-4548-80C1-7FE993D19D0E}" dt="2026-01-31T22:43:31.463" v="5121" actId="1076"/>
        <pc:sldMkLst>
          <pc:docMk/>
          <pc:sldMk cId="1106472976" sldId="668"/>
        </pc:sldMkLst>
        <pc:spChg chg="mod">
          <ac:chgData name="强 李" userId="cd6c7ec7188785ae" providerId="LiveId" clId="{59CB959F-A851-4548-80C1-7FE993D19D0E}" dt="2026-01-31T22:42:37.149" v="5037" actId="27636"/>
          <ac:spMkLst>
            <pc:docMk/>
            <pc:sldMk cId="1106472976" sldId="668"/>
            <ac:spMk id="2" creationId="{5BA4D02B-34C1-3E04-0CEE-F765D8B71037}"/>
          </ac:spMkLst>
        </pc:spChg>
        <pc:spChg chg="add mod">
          <ac:chgData name="强 李" userId="cd6c7ec7188785ae" providerId="LiveId" clId="{59CB959F-A851-4548-80C1-7FE993D19D0E}" dt="2026-01-31T22:43:31.463" v="5121" actId="1076"/>
          <ac:spMkLst>
            <pc:docMk/>
            <pc:sldMk cId="1106472976" sldId="668"/>
            <ac:spMk id="4" creationId="{BDD1069F-94D8-F871-1309-0FFEA79E57B9}"/>
          </ac:spMkLst>
        </pc:spChg>
      </pc:sldChg>
      <pc:sldChg chg="delSp modSp add mod">
        <pc:chgData name="强 李" userId="cd6c7ec7188785ae" providerId="LiveId" clId="{59CB959F-A851-4548-80C1-7FE993D19D0E}" dt="2026-01-31T22:48:37.520" v="5512" actId="20577"/>
        <pc:sldMkLst>
          <pc:docMk/>
          <pc:sldMk cId="1130162393" sldId="669"/>
        </pc:sldMkLst>
        <pc:spChg chg="mod">
          <ac:chgData name="强 李" userId="cd6c7ec7188785ae" providerId="LiveId" clId="{59CB959F-A851-4548-80C1-7FE993D19D0E}" dt="2026-01-31T22:48:37.520" v="5512" actId="20577"/>
          <ac:spMkLst>
            <pc:docMk/>
            <pc:sldMk cId="1130162393" sldId="669"/>
            <ac:spMk id="2" creationId="{7C484807-CABA-783B-071E-AE631863F8B7}"/>
          </ac:spMkLst>
        </pc:spChg>
        <pc:spChg chg="del">
          <ac:chgData name="强 李" userId="cd6c7ec7188785ae" providerId="LiveId" clId="{59CB959F-A851-4548-80C1-7FE993D19D0E}" dt="2026-01-31T22:43:42.696" v="5123" actId="478"/>
          <ac:spMkLst>
            <pc:docMk/>
            <pc:sldMk cId="1130162393" sldId="669"/>
            <ac:spMk id="4" creationId="{294AE068-A86A-09B1-F5E0-CEAA757428EC}"/>
          </ac:spMkLst>
        </pc:spChg>
      </pc:sldChg>
      <pc:sldChg chg="modSp add mod">
        <pc:chgData name="强 李" userId="cd6c7ec7188785ae" providerId="LiveId" clId="{59CB959F-A851-4548-80C1-7FE993D19D0E}" dt="2026-01-31T22:55:24.940" v="6231" actId="27636"/>
        <pc:sldMkLst>
          <pc:docMk/>
          <pc:sldMk cId="2529697720" sldId="670"/>
        </pc:sldMkLst>
        <pc:spChg chg="mod">
          <ac:chgData name="强 李" userId="cd6c7ec7188785ae" providerId="LiveId" clId="{59CB959F-A851-4548-80C1-7FE993D19D0E}" dt="2026-01-31T22:55:24.940" v="6231" actId="27636"/>
          <ac:spMkLst>
            <pc:docMk/>
            <pc:sldMk cId="2529697720" sldId="670"/>
            <ac:spMk id="2" creationId="{8AAD8BD4-3E9C-2822-ADC6-1AA495B24265}"/>
          </ac:spMkLst>
        </pc:spChg>
      </pc:sldChg>
      <pc:sldChg chg="modSp add mod">
        <pc:chgData name="强 李" userId="cd6c7ec7188785ae" providerId="LiveId" clId="{59CB959F-A851-4548-80C1-7FE993D19D0E}" dt="2026-01-31T22:56:53.084" v="6272" actId="6549"/>
        <pc:sldMkLst>
          <pc:docMk/>
          <pc:sldMk cId="970324925" sldId="671"/>
        </pc:sldMkLst>
        <pc:spChg chg="mod">
          <ac:chgData name="强 李" userId="cd6c7ec7188785ae" providerId="LiveId" clId="{59CB959F-A851-4548-80C1-7FE993D19D0E}" dt="2026-01-31T22:56:53.084" v="6272" actId="6549"/>
          <ac:spMkLst>
            <pc:docMk/>
            <pc:sldMk cId="970324925" sldId="671"/>
            <ac:spMk id="2" creationId="{296F3F5E-C122-0DA9-C54D-33288922486F}"/>
          </ac:spMkLst>
        </pc:spChg>
      </pc:sldChg>
      <pc:sldChg chg="modSp add mod">
        <pc:chgData name="强 李" userId="cd6c7ec7188785ae" providerId="LiveId" clId="{59CB959F-A851-4548-80C1-7FE993D19D0E}" dt="2026-01-31T23:01:25.654" v="6360"/>
        <pc:sldMkLst>
          <pc:docMk/>
          <pc:sldMk cId="231956850" sldId="672"/>
        </pc:sldMkLst>
        <pc:spChg chg="mod">
          <ac:chgData name="强 李" userId="cd6c7ec7188785ae" providerId="LiveId" clId="{59CB959F-A851-4548-80C1-7FE993D19D0E}" dt="2026-01-31T23:01:25.654" v="6360"/>
          <ac:spMkLst>
            <pc:docMk/>
            <pc:sldMk cId="231956850" sldId="672"/>
            <ac:spMk id="2" creationId="{2067CC50-6395-D537-1C30-4D382CE08C5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正确的事 </a:t>
          </a:r>
          <a:r>
            <a: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vs 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重要的事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神眼中看为美的事特点？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8/layout/VerticalAccentLis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400" dirty="0"/>
            <a:t>1</a:t>
          </a:r>
          <a:r>
            <a:rPr lang="zh-CN" sz="2400" dirty="0"/>
            <a:t>，</a:t>
          </a:r>
          <a:r>
            <a:rPr lang="zh-CN" altLang="en-US" sz="2400" dirty="0"/>
            <a:t>耶稣如何评价女人所做的事？</a:t>
          </a:r>
          <a:endParaRPr lang="en-US" sz="24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2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200"/>
        </a:p>
      </dgm:t>
    </dgm:pt>
    <dgm:pt modelId="{C41C4D84-F9E2-4730-A41F-EAABD86D700E}">
      <dgm:prSet/>
      <dgm:spPr/>
      <dgm:t>
        <a:bodyPr/>
        <a:lstStyle/>
        <a:p>
          <a:pPr>
            <a:buNone/>
          </a:pPr>
          <a:r>
            <a:rPr lang="en-US" dirty="0"/>
            <a:t>2</a:t>
          </a:r>
          <a:r>
            <a:rPr lang="zh-CN" dirty="0"/>
            <a:t>，</a:t>
          </a:r>
          <a:r>
            <a:rPr lang="zh-CN" altLang="en-US" dirty="0"/>
            <a:t>请分享你对“周济穷人”和用极贵香膏膏耶稣个人观点</a:t>
          </a:r>
          <a:r>
            <a:rPr lang="zh-CN" dirty="0"/>
            <a:t>？</a:t>
          </a:r>
        </a:p>
      </dgm:t>
    </dgm:pt>
    <dgm:pt modelId="{69FBF3F1-4B12-4ADF-9A32-DC2885B86F55}" type="par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3C073446-1115-4416-8EF5-1ECA590AD7A1}" type="sibTrans" cxnId="{A39FE0C9-4164-43DE-BAD0-3841788BC859}">
      <dgm:prSet/>
      <dgm:spPr/>
      <dgm:t>
        <a:bodyPr/>
        <a:lstStyle/>
        <a:p>
          <a:endParaRPr lang="zh-CN" altLang="en-US"/>
        </a:p>
      </dgm:t>
    </dgm:pt>
    <dgm:pt modelId="{EA4135BD-376A-48CA-97E6-05701FA82FB8}">
      <dgm:prSet/>
      <dgm:spPr/>
      <dgm:t>
        <a:bodyPr/>
        <a:lstStyle/>
        <a:p>
          <a:pPr>
            <a:buNone/>
          </a:pPr>
          <a:r>
            <a:rPr lang="en-US" dirty="0"/>
            <a:t>3</a:t>
          </a:r>
          <a:r>
            <a:rPr lang="zh-CN" dirty="0"/>
            <a:t>，</a:t>
          </a:r>
          <a:r>
            <a:rPr lang="zh-CN" altLang="en-US" dirty="0"/>
            <a:t>请分享你计划如何把握时机服侍</a:t>
          </a:r>
          <a:r>
            <a:rPr lang="zh-CN" dirty="0"/>
            <a:t>？</a:t>
          </a:r>
        </a:p>
      </dgm:t>
    </dgm:pt>
    <dgm:pt modelId="{CAD81827-33C1-4472-9FD7-076C0AA5AF25}" type="par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76DA900F-3F9C-42FB-A341-C5F8FF2ADD4C}" type="sibTrans" cxnId="{5740813A-8268-4028-BADD-42AA7E87FB4F}">
      <dgm:prSet/>
      <dgm:spPr/>
      <dgm:t>
        <a:bodyPr/>
        <a:lstStyle/>
        <a:p>
          <a:endParaRPr lang="zh-CN" altLang="en-US"/>
        </a:p>
      </dgm:t>
    </dgm:pt>
    <dgm:pt modelId="{A8944645-EC68-48FC-AFB5-8B4733B15493}" type="pres">
      <dgm:prSet presAssocID="{0FFEBC65-5800-49C2-ACE8-714124562FFC}" presName="Name0" presStyleCnt="0">
        <dgm:presLayoutVars>
          <dgm:chMax/>
          <dgm:chPref/>
          <dgm:dir/>
        </dgm:presLayoutVars>
      </dgm:prSet>
      <dgm:spPr/>
    </dgm:pt>
    <dgm:pt modelId="{0AC13A24-5D19-49BE-8642-67179EF0FD0C}" type="pres">
      <dgm:prSet presAssocID="{C176FC01-0F21-475B-85EA-274FB5949CEE}" presName="parenttextcomposite" presStyleCnt="0"/>
      <dgm:spPr/>
    </dgm:pt>
    <dgm:pt modelId="{9A4D6F6E-0B2E-402E-8980-93EE02C6DDE2}" type="pres">
      <dgm:prSet presAssocID="{C176FC01-0F21-475B-85EA-274FB5949CEE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74B37F9A-C86A-4426-A7D9-07071A4CF370}" type="pres">
      <dgm:prSet presAssocID="{C176FC01-0F21-475B-85EA-274FB5949CEE}" presName="parallelogramComposite" presStyleCnt="0"/>
      <dgm:spPr/>
    </dgm:pt>
    <dgm:pt modelId="{C843A69C-D150-400A-B297-D477AC232A56}" type="pres">
      <dgm:prSet presAssocID="{C176FC01-0F21-475B-85EA-274FB5949CEE}" presName="parallelogram1" presStyleLbl="alignNode1" presStyleIdx="0" presStyleCnt="21"/>
      <dgm:spPr/>
    </dgm:pt>
    <dgm:pt modelId="{F53A5853-BDD7-4BAE-9FA0-7F6C4EFBF67B}" type="pres">
      <dgm:prSet presAssocID="{C176FC01-0F21-475B-85EA-274FB5949CEE}" presName="parallelogram2" presStyleLbl="alignNode1" presStyleIdx="1" presStyleCnt="21"/>
      <dgm:spPr/>
    </dgm:pt>
    <dgm:pt modelId="{F04874C8-5E82-409C-9182-8B82EBD3F3F1}" type="pres">
      <dgm:prSet presAssocID="{C176FC01-0F21-475B-85EA-274FB5949CEE}" presName="parallelogram3" presStyleLbl="alignNode1" presStyleIdx="2" presStyleCnt="21"/>
      <dgm:spPr/>
    </dgm:pt>
    <dgm:pt modelId="{97FE1173-592B-4597-9234-D138FE61535A}" type="pres">
      <dgm:prSet presAssocID="{C176FC01-0F21-475B-85EA-274FB5949CEE}" presName="parallelogram4" presStyleLbl="alignNode1" presStyleIdx="3" presStyleCnt="21"/>
      <dgm:spPr/>
    </dgm:pt>
    <dgm:pt modelId="{4445088D-E661-42E9-8A2D-649F18D2606D}" type="pres">
      <dgm:prSet presAssocID="{C176FC01-0F21-475B-85EA-274FB5949CEE}" presName="parallelogram5" presStyleLbl="alignNode1" presStyleIdx="4" presStyleCnt="21"/>
      <dgm:spPr/>
    </dgm:pt>
    <dgm:pt modelId="{57E97C9E-19E0-407B-A939-67BFC9B105F9}" type="pres">
      <dgm:prSet presAssocID="{C176FC01-0F21-475B-85EA-274FB5949CEE}" presName="parallelogram6" presStyleLbl="alignNode1" presStyleIdx="5" presStyleCnt="21"/>
      <dgm:spPr/>
    </dgm:pt>
    <dgm:pt modelId="{C999CD4A-5C13-4A99-BD7E-CCF80A66A16E}" type="pres">
      <dgm:prSet presAssocID="{C176FC01-0F21-475B-85EA-274FB5949CEE}" presName="parallelogram7" presStyleLbl="alignNode1" presStyleIdx="6" presStyleCnt="21"/>
      <dgm:spPr/>
    </dgm:pt>
    <dgm:pt modelId="{0F64320F-7DD8-4DD8-AB12-CB36AE31C73E}" type="pres">
      <dgm:prSet presAssocID="{CFDA8DFF-2E53-463E-9C51-FEB63EFB3957}" presName="sibTrans" presStyleCnt="0"/>
      <dgm:spPr/>
    </dgm:pt>
    <dgm:pt modelId="{E3C3B499-36DA-4B83-9C93-D368BB3F0DB2}" type="pres">
      <dgm:prSet presAssocID="{C41C4D84-F9E2-4730-A41F-EAABD86D700E}" presName="parenttextcomposite" presStyleCnt="0"/>
      <dgm:spPr/>
    </dgm:pt>
    <dgm:pt modelId="{87FFCE05-E93C-4381-A15C-0E9E61817E21}" type="pres">
      <dgm:prSet presAssocID="{C41C4D84-F9E2-4730-A41F-EAABD86D700E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9ED7D878-357D-49E4-80E3-BE646497E405}" type="pres">
      <dgm:prSet presAssocID="{C41C4D84-F9E2-4730-A41F-EAABD86D700E}" presName="parallelogramComposite" presStyleCnt="0"/>
      <dgm:spPr/>
    </dgm:pt>
    <dgm:pt modelId="{E7963745-BB5C-4807-9825-3415CB152881}" type="pres">
      <dgm:prSet presAssocID="{C41C4D84-F9E2-4730-A41F-EAABD86D700E}" presName="parallelogram1" presStyleLbl="alignNode1" presStyleIdx="7" presStyleCnt="21"/>
      <dgm:spPr/>
    </dgm:pt>
    <dgm:pt modelId="{3FDE6A01-245A-4C0D-B5F2-501D9506034E}" type="pres">
      <dgm:prSet presAssocID="{C41C4D84-F9E2-4730-A41F-EAABD86D700E}" presName="parallelogram2" presStyleLbl="alignNode1" presStyleIdx="8" presStyleCnt="21"/>
      <dgm:spPr/>
    </dgm:pt>
    <dgm:pt modelId="{3FEEFD53-AA10-4E68-A7D4-C9F098A69142}" type="pres">
      <dgm:prSet presAssocID="{C41C4D84-F9E2-4730-A41F-EAABD86D700E}" presName="parallelogram3" presStyleLbl="alignNode1" presStyleIdx="9" presStyleCnt="21"/>
      <dgm:spPr/>
    </dgm:pt>
    <dgm:pt modelId="{A3D799AF-5868-4AF7-AE25-8FB092D9C434}" type="pres">
      <dgm:prSet presAssocID="{C41C4D84-F9E2-4730-A41F-EAABD86D700E}" presName="parallelogram4" presStyleLbl="alignNode1" presStyleIdx="10" presStyleCnt="21"/>
      <dgm:spPr/>
    </dgm:pt>
    <dgm:pt modelId="{E2F74EC4-0FDA-4634-A5ED-434149267B21}" type="pres">
      <dgm:prSet presAssocID="{C41C4D84-F9E2-4730-A41F-EAABD86D700E}" presName="parallelogram5" presStyleLbl="alignNode1" presStyleIdx="11" presStyleCnt="21"/>
      <dgm:spPr/>
    </dgm:pt>
    <dgm:pt modelId="{99CB509F-78EA-494E-97CC-3B586FB46479}" type="pres">
      <dgm:prSet presAssocID="{C41C4D84-F9E2-4730-A41F-EAABD86D700E}" presName="parallelogram6" presStyleLbl="alignNode1" presStyleIdx="12" presStyleCnt="21"/>
      <dgm:spPr/>
    </dgm:pt>
    <dgm:pt modelId="{653751F1-60AE-4C91-9DE2-D529183ACD6F}" type="pres">
      <dgm:prSet presAssocID="{C41C4D84-F9E2-4730-A41F-EAABD86D700E}" presName="parallelogram7" presStyleLbl="alignNode1" presStyleIdx="13" presStyleCnt="21"/>
      <dgm:spPr/>
    </dgm:pt>
    <dgm:pt modelId="{5B245C1E-9790-470C-855C-0C7322D9F801}" type="pres">
      <dgm:prSet presAssocID="{3C073446-1115-4416-8EF5-1ECA590AD7A1}" presName="sibTrans" presStyleCnt="0"/>
      <dgm:spPr/>
    </dgm:pt>
    <dgm:pt modelId="{6902A2D1-8F70-4081-BCE0-B53DA501DD87}" type="pres">
      <dgm:prSet presAssocID="{EA4135BD-376A-48CA-97E6-05701FA82FB8}" presName="parenttextcomposite" presStyleCnt="0"/>
      <dgm:spPr/>
    </dgm:pt>
    <dgm:pt modelId="{C6087602-82EC-42E0-85D0-C9D49863B54E}" type="pres">
      <dgm:prSet presAssocID="{EA4135BD-376A-48CA-97E6-05701FA82FB8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20BB233B-52F0-4899-B0F9-CA983B8C8941}" type="pres">
      <dgm:prSet presAssocID="{EA4135BD-376A-48CA-97E6-05701FA82FB8}" presName="parallelogramComposite" presStyleCnt="0"/>
      <dgm:spPr/>
    </dgm:pt>
    <dgm:pt modelId="{6814A461-EE4F-4428-B6B1-AC521A64A596}" type="pres">
      <dgm:prSet presAssocID="{EA4135BD-376A-48CA-97E6-05701FA82FB8}" presName="parallelogram1" presStyleLbl="alignNode1" presStyleIdx="14" presStyleCnt="21"/>
      <dgm:spPr/>
    </dgm:pt>
    <dgm:pt modelId="{029075E8-BD54-42F8-93D3-39BF0B1F6755}" type="pres">
      <dgm:prSet presAssocID="{EA4135BD-376A-48CA-97E6-05701FA82FB8}" presName="parallelogram2" presStyleLbl="alignNode1" presStyleIdx="15" presStyleCnt="21"/>
      <dgm:spPr/>
    </dgm:pt>
    <dgm:pt modelId="{8C82BDB2-129C-4958-B74E-3D263E2B35FC}" type="pres">
      <dgm:prSet presAssocID="{EA4135BD-376A-48CA-97E6-05701FA82FB8}" presName="parallelogram3" presStyleLbl="alignNode1" presStyleIdx="16" presStyleCnt="21"/>
      <dgm:spPr/>
    </dgm:pt>
    <dgm:pt modelId="{DE43BDCB-C846-4B29-9F98-87A6DFD394CC}" type="pres">
      <dgm:prSet presAssocID="{EA4135BD-376A-48CA-97E6-05701FA82FB8}" presName="parallelogram4" presStyleLbl="alignNode1" presStyleIdx="17" presStyleCnt="21"/>
      <dgm:spPr/>
    </dgm:pt>
    <dgm:pt modelId="{603D1CA3-8199-4566-9213-F16CD28DC388}" type="pres">
      <dgm:prSet presAssocID="{EA4135BD-376A-48CA-97E6-05701FA82FB8}" presName="parallelogram5" presStyleLbl="alignNode1" presStyleIdx="18" presStyleCnt="21"/>
      <dgm:spPr/>
    </dgm:pt>
    <dgm:pt modelId="{B1CA5899-9134-42A9-B8F9-4118716FC251}" type="pres">
      <dgm:prSet presAssocID="{EA4135BD-376A-48CA-97E6-05701FA82FB8}" presName="parallelogram6" presStyleLbl="alignNode1" presStyleIdx="19" presStyleCnt="21"/>
      <dgm:spPr/>
    </dgm:pt>
    <dgm:pt modelId="{B99105C6-58B7-4C35-AEC6-A9875E86CE1B}" type="pres">
      <dgm:prSet presAssocID="{EA4135BD-376A-48CA-97E6-05701FA82FB8}" presName="parallelogram7" presStyleLbl="alignNode1" presStyleIdx="20" presStyleCnt="21"/>
      <dgm:spPr/>
    </dgm:pt>
  </dgm:ptLst>
  <dgm:cxnLst>
    <dgm:cxn modelId="{5740813A-8268-4028-BADD-42AA7E87FB4F}" srcId="{0FFEBC65-5800-49C2-ACE8-714124562FFC}" destId="{EA4135BD-376A-48CA-97E6-05701FA82FB8}" srcOrd="2" destOrd="0" parTransId="{CAD81827-33C1-4472-9FD7-076C0AA5AF25}" sibTransId="{76DA900F-3F9C-42FB-A341-C5F8FF2ADD4C}"/>
    <dgm:cxn modelId="{10E3BC75-30DB-4EFC-BA22-7DCCA93F7E32}" type="presOf" srcId="{C41C4D84-F9E2-4730-A41F-EAABD86D700E}" destId="{87FFCE05-E93C-4381-A15C-0E9E61817E21}" srcOrd="0" destOrd="0" presId="urn:microsoft.com/office/officeart/2008/layout/VerticalAccentList"/>
    <dgm:cxn modelId="{A39FE0C9-4164-43DE-BAD0-3841788BC859}" srcId="{0FFEBC65-5800-49C2-ACE8-714124562FFC}" destId="{C41C4D84-F9E2-4730-A41F-EAABD86D700E}" srcOrd="1" destOrd="0" parTransId="{69FBF3F1-4B12-4ADF-9A32-DC2885B86F55}" sibTransId="{3C073446-1115-4416-8EF5-1ECA590AD7A1}"/>
    <dgm:cxn modelId="{580C17DE-642A-440A-8775-BBBB49EAF1C9}" type="presOf" srcId="{EA4135BD-376A-48CA-97E6-05701FA82FB8}" destId="{C6087602-82EC-42E0-85D0-C9D49863B54E}" srcOrd="0" destOrd="0" presId="urn:microsoft.com/office/officeart/2008/layout/VerticalAccentList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FBE3DFB-8880-4B6A-B123-4095B9EBA4B0}" type="presOf" srcId="{0FFEBC65-5800-49C2-ACE8-714124562FFC}" destId="{A8944645-EC68-48FC-AFB5-8B4733B15493}" srcOrd="0" destOrd="0" presId="urn:microsoft.com/office/officeart/2008/layout/VerticalAccentList"/>
    <dgm:cxn modelId="{57D920FE-FA33-4CF9-A8D6-94FA3F0F872A}" type="presOf" srcId="{C176FC01-0F21-475B-85EA-274FB5949CEE}" destId="{9A4D6F6E-0B2E-402E-8980-93EE02C6DDE2}" srcOrd="0" destOrd="0" presId="urn:microsoft.com/office/officeart/2008/layout/VerticalAccentList"/>
    <dgm:cxn modelId="{6DC97DD3-6439-4A7E-9E71-F96BBBC20116}" type="presParOf" srcId="{A8944645-EC68-48FC-AFB5-8B4733B15493}" destId="{0AC13A24-5D19-49BE-8642-67179EF0FD0C}" srcOrd="0" destOrd="0" presId="urn:microsoft.com/office/officeart/2008/layout/VerticalAccentList"/>
    <dgm:cxn modelId="{1BD097C0-287A-4382-848F-F99720D442E7}" type="presParOf" srcId="{0AC13A24-5D19-49BE-8642-67179EF0FD0C}" destId="{9A4D6F6E-0B2E-402E-8980-93EE02C6DDE2}" srcOrd="0" destOrd="0" presId="urn:microsoft.com/office/officeart/2008/layout/VerticalAccentList"/>
    <dgm:cxn modelId="{015EC90D-1A29-49FB-BDF7-1B1CDF05BE62}" type="presParOf" srcId="{A8944645-EC68-48FC-AFB5-8B4733B15493}" destId="{74B37F9A-C86A-4426-A7D9-07071A4CF370}" srcOrd="1" destOrd="0" presId="urn:microsoft.com/office/officeart/2008/layout/VerticalAccentList"/>
    <dgm:cxn modelId="{CBF3BD38-115C-4942-A524-A671838AE059}" type="presParOf" srcId="{74B37F9A-C86A-4426-A7D9-07071A4CF370}" destId="{C843A69C-D150-400A-B297-D477AC232A56}" srcOrd="0" destOrd="0" presId="urn:microsoft.com/office/officeart/2008/layout/VerticalAccentList"/>
    <dgm:cxn modelId="{154D9335-168A-4717-AC97-37B3E1B4BDEC}" type="presParOf" srcId="{74B37F9A-C86A-4426-A7D9-07071A4CF370}" destId="{F53A5853-BDD7-4BAE-9FA0-7F6C4EFBF67B}" srcOrd="1" destOrd="0" presId="urn:microsoft.com/office/officeart/2008/layout/VerticalAccentList"/>
    <dgm:cxn modelId="{CC3B2D2C-5F0E-48D1-940C-0E63B07C1EBB}" type="presParOf" srcId="{74B37F9A-C86A-4426-A7D9-07071A4CF370}" destId="{F04874C8-5E82-409C-9182-8B82EBD3F3F1}" srcOrd="2" destOrd="0" presId="urn:microsoft.com/office/officeart/2008/layout/VerticalAccentList"/>
    <dgm:cxn modelId="{8DEB214C-9BEE-4B65-A433-0A65A8626BE3}" type="presParOf" srcId="{74B37F9A-C86A-4426-A7D9-07071A4CF370}" destId="{97FE1173-592B-4597-9234-D138FE61535A}" srcOrd="3" destOrd="0" presId="urn:microsoft.com/office/officeart/2008/layout/VerticalAccentList"/>
    <dgm:cxn modelId="{6BC7B0BF-0709-4C05-A691-A3095C6F1F3C}" type="presParOf" srcId="{74B37F9A-C86A-4426-A7D9-07071A4CF370}" destId="{4445088D-E661-42E9-8A2D-649F18D2606D}" srcOrd="4" destOrd="0" presId="urn:microsoft.com/office/officeart/2008/layout/VerticalAccentList"/>
    <dgm:cxn modelId="{372214D0-E30A-45E7-8B32-F07472F25357}" type="presParOf" srcId="{74B37F9A-C86A-4426-A7D9-07071A4CF370}" destId="{57E97C9E-19E0-407B-A939-67BFC9B105F9}" srcOrd="5" destOrd="0" presId="urn:microsoft.com/office/officeart/2008/layout/VerticalAccentList"/>
    <dgm:cxn modelId="{ED943BDB-A0B6-4ED0-BC5F-DC6505E23CBE}" type="presParOf" srcId="{74B37F9A-C86A-4426-A7D9-07071A4CF370}" destId="{C999CD4A-5C13-4A99-BD7E-CCF80A66A16E}" srcOrd="6" destOrd="0" presId="urn:microsoft.com/office/officeart/2008/layout/VerticalAccentList"/>
    <dgm:cxn modelId="{6197C02A-B366-4464-915F-6FCE2F3027AB}" type="presParOf" srcId="{A8944645-EC68-48FC-AFB5-8B4733B15493}" destId="{0F64320F-7DD8-4DD8-AB12-CB36AE31C73E}" srcOrd="2" destOrd="0" presId="urn:microsoft.com/office/officeart/2008/layout/VerticalAccentList"/>
    <dgm:cxn modelId="{6C16E2FA-4C97-49E4-8AC8-CFBFFFEE56CC}" type="presParOf" srcId="{A8944645-EC68-48FC-AFB5-8B4733B15493}" destId="{E3C3B499-36DA-4B83-9C93-D368BB3F0DB2}" srcOrd="3" destOrd="0" presId="urn:microsoft.com/office/officeart/2008/layout/VerticalAccentList"/>
    <dgm:cxn modelId="{A11E7908-69ED-49F0-B81D-8A2AB5789750}" type="presParOf" srcId="{E3C3B499-36DA-4B83-9C93-D368BB3F0DB2}" destId="{87FFCE05-E93C-4381-A15C-0E9E61817E21}" srcOrd="0" destOrd="0" presId="urn:microsoft.com/office/officeart/2008/layout/VerticalAccentList"/>
    <dgm:cxn modelId="{F336B1D3-0575-4B28-A720-AEF06C570B95}" type="presParOf" srcId="{A8944645-EC68-48FC-AFB5-8B4733B15493}" destId="{9ED7D878-357D-49E4-80E3-BE646497E405}" srcOrd="4" destOrd="0" presId="urn:microsoft.com/office/officeart/2008/layout/VerticalAccentList"/>
    <dgm:cxn modelId="{AA7EF3B9-08E9-4832-91BA-803EDBA8938B}" type="presParOf" srcId="{9ED7D878-357D-49E4-80E3-BE646497E405}" destId="{E7963745-BB5C-4807-9825-3415CB152881}" srcOrd="0" destOrd="0" presId="urn:microsoft.com/office/officeart/2008/layout/VerticalAccentList"/>
    <dgm:cxn modelId="{FA9AA1DD-9D1E-42F4-97C8-54F29628A623}" type="presParOf" srcId="{9ED7D878-357D-49E4-80E3-BE646497E405}" destId="{3FDE6A01-245A-4C0D-B5F2-501D9506034E}" srcOrd="1" destOrd="0" presId="urn:microsoft.com/office/officeart/2008/layout/VerticalAccentList"/>
    <dgm:cxn modelId="{5C2C5BBB-1776-432D-91DE-19C96CD5D21B}" type="presParOf" srcId="{9ED7D878-357D-49E4-80E3-BE646497E405}" destId="{3FEEFD53-AA10-4E68-A7D4-C9F098A69142}" srcOrd="2" destOrd="0" presId="urn:microsoft.com/office/officeart/2008/layout/VerticalAccentList"/>
    <dgm:cxn modelId="{A36A23FB-9620-4ADA-9AA7-C100580E573B}" type="presParOf" srcId="{9ED7D878-357D-49E4-80E3-BE646497E405}" destId="{A3D799AF-5868-4AF7-AE25-8FB092D9C434}" srcOrd="3" destOrd="0" presId="urn:microsoft.com/office/officeart/2008/layout/VerticalAccentList"/>
    <dgm:cxn modelId="{8BB3F776-8BE1-4E2B-825B-1720291D945B}" type="presParOf" srcId="{9ED7D878-357D-49E4-80E3-BE646497E405}" destId="{E2F74EC4-0FDA-4634-A5ED-434149267B21}" srcOrd="4" destOrd="0" presId="urn:microsoft.com/office/officeart/2008/layout/VerticalAccentList"/>
    <dgm:cxn modelId="{58AF91E1-CB8D-442D-9A04-97E7087DB543}" type="presParOf" srcId="{9ED7D878-357D-49E4-80E3-BE646497E405}" destId="{99CB509F-78EA-494E-97CC-3B586FB46479}" srcOrd="5" destOrd="0" presId="urn:microsoft.com/office/officeart/2008/layout/VerticalAccentList"/>
    <dgm:cxn modelId="{C0C73FEB-7227-4E14-8AE4-F575DA70B229}" type="presParOf" srcId="{9ED7D878-357D-49E4-80E3-BE646497E405}" destId="{653751F1-60AE-4C91-9DE2-D529183ACD6F}" srcOrd="6" destOrd="0" presId="urn:microsoft.com/office/officeart/2008/layout/VerticalAccentList"/>
    <dgm:cxn modelId="{B537729D-9B8A-4276-8716-3BE5EA72D3C6}" type="presParOf" srcId="{A8944645-EC68-48FC-AFB5-8B4733B15493}" destId="{5B245C1E-9790-470C-855C-0C7322D9F801}" srcOrd="5" destOrd="0" presId="urn:microsoft.com/office/officeart/2008/layout/VerticalAccentList"/>
    <dgm:cxn modelId="{7081609E-B688-49B3-A6D1-FE72AA4D37B9}" type="presParOf" srcId="{A8944645-EC68-48FC-AFB5-8B4733B15493}" destId="{6902A2D1-8F70-4081-BCE0-B53DA501DD87}" srcOrd="6" destOrd="0" presId="urn:microsoft.com/office/officeart/2008/layout/VerticalAccentList"/>
    <dgm:cxn modelId="{61979EA8-F9E8-4E65-81BD-7953652B2661}" type="presParOf" srcId="{6902A2D1-8F70-4081-BCE0-B53DA501DD87}" destId="{C6087602-82EC-42E0-85D0-C9D49863B54E}" srcOrd="0" destOrd="0" presId="urn:microsoft.com/office/officeart/2008/layout/VerticalAccentList"/>
    <dgm:cxn modelId="{4028DE9B-BC15-4A00-B674-37DC60193D45}" type="presParOf" srcId="{A8944645-EC68-48FC-AFB5-8B4733B15493}" destId="{20BB233B-52F0-4899-B0F9-CA983B8C8941}" srcOrd="7" destOrd="0" presId="urn:microsoft.com/office/officeart/2008/layout/VerticalAccentList"/>
    <dgm:cxn modelId="{2379DEF5-9FD4-4469-8D2D-57EF94240150}" type="presParOf" srcId="{20BB233B-52F0-4899-B0F9-CA983B8C8941}" destId="{6814A461-EE4F-4428-B6B1-AC521A64A596}" srcOrd="0" destOrd="0" presId="urn:microsoft.com/office/officeart/2008/layout/VerticalAccentList"/>
    <dgm:cxn modelId="{40A98214-09C3-4732-8565-F53F40693D70}" type="presParOf" srcId="{20BB233B-52F0-4899-B0F9-CA983B8C8941}" destId="{029075E8-BD54-42F8-93D3-39BF0B1F6755}" srcOrd="1" destOrd="0" presId="urn:microsoft.com/office/officeart/2008/layout/VerticalAccentList"/>
    <dgm:cxn modelId="{393E6617-CAAF-4B9B-84D9-E1BBF9DE6674}" type="presParOf" srcId="{20BB233B-52F0-4899-B0F9-CA983B8C8941}" destId="{8C82BDB2-129C-4958-B74E-3D263E2B35FC}" srcOrd="2" destOrd="0" presId="urn:microsoft.com/office/officeart/2008/layout/VerticalAccentList"/>
    <dgm:cxn modelId="{87B76ED1-508B-418E-8D6D-C5912F38403D}" type="presParOf" srcId="{20BB233B-52F0-4899-B0F9-CA983B8C8941}" destId="{DE43BDCB-C846-4B29-9F98-87A6DFD394CC}" srcOrd="3" destOrd="0" presId="urn:microsoft.com/office/officeart/2008/layout/VerticalAccentList"/>
    <dgm:cxn modelId="{726489E9-6FFE-4B69-86B9-EDF8D08F4F7E}" type="presParOf" srcId="{20BB233B-52F0-4899-B0F9-CA983B8C8941}" destId="{603D1CA3-8199-4566-9213-F16CD28DC388}" srcOrd="4" destOrd="0" presId="urn:microsoft.com/office/officeart/2008/layout/VerticalAccentList"/>
    <dgm:cxn modelId="{12020C00-CF9D-4F16-8017-D64E2B14B48C}" type="presParOf" srcId="{20BB233B-52F0-4899-B0F9-CA983B8C8941}" destId="{B1CA5899-9134-42A9-B8F9-4118716FC251}" srcOrd="5" destOrd="0" presId="urn:microsoft.com/office/officeart/2008/layout/VerticalAccentList"/>
    <dgm:cxn modelId="{4A11A20B-4E57-4200-BA2F-623C0556AEB9}" type="presParOf" srcId="{20BB233B-52F0-4899-B0F9-CA983B8C8941}" destId="{B99105C6-58B7-4C35-AEC6-A9875E86CE1B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正确的事 </a:t>
          </a:r>
          <a:r>
            <a:rPr lang="en-US" alt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vs 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重要的事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神眼中看为美的事特点？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D6F6E-0B2E-402E-8980-93EE02C6DDE2}">
      <dsp:nvSpPr>
        <dsp:cNvPr id="0" name=""/>
        <dsp:cNvSpPr/>
      </dsp:nvSpPr>
      <dsp:spPr>
        <a:xfrm>
          <a:off x="396887" y="1479444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  <a:r>
            <a:rPr lang="zh-CN" sz="2400" kern="1200" dirty="0"/>
            <a:t>，</a:t>
          </a:r>
          <a:r>
            <a:rPr lang="zh-CN" altLang="en-US" sz="2400" kern="1200" dirty="0"/>
            <a:t>耶稣如何评价女人所做的事？</a:t>
          </a:r>
          <a:endParaRPr lang="en-US" sz="2400" kern="1200" dirty="0"/>
        </a:p>
      </dsp:txBody>
      <dsp:txXfrm>
        <a:off x="396887" y="1479444"/>
        <a:ext cx="7074818" cy="643165"/>
      </dsp:txXfrm>
    </dsp:sp>
    <dsp:sp modelId="{C843A69C-D150-400A-B297-D477AC232A56}">
      <dsp:nvSpPr>
        <dsp:cNvPr id="0" name=""/>
        <dsp:cNvSpPr/>
      </dsp:nvSpPr>
      <dsp:spPr>
        <a:xfrm>
          <a:off x="396887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53A5853-BDD7-4BAE-9FA0-7F6C4EFBF67B}">
      <dsp:nvSpPr>
        <dsp:cNvPr id="0" name=""/>
        <dsp:cNvSpPr/>
      </dsp:nvSpPr>
      <dsp:spPr>
        <a:xfrm>
          <a:off x="1395223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3"/>
            <a:satOff val="-2000"/>
            <a:lumOff val="706"/>
            <a:alphaOff val="0"/>
          </a:schemeClr>
        </a:solidFill>
        <a:ln w="12700" cap="flat" cmpd="sng" algn="ctr">
          <a:solidFill>
            <a:schemeClr val="accent2">
              <a:hueOff val="-384483"/>
              <a:satOff val="-2000"/>
              <a:lumOff val="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04874C8-5E82-409C-9182-8B82EBD3F3F1}">
      <dsp:nvSpPr>
        <dsp:cNvPr id="0" name=""/>
        <dsp:cNvSpPr/>
      </dsp:nvSpPr>
      <dsp:spPr>
        <a:xfrm>
          <a:off x="2393558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"/>
            <a:satOff val="-4000"/>
            <a:lumOff val="1412"/>
            <a:alphaOff val="0"/>
          </a:schemeClr>
        </a:solidFill>
        <a:ln w="12700" cap="flat" cmpd="sng" algn="ctr">
          <a:solidFill>
            <a:schemeClr val="accent2">
              <a:hueOff val="-768965"/>
              <a:satOff val="-4000"/>
              <a:lumOff val="1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FE1173-592B-4597-9234-D138FE61535A}">
      <dsp:nvSpPr>
        <dsp:cNvPr id="0" name=""/>
        <dsp:cNvSpPr/>
      </dsp:nvSpPr>
      <dsp:spPr>
        <a:xfrm>
          <a:off x="3391894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153448"/>
            <a:satOff val="-6000"/>
            <a:lumOff val="2118"/>
            <a:alphaOff val="0"/>
          </a:schemeClr>
        </a:solidFill>
        <a:ln w="12700" cap="flat" cmpd="sng" algn="ctr">
          <a:solidFill>
            <a:schemeClr val="accent2">
              <a:hueOff val="-1153448"/>
              <a:satOff val="-6000"/>
              <a:lumOff val="2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45088D-E661-42E9-8A2D-649F18D2606D}">
      <dsp:nvSpPr>
        <dsp:cNvPr id="0" name=""/>
        <dsp:cNvSpPr/>
      </dsp:nvSpPr>
      <dsp:spPr>
        <a:xfrm>
          <a:off x="4390229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537930"/>
            <a:satOff val="-8000"/>
            <a:lumOff val="2824"/>
            <a:alphaOff val="0"/>
          </a:schemeClr>
        </a:solidFill>
        <a:ln w="12700" cap="flat" cmpd="sng" algn="ctr">
          <a:solidFill>
            <a:schemeClr val="accent2">
              <a:hueOff val="-1537930"/>
              <a:satOff val="-8000"/>
              <a:lumOff val="2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7E97C9E-19E0-407B-A939-67BFC9B105F9}">
      <dsp:nvSpPr>
        <dsp:cNvPr id="0" name=""/>
        <dsp:cNvSpPr/>
      </dsp:nvSpPr>
      <dsp:spPr>
        <a:xfrm>
          <a:off x="5388565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1922413"/>
            <a:satOff val="-10000"/>
            <a:lumOff val="3529"/>
            <a:alphaOff val="0"/>
          </a:schemeClr>
        </a:solidFill>
        <a:ln w="12700" cap="flat" cmpd="sng" algn="ctr">
          <a:solidFill>
            <a:schemeClr val="accent2">
              <a:hueOff val="-1922413"/>
              <a:satOff val="-10000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999CD4A-5C13-4A99-BD7E-CCF80A66A16E}">
      <dsp:nvSpPr>
        <dsp:cNvPr id="0" name=""/>
        <dsp:cNvSpPr/>
      </dsp:nvSpPr>
      <dsp:spPr>
        <a:xfrm>
          <a:off x="6386900" y="2122610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306895"/>
            <a:satOff val="-12000"/>
            <a:lumOff val="4235"/>
            <a:alphaOff val="0"/>
          </a:schemeClr>
        </a:solidFill>
        <a:ln w="12700" cap="flat" cmpd="sng" algn="ctr">
          <a:solidFill>
            <a:schemeClr val="accent2">
              <a:hueOff val="-2306895"/>
              <a:satOff val="-12000"/>
              <a:lumOff val="4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FCE05-E93C-4381-A15C-0E9E61817E21}">
      <dsp:nvSpPr>
        <dsp:cNvPr id="0" name=""/>
        <dsp:cNvSpPr/>
      </dsp:nvSpPr>
      <dsp:spPr>
        <a:xfrm>
          <a:off x="396887" y="2391382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</a:t>
          </a:r>
          <a:r>
            <a:rPr lang="zh-CN" sz="2200" kern="1200" dirty="0"/>
            <a:t>，</a:t>
          </a:r>
          <a:r>
            <a:rPr lang="zh-CN" altLang="en-US" sz="2200" kern="1200" dirty="0"/>
            <a:t>请分享你对“周济穷人”和用极贵香膏膏耶稣个人观点</a:t>
          </a:r>
          <a:r>
            <a:rPr lang="zh-CN" sz="2200" kern="1200" dirty="0"/>
            <a:t>？</a:t>
          </a:r>
        </a:p>
      </dsp:txBody>
      <dsp:txXfrm>
        <a:off x="396887" y="2391382"/>
        <a:ext cx="7074818" cy="643165"/>
      </dsp:txXfrm>
    </dsp:sp>
    <dsp:sp modelId="{E7963745-BB5C-4807-9825-3415CB152881}">
      <dsp:nvSpPr>
        <dsp:cNvPr id="0" name=""/>
        <dsp:cNvSpPr/>
      </dsp:nvSpPr>
      <dsp:spPr>
        <a:xfrm>
          <a:off x="396887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2691378"/>
            <a:satOff val="-14000"/>
            <a:lumOff val="4941"/>
            <a:alphaOff val="0"/>
          </a:schemeClr>
        </a:solidFill>
        <a:ln w="12700" cap="flat" cmpd="sng" algn="ctr">
          <a:solidFill>
            <a:schemeClr val="accent2">
              <a:hueOff val="-2691378"/>
              <a:satOff val="-14000"/>
              <a:lumOff val="4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DE6A01-245A-4C0D-B5F2-501D9506034E}">
      <dsp:nvSpPr>
        <dsp:cNvPr id="0" name=""/>
        <dsp:cNvSpPr/>
      </dsp:nvSpPr>
      <dsp:spPr>
        <a:xfrm>
          <a:off x="1395223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075860"/>
            <a:satOff val="-16000"/>
            <a:lumOff val="5647"/>
            <a:alphaOff val="0"/>
          </a:schemeClr>
        </a:solidFill>
        <a:ln w="12700" cap="flat" cmpd="sng" algn="ctr">
          <a:solidFill>
            <a:schemeClr val="accent2">
              <a:hueOff val="-3075860"/>
              <a:satOff val="-16000"/>
              <a:lumOff val="5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EEFD53-AA10-4E68-A7D4-C9F098A69142}">
      <dsp:nvSpPr>
        <dsp:cNvPr id="0" name=""/>
        <dsp:cNvSpPr/>
      </dsp:nvSpPr>
      <dsp:spPr>
        <a:xfrm>
          <a:off x="2393558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460343"/>
            <a:satOff val="-18000"/>
            <a:lumOff val="6353"/>
            <a:alphaOff val="0"/>
          </a:schemeClr>
        </a:solidFill>
        <a:ln w="12700" cap="flat" cmpd="sng" algn="ctr">
          <a:solidFill>
            <a:schemeClr val="accent2">
              <a:hueOff val="-3460343"/>
              <a:satOff val="-18000"/>
              <a:lumOff val="6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3D799AF-5868-4AF7-AE25-8FB092D9C434}">
      <dsp:nvSpPr>
        <dsp:cNvPr id="0" name=""/>
        <dsp:cNvSpPr/>
      </dsp:nvSpPr>
      <dsp:spPr>
        <a:xfrm>
          <a:off x="3391894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F74EC4-0FDA-4634-A5ED-434149267B21}">
      <dsp:nvSpPr>
        <dsp:cNvPr id="0" name=""/>
        <dsp:cNvSpPr/>
      </dsp:nvSpPr>
      <dsp:spPr>
        <a:xfrm>
          <a:off x="4390229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229308"/>
            <a:satOff val="-22001"/>
            <a:lumOff val="7765"/>
            <a:alphaOff val="0"/>
          </a:schemeClr>
        </a:solidFill>
        <a:ln w="12700" cap="flat" cmpd="sng" algn="ctr">
          <a:solidFill>
            <a:schemeClr val="accent2">
              <a:hueOff val="-4229308"/>
              <a:satOff val="-22001"/>
              <a:lumOff val="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CB509F-78EA-494E-97CC-3B586FB46479}">
      <dsp:nvSpPr>
        <dsp:cNvPr id="0" name=""/>
        <dsp:cNvSpPr/>
      </dsp:nvSpPr>
      <dsp:spPr>
        <a:xfrm>
          <a:off x="5388565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613790"/>
            <a:satOff val="-24001"/>
            <a:lumOff val="8471"/>
            <a:alphaOff val="0"/>
          </a:schemeClr>
        </a:solidFill>
        <a:ln w="12700" cap="flat" cmpd="sng" algn="ctr">
          <a:solidFill>
            <a:schemeClr val="accent2">
              <a:hueOff val="-4613790"/>
              <a:satOff val="-24001"/>
              <a:lumOff val="8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3751F1-60AE-4C91-9DE2-D529183ACD6F}">
      <dsp:nvSpPr>
        <dsp:cNvPr id="0" name=""/>
        <dsp:cNvSpPr/>
      </dsp:nvSpPr>
      <dsp:spPr>
        <a:xfrm>
          <a:off x="6386900" y="3034547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4998273"/>
            <a:satOff val="-26001"/>
            <a:lumOff val="9177"/>
            <a:alphaOff val="0"/>
          </a:schemeClr>
        </a:solidFill>
        <a:ln w="12700" cap="flat" cmpd="sng" algn="ctr">
          <a:solidFill>
            <a:schemeClr val="accent2">
              <a:hueOff val="-4998273"/>
              <a:satOff val="-26001"/>
              <a:lumOff val="9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087602-82EC-42E0-85D0-C9D49863B54E}">
      <dsp:nvSpPr>
        <dsp:cNvPr id="0" name=""/>
        <dsp:cNvSpPr/>
      </dsp:nvSpPr>
      <dsp:spPr>
        <a:xfrm>
          <a:off x="396887" y="3303319"/>
          <a:ext cx="7074818" cy="643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</a:t>
          </a:r>
          <a:r>
            <a:rPr lang="zh-CN" sz="2200" kern="1200" dirty="0"/>
            <a:t>，</a:t>
          </a:r>
          <a:r>
            <a:rPr lang="zh-CN" altLang="en-US" sz="2200" kern="1200" dirty="0"/>
            <a:t>请分享你计划如何把握时机服侍</a:t>
          </a:r>
          <a:r>
            <a:rPr lang="zh-CN" sz="2200" kern="1200" dirty="0"/>
            <a:t>？</a:t>
          </a:r>
        </a:p>
      </dsp:txBody>
      <dsp:txXfrm>
        <a:off x="396887" y="3303319"/>
        <a:ext cx="7074818" cy="643165"/>
      </dsp:txXfrm>
    </dsp:sp>
    <dsp:sp modelId="{6814A461-EE4F-4428-B6B1-AC521A64A596}">
      <dsp:nvSpPr>
        <dsp:cNvPr id="0" name=""/>
        <dsp:cNvSpPr/>
      </dsp:nvSpPr>
      <dsp:spPr>
        <a:xfrm>
          <a:off x="396887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382755"/>
            <a:satOff val="-28001"/>
            <a:lumOff val="9883"/>
            <a:alphaOff val="0"/>
          </a:schemeClr>
        </a:solidFill>
        <a:ln w="12700" cap="flat" cmpd="sng" algn="ctr">
          <a:solidFill>
            <a:schemeClr val="accent2">
              <a:hueOff val="-5382755"/>
              <a:satOff val="-28001"/>
              <a:lumOff val="9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29075E8-BD54-42F8-93D3-39BF0B1F6755}">
      <dsp:nvSpPr>
        <dsp:cNvPr id="0" name=""/>
        <dsp:cNvSpPr/>
      </dsp:nvSpPr>
      <dsp:spPr>
        <a:xfrm>
          <a:off x="1395223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5767238"/>
            <a:satOff val="-30001"/>
            <a:lumOff val="10588"/>
            <a:alphaOff val="0"/>
          </a:schemeClr>
        </a:solidFill>
        <a:ln w="12700" cap="flat" cmpd="sng" algn="ctr">
          <a:solidFill>
            <a:schemeClr val="accent2">
              <a:hueOff val="-5767238"/>
              <a:satOff val="-30001"/>
              <a:lumOff val="10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82BDB2-129C-4958-B74E-3D263E2B35FC}">
      <dsp:nvSpPr>
        <dsp:cNvPr id="0" name=""/>
        <dsp:cNvSpPr/>
      </dsp:nvSpPr>
      <dsp:spPr>
        <a:xfrm>
          <a:off x="2393558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151721"/>
            <a:satOff val="-32001"/>
            <a:lumOff val="11294"/>
            <a:alphaOff val="0"/>
          </a:schemeClr>
        </a:solidFill>
        <a:ln w="12700" cap="flat" cmpd="sng" algn="ctr">
          <a:solidFill>
            <a:schemeClr val="accent2">
              <a:hueOff val="-6151721"/>
              <a:satOff val="-32001"/>
              <a:lumOff val="11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43BDCB-C846-4B29-9F98-87A6DFD394CC}">
      <dsp:nvSpPr>
        <dsp:cNvPr id="0" name=""/>
        <dsp:cNvSpPr/>
      </dsp:nvSpPr>
      <dsp:spPr>
        <a:xfrm>
          <a:off x="3391894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536203"/>
            <a:satOff val="-34001"/>
            <a:lumOff val="12000"/>
            <a:alphaOff val="0"/>
          </a:schemeClr>
        </a:solidFill>
        <a:ln w="12700" cap="flat" cmpd="sng" algn="ctr">
          <a:solidFill>
            <a:schemeClr val="accent2">
              <a:hueOff val="-6536203"/>
              <a:satOff val="-34001"/>
              <a:lumOff val="120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3D1CA3-8199-4566-9213-F16CD28DC388}">
      <dsp:nvSpPr>
        <dsp:cNvPr id="0" name=""/>
        <dsp:cNvSpPr/>
      </dsp:nvSpPr>
      <dsp:spPr>
        <a:xfrm>
          <a:off x="4390229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6920685"/>
            <a:satOff val="-36001"/>
            <a:lumOff val="12706"/>
            <a:alphaOff val="0"/>
          </a:schemeClr>
        </a:solidFill>
        <a:ln w="12700" cap="flat" cmpd="sng" algn="ctr">
          <a:solidFill>
            <a:schemeClr val="accent2">
              <a:hueOff val="-6920685"/>
              <a:satOff val="-36001"/>
              <a:lumOff val="12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1CA5899-9134-42A9-B8F9-4118716FC251}">
      <dsp:nvSpPr>
        <dsp:cNvPr id="0" name=""/>
        <dsp:cNvSpPr/>
      </dsp:nvSpPr>
      <dsp:spPr>
        <a:xfrm>
          <a:off x="5388565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305168"/>
            <a:satOff val="-38001"/>
            <a:lumOff val="13412"/>
            <a:alphaOff val="0"/>
          </a:schemeClr>
        </a:solidFill>
        <a:ln w="12700" cap="flat" cmpd="sng" algn="ctr">
          <a:solidFill>
            <a:schemeClr val="accent2">
              <a:hueOff val="-7305168"/>
              <a:satOff val="-38001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99105C6-58B7-4C35-AEC6-A9875E86CE1B}">
      <dsp:nvSpPr>
        <dsp:cNvPr id="0" name=""/>
        <dsp:cNvSpPr/>
      </dsp:nvSpPr>
      <dsp:spPr>
        <a:xfrm>
          <a:off x="6386900" y="3946485"/>
          <a:ext cx="943309" cy="157218"/>
        </a:xfrm>
        <a:prstGeom prst="parallelogram">
          <a:avLst>
            <a:gd name="adj" fmla="val 140840"/>
          </a:avLst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CCE16-99BC-CC8A-E054-288D26EA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2F0F05-7059-7A2A-10AA-6F8B2B491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AC55A6-7361-8AE2-A8AE-464789F6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D72301-91F0-6212-2D77-A468475C7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34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84AE-9521-98EA-4CC4-92E0F5FD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E1A476-236C-BF2B-B74C-75AC2B7BD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4CEB1F-B5A3-F88E-6E2B-6DCAC6D97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B00EFD-BA13-DA7B-59C7-87E6EE8B4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67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129D-5E9C-BFB2-84B6-50D3F22D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B6BC-6446-2A39-6497-A91BFC30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CB135-F774-F1C9-1EF9-CA85C2D7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52D5A-01F7-CB33-05AB-147A6A1C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3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8E12-DB15-6F99-9B38-65C1E016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C73EB4-4AC1-A265-2C55-673935478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56198D-F9F7-4C69-51F7-72F79CC2B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84008F-9E1F-8227-1EE5-C5A05BE0D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0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3E07-1291-F311-EB9E-0781EEE4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86219-6D70-898C-4DBB-D191E72D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723C42-7D8A-6F69-9797-C68C21491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C5A280-4C3E-64B1-5AF8-5CF0AE5DD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77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FB0C-03A2-323D-85DD-25BFE5E0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13A19-7330-5BAB-86E0-5EBA5C02B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05A6A8-EADA-CE71-620D-D6F0D1C6B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DFD103-C3CA-576B-9B4C-2818FC095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920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4208-D670-AB24-42F7-1A96B9B4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AB4F92-773E-CCDA-7577-7B617F261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B6DF42-3B73-9FDE-FCE5-E4382C31D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ECB2F9-3D0F-A6B5-A61E-84EE6EE49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254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F199-F54C-D55F-A605-4825FF97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1FBF3E-CD3F-63F4-34B0-CC5F28532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F6735C-0507-4A11-B7DB-85FCEEEB4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451E43-E64E-2EA8-8A8A-03F0957B9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1586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5304-8DF7-D106-B188-9CFF7FC5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578AB5-61E8-672E-248E-A03D1D015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CC0BEE-2B4C-ABAD-C410-779C81283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5F616A-1A47-A422-2BB2-D96F7DA35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144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8064-4A1D-89C3-1CB0-DC423322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AE3B0-4519-761D-ED56-7353C7EDB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E8F87A-331F-669E-BF44-E1A19DC3A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E898AF-F6F8-186B-73AC-3B6B0E32F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895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0221-3CD3-EA22-A0F8-1F049960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46ED54-2B3E-EEFE-75B0-5D1AEB044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3D37A1-4D88-170D-B7D7-062D0EB31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449634-94DC-37F1-29B3-5EEA5A08C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763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C9AE-EA16-E0B6-8646-1843C7A1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23DD2D-9D1A-1C8F-F602-71A854450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1D6939-2F9E-BACB-851C-78699E261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263BB3-F77E-F7AF-575E-D002D9448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0083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2030-4283-E15F-9971-ED1AC7DC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4DDC06-6CC3-9399-9F4B-581589364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979D23-A61C-CE8B-7434-73413690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C7319-033F-25D1-0FCB-A82832701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900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66A5A-8D16-433D-63DD-0D3A1BAC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5D52EF-C25A-3115-2177-606ECA446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E98B09-3879-1A9B-CFD9-DC68D439E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40BBD-B092-0079-3D59-5A82BE40C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902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3289-15B9-8537-8B1D-33AC7DDC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3E4BC6-1F4D-AD44-DA75-45649144D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23224B-FFB5-1735-D010-5286F508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5491-440B-DF25-1469-36DB5C4CF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98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2026/2/1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6" name="Rectangle 126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F1317E-CF0F-C1E0-838D-4A4ABCF44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" t="6409" r="28868" b="1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7" name="Rectangle 127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一件美事</a:t>
            </a:r>
            <a:endParaRPr lang="en-US" altLang="zh-CN" sz="48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马太福音二六章</a:t>
            </a:r>
            <a:r>
              <a:rPr lang="en-US" altLang="zh-CN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6~13</a:t>
            </a:r>
            <a:r>
              <a:rPr lang="zh-CN" alt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节</a:t>
            </a:r>
            <a:endParaRPr lang="en-US" altLang="zh-CN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278" name="Rectangle 127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152510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120650" y="1200034"/>
            <a:ext cx="11992973" cy="55803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26:6】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耶稣在伯大尼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长大麻风的西门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家里，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26:7】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有一个女人拿着一</a:t>
            </a:r>
            <a:r>
              <a:rPr lang="zh-CN" altLang="en-US" sz="24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玉瓶极贵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的香膏来，趁耶稣坐席的时候，浇在他的头上。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26:8】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门徒看见就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很不喜悦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，说：“何用这样的</a:t>
            </a:r>
            <a:r>
              <a:rPr lang="zh-CN" altLang="en-US" sz="2400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枉费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呢！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26:9】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这香膏可以卖许多钱周济穷人。”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一件美事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常有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穷人和你们同在，只是你们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不常有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</a:t>
            </a:r>
            <a:r>
              <a:rPr lang="zh-CN" altLang="en-US" sz="2400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为我安葬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纪念</a:t>
            </a:r>
            <a:r>
              <a:rPr lang="zh-CN" altLang="en-US" sz="2400" dirty="0">
                <a:solidFill>
                  <a:schemeClr val="tx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71858" y="199582"/>
            <a:ext cx="8329301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马太福音二六章</a:t>
            </a:r>
            <a:r>
              <a:rPr lang="en-US" altLang="zh-CN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6~13</a:t>
            </a:r>
            <a:r>
              <a:rPr lang="zh-CN" altLang="en-US" sz="36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</a:p>
          <a:p>
            <a:pPr>
              <a:spcAft>
                <a:spcPts val="600"/>
              </a:spcAft>
            </a:pP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013198" y="2309527"/>
            <a:ext cx="11095682" cy="22389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第一段、不计代价的事奉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6-7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第二段、不看人评价的事奉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8-9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第三段、按主的心意的事奉 </a:t>
            </a:r>
            <a:r>
              <a:rPr lang="en-US" altLang="zh-CN" sz="32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10-13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297107"/>
            <a:ext cx="1149409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安葬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作的。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430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本卷书上下文：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马太福音的主题是耶稣是天国的君王。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章之前是以耶稣的五大段的讲论来划分结构，每一个讲论的主题都与天国有关。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26-28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章讲到他的受死与复活：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他如何成就君王的身份，是藉着他的死里复活，升天成为那位掌管统治天上地上一切所有的天国的大君王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章开始进入耶稣的受难周。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：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1-2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节是耶稣结束了橄榄山的讲论，这是第四次预言自己将要受害。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章耶稣受难的序言。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一则是显明耶稣知道讲临到他的事，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另一则说明这件事的成就看似是人的计划，实则是神的计划“被交”是被神所交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26-27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章记述了耶稣的受难。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3167-AADB-5464-5D9C-2F18CB76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27DEB5A-4B05-1A36-D07C-BD0EA7A964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48B277-6EED-E62B-A53B-AA06D51302A9}"/>
              </a:ext>
            </a:extLst>
          </p:cNvPr>
          <p:cNvSpPr txBox="1"/>
          <p:nvPr/>
        </p:nvSpPr>
        <p:spPr>
          <a:xfrm>
            <a:off x="571303" y="1103546"/>
            <a:ext cx="11049393" cy="3012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结构上下文：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 3-5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宗教领袖商议要用诡计要杀害耶稣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X 6-13</a:t>
            </a:r>
            <a:r>
              <a:rPr lang="zh-CN" altLang="en-US" sz="16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西门家的筵席中有一个女人用香膏膏主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A’ 14-16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 犹大用三十块钱卖耶稣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四福音平行经文：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马太、马可和约翰都说是发生在伯大尼的事，离耶稣受难的日子不远，是指同一件事。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路加福音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7:36-50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不但在时间、地点、环境等方面都不同，内容上也不同。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0764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C18F-3C42-2BC4-3EB6-5676566F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65EAC9-8887-D983-9CF2-5B0BD6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6879EF-3B9F-853C-B13E-83CDEADC8403}"/>
              </a:ext>
            </a:extLst>
          </p:cNvPr>
          <p:cNvSpPr txBox="1"/>
          <p:nvPr/>
        </p:nvSpPr>
        <p:spPr>
          <a:xfrm>
            <a:off x="571303" y="1103546"/>
            <a:ext cx="11049393" cy="245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主要内容：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时间：在逾约节前六天，耶稣进入耶路撒冷之前。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地点：伯大尼长大麻风的西门家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人物：耶稣、女人、门徒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事件：女人用极贵的香膏膏耶稣，门徒不以为然，认为是“枉费”，更应该周济穷人。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lvl="2">
              <a:lnSpc>
                <a:spcPct val="150000"/>
              </a:lnSpc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   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耶稣称赞了这行为，说是一件美事，以后都要记念这女人所行的。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687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A28-91EB-2F98-0834-40647C84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93531E-53CF-4A9F-5BE9-1F0059F2C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552FA6-491B-050A-4A87-695E2F5177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地点：伯大尼长大麻风的西门家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麻风病在当时是一种不治之症，而且是会传染的疾病。麻风病人被视为不洁净的人群，需要被隔离的。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《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利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》13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章特别记载。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利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13:46】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灾病在他身上的日子，他便是不洁净。他既是不洁净，就要独居营外。”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香膏：在宴席间以香膏涂抹贵宾是古中东的习俗。在犹太习俗中，当一位客人来到你家，你要用香膏膏抹客人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玉瓶：是密封的雪白大理石瓶，可保护香气不外溢；一旦从细长的瓶颈处打破，香膏只能一次性用完。马可和约翰记为“真哪哒”，这是由印度进口的甘松香油，专用于为尊贵死者膏身。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3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CD46-555C-AB02-A582-B291542C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AD94EA8-B339-A3EB-E9EC-F4FB20A1573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FB8EE8-0876-C1BC-F096-2EAD467DA89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两种服侍：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筵席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玉瓶极贵膏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对应两种爱：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西门的爱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竭近所能的爱主（玉瓶极贵）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抓住机会的服侍（为安葬作）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118759-B942-4F68-979B-0C114BCD2521}"/>
              </a:ext>
            </a:extLst>
          </p:cNvPr>
          <p:cNvSpPr txBox="1"/>
          <p:nvPr/>
        </p:nvSpPr>
        <p:spPr>
          <a:xfrm>
            <a:off x="4796326" y="4135232"/>
            <a:ext cx="61743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西门的服侍：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按平日常规服侍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可以重复的服侍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611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F1D4-3BE0-D043-7A2B-419601C2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87A34F2-1198-BD81-D4C7-A0F5EFCE2E7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BC5386-A852-1923-D4C9-90B8D585AD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女人的服侍特点：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抓住机会服侍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不计代价服侍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香膏：一次性、唯一的、极贵的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竭近所能的爱主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服侍的基础：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真正正确的认识耶稣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完全出于对耶稣的爱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49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A1B5-8EB3-ECBB-69FE-E7FFB702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3819BCB-C3D3-77CA-4872-18D2D95BA1D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6-7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，不计代价的事奉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C320B3-7438-1BC0-DA0F-267C1274D1E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耶稣在伯大尼长大麻风的西门家里，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有一个女人拿着一玉瓶极贵的香膏来，趁耶稣坐席的时候，浇在他的头上。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车老师在中国不计代价的事奉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他这样做的动机是因为爱主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反思我们自己的心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我爱主吗？真的爱吗？爱他的具体表现是什么？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爱是有行动的，耶稣对我们的爱是十字架的爱。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马利亚对耶稣的爱，是以用她看为最宝贵的来膏耶稣，她的爱不是用价值来衡量的，她的爱是不计代价的爱。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那你愿意将你最宝贵的献给主吗？时间、精力、行动，你最好的年华、甚至是你的生命都献给他吗？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292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017E-C075-0382-A0A5-FFAB4B86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9FEA831-705F-D548-7E18-56795861C92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8-9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不看人评价的事奉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38C92F-2666-D03A-24CE-2E1B092F77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门徒看见就很不喜悦，说：“何用这样的枉费呢！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这香膏可以卖许多钱周济穷人。”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马可记载，“有几个人”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是复数。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众人的看法，多人的看法。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对这件事门徒的反应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不喜悦，新译本翻译为“很生气”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通过后面耶稣的话，我们知道这样是不对的。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门徒观点 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女的观点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“很不喜悦”（很生气）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“枉费” 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“卖许多钱周济穷人”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是否意识着：</a:t>
            </a:r>
            <a:r>
              <a:rPr lang="zh-CN" altLang="en-US" strike="sngStrike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耶稣不配？</a:t>
            </a:r>
            <a:endParaRPr lang="en-US" altLang="zh-CN" strike="sngStrike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注意：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节，耶稣第四次预言受难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3524B3-4EEC-6B67-C30B-5A1AE7382E44}"/>
              </a:ext>
            </a:extLst>
          </p:cNvPr>
          <p:cNvSpPr txBox="1"/>
          <p:nvPr/>
        </p:nvSpPr>
        <p:spPr>
          <a:xfrm>
            <a:off x="4796326" y="4032680"/>
            <a:ext cx="6174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女人的观点：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希望被神所喜悦（用自己头发去擦，约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希望至美好的物能用在耶稣身上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抓住时机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耶稣配得一切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3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6EC5-571D-0AA0-3619-FDFB2D70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1860FA7-D7ED-1B4A-85B1-BF2D7EF7B1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8-9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不看人评价的事奉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D014B1-6DC3-0B1B-BD56-ADCF84A6C9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" y="1110953"/>
            <a:ext cx="12192000" cy="5747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门徒看见就很不喜悦，说：“何用这样的枉费呢！</a:t>
            </a:r>
          </a:p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这香膏可以卖许多钱周济穷人。”</a:t>
            </a: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门徒们（可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，“有几个人心中很不喜悦”）：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众人以为错的事情，一定错？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用真理检验。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事奉的评价不在人，而在神，在真理。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一个觉得值，一个觉得不值，到底值不值？你觉得呢？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如何看待“周济穷人” 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周济穷人要不要、应该不应该？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要、当然应该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主耶稣没有否认这事。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不是人有爱，是爱首先从神来，我们的爱是神的爱的彰显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在正确认识福音基础上对外在爱的表现：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不是爱心泛滥（如对动物爱的泛滥）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不是没有真理的爱（不讲真理的原则只有爱）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485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CC56-1848-1458-0475-23D74E0B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E6758A5-7808-0F96-1E19-C31169DAC2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6E7FA0-525E-26B2-7037-5278450D73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三个内容：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，肯定女人做的是：“一件美事”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，为什么呢？“为我安葬作的”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，鼓励大家记住且作这“美事”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D83570-ADC2-D440-C26D-C840A8ED5113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90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00F3-5E21-7BA3-287D-2F840FC62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4E87A33-25B2-A659-8998-CF144D56C87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A4D02B-34C1-3E04-0CEE-F765D8B710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，肯定女人做的是：“一件美事”：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“看出他们的意思”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知道门徒的心里所想的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耶稣做了评述：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对门徒：不要难为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对女人：一件美事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3C30C7-3F84-7008-8DF0-3A0D7B9062DC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D1069F-94D8-F871-1309-0FFEA79E57B9}"/>
              </a:ext>
            </a:extLst>
          </p:cNvPr>
          <p:cNvSpPr txBox="1"/>
          <p:nvPr/>
        </p:nvSpPr>
        <p:spPr>
          <a:xfrm>
            <a:off x="6027380" y="3261111"/>
            <a:ext cx="5381239" cy="320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“美事”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好事、正确的事。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此处：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把握正确时机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听耶稣话、正确认识耶稣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合神心意的事即：正确真理认识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472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C93D-BF81-8CBF-DE33-D6BA3547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612F572-74DE-3B13-E607-537661421D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484807-CABA-783B-071E-AE631863F8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、为什么是一件美事呢？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目的：为我安葬作的。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常有 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vs 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不常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耶稣没有反对周济穷人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耶稣是在强调把握时机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伯大尼的马利亚，在耶稣死前，抓住机会膏抹了主；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抹大拉的马利亚，在耶稣死后，想要膏主却没机会（可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16:1-6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耶稣在强调正确的认识真理、信耶稣的话（参：第四次预言受害）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F09D5-D8C2-8281-5FB3-4C6C319EBB58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162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1B99-C02C-E98E-385F-4C9B0C22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563F510-B94E-F9EA-5EC8-E722F8F0D5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AD8BD4-3E9C-2822-ADC6-1AA495B242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、为什么是一件美事呢？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时机：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爱主要尽心、尽性、尽意，事奉主要尽力；不要消灭圣灵的感动，必须及时把握稍纵即逝的机会。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旧约的扫罗王而被神弃绝。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大考与小考：我们新约中神的儿女也会经历各种大考、小考，没有过关就继续经历试验。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“为我安葬作的”：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听且信真理。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一方面是圣灵在我们心里的工作（神的工作）。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一方面是我们个人追求认识真理（个人本分）。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23E8B9-E835-C43C-39FE-5670AB190EB3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9697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2EDB-CC51-1D75-8E27-1AE53573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A1E6FFD-843F-D357-2917-D99DE5638B6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6F3F5E-C122-0DA9-C54D-33288922486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伯大尼马利亚，她是三次亲近主，都靠近耶稣，并且也都被人误会：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一是当她在耶稣脚前坐着听他的道，她姐姐马大忙乱，就责怪她不帮助她服事主；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可是耶稣却赞扬她已经选择那上好的福分，是不能夺去的（路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10:39-42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二是拉撒路死了四天，耶稣来到伯大尼，马大叫她到村口迎接主，她急忙起来出去；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她的邻舍和朋友又误解她，以为她要往坟墓那里去哭，她却俯伏耶稣脚前，耶稣哭了（约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11:31-32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三是她在耶稣坐席时膏抹主，把她所得一切上好的浇在主的身上；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571500" lvl="1">
              <a:lnSpc>
                <a:spcPct val="150000"/>
              </a:lnSpc>
              <a:spcAft>
                <a:spcPts val="600"/>
              </a:spcAft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	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犹大和其他门徒误解她，耶稣却为她辩护，因为这一斤极贵的真哪哒香膏，是人子安葬时理当配受的。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5CBA82-565F-ACAB-E143-D7FA4165336C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32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C53D-4F63-AC1E-6197-4E647078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7F176A9-884B-2613-D642-B137B4D84A3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第三段、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10-13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按主的心意的事奉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67CC50-6395-D537-1C30-4D382CE08C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3261112"/>
            <a:ext cx="12192000" cy="359688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但耶稣郑重其事告诫门徒：“普天之下，无论在什么地方传这福音，也要述说这女人所行的，作个纪念。”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是纪念女人所行的，不是纪念这个女人，因为这样的服侍是和福音相关的。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女人的爱主行动，是献上最为珍贵的香膏，因为这是耶稣所配得的。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所以弟兄们，我以　神的慈悲劝你们，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将身体献上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，当作活祭，是圣洁的，是　神所喜悦的，你们如此侍奉，乃是理所当然的。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我们爱，是因为神先爱我们。他先赐下他的爱子耶稣给我们，为我们舍命流血。所以我们也要献上自己为主而活。主为我死，我为主活。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女人的爱主行动，是把握机会，是爱。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我们也要把握机会。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我们最为常用的托辞：“我太忙了，我没有时间。”唐崇荣牧师说：“当你说自己没有时间的时候，你正在用时间说自己没有时间。”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机会是需要把握的，耶稣尚未再来，我们尚未去世，这就是神留给我们爱主的机会，让我们爱主再为主多一点点。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爱主的人是神所知道的，爱主的人也要被众人所知道。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1E74CD-09B0-2136-7136-E95C27CC4B62}"/>
              </a:ext>
            </a:extLst>
          </p:cNvPr>
          <p:cNvSpPr txBox="1"/>
          <p:nvPr/>
        </p:nvSpPr>
        <p:spPr>
          <a:xfrm>
            <a:off x="102042" y="1134633"/>
            <a:ext cx="12089958" cy="2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26:10】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耶稣看出他们的意思，就说：“为什么难为这女人呢？她在我身上作的是一件美事。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26:11】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因为常有穷人和你们同在，只是你们不常有我。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26:12】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她将这香膏浇在我身上，是为我安葬作的。</a:t>
            </a: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太</a:t>
            </a:r>
            <a:r>
              <a:rPr lang="en-US" altLang="zh-CN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26:13】</a:t>
            </a:r>
            <a:r>
              <a:rPr lang="zh-CN" altLang="en-US" sz="2000" dirty="0">
                <a:solidFill>
                  <a:srgbClr val="C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我实在告诉你们：普天之下，无论在什么地方传这福音，也要述说这女人所行的，作个纪念。”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56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FD9D-83DC-482F-4785-8F9B5A1F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6BEFEB-ECB9-77A7-F25C-CA963A8314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总结：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04E6F7-2AA6-7705-88EF-E3298CAC1C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1136592"/>
            <a:ext cx="12089958" cy="57214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在新的一年中：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不计代价，作自己最好的事奉 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不看人评价、认识真理的事奉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按主的心意、把握时机的事奉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“普天之下，无论在什么地方传这福音”，就是耶稣受难，成就救赎的福音。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真正在黑暗中光明的服侍者是那一位以死来服事我们主耶稣，正因为他以死来服事了我们，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所以我们才能来到他的面前服事他，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所以我们要省察我们的服事：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是不是不计代价的来服事他；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是不是不以人的评价服事他；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是不是按着他的心意服事他。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EB7C1-1655-29B3-6D7A-A2FDFE6F099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74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001368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9387</TotalTime>
  <Words>3251</Words>
  <Application>Microsoft Office PowerPoint</Application>
  <PresentationFormat>宽屏</PresentationFormat>
  <Paragraphs>249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2026-01-31T23:09:31Z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