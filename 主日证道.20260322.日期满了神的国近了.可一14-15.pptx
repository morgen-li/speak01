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3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4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5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6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7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8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9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10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11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12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13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4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15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6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7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18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9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20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21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560" r:id="rId2"/>
    <p:sldId id="554" r:id="rId3"/>
    <p:sldId id="425" r:id="rId4"/>
    <p:sldId id="602" r:id="rId5"/>
    <p:sldId id="598" r:id="rId6"/>
    <p:sldId id="682" r:id="rId7"/>
    <p:sldId id="683" r:id="rId8"/>
    <p:sldId id="685" r:id="rId9"/>
    <p:sldId id="686" r:id="rId10"/>
    <p:sldId id="687" r:id="rId11"/>
    <p:sldId id="688" r:id="rId12"/>
    <p:sldId id="689" r:id="rId13"/>
    <p:sldId id="684" r:id="rId14"/>
    <p:sldId id="690" r:id="rId15"/>
    <p:sldId id="691" r:id="rId16"/>
    <p:sldId id="692" r:id="rId17"/>
    <p:sldId id="693" r:id="rId18"/>
    <p:sldId id="694" r:id="rId19"/>
    <p:sldId id="695" r:id="rId20"/>
    <p:sldId id="696" r:id="rId21"/>
    <p:sldId id="697" r:id="rId22"/>
    <p:sldId id="552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82" userDrawn="1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3D06"/>
    <a:srgbClr val="F1F1F1"/>
    <a:srgbClr val="1A3A7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083F1C-B1D3-4F53-85F1-42B340982506}" v="163" dt="2026-04-06T09:03:28.074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5" autoAdjust="0"/>
    <p:restoredTop sz="96238" autoAdjust="0"/>
  </p:normalViewPr>
  <p:slideViewPr>
    <p:cSldViewPr snapToGrid="0">
      <p:cViewPr varScale="1">
        <p:scale>
          <a:sx n="106" d="100"/>
          <a:sy n="106" d="100"/>
        </p:scale>
        <p:origin x="756" y="108"/>
      </p:cViewPr>
      <p:guideLst>
        <p:guide orient="horz" pos="2682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59CB959F-A851-4548-80C1-7FE993D19D0E}"/>
    <pc:docChg chg="undo redo custSel addSld delSld modSld sldOrd modMainMaster modNotesMaster">
      <pc:chgData name="强 李" userId="cd6c7ec7188785ae" providerId="LiveId" clId="{59CB959F-A851-4548-80C1-7FE993D19D0E}" dt="2026-04-06T09:03:28.073" v="12490"/>
      <pc:docMkLst>
        <pc:docMk/>
      </pc:docMkLst>
      <pc:sldChg chg="modSp mod">
        <pc:chgData name="强 李" userId="cd6c7ec7188785ae" providerId="LiveId" clId="{59CB959F-A851-4548-80C1-7FE993D19D0E}" dt="2026-03-19T13:20:12.168" v="12024" actId="1076"/>
        <pc:sldMkLst>
          <pc:docMk/>
          <pc:sldMk cId="0" sldId="425"/>
        </pc:sldMkLst>
        <pc:spChg chg="mod">
          <ac:chgData name="强 李" userId="cd6c7ec7188785ae" providerId="LiveId" clId="{59CB959F-A851-4548-80C1-7FE993D19D0E}" dt="2026-03-19T10:42:08.681" v="11416" actId="20577"/>
          <ac:spMkLst>
            <pc:docMk/>
            <pc:sldMk cId="0" sldId="425"/>
            <ac:spMk id="2" creationId="{95A7D7BC-5F8D-EE76-0D18-39F6F132CCC7}"/>
          </ac:spMkLst>
        </pc:spChg>
        <pc:spChg chg="mod">
          <ac:chgData name="强 李" userId="cd6c7ec7188785ae" providerId="LiveId" clId="{59CB959F-A851-4548-80C1-7FE993D19D0E}" dt="2026-03-19T13:20:12.168" v="12024" actId="1076"/>
          <ac:spMkLst>
            <pc:docMk/>
            <pc:sldMk cId="0" sldId="425"/>
            <ac:spMk id="3" creationId="{FF9BF7C3-9929-69BC-A1CA-30EBD45BF72F}"/>
          </ac:spMkLst>
        </pc:spChg>
      </pc:sldChg>
      <pc:sldChg chg="addSp delSp modSp mod delDesignElem">
        <pc:chgData name="强 李" userId="cd6c7ec7188785ae" providerId="LiveId" clId="{59CB959F-A851-4548-80C1-7FE993D19D0E}" dt="2026-03-21T23:24:42.380" v="12043"/>
        <pc:sldMkLst>
          <pc:docMk/>
          <pc:sldMk cId="419382719" sldId="552"/>
        </pc:sldMkLst>
        <pc:spChg chg="add del">
          <ac:chgData name="强 李" userId="cd6c7ec7188785ae" providerId="LiveId" clId="{59CB959F-A851-4548-80C1-7FE993D19D0E}" dt="2026-03-21T23:24:42.380" v="12043"/>
          <ac:spMkLst>
            <pc:docMk/>
            <pc:sldMk cId="419382719" sldId="552"/>
            <ac:spMk id="45" creationId="{2E442304-DDBD-4F7B-8017-36BCC863FB40}"/>
          </ac:spMkLst>
        </pc:spChg>
        <pc:spChg chg="add del">
          <ac:chgData name="强 李" userId="cd6c7ec7188785ae" providerId="LiveId" clId="{59CB959F-A851-4548-80C1-7FE993D19D0E}" dt="2026-03-21T23:24:42.380" v="12043"/>
          <ac:spMkLst>
            <pc:docMk/>
            <pc:sldMk cId="419382719" sldId="552"/>
            <ac:spMk id="46" creationId="{5E107275-3853-46FD-A241-DE4355A42675}"/>
          </ac:spMkLst>
        </pc:spChg>
        <pc:graphicFrameChg chg="add mod modGraphic">
          <ac:chgData name="强 李" userId="cd6c7ec7188785ae" providerId="LiveId" clId="{59CB959F-A851-4548-80C1-7FE993D19D0E}" dt="2026-03-19T13:19:18.931" v="12019" actId="207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modSp mod">
        <pc:chgData name="强 李" userId="cd6c7ec7188785ae" providerId="LiveId" clId="{59CB959F-A851-4548-80C1-7FE993D19D0E}" dt="2026-04-06T09:02:33.289" v="12465"/>
        <pc:sldMkLst>
          <pc:docMk/>
          <pc:sldMk cId="3418790839" sldId="554"/>
        </pc:sldMkLst>
        <pc:spChg chg="mod">
          <ac:chgData name="强 李" userId="cd6c7ec7188785ae" providerId="LiveId" clId="{59CB959F-A851-4548-80C1-7FE993D19D0E}" dt="2026-04-06T09:02:33.289" v="12465"/>
          <ac:spMkLst>
            <pc:docMk/>
            <pc:sldMk cId="3418790839" sldId="554"/>
            <ac:spMk id="18" creationId="{00000000-0000-0000-0000-000000000000}"/>
          </ac:spMkLst>
        </pc:spChg>
        <pc:graphicFrameChg chg="mod modGraphic">
          <ac:chgData name="强 李" userId="cd6c7ec7188785ae" providerId="LiveId" clId="{59CB959F-A851-4548-80C1-7FE993D19D0E}" dt="2026-03-19T10:41:21.895" v="11405" actId="20577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addSp delSp modSp mod setClrOvrMap delDesignElem">
        <pc:chgData name="强 李" userId="cd6c7ec7188785ae" providerId="LiveId" clId="{59CB959F-A851-4548-80C1-7FE993D19D0E}" dt="2026-04-06T07:32:34.882" v="12265" actId="1076"/>
        <pc:sldMkLst>
          <pc:docMk/>
          <pc:sldMk cId="1911491714" sldId="560"/>
        </pc:sldMkLst>
        <pc:spChg chg="ord">
          <ac:chgData name="强 李" userId="cd6c7ec7188785ae" providerId="LiveId" clId="{59CB959F-A851-4548-80C1-7FE993D19D0E}" dt="2026-03-19T10:39:15.938" v="11352" actId="26606"/>
          <ac:spMkLst>
            <pc:docMk/>
            <pc:sldMk cId="1911491714" sldId="560"/>
            <ac:spMk id="2" creationId="{24DE42EC-EC44-2699-E5D1-55EC7E299B2B}"/>
          </ac:spMkLst>
        </pc:spChg>
        <pc:spChg chg="mod">
          <ac:chgData name="强 李" userId="cd6c7ec7188785ae" providerId="LiveId" clId="{59CB959F-A851-4548-80C1-7FE993D19D0E}" dt="2026-03-19T13:06:40.817" v="11905" actId="1076"/>
          <ac:spMkLst>
            <pc:docMk/>
            <pc:sldMk cId="1911491714" sldId="560"/>
            <ac:spMk id="4" creationId="{00000000-0000-0000-0000-000000000000}"/>
          </ac:spMkLst>
        </pc:spChg>
        <pc:spChg chg="add del">
          <ac:chgData name="强 李" userId="cd6c7ec7188785ae" providerId="LiveId" clId="{59CB959F-A851-4548-80C1-7FE993D19D0E}" dt="2026-03-21T23:24:42.380" v="12043"/>
          <ac:spMkLst>
            <pc:docMk/>
            <pc:sldMk cId="1911491714" sldId="560"/>
            <ac:spMk id="1300" creationId="{37C89E4B-3C9F-44B9-8B86-D9E3D112D8EC}"/>
          </ac:spMkLst>
        </pc:spChg>
        <pc:picChg chg="add del mod">
          <ac:chgData name="强 李" userId="cd6c7ec7188785ae" providerId="LiveId" clId="{59CB959F-A851-4548-80C1-7FE993D19D0E}" dt="2026-04-06T07:32:23.511" v="12261" actId="478"/>
          <ac:picMkLst>
            <pc:docMk/>
            <pc:sldMk cId="1911491714" sldId="560"/>
            <ac:picMk id="5" creationId="{1D7C10E4-8952-5EDC-F913-6C37DC07B684}"/>
          </ac:picMkLst>
        </pc:picChg>
        <pc:picChg chg="add del mod">
          <ac:chgData name="强 李" userId="cd6c7ec7188785ae" providerId="LiveId" clId="{59CB959F-A851-4548-80C1-7FE993D19D0E}" dt="2026-04-06T07:31:53.705" v="12249" actId="478"/>
          <ac:picMkLst>
            <pc:docMk/>
            <pc:sldMk cId="1911491714" sldId="560"/>
            <ac:picMk id="6" creationId="{BDB612D9-DA1F-04F4-FD06-C030E09D6EA2}"/>
          </ac:picMkLst>
        </pc:picChg>
        <pc:picChg chg="add del mod">
          <ac:chgData name="强 李" userId="cd6c7ec7188785ae" providerId="LiveId" clId="{59CB959F-A851-4548-80C1-7FE993D19D0E}" dt="2026-04-06T07:32:26.915" v="12263" actId="478"/>
          <ac:picMkLst>
            <pc:docMk/>
            <pc:sldMk cId="1911491714" sldId="560"/>
            <ac:picMk id="8" creationId="{D6302D69-ED1A-276A-49B2-BC93A5943C3B}"/>
          </ac:picMkLst>
        </pc:picChg>
        <pc:picChg chg="add mod">
          <ac:chgData name="强 李" userId="cd6c7ec7188785ae" providerId="LiveId" clId="{59CB959F-A851-4548-80C1-7FE993D19D0E}" dt="2026-04-06T07:32:34.882" v="12265" actId="1076"/>
          <ac:picMkLst>
            <pc:docMk/>
            <pc:sldMk cId="1911491714" sldId="560"/>
            <ac:picMk id="9" creationId="{7187901E-E530-BD30-2E48-C22853953211}"/>
          </ac:picMkLst>
        </pc:picChg>
        <pc:cxnChg chg="add del">
          <ac:chgData name="强 李" userId="cd6c7ec7188785ae" providerId="LiveId" clId="{59CB959F-A851-4548-80C1-7FE993D19D0E}" dt="2026-03-21T23:24:42.380" v="12043"/>
          <ac:cxnSpMkLst>
            <pc:docMk/>
            <pc:sldMk cId="1911491714" sldId="560"/>
            <ac:cxnSpMk id="1302" creationId="{AA2EAA10-076F-46BD-8F0F-B9A2FB77A85C}"/>
          </ac:cxnSpMkLst>
        </pc:cxnChg>
        <pc:cxnChg chg="add del">
          <ac:chgData name="强 李" userId="cd6c7ec7188785ae" providerId="LiveId" clId="{59CB959F-A851-4548-80C1-7FE993D19D0E}" dt="2026-03-21T23:24:42.380" v="12043"/>
          <ac:cxnSpMkLst>
            <pc:docMk/>
            <pc:sldMk cId="1911491714" sldId="560"/>
            <ac:cxnSpMk id="1304" creationId="{D891E407-403B-4764-86C9-33A56D3BCAA3}"/>
          </ac:cxnSpMkLst>
        </pc:cxnChg>
      </pc:sldChg>
      <pc:sldChg chg="modSp add mod">
        <pc:chgData name="强 李" userId="cd6c7ec7188785ae" providerId="LiveId" clId="{59CB959F-A851-4548-80C1-7FE993D19D0E}" dt="2026-04-06T09:03:28.073" v="12490"/>
        <pc:sldMkLst>
          <pc:docMk/>
          <pc:sldMk cId="2114922048" sldId="598"/>
        </pc:sldMkLst>
        <pc:spChg chg="mod">
          <ac:chgData name="强 李" userId="cd6c7ec7188785ae" providerId="LiveId" clId="{59CB959F-A851-4548-80C1-7FE993D19D0E}" dt="2026-04-06T09:03:28.073" v="12490"/>
          <ac:spMkLst>
            <pc:docMk/>
            <pc:sldMk cId="2114922048" sldId="598"/>
            <ac:spMk id="2" creationId="{00000000-0000-0000-0000-000000000000}"/>
          </ac:spMkLst>
        </pc:spChg>
        <pc:spChg chg="mod">
          <ac:chgData name="强 李" userId="cd6c7ec7188785ae" providerId="LiveId" clId="{59CB959F-A851-4548-80C1-7FE993D19D0E}" dt="2026-03-19T10:54:51.091" v="11635"/>
          <ac:spMkLst>
            <pc:docMk/>
            <pc:sldMk cId="2114922048" sldId="598"/>
            <ac:spMk id="4" creationId="{B4B332DE-F3FB-23DE-0615-8D213F22297F}"/>
          </ac:spMkLst>
        </pc:spChg>
      </pc:sldChg>
      <pc:sldChg chg="modSp mod">
        <pc:chgData name="强 李" userId="cd6c7ec7188785ae" providerId="LiveId" clId="{59CB959F-A851-4548-80C1-7FE993D19D0E}" dt="2026-04-06T07:38:17.736" v="12281" actId="20577"/>
        <pc:sldMkLst>
          <pc:docMk/>
          <pc:sldMk cId="474383694" sldId="602"/>
        </pc:sldMkLst>
        <pc:spChg chg="mod">
          <ac:chgData name="强 李" userId="cd6c7ec7188785ae" providerId="LiveId" clId="{59CB959F-A851-4548-80C1-7FE993D19D0E}" dt="2026-04-06T07:38:17.736" v="12281" actId="20577"/>
          <ac:spMkLst>
            <pc:docMk/>
            <pc:sldMk cId="474383694" sldId="602"/>
            <ac:spMk id="5" creationId="{6D756E38-44BB-893E-10F4-24648C1F9451}"/>
          </ac:spMkLst>
        </pc:spChg>
      </pc:sldChg>
      <pc:sldChg chg="addSp delSp modSp add mod">
        <pc:chgData name="强 李" userId="cd6c7ec7188785ae" providerId="LiveId" clId="{59CB959F-A851-4548-80C1-7FE993D19D0E}" dt="2026-04-06T08:41:36.178" v="12424"/>
        <pc:sldMkLst>
          <pc:docMk/>
          <pc:sldMk cId="1314385556" sldId="682"/>
        </pc:sldMkLst>
        <pc:spChg chg="mod">
          <ac:chgData name="强 李" userId="cd6c7ec7188785ae" providerId="LiveId" clId="{59CB959F-A851-4548-80C1-7FE993D19D0E}" dt="2026-04-06T08:41:36.178" v="12424"/>
          <ac:spMkLst>
            <pc:docMk/>
            <pc:sldMk cId="1314385556" sldId="682"/>
            <ac:spMk id="5" creationId="{7F7534F1-88D2-901D-852B-564E8F671849}"/>
          </ac:spMkLst>
        </pc:spChg>
        <pc:spChg chg="mod">
          <ac:chgData name="强 李" userId="cd6c7ec7188785ae" providerId="LiveId" clId="{59CB959F-A851-4548-80C1-7FE993D19D0E}" dt="2026-03-19T10:56:13.501" v="11638"/>
          <ac:spMkLst>
            <pc:docMk/>
            <pc:sldMk cId="1314385556" sldId="682"/>
            <ac:spMk id="18" creationId="{7081BE4F-A30C-089E-ACA7-41E7FAAE065D}"/>
          </ac:spMkLst>
        </pc:spChg>
      </pc:sldChg>
      <pc:sldChg chg="modSp add mod">
        <pc:chgData name="强 李" userId="cd6c7ec7188785ae" providerId="LiveId" clId="{59CB959F-A851-4548-80C1-7FE993D19D0E}" dt="2026-03-21T23:26:18.963" v="12046" actId="207"/>
        <pc:sldMkLst>
          <pc:docMk/>
          <pc:sldMk cId="3846173303" sldId="683"/>
        </pc:sldMkLst>
        <pc:spChg chg="mod">
          <ac:chgData name="强 李" userId="cd6c7ec7188785ae" providerId="LiveId" clId="{59CB959F-A851-4548-80C1-7FE993D19D0E}" dt="2026-03-21T23:26:18.963" v="12046" actId="207"/>
          <ac:spMkLst>
            <pc:docMk/>
            <pc:sldMk cId="3846173303" sldId="683"/>
            <ac:spMk id="5" creationId="{2EE43953-4906-9444-6E02-C09C061DFA03}"/>
          </ac:spMkLst>
        </pc:spChg>
      </pc:sldChg>
      <pc:sldChg chg="modSp add mod ord">
        <pc:chgData name="强 李" userId="cd6c7ec7188785ae" providerId="LiveId" clId="{59CB959F-A851-4548-80C1-7FE993D19D0E}" dt="2026-04-06T07:39:58.414" v="12312"/>
        <pc:sldMkLst>
          <pc:docMk/>
          <pc:sldMk cId="495438279" sldId="684"/>
        </pc:sldMkLst>
        <pc:spChg chg="mod">
          <ac:chgData name="强 李" userId="cd6c7ec7188785ae" providerId="LiveId" clId="{59CB959F-A851-4548-80C1-7FE993D19D0E}" dt="2026-04-06T07:39:58.414" v="12312"/>
          <ac:spMkLst>
            <pc:docMk/>
            <pc:sldMk cId="495438279" sldId="684"/>
            <ac:spMk id="5" creationId="{80B91016-650D-E0C0-FB5D-444D464F7C84}"/>
          </ac:spMkLst>
        </pc:spChg>
        <pc:spChg chg="mod">
          <ac:chgData name="强 李" userId="cd6c7ec7188785ae" providerId="LiveId" clId="{59CB959F-A851-4548-80C1-7FE993D19D0E}" dt="2026-04-05T22:56:48.100" v="12095"/>
          <ac:spMkLst>
            <pc:docMk/>
            <pc:sldMk cId="495438279" sldId="684"/>
            <ac:spMk id="18" creationId="{87F186B4-299F-0EC3-64B3-A929A0CD9748}"/>
          </ac:spMkLst>
        </pc:spChg>
      </pc:sldChg>
      <pc:sldChg chg="modSp add mod">
        <pc:chgData name="强 李" userId="cd6c7ec7188785ae" providerId="LiveId" clId="{59CB959F-A851-4548-80C1-7FE993D19D0E}" dt="2026-04-05T22:59:53.700" v="12139"/>
        <pc:sldMkLst>
          <pc:docMk/>
          <pc:sldMk cId="2217467163" sldId="685"/>
        </pc:sldMkLst>
        <pc:spChg chg="mod">
          <ac:chgData name="强 李" userId="cd6c7ec7188785ae" providerId="LiveId" clId="{59CB959F-A851-4548-80C1-7FE993D19D0E}" dt="2026-04-05T22:59:53.700" v="12139"/>
          <ac:spMkLst>
            <pc:docMk/>
            <pc:sldMk cId="2217467163" sldId="685"/>
            <ac:spMk id="5" creationId="{21105BEF-ED91-BC8B-14BA-7CC23C9352FF}"/>
          </ac:spMkLst>
        </pc:spChg>
      </pc:sldChg>
      <pc:sldChg chg="modSp add mod">
        <pc:chgData name="强 李" userId="cd6c7ec7188785ae" providerId="LiveId" clId="{59CB959F-A851-4548-80C1-7FE993D19D0E}" dt="2026-04-05T23:00:37.277" v="12149" actId="6549"/>
        <pc:sldMkLst>
          <pc:docMk/>
          <pc:sldMk cId="3036496341" sldId="686"/>
        </pc:sldMkLst>
        <pc:spChg chg="mod">
          <ac:chgData name="强 李" userId="cd6c7ec7188785ae" providerId="LiveId" clId="{59CB959F-A851-4548-80C1-7FE993D19D0E}" dt="2026-04-05T23:00:37.277" v="12149" actId="6549"/>
          <ac:spMkLst>
            <pc:docMk/>
            <pc:sldMk cId="3036496341" sldId="686"/>
            <ac:spMk id="5" creationId="{DF57ECAE-5EB2-8162-62D6-7C01148EC066}"/>
          </ac:spMkLst>
        </pc:spChg>
      </pc:sldChg>
      <pc:sldChg chg="modSp add mod">
        <pc:chgData name="强 李" userId="cd6c7ec7188785ae" providerId="LiveId" clId="{59CB959F-A851-4548-80C1-7FE993D19D0E}" dt="2026-04-05T23:00:54.019" v="12155"/>
        <pc:sldMkLst>
          <pc:docMk/>
          <pc:sldMk cId="3191241932" sldId="687"/>
        </pc:sldMkLst>
        <pc:spChg chg="mod">
          <ac:chgData name="强 李" userId="cd6c7ec7188785ae" providerId="LiveId" clId="{59CB959F-A851-4548-80C1-7FE993D19D0E}" dt="2026-04-05T23:00:54.019" v="12155"/>
          <ac:spMkLst>
            <pc:docMk/>
            <pc:sldMk cId="3191241932" sldId="687"/>
            <ac:spMk id="5" creationId="{224F30D7-989D-3942-B628-D42F7478950F}"/>
          </ac:spMkLst>
        </pc:spChg>
      </pc:sldChg>
      <pc:sldChg chg="modSp add mod">
        <pc:chgData name="强 李" userId="cd6c7ec7188785ae" providerId="LiveId" clId="{59CB959F-A851-4548-80C1-7FE993D19D0E}" dt="2026-04-05T23:01:04.352" v="12161" actId="404"/>
        <pc:sldMkLst>
          <pc:docMk/>
          <pc:sldMk cId="2720466157" sldId="688"/>
        </pc:sldMkLst>
        <pc:spChg chg="mod">
          <ac:chgData name="强 李" userId="cd6c7ec7188785ae" providerId="LiveId" clId="{59CB959F-A851-4548-80C1-7FE993D19D0E}" dt="2026-04-05T23:01:04.352" v="12161" actId="404"/>
          <ac:spMkLst>
            <pc:docMk/>
            <pc:sldMk cId="2720466157" sldId="688"/>
            <ac:spMk id="5" creationId="{1178B1DD-6688-4926-70AF-AC00821FC960}"/>
          </ac:spMkLst>
        </pc:spChg>
      </pc:sldChg>
      <pc:sldChg chg="modSp add mod">
        <pc:chgData name="强 李" userId="cd6c7ec7188785ae" providerId="LiveId" clId="{59CB959F-A851-4548-80C1-7FE993D19D0E}" dt="2026-04-05T23:01:19.892" v="12166"/>
        <pc:sldMkLst>
          <pc:docMk/>
          <pc:sldMk cId="86866897" sldId="689"/>
        </pc:sldMkLst>
        <pc:spChg chg="mod">
          <ac:chgData name="强 李" userId="cd6c7ec7188785ae" providerId="LiveId" clId="{59CB959F-A851-4548-80C1-7FE993D19D0E}" dt="2026-04-05T23:01:19.892" v="12166"/>
          <ac:spMkLst>
            <pc:docMk/>
            <pc:sldMk cId="86866897" sldId="689"/>
            <ac:spMk id="5" creationId="{F356A7F4-8B52-4527-A718-68E26B1F1A53}"/>
          </ac:spMkLst>
        </pc:spChg>
      </pc:sldChg>
      <pc:sldChg chg="modSp add mod">
        <pc:chgData name="强 李" userId="cd6c7ec7188785ae" providerId="LiveId" clId="{59CB959F-A851-4548-80C1-7FE993D19D0E}" dt="2026-04-05T23:02:39.815" v="12180" actId="113"/>
        <pc:sldMkLst>
          <pc:docMk/>
          <pc:sldMk cId="2181476306" sldId="690"/>
        </pc:sldMkLst>
        <pc:spChg chg="mod">
          <ac:chgData name="强 李" userId="cd6c7ec7188785ae" providerId="LiveId" clId="{59CB959F-A851-4548-80C1-7FE993D19D0E}" dt="2026-04-05T23:02:39.815" v="12180" actId="113"/>
          <ac:spMkLst>
            <pc:docMk/>
            <pc:sldMk cId="2181476306" sldId="690"/>
            <ac:spMk id="5" creationId="{4E647CA4-2F82-A93C-FEFA-0904C894677D}"/>
          </ac:spMkLst>
        </pc:spChg>
        <pc:spChg chg="mod">
          <ac:chgData name="强 李" userId="cd6c7ec7188785ae" providerId="LiveId" clId="{59CB959F-A851-4548-80C1-7FE993D19D0E}" dt="2026-03-19T11:14:31.946" v="11856"/>
          <ac:spMkLst>
            <pc:docMk/>
            <pc:sldMk cId="2181476306" sldId="690"/>
            <ac:spMk id="18" creationId="{0CCB0AB2-CCEE-FA5E-FD5E-9C99F3A1B814}"/>
          </ac:spMkLst>
        </pc:spChg>
      </pc:sldChg>
      <pc:sldChg chg="modSp add mod">
        <pc:chgData name="强 李" userId="cd6c7ec7188785ae" providerId="LiveId" clId="{59CB959F-A851-4548-80C1-7FE993D19D0E}" dt="2026-04-05T23:03:20.743" v="12186" actId="15"/>
        <pc:sldMkLst>
          <pc:docMk/>
          <pc:sldMk cId="2865680735" sldId="691"/>
        </pc:sldMkLst>
        <pc:spChg chg="mod">
          <ac:chgData name="强 李" userId="cd6c7ec7188785ae" providerId="LiveId" clId="{59CB959F-A851-4548-80C1-7FE993D19D0E}" dt="2026-04-05T23:03:20.743" v="12186" actId="15"/>
          <ac:spMkLst>
            <pc:docMk/>
            <pc:sldMk cId="2865680735" sldId="691"/>
            <ac:spMk id="5" creationId="{9DE43B45-2ECD-58B9-1A70-1966F73719F9}"/>
          </ac:spMkLst>
        </pc:spChg>
      </pc:sldChg>
      <pc:sldChg chg="modSp add mod">
        <pc:chgData name="强 李" userId="cd6c7ec7188785ae" providerId="LiveId" clId="{59CB959F-A851-4548-80C1-7FE993D19D0E}" dt="2026-04-05T23:02:52.673" v="12182" actId="108"/>
        <pc:sldMkLst>
          <pc:docMk/>
          <pc:sldMk cId="233331617" sldId="692"/>
        </pc:sldMkLst>
        <pc:spChg chg="mod">
          <ac:chgData name="强 李" userId="cd6c7ec7188785ae" providerId="LiveId" clId="{59CB959F-A851-4548-80C1-7FE993D19D0E}" dt="2026-04-05T23:02:52.673" v="12182" actId="108"/>
          <ac:spMkLst>
            <pc:docMk/>
            <pc:sldMk cId="233331617" sldId="692"/>
            <ac:spMk id="5" creationId="{4649EFD9-F809-646F-A926-C207C5DE5091}"/>
          </ac:spMkLst>
        </pc:spChg>
      </pc:sldChg>
      <pc:sldChg chg="modSp add mod">
        <pc:chgData name="强 李" userId="cd6c7ec7188785ae" providerId="LiveId" clId="{59CB959F-A851-4548-80C1-7FE993D19D0E}" dt="2026-04-05T23:05:04.664" v="12237" actId="13926"/>
        <pc:sldMkLst>
          <pc:docMk/>
          <pc:sldMk cId="3503580207" sldId="693"/>
        </pc:sldMkLst>
        <pc:spChg chg="mod">
          <ac:chgData name="强 李" userId="cd6c7ec7188785ae" providerId="LiveId" clId="{59CB959F-A851-4548-80C1-7FE993D19D0E}" dt="2026-04-05T23:05:04.664" v="12237" actId="13926"/>
          <ac:spMkLst>
            <pc:docMk/>
            <pc:sldMk cId="3503580207" sldId="693"/>
            <ac:spMk id="5" creationId="{A8462093-2584-7A3A-9CAC-EDA4B6C2CC32}"/>
          </ac:spMkLst>
        </pc:spChg>
        <pc:spChg chg="mod">
          <ac:chgData name="强 李" userId="cd6c7ec7188785ae" providerId="LiveId" clId="{59CB959F-A851-4548-80C1-7FE993D19D0E}" dt="2026-03-19T13:09:17.450" v="11912"/>
          <ac:spMkLst>
            <pc:docMk/>
            <pc:sldMk cId="3503580207" sldId="693"/>
            <ac:spMk id="18" creationId="{D1F1A798-DCD5-B90B-A5B7-3AA4FE0B5B5D}"/>
          </ac:spMkLst>
        </pc:spChg>
      </pc:sldChg>
      <pc:sldChg chg="modSp add mod">
        <pc:chgData name="强 李" userId="cd6c7ec7188785ae" providerId="LiveId" clId="{59CB959F-A851-4548-80C1-7FE993D19D0E}" dt="2026-04-05T23:05:34.764" v="12241" actId="108"/>
        <pc:sldMkLst>
          <pc:docMk/>
          <pc:sldMk cId="741609016" sldId="694"/>
        </pc:sldMkLst>
        <pc:spChg chg="mod">
          <ac:chgData name="强 李" userId="cd6c7ec7188785ae" providerId="LiveId" clId="{59CB959F-A851-4548-80C1-7FE993D19D0E}" dt="2026-04-05T23:05:34.764" v="12241" actId="108"/>
          <ac:spMkLst>
            <pc:docMk/>
            <pc:sldMk cId="741609016" sldId="694"/>
            <ac:spMk id="5" creationId="{874E76A9-5D2B-E763-0CB6-ECEA7A86FC63}"/>
          </ac:spMkLst>
        </pc:spChg>
      </pc:sldChg>
      <pc:sldChg chg="modSp add mod">
        <pc:chgData name="强 李" userId="cd6c7ec7188785ae" providerId="LiveId" clId="{59CB959F-A851-4548-80C1-7FE993D19D0E}" dt="2026-04-06T07:41:24.462" v="12313" actId="404"/>
        <pc:sldMkLst>
          <pc:docMk/>
          <pc:sldMk cId="1148531764" sldId="695"/>
        </pc:sldMkLst>
        <pc:spChg chg="mod">
          <ac:chgData name="强 李" userId="cd6c7ec7188785ae" providerId="LiveId" clId="{59CB959F-A851-4548-80C1-7FE993D19D0E}" dt="2026-04-06T07:41:24.462" v="12313" actId="404"/>
          <ac:spMkLst>
            <pc:docMk/>
            <pc:sldMk cId="1148531764" sldId="695"/>
            <ac:spMk id="5" creationId="{6CF9C1AE-FFCD-014E-7516-6D2F714F20F2}"/>
          </ac:spMkLst>
        </pc:spChg>
      </pc:sldChg>
      <pc:sldChg chg="modSp add mod">
        <pc:chgData name="强 李" userId="cd6c7ec7188785ae" providerId="LiveId" clId="{59CB959F-A851-4548-80C1-7FE993D19D0E}" dt="2026-04-05T23:05:42.541" v="12243" actId="108"/>
        <pc:sldMkLst>
          <pc:docMk/>
          <pc:sldMk cId="3296882759" sldId="696"/>
        </pc:sldMkLst>
        <pc:spChg chg="mod">
          <ac:chgData name="强 李" userId="cd6c7ec7188785ae" providerId="LiveId" clId="{59CB959F-A851-4548-80C1-7FE993D19D0E}" dt="2026-04-05T23:05:42.541" v="12243" actId="108"/>
          <ac:spMkLst>
            <pc:docMk/>
            <pc:sldMk cId="3296882759" sldId="696"/>
            <ac:spMk id="5" creationId="{A9E1E9CC-DCB5-92C9-2FA9-C911D5475B1D}"/>
          </ac:spMkLst>
        </pc:spChg>
      </pc:sldChg>
      <pc:sldChg chg="addSp delSp modSp add mod">
        <pc:chgData name="强 李" userId="cd6c7ec7188785ae" providerId="LiveId" clId="{59CB959F-A851-4548-80C1-7FE993D19D0E}" dt="2026-04-06T07:51:17.812" v="12367" actId="1076"/>
        <pc:sldMkLst>
          <pc:docMk/>
          <pc:sldMk cId="1006446841" sldId="697"/>
        </pc:sldMkLst>
        <pc:spChg chg="mod">
          <ac:chgData name="强 李" userId="cd6c7ec7188785ae" providerId="LiveId" clId="{59CB959F-A851-4548-80C1-7FE993D19D0E}" dt="2026-04-06T07:51:17.812" v="12367" actId="1076"/>
          <ac:spMkLst>
            <pc:docMk/>
            <pc:sldMk cId="1006446841" sldId="697"/>
            <ac:spMk id="5" creationId="{8D270CEC-5013-EA4A-3019-1E80D0C0AB27}"/>
          </ac:spMkLst>
        </pc:spChg>
        <pc:spChg chg="mod">
          <ac:chgData name="强 李" userId="cd6c7ec7188785ae" providerId="LiveId" clId="{59CB959F-A851-4548-80C1-7FE993D19D0E}" dt="2026-03-19T13:14:46.172" v="11994"/>
          <ac:spMkLst>
            <pc:docMk/>
            <pc:sldMk cId="1006446841" sldId="697"/>
            <ac:spMk id="18" creationId="{D9C465AD-0EFA-06C7-5D48-E25AC737416E}"/>
          </ac:spMkLst>
        </pc:spChg>
        <pc:picChg chg="add mod">
          <ac:chgData name="强 李" userId="cd6c7ec7188785ae" providerId="LiveId" clId="{59CB959F-A851-4548-80C1-7FE993D19D0E}" dt="2026-04-06T07:51:13.561" v="12366" actId="1076"/>
          <ac:picMkLst>
            <pc:docMk/>
            <pc:sldMk cId="1006446841" sldId="697"/>
            <ac:picMk id="3" creationId="{2B42FC5E-F0E5-9C28-C917-A2D22EDBEEEE}"/>
          </ac:picMkLst>
        </pc:picChg>
        <pc:picChg chg="add del mod">
          <ac:chgData name="强 李" userId="cd6c7ec7188785ae" providerId="LiveId" clId="{59CB959F-A851-4548-80C1-7FE993D19D0E}" dt="2026-04-06T07:43:50.655" v="12318" actId="478"/>
          <ac:picMkLst>
            <pc:docMk/>
            <pc:sldMk cId="1006446841" sldId="697"/>
            <ac:picMk id="3" creationId="{6A78839F-C895-8503-88FF-4BBBDBBDD8E2}"/>
          </ac:picMkLst>
        </pc:picChg>
        <pc:picChg chg="add del mod">
          <ac:chgData name="强 李" userId="cd6c7ec7188785ae" providerId="LiveId" clId="{59CB959F-A851-4548-80C1-7FE993D19D0E}" dt="2026-04-06T07:48:12.040" v="12352" actId="478"/>
          <ac:picMkLst>
            <pc:docMk/>
            <pc:sldMk cId="1006446841" sldId="697"/>
            <ac:picMk id="6" creationId="{6561D300-2DFD-42BC-8BDC-6686A72E9BAA}"/>
          </ac:picMkLst>
        </pc:picChg>
      </pc:sldChg>
      <pc:sldChg chg="add del">
        <pc:chgData name="强 李" userId="cd6c7ec7188785ae" providerId="LiveId" clId="{59CB959F-A851-4548-80C1-7FE993D19D0E}" dt="2026-04-06T07:48:50.804" v="12358" actId="47"/>
        <pc:sldMkLst>
          <pc:docMk/>
          <pc:sldMk cId="1537123370" sldId="698"/>
        </pc:sldMkLst>
      </pc:sldChg>
      <pc:sldMasterChg chg="modSp modSldLayout">
        <pc:chgData name="强 李" userId="cd6c7ec7188785ae" providerId="LiveId" clId="{59CB959F-A851-4548-80C1-7FE993D19D0E}" dt="2026-04-06T07:52:34.284" v="12371" actId="735"/>
        <pc:sldMasterMkLst>
          <pc:docMk/>
          <pc:sldMasterMk cId="0" sldId="2147483648"/>
        </pc:sldMasterMkLst>
        <pc:sldLayoutChg chg="modSp">
          <pc:chgData name="强 李" userId="cd6c7ec7188785ae" providerId="LiveId" clId="{59CB959F-A851-4548-80C1-7FE993D19D0E}" dt="2026-04-06T07:52:33.426" v="12370" actId="735"/>
          <pc:sldLayoutMkLst>
            <pc:docMk/>
            <pc:sldMasterMk cId="0" sldId="2147483648"/>
            <pc:sldLayoutMk cId="0" sldId="2147483649"/>
          </pc:sldLayoutMkLst>
        </pc:sldLayoutChg>
        <pc:sldLayoutChg chg="modSp">
          <pc:chgData name="强 李" userId="cd6c7ec7188785ae" providerId="LiveId" clId="{59CB959F-A851-4548-80C1-7FE993D19D0E}" dt="2026-04-06T07:52:31.332" v="12369" actId="735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强 李" userId="cd6c7ec7188785ae" providerId="LiveId" clId="{59CB959F-A851-4548-80C1-7FE993D19D0E}" dt="2026-04-06T07:52:16.859" v="12368" actId="735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8FDC3B-6E93-441B-AE75-0AB5019C44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562A41-EFF0-4AC1-89E7-BE8FF560234B}">
      <dgm:prSet custT="1"/>
      <dgm:spPr/>
      <dgm:t>
        <a:bodyPr/>
        <a:lstStyle/>
        <a:p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福音是什么？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6810DFE-177A-4756-AE20-58AE984CEFE7}" type="par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7CE562A-D820-4453-AAFE-210D66D2CD39}" type="sib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9560837B-6C5D-4140-8FB8-A3D015EE0CE3}">
      <dgm:prSet custT="1"/>
      <dgm:spPr/>
      <dgm:t>
        <a:bodyPr/>
        <a:lstStyle/>
        <a:p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耶稣第一次开始公开传道的时所讲的第一句话是什么？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23396744-A72A-4748-8321-A140457BB116}" type="par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0F9BA7B3-9CBC-4650-BA6D-125C111485DF}" type="sib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51FB5E3B-C39E-4BBD-A265-2C104DFE0B10}" type="pres">
      <dgm:prSet presAssocID="{6C8FDC3B-6E93-441B-AE75-0AB5019C4468}" presName="root" presStyleCnt="0">
        <dgm:presLayoutVars>
          <dgm:dir/>
          <dgm:resizeHandles val="exact"/>
        </dgm:presLayoutVars>
      </dgm:prSet>
      <dgm:spPr/>
    </dgm:pt>
    <dgm:pt modelId="{1880E83A-9BD8-420E-B078-45BC06C3AEA2}" type="pres">
      <dgm:prSet presAssocID="{B4562A41-EFF0-4AC1-89E7-BE8FF560234B}" presName="compNode" presStyleCnt="0"/>
      <dgm:spPr/>
    </dgm:pt>
    <dgm:pt modelId="{34E1AEC9-CBF3-44C5-B2CE-901E44470EE1}" type="pres">
      <dgm:prSet presAssocID="{B4562A41-EFF0-4AC1-89E7-BE8FF560234B}" presName="bgRect" presStyleLbl="bgShp" presStyleIdx="0" presStyleCnt="2" custScaleX="100000"/>
      <dgm:spPr/>
    </dgm:pt>
    <dgm:pt modelId="{1C53FEA1-DA41-431B-B646-5BCD6C1FEA1B}" type="pres">
      <dgm:prSet presAssocID="{B4562A41-EFF0-4AC1-89E7-BE8FF560234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火 纯色填充"/>
        </a:ext>
      </dgm:extLst>
    </dgm:pt>
    <dgm:pt modelId="{1A6690A5-513A-4F9F-8A62-45D9624591FB}" type="pres">
      <dgm:prSet presAssocID="{B4562A41-EFF0-4AC1-89E7-BE8FF560234B}" presName="spaceRect" presStyleCnt="0"/>
      <dgm:spPr/>
    </dgm:pt>
    <dgm:pt modelId="{18A96B3A-EB32-454E-B01A-02C2A2A6D1F8}" type="pres">
      <dgm:prSet presAssocID="{B4562A41-EFF0-4AC1-89E7-BE8FF560234B}" presName="parTx" presStyleLbl="revTx" presStyleIdx="0" presStyleCnt="2">
        <dgm:presLayoutVars>
          <dgm:chMax val="0"/>
          <dgm:chPref val="0"/>
        </dgm:presLayoutVars>
      </dgm:prSet>
      <dgm:spPr/>
    </dgm:pt>
    <dgm:pt modelId="{95D23694-0CA9-4984-96AB-F0BBE7EA174D}" type="pres">
      <dgm:prSet presAssocID="{67CE562A-D820-4453-AAFE-210D66D2CD39}" presName="sibTrans" presStyleCnt="0"/>
      <dgm:spPr/>
    </dgm:pt>
    <dgm:pt modelId="{FE28A877-1997-43E9-BE50-32CA8445AE8B}" type="pres">
      <dgm:prSet presAssocID="{9560837B-6C5D-4140-8FB8-A3D015EE0CE3}" presName="compNode" presStyleCnt="0"/>
      <dgm:spPr/>
    </dgm:pt>
    <dgm:pt modelId="{E64D890F-767D-4E95-A66B-4DC9AE9169B2}" type="pres">
      <dgm:prSet presAssocID="{9560837B-6C5D-4140-8FB8-A3D015EE0CE3}" presName="bgRect" presStyleLbl="bgShp" presStyleIdx="1" presStyleCnt="2"/>
      <dgm:spPr/>
    </dgm:pt>
    <dgm:pt modelId="{0069E9D1-00C8-4A7D-A7E5-FF47AC853351}" type="pres">
      <dgm:prSet presAssocID="{9560837B-6C5D-4140-8FB8-A3D015EE0CE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搏动的心 纯色填充"/>
        </a:ext>
      </dgm:extLst>
    </dgm:pt>
    <dgm:pt modelId="{89A76834-4A4E-4278-915E-2FFF6CB92353}" type="pres">
      <dgm:prSet presAssocID="{9560837B-6C5D-4140-8FB8-A3D015EE0CE3}" presName="spaceRect" presStyleCnt="0"/>
      <dgm:spPr/>
    </dgm:pt>
    <dgm:pt modelId="{DF44F7BB-85CD-467D-8D84-6D4163CCECA7}" type="pres">
      <dgm:prSet presAssocID="{9560837B-6C5D-4140-8FB8-A3D015EE0CE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20F3C1E-77E7-404F-B6B9-845D8A9A6BAC}" type="presOf" srcId="{9560837B-6C5D-4140-8FB8-A3D015EE0CE3}" destId="{DF44F7BB-85CD-467D-8D84-6D4163CCECA7}" srcOrd="0" destOrd="0" presId="urn:microsoft.com/office/officeart/2018/2/layout/IconVerticalSolidList"/>
    <dgm:cxn modelId="{77B06D2C-076A-4AED-8973-C19FC8E68400}" type="presOf" srcId="{B4562A41-EFF0-4AC1-89E7-BE8FF560234B}" destId="{18A96B3A-EB32-454E-B01A-02C2A2A6D1F8}" srcOrd="0" destOrd="0" presId="urn:microsoft.com/office/officeart/2018/2/layout/IconVerticalSolidList"/>
    <dgm:cxn modelId="{CFBD0E7D-43C2-4C2D-8998-F5E96A64DECC}" srcId="{6C8FDC3B-6E93-441B-AE75-0AB5019C4468}" destId="{B4562A41-EFF0-4AC1-89E7-BE8FF560234B}" srcOrd="0" destOrd="0" parTransId="{66810DFE-177A-4756-AE20-58AE984CEFE7}" sibTransId="{67CE562A-D820-4453-AAFE-210D66D2CD39}"/>
    <dgm:cxn modelId="{FF456F94-0F41-4EC6-B358-F5E9FFF2BF7C}" type="presOf" srcId="{6C8FDC3B-6E93-441B-AE75-0AB5019C4468}" destId="{51FB5E3B-C39E-4BBD-A265-2C104DFE0B10}" srcOrd="0" destOrd="0" presId="urn:microsoft.com/office/officeart/2018/2/layout/IconVerticalSolidList"/>
    <dgm:cxn modelId="{C8532AE3-B1F0-41AF-B6A7-4F510230B6AB}" srcId="{6C8FDC3B-6E93-441B-AE75-0AB5019C4468}" destId="{9560837B-6C5D-4140-8FB8-A3D015EE0CE3}" srcOrd="1" destOrd="0" parTransId="{23396744-A72A-4748-8321-A140457BB116}" sibTransId="{0F9BA7B3-9CBC-4650-BA6D-125C111485DF}"/>
    <dgm:cxn modelId="{11CCD309-22BA-4045-B6C1-BCFC0734FBC9}" type="presParOf" srcId="{51FB5E3B-C39E-4BBD-A265-2C104DFE0B10}" destId="{1880E83A-9BD8-420E-B078-45BC06C3AEA2}" srcOrd="0" destOrd="0" presId="urn:microsoft.com/office/officeart/2018/2/layout/IconVerticalSolidList"/>
    <dgm:cxn modelId="{CB183EBA-F5D0-4920-8ED7-ACC35564AABB}" type="presParOf" srcId="{1880E83A-9BD8-420E-B078-45BC06C3AEA2}" destId="{34E1AEC9-CBF3-44C5-B2CE-901E44470EE1}" srcOrd="0" destOrd="0" presId="urn:microsoft.com/office/officeart/2018/2/layout/IconVerticalSolidList"/>
    <dgm:cxn modelId="{B6DCFEC8-E6F9-4978-B75F-D3901E07EB18}" type="presParOf" srcId="{1880E83A-9BD8-420E-B078-45BC06C3AEA2}" destId="{1C53FEA1-DA41-431B-B646-5BCD6C1FEA1B}" srcOrd="1" destOrd="0" presId="urn:microsoft.com/office/officeart/2018/2/layout/IconVerticalSolidList"/>
    <dgm:cxn modelId="{64497695-77A5-4F8D-B9A7-11063B62B34E}" type="presParOf" srcId="{1880E83A-9BD8-420E-B078-45BC06C3AEA2}" destId="{1A6690A5-513A-4F9F-8A62-45D9624591FB}" srcOrd="2" destOrd="0" presId="urn:microsoft.com/office/officeart/2018/2/layout/IconVerticalSolidList"/>
    <dgm:cxn modelId="{151FFF8F-6393-45C2-A71F-4971B3E952AC}" type="presParOf" srcId="{1880E83A-9BD8-420E-B078-45BC06C3AEA2}" destId="{18A96B3A-EB32-454E-B01A-02C2A2A6D1F8}" srcOrd="3" destOrd="0" presId="urn:microsoft.com/office/officeart/2018/2/layout/IconVerticalSolidList"/>
    <dgm:cxn modelId="{4E5D8AFF-9C72-48EE-AC36-98DCBA99BB2B}" type="presParOf" srcId="{51FB5E3B-C39E-4BBD-A265-2C104DFE0B10}" destId="{95D23694-0CA9-4984-96AB-F0BBE7EA174D}" srcOrd="1" destOrd="0" presId="urn:microsoft.com/office/officeart/2018/2/layout/IconVerticalSolidList"/>
    <dgm:cxn modelId="{672DDEB9-7736-4A57-AA64-06D5EFE7A5A4}" type="presParOf" srcId="{51FB5E3B-C39E-4BBD-A265-2C104DFE0B10}" destId="{FE28A877-1997-43E9-BE50-32CA8445AE8B}" srcOrd="2" destOrd="0" presId="urn:microsoft.com/office/officeart/2018/2/layout/IconVerticalSolidList"/>
    <dgm:cxn modelId="{FB09B094-DE6D-4D5C-8C89-6A65315F4CB2}" type="presParOf" srcId="{FE28A877-1997-43E9-BE50-32CA8445AE8B}" destId="{E64D890F-767D-4E95-A66B-4DC9AE9169B2}" srcOrd="0" destOrd="0" presId="urn:microsoft.com/office/officeart/2018/2/layout/IconVerticalSolidList"/>
    <dgm:cxn modelId="{374DA5C0-7CB9-41D5-8FA5-C87D27D00FFF}" type="presParOf" srcId="{FE28A877-1997-43E9-BE50-32CA8445AE8B}" destId="{0069E9D1-00C8-4A7D-A7E5-FF47AC853351}" srcOrd="1" destOrd="0" presId="urn:microsoft.com/office/officeart/2018/2/layout/IconVerticalSolidList"/>
    <dgm:cxn modelId="{96AB172E-136B-485A-9671-1338419ADC18}" type="presParOf" srcId="{FE28A877-1997-43E9-BE50-32CA8445AE8B}" destId="{89A76834-4A4E-4278-915E-2FFF6CB92353}" srcOrd="2" destOrd="0" presId="urn:microsoft.com/office/officeart/2018/2/layout/IconVerticalSolidList"/>
    <dgm:cxn modelId="{5D395CB3-354C-42E8-A8B7-D2F11A264262}" type="presParOf" srcId="{FE28A877-1997-43E9-BE50-32CA8445AE8B}" destId="{DF44F7BB-85CD-467D-8D84-6D4163CCEC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FEBC65-5800-49C2-ACE8-714124562FFC}" type="doc">
      <dgm:prSet loTypeId="urn:microsoft.com/office/officeart/2005/8/layout/vList3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76FC01-0F21-475B-85EA-274FB5949CEE}">
      <dgm:prSet custT="1"/>
      <dgm:spPr/>
      <dgm:t>
        <a:bodyPr/>
        <a:lstStyle/>
        <a:p>
          <a:r>
            <a:rPr lang="zh-CN" sz="1800"/>
            <a:t>耶稣开始在加利利宣传神的福音，是在哪一个具体的历史事件发生之后？当祂宣告</a:t>
          </a:r>
          <a:r>
            <a:rPr lang="en-US" sz="1800"/>
            <a:t>“</a:t>
          </a:r>
          <a:r>
            <a:rPr lang="zh-CN" sz="1800"/>
            <a:t>神的国近了</a:t>
          </a:r>
          <a:r>
            <a:rPr lang="en-US" sz="1800"/>
            <a:t>”</a:t>
          </a:r>
          <a:r>
            <a:rPr lang="zh-CN" sz="1800"/>
            <a:t>的时候，对听众发出的两个明确的命令是什么？</a:t>
          </a:r>
          <a:endParaRPr lang="en-US" sz="1800"/>
        </a:p>
      </dgm:t>
    </dgm:pt>
    <dgm:pt modelId="{D1D38E7F-16EA-4301-BBA5-CA2CF10E48D8}" type="parTrans" cxnId="{14BA01FB-BBCD-4D00-A6A0-9A70A9AB68B7}">
      <dgm:prSet/>
      <dgm:spPr/>
      <dgm:t>
        <a:bodyPr/>
        <a:lstStyle/>
        <a:p>
          <a:endParaRPr lang="en-US" sz="2400"/>
        </a:p>
      </dgm:t>
    </dgm:pt>
    <dgm:pt modelId="{CFDA8DFF-2E53-463E-9C51-FEB63EFB3957}" type="sibTrans" cxnId="{14BA01FB-BBCD-4D00-A6A0-9A70A9AB68B7}">
      <dgm:prSet/>
      <dgm:spPr/>
      <dgm:t>
        <a:bodyPr/>
        <a:lstStyle/>
        <a:p>
          <a:endParaRPr lang="en-US" sz="2400"/>
        </a:p>
      </dgm:t>
    </dgm:pt>
    <dgm:pt modelId="{1A6E1B47-6D65-4972-BA34-8BECA6697068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zh-CN" altLang="en-US" sz="1600" dirty="0"/>
            <a:t>“神的国”并不是指一个地理上的国家或政治实体。结合讲道内容，你如何理解“神的国已经来到”？</a:t>
          </a:r>
        </a:p>
      </dgm:t>
    </dgm:pt>
    <dgm:pt modelId="{B6C41BD4-1CC6-4AB2-BA64-5D336FF76B6B}" type="parTrans" cxnId="{C60A8946-AB6A-4AC7-99BF-D1257F696EF2}">
      <dgm:prSet/>
      <dgm:spPr/>
      <dgm:t>
        <a:bodyPr/>
        <a:lstStyle/>
        <a:p>
          <a:endParaRPr lang="zh-CN" altLang="en-US" sz="1400"/>
        </a:p>
      </dgm:t>
    </dgm:pt>
    <dgm:pt modelId="{B1C74DE6-8326-4AA7-8ED4-C2057CAC0740}" type="sibTrans" cxnId="{C60A8946-AB6A-4AC7-99BF-D1257F696EF2}">
      <dgm:prSet/>
      <dgm:spPr/>
      <dgm:t>
        <a:bodyPr/>
        <a:lstStyle/>
        <a:p>
          <a:endParaRPr lang="zh-CN" altLang="en-US" sz="1400"/>
        </a:p>
      </dgm:t>
    </dgm:pt>
    <dgm:pt modelId="{EB30CD5B-CA1B-4CA4-A507-A40D53572C07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zh-CN" altLang="en-US" sz="1600" dirty="0">
              <a:solidFill>
                <a:srgbClr val="002060"/>
              </a:solidFill>
            </a:rPr>
            <a:t>请诚实地省察自己：目前你生命中哪一个具体的领域，是你最紧抓不放、最不愿意交出主权让神来统治的？</a:t>
          </a:r>
        </a:p>
      </dgm:t>
    </dgm:pt>
    <dgm:pt modelId="{F8461BCE-4C89-4BDA-A011-66CB4FDCA813}" type="parTrans" cxnId="{439C9BB5-38D8-43FB-9F02-DE3B05B377E1}">
      <dgm:prSet/>
      <dgm:spPr/>
      <dgm:t>
        <a:bodyPr/>
        <a:lstStyle/>
        <a:p>
          <a:endParaRPr lang="zh-CN" altLang="en-US" sz="1400"/>
        </a:p>
      </dgm:t>
    </dgm:pt>
    <dgm:pt modelId="{C142FF82-3F3F-47E5-AEC9-6005C38E6470}" type="sibTrans" cxnId="{439C9BB5-38D8-43FB-9F02-DE3B05B377E1}">
      <dgm:prSet/>
      <dgm:spPr/>
      <dgm:t>
        <a:bodyPr/>
        <a:lstStyle/>
        <a:p>
          <a:endParaRPr lang="zh-CN" altLang="en-US" sz="1400"/>
        </a:p>
      </dgm:t>
    </dgm:pt>
    <dgm:pt modelId="{7C1A888C-2D9C-4780-8DEC-1F0032338073}" type="pres">
      <dgm:prSet presAssocID="{0FFEBC65-5800-49C2-ACE8-714124562FFC}" presName="linearFlow" presStyleCnt="0">
        <dgm:presLayoutVars>
          <dgm:dir/>
          <dgm:resizeHandles val="exact"/>
        </dgm:presLayoutVars>
      </dgm:prSet>
      <dgm:spPr/>
    </dgm:pt>
    <dgm:pt modelId="{082FC72F-50C6-40E8-8A7F-5B6CA582B954}" type="pres">
      <dgm:prSet presAssocID="{C176FC01-0F21-475B-85EA-274FB5949CEE}" presName="composite" presStyleCnt="0"/>
      <dgm:spPr/>
    </dgm:pt>
    <dgm:pt modelId="{5B134A8B-77AE-48A3-859C-C82FD84B6C2D}" type="pres">
      <dgm:prSet presAssocID="{C176FC01-0F21-475B-85EA-274FB5949CEE}" presName="imgShp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cycle Sign"/>
        </a:ext>
      </dgm:extLst>
    </dgm:pt>
    <dgm:pt modelId="{4979D7DE-FF40-439E-AC23-B61881A043ED}" type="pres">
      <dgm:prSet presAssocID="{C176FC01-0F21-475B-85EA-274FB5949CEE}" presName="txShp" presStyleLbl="node1" presStyleIdx="0" presStyleCnt="3">
        <dgm:presLayoutVars>
          <dgm:bulletEnabled val="1"/>
        </dgm:presLayoutVars>
      </dgm:prSet>
      <dgm:spPr/>
    </dgm:pt>
    <dgm:pt modelId="{A97E1F1E-1603-49E2-B3F9-B2ED390CE52A}" type="pres">
      <dgm:prSet presAssocID="{CFDA8DFF-2E53-463E-9C51-FEB63EFB3957}" presName="spacing" presStyleCnt="0"/>
      <dgm:spPr/>
    </dgm:pt>
    <dgm:pt modelId="{4A2C3490-96BF-42AF-BCF3-6C13573D8772}" type="pres">
      <dgm:prSet presAssocID="{1A6E1B47-6D65-4972-BA34-8BECA6697068}" presName="composite" presStyleCnt="0"/>
      <dgm:spPr/>
    </dgm:pt>
    <dgm:pt modelId="{D9BBDAB1-AD18-46C1-ADA3-42BC8504485F}" type="pres">
      <dgm:prSet presAssocID="{1A6E1B47-6D65-4972-BA34-8BECA6697068}" presName="imgShp" presStyleLbl="fgImgPlac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添加 纯色填充"/>
        </a:ext>
      </dgm:extLst>
    </dgm:pt>
    <dgm:pt modelId="{3AED6F7E-6C02-423B-A0DD-D9AFCA13CB53}" type="pres">
      <dgm:prSet presAssocID="{1A6E1B47-6D65-4972-BA34-8BECA6697068}" presName="txShp" presStyleLbl="node1" presStyleIdx="1" presStyleCnt="3">
        <dgm:presLayoutVars>
          <dgm:bulletEnabled val="1"/>
        </dgm:presLayoutVars>
      </dgm:prSet>
      <dgm:spPr/>
    </dgm:pt>
    <dgm:pt modelId="{E44B6215-88CE-4333-8C62-BA8209877F04}" type="pres">
      <dgm:prSet presAssocID="{B1C74DE6-8326-4AA7-8ED4-C2057CAC0740}" presName="spacing" presStyleCnt="0"/>
      <dgm:spPr/>
    </dgm:pt>
    <dgm:pt modelId="{B3072943-108C-4E94-9138-9435A084D2C0}" type="pres">
      <dgm:prSet presAssocID="{EB30CD5B-CA1B-4CA4-A507-A40D53572C07}" presName="composite" presStyleCnt="0"/>
      <dgm:spPr/>
    </dgm:pt>
    <dgm:pt modelId="{FF3C8601-12B7-4CB8-9DE2-0E1FFE6A52C7}" type="pres">
      <dgm:prSet presAssocID="{EB30CD5B-CA1B-4CA4-A507-A40D53572C07}" presName="imgShp" presStyleLbl="fgImgPlac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王冠 纯色填充"/>
        </a:ext>
      </dgm:extLst>
    </dgm:pt>
    <dgm:pt modelId="{A68E753E-8CD7-42F5-8AB7-071F111D9398}" type="pres">
      <dgm:prSet presAssocID="{EB30CD5B-CA1B-4CA4-A507-A40D53572C07}" presName="txShp" presStyleLbl="node1" presStyleIdx="2" presStyleCnt="3">
        <dgm:presLayoutVars>
          <dgm:bulletEnabled val="1"/>
        </dgm:presLayoutVars>
      </dgm:prSet>
      <dgm:spPr/>
    </dgm:pt>
  </dgm:ptLst>
  <dgm:cxnLst>
    <dgm:cxn modelId="{C207C33F-0466-4B47-80C9-E9A15D057821}" type="presOf" srcId="{C176FC01-0F21-475B-85EA-274FB5949CEE}" destId="{4979D7DE-FF40-439E-AC23-B61881A043ED}" srcOrd="0" destOrd="0" presId="urn:microsoft.com/office/officeart/2005/8/layout/vList3"/>
    <dgm:cxn modelId="{98F38A5C-FDE2-49DF-8A44-E3D750EAD534}" type="presOf" srcId="{1A6E1B47-6D65-4972-BA34-8BECA6697068}" destId="{3AED6F7E-6C02-423B-A0DD-D9AFCA13CB53}" srcOrd="0" destOrd="0" presId="urn:microsoft.com/office/officeart/2005/8/layout/vList3"/>
    <dgm:cxn modelId="{C60A8946-AB6A-4AC7-99BF-D1257F696EF2}" srcId="{0FFEBC65-5800-49C2-ACE8-714124562FFC}" destId="{1A6E1B47-6D65-4972-BA34-8BECA6697068}" srcOrd="1" destOrd="0" parTransId="{B6C41BD4-1CC6-4AB2-BA64-5D336FF76B6B}" sibTransId="{B1C74DE6-8326-4AA7-8ED4-C2057CAC0740}"/>
    <dgm:cxn modelId="{A806654B-C348-4B9D-9613-9C3540D2541E}" type="presOf" srcId="{0FFEBC65-5800-49C2-ACE8-714124562FFC}" destId="{7C1A888C-2D9C-4780-8DEC-1F0032338073}" srcOrd="0" destOrd="0" presId="urn:microsoft.com/office/officeart/2005/8/layout/vList3"/>
    <dgm:cxn modelId="{4059AE59-6D08-40C1-AEC0-52149FDE292F}" type="presOf" srcId="{EB30CD5B-CA1B-4CA4-A507-A40D53572C07}" destId="{A68E753E-8CD7-42F5-8AB7-071F111D9398}" srcOrd="0" destOrd="0" presId="urn:microsoft.com/office/officeart/2005/8/layout/vList3"/>
    <dgm:cxn modelId="{439C9BB5-38D8-43FB-9F02-DE3B05B377E1}" srcId="{0FFEBC65-5800-49C2-ACE8-714124562FFC}" destId="{EB30CD5B-CA1B-4CA4-A507-A40D53572C07}" srcOrd="2" destOrd="0" parTransId="{F8461BCE-4C89-4BDA-A011-66CB4FDCA813}" sibTransId="{C142FF82-3F3F-47E5-AEC9-6005C38E6470}"/>
    <dgm:cxn modelId="{14BA01FB-BBCD-4D00-A6A0-9A70A9AB68B7}" srcId="{0FFEBC65-5800-49C2-ACE8-714124562FFC}" destId="{C176FC01-0F21-475B-85EA-274FB5949CEE}" srcOrd="0" destOrd="0" parTransId="{D1D38E7F-16EA-4301-BBA5-CA2CF10E48D8}" sibTransId="{CFDA8DFF-2E53-463E-9C51-FEB63EFB3957}"/>
    <dgm:cxn modelId="{2C5B7D0D-E07E-4316-9D4F-7389A0F728A3}" type="presParOf" srcId="{7C1A888C-2D9C-4780-8DEC-1F0032338073}" destId="{082FC72F-50C6-40E8-8A7F-5B6CA582B954}" srcOrd="0" destOrd="0" presId="urn:microsoft.com/office/officeart/2005/8/layout/vList3"/>
    <dgm:cxn modelId="{266F2D1B-B74D-4A9F-9D7D-3055754EF0C0}" type="presParOf" srcId="{082FC72F-50C6-40E8-8A7F-5B6CA582B954}" destId="{5B134A8B-77AE-48A3-859C-C82FD84B6C2D}" srcOrd="0" destOrd="0" presId="urn:microsoft.com/office/officeart/2005/8/layout/vList3"/>
    <dgm:cxn modelId="{A4FCC56D-C007-4B7F-88B0-627DDF0D2A69}" type="presParOf" srcId="{082FC72F-50C6-40E8-8A7F-5B6CA582B954}" destId="{4979D7DE-FF40-439E-AC23-B61881A043ED}" srcOrd="1" destOrd="0" presId="urn:microsoft.com/office/officeart/2005/8/layout/vList3"/>
    <dgm:cxn modelId="{6ABAC6E1-5937-41BA-9CBB-BB61CBA025FD}" type="presParOf" srcId="{7C1A888C-2D9C-4780-8DEC-1F0032338073}" destId="{A97E1F1E-1603-49E2-B3F9-B2ED390CE52A}" srcOrd="1" destOrd="0" presId="urn:microsoft.com/office/officeart/2005/8/layout/vList3"/>
    <dgm:cxn modelId="{8DFE0E05-DF07-4211-B2E0-924A44A1D15A}" type="presParOf" srcId="{7C1A888C-2D9C-4780-8DEC-1F0032338073}" destId="{4A2C3490-96BF-42AF-BCF3-6C13573D8772}" srcOrd="2" destOrd="0" presId="urn:microsoft.com/office/officeart/2005/8/layout/vList3"/>
    <dgm:cxn modelId="{FA162225-4A22-4A58-9B0B-2F97795A7EC8}" type="presParOf" srcId="{4A2C3490-96BF-42AF-BCF3-6C13573D8772}" destId="{D9BBDAB1-AD18-46C1-ADA3-42BC8504485F}" srcOrd="0" destOrd="0" presId="urn:microsoft.com/office/officeart/2005/8/layout/vList3"/>
    <dgm:cxn modelId="{6923CFD6-23BE-4ABC-BCF1-C1A95A144F72}" type="presParOf" srcId="{4A2C3490-96BF-42AF-BCF3-6C13573D8772}" destId="{3AED6F7E-6C02-423B-A0DD-D9AFCA13CB53}" srcOrd="1" destOrd="0" presId="urn:microsoft.com/office/officeart/2005/8/layout/vList3"/>
    <dgm:cxn modelId="{34FADBBF-C123-4968-BAAD-51E0973B0913}" type="presParOf" srcId="{7C1A888C-2D9C-4780-8DEC-1F0032338073}" destId="{E44B6215-88CE-4333-8C62-BA8209877F04}" srcOrd="3" destOrd="0" presId="urn:microsoft.com/office/officeart/2005/8/layout/vList3"/>
    <dgm:cxn modelId="{F9A04C58-A53B-4916-B1C3-F4FD382DF8CE}" type="presParOf" srcId="{7C1A888C-2D9C-4780-8DEC-1F0032338073}" destId="{B3072943-108C-4E94-9138-9435A084D2C0}" srcOrd="4" destOrd="0" presId="urn:microsoft.com/office/officeart/2005/8/layout/vList3"/>
    <dgm:cxn modelId="{35C1A45A-8332-4B35-8BEC-EAA6C75DD039}" type="presParOf" srcId="{B3072943-108C-4E94-9138-9435A084D2C0}" destId="{FF3C8601-12B7-4CB8-9DE2-0E1FFE6A52C7}" srcOrd="0" destOrd="0" presId="urn:microsoft.com/office/officeart/2005/8/layout/vList3"/>
    <dgm:cxn modelId="{FA176580-AC21-47C5-A0D4-8BCF36257E55}" type="presParOf" srcId="{B3072943-108C-4E94-9138-9435A084D2C0}" destId="{A68E753E-8CD7-42F5-8AB7-071F111D939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E1AEC9-CBF3-44C5-B2CE-901E44470EE1}">
      <dsp:nvSpPr>
        <dsp:cNvPr id="0" name=""/>
        <dsp:cNvSpPr/>
      </dsp:nvSpPr>
      <dsp:spPr>
        <a:xfrm>
          <a:off x="0" y="707288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3FEA1-DA41-431B-B646-5BCD6C1FEA1B}">
      <dsp:nvSpPr>
        <dsp:cNvPr id="0" name=""/>
        <dsp:cNvSpPr/>
      </dsp:nvSpPr>
      <dsp:spPr>
        <a:xfrm>
          <a:off x="394993" y="1001085"/>
          <a:ext cx="718169" cy="718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96B3A-EB32-454E-B01A-02C2A2A6D1F8}">
      <dsp:nvSpPr>
        <dsp:cNvPr id="0" name=""/>
        <dsp:cNvSpPr/>
      </dsp:nvSpPr>
      <dsp:spPr>
        <a:xfrm>
          <a:off x="1508156" y="707288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福音是什么？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707288"/>
        <a:ext cx="9436068" cy="1305763"/>
      </dsp:txXfrm>
    </dsp:sp>
    <dsp:sp modelId="{E64D890F-767D-4E95-A66B-4DC9AE9169B2}">
      <dsp:nvSpPr>
        <dsp:cNvPr id="0" name=""/>
        <dsp:cNvSpPr/>
      </dsp:nvSpPr>
      <dsp:spPr>
        <a:xfrm>
          <a:off x="0" y="2339492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9E9D1-00C8-4A7D-A7E5-FF47AC853351}">
      <dsp:nvSpPr>
        <dsp:cNvPr id="0" name=""/>
        <dsp:cNvSpPr/>
      </dsp:nvSpPr>
      <dsp:spPr>
        <a:xfrm>
          <a:off x="394993" y="2633289"/>
          <a:ext cx="718169" cy="718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4F7BB-85CD-467D-8D84-6D4163CCECA7}">
      <dsp:nvSpPr>
        <dsp:cNvPr id="0" name=""/>
        <dsp:cNvSpPr/>
      </dsp:nvSpPr>
      <dsp:spPr>
        <a:xfrm>
          <a:off x="1508156" y="2339492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耶稣第一次开始公开传道的时所讲的第一句话是什么？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2339492"/>
        <a:ext cx="9436068" cy="13057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79D7DE-FF40-439E-AC23-B61881A043ED}">
      <dsp:nvSpPr>
        <dsp:cNvPr id="0" name=""/>
        <dsp:cNvSpPr/>
      </dsp:nvSpPr>
      <dsp:spPr>
        <a:xfrm rot="10800000">
          <a:off x="1705406" y="4485"/>
          <a:ext cx="5232615" cy="1549667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3360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kern="1200"/>
            <a:t>耶稣开始在加利利宣传神的福音，是在哪一个具体的历史事件发生之后？当祂宣告</a:t>
          </a:r>
          <a:r>
            <a:rPr lang="en-US" sz="1800" kern="1200"/>
            <a:t>“</a:t>
          </a:r>
          <a:r>
            <a:rPr lang="zh-CN" sz="1800" kern="1200"/>
            <a:t>神的国近了</a:t>
          </a:r>
          <a:r>
            <a:rPr lang="en-US" sz="1800" kern="1200"/>
            <a:t>”</a:t>
          </a:r>
          <a:r>
            <a:rPr lang="zh-CN" sz="1800" kern="1200"/>
            <a:t>的时候，对听众发出的两个明确的命令是什么？</a:t>
          </a:r>
          <a:endParaRPr lang="en-US" sz="1800" kern="1200"/>
        </a:p>
      </dsp:txBody>
      <dsp:txXfrm rot="10800000">
        <a:off x="2092823" y="4485"/>
        <a:ext cx="4845198" cy="1549667"/>
      </dsp:txXfrm>
    </dsp:sp>
    <dsp:sp modelId="{5B134A8B-77AE-48A3-859C-C82FD84B6C2D}">
      <dsp:nvSpPr>
        <dsp:cNvPr id="0" name=""/>
        <dsp:cNvSpPr/>
      </dsp:nvSpPr>
      <dsp:spPr>
        <a:xfrm>
          <a:off x="930572" y="4485"/>
          <a:ext cx="1549667" cy="1549667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AED6F7E-6C02-423B-A0DD-D9AFCA13CB53}">
      <dsp:nvSpPr>
        <dsp:cNvPr id="0" name=""/>
        <dsp:cNvSpPr/>
      </dsp:nvSpPr>
      <dsp:spPr>
        <a:xfrm rot="10800000">
          <a:off x="1705406" y="2016740"/>
          <a:ext cx="5232615" cy="1549667"/>
        </a:xfrm>
        <a:prstGeom prst="homePlate">
          <a:avLst/>
        </a:prstGeom>
        <a:solidFill>
          <a:schemeClr val="accent2">
            <a:hueOff val="-3844825"/>
            <a:satOff val="-20000"/>
            <a:lumOff val="705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3360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CN" altLang="en-US" sz="1600" kern="1200" dirty="0"/>
            <a:t>“神的国”并不是指一个地理上的国家或政治实体。结合讲道内容，你如何理解“神的国已经来到”？</a:t>
          </a:r>
        </a:p>
      </dsp:txBody>
      <dsp:txXfrm rot="10800000">
        <a:off x="2092823" y="2016740"/>
        <a:ext cx="4845198" cy="1549667"/>
      </dsp:txXfrm>
    </dsp:sp>
    <dsp:sp modelId="{D9BBDAB1-AD18-46C1-ADA3-42BC8504485F}">
      <dsp:nvSpPr>
        <dsp:cNvPr id="0" name=""/>
        <dsp:cNvSpPr/>
      </dsp:nvSpPr>
      <dsp:spPr>
        <a:xfrm>
          <a:off x="930572" y="2016740"/>
          <a:ext cx="1549667" cy="1549667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68E753E-8CD7-42F5-8AB7-071F111D9398}">
      <dsp:nvSpPr>
        <dsp:cNvPr id="0" name=""/>
        <dsp:cNvSpPr/>
      </dsp:nvSpPr>
      <dsp:spPr>
        <a:xfrm rot="10800000">
          <a:off x="1705406" y="4028994"/>
          <a:ext cx="5232615" cy="1549667"/>
        </a:xfrm>
        <a:prstGeom prst="homePlate">
          <a:avLst/>
        </a:prstGeom>
        <a:solidFill>
          <a:schemeClr val="accent2">
            <a:hueOff val="-7689651"/>
            <a:satOff val="-40001"/>
            <a:lumOff val="141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3360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CN" altLang="en-US" sz="1600" kern="1200" dirty="0">
              <a:solidFill>
                <a:srgbClr val="002060"/>
              </a:solidFill>
            </a:rPr>
            <a:t>请诚实地省察自己：目前你生命中哪一个具体的领域，是你最紧抓不放、最不愿意交出主权让神来统治的？</a:t>
          </a:r>
        </a:p>
      </dsp:txBody>
      <dsp:txXfrm rot="10800000">
        <a:off x="2092823" y="4028994"/>
        <a:ext cx="4845198" cy="1549667"/>
      </dsp:txXfrm>
    </dsp:sp>
    <dsp:sp modelId="{FF3C8601-12B7-4CB8-9DE2-0E1FFE6A52C7}">
      <dsp:nvSpPr>
        <dsp:cNvPr id="0" name=""/>
        <dsp:cNvSpPr/>
      </dsp:nvSpPr>
      <dsp:spPr>
        <a:xfrm>
          <a:off x="930572" y="4028994"/>
          <a:ext cx="1549667" cy="1549667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2026/4/6 Monday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253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，最看重的是什么？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，我们信仰对我们自己有什么改变？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40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418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069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4052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60366-0190-41A9-02BE-52B735F3C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8C6DE5-381F-BDF8-081C-FBB06CAB9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9CB93A-B8B6-BF81-BFAA-0C4E8A38C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24D144-4EEA-08D8-837F-428A02775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388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3EB2F-1A88-1836-9D7B-3A1DA0968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8D00D9-CCCF-986E-6A50-AE6DF47C20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954530-F564-52D1-8540-9D299C55B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A01C67-64F9-CE6F-4C28-340C19B6C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502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57F2A-F6F1-A578-92A9-4F856A54D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06DADC-7683-18CE-1256-14515ABFF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EBD07F-44D3-2301-6676-DA0F3A944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449384-3815-64B2-A3C8-6B3F14F62F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1814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53848-13E1-546B-CAA4-B56A064E2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A4DE0D-2DEF-3D86-A0FA-8F038D0CA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5E4E15-C0FD-F1B8-2EE8-1FB1598AD5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9E52C-D6E9-8451-53D6-67D9364D17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BE0C1-119C-6DA2-7AD2-DB9E47D49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17D48C-5A34-AE55-90BB-9751CEBFE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0B31CB-B627-0B2A-E43B-F9A6F2CB1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6703B3-23AE-40BC-621F-398356BDB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7879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78C0B-000D-F678-C089-94521788E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83A064-4223-383D-3C39-46512B063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0F6A04-48C2-E983-F265-7F44B80A9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A992B4-522E-FBB1-E87B-CD218ADBB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5072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575CC-260D-4ACF-DEE9-DFB2E6DF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5388D7-AFA0-20A7-FEA1-23409DE4B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06CBCD-5BD4-8023-3EA6-9A84CA29A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D8A1FA-D090-BF90-F17A-5A9426D29D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2284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2A934-E1CC-FE85-02AA-58B9F5C3F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664915-3747-78E9-139F-8E005530A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033BFA-74A2-EB24-7FE9-697B50B46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D5FE99-D0B8-7B61-2568-86A779D6D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993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F3855-A020-8512-728E-B93D56FAF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FB1453-8C3C-4A8A-D17B-997E1E661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224B33-BC2D-5011-31B5-5C3A972A7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0CAC43-F447-D4CE-669A-F9F6F88F5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6791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EF881-68CF-3BFF-16F2-7C4A8F73A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ED621F-FFD9-2F74-CAFD-836161AA7F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19CCB2-D646-D0EB-1AF9-1AE286073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ACA647-396B-2B9E-ECB2-9386AF597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61724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EDABC-C413-9050-19BF-B77D94D39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5F3FA4-C10B-4902-A148-3AEDAC10B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B684EB-ECA2-C1AE-A922-6F60FCE29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14D68D-396A-5393-0028-5C3B405B94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3917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1C072-BC4B-28E7-41F6-8A58A32D9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87570E-1892-5DDA-0073-D22EAED1E1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A23F93E-18BA-8AD8-5306-DE2D1405B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BDBF9B-9C11-F06E-EC7E-452FE45FD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2085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46034-6927-E33B-3E69-E0DAD7CD5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91FD1D-83C3-67E0-0F63-9AC2CD8D3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CF01D-9908-DE89-F730-D798C934B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F90B22-E98B-7A11-65BD-4EC05BB614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9515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DDF5B-03ED-7305-8D9B-4AC6304C0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7FC942-9288-3DE7-3265-C8E5EAFC1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193185-90C2-712B-90F1-23D0CDA34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1A26C3-8B68-E2AD-2A28-4BD0B3A4EC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7681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5A98B-E525-36E9-623D-C961D23A1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2AF6E5-B7DA-0AA6-103F-2A8B81ED7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0AC3779-66DD-65A7-8B46-B879FBD05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4C4E65-6DE3-62BA-AC38-A856AFADAD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8113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8A83A-9F0A-3ACD-00CE-35A4D442E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D5AB43-9F34-9608-AA6C-2EC66140B9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C22C0F-D4A3-2195-7653-06752DB50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9E771B-B451-CDE6-E26E-E705FA231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075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2026/4/6 Monday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2026/4/6 Monday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2026/4/6 Monday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2026/4/6 Monday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2026/4/6 Monday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2026/4/6 Monday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jp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notesSlide" Target="../notesSlides/notesSlide2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Rectangle 129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7660757" y="1243598"/>
            <a:ext cx="4119327" cy="7448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7500" lnSpcReduction="20000"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endParaRPr lang="en-US" altLang="zh-CN" sz="1200" b="1" dirty="0">
              <a:ln/>
              <a:solidFill>
                <a:schemeClr val="tx1">
                  <a:lumMod val="85000"/>
                  <a:lumOff val="15000"/>
                </a:schemeClr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+mj-lt"/>
              <a:ea typeface="+mj-ea"/>
              <a:cs typeface="+mj-cs"/>
              <a:sym typeface="+mn-lt"/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zh-CN" altLang="en-US" sz="3300" b="1" dirty="0">
                <a:ln/>
                <a:solidFill>
                  <a:srgbClr val="FFC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  <a:ea typeface="+mj-ea"/>
                <a:cs typeface="+mj-cs"/>
                <a:sym typeface="+mn-lt"/>
              </a:rPr>
              <a:t>日期满了，神的国近了</a:t>
            </a:r>
            <a:endParaRPr lang="en-US" altLang="zh-CN" sz="3300" b="1" dirty="0">
              <a:ln/>
              <a:solidFill>
                <a:srgbClr val="FFC000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+mj-lt"/>
              <a:ea typeface="+mj-ea"/>
              <a:cs typeface="+mj-cs"/>
              <a:sym typeface="+mn-lt"/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zh-CN" altLang="en-US" sz="1200" dirty="0">
                <a:ln w="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马可福音一章</a:t>
            </a:r>
            <a:r>
              <a:rPr lang="en-US" altLang="zh-CN" sz="1200" dirty="0">
                <a:ln w="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14</a:t>
            </a:r>
            <a:r>
              <a:rPr lang="zh-CN" altLang="en-US" sz="1200" dirty="0">
                <a:ln w="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、</a:t>
            </a:r>
            <a:r>
              <a:rPr lang="en-US" altLang="zh-CN" sz="1200" dirty="0">
                <a:ln w="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15</a:t>
            </a:r>
            <a:r>
              <a:rPr lang="zh-CN" altLang="en-US" sz="1200" dirty="0">
                <a:ln w="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节</a:t>
            </a:r>
            <a:endParaRPr lang="en-US" altLang="zh-CN" sz="1200" dirty="0">
              <a:ln w="0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  <a:sym typeface="+mn-lt"/>
            </a:endParaRPr>
          </a:p>
        </p:txBody>
      </p:sp>
      <p:cxnSp>
        <p:nvCxnSpPr>
          <p:cNvPr id="1302" name="Straight Connector 130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4" name="Straight Connector 1303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 descr="已生成图片">
            <a:extLst>
              <a:ext uri="{FF2B5EF4-FFF2-40B4-BE49-F238E27FC236}">
                <a16:creationId xmlns:a16="http://schemas.microsoft.com/office/drawing/2014/main" id="{24DE42EC-EC44-2699-E5D1-55EC7E299B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9" name="图片 8" descr="一群人站在海边">
            <a:extLst>
              <a:ext uri="{FF2B5EF4-FFF2-40B4-BE49-F238E27FC236}">
                <a16:creationId xmlns:a16="http://schemas.microsoft.com/office/drawing/2014/main" id="{7187901E-E530-BD30-2E48-C228539532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" y="43896"/>
            <a:ext cx="12127992" cy="677020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257800" y="139761"/>
            <a:ext cx="693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zh-CN" altLang="en-US" sz="48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引言</a:t>
            </a:r>
            <a:endParaRPr lang="zh-CN" altLang="zh-CN" sz="48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graphicFrame>
        <p:nvGraphicFramePr>
          <p:cNvPr id="3" name="文本框 2">
            <a:extLst>
              <a:ext uri="{FF2B5EF4-FFF2-40B4-BE49-F238E27FC236}">
                <a16:creationId xmlns:a16="http://schemas.microsoft.com/office/drawing/2014/main" id="{7EB314CC-7FA2-2824-BC32-28291A20FB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4852388"/>
              </p:ext>
            </p:extLst>
          </p:nvPr>
        </p:nvGraphicFramePr>
        <p:xfrm>
          <a:off x="623888" y="1461739"/>
          <a:ext cx="109442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164699" y="2097771"/>
            <a:ext cx="11862602" cy="2507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1:14</a:t>
            </a:r>
            <a:r>
              <a:rPr lang="zh-CN" alt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、</a:t>
            </a:r>
            <a:r>
              <a:rPr lang="en-US" altLang="zh-CN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15】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约翰</a:t>
            </a:r>
            <a:r>
              <a:rPr lang="zh-CN" alt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下监</a:t>
            </a:r>
            <a:r>
              <a:rPr lang="zh-CN" altLang="en-US" sz="3600" b="1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以后</a:t>
            </a:r>
            <a:r>
              <a:rPr lang="zh-CN" alt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，耶稣来到</a:t>
            </a:r>
            <a:r>
              <a:rPr lang="zh-CN" altLang="en-US" sz="3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加利利</a:t>
            </a:r>
            <a:r>
              <a:rPr lang="zh-CN" alt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，宣传　</a:t>
            </a:r>
            <a:r>
              <a:rPr lang="zh-CN" altLang="en-US" sz="3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神的福音</a:t>
            </a:r>
            <a:r>
              <a:rPr lang="zh-CN" alt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说：“日期</a:t>
            </a:r>
            <a:r>
              <a:rPr lang="zh-CN" altLang="en-US" sz="3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满了</a:t>
            </a:r>
            <a:r>
              <a:rPr lang="zh-CN" alt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　神的国</a:t>
            </a:r>
            <a:r>
              <a:rPr lang="zh-CN" altLang="en-US" sz="3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近了</a:t>
            </a:r>
            <a:r>
              <a:rPr lang="zh-CN" alt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！你们</a:t>
            </a:r>
            <a:r>
              <a:rPr lang="zh-CN" altLang="en-US" sz="3600" b="1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当</a:t>
            </a:r>
            <a:r>
              <a:rPr lang="zh-CN" altLang="en-US" sz="36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悔改，信福音</a:t>
            </a:r>
            <a:r>
              <a:rPr lang="zh-CN" alt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。”</a:t>
            </a:r>
            <a:endParaRPr lang="en-US" altLang="zh-CN" sz="3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A7D7BC-5F8D-EE76-0D18-39F6F132CC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212080" y="199582"/>
            <a:ext cx="69799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经文：</a:t>
            </a:r>
            <a:r>
              <a:rPr lang="zh-CN" altLang="en-US" sz="36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马可福音一章</a:t>
            </a:r>
            <a:r>
              <a:rPr lang="en-US" altLang="zh-CN" sz="36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14</a:t>
            </a:r>
            <a:r>
              <a:rPr lang="zh-CN" altLang="en-US" sz="36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、</a:t>
            </a:r>
            <a:r>
              <a:rPr lang="en-US" altLang="zh-CN" sz="36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15</a:t>
            </a:r>
            <a:r>
              <a:rPr lang="zh-CN" altLang="en-US" sz="36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背景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756E38-44BB-893E-10F4-24648C1F9451}"/>
              </a:ext>
            </a:extLst>
          </p:cNvPr>
          <p:cNvSpPr txBox="1"/>
          <p:nvPr/>
        </p:nvSpPr>
        <p:spPr>
          <a:xfrm>
            <a:off x="571303" y="1103546"/>
            <a:ext cx="11620697" cy="4841646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  <a:scene3d>
            <a:camera prst="perspectiveAbove"/>
            <a:lightRig rig="threePt" dir="t"/>
          </a:scene3d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君王先锋官施洗约翰：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1:5】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犹太全地和耶路撒冷的人都出去到约翰那里，承认他们的罪，在约旦河里受他的洗。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约占以色列地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50%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面积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3:7】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约翰看见许多法利赛人和撒都该人也来受洗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法利赛人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撒都该人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1:9】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那时，耶稣从加利利的拿撒勒来，在约旦河里受了约翰的洗。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彰显耶稣基督谦卑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——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祂是那无罪的，却站在罪人的位置上。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真正的宇宙的君王来到了</a:t>
            </a:r>
            <a:endParaRPr lang="en-US" altLang="zh-CN" sz="2400" b="1" dirty="0">
              <a:solidFill>
                <a:srgbClr val="FF0000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4383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5163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2315291" y="1740364"/>
            <a:ext cx="9178802" cy="37423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一、救赎历史转折，日期满</a:t>
            </a:r>
            <a:r>
              <a:rPr lang="zh-CN" altLang="en-US" sz="200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了。（历史转折）</a:t>
            </a:r>
            <a:endParaRPr lang="zh-CN" altLang="en-US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	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A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，救赎历史转折。“约翰下监以后”（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14a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）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	</a:t>
            </a:r>
            <a:endParaRPr lang="zh-CN" altLang="en-US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	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B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，宣告日期满了。“说：日期满了” （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15a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二、神的国来临。（ 神的福音、神的国）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	A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，宣告神的福音。“耶稣来到加利利，宣传　神的福音”（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14b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	B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 ，“神的国近了”（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15b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三、对福音的正确的行动。（回应）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	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“你们当悔改，信福音”（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15c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B332DE-F3FB-23DE-0615-8D213F22297F}"/>
              </a:ext>
            </a:extLst>
          </p:cNvPr>
          <p:cNvSpPr txBox="1"/>
          <p:nvPr/>
        </p:nvSpPr>
        <p:spPr>
          <a:xfrm>
            <a:off x="0" y="6297107"/>
            <a:ext cx="11494093" cy="468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1:15】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说：“日期满了，　神的国近了！你们当悔改，信福音。”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4922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4F5A7-C127-7BDF-9794-2C8E6A785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7081BE4F-A30C-089E-ACA7-41E7FAAE065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第一段：历史转折，神主权日期满了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7534F1-88D2-901D-852B-564E8F671849}"/>
              </a:ext>
            </a:extLst>
          </p:cNvPr>
          <p:cNvSpPr txBox="1"/>
          <p:nvPr/>
        </p:nvSpPr>
        <p:spPr>
          <a:xfrm>
            <a:off x="0" y="1077071"/>
            <a:ext cx="12192000" cy="3364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1:14a】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约翰下监以后，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1:15a】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说：“日期满了，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A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，救赎历史转折。“约翰下监以后”（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14a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）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B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，宣告日期满了。“说：日期满了” （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15a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）</a:t>
            </a:r>
          </a:p>
          <a:p>
            <a:pPr lvl="1">
              <a:lnSpc>
                <a:spcPct val="150000"/>
              </a:lnSpc>
            </a:pPr>
            <a:endParaRPr lang="zh-CN" altLang="en-US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4385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8BFC9-A6A3-51D1-CCD7-98486C472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46B2E9D1-380B-55BD-A85B-C0A4DB39AFE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第一段：历史转折，神主权日期满了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E43953-4906-9444-6E02-C09C061DFA03}"/>
              </a:ext>
            </a:extLst>
          </p:cNvPr>
          <p:cNvSpPr txBox="1"/>
          <p:nvPr/>
        </p:nvSpPr>
        <p:spPr>
          <a:xfrm>
            <a:off x="0" y="1077071"/>
            <a:ext cx="12192000" cy="3918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1:14a】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约翰下监以后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</a:p>
          <a:p>
            <a:pPr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第一节：救赎历史转折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施洗约翰是有其特定使命的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救赎历史的转折，是突破，是闯入，是从旧约预备到新约实现的转折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先锋的使命完成了，</a:t>
            </a:r>
            <a:r>
              <a:rPr lang="zh-CN" altLang="en-US" sz="2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君王亲自登场了</a:t>
            </a:r>
            <a:endParaRPr lang="en-US" altLang="zh-CN" sz="24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6173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33946-1856-771F-EDFC-E1F4FD202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6DC2A4A0-8937-99CF-55C6-FFFAC125E44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第一段：历史转折，神主权日期满了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105BEF-ED91-BC8B-14BA-7CC23C9352FF}"/>
              </a:ext>
            </a:extLst>
          </p:cNvPr>
          <p:cNvSpPr txBox="1"/>
          <p:nvPr/>
        </p:nvSpPr>
        <p:spPr>
          <a:xfrm>
            <a:off x="0" y="1077071"/>
            <a:ext cx="12192000" cy="4472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1:15a】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说：“日期满了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第二节：宣告日期满了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希腊文有两个关于“时间”的词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时钟上的时间，是线性流逝的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带有目的的时间，是特定的、主权的时刻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神主动的介入到历史中，历史的掌管者，现在日期满了，神所定的的主权时间到了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旧约的应许，都要在这一刻成就和应验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7467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17530-28C9-1B08-AB40-731EF9E88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283B303-65E1-D79F-276B-A48D634D80F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第一段：历史转折，神主权日期满了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57ECAE-5EB2-8162-62D6-7C01148EC066}"/>
              </a:ext>
            </a:extLst>
          </p:cNvPr>
          <p:cNvSpPr txBox="1"/>
          <p:nvPr/>
        </p:nvSpPr>
        <p:spPr>
          <a:xfrm>
            <a:off x="0" y="1077071"/>
            <a:ext cx="12192000" cy="5210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1:15a】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说：“日期满了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第二节：宣告日期满了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旧约的应许之亚伯拉罕之约：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创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12:3】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为你祝福的，我必赐福与他；那咒诅你的，我必咒诅他。地上的万族都要因你得福。”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创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22:18】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并且地上万国都必因你的后裔得福，因为你听从了我的话。’”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3:16】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所应许的原是向亚伯拉罕和他子孙说的。　神并不是说众子孙，指着许多人；乃是说你那一个子孙，指着一个人，就是基督。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神的祝福会传递给亚伯拉罕的后裔，特别是通过一个永远的后裔来祝福万国，这个应许最终在耶稣基督身上得到实现。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6496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A5BAA-5549-0EFF-DEF4-CF7B6C260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3FAADE3-4EF0-ADDA-932E-BD274A07E69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第一段：历史转折，神主权日期满了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4F30D7-989D-3942-B628-D42F7478950F}"/>
              </a:ext>
            </a:extLst>
          </p:cNvPr>
          <p:cNvSpPr txBox="1"/>
          <p:nvPr/>
        </p:nvSpPr>
        <p:spPr>
          <a:xfrm>
            <a:off x="0" y="1077071"/>
            <a:ext cx="12192000" cy="5303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1:15a】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说：“日期满了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第二节：宣告日期满了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旧约的应许之大卫国度：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撒下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7:16】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你的家和你的国，必在我（原文作“你”）面前永远坚立。你的国位也必坚定，直到永远。’”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诗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89:4】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我要建立你的后裔，直到永远；要建立你的宝座，直到万代。（细拉）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基督的王权耶稣被认为是“大卫的子孙”，是那位应许中的弥赛亚王，他的国度是永不衰败的，如经文所说“直到永远、直到万代”。</a:t>
            </a: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1241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E279F-71B5-2C8E-48DA-1AD749DE4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92D2A8A8-41EC-A6DA-078A-7D8F9FEA4F2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第一段：历史转折，神主权日期满了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78B1DD-6688-4926-70AF-AC00821FC960}"/>
              </a:ext>
            </a:extLst>
          </p:cNvPr>
          <p:cNvSpPr txBox="1"/>
          <p:nvPr/>
        </p:nvSpPr>
        <p:spPr>
          <a:xfrm>
            <a:off x="0" y="1077071"/>
            <a:ext cx="12192000" cy="474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1:15a】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说：“日期满了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第二节：宣告日期满了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旧约的应许之新约的应许：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31:31】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耶和华说：“日子将到，我要与以色列家和犹大家另立新约。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路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22:20】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饭后也照样拿起杯来，说：“这杯是用我血所立的新约，是为你们流出来的。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来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8:6】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如今耶稣所得的职任是更美的，正如他作更美之约的中保，这约原是凭更美之应许立的。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藉着耶稣基督，人类可以进入与神和好的关系。</a:t>
            </a: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0466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5524D-EDEA-C0EB-0890-F0D79F105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F7B379F-A1EA-2271-D7D1-D282FA8214C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第一段：历史转折，神主权日期满了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356A7F4-8B52-4527-A718-68E26B1F1A53}"/>
              </a:ext>
            </a:extLst>
          </p:cNvPr>
          <p:cNvSpPr txBox="1"/>
          <p:nvPr/>
        </p:nvSpPr>
        <p:spPr>
          <a:xfrm>
            <a:off x="0" y="1077071"/>
            <a:ext cx="12192000" cy="6688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1:15a】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说：“日期满了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第二节：宣告日期满了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旧约的应许：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亚伯拉罕之约：神向亚伯拉罕和他的后裔赐福，承诺一个后裔将带来万国的祝福，这个应许最终通过耶稣基督实现。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大卫国度之约：神应许大卫的后裔将永远坐王，这个应许最终通过耶稣基督的降生和他的永恒王国得以成就。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新约更美之约：通过耶稣基督的血，神为所有信靠他的人建立了一个新约，带来恩典、赦免和永生的应许。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866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B825E-ABC8-3EBB-568E-7914FEE72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7F186B4-299F-0EC3-64B3-A929A0CD974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第二段：神的国来临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0B91016-650D-E0C0-FB5D-444D464F7C84}"/>
              </a:ext>
            </a:extLst>
          </p:cNvPr>
          <p:cNvSpPr txBox="1"/>
          <p:nvPr/>
        </p:nvSpPr>
        <p:spPr>
          <a:xfrm>
            <a:off x="0" y="1077071"/>
            <a:ext cx="12192000" cy="4472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1:14a】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耶稣来到加利利，宣传　神的福音。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第一节：宣告神的福音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“外邦人的加利利地”，神的国度不是从拥有宏伟圣殿和社会地位的地方开始的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逆世界潮流，进入属希律王安提帕的势力范围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神的福音，福音就是耶稣基督所带来神的拯救计划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　神的儿子，耶稣基督福音的起头。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亲自宣告神的福音，震耳欲聋关于王权、神国度的宣告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福音不是以人为中心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5438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076B9-A335-2CA5-2D61-F475FFEE5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CCB0AB2-CCEE-FA5E-FD5E-9C99F3A1B81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第二段：神的国来临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E647CA4-2F82-A93C-FEFA-0904C894677D}"/>
              </a:ext>
            </a:extLst>
          </p:cNvPr>
          <p:cNvSpPr txBox="1"/>
          <p:nvPr/>
        </p:nvSpPr>
        <p:spPr>
          <a:xfrm>
            <a:off x="0" y="1077071"/>
            <a:ext cx="12192000" cy="5580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1:15b】……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神的国近了！ 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“神的国”</a:t>
            </a:r>
            <a:r>
              <a:rPr lang="zh-CN" altLang="en-US" sz="24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不是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指一个地理上的国家或政治实体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神的主权与统治：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神为宇宙的至高君王，他的国度是超越一切的，涵盖了整个创造世界。这是一个属灵的国度，并不局限于任何国家或地区，而是神在一切事物上的统治。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诗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103:19】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耶和华在天上立定宝座，他的权柄（原文作“国”）统管万有。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所有历史和世界的进程都是在神的统治下进行的。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1476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8A5FC-D01A-2D42-8EAD-64134FB98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E4778201-01AD-7A70-24DA-50CC03A2DBD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第二段：神的国来临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E43B45-2ECD-58B9-1A70-1966F73719F9}"/>
              </a:ext>
            </a:extLst>
          </p:cNvPr>
          <p:cNvSpPr txBox="1"/>
          <p:nvPr/>
        </p:nvSpPr>
        <p:spPr>
          <a:xfrm>
            <a:off x="0" y="1077071"/>
            <a:ext cx="12192000" cy="6134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1:15b】……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神的国近了！ 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“神的国”</a:t>
            </a:r>
            <a:r>
              <a:rPr lang="zh-CN" altLang="en-US" sz="24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不是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指一个地理上的国家或政治实体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神国的现在与未来（已然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/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未然）：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现在性（“已经来到”）：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神的国从耶稣基督的降生、死亡、复活开始在地上显现。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未来性（“还要再来”）：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神的国也有未来的实现，即完全的神国将在基督再来时实现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5680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F3FA5-BA85-9A43-2B2F-030AFA42C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664E4BA-C637-786A-7445-45C445BA7E1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第二段：神的国来临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49EFD9-F809-646F-A926-C207C5DE5091}"/>
              </a:ext>
            </a:extLst>
          </p:cNvPr>
          <p:cNvSpPr txBox="1"/>
          <p:nvPr/>
        </p:nvSpPr>
        <p:spPr>
          <a:xfrm>
            <a:off x="0" y="1077071"/>
            <a:ext cx="12192000" cy="5580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1:15b】……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神的国近了！ 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“神的国”</a:t>
            </a:r>
            <a:r>
              <a:rPr lang="zh-CN" altLang="en-US" sz="24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不是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指一个地理上的国家或政治实体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神的国与教会：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教会是神国的地上代表。教会是神通过基督实行王权的地方。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在地上作为神国的代表，承载着神的统治和救赎工作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教会的使命之一是宣扬神国的福音，呼召人悔改并加入神的国度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331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D199F-AD23-897B-17F8-172E6D44F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D1F1A798-DCD5-B90B-A5B7-3AA4FE0B5B5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第三段：对福音的正确的回应：悔改与相信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462093-2584-7A3A-9CAC-EDA4B6C2CC32}"/>
              </a:ext>
            </a:extLst>
          </p:cNvPr>
          <p:cNvSpPr txBox="1"/>
          <p:nvPr/>
        </p:nvSpPr>
        <p:spPr>
          <a:xfrm>
            <a:off x="0" y="1077071"/>
            <a:ext cx="12192000" cy="5672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1:15c】……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你们当悔改，信福音。”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神的国的来到，主耶稣呼召罪人积极的回应：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神赐下得恩典</a:t>
            </a:r>
            <a:r>
              <a:rPr lang="zh-CN" altLang="en-US" sz="28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唯一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方式：</a:t>
            </a:r>
            <a:r>
              <a:rPr lang="zh-CN" altLang="en-US" sz="2400" b="1" dirty="0">
                <a:solidFill>
                  <a:srgbClr val="C00000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悔改且信福音</a:t>
            </a:r>
            <a:endParaRPr lang="en-US" altLang="zh-CN" sz="2400" b="1" dirty="0">
              <a:solidFill>
                <a:srgbClr val="C00000"/>
              </a:solidFill>
              <a:highlight>
                <a:srgbClr val="FFFF00"/>
              </a:highlight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第一，悔改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悔改不是后悔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悔改不是因地狱而有的恐惧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悔改不是只悔不改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真正的悔改首先“心思转变”、“方向改变”，完全从自己转向神，从罪转向神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马丁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·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路德所说“基督徒的一生就是不断悔改的一生。”</a:t>
            </a: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3580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948A1-32FE-06BD-CB2D-BF821C98D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C9009B60-621B-0FC9-8FB9-EB520C3EAF2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第三段：对福音的正确的回应：悔改与相信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4E76A9-5D2B-E763-0CB6-ECEA7A86FC63}"/>
              </a:ext>
            </a:extLst>
          </p:cNvPr>
          <p:cNvSpPr txBox="1"/>
          <p:nvPr/>
        </p:nvSpPr>
        <p:spPr>
          <a:xfrm>
            <a:off x="0" y="1077071"/>
            <a:ext cx="12192000" cy="5118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1:15c】……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你们当悔改，信福音。”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神的国的来到，主耶稣呼召罪人积极的回应：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神赐下得恩典</a:t>
            </a:r>
            <a:r>
              <a:rPr lang="zh-CN" altLang="en-US" sz="28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唯一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方式：</a:t>
            </a:r>
            <a:r>
              <a:rPr lang="zh-CN" altLang="en-US" sz="2400" b="1" dirty="0">
                <a:solidFill>
                  <a:srgbClr val="C00000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悔改且信福音</a:t>
            </a:r>
            <a:endParaRPr lang="en-US" altLang="zh-CN" sz="2400" b="1" dirty="0">
              <a:solidFill>
                <a:srgbClr val="C00000"/>
              </a:solidFill>
              <a:highlight>
                <a:srgbClr val="FFFF00"/>
              </a:highlight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第二，信福音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信的三个方面：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1.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知识（认识福音内容）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2.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认同（相信福音真实）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3.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信靠（把己交托基督）</a:t>
            </a: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1609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794C2-5EEB-9431-16A9-180E44F71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29925ADD-9CB6-D360-88D2-E62AE06FB18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第三段：对福音的正确的回应：悔改与相信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CF9C1AE-FFCD-014E-7516-6D2F714F20F2}"/>
              </a:ext>
            </a:extLst>
          </p:cNvPr>
          <p:cNvSpPr txBox="1"/>
          <p:nvPr/>
        </p:nvSpPr>
        <p:spPr>
          <a:xfrm>
            <a:off x="0" y="1077071"/>
            <a:ext cx="12192000" cy="5672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1:15c】……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你们当悔改，信福音。”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神的国的来到，主耶稣呼召罪人积极的回应：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神赐下得恩典</a:t>
            </a:r>
            <a:r>
              <a:rPr lang="zh-CN" altLang="en-US" sz="28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唯一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方式：</a:t>
            </a:r>
            <a:r>
              <a:rPr lang="zh-CN" altLang="en-US" sz="2400" b="1" dirty="0">
                <a:solidFill>
                  <a:srgbClr val="C00000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悔改且信福音</a:t>
            </a:r>
            <a:endParaRPr lang="en-US" altLang="zh-CN" sz="2400" b="1" dirty="0">
              <a:solidFill>
                <a:srgbClr val="C00000"/>
              </a:solidFill>
              <a:highlight>
                <a:srgbClr val="FFFF00"/>
              </a:highlight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第二，信福音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信心不单是看似我可以信的时候我们信福音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信心也包括在我们感觉不到信心的时候，仍然呼求赐信心的神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9:24】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孩子的父亲立时喊着说（有古卷作“立时流泪地喊着说”）：“我信！但我信不足，求主帮助！”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信心是神的恩赐，是由圣灵在罪人心中工作而产生的。我们不仅信耶稣能救别人，更信祂能救我。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8531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EC548-1404-95D5-9BF6-CEA2B4CC8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BAD9FF70-B854-BBC8-CD95-F6C99174203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第三段：对福音的正确的回应：悔改与相信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E1E9CC-DCB5-92C9-2FA9-C911D5475B1D}"/>
              </a:ext>
            </a:extLst>
          </p:cNvPr>
          <p:cNvSpPr txBox="1"/>
          <p:nvPr/>
        </p:nvSpPr>
        <p:spPr>
          <a:xfrm>
            <a:off x="0" y="1077071"/>
            <a:ext cx="12192000" cy="4010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1:15c】……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你们当悔改，信福音。”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神的国的来到，主耶稣呼召罪人积极的回应：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神赐下得恩典</a:t>
            </a:r>
            <a:r>
              <a:rPr lang="zh-CN" altLang="en-US" sz="28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唯一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方式：</a:t>
            </a:r>
            <a:r>
              <a:rPr lang="zh-CN" altLang="en-US" sz="2400" b="1" dirty="0">
                <a:solidFill>
                  <a:srgbClr val="C00000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悔改且信福音</a:t>
            </a:r>
            <a:endParaRPr lang="en-US" altLang="zh-CN" sz="2400" b="1" dirty="0">
              <a:solidFill>
                <a:srgbClr val="C00000"/>
              </a:solidFill>
              <a:highlight>
                <a:srgbClr val="FFFF00"/>
              </a:highlight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第三，悔改且信福音的关系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悔改与信心就像一枚硬币的两面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悔改是“离开罪”，信心是“归向神”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没有信心的悔改是道德主义的自救，没有悔改的信心是自欺的假信心。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6882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0F62C-F369-E8C5-EB43-A954F7A20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D9C465AD-0EFA-06C7-5D48-E25AC737416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结语：“日期满了，神的国近了”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270CEC-5013-EA4A-3019-1E80D0C0AB27}"/>
              </a:ext>
            </a:extLst>
          </p:cNvPr>
          <p:cNvSpPr txBox="1"/>
          <p:nvPr/>
        </p:nvSpPr>
        <p:spPr>
          <a:xfrm>
            <a:off x="3379015" y="1490957"/>
            <a:ext cx="5484770" cy="2256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日期满了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——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神的时间到了；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神的国近了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——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真正的君王来了；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你们当悔改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——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从罪中转回；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信福音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——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把你自己完全交托给基督。</a:t>
            </a:r>
          </a:p>
        </p:txBody>
      </p:sp>
      <p:pic>
        <p:nvPicPr>
          <p:cNvPr id="3" name="图片 2" descr="文本">
            <a:extLst>
              <a:ext uri="{FF2B5EF4-FFF2-40B4-BE49-F238E27FC236}">
                <a16:creationId xmlns:a16="http://schemas.microsoft.com/office/drawing/2014/main" id="{2B42FC5E-F0E5-9C28-C917-A2D22EDBEEE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3454314" y="3975590"/>
            <a:ext cx="5334171" cy="28824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064468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6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问题？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文本框 1">
            <a:extLst>
              <a:ext uri="{FF2B5EF4-FFF2-40B4-BE49-F238E27FC236}">
                <a16:creationId xmlns:a16="http://schemas.microsoft.com/office/drawing/2014/main" id="{C4743AA0-529F-EA4A-5AAF-9A09C2CB0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5470477"/>
              </p:ext>
            </p:extLst>
          </p:nvPr>
        </p:nvGraphicFramePr>
        <p:xfrm>
          <a:off x="4323406" y="593816"/>
          <a:ext cx="7868594" cy="5583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TM03457510[[fn=肥皂]]</Template>
  <TotalTime>10280</TotalTime>
  <Words>2219</Words>
  <Application>Microsoft Office PowerPoint</Application>
  <PresentationFormat>宽屏</PresentationFormat>
  <Paragraphs>187</Paragraphs>
  <Slides>22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方正屏显雅宋_GBK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李强</cp:lastModifiedBy>
  <cp:revision>23</cp:revision>
  <dcterms:created xsi:type="dcterms:W3CDTF">2019-06-19T02:08:00Z</dcterms:created>
  <dcterms:modified xsi:type="dcterms:W3CDTF">2026-04-06T09:03:28Z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