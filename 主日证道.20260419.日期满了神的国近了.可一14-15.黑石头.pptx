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4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6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7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9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0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1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2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3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4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5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6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7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8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9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0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1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560" r:id="rId2"/>
    <p:sldId id="554" r:id="rId3"/>
    <p:sldId id="425" r:id="rId4"/>
    <p:sldId id="602" r:id="rId5"/>
    <p:sldId id="598" r:id="rId6"/>
    <p:sldId id="682" r:id="rId7"/>
    <p:sldId id="683" r:id="rId8"/>
    <p:sldId id="685" r:id="rId9"/>
    <p:sldId id="686" r:id="rId10"/>
    <p:sldId id="687" r:id="rId11"/>
    <p:sldId id="688" r:id="rId12"/>
    <p:sldId id="689" r:id="rId13"/>
    <p:sldId id="684" r:id="rId14"/>
    <p:sldId id="690" r:id="rId15"/>
    <p:sldId id="691" r:id="rId16"/>
    <p:sldId id="692" r:id="rId17"/>
    <p:sldId id="693" r:id="rId18"/>
    <p:sldId id="694" r:id="rId19"/>
    <p:sldId id="695" r:id="rId20"/>
    <p:sldId id="696" r:id="rId21"/>
    <p:sldId id="697" r:id="rId22"/>
    <p:sldId id="55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2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3D06"/>
    <a:srgbClr val="F1F1F1"/>
    <a:srgbClr val="1A3A7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18A516-432B-4352-85A9-8A9D341F3AC4}" v="69" dt="2026-04-18T21:58:05.866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 autoAdjust="0"/>
    <p:restoredTop sz="96238" autoAdjust="0"/>
  </p:normalViewPr>
  <p:slideViewPr>
    <p:cSldViewPr snapToGrid="0">
      <p:cViewPr varScale="1">
        <p:scale>
          <a:sx n="68" d="100"/>
          <a:sy n="68" d="100"/>
        </p:scale>
        <p:origin x="-24" y="3426"/>
      </p:cViewPr>
      <p:guideLst>
        <p:guide orient="horz" pos="2682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59CB959F-A851-4548-80C1-7FE993D19D0E}"/>
    <pc:docChg chg="undo redo custSel addSld delSld modSld sldOrd modMainMaster modNotesMaster">
      <pc:chgData name="强 李" userId="cd6c7ec7188785ae" providerId="LiveId" clId="{59CB959F-A851-4548-80C1-7FE993D19D0E}" dt="2026-04-18T21:58:08.356" v="12887" actId="404"/>
      <pc:docMkLst>
        <pc:docMk/>
      </pc:docMkLst>
      <pc:sldChg chg="modSp mod">
        <pc:chgData name="强 李" userId="cd6c7ec7188785ae" providerId="LiveId" clId="{59CB959F-A851-4548-80C1-7FE993D19D0E}" dt="2026-03-19T13:20:12.168" v="12024" actId="1076"/>
        <pc:sldMkLst>
          <pc:docMk/>
          <pc:sldMk cId="0" sldId="425"/>
        </pc:sldMkLst>
        <pc:spChg chg="mod">
          <ac:chgData name="强 李" userId="cd6c7ec7188785ae" providerId="LiveId" clId="{59CB959F-A851-4548-80C1-7FE993D19D0E}" dt="2026-03-19T10:42:08.681" v="11416" actId="20577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59CB959F-A851-4548-80C1-7FE993D19D0E}" dt="2026-03-19T13:20:12.168" v="12024" actId="1076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 delDesignElem">
        <pc:chgData name="强 李" userId="cd6c7ec7188785ae" providerId="LiveId" clId="{59CB959F-A851-4548-80C1-7FE993D19D0E}" dt="2026-03-21T23:24:42.380" v="12043"/>
        <pc:sldMkLst>
          <pc:docMk/>
          <pc:sldMk cId="419382719" sldId="552"/>
        </pc:sldMkLst>
        <pc:spChg chg="add del">
          <ac:chgData name="强 李" userId="cd6c7ec7188785ae" providerId="LiveId" clId="{59CB959F-A851-4548-80C1-7FE993D19D0E}" dt="2026-03-21T23:24:42.380" v="12043"/>
          <ac:spMkLst>
            <pc:docMk/>
            <pc:sldMk cId="419382719" sldId="552"/>
            <ac:spMk id="45" creationId="{2E442304-DDBD-4F7B-8017-36BCC863FB40}"/>
          </ac:spMkLst>
        </pc:spChg>
        <pc:spChg chg="add del">
          <ac:chgData name="强 李" userId="cd6c7ec7188785ae" providerId="LiveId" clId="{59CB959F-A851-4548-80C1-7FE993D19D0E}" dt="2026-03-21T23:24:42.380" v="12043"/>
          <ac:spMkLst>
            <pc:docMk/>
            <pc:sldMk cId="419382719" sldId="552"/>
            <ac:spMk id="46" creationId="{5E107275-3853-46FD-A241-DE4355A42675}"/>
          </ac:spMkLst>
        </pc:spChg>
        <pc:graphicFrameChg chg="add mod modGraphic">
          <ac:chgData name="强 李" userId="cd6c7ec7188785ae" providerId="LiveId" clId="{59CB959F-A851-4548-80C1-7FE993D19D0E}" dt="2026-03-19T13:19:18.931" v="12019" actId="20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59CB959F-A851-4548-80C1-7FE993D19D0E}" dt="2026-04-06T09:02:33.289" v="12465"/>
        <pc:sldMkLst>
          <pc:docMk/>
          <pc:sldMk cId="3418790839" sldId="554"/>
        </pc:sldMkLst>
        <pc:spChg chg="mod">
          <ac:chgData name="强 李" userId="cd6c7ec7188785ae" providerId="LiveId" clId="{59CB959F-A851-4548-80C1-7FE993D19D0E}" dt="2026-04-06T09:02:33.289" v="12465"/>
          <ac:spMkLst>
            <pc:docMk/>
            <pc:sldMk cId="3418790839" sldId="554"/>
            <ac:spMk id="18" creationId="{00000000-0000-0000-0000-000000000000}"/>
          </ac:spMkLst>
        </pc:spChg>
        <pc:graphicFrameChg chg="mod modGraphic">
          <ac:chgData name="强 李" userId="cd6c7ec7188785ae" providerId="LiveId" clId="{59CB959F-A851-4548-80C1-7FE993D19D0E}" dt="2026-03-19T10:41:21.895" v="11405" actId="2057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 setClrOvrMap delDesignElem">
        <pc:chgData name="强 李" userId="cd6c7ec7188785ae" providerId="LiveId" clId="{59CB959F-A851-4548-80C1-7FE993D19D0E}" dt="2026-04-06T07:32:34.882" v="12265" actId="1076"/>
        <pc:sldMkLst>
          <pc:docMk/>
          <pc:sldMk cId="1911491714" sldId="560"/>
        </pc:sldMkLst>
        <pc:spChg chg="ord">
          <ac:chgData name="强 李" userId="cd6c7ec7188785ae" providerId="LiveId" clId="{59CB959F-A851-4548-80C1-7FE993D19D0E}" dt="2026-03-19T10:39:15.938" v="11352" actId="26606"/>
          <ac:spMkLst>
            <pc:docMk/>
            <pc:sldMk cId="1911491714" sldId="560"/>
            <ac:spMk id="2" creationId="{24DE42EC-EC44-2699-E5D1-55EC7E299B2B}"/>
          </ac:spMkLst>
        </pc:spChg>
        <pc:spChg chg="mod">
          <ac:chgData name="强 李" userId="cd6c7ec7188785ae" providerId="LiveId" clId="{59CB959F-A851-4548-80C1-7FE993D19D0E}" dt="2026-03-19T13:06:40.817" v="11905" actId="1076"/>
          <ac:spMkLst>
            <pc:docMk/>
            <pc:sldMk cId="1911491714" sldId="560"/>
            <ac:spMk id="4" creationId="{00000000-0000-0000-0000-000000000000}"/>
          </ac:spMkLst>
        </pc:spChg>
        <pc:spChg chg="add del">
          <ac:chgData name="强 李" userId="cd6c7ec7188785ae" providerId="LiveId" clId="{59CB959F-A851-4548-80C1-7FE993D19D0E}" dt="2026-03-21T23:24:42.380" v="12043"/>
          <ac:spMkLst>
            <pc:docMk/>
            <pc:sldMk cId="1911491714" sldId="560"/>
            <ac:spMk id="1300" creationId="{37C89E4B-3C9F-44B9-8B86-D9E3D112D8EC}"/>
          </ac:spMkLst>
        </pc:spChg>
        <pc:picChg chg="add mod">
          <ac:chgData name="强 李" userId="cd6c7ec7188785ae" providerId="LiveId" clId="{59CB959F-A851-4548-80C1-7FE993D19D0E}" dt="2026-04-06T07:32:34.882" v="12265" actId="1076"/>
          <ac:picMkLst>
            <pc:docMk/>
            <pc:sldMk cId="1911491714" sldId="560"/>
            <ac:picMk id="9" creationId="{7187901E-E530-BD30-2E48-C22853953211}"/>
          </ac:picMkLst>
        </pc:picChg>
        <pc:cxnChg chg="add del">
          <ac:chgData name="强 李" userId="cd6c7ec7188785ae" providerId="LiveId" clId="{59CB959F-A851-4548-80C1-7FE993D19D0E}" dt="2026-03-21T23:24:42.380" v="12043"/>
          <ac:cxnSpMkLst>
            <pc:docMk/>
            <pc:sldMk cId="1911491714" sldId="560"/>
            <ac:cxnSpMk id="1302" creationId="{AA2EAA10-076F-46BD-8F0F-B9A2FB77A85C}"/>
          </ac:cxnSpMkLst>
        </pc:cxnChg>
        <pc:cxnChg chg="add del">
          <ac:chgData name="强 李" userId="cd6c7ec7188785ae" providerId="LiveId" clId="{59CB959F-A851-4548-80C1-7FE993D19D0E}" dt="2026-03-21T23:24:42.380" v="12043"/>
          <ac:cxnSpMkLst>
            <pc:docMk/>
            <pc:sldMk cId="1911491714" sldId="560"/>
            <ac:cxnSpMk id="1304" creationId="{D891E407-403B-4764-86C9-33A56D3BCAA3}"/>
          </ac:cxnSpMkLst>
        </pc:cxnChg>
      </pc:sldChg>
      <pc:sldChg chg="modSp add mod">
        <pc:chgData name="强 李" userId="cd6c7ec7188785ae" providerId="LiveId" clId="{59CB959F-A851-4548-80C1-7FE993D19D0E}" dt="2026-04-18T21:38:39.514" v="12857"/>
        <pc:sldMkLst>
          <pc:docMk/>
          <pc:sldMk cId="2114922048" sldId="598"/>
        </pc:sldMkLst>
        <pc:spChg chg="mod">
          <ac:chgData name="强 李" userId="cd6c7ec7188785ae" providerId="LiveId" clId="{59CB959F-A851-4548-80C1-7FE993D19D0E}" dt="2026-04-18T21:38:39.514" v="12857"/>
          <ac:spMkLst>
            <pc:docMk/>
            <pc:sldMk cId="2114922048" sldId="598"/>
            <ac:spMk id="2" creationId="{00000000-0000-0000-0000-000000000000}"/>
          </ac:spMkLst>
        </pc:spChg>
        <pc:spChg chg="mod">
          <ac:chgData name="强 李" userId="cd6c7ec7188785ae" providerId="LiveId" clId="{59CB959F-A851-4548-80C1-7FE993D19D0E}" dt="2026-03-19T10:54:51.091" v="11635"/>
          <ac:spMkLst>
            <pc:docMk/>
            <pc:sldMk cId="2114922048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59CB959F-A851-4548-80C1-7FE993D19D0E}" dt="2026-04-06T07:38:17.736" v="12281" actId="20577"/>
        <pc:sldMkLst>
          <pc:docMk/>
          <pc:sldMk cId="474383694" sldId="602"/>
        </pc:sldMkLst>
        <pc:spChg chg="mod">
          <ac:chgData name="强 李" userId="cd6c7ec7188785ae" providerId="LiveId" clId="{59CB959F-A851-4548-80C1-7FE993D19D0E}" dt="2026-04-06T07:38:17.736" v="12281" actId="20577"/>
          <ac:spMkLst>
            <pc:docMk/>
            <pc:sldMk cId="474383694" sldId="602"/>
            <ac:spMk id="5" creationId="{6D756E38-44BB-893E-10F4-24648C1F9451}"/>
          </ac:spMkLst>
        </pc:spChg>
      </pc:sldChg>
      <pc:sldChg chg="addSp delSp modSp add mod">
        <pc:chgData name="强 李" userId="cd6c7ec7188785ae" providerId="LiveId" clId="{59CB959F-A851-4548-80C1-7FE993D19D0E}" dt="2026-04-18T21:56:02.385" v="12859"/>
        <pc:sldMkLst>
          <pc:docMk/>
          <pc:sldMk cId="1314385556" sldId="682"/>
        </pc:sldMkLst>
        <pc:spChg chg="mod">
          <ac:chgData name="强 李" userId="cd6c7ec7188785ae" providerId="LiveId" clId="{59CB959F-A851-4548-80C1-7FE993D19D0E}" dt="2026-04-06T08:41:36.178" v="12424"/>
          <ac:spMkLst>
            <pc:docMk/>
            <pc:sldMk cId="1314385556" sldId="682"/>
            <ac:spMk id="5" creationId="{7F7534F1-88D2-901D-852B-564E8F671849}"/>
          </ac:spMkLst>
        </pc:spChg>
        <pc:spChg chg="mod">
          <ac:chgData name="强 李" userId="cd6c7ec7188785ae" providerId="LiveId" clId="{59CB959F-A851-4548-80C1-7FE993D19D0E}" dt="2026-04-18T21:56:02.385" v="12859"/>
          <ac:spMkLst>
            <pc:docMk/>
            <pc:sldMk cId="1314385556" sldId="682"/>
            <ac:spMk id="18" creationId="{7081BE4F-A30C-089E-ACA7-41E7FAAE065D}"/>
          </ac:spMkLst>
        </pc:spChg>
      </pc:sldChg>
      <pc:sldChg chg="modSp add mod">
        <pc:chgData name="强 李" userId="cd6c7ec7188785ae" providerId="LiveId" clId="{59CB959F-A851-4548-80C1-7FE993D19D0E}" dt="2026-04-18T21:56:09.464" v="12860"/>
        <pc:sldMkLst>
          <pc:docMk/>
          <pc:sldMk cId="3846173303" sldId="683"/>
        </pc:sldMkLst>
        <pc:spChg chg="mod">
          <ac:chgData name="强 李" userId="cd6c7ec7188785ae" providerId="LiveId" clId="{59CB959F-A851-4548-80C1-7FE993D19D0E}" dt="2026-04-14T23:48:37.740" v="12537"/>
          <ac:spMkLst>
            <pc:docMk/>
            <pc:sldMk cId="3846173303" sldId="683"/>
            <ac:spMk id="5" creationId="{2EE43953-4906-9444-6E02-C09C061DFA03}"/>
          </ac:spMkLst>
        </pc:spChg>
        <pc:spChg chg="mod">
          <ac:chgData name="强 李" userId="cd6c7ec7188785ae" providerId="LiveId" clId="{59CB959F-A851-4548-80C1-7FE993D19D0E}" dt="2026-04-18T21:56:09.464" v="12860"/>
          <ac:spMkLst>
            <pc:docMk/>
            <pc:sldMk cId="3846173303" sldId="683"/>
            <ac:spMk id="18" creationId="{46B2E9D1-380B-55BD-A85B-C0A4DB39AFE2}"/>
          </ac:spMkLst>
        </pc:spChg>
      </pc:sldChg>
      <pc:sldChg chg="modSp add mod ord">
        <pc:chgData name="强 李" userId="cd6c7ec7188785ae" providerId="LiveId" clId="{59CB959F-A851-4548-80C1-7FE993D19D0E}" dt="2026-04-18T21:56:41.594" v="12866"/>
        <pc:sldMkLst>
          <pc:docMk/>
          <pc:sldMk cId="495438279" sldId="684"/>
        </pc:sldMkLst>
        <pc:spChg chg="mod">
          <ac:chgData name="强 李" userId="cd6c7ec7188785ae" providerId="LiveId" clId="{59CB959F-A851-4548-80C1-7FE993D19D0E}" dt="2026-04-14T23:49:54.361" v="12639" actId="113"/>
          <ac:spMkLst>
            <pc:docMk/>
            <pc:sldMk cId="495438279" sldId="684"/>
            <ac:spMk id="5" creationId="{80B91016-650D-E0C0-FB5D-444D464F7C84}"/>
          </ac:spMkLst>
        </pc:spChg>
        <pc:spChg chg="mod">
          <ac:chgData name="强 李" userId="cd6c7ec7188785ae" providerId="LiveId" clId="{59CB959F-A851-4548-80C1-7FE993D19D0E}" dt="2026-04-18T21:56:41.594" v="12866"/>
          <ac:spMkLst>
            <pc:docMk/>
            <pc:sldMk cId="495438279" sldId="684"/>
            <ac:spMk id="18" creationId="{87F186B4-299F-0EC3-64B3-A929A0CD9748}"/>
          </ac:spMkLst>
        </pc:spChg>
      </pc:sldChg>
      <pc:sldChg chg="modSp add mod">
        <pc:chgData name="强 李" userId="cd6c7ec7188785ae" providerId="LiveId" clId="{59CB959F-A851-4548-80C1-7FE993D19D0E}" dt="2026-04-18T21:56:13.007" v="12861"/>
        <pc:sldMkLst>
          <pc:docMk/>
          <pc:sldMk cId="2217467163" sldId="685"/>
        </pc:sldMkLst>
        <pc:spChg chg="mod">
          <ac:chgData name="强 李" userId="cd6c7ec7188785ae" providerId="LiveId" clId="{59CB959F-A851-4548-80C1-7FE993D19D0E}" dt="2026-04-05T22:59:53.700" v="12139"/>
          <ac:spMkLst>
            <pc:docMk/>
            <pc:sldMk cId="2217467163" sldId="685"/>
            <ac:spMk id="5" creationId="{21105BEF-ED91-BC8B-14BA-7CC23C9352FF}"/>
          </ac:spMkLst>
        </pc:spChg>
        <pc:spChg chg="mod">
          <ac:chgData name="强 李" userId="cd6c7ec7188785ae" providerId="LiveId" clId="{59CB959F-A851-4548-80C1-7FE993D19D0E}" dt="2026-04-18T21:56:13.007" v="12861"/>
          <ac:spMkLst>
            <pc:docMk/>
            <pc:sldMk cId="2217467163" sldId="685"/>
            <ac:spMk id="18" creationId="{6DC2A4A0-8937-99CF-55C6-FFFAC125E446}"/>
          </ac:spMkLst>
        </pc:spChg>
      </pc:sldChg>
      <pc:sldChg chg="modSp add mod">
        <pc:chgData name="强 李" userId="cd6c7ec7188785ae" providerId="LiveId" clId="{59CB959F-A851-4548-80C1-7FE993D19D0E}" dt="2026-04-18T21:56:16.372" v="12862"/>
        <pc:sldMkLst>
          <pc:docMk/>
          <pc:sldMk cId="3036496341" sldId="686"/>
        </pc:sldMkLst>
        <pc:spChg chg="mod">
          <ac:chgData name="强 李" userId="cd6c7ec7188785ae" providerId="LiveId" clId="{59CB959F-A851-4548-80C1-7FE993D19D0E}" dt="2026-04-05T23:00:37.277" v="12149" actId="6549"/>
          <ac:spMkLst>
            <pc:docMk/>
            <pc:sldMk cId="3036496341" sldId="686"/>
            <ac:spMk id="5" creationId="{DF57ECAE-5EB2-8162-62D6-7C01148EC066}"/>
          </ac:spMkLst>
        </pc:spChg>
        <pc:spChg chg="mod">
          <ac:chgData name="强 李" userId="cd6c7ec7188785ae" providerId="LiveId" clId="{59CB959F-A851-4548-80C1-7FE993D19D0E}" dt="2026-04-18T21:56:16.372" v="12862"/>
          <ac:spMkLst>
            <pc:docMk/>
            <pc:sldMk cId="3036496341" sldId="686"/>
            <ac:spMk id="18" creationId="{8283B303-65E1-D79F-276B-A48D634D80FD}"/>
          </ac:spMkLst>
        </pc:spChg>
      </pc:sldChg>
      <pc:sldChg chg="modSp add mod">
        <pc:chgData name="强 李" userId="cd6c7ec7188785ae" providerId="LiveId" clId="{59CB959F-A851-4548-80C1-7FE993D19D0E}" dt="2026-04-18T21:56:19.435" v="12863"/>
        <pc:sldMkLst>
          <pc:docMk/>
          <pc:sldMk cId="3191241932" sldId="687"/>
        </pc:sldMkLst>
        <pc:spChg chg="mod">
          <ac:chgData name="强 李" userId="cd6c7ec7188785ae" providerId="LiveId" clId="{59CB959F-A851-4548-80C1-7FE993D19D0E}" dt="2026-04-05T23:00:54.019" v="12155"/>
          <ac:spMkLst>
            <pc:docMk/>
            <pc:sldMk cId="3191241932" sldId="687"/>
            <ac:spMk id="5" creationId="{224F30D7-989D-3942-B628-D42F7478950F}"/>
          </ac:spMkLst>
        </pc:spChg>
        <pc:spChg chg="mod">
          <ac:chgData name="强 李" userId="cd6c7ec7188785ae" providerId="LiveId" clId="{59CB959F-A851-4548-80C1-7FE993D19D0E}" dt="2026-04-18T21:56:19.435" v="12863"/>
          <ac:spMkLst>
            <pc:docMk/>
            <pc:sldMk cId="3191241932" sldId="687"/>
            <ac:spMk id="18" creationId="{03FAADE3-4EF0-ADDA-932E-BD274A07E697}"/>
          </ac:spMkLst>
        </pc:spChg>
      </pc:sldChg>
      <pc:sldChg chg="modSp add mod">
        <pc:chgData name="强 李" userId="cd6c7ec7188785ae" providerId="LiveId" clId="{59CB959F-A851-4548-80C1-7FE993D19D0E}" dt="2026-04-18T21:56:22.489" v="12864"/>
        <pc:sldMkLst>
          <pc:docMk/>
          <pc:sldMk cId="2720466157" sldId="688"/>
        </pc:sldMkLst>
        <pc:spChg chg="mod">
          <ac:chgData name="强 李" userId="cd6c7ec7188785ae" providerId="LiveId" clId="{59CB959F-A851-4548-80C1-7FE993D19D0E}" dt="2026-04-05T23:01:04.352" v="12161" actId="404"/>
          <ac:spMkLst>
            <pc:docMk/>
            <pc:sldMk cId="2720466157" sldId="688"/>
            <ac:spMk id="5" creationId="{1178B1DD-6688-4926-70AF-AC00821FC960}"/>
          </ac:spMkLst>
        </pc:spChg>
        <pc:spChg chg="mod">
          <ac:chgData name="强 李" userId="cd6c7ec7188785ae" providerId="LiveId" clId="{59CB959F-A851-4548-80C1-7FE993D19D0E}" dt="2026-04-18T21:56:22.489" v="12864"/>
          <ac:spMkLst>
            <pc:docMk/>
            <pc:sldMk cId="2720466157" sldId="688"/>
            <ac:spMk id="18" creationId="{92D2A8A8-41EC-A6DA-078A-7D8F9FEA4F2A}"/>
          </ac:spMkLst>
        </pc:spChg>
      </pc:sldChg>
      <pc:sldChg chg="modSp add mod">
        <pc:chgData name="强 李" userId="cd6c7ec7188785ae" providerId="LiveId" clId="{59CB959F-A851-4548-80C1-7FE993D19D0E}" dt="2026-04-18T21:56:25.064" v="12865"/>
        <pc:sldMkLst>
          <pc:docMk/>
          <pc:sldMk cId="86866897" sldId="689"/>
        </pc:sldMkLst>
        <pc:spChg chg="mod">
          <ac:chgData name="强 李" userId="cd6c7ec7188785ae" providerId="LiveId" clId="{59CB959F-A851-4548-80C1-7FE993D19D0E}" dt="2026-04-14T23:49:03.929" v="12538" actId="6549"/>
          <ac:spMkLst>
            <pc:docMk/>
            <pc:sldMk cId="86866897" sldId="689"/>
            <ac:spMk id="5" creationId="{F356A7F4-8B52-4527-A718-68E26B1F1A53}"/>
          </ac:spMkLst>
        </pc:spChg>
        <pc:spChg chg="mod">
          <ac:chgData name="强 李" userId="cd6c7ec7188785ae" providerId="LiveId" clId="{59CB959F-A851-4548-80C1-7FE993D19D0E}" dt="2026-04-18T21:56:25.064" v="12865"/>
          <ac:spMkLst>
            <pc:docMk/>
            <pc:sldMk cId="86866897" sldId="689"/>
            <ac:spMk id="18" creationId="{1F7B379F-A1EA-2271-D7D1-D282FA8214C2}"/>
          </ac:spMkLst>
        </pc:spChg>
      </pc:sldChg>
      <pc:sldChg chg="modSp add mod">
        <pc:chgData name="强 李" userId="cd6c7ec7188785ae" providerId="LiveId" clId="{59CB959F-A851-4548-80C1-7FE993D19D0E}" dt="2026-04-18T21:56:48.022" v="12867"/>
        <pc:sldMkLst>
          <pc:docMk/>
          <pc:sldMk cId="2181476306" sldId="690"/>
        </pc:sldMkLst>
        <pc:spChg chg="mod">
          <ac:chgData name="强 李" userId="cd6c7ec7188785ae" providerId="LiveId" clId="{59CB959F-A851-4548-80C1-7FE993D19D0E}" dt="2026-04-14T23:50:17.580" v="12641" actId="6549"/>
          <ac:spMkLst>
            <pc:docMk/>
            <pc:sldMk cId="2181476306" sldId="690"/>
            <ac:spMk id="5" creationId="{4E647CA4-2F82-A93C-FEFA-0904C894677D}"/>
          </ac:spMkLst>
        </pc:spChg>
        <pc:spChg chg="mod">
          <ac:chgData name="强 李" userId="cd6c7ec7188785ae" providerId="LiveId" clId="{59CB959F-A851-4548-80C1-7FE993D19D0E}" dt="2026-04-18T21:56:48.022" v="12867"/>
          <ac:spMkLst>
            <pc:docMk/>
            <pc:sldMk cId="2181476306" sldId="690"/>
            <ac:spMk id="18" creationId="{0CCB0AB2-CCEE-FA5E-FD5E-9C99F3A1B814}"/>
          </ac:spMkLst>
        </pc:spChg>
      </pc:sldChg>
      <pc:sldChg chg="modSp add mod">
        <pc:chgData name="强 李" userId="cd6c7ec7188785ae" providerId="LiveId" clId="{59CB959F-A851-4548-80C1-7FE993D19D0E}" dt="2026-04-18T21:56:50.901" v="12868"/>
        <pc:sldMkLst>
          <pc:docMk/>
          <pc:sldMk cId="2865680735" sldId="691"/>
        </pc:sldMkLst>
        <pc:spChg chg="mod">
          <ac:chgData name="强 李" userId="cd6c7ec7188785ae" providerId="LiveId" clId="{59CB959F-A851-4548-80C1-7FE993D19D0E}" dt="2026-04-14T23:50:21.611" v="12642" actId="6549"/>
          <ac:spMkLst>
            <pc:docMk/>
            <pc:sldMk cId="2865680735" sldId="691"/>
            <ac:spMk id="5" creationId="{9DE43B45-2ECD-58B9-1A70-1966F73719F9}"/>
          </ac:spMkLst>
        </pc:spChg>
        <pc:spChg chg="mod">
          <ac:chgData name="强 李" userId="cd6c7ec7188785ae" providerId="LiveId" clId="{59CB959F-A851-4548-80C1-7FE993D19D0E}" dt="2026-04-18T21:56:50.901" v="12868"/>
          <ac:spMkLst>
            <pc:docMk/>
            <pc:sldMk cId="2865680735" sldId="691"/>
            <ac:spMk id="18" creationId="{E4778201-01AD-7A70-24DA-50CC03A2DBD0}"/>
          </ac:spMkLst>
        </pc:spChg>
      </pc:sldChg>
      <pc:sldChg chg="modSp add mod">
        <pc:chgData name="强 李" userId="cd6c7ec7188785ae" providerId="LiveId" clId="{59CB959F-A851-4548-80C1-7FE993D19D0E}" dt="2026-04-18T21:56:54.337" v="12869"/>
        <pc:sldMkLst>
          <pc:docMk/>
          <pc:sldMk cId="233331617" sldId="692"/>
        </pc:sldMkLst>
        <pc:spChg chg="mod">
          <ac:chgData name="强 李" userId="cd6c7ec7188785ae" providerId="LiveId" clId="{59CB959F-A851-4548-80C1-7FE993D19D0E}" dt="2026-04-05T23:02:52.673" v="12182" actId="108"/>
          <ac:spMkLst>
            <pc:docMk/>
            <pc:sldMk cId="233331617" sldId="692"/>
            <ac:spMk id="5" creationId="{4649EFD9-F809-646F-A926-C207C5DE5091}"/>
          </ac:spMkLst>
        </pc:spChg>
        <pc:spChg chg="mod">
          <ac:chgData name="强 李" userId="cd6c7ec7188785ae" providerId="LiveId" clId="{59CB959F-A851-4548-80C1-7FE993D19D0E}" dt="2026-04-18T21:56:54.337" v="12869"/>
          <ac:spMkLst>
            <pc:docMk/>
            <pc:sldMk cId="233331617" sldId="692"/>
            <ac:spMk id="18" creationId="{0664E4BA-C637-786A-7445-45C445BA7E18}"/>
          </ac:spMkLst>
        </pc:spChg>
      </pc:sldChg>
      <pc:sldChg chg="modSp add mod">
        <pc:chgData name="强 李" userId="cd6c7ec7188785ae" providerId="LiveId" clId="{59CB959F-A851-4548-80C1-7FE993D19D0E}" dt="2026-04-18T21:57:36.945" v="12881" actId="404"/>
        <pc:sldMkLst>
          <pc:docMk/>
          <pc:sldMk cId="3503580207" sldId="693"/>
        </pc:sldMkLst>
        <pc:spChg chg="mod">
          <ac:chgData name="强 李" userId="cd6c7ec7188785ae" providerId="LiveId" clId="{59CB959F-A851-4548-80C1-7FE993D19D0E}" dt="2026-04-14T23:53:23.959" v="12718" actId="20577"/>
          <ac:spMkLst>
            <pc:docMk/>
            <pc:sldMk cId="3503580207" sldId="693"/>
            <ac:spMk id="5" creationId="{A8462093-2584-7A3A-9CAC-EDA4B6C2CC32}"/>
          </ac:spMkLst>
        </pc:spChg>
        <pc:spChg chg="mod">
          <ac:chgData name="强 李" userId="cd6c7ec7188785ae" providerId="LiveId" clId="{59CB959F-A851-4548-80C1-7FE993D19D0E}" dt="2026-04-18T21:57:36.945" v="12881" actId="404"/>
          <ac:spMkLst>
            <pc:docMk/>
            <pc:sldMk cId="3503580207" sldId="693"/>
            <ac:spMk id="18" creationId="{D1F1A798-DCD5-B90B-A5B7-3AA4FE0B5B5D}"/>
          </ac:spMkLst>
        </pc:spChg>
      </pc:sldChg>
      <pc:sldChg chg="modSp add mod">
        <pc:chgData name="强 李" userId="cd6c7ec7188785ae" providerId="LiveId" clId="{59CB959F-A851-4548-80C1-7FE993D19D0E}" dt="2026-04-18T21:57:49.733" v="12883" actId="404"/>
        <pc:sldMkLst>
          <pc:docMk/>
          <pc:sldMk cId="741609016" sldId="694"/>
        </pc:sldMkLst>
        <pc:spChg chg="mod">
          <ac:chgData name="强 李" userId="cd6c7ec7188785ae" providerId="LiveId" clId="{59CB959F-A851-4548-80C1-7FE993D19D0E}" dt="2026-04-05T23:05:34.764" v="12241" actId="108"/>
          <ac:spMkLst>
            <pc:docMk/>
            <pc:sldMk cId="741609016" sldId="694"/>
            <ac:spMk id="5" creationId="{874E76A9-5D2B-E763-0CB6-ECEA7A86FC63}"/>
          </ac:spMkLst>
        </pc:spChg>
        <pc:spChg chg="mod">
          <ac:chgData name="强 李" userId="cd6c7ec7188785ae" providerId="LiveId" clId="{59CB959F-A851-4548-80C1-7FE993D19D0E}" dt="2026-04-18T21:57:49.733" v="12883" actId="404"/>
          <ac:spMkLst>
            <pc:docMk/>
            <pc:sldMk cId="741609016" sldId="694"/>
            <ac:spMk id="18" creationId="{C9009B60-621B-0FC9-8FB9-EB520C3EAF24}"/>
          </ac:spMkLst>
        </pc:spChg>
      </pc:sldChg>
      <pc:sldChg chg="modSp add mod">
        <pc:chgData name="强 李" userId="cd6c7ec7188785ae" providerId="LiveId" clId="{59CB959F-A851-4548-80C1-7FE993D19D0E}" dt="2026-04-18T21:57:59.995" v="12885" actId="404"/>
        <pc:sldMkLst>
          <pc:docMk/>
          <pc:sldMk cId="1148531764" sldId="695"/>
        </pc:sldMkLst>
        <pc:spChg chg="mod">
          <ac:chgData name="强 李" userId="cd6c7ec7188785ae" providerId="LiveId" clId="{59CB959F-A851-4548-80C1-7FE993D19D0E}" dt="2026-04-06T07:41:24.462" v="12313" actId="404"/>
          <ac:spMkLst>
            <pc:docMk/>
            <pc:sldMk cId="1148531764" sldId="695"/>
            <ac:spMk id="5" creationId="{6CF9C1AE-FFCD-014E-7516-6D2F714F20F2}"/>
          </ac:spMkLst>
        </pc:spChg>
        <pc:spChg chg="mod">
          <ac:chgData name="强 李" userId="cd6c7ec7188785ae" providerId="LiveId" clId="{59CB959F-A851-4548-80C1-7FE993D19D0E}" dt="2026-04-18T21:57:59.995" v="12885" actId="404"/>
          <ac:spMkLst>
            <pc:docMk/>
            <pc:sldMk cId="1148531764" sldId="695"/>
            <ac:spMk id="18" creationId="{29925ADD-9CB6-D360-88D2-E62AE06FB180}"/>
          </ac:spMkLst>
        </pc:spChg>
      </pc:sldChg>
      <pc:sldChg chg="modSp add mod">
        <pc:chgData name="强 李" userId="cd6c7ec7188785ae" providerId="LiveId" clId="{59CB959F-A851-4548-80C1-7FE993D19D0E}" dt="2026-04-18T21:58:08.356" v="12887" actId="404"/>
        <pc:sldMkLst>
          <pc:docMk/>
          <pc:sldMk cId="3296882759" sldId="696"/>
        </pc:sldMkLst>
        <pc:spChg chg="mod">
          <ac:chgData name="强 李" userId="cd6c7ec7188785ae" providerId="LiveId" clId="{59CB959F-A851-4548-80C1-7FE993D19D0E}" dt="2026-04-05T23:05:42.541" v="12243" actId="108"/>
          <ac:spMkLst>
            <pc:docMk/>
            <pc:sldMk cId="3296882759" sldId="696"/>
            <ac:spMk id="5" creationId="{A9E1E9CC-DCB5-92C9-2FA9-C911D5475B1D}"/>
          </ac:spMkLst>
        </pc:spChg>
        <pc:spChg chg="mod">
          <ac:chgData name="强 李" userId="cd6c7ec7188785ae" providerId="LiveId" clId="{59CB959F-A851-4548-80C1-7FE993D19D0E}" dt="2026-04-18T21:58:08.356" v="12887" actId="404"/>
          <ac:spMkLst>
            <pc:docMk/>
            <pc:sldMk cId="3296882759" sldId="696"/>
            <ac:spMk id="18" creationId="{BAD9FF70-B854-BBC8-CD95-F6C99174203E}"/>
          </ac:spMkLst>
        </pc:spChg>
      </pc:sldChg>
      <pc:sldChg chg="addSp delSp modSp add mod">
        <pc:chgData name="强 李" userId="cd6c7ec7188785ae" providerId="LiveId" clId="{59CB959F-A851-4548-80C1-7FE993D19D0E}" dt="2026-04-14T23:52:10.848" v="12643" actId="20577"/>
        <pc:sldMkLst>
          <pc:docMk/>
          <pc:sldMk cId="1006446841" sldId="697"/>
        </pc:sldMkLst>
        <pc:spChg chg="mod">
          <ac:chgData name="强 李" userId="cd6c7ec7188785ae" providerId="LiveId" clId="{59CB959F-A851-4548-80C1-7FE993D19D0E}" dt="2026-04-14T23:52:10.848" v="12643" actId="20577"/>
          <ac:spMkLst>
            <pc:docMk/>
            <pc:sldMk cId="1006446841" sldId="697"/>
            <ac:spMk id="5" creationId="{8D270CEC-5013-EA4A-3019-1E80D0C0AB27}"/>
          </ac:spMkLst>
        </pc:spChg>
        <pc:spChg chg="mod">
          <ac:chgData name="强 李" userId="cd6c7ec7188785ae" providerId="LiveId" clId="{59CB959F-A851-4548-80C1-7FE993D19D0E}" dt="2026-03-19T13:14:46.172" v="11994"/>
          <ac:spMkLst>
            <pc:docMk/>
            <pc:sldMk cId="1006446841" sldId="697"/>
            <ac:spMk id="18" creationId="{D9C465AD-0EFA-06C7-5D48-E25AC737416E}"/>
          </ac:spMkLst>
        </pc:spChg>
        <pc:picChg chg="add mod">
          <ac:chgData name="强 李" userId="cd6c7ec7188785ae" providerId="LiveId" clId="{59CB959F-A851-4548-80C1-7FE993D19D0E}" dt="2026-04-06T07:51:13.561" v="12366" actId="1076"/>
          <ac:picMkLst>
            <pc:docMk/>
            <pc:sldMk cId="1006446841" sldId="697"/>
            <ac:picMk id="3" creationId="{2B42FC5E-F0E5-9C28-C917-A2D22EDBEEEE}"/>
          </ac:picMkLst>
        </pc:picChg>
      </pc:sldChg>
      <pc:sldMasterChg chg="modSp modSldLayout">
        <pc:chgData name="强 李" userId="cd6c7ec7188785ae" providerId="LiveId" clId="{59CB959F-A851-4548-80C1-7FE993D19D0E}" dt="2026-04-06T07:52:34.284" v="12371" actId="735"/>
        <pc:sldMasterMkLst>
          <pc:docMk/>
          <pc:sldMasterMk cId="0" sldId="2147483648"/>
        </pc:sldMasterMkLst>
        <pc:sldLayoutChg chg="modSp">
          <pc:chgData name="强 李" userId="cd6c7ec7188785ae" providerId="LiveId" clId="{59CB959F-A851-4548-80C1-7FE993D19D0E}" dt="2026-04-06T07:52:33.426" v="12370" actId="735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强 李" userId="cd6c7ec7188785ae" providerId="LiveId" clId="{59CB959F-A851-4548-80C1-7FE993D19D0E}" dt="2026-04-06T07:52:31.332" v="12369" actId="735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强 李" userId="cd6c7ec7188785ae" providerId="LiveId" clId="{59CB959F-A851-4548-80C1-7FE993D19D0E}" dt="2026-04-06T07:52:16.859" v="12368" actId="735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福音是什么？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耶稣第一次开始公开传道的时所讲的第一句话是什么？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火 纯色填充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搏动的心 纯色填充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vList3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zh-CN" sz="1800"/>
            <a:t>耶稣开始在加利利宣传神的福音，是在哪一个具体的历史事件发生之后？当祂宣告</a:t>
          </a:r>
          <a:r>
            <a:rPr lang="en-US" sz="1800"/>
            <a:t>“</a:t>
          </a:r>
          <a:r>
            <a:rPr lang="zh-CN" sz="1800"/>
            <a:t>神的国近了</a:t>
          </a:r>
          <a:r>
            <a:rPr lang="en-US" sz="1800"/>
            <a:t>”</a:t>
          </a:r>
          <a:r>
            <a:rPr lang="zh-CN" sz="1800"/>
            <a:t>的时候，对听众发出的两个明确的命令是什么？</a:t>
          </a:r>
          <a:endParaRPr lang="en-US" sz="180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24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2400"/>
        </a:p>
      </dgm:t>
    </dgm:pt>
    <dgm:pt modelId="{1A6E1B47-6D65-4972-BA34-8BECA6697068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sz="1600" dirty="0"/>
            <a:t>“神的国”并不是指一个地理上的国家或政治实体。结合讲道内容，你如何理解“神的国已经来到”？</a:t>
          </a:r>
        </a:p>
      </dgm:t>
    </dgm:pt>
    <dgm:pt modelId="{B6C41BD4-1CC6-4AB2-BA64-5D336FF76B6B}" type="parTrans" cxnId="{C60A8946-AB6A-4AC7-99BF-D1257F696EF2}">
      <dgm:prSet/>
      <dgm:spPr/>
      <dgm:t>
        <a:bodyPr/>
        <a:lstStyle/>
        <a:p>
          <a:endParaRPr lang="zh-CN" altLang="en-US" sz="1400"/>
        </a:p>
      </dgm:t>
    </dgm:pt>
    <dgm:pt modelId="{B1C74DE6-8326-4AA7-8ED4-C2057CAC0740}" type="sibTrans" cxnId="{C60A8946-AB6A-4AC7-99BF-D1257F696EF2}">
      <dgm:prSet/>
      <dgm:spPr/>
      <dgm:t>
        <a:bodyPr/>
        <a:lstStyle/>
        <a:p>
          <a:endParaRPr lang="zh-CN" altLang="en-US" sz="1400"/>
        </a:p>
      </dgm:t>
    </dgm:pt>
    <dgm:pt modelId="{EB30CD5B-CA1B-4CA4-A507-A40D53572C07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sz="1600" dirty="0">
              <a:solidFill>
                <a:srgbClr val="002060"/>
              </a:solidFill>
            </a:rPr>
            <a:t>请诚实地省察自己：目前你生命中哪一个具体的领域，是你最紧抓不放、最不愿意交出主权让神来统治的？</a:t>
          </a:r>
        </a:p>
      </dgm:t>
    </dgm:pt>
    <dgm:pt modelId="{F8461BCE-4C89-4BDA-A011-66CB4FDCA813}" type="parTrans" cxnId="{439C9BB5-38D8-43FB-9F02-DE3B05B377E1}">
      <dgm:prSet/>
      <dgm:spPr/>
      <dgm:t>
        <a:bodyPr/>
        <a:lstStyle/>
        <a:p>
          <a:endParaRPr lang="zh-CN" altLang="en-US" sz="1400"/>
        </a:p>
      </dgm:t>
    </dgm:pt>
    <dgm:pt modelId="{C142FF82-3F3F-47E5-AEC9-6005C38E6470}" type="sibTrans" cxnId="{439C9BB5-38D8-43FB-9F02-DE3B05B377E1}">
      <dgm:prSet/>
      <dgm:spPr/>
      <dgm:t>
        <a:bodyPr/>
        <a:lstStyle/>
        <a:p>
          <a:endParaRPr lang="zh-CN" altLang="en-US" sz="1400"/>
        </a:p>
      </dgm:t>
    </dgm:pt>
    <dgm:pt modelId="{7C1A888C-2D9C-4780-8DEC-1F0032338073}" type="pres">
      <dgm:prSet presAssocID="{0FFEBC65-5800-49C2-ACE8-714124562FFC}" presName="linearFlow" presStyleCnt="0">
        <dgm:presLayoutVars>
          <dgm:dir/>
          <dgm:resizeHandles val="exact"/>
        </dgm:presLayoutVars>
      </dgm:prSet>
      <dgm:spPr/>
    </dgm:pt>
    <dgm:pt modelId="{082FC72F-50C6-40E8-8A7F-5B6CA582B954}" type="pres">
      <dgm:prSet presAssocID="{C176FC01-0F21-475B-85EA-274FB5949CEE}" presName="composite" presStyleCnt="0"/>
      <dgm:spPr/>
    </dgm:pt>
    <dgm:pt modelId="{5B134A8B-77AE-48A3-859C-C82FD84B6C2D}" type="pres">
      <dgm:prSet presAssocID="{C176FC01-0F21-475B-85EA-274FB5949CEE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4979D7DE-FF40-439E-AC23-B61881A043ED}" type="pres">
      <dgm:prSet presAssocID="{C176FC01-0F21-475B-85EA-274FB5949CEE}" presName="txShp" presStyleLbl="node1" presStyleIdx="0" presStyleCnt="3">
        <dgm:presLayoutVars>
          <dgm:bulletEnabled val="1"/>
        </dgm:presLayoutVars>
      </dgm:prSet>
      <dgm:spPr/>
    </dgm:pt>
    <dgm:pt modelId="{A97E1F1E-1603-49E2-B3F9-B2ED390CE52A}" type="pres">
      <dgm:prSet presAssocID="{CFDA8DFF-2E53-463E-9C51-FEB63EFB3957}" presName="spacing" presStyleCnt="0"/>
      <dgm:spPr/>
    </dgm:pt>
    <dgm:pt modelId="{4A2C3490-96BF-42AF-BCF3-6C13573D8772}" type="pres">
      <dgm:prSet presAssocID="{1A6E1B47-6D65-4972-BA34-8BECA6697068}" presName="composite" presStyleCnt="0"/>
      <dgm:spPr/>
    </dgm:pt>
    <dgm:pt modelId="{D9BBDAB1-AD18-46C1-ADA3-42BC8504485F}" type="pres">
      <dgm:prSet presAssocID="{1A6E1B47-6D65-4972-BA34-8BECA6697068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添加 纯色填充"/>
        </a:ext>
      </dgm:extLst>
    </dgm:pt>
    <dgm:pt modelId="{3AED6F7E-6C02-423B-A0DD-D9AFCA13CB53}" type="pres">
      <dgm:prSet presAssocID="{1A6E1B47-6D65-4972-BA34-8BECA6697068}" presName="txShp" presStyleLbl="node1" presStyleIdx="1" presStyleCnt="3">
        <dgm:presLayoutVars>
          <dgm:bulletEnabled val="1"/>
        </dgm:presLayoutVars>
      </dgm:prSet>
      <dgm:spPr/>
    </dgm:pt>
    <dgm:pt modelId="{E44B6215-88CE-4333-8C62-BA8209877F04}" type="pres">
      <dgm:prSet presAssocID="{B1C74DE6-8326-4AA7-8ED4-C2057CAC0740}" presName="spacing" presStyleCnt="0"/>
      <dgm:spPr/>
    </dgm:pt>
    <dgm:pt modelId="{B3072943-108C-4E94-9138-9435A084D2C0}" type="pres">
      <dgm:prSet presAssocID="{EB30CD5B-CA1B-4CA4-A507-A40D53572C07}" presName="composite" presStyleCnt="0"/>
      <dgm:spPr/>
    </dgm:pt>
    <dgm:pt modelId="{FF3C8601-12B7-4CB8-9DE2-0E1FFE6A52C7}" type="pres">
      <dgm:prSet presAssocID="{EB30CD5B-CA1B-4CA4-A507-A40D53572C07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王冠 纯色填充"/>
        </a:ext>
      </dgm:extLst>
    </dgm:pt>
    <dgm:pt modelId="{A68E753E-8CD7-42F5-8AB7-071F111D9398}" type="pres">
      <dgm:prSet presAssocID="{EB30CD5B-CA1B-4CA4-A507-A40D53572C07}" presName="txShp" presStyleLbl="node1" presStyleIdx="2" presStyleCnt="3">
        <dgm:presLayoutVars>
          <dgm:bulletEnabled val="1"/>
        </dgm:presLayoutVars>
      </dgm:prSet>
      <dgm:spPr/>
    </dgm:pt>
  </dgm:ptLst>
  <dgm:cxnLst>
    <dgm:cxn modelId="{C207C33F-0466-4B47-80C9-E9A15D057821}" type="presOf" srcId="{C176FC01-0F21-475B-85EA-274FB5949CEE}" destId="{4979D7DE-FF40-439E-AC23-B61881A043ED}" srcOrd="0" destOrd="0" presId="urn:microsoft.com/office/officeart/2005/8/layout/vList3"/>
    <dgm:cxn modelId="{98F38A5C-FDE2-49DF-8A44-E3D750EAD534}" type="presOf" srcId="{1A6E1B47-6D65-4972-BA34-8BECA6697068}" destId="{3AED6F7E-6C02-423B-A0DD-D9AFCA13CB53}" srcOrd="0" destOrd="0" presId="urn:microsoft.com/office/officeart/2005/8/layout/vList3"/>
    <dgm:cxn modelId="{C60A8946-AB6A-4AC7-99BF-D1257F696EF2}" srcId="{0FFEBC65-5800-49C2-ACE8-714124562FFC}" destId="{1A6E1B47-6D65-4972-BA34-8BECA6697068}" srcOrd="1" destOrd="0" parTransId="{B6C41BD4-1CC6-4AB2-BA64-5D336FF76B6B}" sibTransId="{B1C74DE6-8326-4AA7-8ED4-C2057CAC0740}"/>
    <dgm:cxn modelId="{A806654B-C348-4B9D-9613-9C3540D2541E}" type="presOf" srcId="{0FFEBC65-5800-49C2-ACE8-714124562FFC}" destId="{7C1A888C-2D9C-4780-8DEC-1F0032338073}" srcOrd="0" destOrd="0" presId="urn:microsoft.com/office/officeart/2005/8/layout/vList3"/>
    <dgm:cxn modelId="{4059AE59-6D08-40C1-AEC0-52149FDE292F}" type="presOf" srcId="{EB30CD5B-CA1B-4CA4-A507-A40D53572C07}" destId="{A68E753E-8CD7-42F5-8AB7-071F111D9398}" srcOrd="0" destOrd="0" presId="urn:microsoft.com/office/officeart/2005/8/layout/vList3"/>
    <dgm:cxn modelId="{439C9BB5-38D8-43FB-9F02-DE3B05B377E1}" srcId="{0FFEBC65-5800-49C2-ACE8-714124562FFC}" destId="{EB30CD5B-CA1B-4CA4-A507-A40D53572C07}" srcOrd="2" destOrd="0" parTransId="{F8461BCE-4C89-4BDA-A011-66CB4FDCA813}" sibTransId="{C142FF82-3F3F-47E5-AEC9-6005C38E6470}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2C5B7D0D-E07E-4316-9D4F-7389A0F728A3}" type="presParOf" srcId="{7C1A888C-2D9C-4780-8DEC-1F0032338073}" destId="{082FC72F-50C6-40E8-8A7F-5B6CA582B954}" srcOrd="0" destOrd="0" presId="urn:microsoft.com/office/officeart/2005/8/layout/vList3"/>
    <dgm:cxn modelId="{266F2D1B-B74D-4A9F-9D7D-3055754EF0C0}" type="presParOf" srcId="{082FC72F-50C6-40E8-8A7F-5B6CA582B954}" destId="{5B134A8B-77AE-48A3-859C-C82FD84B6C2D}" srcOrd="0" destOrd="0" presId="urn:microsoft.com/office/officeart/2005/8/layout/vList3"/>
    <dgm:cxn modelId="{A4FCC56D-C007-4B7F-88B0-627DDF0D2A69}" type="presParOf" srcId="{082FC72F-50C6-40E8-8A7F-5B6CA582B954}" destId="{4979D7DE-FF40-439E-AC23-B61881A043ED}" srcOrd="1" destOrd="0" presId="urn:microsoft.com/office/officeart/2005/8/layout/vList3"/>
    <dgm:cxn modelId="{6ABAC6E1-5937-41BA-9CBB-BB61CBA025FD}" type="presParOf" srcId="{7C1A888C-2D9C-4780-8DEC-1F0032338073}" destId="{A97E1F1E-1603-49E2-B3F9-B2ED390CE52A}" srcOrd="1" destOrd="0" presId="urn:microsoft.com/office/officeart/2005/8/layout/vList3"/>
    <dgm:cxn modelId="{8DFE0E05-DF07-4211-B2E0-924A44A1D15A}" type="presParOf" srcId="{7C1A888C-2D9C-4780-8DEC-1F0032338073}" destId="{4A2C3490-96BF-42AF-BCF3-6C13573D8772}" srcOrd="2" destOrd="0" presId="urn:microsoft.com/office/officeart/2005/8/layout/vList3"/>
    <dgm:cxn modelId="{FA162225-4A22-4A58-9B0B-2F97795A7EC8}" type="presParOf" srcId="{4A2C3490-96BF-42AF-BCF3-6C13573D8772}" destId="{D9BBDAB1-AD18-46C1-ADA3-42BC8504485F}" srcOrd="0" destOrd="0" presId="urn:microsoft.com/office/officeart/2005/8/layout/vList3"/>
    <dgm:cxn modelId="{6923CFD6-23BE-4ABC-BCF1-C1A95A144F72}" type="presParOf" srcId="{4A2C3490-96BF-42AF-BCF3-6C13573D8772}" destId="{3AED6F7E-6C02-423B-A0DD-D9AFCA13CB53}" srcOrd="1" destOrd="0" presId="urn:microsoft.com/office/officeart/2005/8/layout/vList3"/>
    <dgm:cxn modelId="{34FADBBF-C123-4968-BAAD-51E0973B0913}" type="presParOf" srcId="{7C1A888C-2D9C-4780-8DEC-1F0032338073}" destId="{E44B6215-88CE-4333-8C62-BA8209877F04}" srcOrd="3" destOrd="0" presId="urn:microsoft.com/office/officeart/2005/8/layout/vList3"/>
    <dgm:cxn modelId="{F9A04C58-A53B-4916-B1C3-F4FD382DF8CE}" type="presParOf" srcId="{7C1A888C-2D9C-4780-8DEC-1F0032338073}" destId="{B3072943-108C-4E94-9138-9435A084D2C0}" srcOrd="4" destOrd="0" presId="urn:microsoft.com/office/officeart/2005/8/layout/vList3"/>
    <dgm:cxn modelId="{35C1A45A-8332-4B35-8BEC-EAA6C75DD039}" type="presParOf" srcId="{B3072943-108C-4E94-9138-9435A084D2C0}" destId="{FF3C8601-12B7-4CB8-9DE2-0E1FFE6A52C7}" srcOrd="0" destOrd="0" presId="urn:microsoft.com/office/officeart/2005/8/layout/vList3"/>
    <dgm:cxn modelId="{FA176580-AC21-47C5-A0D4-8BCF36257E55}" type="presParOf" srcId="{B3072943-108C-4E94-9138-9435A084D2C0}" destId="{A68E753E-8CD7-42F5-8AB7-071F111D939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福音是什么？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耶稣第一次开始公开传道的时所讲的第一句话是什么？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9D7DE-FF40-439E-AC23-B61881A043ED}">
      <dsp:nvSpPr>
        <dsp:cNvPr id="0" name=""/>
        <dsp:cNvSpPr/>
      </dsp:nvSpPr>
      <dsp:spPr>
        <a:xfrm rot="10800000">
          <a:off x="1705406" y="4485"/>
          <a:ext cx="5232615" cy="1549667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3360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kern="1200"/>
            <a:t>耶稣开始在加利利宣传神的福音，是在哪一个具体的历史事件发生之后？当祂宣告</a:t>
          </a:r>
          <a:r>
            <a:rPr lang="en-US" sz="1800" kern="1200"/>
            <a:t>“</a:t>
          </a:r>
          <a:r>
            <a:rPr lang="zh-CN" sz="1800" kern="1200"/>
            <a:t>神的国近了</a:t>
          </a:r>
          <a:r>
            <a:rPr lang="en-US" sz="1800" kern="1200"/>
            <a:t>”</a:t>
          </a:r>
          <a:r>
            <a:rPr lang="zh-CN" sz="1800" kern="1200"/>
            <a:t>的时候，对听众发出的两个明确的命令是什么？</a:t>
          </a:r>
          <a:endParaRPr lang="en-US" sz="1800" kern="1200"/>
        </a:p>
      </dsp:txBody>
      <dsp:txXfrm rot="10800000">
        <a:off x="2092823" y="4485"/>
        <a:ext cx="4845198" cy="1549667"/>
      </dsp:txXfrm>
    </dsp:sp>
    <dsp:sp modelId="{5B134A8B-77AE-48A3-859C-C82FD84B6C2D}">
      <dsp:nvSpPr>
        <dsp:cNvPr id="0" name=""/>
        <dsp:cNvSpPr/>
      </dsp:nvSpPr>
      <dsp:spPr>
        <a:xfrm>
          <a:off x="930572" y="4485"/>
          <a:ext cx="1549667" cy="154966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AED6F7E-6C02-423B-A0DD-D9AFCA13CB53}">
      <dsp:nvSpPr>
        <dsp:cNvPr id="0" name=""/>
        <dsp:cNvSpPr/>
      </dsp:nvSpPr>
      <dsp:spPr>
        <a:xfrm rot="10800000">
          <a:off x="1705406" y="2016740"/>
          <a:ext cx="5232615" cy="1549667"/>
        </a:xfrm>
        <a:prstGeom prst="homePlate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336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1600" kern="1200" dirty="0"/>
            <a:t>“神的国”并不是指一个地理上的国家或政治实体。结合讲道内容，你如何理解“神的国已经来到”？</a:t>
          </a:r>
        </a:p>
      </dsp:txBody>
      <dsp:txXfrm rot="10800000">
        <a:off x="2092823" y="2016740"/>
        <a:ext cx="4845198" cy="1549667"/>
      </dsp:txXfrm>
    </dsp:sp>
    <dsp:sp modelId="{D9BBDAB1-AD18-46C1-ADA3-42BC8504485F}">
      <dsp:nvSpPr>
        <dsp:cNvPr id="0" name=""/>
        <dsp:cNvSpPr/>
      </dsp:nvSpPr>
      <dsp:spPr>
        <a:xfrm>
          <a:off x="930572" y="2016740"/>
          <a:ext cx="1549667" cy="154966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68E753E-8CD7-42F5-8AB7-071F111D9398}">
      <dsp:nvSpPr>
        <dsp:cNvPr id="0" name=""/>
        <dsp:cNvSpPr/>
      </dsp:nvSpPr>
      <dsp:spPr>
        <a:xfrm rot="10800000">
          <a:off x="1705406" y="4028994"/>
          <a:ext cx="5232615" cy="1549667"/>
        </a:xfrm>
        <a:prstGeom prst="homePlate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3360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1600" kern="1200" dirty="0">
              <a:solidFill>
                <a:srgbClr val="002060"/>
              </a:solidFill>
            </a:rPr>
            <a:t>请诚实地省察自己：目前你生命中哪一个具体的领域，是你最紧抓不放、最不愿意交出主权让神来统治的？</a:t>
          </a:r>
        </a:p>
      </dsp:txBody>
      <dsp:txXfrm rot="10800000">
        <a:off x="2092823" y="4028994"/>
        <a:ext cx="4845198" cy="1549667"/>
      </dsp:txXfrm>
    </dsp:sp>
    <dsp:sp modelId="{FF3C8601-12B7-4CB8-9DE2-0E1FFE6A52C7}">
      <dsp:nvSpPr>
        <dsp:cNvPr id="0" name=""/>
        <dsp:cNvSpPr/>
      </dsp:nvSpPr>
      <dsp:spPr>
        <a:xfrm>
          <a:off x="930572" y="4028994"/>
          <a:ext cx="1549667" cy="154966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2026/4/19 Sunday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405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60366-0190-41A9-02BE-52B735F3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8C6DE5-381F-BDF8-081C-FBB06CAB9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9CB93A-B8B6-BF81-BFAA-0C4E8A38C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24D144-4EEA-08D8-837F-428A02775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388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3EB2F-1A88-1836-9D7B-3A1DA096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8D00D9-CCCF-986E-6A50-AE6DF47C2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954530-F564-52D1-8540-9D299C55B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A01C67-64F9-CE6F-4C28-340C19B6C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502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7F2A-F6F1-A578-92A9-4F856A54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06DADC-7683-18CE-1256-14515ABFF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EBD07F-44D3-2301-6676-DA0F3A944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449384-3815-64B2-A3C8-6B3F14F62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181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53848-13E1-546B-CAA4-B56A064E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A4DE0D-2DEF-3D86-A0FA-8F038D0CA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5E4E15-C0FD-F1B8-2EE8-1FB1598AD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9E52C-D6E9-8451-53D6-67D9364D1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E0C1-119C-6DA2-7AD2-DB9E47D4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17D48C-5A34-AE55-90BB-9751CEBFE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0B31CB-B627-0B2A-E43B-F9A6F2CB1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6703B3-23AE-40BC-621F-398356BDB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78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78C0B-000D-F678-C089-94521788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83A064-4223-383D-3C39-46512B063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0F6A04-48C2-E983-F265-7F44B80A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A992B4-522E-FBB1-E87B-CD218ADBB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507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575CC-260D-4ACF-DEE9-DFB2E6DF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5388D7-AFA0-20A7-FEA1-23409DE4B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06CBCD-5BD4-8023-3EA6-9A84CA29A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D8A1FA-D090-BF90-F17A-5A9426D29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228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2A934-E1CC-FE85-02AA-58B9F5C3F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664915-3747-78E9-139F-8E005530A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033BFA-74A2-EB24-7FE9-697B50B46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D5FE99-D0B8-7B61-2568-86A779D6D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993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F3855-A020-8512-728E-B93D56FA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FB1453-8C3C-4A8A-D17B-997E1E661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224B33-BC2D-5011-31B5-5C3A972A7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0CAC43-F447-D4CE-669A-F9F6F88F5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679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F881-68CF-3BFF-16F2-7C4A8F73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ED621F-FFD9-2F74-CAFD-836161AA7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19CCB2-D646-D0EB-1AF9-1AE286073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ACA647-396B-2B9E-ECB2-9386AF59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172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DABC-C413-9050-19BF-B77D94D3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5F3FA4-C10B-4902-A148-3AEDAC10B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B684EB-ECA2-C1AE-A922-6F60FCE29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4D68D-396A-5393-0028-5C3B405B9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3917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C072-BC4B-28E7-41F6-8A58A32D9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87570E-1892-5DDA-0073-D22EAED1E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23F93E-18BA-8AD8-5306-DE2D1405B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BDBF9B-9C11-F06E-EC7E-452FE45FD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208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6034-6927-E33B-3E69-E0DAD7CD5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91FD1D-83C3-67E0-0F63-9AC2CD8D3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CF01D-9908-DE89-F730-D798C934B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F90B22-E98B-7A11-65BD-4EC05BB61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951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DF5B-03ED-7305-8D9B-4AC6304C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7FC942-9288-3DE7-3265-C8E5EAFC1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193185-90C2-712B-90F1-23D0CDA34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1A26C3-8B68-E2AD-2A28-4BD0B3A4E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7681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5A98B-E525-36E9-623D-C961D23A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2AF6E5-B7DA-0AA6-103F-2A8B81ED7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AC3779-66DD-65A7-8B46-B879FBD05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4C4E65-6DE3-62BA-AC38-A856AFADA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8113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A83A-9F0A-3ACD-00CE-35A4D442E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D5AB43-9F34-9608-AA6C-2EC66140B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C22C0F-D4A3-2195-7653-06752DB50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9E771B-B451-CDE6-E26E-E705FA231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075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2026/4/19 Sunday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2026/4/19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2026/4/19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2026/4/19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2026/4/19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2026/4/19 Sunday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Rectangle 129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7660757" y="1243598"/>
            <a:ext cx="4119327" cy="7448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endParaRPr lang="en-US" altLang="zh-CN" sz="1200" b="1" dirty="0">
              <a:ln/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3300" b="1" dirty="0">
                <a:ln/>
                <a:solidFill>
                  <a:srgbClr val="FFC000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日期满了，神的国近了</a:t>
            </a:r>
            <a:endParaRPr lang="en-US" altLang="zh-CN" sz="3300" b="1" dirty="0">
              <a:ln/>
              <a:solidFill>
                <a:srgbClr val="FFC000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120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马可福音一章</a:t>
            </a:r>
            <a:r>
              <a:rPr lang="en-US" altLang="zh-CN" sz="120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14</a:t>
            </a:r>
            <a:r>
              <a:rPr lang="zh-CN" altLang="en-US" sz="120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、</a:t>
            </a:r>
            <a:r>
              <a:rPr lang="en-US" altLang="zh-CN" sz="120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15</a:t>
            </a:r>
            <a:r>
              <a:rPr lang="zh-CN" altLang="en-US" sz="120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节</a:t>
            </a:r>
            <a:endParaRPr lang="en-US" altLang="zh-CN" sz="120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cxnSp>
        <p:nvCxnSpPr>
          <p:cNvPr id="1302" name="Straight Connector 130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Straight Connector 130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 descr="一群人站在海边">
            <a:extLst>
              <a:ext uri="{FF2B5EF4-FFF2-40B4-BE49-F238E27FC236}">
                <a16:creationId xmlns:a16="http://schemas.microsoft.com/office/drawing/2014/main" id="{7187901E-E530-BD30-2E48-C228539532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43896"/>
            <a:ext cx="12127992" cy="67702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引言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4852388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164699" y="2097771"/>
            <a:ext cx="11862602" cy="2507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1:14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15】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约翰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下监</a:t>
            </a:r>
            <a:r>
              <a:rPr lang="zh-CN" altLang="en-US" sz="3600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以后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，耶稣来到</a:t>
            </a:r>
            <a:r>
              <a:rPr lang="zh-CN" alt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加利利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，宣传　</a:t>
            </a:r>
            <a:r>
              <a:rPr lang="zh-CN" alt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神的福音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</a:t>
            </a:r>
            <a:r>
              <a:rPr lang="zh-CN" alt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满了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　神的国</a:t>
            </a:r>
            <a:r>
              <a:rPr lang="zh-CN" alt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近了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！你们</a:t>
            </a:r>
            <a:r>
              <a:rPr lang="zh-CN" altLang="en-US" sz="36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当</a:t>
            </a:r>
            <a:r>
              <a:rPr lang="zh-CN" altLang="en-US" sz="3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悔改，信福音</a:t>
            </a:r>
            <a:r>
              <a:rPr lang="zh-CN" alt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。”</a:t>
            </a:r>
            <a:endParaRPr lang="en-US" altLang="zh-CN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A7D7BC-5F8D-EE76-0D18-39F6F132C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12080" y="199582"/>
            <a:ext cx="69799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经文：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马可福音一章</a:t>
            </a:r>
            <a:r>
              <a:rPr lang="en-US" altLang="zh-CN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14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571303" y="1103546"/>
            <a:ext cx="11620697" cy="4841646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  <a:scene3d>
            <a:camera prst="perspectiveAbove"/>
            <a:lightRig rig="threePt" dir="t"/>
          </a:scene3d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君王先锋官施洗约翰：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1:5】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犹太全地和耶路撒冷的人都出去到约翰那里，承认他们的罪，在约旦河里受他的洗。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约占以色列地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50%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面积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约翰看见许多法利赛人和撒都该人也来受洗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法利赛人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撒都该人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1:9】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那时，耶稣从加利利的拿撒勒来，在约旦河里受了约翰的洗。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彰显耶稣基督谦卑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——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祂是那无罪的，却站在罪人的位置上。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真正的宇宙的君王来到了</a:t>
            </a:r>
            <a:endParaRPr lang="en-US" altLang="zh-CN" sz="2400" b="1" dirty="0">
              <a:solidFill>
                <a:srgbClr val="FF000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38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315291" y="1740364"/>
            <a:ext cx="9178802" cy="37423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一、日期满了：神应许的时候到了（历史转折：</a:t>
            </a:r>
            <a:r>
              <a:rPr lang="zh-CN" altLang="en-US" sz="20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时间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A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，救赎历史转折。“约翰下监以后”（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14a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</a:t>
            </a:r>
            <a:endParaRPr lang="zh-CN" altLang="en-US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B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，宣告日期满了。“说：日期满了” （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15a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二、神的国来临：神在基督里面掌权（ 神的福音、神的国：</a:t>
            </a:r>
            <a:r>
              <a:rPr lang="zh-CN" altLang="en-US" sz="20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现状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A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，宣告神的福音。“耶稣来到加利利，宣传　神的福音”（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14b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B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，“神的国近了”（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15b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三、悔改信福音：对福音的唯一正确的回应。（回应：</a:t>
            </a:r>
            <a:r>
              <a:rPr lang="zh-CN" altLang="en-US" sz="20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行动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	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“你们当悔改，信福音”（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15c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332DE-F3FB-23DE-0615-8D213F22297F}"/>
              </a:ext>
            </a:extLst>
          </p:cNvPr>
          <p:cNvSpPr txBox="1"/>
          <p:nvPr/>
        </p:nvSpPr>
        <p:spPr>
          <a:xfrm>
            <a:off x="0" y="6297107"/>
            <a:ext cx="11494093" cy="46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1:15】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说：“日期满了，　神的国近了！你们当悔改，信福音。”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4922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4F5A7-C127-7BDF-9794-2C8E6A785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081BE4F-A30C-089E-ACA7-41E7FAAE06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第一段：日期满了：神应许的时候到了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7534F1-88D2-901D-852B-564E8F671849}"/>
              </a:ext>
            </a:extLst>
          </p:cNvPr>
          <p:cNvSpPr txBox="1"/>
          <p:nvPr/>
        </p:nvSpPr>
        <p:spPr>
          <a:xfrm>
            <a:off x="0" y="1077071"/>
            <a:ext cx="12192000" cy="3364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1:14a】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约翰下监以后，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说：“日期满了，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A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，救赎历史转折。“约翰下监以后”（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14a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B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，宣告日期满了。“说：日期满了” （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15a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）</a:t>
            </a:r>
          </a:p>
          <a:p>
            <a:pPr lvl="1">
              <a:lnSpc>
                <a:spcPct val="150000"/>
              </a:lnSpc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4385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8BFC9-A6A3-51D1-CCD7-98486C47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6B2E9D1-380B-55BD-A85B-C0A4DB39AFE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第一段：日期满了：神应许的时候到了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E43953-4906-9444-6E02-C09C061DFA03}"/>
              </a:ext>
            </a:extLst>
          </p:cNvPr>
          <p:cNvSpPr txBox="1"/>
          <p:nvPr/>
        </p:nvSpPr>
        <p:spPr>
          <a:xfrm>
            <a:off x="0" y="1077071"/>
            <a:ext cx="12192000" cy="3918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1:14a】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约翰下监以后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第一节：救赎历史转折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施洗约翰是有其特定使命的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救赎历史的转折，是突破，是闯入，是从旧约预备到新约实现的转折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先锋的使命完成了，</a:t>
            </a:r>
            <a:r>
              <a:rPr lang="zh-CN" altLang="en-US" sz="2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君王亲自登场。</a:t>
            </a:r>
            <a:endParaRPr lang="en-US" altLang="zh-CN" sz="2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617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3946-1856-771F-EDFC-E1F4FD20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DC2A4A0-8937-99CF-55C6-FFFAC125E44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第一段：日期满了：神应许的时候到了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105BEF-ED91-BC8B-14BA-7CC23C9352FF}"/>
              </a:ext>
            </a:extLst>
          </p:cNvPr>
          <p:cNvSpPr txBox="1"/>
          <p:nvPr/>
        </p:nvSpPr>
        <p:spPr>
          <a:xfrm>
            <a:off x="0" y="1077071"/>
            <a:ext cx="12192000" cy="4472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第二节：宣告日期满了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希腊文有两个关于“时间”的词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时钟上的时间，是线性流逝的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带有目的的时间，是特定的、主权的时刻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神主动的介入到历史中，历史的掌管者，现在日期满了，神所定的的主权时间到了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旧约的应许，都要在这一刻成就和应验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7467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17530-28C9-1B08-AB40-731EF9E88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83B303-65E1-D79F-276B-A48D634D80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第一段：日期满了：神应许的时候到了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57ECAE-5EB2-8162-62D6-7C01148EC066}"/>
              </a:ext>
            </a:extLst>
          </p:cNvPr>
          <p:cNvSpPr txBox="1"/>
          <p:nvPr/>
        </p:nvSpPr>
        <p:spPr>
          <a:xfrm>
            <a:off x="0" y="1077071"/>
            <a:ext cx="12192000" cy="5210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第二节：宣告日期满了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旧约的应许之亚伯拉罕之约：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12:3】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为你祝福的，我必赐福与他；那咒诅你的，我必咒诅他。地上的万族都要因你得福。”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22:18】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并且地上万国都必因你的后裔得福，因为你听从了我的话。’”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所应许的原是向亚伯拉罕和他子孙说的。　神并不是说众子孙，指着许多人；乃是说你那一个子孙，指着一个人，就是基督。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神的祝福会传递给亚伯拉罕的后裔，特别是通过一个永远的后裔来祝福万国，这个应许最终在耶稣基督身上得到实现。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649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5BAA-5549-0EFF-DEF4-CF7B6C26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3FAADE3-4EF0-ADDA-932E-BD274A07E6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第一段：日期满了：神应许的时候到了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4F30D7-989D-3942-B628-D42F7478950F}"/>
              </a:ext>
            </a:extLst>
          </p:cNvPr>
          <p:cNvSpPr txBox="1"/>
          <p:nvPr/>
        </p:nvSpPr>
        <p:spPr>
          <a:xfrm>
            <a:off x="0" y="1077071"/>
            <a:ext cx="12192000" cy="5303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第二节：宣告日期满了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旧约的应许之大卫国度：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撒下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你的家和你的国，必在我（原文作“你”）面前永远坚立。你的国位也必坚定，直到永远。’”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诗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89:4】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我要建立你的后裔，直到永远；要建立你的宝座，直到万代。（细拉）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基督的王权耶稣被认为是“大卫的子孙”，是那位应许中的弥赛亚王，他的国度是永不衰败的，如经文所说“直到永远、直到万代”。</a:t>
            </a: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1241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279F-71B5-2C8E-48DA-1AD749DE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2D2A8A8-41EC-A6DA-078A-7D8F9FEA4F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第一段：日期满了：神应许的时候到了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78B1DD-6688-4926-70AF-AC00821FC960}"/>
              </a:ext>
            </a:extLst>
          </p:cNvPr>
          <p:cNvSpPr txBox="1"/>
          <p:nvPr/>
        </p:nvSpPr>
        <p:spPr>
          <a:xfrm>
            <a:off x="0" y="1077071"/>
            <a:ext cx="12192000" cy="474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第二节：宣告日期满了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旧约的应许之新约的应许：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31:31】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耶和华说：“日子将到，我要与以色列家和犹大家另立新约。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路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22:20】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饭后也照样拿起杯来，说：“这杯是用我血所立的新约，是为你们流出来的。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来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8:6】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如今耶稣所得的职任是更美的，正如他作更美之约的中保，这约原是凭更美之应许立的。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藉着耶稣基督，人类可以进入与神和好的关系。</a:t>
            </a: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0466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524D-EDEA-C0EB-0890-F0D79F105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F7B379F-A1EA-2271-D7D1-D282FA8214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第一段：日期满了：神应许的时候到了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56A7F4-8B52-4527-A718-68E26B1F1A53}"/>
              </a:ext>
            </a:extLst>
          </p:cNvPr>
          <p:cNvSpPr txBox="1"/>
          <p:nvPr/>
        </p:nvSpPr>
        <p:spPr>
          <a:xfrm>
            <a:off x="0" y="1077071"/>
            <a:ext cx="12192000" cy="5580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第二节：宣告日期满了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旧约的应许：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亚伯拉罕之约：神向亚伯拉罕和他的后裔赐福，承诺一个后裔将带来万国的祝福，这个应许最终通过耶稣基督实现。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大卫国度之约：神应许大卫的后裔将永远坐王，这个应许最终通过耶稣基督的降生和他的永恒王国得以成就。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新约更美之约：通过耶稣基督的血，神为所有信靠他的人建立了一个新约，带来恩典、赦免和永生的应许。</a:t>
            </a: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866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B825E-ABC8-3EBB-568E-7914FEE7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7F186B4-299F-0EC3-64B3-A929A0CD974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第二段：</a:t>
            </a: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神的国来临：神在基督里面掌权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B91016-650D-E0C0-FB5D-444D464F7C84}"/>
              </a:ext>
            </a:extLst>
          </p:cNvPr>
          <p:cNvSpPr txBox="1"/>
          <p:nvPr/>
        </p:nvSpPr>
        <p:spPr>
          <a:xfrm>
            <a:off x="0" y="1077071"/>
            <a:ext cx="12192000" cy="4472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1:14a】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耶稣来到加利利，宣传　神的福音。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第一节：宣告神的福音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“外邦人的加利利地”，神的国度不是从拥有宏伟圣殿和社会地位的地方开始的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逆世界潮流，进入属希律王安提帕的势力范围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神的福音，福音就是耶稣基督所带来神的拯救计划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　神的儿子，耶稣基督福音的起头。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亲自宣告神的福音，震耳欲聋关于王权、神国度的宣告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福音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不是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以人为中心，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乃是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“神的儿子”为中心。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5438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6B9-A335-2CA5-2D61-F475FFEE5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CCB0AB2-CCEE-FA5E-FD5E-9C99F3A1B81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第二段：</a:t>
            </a: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神的国来临：神在基督里面掌权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647CA4-2F82-A93C-FEFA-0904C894677D}"/>
              </a:ext>
            </a:extLst>
          </p:cNvPr>
          <p:cNvSpPr txBox="1"/>
          <p:nvPr/>
        </p:nvSpPr>
        <p:spPr>
          <a:xfrm>
            <a:off x="0" y="1077071"/>
            <a:ext cx="12192000" cy="4933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1:15b】……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神的国近了！ 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“神的国”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不是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指一个地理上的国家或政治实体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神的主权与统治：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神为宇宙的至高君王，他的国度是超越一切的，涵盖了整个创造世界。这是一个属灵的国度，并不局限于任何国家或地区，而是神在一切事物上的统治。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诗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103:19】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耶和华在天上立定宝座，他的权柄（原文作“国”）统管万有。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所有历史和世界的进程都是在神的统治下进行的。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476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A5FC-D01A-2D42-8EAD-64134FB9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4778201-01AD-7A70-24DA-50CC03A2DB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第二段：</a:t>
            </a: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神的国来临：神在基督里面掌权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E43B45-2ECD-58B9-1A70-1966F73719F9}"/>
              </a:ext>
            </a:extLst>
          </p:cNvPr>
          <p:cNvSpPr txBox="1"/>
          <p:nvPr/>
        </p:nvSpPr>
        <p:spPr>
          <a:xfrm>
            <a:off x="0" y="1077071"/>
            <a:ext cx="12192000" cy="4472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1:15b】……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神的国近了！ 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“神的国”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不是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指一个地理上的国家或政治实体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神国的现在与未来（已然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/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未然）：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现在性（“已经来到”）：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神的国从耶稣基督的降生、死亡、复活开始在地上显现。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未来性（“还要再来”）：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神的国也有未来的实现，即完全的神国将在基督再来时实现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5680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F3FA5-BA85-9A43-2B2F-030AFA42C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664E4BA-C637-786A-7445-45C445BA7E1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第二段：</a:t>
            </a: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神的国来临：神在基督里面掌权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49EFD9-F809-646F-A926-C207C5DE5091}"/>
              </a:ext>
            </a:extLst>
          </p:cNvPr>
          <p:cNvSpPr txBox="1"/>
          <p:nvPr/>
        </p:nvSpPr>
        <p:spPr>
          <a:xfrm>
            <a:off x="0" y="1077071"/>
            <a:ext cx="12192000" cy="5580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1:15b】……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神的国近了！ 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“神的国”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不是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指一个地理上的国家或政治实体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神的国与教会：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教会是神国的地上代表。教会是神通过基督实行王权的地方。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在地上作为神国的代表，承载着神的统治和救赎工作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教会的使命之一是宣扬神国的福音，呼召人悔改并加入神的国度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331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199F-AD23-897B-17F8-172E6D44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1F1A798-DCD5-B90B-A5B7-3AA4FE0B5B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第三段：对福音唯一的正确的回应：悔改相信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462093-2584-7A3A-9CAC-EDA4B6C2CC32}"/>
              </a:ext>
            </a:extLst>
          </p:cNvPr>
          <p:cNvSpPr txBox="1"/>
          <p:nvPr/>
        </p:nvSpPr>
        <p:spPr>
          <a:xfrm>
            <a:off x="0" y="1077071"/>
            <a:ext cx="12192000" cy="6226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1:15c】……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你们当悔改，信福音。”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神的国的来到，主耶稣呼召罪人积极的回应：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神赐下得恩典</a:t>
            </a:r>
            <a:r>
              <a:rPr lang="zh-CN" altLang="en-US" sz="28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唯一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方式：</a:t>
            </a:r>
            <a:r>
              <a:rPr lang="zh-CN" alt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悔改且信福音</a:t>
            </a:r>
            <a:endParaRPr lang="en-US" altLang="zh-CN" sz="2400" b="1" dirty="0">
              <a:solidFill>
                <a:srgbClr val="C00000"/>
              </a:solidFill>
              <a:highlight>
                <a:srgbClr val="FFFF00"/>
              </a:highligh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第一，悔改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悔改不是后悔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悔改不是因地狱而有的恐惧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悔改不是只悔不改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真正的悔改首先“心思转变”、“方向改变”，完全从自己转向神，从罪转向神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真正的悔改会带出行动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马丁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·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路德所说“基督徒的一生就是不断悔改的一生。”</a:t>
            </a: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3580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48A1-32FE-06BD-CB2D-BF821C98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9009B60-621B-0FC9-8FB9-EB520C3EAF2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第三段：对福音唯一的正确的回应：悔改相信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4E76A9-5D2B-E763-0CB6-ECEA7A86FC63}"/>
              </a:ext>
            </a:extLst>
          </p:cNvPr>
          <p:cNvSpPr txBox="1"/>
          <p:nvPr/>
        </p:nvSpPr>
        <p:spPr>
          <a:xfrm>
            <a:off x="0" y="1077071"/>
            <a:ext cx="12192000" cy="511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1:15c】……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你们当悔改，信福音。”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神的国的来到，主耶稣呼召罪人积极的回应：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神赐下得恩典</a:t>
            </a:r>
            <a:r>
              <a:rPr lang="zh-CN" altLang="en-US" sz="28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唯一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方式：</a:t>
            </a:r>
            <a:r>
              <a:rPr lang="zh-CN" alt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悔改且信福音</a:t>
            </a:r>
            <a:endParaRPr lang="en-US" altLang="zh-CN" sz="2400" b="1" dirty="0">
              <a:solidFill>
                <a:srgbClr val="C00000"/>
              </a:solidFill>
              <a:highlight>
                <a:srgbClr val="FFFF00"/>
              </a:highligh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第二，信福音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信的三个方面：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1.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知识（认识福音内容）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2.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认同（相信福音真实）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3.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信靠（把己交托基督）</a:t>
            </a:r>
          </a:p>
          <a:p>
            <a:pPr lvl="2">
              <a:lnSpc>
                <a:spcPct val="150000"/>
              </a:lnSpc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1609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794C2-5EEB-9431-16A9-180E44F71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9925ADD-9CB6-D360-88D2-E62AE06FB18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第三段：对福音唯一的正确的回应：悔改相信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F9C1AE-FFCD-014E-7516-6D2F714F20F2}"/>
              </a:ext>
            </a:extLst>
          </p:cNvPr>
          <p:cNvSpPr txBox="1"/>
          <p:nvPr/>
        </p:nvSpPr>
        <p:spPr>
          <a:xfrm>
            <a:off x="0" y="1077071"/>
            <a:ext cx="12192000" cy="5672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1:15c】……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你们当悔改，信福音。”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神的国的来到，主耶稣呼召罪人积极的回应：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神赐下得恩典</a:t>
            </a:r>
            <a:r>
              <a:rPr lang="zh-CN" altLang="en-US" sz="28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唯一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方式：</a:t>
            </a:r>
            <a:r>
              <a:rPr lang="zh-CN" alt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悔改且信福音</a:t>
            </a:r>
            <a:endParaRPr lang="en-US" altLang="zh-CN" sz="2400" b="1" dirty="0">
              <a:solidFill>
                <a:srgbClr val="C00000"/>
              </a:solidFill>
              <a:highlight>
                <a:srgbClr val="FFFF00"/>
              </a:highligh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第二，信福音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信心不单是看似我可以信的时候我们信福音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信心也包括在我们感觉不到信心的时候，仍然呼求赐信心的神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9:24】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孩子的父亲立时喊着说（有古卷作“立时流泪地喊着说”）：“我信！但我信不足，求主帮助！”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信心是神的恩赐，是由圣灵在罪人心中工作而产生的。我们不仅信耶稣能救别人，更信祂能救我。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853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EC548-1404-95D5-9BF6-CEA2B4CC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AD9FF70-B854-BBC8-CD95-F6C99174203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第三段：对福音唯一的正确的回应：悔改相信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E1E9CC-DCB5-92C9-2FA9-C911D5475B1D}"/>
              </a:ext>
            </a:extLst>
          </p:cNvPr>
          <p:cNvSpPr txBox="1"/>
          <p:nvPr/>
        </p:nvSpPr>
        <p:spPr>
          <a:xfrm>
            <a:off x="0" y="1077071"/>
            <a:ext cx="12192000" cy="4010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可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1:15c】……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你们当悔改，信福音。”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神的国的来到，主耶稣呼召罪人积极的回应：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神赐下得恩典</a:t>
            </a:r>
            <a:r>
              <a:rPr lang="zh-CN" altLang="en-US" sz="28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唯一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方式：</a:t>
            </a:r>
            <a:r>
              <a:rPr lang="zh-CN" alt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悔改且信福音</a:t>
            </a:r>
            <a:endParaRPr lang="en-US" altLang="zh-CN" sz="2400" b="1" dirty="0">
              <a:solidFill>
                <a:srgbClr val="C00000"/>
              </a:solidFill>
              <a:highlight>
                <a:srgbClr val="FFFF00"/>
              </a:highlight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第三，悔改且信福音的关系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悔改与信心就像一枚硬币的两面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悔改是“离开罪”，信心是“归向神”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没有信心的悔改是道德主义的自救，没有悔改的信心是自欺的假信心。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6882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F62C-F369-E8C5-EB43-A954F7A2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9C465AD-0EFA-06C7-5D48-E25AC737416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363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结语：“日期满了，神的国近了”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270CEC-5013-EA4A-3019-1E80D0C0AB27}"/>
              </a:ext>
            </a:extLst>
          </p:cNvPr>
          <p:cNvSpPr txBox="1"/>
          <p:nvPr/>
        </p:nvSpPr>
        <p:spPr>
          <a:xfrm>
            <a:off x="3379015" y="1490957"/>
            <a:ext cx="5484770" cy="225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日期满了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——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神的时间到了；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神的国近了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——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真正的君王来了；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你们当悔改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——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从罪中转回；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信福音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——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把自己完全交托给基督。</a:t>
            </a:r>
          </a:p>
        </p:txBody>
      </p:sp>
      <p:pic>
        <p:nvPicPr>
          <p:cNvPr id="3" name="图片 2" descr="文本">
            <a:extLst>
              <a:ext uri="{FF2B5EF4-FFF2-40B4-BE49-F238E27FC236}">
                <a16:creationId xmlns:a16="http://schemas.microsoft.com/office/drawing/2014/main" id="{2B42FC5E-F0E5-9C28-C917-A2D22EDBEEE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3454314" y="3975590"/>
            <a:ext cx="5334171" cy="28824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6446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470477"/>
              </p:ext>
            </p:extLst>
          </p:nvPr>
        </p:nvGraphicFramePr>
        <p:xfrm>
          <a:off x="4323406" y="593816"/>
          <a:ext cx="7868594" cy="5583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TM03457510[[fn=肥皂]]</Template>
  <TotalTime>10309</TotalTime>
  <Words>2286</Words>
  <Application>Microsoft Office PowerPoint</Application>
  <PresentationFormat>宽屏</PresentationFormat>
  <Paragraphs>184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2026-04-18T21:58:11Z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